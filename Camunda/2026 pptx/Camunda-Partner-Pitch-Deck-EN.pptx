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slideLayouts/slideLayout148.xml" ContentType="application/vnd.openxmlformats-officedocument.presentationml.slideLayout+xml"/>
  <Override PartName="/ppt/slideLayouts/slideLayout149.xml" ContentType="application/vnd.openxmlformats-officedocument.presentationml.slideLayout+xml"/>
  <Override PartName="/ppt/slideLayouts/slideLayout150.xml" ContentType="application/vnd.openxmlformats-officedocument.presentationml.slideLayout+xml"/>
  <Override PartName="/ppt/slideLayouts/slideLayout15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789" r:id="rId1"/>
    <p:sldMasterId id="2147483790" r:id="rId2"/>
  </p:sldMasterIdLst>
  <p:notesMasterIdLst>
    <p:notesMasterId r:id="rId117"/>
  </p:notesMasterIdLst>
  <p:sldIdLst>
    <p:sldId id="370"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 id="285" r:id="rId32"/>
    <p:sldId id="286" r:id="rId33"/>
    <p:sldId id="287" r:id="rId34"/>
    <p:sldId id="288" r:id="rId35"/>
    <p:sldId id="289" r:id="rId36"/>
    <p:sldId id="290" r:id="rId37"/>
    <p:sldId id="291" r:id="rId38"/>
    <p:sldId id="292" r:id="rId39"/>
    <p:sldId id="293" r:id="rId40"/>
    <p:sldId id="294" r:id="rId41"/>
    <p:sldId id="295" r:id="rId42"/>
    <p:sldId id="296" r:id="rId43"/>
    <p:sldId id="297" r:id="rId44"/>
    <p:sldId id="298" r:id="rId45"/>
    <p:sldId id="299" r:id="rId46"/>
    <p:sldId id="300" r:id="rId47"/>
    <p:sldId id="301" r:id="rId48"/>
    <p:sldId id="302" r:id="rId49"/>
    <p:sldId id="303" r:id="rId50"/>
    <p:sldId id="304" r:id="rId51"/>
    <p:sldId id="305" r:id="rId52"/>
    <p:sldId id="306" r:id="rId53"/>
    <p:sldId id="307" r:id="rId54"/>
    <p:sldId id="308" r:id="rId55"/>
    <p:sldId id="309" r:id="rId56"/>
    <p:sldId id="310" r:id="rId57"/>
    <p:sldId id="311" r:id="rId58"/>
    <p:sldId id="312" r:id="rId59"/>
    <p:sldId id="313" r:id="rId60"/>
    <p:sldId id="314" r:id="rId61"/>
    <p:sldId id="315" r:id="rId62"/>
    <p:sldId id="316" r:id="rId63"/>
    <p:sldId id="317" r:id="rId64"/>
    <p:sldId id="318" r:id="rId65"/>
    <p:sldId id="319" r:id="rId66"/>
    <p:sldId id="320" r:id="rId67"/>
    <p:sldId id="321" r:id="rId68"/>
    <p:sldId id="322" r:id="rId69"/>
    <p:sldId id="323" r:id="rId70"/>
    <p:sldId id="324" r:id="rId71"/>
    <p:sldId id="325" r:id="rId72"/>
    <p:sldId id="326" r:id="rId73"/>
    <p:sldId id="327" r:id="rId74"/>
    <p:sldId id="328" r:id="rId75"/>
    <p:sldId id="329" r:id="rId76"/>
    <p:sldId id="330" r:id="rId77"/>
    <p:sldId id="331" r:id="rId78"/>
    <p:sldId id="332" r:id="rId79"/>
    <p:sldId id="333" r:id="rId80"/>
    <p:sldId id="334" r:id="rId81"/>
    <p:sldId id="335" r:id="rId82"/>
    <p:sldId id="336" r:id="rId83"/>
    <p:sldId id="337" r:id="rId84"/>
    <p:sldId id="338" r:id="rId85"/>
    <p:sldId id="339" r:id="rId86"/>
    <p:sldId id="340" r:id="rId87"/>
    <p:sldId id="341" r:id="rId88"/>
    <p:sldId id="342" r:id="rId89"/>
    <p:sldId id="343" r:id="rId90"/>
    <p:sldId id="344" r:id="rId91"/>
    <p:sldId id="345" r:id="rId92"/>
    <p:sldId id="346" r:id="rId93"/>
    <p:sldId id="347" r:id="rId94"/>
    <p:sldId id="348" r:id="rId95"/>
    <p:sldId id="349" r:id="rId96"/>
    <p:sldId id="350" r:id="rId97"/>
    <p:sldId id="351" r:id="rId98"/>
    <p:sldId id="352" r:id="rId99"/>
    <p:sldId id="353" r:id="rId100"/>
    <p:sldId id="354" r:id="rId101"/>
    <p:sldId id="355" r:id="rId102"/>
    <p:sldId id="356" r:id="rId103"/>
    <p:sldId id="357" r:id="rId104"/>
    <p:sldId id="358" r:id="rId105"/>
    <p:sldId id="359" r:id="rId106"/>
    <p:sldId id="360" r:id="rId107"/>
    <p:sldId id="361" r:id="rId108"/>
    <p:sldId id="362" r:id="rId109"/>
    <p:sldId id="363" r:id="rId110"/>
    <p:sldId id="364" r:id="rId111"/>
    <p:sldId id="365" r:id="rId112"/>
    <p:sldId id="366" r:id="rId113"/>
    <p:sldId id="367" r:id="rId114"/>
    <p:sldId id="368" r:id="rId115"/>
    <p:sldId id="369" r:id="rId116"/>
  </p:sldIdLst>
  <p:sldSz cx="9144000" cy="5143500" type="screen16x9"/>
  <p:notesSz cx="6858000" cy="9144000"/>
  <p:embeddedFontLst>
    <p:embeddedFont>
      <p:font typeface="IBM Plex Mono" panose="020B0509050203000203" pitchFamily="49" charset="77"/>
      <p:regular r:id="rId118"/>
      <p:bold r:id="rId119"/>
      <p:italic r:id="rId120"/>
      <p:boldItalic r:id="rId121"/>
    </p:embeddedFont>
    <p:embeddedFont>
      <p:font typeface="IBM Plex Mono Light" panose="020F0302020204030204" pitchFamily="34" charset="0"/>
      <p:regular r:id="rId122"/>
      <p:bold r:id="rId123"/>
      <p:italic r:id="rId124"/>
      <p:boldItalic r:id="rId125"/>
    </p:embeddedFont>
    <p:embeddedFont>
      <p:font typeface="IBM Plex Mono SemiBold" panose="020F0502020204030204" pitchFamily="34" charset="0"/>
      <p:regular r:id="rId126"/>
      <p:bold r:id="rId127"/>
      <p:italic r:id="rId128"/>
      <p:boldItalic r:id="rId129"/>
    </p:embeddedFont>
    <p:embeddedFont>
      <p:font typeface="IBM Plex Sans" panose="020B0503050203000203" pitchFamily="34" charset="0"/>
      <p:regular r:id="rId130"/>
      <p:bold r:id="rId131"/>
      <p:italic r:id="rId132"/>
      <p:boldItalic r:id="rId133"/>
    </p:embeddedFont>
    <p:embeddedFont>
      <p:font typeface="IBM Plex Sans Light" panose="020B0403050203000203" pitchFamily="34" charset="0"/>
      <p:regular r:id="rId134"/>
      <p:bold r:id="rId135"/>
      <p:italic r:id="rId136"/>
      <p:boldItalic r:id="rId137"/>
    </p:embeddedFont>
    <p:embeddedFont>
      <p:font typeface="IBM Plex Sans Medium" panose="020B0503050203000203" pitchFamily="34" charset="0"/>
      <p:regular r:id="rId138"/>
      <p:bold r:id="rId139"/>
      <p:italic r:id="rId140"/>
      <p:boldItalic r:id="rId141"/>
    </p:embeddedFont>
    <p:embeddedFont>
      <p:font typeface="IBM Plex Sans SemiBold" panose="020B0503050203000203" pitchFamily="34" charset="0"/>
      <p:regular r:id="rId142"/>
      <p:bold r:id="rId143"/>
      <p:italic r:id="rId144"/>
      <p:boldItalic r:id="rId14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685A341A-22E6-48AC-92F7-628D1A6A86F6}">
  <a:tblStyle styleId="{685A341A-22E6-48AC-92F7-628D1A6A86F6}"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028"/>
    <p:restoredTop sz="94784"/>
  </p:normalViewPr>
  <p:slideViewPr>
    <p:cSldViewPr snapToGrid="0">
      <p:cViewPr varScale="1">
        <p:scale>
          <a:sx n="206" d="100"/>
          <a:sy n="206" d="100"/>
        </p:scale>
        <p:origin x="184" y="4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notesMaster" Target="notesMasters/notesMaster1.xml"/><Relationship Id="rId21" Type="http://schemas.openxmlformats.org/officeDocument/2006/relationships/slide" Target="slides/slide19.xml"/><Relationship Id="rId42" Type="http://schemas.openxmlformats.org/officeDocument/2006/relationships/slide" Target="slides/slide40.xml"/><Relationship Id="rId63" Type="http://schemas.openxmlformats.org/officeDocument/2006/relationships/slide" Target="slides/slide61.xml"/><Relationship Id="rId84" Type="http://schemas.openxmlformats.org/officeDocument/2006/relationships/slide" Target="slides/slide82.xml"/><Relationship Id="rId138" Type="http://schemas.openxmlformats.org/officeDocument/2006/relationships/font" Target="fonts/font21.fntdata"/><Relationship Id="rId107" Type="http://schemas.openxmlformats.org/officeDocument/2006/relationships/slide" Target="slides/slide105.xml"/><Relationship Id="rId11" Type="http://schemas.openxmlformats.org/officeDocument/2006/relationships/slide" Target="slides/slide9.xml"/><Relationship Id="rId32" Type="http://schemas.openxmlformats.org/officeDocument/2006/relationships/slide" Target="slides/slide30.xml"/><Relationship Id="rId53" Type="http://schemas.openxmlformats.org/officeDocument/2006/relationships/slide" Target="slides/slide51.xml"/><Relationship Id="rId74" Type="http://schemas.openxmlformats.org/officeDocument/2006/relationships/slide" Target="slides/slide72.xml"/><Relationship Id="rId128" Type="http://schemas.openxmlformats.org/officeDocument/2006/relationships/font" Target="fonts/font11.fntdata"/><Relationship Id="rId149" Type="http://schemas.openxmlformats.org/officeDocument/2006/relationships/tableStyles" Target="tableStyles.xml"/><Relationship Id="rId5" Type="http://schemas.openxmlformats.org/officeDocument/2006/relationships/slide" Target="slides/slide3.xml"/><Relationship Id="rId95" Type="http://schemas.openxmlformats.org/officeDocument/2006/relationships/slide" Target="slides/slide93.xml"/><Relationship Id="rId22" Type="http://schemas.openxmlformats.org/officeDocument/2006/relationships/slide" Target="slides/slide20.xml"/><Relationship Id="rId27" Type="http://schemas.openxmlformats.org/officeDocument/2006/relationships/slide" Target="slides/slide25.xml"/><Relationship Id="rId43" Type="http://schemas.openxmlformats.org/officeDocument/2006/relationships/slide" Target="slides/slide41.xml"/><Relationship Id="rId48" Type="http://schemas.openxmlformats.org/officeDocument/2006/relationships/slide" Target="slides/slide46.xml"/><Relationship Id="rId64" Type="http://schemas.openxmlformats.org/officeDocument/2006/relationships/slide" Target="slides/slide62.xml"/><Relationship Id="rId69" Type="http://schemas.openxmlformats.org/officeDocument/2006/relationships/slide" Target="slides/slide67.xml"/><Relationship Id="rId113" Type="http://schemas.openxmlformats.org/officeDocument/2006/relationships/slide" Target="slides/slide111.xml"/><Relationship Id="rId118" Type="http://schemas.openxmlformats.org/officeDocument/2006/relationships/font" Target="fonts/font1.fntdata"/><Relationship Id="rId134" Type="http://schemas.openxmlformats.org/officeDocument/2006/relationships/font" Target="fonts/font17.fntdata"/><Relationship Id="rId139" Type="http://schemas.openxmlformats.org/officeDocument/2006/relationships/font" Target="fonts/font22.fntdata"/><Relationship Id="rId80" Type="http://schemas.openxmlformats.org/officeDocument/2006/relationships/slide" Target="slides/slide78.xml"/><Relationship Id="rId85" Type="http://schemas.openxmlformats.org/officeDocument/2006/relationships/slide" Target="slides/slide83.xml"/><Relationship Id="rId12" Type="http://schemas.openxmlformats.org/officeDocument/2006/relationships/slide" Target="slides/slide10.xml"/><Relationship Id="rId17" Type="http://schemas.openxmlformats.org/officeDocument/2006/relationships/slide" Target="slides/slide15.xml"/><Relationship Id="rId33" Type="http://schemas.openxmlformats.org/officeDocument/2006/relationships/slide" Target="slides/slide31.xml"/><Relationship Id="rId38" Type="http://schemas.openxmlformats.org/officeDocument/2006/relationships/slide" Target="slides/slide36.xml"/><Relationship Id="rId59" Type="http://schemas.openxmlformats.org/officeDocument/2006/relationships/slide" Target="slides/slide57.xml"/><Relationship Id="rId103" Type="http://schemas.openxmlformats.org/officeDocument/2006/relationships/slide" Target="slides/slide101.xml"/><Relationship Id="rId108" Type="http://schemas.openxmlformats.org/officeDocument/2006/relationships/slide" Target="slides/slide106.xml"/><Relationship Id="rId124" Type="http://schemas.openxmlformats.org/officeDocument/2006/relationships/font" Target="fonts/font7.fntdata"/><Relationship Id="rId129" Type="http://schemas.openxmlformats.org/officeDocument/2006/relationships/font" Target="fonts/font12.fntdata"/><Relationship Id="rId54" Type="http://schemas.openxmlformats.org/officeDocument/2006/relationships/slide" Target="slides/slide52.xml"/><Relationship Id="rId70" Type="http://schemas.openxmlformats.org/officeDocument/2006/relationships/slide" Target="slides/slide68.xml"/><Relationship Id="rId75" Type="http://schemas.openxmlformats.org/officeDocument/2006/relationships/slide" Target="slides/slide73.xml"/><Relationship Id="rId91" Type="http://schemas.openxmlformats.org/officeDocument/2006/relationships/slide" Target="slides/slide89.xml"/><Relationship Id="rId96" Type="http://schemas.openxmlformats.org/officeDocument/2006/relationships/slide" Target="slides/slide94.xml"/><Relationship Id="rId140" Type="http://schemas.openxmlformats.org/officeDocument/2006/relationships/font" Target="fonts/font23.fntdata"/><Relationship Id="rId145" Type="http://schemas.openxmlformats.org/officeDocument/2006/relationships/font" Target="fonts/font28.fntdata"/><Relationship Id="rId1" Type="http://schemas.openxmlformats.org/officeDocument/2006/relationships/slideMaster" Target="slideMasters/slideMaster1.xml"/><Relationship Id="rId6" Type="http://schemas.openxmlformats.org/officeDocument/2006/relationships/slide" Target="slides/slide4.xml"/><Relationship Id="rId23" Type="http://schemas.openxmlformats.org/officeDocument/2006/relationships/slide" Target="slides/slide21.xml"/><Relationship Id="rId28" Type="http://schemas.openxmlformats.org/officeDocument/2006/relationships/slide" Target="slides/slide26.xml"/><Relationship Id="rId49" Type="http://schemas.openxmlformats.org/officeDocument/2006/relationships/slide" Target="slides/slide47.xml"/><Relationship Id="rId114" Type="http://schemas.openxmlformats.org/officeDocument/2006/relationships/slide" Target="slides/slide112.xml"/><Relationship Id="rId119" Type="http://schemas.openxmlformats.org/officeDocument/2006/relationships/font" Target="fonts/font2.fntdata"/><Relationship Id="rId44" Type="http://schemas.openxmlformats.org/officeDocument/2006/relationships/slide" Target="slides/slide42.xml"/><Relationship Id="rId60" Type="http://schemas.openxmlformats.org/officeDocument/2006/relationships/slide" Target="slides/slide58.xml"/><Relationship Id="rId65" Type="http://schemas.openxmlformats.org/officeDocument/2006/relationships/slide" Target="slides/slide63.xml"/><Relationship Id="rId81" Type="http://schemas.openxmlformats.org/officeDocument/2006/relationships/slide" Target="slides/slide79.xml"/><Relationship Id="rId86" Type="http://schemas.openxmlformats.org/officeDocument/2006/relationships/slide" Target="slides/slide84.xml"/><Relationship Id="rId130" Type="http://schemas.openxmlformats.org/officeDocument/2006/relationships/font" Target="fonts/font13.fntdata"/><Relationship Id="rId135" Type="http://schemas.openxmlformats.org/officeDocument/2006/relationships/font" Target="fonts/font18.fntdata"/><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109" Type="http://schemas.openxmlformats.org/officeDocument/2006/relationships/slide" Target="slides/slide10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97" Type="http://schemas.openxmlformats.org/officeDocument/2006/relationships/slide" Target="slides/slide95.xml"/><Relationship Id="rId104" Type="http://schemas.openxmlformats.org/officeDocument/2006/relationships/slide" Target="slides/slide102.xml"/><Relationship Id="rId120" Type="http://schemas.openxmlformats.org/officeDocument/2006/relationships/font" Target="fonts/font3.fntdata"/><Relationship Id="rId125" Type="http://schemas.openxmlformats.org/officeDocument/2006/relationships/font" Target="fonts/font8.fntdata"/><Relationship Id="rId141" Type="http://schemas.openxmlformats.org/officeDocument/2006/relationships/font" Target="fonts/font24.fntdata"/><Relationship Id="rId146" Type="http://schemas.openxmlformats.org/officeDocument/2006/relationships/presProps" Target="presProps.xml"/><Relationship Id="rId7" Type="http://schemas.openxmlformats.org/officeDocument/2006/relationships/slide" Target="slides/slide5.xml"/><Relationship Id="rId71" Type="http://schemas.openxmlformats.org/officeDocument/2006/relationships/slide" Target="slides/slide69.xml"/><Relationship Id="rId92" Type="http://schemas.openxmlformats.org/officeDocument/2006/relationships/slide" Target="slides/slide90.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 Id="rId87" Type="http://schemas.openxmlformats.org/officeDocument/2006/relationships/slide" Target="slides/slide85.xml"/><Relationship Id="rId110" Type="http://schemas.openxmlformats.org/officeDocument/2006/relationships/slide" Target="slides/slide108.xml"/><Relationship Id="rId115" Type="http://schemas.openxmlformats.org/officeDocument/2006/relationships/slide" Target="slides/slide113.xml"/><Relationship Id="rId131" Type="http://schemas.openxmlformats.org/officeDocument/2006/relationships/font" Target="fonts/font14.fntdata"/><Relationship Id="rId136" Type="http://schemas.openxmlformats.org/officeDocument/2006/relationships/font" Target="fonts/font19.fntdata"/><Relationship Id="rId61" Type="http://schemas.openxmlformats.org/officeDocument/2006/relationships/slide" Target="slides/slide59.xml"/><Relationship Id="rId82" Type="http://schemas.openxmlformats.org/officeDocument/2006/relationships/slide" Target="slides/slide80.xml"/><Relationship Id="rId19" Type="http://schemas.openxmlformats.org/officeDocument/2006/relationships/slide" Target="slides/slide17.xml"/><Relationship Id="rId14" Type="http://schemas.openxmlformats.org/officeDocument/2006/relationships/slide" Target="slides/slide12.xml"/><Relationship Id="rId30" Type="http://schemas.openxmlformats.org/officeDocument/2006/relationships/slide" Target="slides/slide28.xml"/><Relationship Id="rId35" Type="http://schemas.openxmlformats.org/officeDocument/2006/relationships/slide" Target="slides/slide33.xml"/><Relationship Id="rId56" Type="http://schemas.openxmlformats.org/officeDocument/2006/relationships/slide" Target="slides/slide54.xml"/><Relationship Id="rId77" Type="http://schemas.openxmlformats.org/officeDocument/2006/relationships/slide" Target="slides/slide75.xml"/><Relationship Id="rId100" Type="http://schemas.openxmlformats.org/officeDocument/2006/relationships/slide" Target="slides/slide98.xml"/><Relationship Id="rId105" Type="http://schemas.openxmlformats.org/officeDocument/2006/relationships/slide" Target="slides/slide103.xml"/><Relationship Id="rId126" Type="http://schemas.openxmlformats.org/officeDocument/2006/relationships/font" Target="fonts/font9.fntdata"/><Relationship Id="rId147" Type="http://schemas.openxmlformats.org/officeDocument/2006/relationships/viewProps" Target="viewProps.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93" Type="http://schemas.openxmlformats.org/officeDocument/2006/relationships/slide" Target="slides/slide91.xml"/><Relationship Id="rId98" Type="http://schemas.openxmlformats.org/officeDocument/2006/relationships/slide" Target="slides/slide96.xml"/><Relationship Id="rId121" Type="http://schemas.openxmlformats.org/officeDocument/2006/relationships/font" Target="fonts/font4.fntdata"/><Relationship Id="rId142" Type="http://schemas.openxmlformats.org/officeDocument/2006/relationships/font" Target="fonts/font25.fntdata"/><Relationship Id="rId3" Type="http://schemas.openxmlformats.org/officeDocument/2006/relationships/slide" Target="slides/slide1.xml"/><Relationship Id="rId25" Type="http://schemas.openxmlformats.org/officeDocument/2006/relationships/slide" Target="slides/slide23.xml"/><Relationship Id="rId46" Type="http://schemas.openxmlformats.org/officeDocument/2006/relationships/slide" Target="slides/slide44.xml"/><Relationship Id="rId67" Type="http://schemas.openxmlformats.org/officeDocument/2006/relationships/slide" Target="slides/slide65.xml"/><Relationship Id="rId116" Type="http://schemas.openxmlformats.org/officeDocument/2006/relationships/slide" Target="slides/slide114.xml"/><Relationship Id="rId137" Type="http://schemas.openxmlformats.org/officeDocument/2006/relationships/font" Target="fonts/font20.fntdata"/><Relationship Id="rId20" Type="http://schemas.openxmlformats.org/officeDocument/2006/relationships/slide" Target="slides/slide18.xml"/><Relationship Id="rId41" Type="http://schemas.openxmlformats.org/officeDocument/2006/relationships/slide" Target="slides/slide39.xml"/><Relationship Id="rId62" Type="http://schemas.openxmlformats.org/officeDocument/2006/relationships/slide" Target="slides/slide60.xml"/><Relationship Id="rId83" Type="http://schemas.openxmlformats.org/officeDocument/2006/relationships/slide" Target="slides/slide81.xml"/><Relationship Id="rId88" Type="http://schemas.openxmlformats.org/officeDocument/2006/relationships/slide" Target="slides/slide86.xml"/><Relationship Id="rId111" Type="http://schemas.openxmlformats.org/officeDocument/2006/relationships/slide" Target="slides/slide109.xml"/><Relationship Id="rId132" Type="http://schemas.openxmlformats.org/officeDocument/2006/relationships/font" Target="fonts/font15.fntdata"/><Relationship Id="rId15" Type="http://schemas.openxmlformats.org/officeDocument/2006/relationships/slide" Target="slides/slide13.xml"/><Relationship Id="rId36" Type="http://schemas.openxmlformats.org/officeDocument/2006/relationships/slide" Target="slides/slide34.xml"/><Relationship Id="rId57" Type="http://schemas.openxmlformats.org/officeDocument/2006/relationships/slide" Target="slides/slide55.xml"/><Relationship Id="rId106" Type="http://schemas.openxmlformats.org/officeDocument/2006/relationships/slide" Target="slides/slide104.xml"/><Relationship Id="rId127" Type="http://schemas.openxmlformats.org/officeDocument/2006/relationships/font" Target="fonts/font10.fntdata"/><Relationship Id="rId10" Type="http://schemas.openxmlformats.org/officeDocument/2006/relationships/slide" Target="slides/slide8.xml"/><Relationship Id="rId31" Type="http://schemas.openxmlformats.org/officeDocument/2006/relationships/slide" Target="slides/slide29.xml"/><Relationship Id="rId52" Type="http://schemas.openxmlformats.org/officeDocument/2006/relationships/slide" Target="slides/slide50.xml"/><Relationship Id="rId73" Type="http://schemas.openxmlformats.org/officeDocument/2006/relationships/slide" Target="slides/slide71.xml"/><Relationship Id="rId78" Type="http://schemas.openxmlformats.org/officeDocument/2006/relationships/slide" Target="slides/slide76.xml"/><Relationship Id="rId94" Type="http://schemas.openxmlformats.org/officeDocument/2006/relationships/slide" Target="slides/slide92.xml"/><Relationship Id="rId99" Type="http://schemas.openxmlformats.org/officeDocument/2006/relationships/slide" Target="slides/slide97.xml"/><Relationship Id="rId101" Type="http://schemas.openxmlformats.org/officeDocument/2006/relationships/slide" Target="slides/slide99.xml"/><Relationship Id="rId122" Type="http://schemas.openxmlformats.org/officeDocument/2006/relationships/font" Target="fonts/font5.fntdata"/><Relationship Id="rId143" Type="http://schemas.openxmlformats.org/officeDocument/2006/relationships/font" Target="fonts/font26.fntdata"/><Relationship Id="rId148"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26" Type="http://schemas.openxmlformats.org/officeDocument/2006/relationships/slide" Target="slides/slide24.xml"/><Relationship Id="rId47" Type="http://schemas.openxmlformats.org/officeDocument/2006/relationships/slide" Target="slides/slide45.xml"/><Relationship Id="rId68" Type="http://schemas.openxmlformats.org/officeDocument/2006/relationships/slide" Target="slides/slide66.xml"/><Relationship Id="rId89" Type="http://schemas.openxmlformats.org/officeDocument/2006/relationships/slide" Target="slides/slide87.xml"/><Relationship Id="rId112" Type="http://schemas.openxmlformats.org/officeDocument/2006/relationships/slide" Target="slides/slide110.xml"/><Relationship Id="rId133" Type="http://schemas.openxmlformats.org/officeDocument/2006/relationships/font" Target="fonts/font16.fntdata"/><Relationship Id="rId16" Type="http://schemas.openxmlformats.org/officeDocument/2006/relationships/slide" Target="slides/slide14.xml"/><Relationship Id="rId37" Type="http://schemas.openxmlformats.org/officeDocument/2006/relationships/slide" Target="slides/slide35.xml"/><Relationship Id="rId58" Type="http://schemas.openxmlformats.org/officeDocument/2006/relationships/slide" Target="slides/slide56.xml"/><Relationship Id="rId79" Type="http://schemas.openxmlformats.org/officeDocument/2006/relationships/slide" Target="slides/slide77.xml"/><Relationship Id="rId102" Type="http://schemas.openxmlformats.org/officeDocument/2006/relationships/slide" Target="slides/slide100.xml"/><Relationship Id="rId123" Type="http://schemas.openxmlformats.org/officeDocument/2006/relationships/font" Target="fonts/font6.fntdata"/><Relationship Id="rId144" Type="http://schemas.openxmlformats.org/officeDocument/2006/relationships/font" Target="fonts/font27.fntdata"/><Relationship Id="rId90" Type="http://schemas.openxmlformats.org/officeDocument/2006/relationships/slide" Target="slides/slide8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3" Type="http://schemas.openxmlformats.org/officeDocument/2006/relationships/hyperlink" Target="https://camunda.com/brand/" TargetMode="External"/><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3" Type="http://schemas.openxmlformats.org/officeDocument/2006/relationships/hyperlink" Target="https://www.dropbox.com/scl/fi/6rn4cmitfaqzecmk4ak0m/CAMUNDA-20250221-CEO-Jacob-Freund.mp4?rlkey=qaefh4r7l48t592egnc8fmtf2&amp;e=2&amp;dl=0" TargetMode="External"/><Relationship Id="rId2" Type="http://schemas.openxmlformats.org/officeDocument/2006/relationships/slide" Target="../slides/slide6.xml"/><Relationship Id="rId1" Type="http://schemas.openxmlformats.org/officeDocument/2006/relationships/notesMaster" Target="../notesMasters/notesMaster1.xml"/><Relationship Id="rId4" Type="http://schemas.openxmlformats.org/officeDocument/2006/relationships/hyperlink" Target="https://docs.google.com/presentation/d/1FjWU7EBkIIXP0Uy09Jh-zt4WKOG-_ga9Ox4oEkHSmkA/edit#slide=id.g31c78472231_0_2948" TargetMode="Externa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3" Type="http://schemas.openxmlformats.org/officeDocument/2006/relationships/hyperlink" Target="https://www.reuters.com/business/over-40-agentic-ai-projects-will-be-scrapped-by-2027-gartner-says-2025-06-25/" TargetMode="External"/><Relationship Id="rId7" Type="http://schemas.openxmlformats.org/officeDocument/2006/relationships/hyperlink" Target="https://www.gartner.com/en/newsroom/press-releases/2025-06-25-gartner-predicts-over-40-percent-of-agentic-ai-projects-will-be-canceled-by-end-of-2027" TargetMode="External"/><Relationship Id="rId2" Type="http://schemas.openxmlformats.org/officeDocument/2006/relationships/slide" Target="../slides/slide14.xml"/><Relationship Id="rId1" Type="http://schemas.openxmlformats.org/officeDocument/2006/relationships/notesMaster" Target="../notesMasters/notesMaster1.xml"/><Relationship Id="rId6" Type="http://schemas.openxmlformats.org/officeDocument/2006/relationships/hyperlink" Target="http://reuters.com" TargetMode="External"/><Relationship Id="rId5" Type="http://schemas.openxmlformats.org/officeDocument/2006/relationships/hyperlink" Target="https://www.deloitte.com/us/en/insights/topics/digital-transformation/four-emerging-categories-of-gen-ai-risks.html" TargetMode="External"/><Relationship Id="rId4" Type="http://schemas.openxmlformats.org/officeDocument/2006/relationships/hyperlink" Target="https://www.mckinsey.com/capabilities/quantumblack/our-insights/the-state-of-ai-2024" TargetMode="External"/></Relationships>
</file>

<file path=ppt/notesSlides/_rels/notesSlide15.xml.rels><?xml version="1.0" encoding="UTF-8" standalone="yes"?>
<Relationships xmlns="http://schemas.openxmlformats.org/package/2006/relationships"><Relationship Id="rId3" Type="http://schemas.openxmlformats.org/officeDocument/2006/relationships/hyperlink" Target="https://www.accenture.com/us-en/insights/data-ai/front-runners-guide-scaling-ai" TargetMode="External"/><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3" Type="http://schemas.openxmlformats.org/officeDocument/2006/relationships/hyperlink" Target="https://camunda.com/brand/" TargetMode="External"/><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3" Type="http://schemas.openxmlformats.org/officeDocument/2006/relationships/hyperlink" Target="https://camunda.com/blog/2025/02/what-sets-camunda-apart/" TargetMode="External"/><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3" Type="http://schemas.openxmlformats.org/officeDocument/2006/relationships/hyperlink" Target="https://camunda.com/blog/2024/06/how-first-american-leverages-camunda/" TargetMode="External"/><Relationship Id="rId2" Type="http://schemas.openxmlformats.org/officeDocument/2006/relationships/slide" Target="../slides/slide40.xml"/><Relationship Id="rId1" Type="http://schemas.openxmlformats.org/officeDocument/2006/relationships/notesMaster" Target="../notesMasters/notesMaster1.xml"/><Relationship Id="rId6" Type="http://schemas.openxmlformats.org/officeDocument/2006/relationships/hyperlink" Target="https://camunda.com/blog/2023/06/architecture-connectors/" TargetMode="External"/><Relationship Id="rId5" Type="http://schemas.openxmlformats.org/officeDocument/2006/relationships/hyperlink" Target="https://camunda.com/blog/2025/01/composability-for-best-in-class-process-orchestration/" TargetMode="External"/><Relationship Id="rId4" Type="http://schemas.openxmlformats.org/officeDocument/2006/relationships/hyperlink" Target="https://camunda.com/blog/2024/07/why-composable-process-automation/" TargetMode="External"/></Relationships>
</file>

<file path=ppt/notesSlides/_rels/notesSlide41.xml.rels><?xml version="1.0" encoding="UTF-8" standalone="yes"?>
<Relationships xmlns="http://schemas.openxmlformats.org/package/2006/relationships"><Relationship Id="rId3" Type="http://schemas.openxmlformats.org/officeDocument/2006/relationships/hyperlink" Target="https://camunda.com/case-study/zalando/" TargetMode="External"/><Relationship Id="rId2" Type="http://schemas.openxmlformats.org/officeDocument/2006/relationships/slide" Target="../slides/slide41.xml"/><Relationship Id="rId1" Type="http://schemas.openxmlformats.org/officeDocument/2006/relationships/notesMaster" Target="../notesMasters/notesMaster1.xml"/><Relationship Id="rId4" Type="http://schemas.openxmlformats.org/officeDocument/2006/relationships/hyperlink" Target="https://camunda.com/zeebe/advanced-workflow-engine/" TargetMode="External"/></Relationships>
</file>

<file path=ppt/notesSlides/_rels/notesSlide42.xml.rels><?xml version="1.0" encoding="UTF-8" standalone="yes"?>
<Relationships xmlns="http://schemas.openxmlformats.org/package/2006/relationships"><Relationship Id="rId3" Type="http://schemas.openxmlformats.org/officeDocument/2006/relationships/hyperlink" Target="https://camunda.com/case-study/transforming-financial-services-solutions-with-bec/" TargetMode="External"/><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3" Type="http://schemas.openxmlformats.org/officeDocument/2006/relationships/hyperlink" Target="https://camunda.com/case-study/barclays/" TargetMode="External"/><Relationship Id="rId2" Type="http://schemas.openxmlformats.org/officeDocument/2006/relationships/slide" Target="../slides/slide43.xml"/><Relationship Id="rId1" Type="http://schemas.openxmlformats.org/officeDocument/2006/relationships/notesMaster" Target="../notesMasters/notesMaster1.xml"/><Relationship Id="rId5" Type="http://schemas.openxmlformats.org/officeDocument/2006/relationships/hyperlink" Target="https://camunda.com/zeebe/advanced-workflow-engine/" TargetMode="External"/><Relationship Id="rId4" Type="http://schemas.openxmlformats.org/officeDocument/2006/relationships/hyperlink" Target="https://camunda.com/blog/2024/08/scaling-workflow-engines-intuit-camunda-8-zeebe/" TargetMode="External"/></Relationships>
</file>

<file path=ppt/notesSlides/_rels/notesSlide44.xml.rels><?xml version="1.0" encoding="UTF-8" standalone="yes"?>
<Relationships xmlns="http://schemas.openxmlformats.org/package/2006/relationships"><Relationship Id="rId3" Type="http://schemas.openxmlformats.org/officeDocument/2006/relationships/hyperlink" Target="https://camunda.com/resources/leverage-ai-powered-automation/" TargetMode="External"/><Relationship Id="rId2" Type="http://schemas.openxmlformats.org/officeDocument/2006/relationships/slide" Target="../slides/slide44.xml"/><Relationship Id="rId1" Type="http://schemas.openxmlformats.org/officeDocument/2006/relationships/notesMaster" Target="../notesMasters/notesMaster1.xml"/><Relationship Id="rId5" Type="http://schemas.openxmlformats.org/officeDocument/2006/relationships/hyperlink" Target="https://camunda.com/agentic-orchestration/" TargetMode="External"/><Relationship Id="rId4" Type="http://schemas.openxmlformats.org/officeDocument/2006/relationships/hyperlink" Target="https://camunda.com/platform/ai-enabled-process-orchestration/" TargetMode="Externa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8" Type="http://schemas.openxmlformats.org/officeDocument/2006/relationships/hyperlink" Target="https://camunda.com/blog/2023/06/build-forms-faster-camunda-form-builder-generative-ai/" TargetMode="External"/><Relationship Id="rId3" Type="http://schemas.openxmlformats.org/officeDocument/2006/relationships/hyperlink" Target="https://marketplace.camunda.com/en-US/listing?pl=3038&amp;scat=63914&amp;locale=en-US" TargetMode="External"/><Relationship Id="rId7" Type="http://schemas.openxmlformats.org/officeDocument/2006/relationships/hyperlink" Target="https://docs.camunda.io/docs/8.7/components/modeler/web-modeler/advanced-modeling/refactoring-suggestions/" TargetMode="External"/><Relationship Id="rId12" Type="http://schemas.openxmlformats.org/officeDocument/2006/relationships/hyperlink" Target="https://confluence.camunda.com/display/HAN/AI+Glossary" TargetMode="External"/><Relationship Id="rId2" Type="http://schemas.openxmlformats.org/officeDocument/2006/relationships/slide" Target="../slides/slide47.xml"/><Relationship Id="rId1" Type="http://schemas.openxmlformats.org/officeDocument/2006/relationships/notesMaster" Target="../notesMasters/notesMaster1.xml"/><Relationship Id="rId6" Type="http://schemas.openxmlformats.org/officeDocument/2006/relationships/hyperlink" Target="https://docs.camunda.io/docs/next/components/early-access/alpha/feel-copilot/" TargetMode="External"/><Relationship Id="rId11" Type="http://schemas.openxmlformats.org/officeDocument/2006/relationships/hyperlink" Target="https://camunda.com/blog/2023/05/ai-powered-process-optimization-ml-ready-dataset/" TargetMode="External"/><Relationship Id="rId5" Type="http://schemas.openxmlformats.org/officeDocument/2006/relationships/hyperlink" Target="https://docs.camunda.io/docs/8.7/components/early-access/alpha/bpmn-copilot/" TargetMode="External"/><Relationship Id="rId10" Type="http://schemas.openxmlformats.org/officeDocument/2006/relationships/hyperlink" Target="https://docs.camunda.io/docs/8.7/components/modeler/bpmn/ad-hoc/" TargetMode="External"/><Relationship Id="rId4" Type="http://schemas.openxmlformats.org/officeDocument/2006/relationships/hyperlink" Target="https://marketplace.camunda.com/en-US/listing?pl=3082&amp;cat=107793&amp;page=1&amp;locale=en-US" TargetMode="External"/><Relationship Id="rId9" Type="http://schemas.openxmlformats.org/officeDocument/2006/relationships/hyperlink" Target="https://docs.camunda.io/docs/8.7/components/modeler/web-modeler/advanced-modeling/camunda-docs-ai/" TargetMode="Externa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3" Type="http://schemas.openxmlformats.org/officeDocument/2006/relationships/hyperlink" Target="https://camunda.com/platform/ai-enabled-process-orchestration/" TargetMode="External"/><Relationship Id="rId2" Type="http://schemas.openxmlformats.org/officeDocument/2006/relationships/slide" Target="../slides/slide59.xml"/><Relationship Id="rId1" Type="http://schemas.openxmlformats.org/officeDocument/2006/relationships/notesMaster" Target="../notesMasters/notesMaster1.xml"/><Relationship Id="rId5" Type="http://schemas.openxmlformats.org/officeDocument/2006/relationships/hyperlink" Target="https://camunda.com/blog/2025/02/operationalize-ai-deterministic-and-non-deterministic-process-orchestration/" TargetMode="External"/><Relationship Id="rId4" Type="http://schemas.openxmlformats.org/officeDocument/2006/relationships/hyperlink" Target="https://camunda.com/blog/2025/02/why-ai-agents-needs-orchestration/" TargetMode="Externa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3" Type="http://schemas.openxmlformats.org/officeDocument/2006/relationships/hyperlink" Target="https://camunda.com/blog/2023/06/architecture-connectors/" TargetMode="External"/><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3" Type="http://schemas.openxmlformats.org/officeDocument/2006/relationships/hyperlink" Target="https://camunda.com/trust-center/" TargetMode="External"/><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3" Type="http://schemas.openxmlformats.org/officeDocument/2006/relationships/hyperlink" Target="https://camunda.com/blog/2024/12/bt-group-openreach-simplify-operations/" TargetMode="External"/><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3" Type="http://schemas.openxmlformats.org/officeDocument/2006/relationships/hyperlink" Target="https://camunda.com/blog/2024/12/barclays-transforms-post-trade-settlements-camunda/" TargetMode="External"/><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3" Type="http://schemas.openxmlformats.org/officeDocument/2006/relationships/hyperlink" Target="https://camunda.com/blog/2024/08/scaling-workflow-engines-intuit-camunda-8-zeebe/" TargetMode="External"/><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3" Type="http://schemas.openxmlformats.org/officeDocument/2006/relationships/hyperlink" Target="https://camunda.com/blog/2024/07/why-composable-process-automation/" TargetMode="External"/><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3" Type="http://schemas.openxmlformats.org/officeDocument/2006/relationships/hyperlink" Target="https://camunda.com/zeebe/advanced-workflow-engine/" TargetMode="External"/><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8" Type="http://schemas.openxmlformats.org/officeDocument/2006/relationships/hyperlink" Target="https://camunda.com/developers/champions/" TargetMode="External"/><Relationship Id="rId3" Type="http://schemas.openxmlformats.org/officeDocument/2006/relationships/hyperlink" Target="https://community.camunda.com/" TargetMode="External"/><Relationship Id="rId7" Type="http://schemas.openxmlformats.org/officeDocument/2006/relationships/hyperlink" Target="https://github.com/camunda-community-hub" TargetMode="External"/><Relationship Id="rId2" Type="http://schemas.openxmlformats.org/officeDocument/2006/relationships/slide" Target="../slides/slide109.xml"/><Relationship Id="rId1" Type="http://schemas.openxmlformats.org/officeDocument/2006/relationships/notesMaster" Target="../notesMasters/notesMaster1.xml"/><Relationship Id="rId6" Type="http://schemas.openxmlformats.org/officeDocument/2006/relationships/hyperlink" Target="https://camunda.com/events/upcoming/?type=camunda-local" TargetMode="External"/><Relationship Id="rId5" Type="http://schemas.openxmlformats.org/officeDocument/2006/relationships/hyperlink" Target="https://camundacon.com" TargetMode="External"/><Relationship Id="rId10" Type="http://schemas.openxmlformats.org/officeDocument/2006/relationships/hyperlink" Target="https://camunda.com/common-good/" TargetMode="External"/><Relationship Id="rId4" Type="http://schemas.openxmlformats.org/officeDocument/2006/relationships/hyperlink" Target="https://forum.camunda.io/" TargetMode="External"/><Relationship Id="rId9" Type="http://schemas.openxmlformats.org/officeDocument/2006/relationships/hyperlink" Target="https://camunda.com/educationee/" TargetMode="Externa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3" Type="http://schemas.openxmlformats.org/officeDocument/2006/relationships/hyperlink" Target="https://camunda.com/platform/ai-enabled-process-orchestration/" TargetMode="External"/><Relationship Id="rId2" Type="http://schemas.openxmlformats.org/officeDocument/2006/relationships/slide" Target="../slides/slide114.xml"/><Relationship Id="rId1" Type="http://schemas.openxmlformats.org/officeDocument/2006/relationships/notesMaster" Target="../notesMasters/notesMaster1.xml"/><Relationship Id="rId6" Type="http://schemas.openxmlformats.org/officeDocument/2006/relationships/hyperlink" Target="https://camunda.com/blog/2025/02/building-ai-agent-camunda/" TargetMode="External"/><Relationship Id="rId5" Type="http://schemas.openxmlformats.org/officeDocument/2006/relationships/hyperlink" Target="https://camunda.com/blog/2025/02/operationalize-ai-deterministic-and-non-deterministic-process-orchestration/" TargetMode="External"/><Relationship Id="rId4" Type="http://schemas.openxmlformats.org/officeDocument/2006/relationships/hyperlink" Target="https://camunda.com/blog/2025/02/why-ai-agents-needs-orchestration/" TargetMode="Externa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45">
          <a:extLst>
            <a:ext uri="{FF2B5EF4-FFF2-40B4-BE49-F238E27FC236}">
              <a16:creationId xmlns:a16="http://schemas.microsoft.com/office/drawing/2014/main" id="{608EED9B-FDED-A381-E2C7-4F666ECE94AF}"/>
            </a:ext>
          </a:extLst>
        </p:cNvPr>
        <p:cNvGrpSpPr/>
        <p:nvPr/>
      </p:nvGrpSpPr>
      <p:grpSpPr>
        <a:xfrm>
          <a:off x="0" y="0"/>
          <a:ext cx="0" cy="0"/>
          <a:chOff x="0" y="0"/>
          <a:chExt cx="0" cy="0"/>
        </a:xfrm>
      </p:grpSpPr>
      <p:sp>
        <p:nvSpPr>
          <p:cNvPr id="5846" name="Google Shape;5846;g37d18846cd4_0_0:notes">
            <a:extLst>
              <a:ext uri="{FF2B5EF4-FFF2-40B4-BE49-F238E27FC236}">
                <a16:creationId xmlns:a16="http://schemas.microsoft.com/office/drawing/2014/main" id="{713E4A6F-D0EB-F434-6936-24227D198A1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47" name="Google Shape;5847;g37d18846cd4_0_0:notes">
            <a:extLst>
              <a:ext uri="{FF2B5EF4-FFF2-40B4-BE49-F238E27FC236}">
                <a16:creationId xmlns:a16="http://schemas.microsoft.com/office/drawing/2014/main" id="{9548B39B-2CF5-EA76-AA3B-1F70A1801AA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76656555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80"/>
        <p:cNvGrpSpPr/>
        <p:nvPr/>
      </p:nvGrpSpPr>
      <p:grpSpPr>
        <a:xfrm>
          <a:off x="0" y="0"/>
          <a:ext cx="0" cy="0"/>
          <a:chOff x="0" y="0"/>
          <a:chExt cx="0" cy="0"/>
        </a:xfrm>
      </p:grpSpPr>
      <p:sp>
        <p:nvSpPr>
          <p:cNvPr id="1781" name="Google Shape;1781;g2e6daf00a10_0_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82" name="Google Shape;1782;g2e6daf00a10_0_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Why Partner with Camunda?  This speaks to the the strategic importance as to why the partner is investing in Camunda. </a:t>
            </a:r>
            <a:endParaRPr/>
          </a:p>
          <a:p>
            <a:pPr marL="0" lvl="0" indent="0" algn="l" rtl="0">
              <a:spcBef>
                <a:spcPts val="0"/>
              </a:spcBef>
              <a:spcAft>
                <a:spcPts val="0"/>
              </a:spcAft>
              <a:buNone/>
            </a:pPr>
            <a:r>
              <a:rPr lang="en"/>
              <a:t>What customer value do we drive with Camunda?  ROI outcomes</a:t>
            </a:r>
            <a:endParaRPr/>
          </a:p>
          <a:p>
            <a:pPr marL="0" lvl="0" indent="0" algn="l" rtl="0">
              <a:spcBef>
                <a:spcPts val="0"/>
              </a:spcBef>
              <a:spcAft>
                <a:spcPts val="0"/>
              </a:spcAft>
              <a:buNone/>
            </a:pPr>
            <a:r>
              <a:rPr lang="en"/>
              <a:t>Why is Camunda a superior technology ?</a:t>
            </a:r>
            <a:endParaRPr/>
          </a:p>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1"/>
        <p:cNvGrpSpPr/>
        <p:nvPr/>
      </p:nvGrpSpPr>
      <p:grpSpPr>
        <a:xfrm>
          <a:off x="0" y="0"/>
          <a:ext cx="0" cy="0"/>
          <a:chOff x="0" y="0"/>
          <a:chExt cx="0" cy="0"/>
        </a:xfrm>
      </p:grpSpPr>
      <p:sp>
        <p:nvSpPr>
          <p:cNvPr id="1792" name="Google Shape;1792;g2e6daf00a10_0_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93" name="Google Shape;1793;g2e6daf00a10_0_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solidFill>
                  <a:schemeClr val="dk1"/>
                </a:solidFill>
              </a:rPr>
              <a:t>The latest version of the Camunda company description can be found at </a:t>
            </a:r>
            <a:r>
              <a:rPr lang="en" u="sng">
                <a:solidFill>
                  <a:schemeClr val="dk1"/>
                </a:solidFill>
                <a:hlinkClick r:id="rId3">
                  <a:extLst>
                    <a:ext uri="{A12FA001-AC4F-418D-AE19-62706E023703}">
                      <ahyp:hlinkClr xmlns:ahyp="http://schemas.microsoft.com/office/drawing/2018/hyperlinkcolor" val="tx"/>
                    </a:ext>
                  </a:extLst>
                </a:hlinkClick>
              </a:rPr>
              <a:t>https://camunda.com/brand/</a:t>
            </a:r>
            <a:r>
              <a:rPr lang="en">
                <a:solidFill>
                  <a:schemeClr val="dk1"/>
                </a:solidFill>
              </a:rPr>
              <a:t> </a:t>
            </a:r>
            <a:endParaRPr>
              <a:solidFill>
                <a:schemeClr val="dk1"/>
              </a:solidFill>
            </a:endParaRPr>
          </a:p>
          <a:p>
            <a:pPr marL="0" lvl="0" indent="0" algn="l" rtl="0">
              <a:spcBef>
                <a:spcPts val="0"/>
              </a:spcBef>
              <a:spcAft>
                <a:spcPts val="0"/>
              </a:spcAft>
              <a:buNone/>
            </a:pPr>
            <a:endParaRPr>
              <a:solidFill>
                <a:schemeClr val="dk1"/>
              </a:solidFill>
            </a:endParaRPr>
          </a:p>
          <a:p>
            <a:pPr marL="0" lvl="0" indent="0" algn="l" rtl="0">
              <a:spcBef>
                <a:spcPts val="0"/>
              </a:spcBef>
              <a:spcAft>
                <a:spcPts val="0"/>
              </a:spcAft>
              <a:buNone/>
            </a:pPr>
            <a:r>
              <a:rPr lang="en">
                <a:solidFill>
                  <a:schemeClr val="dk1"/>
                </a:solidFill>
              </a:rPr>
              <a:t>Correct as of September 9, 2025</a:t>
            </a:r>
            <a:endParaRPr>
              <a:solidFill>
                <a:schemeClr val="dk1"/>
              </a:solidFill>
            </a:endParaRPr>
          </a:p>
          <a:p>
            <a:pPr marL="0" lvl="0" indent="0" algn="l" rtl="0">
              <a:spcBef>
                <a:spcPts val="0"/>
              </a:spcBef>
              <a:spcAft>
                <a:spcPts val="0"/>
              </a:spcAft>
              <a:buNone/>
            </a:pPr>
            <a:endParaRPr>
              <a:solidFill>
                <a:schemeClr val="dk1"/>
              </a:solidFill>
            </a:endParaRPr>
          </a:p>
          <a:p>
            <a:pPr marL="0" lvl="0" indent="0" algn="l" rtl="0">
              <a:spcBef>
                <a:spcPts val="0"/>
              </a:spcBef>
              <a:spcAft>
                <a:spcPts val="0"/>
              </a:spcAft>
              <a:buClr>
                <a:schemeClr val="dk1"/>
              </a:buClr>
              <a:buSzPts val="1100"/>
              <a:buFont typeface="Arial"/>
              <a:buNone/>
            </a:pPr>
            <a:r>
              <a:rPr lang="en" sz="3250">
                <a:solidFill>
                  <a:schemeClr val="dk1"/>
                </a:solidFill>
              </a:rPr>
              <a:t>English version</a:t>
            </a:r>
            <a:endParaRPr sz="3250">
              <a:solidFill>
                <a:schemeClr val="dk1"/>
              </a:solidFill>
            </a:endParaRPr>
          </a:p>
          <a:p>
            <a:pPr marL="0" lvl="0" indent="0" algn="l" rtl="0">
              <a:lnSpc>
                <a:spcPct val="155000"/>
              </a:lnSpc>
              <a:spcBef>
                <a:spcPts val="0"/>
              </a:spcBef>
              <a:spcAft>
                <a:spcPts val="0"/>
              </a:spcAft>
              <a:buClr>
                <a:schemeClr val="dk1"/>
              </a:buClr>
              <a:buSzPts val="1100"/>
              <a:buFont typeface="Arial"/>
              <a:buNone/>
            </a:pPr>
            <a:r>
              <a:rPr lang="en" sz="1200">
                <a:solidFill>
                  <a:schemeClr val="dk1"/>
                </a:solidFill>
              </a:rPr>
              <a:t>About Camunda</a:t>
            </a:r>
            <a:endParaRPr sz="1200">
              <a:solidFill>
                <a:schemeClr val="dk1"/>
              </a:solidFill>
            </a:endParaRPr>
          </a:p>
          <a:p>
            <a:pPr marL="0" lvl="0" indent="0" algn="l" rtl="0">
              <a:lnSpc>
                <a:spcPct val="155000"/>
              </a:lnSpc>
              <a:spcBef>
                <a:spcPts val="900"/>
              </a:spcBef>
              <a:spcAft>
                <a:spcPts val="0"/>
              </a:spcAft>
              <a:buClr>
                <a:schemeClr val="dk1"/>
              </a:buClr>
              <a:buSzPts val="1100"/>
              <a:buFont typeface="Arial"/>
              <a:buNone/>
            </a:pPr>
            <a:r>
              <a:rPr lang="en" sz="1200">
                <a:solidFill>
                  <a:schemeClr val="dk1"/>
                </a:solidFill>
              </a:rPr>
              <a:t>Camunda enables organizations to orchestrate and automate processes across people, systems, and devices to continuously overcome complexity, increase efficiency, and fully operationalize AI. Built for business and IT, Camunda’s leading orchestration and automation platform executes any process at the required speed and scale to remain competitive without compromising security, governance, or innovation. Over 700 companies across all industries, including Atlassian, ING, and Vodafone, trust Camunda with the design, orchestration, automation, and improvement of their business-critical processes to accelerate digital transformation. To learn more, visit camunda.com.</a:t>
            </a:r>
            <a:endParaRPr sz="1200">
              <a:solidFill>
                <a:schemeClr val="dk1"/>
              </a:solidFill>
            </a:endParaRPr>
          </a:p>
          <a:p>
            <a:pPr marL="0" lvl="0" indent="0" algn="l" rtl="0">
              <a:spcBef>
                <a:spcPts val="2400"/>
              </a:spcBef>
              <a:spcAft>
                <a:spcPts val="0"/>
              </a:spcAft>
              <a:buClr>
                <a:schemeClr val="dk1"/>
              </a:buClr>
              <a:buSzPts val="1100"/>
              <a:buFont typeface="Arial"/>
              <a:buNone/>
            </a:pPr>
            <a:r>
              <a:rPr lang="en" sz="3250">
                <a:solidFill>
                  <a:schemeClr val="dk1"/>
                </a:solidFill>
              </a:rPr>
              <a:t>German version</a:t>
            </a:r>
            <a:endParaRPr sz="3250">
              <a:solidFill>
                <a:schemeClr val="dk1"/>
              </a:solidFill>
            </a:endParaRPr>
          </a:p>
          <a:p>
            <a:pPr marL="0" lvl="0" indent="0" algn="l" rtl="0">
              <a:lnSpc>
                <a:spcPct val="155000"/>
              </a:lnSpc>
              <a:spcBef>
                <a:spcPts val="0"/>
              </a:spcBef>
              <a:spcAft>
                <a:spcPts val="0"/>
              </a:spcAft>
              <a:buClr>
                <a:schemeClr val="dk1"/>
              </a:buClr>
              <a:buSzPts val="1100"/>
              <a:buFont typeface="Arial"/>
              <a:buNone/>
            </a:pPr>
            <a:r>
              <a:rPr lang="en" sz="1200">
                <a:solidFill>
                  <a:schemeClr val="dk1"/>
                </a:solidFill>
              </a:rPr>
              <a:t> Über Camunda</a:t>
            </a:r>
            <a:endParaRPr sz="1200">
              <a:solidFill>
                <a:schemeClr val="dk1"/>
              </a:solidFill>
            </a:endParaRPr>
          </a:p>
          <a:p>
            <a:pPr marL="0" lvl="0" indent="0" algn="l" rtl="0">
              <a:lnSpc>
                <a:spcPct val="155000"/>
              </a:lnSpc>
              <a:spcBef>
                <a:spcPts val="900"/>
              </a:spcBef>
              <a:spcAft>
                <a:spcPts val="0"/>
              </a:spcAft>
              <a:buClr>
                <a:schemeClr val="dk1"/>
              </a:buClr>
              <a:buSzPts val="1100"/>
              <a:buFont typeface="Arial"/>
              <a:buNone/>
            </a:pPr>
            <a:r>
              <a:rPr lang="en" sz="1200">
                <a:solidFill>
                  <a:schemeClr val="dk1"/>
                </a:solidFill>
              </a:rPr>
              <a:t>Camunda ermöglicht es Unternehmen, ihre Prozesse über Menschen, Systeme und Geräte hinweg zu orchestrieren und zu automatisieren. So lassen sich Komplexität bewältigen, Effizienz steigern und auch KI vollständig operationalisieren. Camundas führende Orchestrierungs- und Automatisierungsplattform wurde gleichermaßen für Fach- und IT-Abteilungen entwickelt. Sie führt jeden Prozess mit der nötigen Geschwindigkeit und Skalierbarkeit aus, um wettbewerbsfähig zu bleiben – und das ohne Kompromisse bei Sicherheit, Governance oder Innovation. Über 700 Unternehmen aller Branchen, darunter Atlassian, ING und Vodafone, vertrauen zur Orchestrierung, Automatisierung und Optimierung ihrer geschäftskritischen Prozesse auf Camunda, um ihre digitale Transformation zu beschleunigen. Weitere Informationen finden Sie unter camunda.de.</a:t>
            </a:r>
            <a:endParaRPr sz="1200">
              <a:solidFill>
                <a:schemeClr val="dk1"/>
              </a:solidFill>
            </a:endParaRPr>
          </a:p>
          <a:p>
            <a:pPr marL="0" lvl="0" indent="0" algn="l" rtl="0">
              <a:spcBef>
                <a:spcPts val="2400"/>
              </a:spcBef>
              <a:spcAft>
                <a:spcPts val="0"/>
              </a:spcAft>
              <a:buClr>
                <a:schemeClr val="dk1"/>
              </a:buClr>
              <a:buSzPts val="1100"/>
              <a:buFont typeface="Arial"/>
              <a:buNone/>
            </a:pPr>
            <a:r>
              <a:rPr lang="en" sz="3250">
                <a:solidFill>
                  <a:schemeClr val="dk1"/>
                </a:solidFill>
              </a:rPr>
              <a:t>French version</a:t>
            </a:r>
            <a:endParaRPr sz="3250">
              <a:solidFill>
                <a:schemeClr val="dk1"/>
              </a:solidFill>
            </a:endParaRPr>
          </a:p>
          <a:p>
            <a:pPr marL="0" lvl="0" indent="0" algn="l" rtl="0">
              <a:lnSpc>
                <a:spcPct val="155000"/>
              </a:lnSpc>
              <a:spcBef>
                <a:spcPts val="0"/>
              </a:spcBef>
              <a:spcAft>
                <a:spcPts val="0"/>
              </a:spcAft>
              <a:buClr>
                <a:schemeClr val="dk1"/>
              </a:buClr>
              <a:buSzPts val="1100"/>
              <a:buFont typeface="Arial"/>
              <a:buNone/>
            </a:pPr>
            <a:r>
              <a:rPr lang="en" sz="1200">
                <a:solidFill>
                  <a:schemeClr val="dk1"/>
                </a:solidFill>
              </a:rPr>
              <a:t>À propos de Camunda</a:t>
            </a:r>
            <a:endParaRPr sz="1200">
              <a:solidFill>
                <a:schemeClr val="dk1"/>
              </a:solidFill>
            </a:endParaRPr>
          </a:p>
          <a:p>
            <a:pPr marL="0" lvl="0" indent="0" algn="l" rtl="0">
              <a:lnSpc>
                <a:spcPct val="155000"/>
              </a:lnSpc>
              <a:spcBef>
                <a:spcPts val="900"/>
              </a:spcBef>
              <a:spcAft>
                <a:spcPts val="0"/>
              </a:spcAft>
              <a:buClr>
                <a:schemeClr val="dk1"/>
              </a:buClr>
              <a:buSzPts val="1100"/>
              <a:buFont typeface="Arial"/>
              <a:buNone/>
            </a:pPr>
            <a:r>
              <a:rPr lang="en" sz="1200">
                <a:solidFill>
                  <a:schemeClr val="dk1"/>
                </a:solidFill>
              </a:rPr>
              <a:t>Camunda permet aux entreprises d’orchestrer et d’automatiser les processus impliquant personnes, systèmes et appareils afin de maîtriser durablement la complexité opérationnelle, accroître l’efficacité et exploiter tout le potentiel de l’IA. Conçue pour les équipes métier et les services informatiques, la plateforme d’orchestration et d’automatisation de Camunda permet d’exécuter tous types de processus, avec la rapidité et l’échelle requises pour améliorer la compétitivité, tout en garantissant sécurité, gouvernance et innovation. Plus de 700 entreprises leaders de leurs secteurs, telles que Atlassian, Decathlon, EDF et Vodafone, font confiance à Camunda pour concevoir, orchestrer, automatiser et optimiser leurs processus critiques, accélérant ainsi leur transformation digitale. Pour en savoir plus, consultez camunda.com.</a:t>
            </a:r>
            <a:endParaRPr sz="1200">
              <a:solidFill>
                <a:schemeClr val="dk1"/>
              </a:solidFill>
            </a:endParaRPr>
          </a:p>
          <a:p>
            <a:pPr marL="0" lvl="0" indent="0" algn="l" rtl="0">
              <a:spcBef>
                <a:spcPts val="900"/>
              </a:spcBef>
              <a:spcAft>
                <a:spcPts val="0"/>
              </a:spcAft>
              <a:buNone/>
            </a:pPr>
            <a:endParaRPr>
              <a:solidFill>
                <a:schemeClr val="dk1"/>
              </a:solidFil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03"/>
        <p:cNvGrpSpPr/>
        <p:nvPr/>
      </p:nvGrpSpPr>
      <p:grpSpPr>
        <a:xfrm>
          <a:off x="0" y="0"/>
          <a:ext cx="0" cy="0"/>
          <a:chOff x="0" y="0"/>
          <a:chExt cx="0" cy="0"/>
        </a:xfrm>
      </p:grpSpPr>
      <p:sp>
        <p:nvSpPr>
          <p:cNvPr id="1804" name="Google Shape;1804;g2e6daf00a10_0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05" name="Google Shape;1805;g2e6daf00a10_0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10"/>
        <p:cNvGrpSpPr/>
        <p:nvPr/>
      </p:nvGrpSpPr>
      <p:grpSpPr>
        <a:xfrm>
          <a:off x="0" y="0"/>
          <a:ext cx="0" cy="0"/>
          <a:chOff x="0" y="0"/>
          <a:chExt cx="0" cy="0"/>
        </a:xfrm>
      </p:grpSpPr>
      <p:sp>
        <p:nvSpPr>
          <p:cNvPr id="1811" name="Google Shape;1811;g2e6daf00a10_0_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12" name="Google Shape;1812;g2e6daf00a10_0_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298450" algn="l" rtl="0">
              <a:spcBef>
                <a:spcPts val="0"/>
              </a:spcBef>
              <a:spcAft>
                <a:spcPts val="0"/>
              </a:spcAft>
              <a:buSzPts val="1100"/>
              <a:buChar char="●"/>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26"/>
        <p:cNvGrpSpPr/>
        <p:nvPr/>
      </p:nvGrpSpPr>
      <p:grpSpPr>
        <a:xfrm>
          <a:off x="0" y="0"/>
          <a:ext cx="0" cy="0"/>
          <a:chOff x="0" y="0"/>
          <a:chExt cx="0" cy="0"/>
        </a:xfrm>
      </p:grpSpPr>
      <p:sp>
        <p:nvSpPr>
          <p:cNvPr id="1827" name="Google Shape;1827;g37d1274bff4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28" name="Google Shape;1828;g37d1274bff4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0" algn="l" rtl="0">
              <a:spcBef>
                <a:spcPts val="0"/>
              </a:spcBef>
              <a:spcAft>
                <a:spcPts val="0"/>
              </a:spcAft>
              <a:buClr>
                <a:schemeClr val="dk1"/>
              </a:buClr>
              <a:buSzPts val="1100"/>
              <a:buFont typeface="Arial"/>
              <a:buNone/>
            </a:pPr>
            <a:endParaRPr>
              <a:solidFill>
                <a:schemeClr val="dk1"/>
              </a:solidFill>
              <a:latin typeface="IBM Plex Sans"/>
              <a:ea typeface="IBM Plex Sans"/>
              <a:cs typeface="IBM Plex Sans"/>
              <a:sym typeface="IBM Plex Sans"/>
            </a:endParaRPr>
          </a:p>
          <a:p>
            <a:pPr marL="457200" lvl="0" indent="0" algn="l" rtl="0">
              <a:spcBef>
                <a:spcPts val="0"/>
              </a:spcBef>
              <a:spcAft>
                <a:spcPts val="0"/>
              </a:spcAft>
              <a:buClr>
                <a:schemeClr val="dk1"/>
              </a:buClr>
              <a:buSzPts val="1100"/>
              <a:buFont typeface="Arial"/>
              <a:buNone/>
            </a:pPr>
            <a:r>
              <a:rPr lang="en">
                <a:solidFill>
                  <a:schemeClr val="dk1"/>
                </a:solidFill>
                <a:latin typeface="IBM Plex Sans"/>
                <a:ea typeface="IBM Plex Sans"/>
                <a:cs typeface="IBM Plex Sans"/>
                <a:sym typeface="IBM Plex Sans"/>
              </a:rPr>
              <a:t>View Jakob pitching our strategic narrative at CLocal </a:t>
            </a:r>
            <a:r>
              <a:rPr lang="en" u="sng">
                <a:solidFill>
                  <a:schemeClr val="hlink"/>
                </a:solidFill>
                <a:latin typeface="IBM Plex Sans"/>
                <a:ea typeface="IBM Plex Sans"/>
                <a:cs typeface="IBM Plex Sans"/>
                <a:sym typeface="IBM Plex Sans"/>
                <a:hlinkClick r:id="rId3"/>
              </a:rPr>
              <a:t>HERE</a:t>
            </a:r>
            <a:endParaRPr>
              <a:solidFill>
                <a:schemeClr val="dk1"/>
              </a:solidFill>
              <a:latin typeface="IBM Plex Sans"/>
              <a:ea typeface="IBM Plex Sans"/>
              <a:cs typeface="IBM Plex Sans"/>
              <a:sym typeface="IBM Plex Sans"/>
            </a:endParaRPr>
          </a:p>
          <a:p>
            <a:pPr marL="457200" lvl="0" indent="0" algn="l" rtl="0">
              <a:spcBef>
                <a:spcPts val="0"/>
              </a:spcBef>
              <a:spcAft>
                <a:spcPts val="0"/>
              </a:spcAft>
              <a:buClr>
                <a:schemeClr val="dk1"/>
              </a:buClr>
              <a:buSzPts val="1100"/>
              <a:buFont typeface="Arial"/>
              <a:buNone/>
            </a:pPr>
            <a:endParaRPr>
              <a:solidFill>
                <a:schemeClr val="dk1"/>
              </a:solidFill>
              <a:latin typeface="IBM Plex Sans"/>
              <a:ea typeface="IBM Plex Sans"/>
              <a:cs typeface="IBM Plex Sans"/>
              <a:sym typeface="IBM Plex Sans"/>
            </a:endParaRPr>
          </a:p>
          <a:p>
            <a:pPr marL="457200" lvl="0" indent="0" algn="l" rtl="0">
              <a:spcBef>
                <a:spcPts val="0"/>
              </a:spcBef>
              <a:spcAft>
                <a:spcPts val="0"/>
              </a:spcAft>
              <a:buClr>
                <a:schemeClr val="dk1"/>
              </a:buClr>
              <a:buSzPts val="1100"/>
              <a:buFont typeface="Arial"/>
              <a:buNone/>
            </a:pPr>
            <a:endParaRPr>
              <a:solidFill>
                <a:schemeClr val="dk1"/>
              </a:solidFill>
              <a:latin typeface="IBM Plex Sans"/>
              <a:ea typeface="IBM Plex Sans"/>
              <a:cs typeface="IBM Plex Sans"/>
              <a:sym typeface="IBM Plex Sans"/>
            </a:endParaRPr>
          </a:p>
          <a:p>
            <a:pPr marL="457200" lvl="0" indent="0" algn="l" rtl="0">
              <a:spcBef>
                <a:spcPts val="0"/>
              </a:spcBef>
              <a:spcAft>
                <a:spcPts val="0"/>
              </a:spcAft>
              <a:buClr>
                <a:schemeClr val="dk1"/>
              </a:buClr>
              <a:buSzPts val="1100"/>
              <a:buFont typeface="Arial"/>
              <a:buNone/>
            </a:pPr>
            <a:r>
              <a:rPr lang="en">
                <a:solidFill>
                  <a:schemeClr val="dk1"/>
                </a:solidFill>
                <a:latin typeface="IBM Plex Sans"/>
                <a:ea typeface="IBM Plex Sans"/>
                <a:cs typeface="IBM Plex Sans"/>
                <a:sym typeface="IBM Plex Sans"/>
              </a:rPr>
              <a:t>Archived </a:t>
            </a:r>
            <a:r>
              <a:rPr lang="en" u="sng">
                <a:solidFill>
                  <a:schemeClr val="hlink"/>
                </a:solidFill>
                <a:latin typeface="IBM Plex Sans"/>
                <a:ea typeface="IBM Plex Sans"/>
                <a:cs typeface="IBM Plex Sans"/>
                <a:sym typeface="IBM Plex Sans"/>
                <a:hlinkClick r:id="rId4"/>
              </a:rPr>
              <a:t>slides</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36"/>
        <p:cNvGrpSpPr/>
        <p:nvPr/>
      </p:nvGrpSpPr>
      <p:grpSpPr>
        <a:xfrm>
          <a:off x="0" y="0"/>
          <a:ext cx="0" cy="0"/>
          <a:chOff x="0" y="0"/>
          <a:chExt cx="0" cy="0"/>
        </a:xfrm>
      </p:grpSpPr>
      <p:sp>
        <p:nvSpPr>
          <p:cNvPr id="1837" name="Google Shape;1837;g37d1274bff4_0_3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38" name="Google Shape;1838;g37d1274bff4_0_3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The pain of CIOs pressured to Add AI everywhere and drowning in 30+ PoCs across different domains, LOBs</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4"/>
        <p:cNvGrpSpPr/>
        <p:nvPr/>
      </p:nvGrpSpPr>
      <p:grpSpPr>
        <a:xfrm>
          <a:off x="0" y="0"/>
          <a:ext cx="0" cy="0"/>
          <a:chOff x="0" y="0"/>
          <a:chExt cx="0" cy="0"/>
        </a:xfrm>
      </p:grpSpPr>
      <p:sp>
        <p:nvSpPr>
          <p:cNvPr id="1845" name="Google Shape;1845;g37d1274bff4_0_4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846" name="Google Shape;1846;g37d1274bff4_0_4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marR="101600" lvl="0" indent="0" algn="l" rtl="0">
              <a:lnSpc>
                <a:spcPct val="115000"/>
              </a:lnSpc>
              <a:spcBef>
                <a:spcPts val="0"/>
              </a:spcBef>
              <a:spcAft>
                <a:spcPts val="0"/>
              </a:spcAft>
              <a:buClr>
                <a:schemeClr val="dk1"/>
              </a:buClr>
              <a:buSzPts val="1100"/>
              <a:buFont typeface="Arial"/>
              <a:buNone/>
            </a:pPr>
            <a:r>
              <a:rPr lang="en">
                <a:solidFill>
                  <a:schemeClr val="dk1"/>
                </a:solidFill>
                <a:latin typeface="IBM Plex Sans"/>
                <a:ea typeface="IBM Plex Sans"/>
                <a:cs typeface="IBM Plex Sans"/>
                <a:sym typeface="IBM Plex Sans"/>
              </a:rPr>
              <a:t>The speed of technology change isn’t something I’ve experienced in decades </a:t>
            </a:r>
            <a:endParaRPr>
              <a:solidFill>
                <a:schemeClr val="dk1"/>
              </a:solidFill>
              <a:latin typeface="IBM Plex Sans"/>
              <a:ea typeface="IBM Plex Sans"/>
              <a:cs typeface="IBM Plex Sans"/>
              <a:sym typeface="IBM Plex Sans"/>
            </a:endParaRPr>
          </a:p>
          <a:p>
            <a:pPr marL="0" marR="101600" lvl="0" indent="0" algn="l" rtl="0">
              <a:lnSpc>
                <a:spcPct val="115000"/>
              </a:lnSpc>
              <a:spcBef>
                <a:spcPts val="0"/>
              </a:spcBef>
              <a:spcAft>
                <a:spcPts val="0"/>
              </a:spcAft>
              <a:buNone/>
            </a:pPr>
            <a:r>
              <a:rPr lang="en">
                <a:solidFill>
                  <a:schemeClr val="dk1"/>
                </a:solidFill>
                <a:latin typeface="IBM Plex Sans"/>
                <a:ea typeface="IBM Plex Sans"/>
                <a:cs typeface="IBM Plex Sans"/>
                <a:sym typeface="IBM Plex Sans"/>
              </a:rPr>
              <a:t>Nearly every week we see a new model, framework or Agentic tool released. </a:t>
            </a:r>
            <a:endParaRPr>
              <a:solidFill>
                <a:schemeClr val="dk1"/>
              </a:solidFill>
              <a:latin typeface="IBM Plex Sans"/>
              <a:ea typeface="IBM Plex Sans"/>
              <a:cs typeface="IBM Plex Sans"/>
              <a:sym typeface="IBM Plex Sans"/>
            </a:endParaRPr>
          </a:p>
          <a:p>
            <a:pPr marL="0" marR="101600" lvl="0" indent="0" algn="l" rtl="0">
              <a:lnSpc>
                <a:spcPct val="115000"/>
              </a:lnSpc>
              <a:spcBef>
                <a:spcPts val="0"/>
              </a:spcBef>
              <a:spcAft>
                <a:spcPts val="0"/>
              </a:spcAft>
              <a:buClr>
                <a:schemeClr val="dk1"/>
              </a:buClr>
              <a:buSzPts val="1100"/>
              <a:buFont typeface="Arial"/>
              <a:buNone/>
            </a:pPr>
            <a:endParaRPr>
              <a:solidFill>
                <a:schemeClr val="dk1"/>
              </a:solidFill>
              <a:latin typeface="IBM Plex Sans"/>
              <a:ea typeface="IBM Plex Sans"/>
              <a:cs typeface="IBM Plex Sans"/>
              <a:sym typeface="IBM Plex Sans"/>
            </a:endParaRPr>
          </a:p>
          <a:p>
            <a:pPr marL="0" marR="101600" lvl="0" indent="0" algn="l" rtl="0">
              <a:lnSpc>
                <a:spcPct val="115000"/>
              </a:lnSpc>
              <a:spcBef>
                <a:spcPts val="0"/>
              </a:spcBef>
              <a:spcAft>
                <a:spcPts val="0"/>
              </a:spcAft>
              <a:buNone/>
            </a:pPr>
            <a:r>
              <a:rPr lang="en">
                <a:latin typeface="IBM Plex Sans"/>
                <a:ea typeface="IBM Plex Sans"/>
                <a:cs typeface="IBM Plex Sans"/>
                <a:sym typeface="IBM Plex Sans"/>
              </a:rPr>
              <a:t>84% of leaders don’t think they’ll achieve growth goals without scaling AI</a:t>
            </a:r>
            <a:endParaRPr>
              <a:latin typeface="IBM Plex Sans"/>
              <a:ea typeface="IBM Plex Sans"/>
              <a:cs typeface="IBM Plex Sans"/>
              <a:sym typeface="IBM Plex Sans"/>
            </a:endParaRPr>
          </a:p>
          <a:p>
            <a:pPr marL="0" marR="101600" lvl="0" indent="0" algn="l" rtl="0">
              <a:lnSpc>
                <a:spcPct val="115000"/>
              </a:lnSpc>
              <a:spcBef>
                <a:spcPts val="0"/>
              </a:spcBef>
              <a:spcAft>
                <a:spcPts val="0"/>
              </a:spcAft>
              <a:buNone/>
            </a:pPr>
            <a:endParaRPr>
              <a:latin typeface="IBM Plex Sans"/>
              <a:ea typeface="IBM Plex Sans"/>
              <a:cs typeface="IBM Plex Sans"/>
              <a:sym typeface="IBM Plex Sans"/>
            </a:endParaRPr>
          </a:p>
          <a:p>
            <a:pPr marL="0" marR="101600" lvl="0" indent="0" algn="l" rtl="0">
              <a:lnSpc>
                <a:spcPct val="115000"/>
              </a:lnSpc>
              <a:spcBef>
                <a:spcPts val="0"/>
              </a:spcBef>
              <a:spcAft>
                <a:spcPts val="0"/>
              </a:spcAft>
              <a:buNone/>
            </a:pPr>
            <a:r>
              <a:rPr lang="en">
                <a:latin typeface="IBM Plex Sans"/>
                <a:ea typeface="IBM Plex Sans"/>
                <a:cs typeface="IBM Plex Sans"/>
                <a:sym typeface="IBM Plex Sans"/>
              </a:rPr>
              <a:t>The boardroom pressure is there. Every meeting they want to know “What you’re doing with AI”</a:t>
            </a:r>
            <a:endParaRPr>
              <a:latin typeface="IBM Plex Sans"/>
              <a:ea typeface="IBM Plex Sans"/>
              <a:cs typeface="IBM Plex Sans"/>
              <a:sym typeface="IBM Plex Sans"/>
            </a:endParaRPr>
          </a:p>
          <a:p>
            <a:pPr marL="0" marR="101600" lvl="0" indent="0" algn="l" rtl="0">
              <a:lnSpc>
                <a:spcPct val="115000"/>
              </a:lnSpc>
              <a:spcBef>
                <a:spcPts val="0"/>
              </a:spcBef>
              <a:spcAft>
                <a:spcPts val="0"/>
              </a:spcAft>
              <a:buNone/>
            </a:pPr>
            <a:endParaRPr>
              <a:latin typeface="IBM Plex Sans"/>
              <a:ea typeface="IBM Plex Sans"/>
              <a:cs typeface="IBM Plex Sans"/>
              <a:sym typeface="IBM Plex Sans"/>
            </a:endParaRPr>
          </a:p>
          <a:p>
            <a:pPr marL="457200" marR="101600" lvl="0" indent="-298450" algn="l" rtl="0">
              <a:lnSpc>
                <a:spcPct val="115000"/>
              </a:lnSpc>
              <a:spcBef>
                <a:spcPts val="0"/>
              </a:spcBef>
              <a:spcAft>
                <a:spcPts val="0"/>
              </a:spcAft>
              <a:buClr>
                <a:schemeClr val="dk1"/>
              </a:buClr>
              <a:buSzPts val="1100"/>
              <a:buFont typeface="IBM Plex Sans"/>
              <a:buChar char="●"/>
            </a:pPr>
            <a:r>
              <a:rPr lang="en">
                <a:latin typeface="IBM Plex Sans"/>
                <a:ea typeface="IBM Plex Sans"/>
                <a:cs typeface="IBM Plex Sans"/>
                <a:sym typeface="IBM Plex Sans"/>
              </a:rPr>
              <a:t>Majority of executives are trying to embrace AI and build an agent-infused workforce</a:t>
            </a:r>
            <a:endParaRPr>
              <a:latin typeface="IBM Plex Sans"/>
              <a:ea typeface="IBM Plex Sans"/>
              <a:cs typeface="IBM Plex Sans"/>
              <a:sym typeface="IBM Plex Sans"/>
            </a:endParaRPr>
          </a:p>
          <a:p>
            <a:pPr marL="457200" marR="101600" lvl="0" indent="-298450" algn="l" rtl="0">
              <a:lnSpc>
                <a:spcPct val="115000"/>
              </a:lnSpc>
              <a:spcBef>
                <a:spcPts val="0"/>
              </a:spcBef>
              <a:spcAft>
                <a:spcPts val="0"/>
              </a:spcAft>
              <a:buClr>
                <a:schemeClr val="dk1"/>
              </a:buClr>
              <a:buSzPts val="1100"/>
              <a:buFont typeface="IBM Plex Sans"/>
              <a:buChar char="●"/>
            </a:pPr>
            <a:r>
              <a:rPr lang="en">
                <a:latin typeface="IBM Plex Sans"/>
                <a:ea typeface="IBM Plex Sans"/>
                <a:cs typeface="IBM Plex Sans"/>
                <a:sym typeface="IBM Plex Sans"/>
              </a:rPr>
              <a:t>While AI isn’t new, this new variety is forcing everyone to completely rethink how they’ve built and automated processes</a:t>
            </a:r>
            <a:endParaRPr>
              <a:latin typeface="IBM Plex Sans"/>
              <a:ea typeface="IBM Plex Sans"/>
              <a:cs typeface="IBM Plex Sans"/>
              <a:sym typeface="IBM Plex Sans"/>
            </a:endParaRPr>
          </a:p>
        </p:txBody>
      </p:sp>
      <p:sp>
        <p:nvSpPr>
          <p:cNvPr id="1847" name="Google Shape;1847;g37d1274bff4_0_4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800"/>
              <a:buFont typeface="Arial"/>
              <a:buNone/>
            </a:pPr>
            <a:fld id="{00000000-1234-1234-1234-123412341234}" type="slidenum">
              <a:rPr lang="en"/>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5"/>
        <p:cNvGrpSpPr/>
        <p:nvPr/>
      </p:nvGrpSpPr>
      <p:grpSpPr>
        <a:xfrm>
          <a:off x="0" y="0"/>
          <a:ext cx="0" cy="0"/>
          <a:chOff x="0" y="0"/>
          <a:chExt cx="0" cy="0"/>
        </a:xfrm>
      </p:grpSpPr>
      <p:sp>
        <p:nvSpPr>
          <p:cNvPr id="1856" name="Google Shape;1856;g37d1274bff4_0_5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57" name="Google Shape;1857;g37d1274bff4_0_5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i="1"/>
              <a:t>[GUIDANCE]</a:t>
            </a:r>
            <a:endParaRPr i="1"/>
          </a:p>
          <a:p>
            <a:pPr marL="0" lvl="0" indent="0" algn="l" rtl="0">
              <a:spcBef>
                <a:spcPts val="0"/>
              </a:spcBef>
              <a:spcAft>
                <a:spcPts val="0"/>
              </a:spcAft>
              <a:buNone/>
            </a:pPr>
            <a:r>
              <a:rPr lang="en" i="1"/>
              <a:t>Use this slide if the conversation needs to reinforce PO&amp;A foundation before transitioning to latest tech development with Agentic AI</a:t>
            </a:r>
            <a:endParaRPr i="1"/>
          </a:p>
          <a:p>
            <a:pPr marL="0" lvl="0" indent="0" algn="l" rtl="0">
              <a:spcBef>
                <a:spcPts val="0"/>
              </a:spcBef>
              <a:spcAft>
                <a:spcPts val="0"/>
              </a:spcAft>
              <a:buNone/>
            </a:pPr>
            <a:br>
              <a:rPr lang="en"/>
            </a:br>
            <a:r>
              <a:rPr lang="en"/>
              <a:t>[Talk Track]</a:t>
            </a:r>
            <a:endParaRPr/>
          </a:p>
          <a:p>
            <a:pPr marL="0" lvl="0" indent="0" algn="l" rtl="0">
              <a:spcBef>
                <a:spcPts val="0"/>
              </a:spcBef>
              <a:spcAft>
                <a:spcPts val="0"/>
              </a:spcAft>
              <a:buNone/>
            </a:pPr>
            <a:r>
              <a:rPr lang="en"/>
              <a:t>Historically BPMN was used to achieve a high degree of automation and consistent operations.</a:t>
            </a:r>
            <a:endParaRPr/>
          </a:p>
          <a:p>
            <a:pPr marL="0" lvl="0" indent="0" algn="l" rtl="0">
              <a:spcBef>
                <a:spcPts val="0"/>
              </a:spcBef>
              <a:spcAft>
                <a:spcPts val="0"/>
              </a:spcAft>
              <a:buNone/>
            </a:pPr>
            <a:r>
              <a:rPr lang="en"/>
              <a:t>This is where traditional automation shines when things need to happen in a very predictable and repeatable way.</a:t>
            </a:r>
            <a:endParaRPr/>
          </a:p>
          <a:p>
            <a:pPr marL="0" lvl="0" indent="0" algn="l" rtl="0">
              <a:spcBef>
                <a:spcPts val="0"/>
              </a:spcBef>
              <a:spcAft>
                <a:spcPts val="0"/>
              </a:spcAft>
              <a:buNone/>
            </a:pPr>
            <a:endParaRPr/>
          </a:p>
          <a:p>
            <a:pPr marL="0" lvl="0" indent="0" algn="l" rtl="0">
              <a:spcBef>
                <a:spcPts val="0"/>
              </a:spcBef>
              <a:spcAft>
                <a:spcPts val="0"/>
              </a:spcAft>
              <a:buNone/>
            </a:pPr>
            <a:r>
              <a:rPr lang="en"/>
              <a:t>Now AI has opened up a new world of possibilities for handling dynamic process flows.</a:t>
            </a:r>
            <a:endParaRPr/>
          </a:p>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1"/>
        <p:cNvGrpSpPr/>
        <p:nvPr/>
      </p:nvGrpSpPr>
      <p:grpSpPr>
        <a:xfrm>
          <a:off x="0" y="0"/>
          <a:ext cx="0" cy="0"/>
          <a:chOff x="0" y="0"/>
          <a:chExt cx="0" cy="0"/>
        </a:xfrm>
      </p:grpSpPr>
      <p:sp>
        <p:nvSpPr>
          <p:cNvPr id="1872" name="Google Shape;1872;g37d1274bff4_0_6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73" name="Google Shape;1873;g37d1274bff4_0_6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Each advance in AI was revolutionary at the time, boosting accuracy and efficiency.</a:t>
            </a:r>
            <a:endParaRPr/>
          </a:p>
          <a:p>
            <a:pPr marL="0" lvl="0" indent="0" algn="l" rtl="0">
              <a:spcBef>
                <a:spcPts val="0"/>
              </a:spcBef>
              <a:spcAft>
                <a:spcPts val="0"/>
              </a:spcAft>
              <a:buNone/>
            </a:pPr>
            <a:r>
              <a:rPr lang="en"/>
              <a:t>But humans were still needed for many complex tasks where things weren’t clear or a process needed to follow an unbreakable set of rules.</a:t>
            </a:r>
            <a:endParaRPr/>
          </a:p>
          <a:p>
            <a:pPr marL="0" lvl="0" indent="0" algn="l" rtl="0">
              <a:spcBef>
                <a:spcPts val="0"/>
              </a:spcBef>
              <a:spcAft>
                <a:spcPts val="0"/>
              </a:spcAft>
              <a:buNone/>
            </a:pPr>
            <a:endParaRPr/>
          </a:p>
          <a:p>
            <a:pPr marL="0" lvl="0" indent="0" algn="l" rtl="0">
              <a:spcBef>
                <a:spcPts val="0"/>
              </a:spcBef>
              <a:spcAft>
                <a:spcPts val="0"/>
              </a:spcAft>
              <a:buNone/>
            </a:pPr>
            <a:r>
              <a:rPr lang="en"/>
              <a:t>Agentic AI is changing all that. Now Agents can interact dynamically and handle complex cases. </a:t>
            </a:r>
            <a:endParaRPr/>
          </a:p>
          <a:p>
            <a:pPr marL="0" lvl="0" indent="0" algn="l" rtl="0">
              <a:spcBef>
                <a:spcPts val="0"/>
              </a:spcBef>
              <a:spcAft>
                <a:spcPts val="0"/>
              </a:spcAft>
              <a:buNone/>
            </a:pPr>
            <a:r>
              <a:rPr lang="en"/>
              <a:t>But with this brings added complexity and risk. Left without control, can introduce unneeded risk and complexity.</a:t>
            </a:r>
            <a:endParaRPr/>
          </a:p>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None/>
            </a:pPr>
            <a:r>
              <a:rPr lang="en"/>
              <a:t>With how fast everything is changing, it’s not surprising there’s lots of confusion in the space in what is the difference between AI agents, chatbots, and agentic AI</a:t>
            </a:r>
            <a:endParaRPr/>
          </a:p>
          <a:p>
            <a:pPr marL="0" lvl="0" indent="0" algn="l" rtl="0">
              <a:spcBef>
                <a:spcPts val="0"/>
              </a:spcBef>
              <a:spcAft>
                <a:spcPts val="0"/>
              </a:spcAft>
              <a:buNone/>
            </a:pPr>
            <a:r>
              <a:rPr lang="en"/>
              <a:t>Let’s set a baseline definition so we all understand. [CLICK]</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94"/>
        <p:cNvGrpSpPr/>
        <p:nvPr/>
      </p:nvGrpSpPr>
      <p:grpSpPr>
        <a:xfrm>
          <a:off x="0" y="0"/>
          <a:ext cx="0" cy="0"/>
          <a:chOff x="0" y="0"/>
          <a:chExt cx="0" cy="0"/>
        </a:xfrm>
      </p:grpSpPr>
      <p:sp>
        <p:nvSpPr>
          <p:cNvPr id="1895" name="Google Shape;1895;g37d1274bff4_0_9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96" name="Google Shape;1896;g37d1274bff4_0_9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solidFill>
                  <a:schemeClr val="dk1"/>
                </a:solidFill>
              </a:rPr>
              <a:t>There are many definitions but the market has formed a definition around core criteria</a:t>
            </a:r>
            <a:endParaRPr>
              <a:solidFill>
                <a:schemeClr val="dk1"/>
              </a:solidFill>
            </a:endParaRPr>
          </a:p>
          <a:p>
            <a:pPr marL="0" lvl="0" indent="0" algn="l" rtl="0">
              <a:spcBef>
                <a:spcPts val="0"/>
              </a:spcBef>
              <a:spcAft>
                <a:spcPts val="0"/>
              </a:spcAft>
              <a:buClr>
                <a:schemeClr val="dk1"/>
              </a:buClr>
              <a:buSzPts val="1100"/>
              <a:buFont typeface="Arial"/>
              <a:buNone/>
            </a:pP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The key here is taking action with increasing levels of autonomy.</a:t>
            </a:r>
            <a:br>
              <a:rPr lang="en">
                <a:solidFill>
                  <a:schemeClr val="dk1"/>
                </a:solidFill>
              </a:rPr>
            </a:br>
            <a:r>
              <a:rPr lang="en">
                <a:solidFill>
                  <a:schemeClr val="dk1"/>
                </a:solidFill>
              </a:rPr>
              <a:t>While AI agents can help with simple repetitive tasks (much like RPA did), Agentic AI now makes it possible to create a digital workforce. </a:t>
            </a: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They can work together, agents with agents – and humans – together in an E2E process.</a:t>
            </a:r>
            <a:br>
              <a:rPr lang="en">
                <a:solidFill>
                  <a:schemeClr val="dk1"/>
                </a:solidFill>
              </a:rPr>
            </a:br>
            <a:br>
              <a:rPr lang="en">
                <a:solidFill>
                  <a:schemeClr val="dk1"/>
                </a:solidFill>
              </a:rPr>
            </a:br>
            <a:r>
              <a:rPr lang="en">
                <a:solidFill>
                  <a:schemeClr val="dk1"/>
                </a:solidFill>
              </a:rPr>
              <a:t>Achieving this level of sophistication needs a careful blend of classical, deterministic process flows, along with new, dynamic abilities.</a:t>
            </a:r>
            <a:br>
              <a:rPr lang="en">
                <a:solidFill>
                  <a:schemeClr val="dk1"/>
                </a:solidFill>
              </a:rPr>
            </a:br>
            <a:r>
              <a:rPr lang="en">
                <a:solidFill>
                  <a:schemeClr val="dk1"/>
                </a:solidFill>
              </a:rPr>
              <a:t>To accomplish this, you need [CLICK]</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0"/>
        <p:cNvGrpSpPr/>
        <p:nvPr/>
      </p:nvGrpSpPr>
      <p:grpSpPr>
        <a:xfrm>
          <a:off x="0" y="0"/>
          <a:ext cx="0" cy="0"/>
          <a:chOff x="0" y="0"/>
          <a:chExt cx="0" cy="0"/>
        </a:xfrm>
      </p:grpSpPr>
      <p:sp>
        <p:nvSpPr>
          <p:cNvPr id="1971" name="Google Shape;1971;g37d1274bff4_0_16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972" name="Google Shape;1972;g37d1274bff4_0_16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None/>
            </a:pPr>
            <a:r>
              <a:rPr lang="en"/>
              <a:t>Agentic Orchestration Transition to Explanation</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1"/>
        <p:cNvGrpSpPr/>
        <p:nvPr/>
      </p:nvGrpSpPr>
      <p:grpSpPr>
        <a:xfrm>
          <a:off x="0" y="0"/>
          <a:ext cx="0" cy="0"/>
          <a:chOff x="0" y="0"/>
          <a:chExt cx="0" cy="0"/>
        </a:xfrm>
      </p:grpSpPr>
      <p:sp>
        <p:nvSpPr>
          <p:cNvPr id="1982" name="Google Shape;1982;g37d1274bff4_0_17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83" name="Google Shape;1983;g37d1274bff4_0_17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1 min</a:t>
            </a:r>
            <a:endParaRPr/>
          </a:p>
          <a:p>
            <a:pPr marL="457200" lvl="0" indent="-298450" algn="l" rtl="0">
              <a:spcBef>
                <a:spcPts val="0"/>
              </a:spcBef>
              <a:spcAft>
                <a:spcPts val="0"/>
              </a:spcAft>
              <a:buSzPts val="1100"/>
              <a:buChar char="●"/>
            </a:pPr>
            <a:r>
              <a:rPr lang="en"/>
              <a:t>[summarize slide bullets]</a:t>
            </a:r>
            <a:endParaRPr/>
          </a:p>
          <a:p>
            <a:pPr marL="0" lvl="0" indent="0" algn="l" rtl="0">
              <a:spcBef>
                <a:spcPts val="0"/>
              </a:spcBef>
              <a:spcAft>
                <a:spcPts val="0"/>
              </a:spcAft>
              <a:buNone/>
            </a:pPr>
            <a:endParaRPr/>
          </a:p>
          <a:p>
            <a:pPr marL="0" lvl="0" indent="0" algn="l" rtl="0">
              <a:spcBef>
                <a:spcPts val="0"/>
              </a:spcBef>
              <a:spcAft>
                <a:spcPts val="0"/>
              </a:spcAft>
              <a:buNone/>
            </a:pPr>
            <a:r>
              <a:rPr lang="en" i="1"/>
              <a:t>At flexible foundation bullet;  reinforce:</a:t>
            </a:r>
            <a:endParaRPr i="1"/>
          </a:p>
          <a:p>
            <a:pPr marL="0" lvl="0" indent="0" algn="l" rtl="0">
              <a:spcBef>
                <a:spcPts val="0"/>
              </a:spcBef>
              <a:spcAft>
                <a:spcPts val="0"/>
              </a:spcAft>
              <a:buNone/>
            </a:pPr>
            <a:r>
              <a:rPr lang="en"/>
              <a:t>Technology is changing fast. The LLMs we’re using today are the worst we’ll ever experience.</a:t>
            </a:r>
            <a:endParaRPr/>
          </a:p>
          <a:p>
            <a:pPr marL="0" lvl="0" indent="0" algn="l" rtl="0">
              <a:spcBef>
                <a:spcPts val="0"/>
              </a:spcBef>
              <a:spcAft>
                <a:spcPts val="0"/>
              </a:spcAft>
              <a:buNone/>
            </a:pPr>
            <a:r>
              <a:rPr lang="en"/>
              <a:t>That’s how quick things change and organizations need to be able to adapt.</a:t>
            </a:r>
            <a:br>
              <a:rPr lang="en"/>
            </a:br>
            <a:br>
              <a:rPr lang="en"/>
            </a:br>
            <a:r>
              <a:rPr lang="en"/>
              <a:t>Processes you’ve tried to automate with minimal human oversight is now possible leading to better CX, lower costs to serve, and happier employees.</a:t>
            </a:r>
            <a:endParaRPr/>
          </a:p>
          <a:p>
            <a:pPr marL="0" lvl="0" indent="0" algn="l" rtl="0">
              <a:spcBef>
                <a:spcPts val="0"/>
              </a:spcBef>
              <a:spcAft>
                <a:spcPts val="0"/>
              </a:spcAft>
              <a:buNone/>
            </a:pPr>
            <a:r>
              <a:rPr lang="en"/>
              <a:t>Without compromising on policies, regulatory adherence.</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94"/>
        <p:cNvGrpSpPr/>
        <p:nvPr/>
      </p:nvGrpSpPr>
      <p:grpSpPr>
        <a:xfrm>
          <a:off x="0" y="0"/>
          <a:ext cx="0" cy="0"/>
          <a:chOff x="0" y="0"/>
          <a:chExt cx="0" cy="0"/>
        </a:xfrm>
      </p:grpSpPr>
      <p:sp>
        <p:nvSpPr>
          <p:cNvPr id="1995" name="Google Shape;1995;g37d1274bff4_0_18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96" name="Google Shape;1996;g37d1274bff4_0_18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Even with all the excitement around Agentic - PoCs are failing, and many orgs are learning that real-world agentic isn’t easy. (Gartner Stat)</a:t>
            </a:r>
            <a:br>
              <a:rPr lang="en"/>
            </a:br>
            <a:r>
              <a:rPr lang="en">
                <a:solidFill>
                  <a:schemeClr val="dk1"/>
                </a:solidFill>
              </a:rPr>
              <a:t>Failure isn’t because the tech doesn’t work. </a:t>
            </a:r>
            <a:r>
              <a:rPr lang="en"/>
              <a:t>I</a:t>
            </a:r>
            <a:r>
              <a:rPr lang="en">
                <a:solidFill>
                  <a:schemeClr val="dk1"/>
                </a:solidFill>
              </a:rPr>
              <a:t>t fails because it can be expensive, complicated, difficult to maintain, and often solving the wrong problem.</a:t>
            </a:r>
            <a:br>
              <a:rPr lang="en">
                <a:solidFill>
                  <a:schemeClr val="dk1"/>
                </a:solidFill>
              </a:rPr>
            </a:br>
            <a:br>
              <a:rPr lang="en">
                <a:solidFill>
                  <a:schemeClr val="dk1"/>
                </a:solidFill>
              </a:rPr>
            </a:br>
            <a:r>
              <a:rPr lang="en">
                <a:solidFill>
                  <a:schemeClr val="dk1"/>
                </a:solidFill>
              </a:rPr>
              <a:t>Legacy systems, fragmentation and incomplete data—all pose existential risks to agentic systems tasked with making autonomous decisions.</a:t>
            </a:r>
            <a:endParaRPr>
              <a:solidFill>
                <a:schemeClr val="dk1"/>
              </a:solidFill>
            </a:endParaRPr>
          </a:p>
          <a:p>
            <a:pPr marL="0" lvl="0" indent="0" algn="l" rtl="0">
              <a:spcBef>
                <a:spcPts val="0"/>
              </a:spcBef>
              <a:spcAft>
                <a:spcPts val="0"/>
              </a:spcAft>
              <a:buNone/>
            </a:pPr>
            <a:r>
              <a:rPr lang="en">
                <a:solidFill>
                  <a:schemeClr val="dk1"/>
                </a:solidFill>
              </a:rPr>
              <a:t>The complexity of critical, real-world business processes makes it difficult to implement agentic. </a:t>
            </a:r>
            <a:endParaRPr>
              <a:solidFill>
                <a:schemeClr val="dk1"/>
              </a:solidFill>
            </a:endParaRPr>
          </a:p>
          <a:p>
            <a:pPr marL="0" lvl="0" indent="0" algn="l" rtl="0">
              <a:spcBef>
                <a:spcPts val="0"/>
              </a:spcBef>
              <a:spcAft>
                <a:spcPts val="0"/>
              </a:spcAft>
              <a:buNone/>
            </a:pPr>
            <a:endParaRPr>
              <a:solidFill>
                <a:schemeClr val="dk1"/>
              </a:solidFill>
            </a:endParaRPr>
          </a:p>
          <a:p>
            <a:pPr marL="0" lvl="0" indent="0" algn="l" rtl="0">
              <a:spcBef>
                <a:spcPts val="0"/>
              </a:spcBef>
              <a:spcAft>
                <a:spcPts val="0"/>
              </a:spcAft>
              <a:buNone/>
            </a:pPr>
            <a:r>
              <a:rPr lang="en">
                <a:solidFill>
                  <a:schemeClr val="dk1"/>
                </a:solidFill>
              </a:rPr>
              <a:t>According to a recent study, 50% of CEOs report that rapid investment has resulted in disconnected technology; GenAI being the #1 contributor to Tech Debt.</a:t>
            </a:r>
            <a:endParaRPr>
              <a:solidFill>
                <a:schemeClr val="dk1"/>
              </a:solidFill>
            </a:endParaRPr>
          </a:p>
          <a:p>
            <a:pPr marL="0" lvl="0" indent="0" algn="l" rtl="0">
              <a:spcBef>
                <a:spcPts val="0"/>
              </a:spcBef>
              <a:spcAft>
                <a:spcPts val="0"/>
              </a:spcAft>
              <a:buNone/>
            </a:pPr>
            <a:endParaRPr>
              <a:solidFill>
                <a:schemeClr val="dk1"/>
              </a:solidFill>
            </a:endParaRPr>
          </a:p>
          <a:p>
            <a:pPr marL="0" lvl="0" indent="0" algn="l" rtl="0">
              <a:spcBef>
                <a:spcPts val="0"/>
              </a:spcBef>
              <a:spcAft>
                <a:spcPts val="0"/>
              </a:spcAft>
              <a:buNone/>
            </a:pPr>
            <a:r>
              <a:rPr lang="en">
                <a:solidFill>
                  <a:schemeClr val="dk1"/>
                </a:solidFill>
              </a:rPr>
              <a:t>Yet every board is asking “What are we doing with GenAI”.  </a:t>
            </a: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But you can’t just bolt on AI to a brittle tech stack or a broken process. [CLICK]</a:t>
            </a:r>
            <a:endParaRPr>
              <a:solidFill>
                <a:schemeClr val="dk1"/>
              </a:solidFill>
            </a:endParaRPr>
          </a:p>
          <a:p>
            <a:pPr marL="0" lvl="0" indent="0" algn="l" rtl="0">
              <a:spcBef>
                <a:spcPts val="0"/>
              </a:spcBef>
              <a:spcAft>
                <a:spcPts val="0"/>
              </a:spcAft>
              <a:buNone/>
            </a:pPr>
            <a:endParaRPr>
              <a:solidFill>
                <a:schemeClr val="dk1"/>
              </a:solidFill>
            </a:endParaRPr>
          </a:p>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None/>
            </a:pPr>
            <a:r>
              <a:rPr lang="en" b="1"/>
              <a:t>DIQs</a:t>
            </a:r>
            <a:br>
              <a:rPr lang="en"/>
            </a:br>
            <a:endParaRPr/>
          </a:p>
          <a:p>
            <a:pPr marL="0" lvl="0" indent="0" algn="l" rtl="0">
              <a:spcBef>
                <a:spcPts val="0"/>
              </a:spcBef>
              <a:spcAft>
                <a:spcPts val="0"/>
              </a:spcAft>
              <a:buNone/>
            </a:pPr>
            <a:r>
              <a:rPr lang="en" b="1"/>
              <a:t>Costs</a:t>
            </a:r>
            <a:endParaRPr b="1"/>
          </a:p>
          <a:p>
            <a:pPr marL="0" lvl="0" indent="0" algn="l" rtl="0">
              <a:spcBef>
                <a:spcPts val="0"/>
              </a:spcBef>
              <a:spcAft>
                <a:spcPts val="0"/>
              </a:spcAft>
              <a:buNone/>
            </a:pPr>
            <a:r>
              <a:rPr lang="en"/>
              <a:t>Which model for task?</a:t>
            </a:r>
            <a:endParaRPr/>
          </a:p>
          <a:p>
            <a:pPr marL="0" lvl="0" indent="0" algn="l" rtl="0">
              <a:spcBef>
                <a:spcPts val="0"/>
              </a:spcBef>
              <a:spcAft>
                <a:spcPts val="0"/>
              </a:spcAft>
              <a:buNone/>
            </a:pPr>
            <a:r>
              <a:rPr lang="en"/>
              <a:t>Is AI cheaper than Human?</a:t>
            </a:r>
            <a:endParaRPr/>
          </a:p>
          <a:p>
            <a:pPr marL="0" lvl="0" indent="0" algn="l" rtl="0">
              <a:spcBef>
                <a:spcPts val="0"/>
              </a:spcBef>
              <a:spcAft>
                <a:spcPts val="0"/>
              </a:spcAft>
              <a:buNone/>
            </a:pPr>
            <a:endParaRPr/>
          </a:p>
          <a:p>
            <a:pPr marL="0" lvl="0" indent="0" algn="l" rtl="0">
              <a:spcBef>
                <a:spcPts val="0"/>
              </a:spcBef>
              <a:spcAft>
                <a:spcPts val="0"/>
              </a:spcAft>
              <a:buNone/>
            </a:pPr>
            <a:r>
              <a:rPr lang="en" b="1"/>
              <a:t>Accuracy</a:t>
            </a:r>
            <a:endParaRPr b="1"/>
          </a:p>
          <a:p>
            <a:pPr marL="0" lvl="0" indent="0" algn="l" rtl="0">
              <a:spcBef>
                <a:spcPts val="0"/>
              </a:spcBef>
              <a:spcAft>
                <a:spcPts val="0"/>
              </a:spcAft>
              <a:buNone/>
            </a:pPr>
            <a:r>
              <a:rPr lang="en"/>
              <a:t>How correct is output?</a:t>
            </a:r>
            <a:endParaRPr/>
          </a:p>
          <a:p>
            <a:pPr marL="0" lvl="0" indent="0" algn="l" rtl="0">
              <a:spcBef>
                <a:spcPts val="0"/>
              </a:spcBef>
              <a:spcAft>
                <a:spcPts val="0"/>
              </a:spcAft>
              <a:buNone/>
            </a:pPr>
            <a:r>
              <a:rPr lang="en"/>
              <a:t>Does it follow policy?</a:t>
            </a:r>
            <a:endParaRPr/>
          </a:p>
          <a:p>
            <a:pPr marL="0" lvl="0" indent="0" algn="l" rtl="0">
              <a:spcBef>
                <a:spcPts val="0"/>
              </a:spcBef>
              <a:spcAft>
                <a:spcPts val="0"/>
              </a:spcAft>
              <a:buNone/>
            </a:pPr>
            <a:endParaRPr/>
          </a:p>
          <a:p>
            <a:pPr marL="0" lvl="0" indent="0" algn="l" rtl="0">
              <a:spcBef>
                <a:spcPts val="0"/>
              </a:spcBef>
              <a:spcAft>
                <a:spcPts val="0"/>
              </a:spcAft>
              <a:buNone/>
            </a:pPr>
            <a:r>
              <a:rPr lang="en" b="1"/>
              <a:t>Risk</a:t>
            </a:r>
            <a:endParaRPr b="1"/>
          </a:p>
          <a:p>
            <a:pPr marL="0" lvl="0" indent="0" algn="l" rtl="0">
              <a:spcBef>
                <a:spcPts val="0"/>
              </a:spcBef>
              <a:spcAft>
                <a:spcPts val="0"/>
              </a:spcAft>
              <a:buNone/>
            </a:pPr>
            <a:r>
              <a:rPr lang="en"/>
              <a:t>Is AI lowering cSAT?</a:t>
            </a:r>
            <a:endParaRPr/>
          </a:p>
          <a:p>
            <a:pPr marL="0" lvl="0" indent="0" algn="l" rtl="0">
              <a:spcBef>
                <a:spcPts val="0"/>
              </a:spcBef>
              <a:spcAft>
                <a:spcPts val="0"/>
              </a:spcAft>
              <a:buNone/>
            </a:pPr>
            <a:r>
              <a:rPr lang="en"/>
              <a:t>Did we break a regulation?</a:t>
            </a:r>
            <a:endParaRPr/>
          </a:p>
          <a:p>
            <a:pPr marL="0" lvl="0" indent="0" algn="l" rtl="0">
              <a:spcBef>
                <a:spcPts val="0"/>
              </a:spcBef>
              <a:spcAft>
                <a:spcPts val="0"/>
              </a:spcAft>
              <a:buNone/>
            </a:pPr>
            <a:endParaRPr/>
          </a:p>
          <a:p>
            <a:pPr marL="0" lvl="0" indent="0" algn="l" rtl="0">
              <a:spcBef>
                <a:spcPts val="0"/>
              </a:spcBef>
              <a:spcAft>
                <a:spcPts val="0"/>
              </a:spcAft>
              <a:buNone/>
            </a:pPr>
            <a:r>
              <a:rPr lang="en" b="1"/>
              <a:t>Fragmentation</a:t>
            </a:r>
            <a:endParaRPr b="1"/>
          </a:p>
          <a:p>
            <a:pPr marL="0" lvl="0" indent="0" algn="l" rtl="0">
              <a:spcBef>
                <a:spcPts val="0"/>
              </a:spcBef>
              <a:spcAft>
                <a:spcPts val="0"/>
              </a:spcAft>
              <a:buNone/>
            </a:pPr>
            <a:r>
              <a:rPr lang="en"/>
              <a:t>How can Agentic and legacy fit together?</a:t>
            </a:r>
            <a:endParaRPr/>
          </a:p>
          <a:p>
            <a:pPr marL="0" lvl="0" indent="0" algn="l" rtl="0">
              <a:spcBef>
                <a:spcPts val="0"/>
              </a:spcBef>
              <a:spcAft>
                <a:spcPts val="0"/>
              </a:spcAft>
              <a:buNone/>
            </a:pPr>
            <a:r>
              <a:rPr lang="en"/>
              <a:t>What if my data is siloed results in low quality?</a:t>
            </a:r>
            <a:endParaRPr/>
          </a:p>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None/>
            </a:pPr>
            <a:r>
              <a:rPr lang="en"/>
              <a:t>Sources:</a:t>
            </a:r>
            <a:endParaRPr/>
          </a:p>
          <a:p>
            <a:pPr marL="0" lvl="0" indent="0" algn="l" rtl="0">
              <a:spcBef>
                <a:spcPts val="0"/>
              </a:spcBef>
              <a:spcAft>
                <a:spcPts val="0"/>
              </a:spcAft>
              <a:buNone/>
            </a:pPr>
            <a:r>
              <a:rPr lang="en"/>
              <a:t>Gartner: 40% of agentic AI projects scrapped by 2027: </a:t>
            </a:r>
            <a:r>
              <a:rPr lang="en" u="sng">
                <a:solidFill>
                  <a:schemeClr val="hlink"/>
                </a:solidFill>
                <a:hlinkClick r:id="rId3"/>
              </a:rPr>
              <a:t>https://www.reuters.com/business/over-40-agentic-ai-projects-will-be-scrapped-by-2027-gartner-says-2025-06-25/</a:t>
            </a:r>
            <a:endParaRPr/>
          </a:p>
          <a:p>
            <a:pPr marL="0" lvl="0" indent="0" algn="l" rtl="0">
              <a:spcBef>
                <a:spcPts val="0"/>
              </a:spcBef>
              <a:spcAft>
                <a:spcPts val="0"/>
              </a:spcAft>
              <a:buNone/>
            </a:pPr>
            <a:endParaRPr/>
          </a:p>
          <a:p>
            <a:pPr marL="0" lvl="0" indent="0" algn="l" rtl="0">
              <a:spcBef>
                <a:spcPts val="0"/>
              </a:spcBef>
              <a:spcAft>
                <a:spcPts val="0"/>
              </a:spcAft>
              <a:buNone/>
            </a:pPr>
            <a:r>
              <a:rPr lang="en"/>
              <a:t>McKinsey: 44% of orgs have already seen AI output go wrong - </a:t>
            </a:r>
            <a:r>
              <a:rPr lang="en" u="sng">
                <a:solidFill>
                  <a:schemeClr val="hlink"/>
                </a:solidFill>
                <a:hlinkClick r:id="rId4"/>
              </a:rPr>
              <a:t>https://www.mckinsey.com/capabilities/quantumblack/our-insights/the-state-of-ai-2024</a:t>
            </a:r>
            <a:endParaRPr/>
          </a:p>
          <a:p>
            <a:pPr marL="0" lvl="0" indent="0" algn="l" rtl="0">
              <a:spcBef>
                <a:spcPts val="0"/>
              </a:spcBef>
              <a:spcAft>
                <a:spcPts val="0"/>
              </a:spcAft>
              <a:buNone/>
            </a:pPr>
            <a:endParaRPr/>
          </a:p>
          <a:p>
            <a:pPr marL="0" lvl="0" indent="0" algn="l" rtl="0">
              <a:spcBef>
                <a:spcPts val="0"/>
              </a:spcBef>
              <a:spcAft>
                <a:spcPts val="0"/>
              </a:spcAft>
              <a:buNone/>
            </a:pPr>
            <a:r>
              <a:rPr lang="en"/>
              <a:t>Deloitte: 51% of execs say GenAI raises regulatory exposure </a:t>
            </a:r>
            <a:r>
              <a:rPr lang="en" u="sng">
                <a:solidFill>
                  <a:schemeClr val="hlink"/>
                </a:solidFill>
                <a:hlinkClick r:id="rId5"/>
              </a:rPr>
              <a:t>77% saying they were concerned “to a large extent” about GenAI risks</a:t>
            </a:r>
            <a:r>
              <a:rPr lang="en"/>
              <a:t> may impact their cybersecurity strategies. Only 23% say they’re prepared to handle risk and regulation</a:t>
            </a:r>
            <a:endParaRPr/>
          </a:p>
          <a:p>
            <a:pPr marL="0" lvl="0" indent="0" algn="l" rtl="0">
              <a:spcBef>
                <a:spcPts val="0"/>
              </a:spcBef>
              <a:spcAft>
                <a:spcPts val="0"/>
              </a:spcAft>
              <a:buNone/>
            </a:pPr>
            <a:endParaRPr/>
          </a:p>
          <a:p>
            <a:pPr marL="0" lvl="0" indent="0" algn="l" rtl="0">
              <a:spcBef>
                <a:spcPts val="0"/>
              </a:spcBef>
              <a:spcAft>
                <a:spcPts val="0"/>
              </a:spcAft>
              <a:buNone/>
            </a:pPr>
            <a:r>
              <a:rPr lang="en"/>
              <a:t>Accenture: 95% of IT leaders say integration is a top AI blocker</a:t>
            </a:r>
            <a:endParaRPr/>
          </a:p>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None/>
            </a:pPr>
            <a:r>
              <a:rPr lang="en"/>
              <a:t>Over 40% of agentic AI projects will be scrapped by 2027, Gartner says - </a:t>
            </a:r>
            <a:r>
              <a:rPr lang="en" u="sng">
                <a:solidFill>
                  <a:schemeClr val="hlink"/>
                </a:solidFill>
                <a:hlinkClick r:id="rId6"/>
              </a:rPr>
              <a:t>reuters.com</a:t>
            </a:r>
            <a:r>
              <a:rPr lang="en"/>
              <a:t> </a:t>
            </a:r>
            <a:r>
              <a:rPr lang="en" u="sng">
                <a:solidFill>
                  <a:schemeClr val="hlink"/>
                </a:solidFill>
                <a:hlinkClick r:id="rId7"/>
              </a:rPr>
              <a:t>https://www.gartner.com/en/newsroom/press-releases/2025-06-25-gartner-predicts-over-40-percent-of-agentic-ai-projects-will-be-canceled-by-end-of-2027</a:t>
            </a:r>
            <a:endParaRPr/>
          </a:p>
          <a:p>
            <a:pPr marL="0" lvl="0" indent="0" algn="l" rtl="0">
              <a:spcBef>
                <a:spcPts val="0"/>
              </a:spcBef>
              <a:spcAft>
                <a:spcPts val="0"/>
              </a:spcAft>
              <a:buNone/>
            </a:pPr>
            <a:endParaRPr/>
          </a:p>
          <a:p>
            <a:pPr marL="0" lvl="0" indent="0" algn="l" rtl="0">
              <a:spcBef>
                <a:spcPts val="0"/>
              </a:spcBef>
              <a:spcAft>
                <a:spcPts val="0"/>
              </a:spcAft>
              <a:buNone/>
            </a:pPr>
            <a:r>
              <a:rPr lang="en" sz="1200">
                <a:solidFill>
                  <a:srgbClr val="404040"/>
                </a:solidFill>
              </a:rPr>
              <a:t>More than 40% of agentic artificial intelligence projects will be canceled by the end of 2027 due to escalating costs and unclear business value, according to a report by Gartner.</a:t>
            </a:r>
            <a:endParaRPr sz="1200">
              <a:solidFill>
                <a:srgbClr val="404040"/>
              </a:solidFill>
            </a:endParaRPr>
          </a:p>
          <a:p>
            <a:pPr marL="0" lvl="0" indent="0" algn="l" rtl="0">
              <a:spcBef>
                <a:spcPts val="0"/>
              </a:spcBef>
              <a:spcAft>
                <a:spcPts val="0"/>
              </a:spcAft>
              <a:buNone/>
            </a:pPr>
            <a:endParaRPr sz="1200">
              <a:solidFill>
                <a:srgbClr val="404040"/>
              </a:solidFil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07"/>
        <p:cNvGrpSpPr/>
        <p:nvPr/>
      </p:nvGrpSpPr>
      <p:grpSpPr>
        <a:xfrm>
          <a:off x="0" y="0"/>
          <a:ext cx="0" cy="0"/>
          <a:chOff x="0" y="0"/>
          <a:chExt cx="0" cy="0"/>
        </a:xfrm>
      </p:grpSpPr>
      <p:sp>
        <p:nvSpPr>
          <p:cNvPr id="2008" name="Google Shape;2008;g37d1274bff4_0_20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09" name="Google Shape;2009;g37d1274bff4_0_20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301625" algn="l" rtl="0">
              <a:lnSpc>
                <a:spcPct val="115000"/>
              </a:lnSpc>
              <a:spcBef>
                <a:spcPts val="0"/>
              </a:spcBef>
              <a:spcAft>
                <a:spcPts val="0"/>
              </a:spcAft>
              <a:buClr>
                <a:srgbClr val="1D1C1D"/>
              </a:buClr>
              <a:buSzPts val="1150"/>
              <a:buChar char="●"/>
            </a:pPr>
            <a:r>
              <a:rPr lang="en" sz="1150">
                <a:solidFill>
                  <a:srgbClr val="1D1C1D"/>
                </a:solidFill>
              </a:rPr>
              <a:t>Cannot just throw in AI - “Spaghetti Architecture”</a:t>
            </a:r>
            <a:endParaRPr sz="1150">
              <a:solidFill>
                <a:srgbClr val="1D1C1D"/>
              </a:solidFill>
            </a:endParaRPr>
          </a:p>
          <a:p>
            <a:pPr marL="457200" lvl="0" indent="-301625" algn="l" rtl="0">
              <a:lnSpc>
                <a:spcPct val="115000"/>
              </a:lnSpc>
              <a:spcBef>
                <a:spcPts val="0"/>
              </a:spcBef>
              <a:spcAft>
                <a:spcPts val="0"/>
              </a:spcAft>
              <a:buClr>
                <a:srgbClr val="1D1C1D"/>
              </a:buClr>
              <a:buSzPts val="1150"/>
              <a:buChar char="●"/>
            </a:pPr>
            <a:r>
              <a:rPr lang="en" sz="1150">
                <a:solidFill>
                  <a:srgbClr val="1D1C1D"/>
                </a:solidFill>
              </a:rPr>
              <a:t>Historically grown Complexity; GenAI is accelerating this</a:t>
            </a:r>
            <a:endParaRPr sz="1150">
              <a:solidFill>
                <a:srgbClr val="1D1C1D"/>
              </a:solidFill>
            </a:endParaRPr>
          </a:p>
          <a:p>
            <a:pPr marL="457200" lvl="0" indent="-301625" algn="l" rtl="0">
              <a:lnSpc>
                <a:spcPct val="115000"/>
              </a:lnSpc>
              <a:spcBef>
                <a:spcPts val="0"/>
              </a:spcBef>
              <a:spcAft>
                <a:spcPts val="0"/>
              </a:spcAft>
              <a:buClr>
                <a:srgbClr val="1D1C1D"/>
              </a:buClr>
              <a:buSzPts val="1150"/>
              <a:buChar char="●"/>
            </a:pPr>
            <a:r>
              <a:rPr lang="en" sz="1150">
                <a:solidFill>
                  <a:srgbClr val="1D1C1D"/>
                </a:solidFill>
              </a:rPr>
              <a:t>Just throwing in AI will make it worse - exponentially multiply the underlying issues</a:t>
            </a:r>
            <a:endParaRPr sz="1150">
              <a:solidFill>
                <a:srgbClr val="1D1C1D"/>
              </a:solidFill>
            </a:endParaRPr>
          </a:p>
          <a:p>
            <a:pPr marL="0" lvl="0" indent="0" algn="l" rtl="0">
              <a:lnSpc>
                <a:spcPct val="115000"/>
              </a:lnSpc>
              <a:spcBef>
                <a:spcPts val="0"/>
              </a:spcBef>
              <a:spcAft>
                <a:spcPts val="0"/>
              </a:spcAft>
              <a:buNone/>
            </a:pPr>
            <a:endParaRPr sz="1150">
              <a:solidFill>
                <a:srgbClr val="1D1C1D"/>
              </a:solidFill>
            </a:endParaRPr>
          </a:p>
          <a:p>
            <a:pPr marL="0" lvl="0" indent="0" algn="l" rtl="0">
              <a:lnSpc>
                <a:spcPct val="115000"/>
              </a:lnSpc>
              <a:spcBef>
                <a:spcPts val="0"/>
              </a:spcBef>
              <a:spcAft>
                <a:spcPts val="0"/>
              </a:spcAft>
              <a:buNone/>
            </a:pPr>
            <a:r>
              <a:rPr lang="en" sz="1150" i="1">
                <a:solidFill>
                  <a:srgbClr val="1D1C1D"/>
                </a:solidFill>
              </a:rPr>
              <a:t>Supporting Extra Data </a:t>
            </a:r>
            <a:endParaRPr sz="1150" i="1">
              <a:solidFill>
                <a:srgbClr val="1D1C1D"/>
              </a:solidFill>
            </a:endParaRPr>
          </a:p>
          <a:p>
            <a:pPr marL="914400" lvl="1" indent="-301625" algn="l" rtl="0">
              <a:lnSpc>
                <a:spcPct val="115000"/>
              </a:lnSpc>
              <a:spcBef>
                <a:spcPts val="0"/>
              </a:spcBef>
              <a:spcAft>
                <a:spcPts val="0"/>
              </a:spcAft>
              <a:buClr>
                <a:srgbClr val="1D1C1D"/>
              </a:buClr>
              <a:buSzPts val="1150"/>
              <a:buChar char="○"/>
            </a:pPr>
            <a:r>
              <a:rPr lang="en" sz="1150" i="1">
                <a:solidFill>
                  <a:srgbClr val="1D1C1D"/>
                </a:solidFill>
              </a:rPr>
              <a:t>Study from </a:t>
            </a:r>
            <a:r>
              <a:rPr lang="en" sz="1150" i="1" u="sng">
                <a:solidFill>
                  <a:schemeClr val="hlink"/>
                </a:solidFill>
                <a:hlinkClick r:id="rId3"/>
              </a:rPr>
              <a:t>Accenture showed</a:t>
            </a:r>
            <a:r>
              <a:rPr lang="en" sz="1150" i="1">
                <a:solidFill>
                  <a:srgbClr val="1D1C1D"/>
                </a:solidFill>
              </a:rPr>
              <a:t> that “companies with a focused AI strategy are nearly 3 times more likely to exceed their ROI expectations from AI investments.”</a:t>
            </a:r>
            <a:endParaRPr sz="1150" i="1">
              <a:solidFill>
                <a:srgbClr val="1D1C1D"/>
              </a:solidFill>
            </a:endParaRPr>
          </a:p>
          <a:p>
            <a:pPr marL="0" lvl="0" indent="0" algn="l" rtl="0">
              <a:lnSpc>
                <a:spcPct val="115000"/>
              </a:lnSpc>
              <a:spcBef>
                <a:spcPts val="0"/>
              </a:spcBef>
              <a:spcAft>
                <a:spcPts val="0"/>
              </a:spcAft>
              <a:buNone/>
            </a:pPr>
            <a:endParaRPr sz="1150" i="1">
              <a:solidFill>
                <a:srgbClr val="1D1C1D"/>
              </a:solidFil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4"/>
        <p:cNvGrpSpPr/>
        <p:nvPr/>
      </p:nvGrpSpPr>
      <p:grpSpPr>
        <a:xfrm>
          <a:off x="0" y="0"/>
          <a:ext cx="0" cy="0"/>
          <a:chOff x="0" y="0"/>
          <a:chExt cx="0" cy="0"/>
        </a:xfrm>
      </p:grpSpPr>
      <p:sp>
        <p:nvSpPr>
          <p:cNvPr id="2015" name="Google Shape;2015;g37d1274bff4_0_20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16" name="Google Shape;2016;g37d1274bff4_0_20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200" b="1">
                <a:solidFill>
                  <a:srgbClr val="666666"/>
                </a:solidFill>
                <a:latin typeface="IBM Plex Sans"/>
                <a:ea typeface="IBM Plex Sans"/>
                <a:cs typeface="IBM Plex Sans"/>
                <a:sym typeface="IBM Plex Sans"/>
              </a:rPr>
              <a:t>Because introducing new tech to a fragile architecture will slow your pace of innovation.</a:t>
            </a:r>
            <a:endParaRPr sz="1200" b="1">
              <a:solidFill>
                <a:srgbClr val="666666"/>
              </a:solidFill>
              <a:latin typeface="IBM Plex Sans"/>
              <a:ea typeface="IBM Plex Sans"/>
              <a:cs typeface="IBM Plex Sans"/>
              <a:sym typeface="IBM Plex Sans"/>
            </a:endParaRPr>
          </a:p>
          <a:p>
            <a:pPr marL="0" lvl="0" indent="0" algn="l" rtl="0">
              <a:lnSpc>
                <a:spcPct val="115000"/>
              </a:lnSpc>
              <a:spcBef>
                <a:spcPts val="0"/>
              </a:spcBef>
              <a:spcAft>
                <a:spcPts val="0"/>
              </a:spcAft>
              <a:buNone/>
            </a:pPr>
            <a:endParaRPr sz="1150">
              <a:solidFill>
                <a:srgbClr val="1D1C1D"/>
              </a:solidFill>
            </a:endParaRPr>
          </a:p>
          <a:p>
            <a:pPr marL="457200" lvl="0" indent="-301625" algn="l" rtl="0">
              <a:lnSpc>
                <a:spcPct val="115000"/>
              </a:lnSpc>
              <a:spcBef>
                <a:spcPts val="0"/>
              </a:spcBef>
              <a:spcAft>
                <a:spcPts val="0"/>
              </a:spcAft>
              <a:buClr>
                <a:srgbClr val="1D1C1D"/>
              </a:buClr>
              <a:buSzPts val="1150"/>
              <a:buChar char="●"/>
            </a:pPr>
            <a:r>
              <a:rPr lang="en" sz="1150">
                <a:solidFill>
                  <a:srgbClr val="1D1C1D"/>
                </a:solidFill>
              </a:rPr>
              <a:t>Point solutions mean isolated automation and shadow IT</a:t>
            </a:r>
            <a:endParaRPr sz="1150">
              <a:solidFill>
                <a:srgbClr val="1D1C1D"/>
              </a:solidFill>
            </a:endParaRPr>
          </a:p>
          <a:p>
            <a:pPr marL="457200" lvl="0" indent="-301625" algn="l" rtl="0">
              <a:lnSpc>
                <a:spcPct val="115000"/>
              </a:lnSpc>
              <a:spcBef>
                <a:spcPts val="0"/>
              </a:spcBef>
              <a:spcAft>
                <a:spcPts val="0"/>
              </a:spcAft>
              <a:buClr>
                <a:srgbClr val="1D1C1D"/>
              </a:buClr>
              <a:buSzPts val="1150"/>
              <a:buChar char="●"/>
            </a:pPr>
            <a:r>
              <a:rPr lang="en" sz="1150">
                <a:solidFill>
                  <a:srgbClr val="1D1C1D"/>
                </a:solidFill>
              </a:rPr>
              <a:t>Either in business or in IT =&gt; misalignment</a:t>
            </a:r>
            <a:endParaRPr sz="1150">
              <a:solidFill>
                <a:srgbClr val="1D1C1D"/>
              </a:solidFill>
            </a:endParaRPr>
          </a:p>
          <a:p>
            <a:pPr marL="457200" lvl="0" indent="-301625" algn="l" rtl="0">
              <a:lnSpc>
                <a:spcPct val="115000"/>
              </a:lnSpc>
              <a:spcBef>
                <a:spcPts val="0"/>
              </a:spcBef>
              <a:spcAft>
                <a:spcPts val="0"/>
              </a:spcAft>
              <a:buClr>
                <a:srgbClr val="1D1C1D"/>
              </a:buClr>
              <a:buSzPts val="1150"/>
              <a:buChar char="●"/>
            </a:pPr>
            <a:r>
              <a:rPr lang="en" sz="1150">
                <a:solidFill>
                  <a:srgbClr val="1D1C1D"/>
                </a:solidFill>
              </a:rPr>
              <a:t>Adding to complexity, technical debt – which will only grow</a:t>
            </a:r>
            <a:endParaRPr sz="1150">
              <a:solidFill>
                <a:srgbClr val="1D1C1D"/>
              </a:solidFill>
            </a:endParaRPr>
          </a:p>
          <a:p>
            <a:pPr marL="457200" lvl="0" indent="-301625" algn="l" rtl="0">
              <a:lnSpc>
                <a:spcPct val="115000"/>
              </a:lnSpc>
              <a:spcBef>
                <a:spcPts val="0"/>
              </a:spcBef>
              <a:spcAft>
                <a:spcPts val="0"/>
              </a:spcAft>
              <a:buClr>
                <a:srgbClr val="1D1C1D"/>
              </a:buClr>
              <a:buSzPts val="1150"/>
              <a:buChar char="●"/>
            </a:pPr>
            <a:r>
              <a:rPr lang="en" sz="1150">
                <a:solidFill>
                  <a:srgbClr val="1D1C1D"/>
                </a:solidFill>
              </a:rPr>
              <a:t>Costly to maintain; even harder to adapt and evolve – </a:t>
            </a:r>
            <a:endParaRPr sz="1150">
              <a:solidFill>
                <a:srgbClr val="1D1C1D"/>
              </a:solidFill>
            </a:endParaRPr>
          </a:p>
          <a:p>
            <a:pPr marL="457200" lvl="0" indent="-301625" algn="l" rtl="0">
              <a:lnSpc>
                <a:spcPct val="115000"/>
              </a:lnSpc>
              <a:spcBef>
                <a:spcPts val="0"/>
              </a:spcBef>
              <a:spcAft>
                <a:spcPts val="0"/>
              </a:spcAft>
              <a:buClr>
                <a:srgbClr val="1D1C1D"/>
              </a:buClr>
              <a:buSzPts val="1150"/>
              <a:buChar char="●"/>
            </a:pPr>
            <a:r>
              <a:rPr lang="en" sz="1150">
                <a:solidFill>
                  <a:srgbClr val="1D1C1D"/>
                </a:solidFill>
              </a:rPr>
              <a:t>=&gt; you’re stuck in a value trap</a:t>
            </a:r>
            <a:endParaRPr sz="1150">
              <a:solidFill>
                <a:srgbClr val="1D1C1D"/>
              </a:solidFill>
            </a:endParaRPr>
          </a:p>
          <a:p>
            <a:pPr marL="457200" lvl="0" indent="-301625" algn="l" rtl="0">
              <a:lnSpc>
                <a:spcPct val="115000"/>
              </a:lnSpc>
              <a:spcBef>
                <a:spcPts val="0"/>
              </a:spcBef>
              <a:spcAft>
                <a:spcPts val="0"/>
              </a:spcAft>
              <a:buClr>
                <a:srgbClr val="1D1C1D"/>
              </a:buClr>
              <a:buSzPts val="1150"/>
              <a:buChar char="●"/>
            </a:pPr>
            <a:r>
              <a:rPr lang="en" sz="1150">
                <a:solidFill>
                  <a:srgbClr val="1D1C1D"/>
                </a:solidFill>
              </a:rPr>
              <a:t>Happened with RPA etc. </a:t>
            </a:r>
            <a:endParaRPr sz="1150">
              <a:solidFill>
                <a:srgbClr val="1D1C1D"/>
              </a:solidFill>
            </a:endParaRPr>
          </a:p>
          <a:p>
            <a:pPr marL="457200" lvl="0" indent="-301625" algn="l" rtl="0">
              <a:lnSpc>
                <a:spcPct val="115000"/>
              </a:lnSpc>
              <a:spcBef>
                <a:spcPts val="0"/>
              </a:spcBef>
              <a:spcAft>
                <a:spcPts val="0"/>
              </a:spcAft>
              <a:buClr>
                <a:srgbClr val="1D1C1D"/>
              </a:buClr>
              <a:buSzPts val="1150"/>
              <a:buChar char="●"/>
            </a:pPr>
            <a:r>
              <a:rPr lang="en" sz="1150">
                <a:solidFill>
                  <a:srgbClr val="1D1C1D"/>
                </a:solidFill>
              </a:rPr>
              <a:t>Throw in AI will make it even worse!</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05"/>
        <p:cNvGrpSpPr/>
        <p:nvPr/>
      </p:nvGrpSpPr>
      <p:grpSpPr>
        <a:xfrm>
          <a:off x="0" y="0"/>
          <a:ext cx="0" cy="0"/>
          <a:chOff x="0" y="0"/>
          <a:chExt cx="0" cy="0"/>
        </a:xfrm>
      </p:grpSpPr>
      <p:sp>
        <p:nvSpPr>
          <p:cNvPr id="2206" name="Google Shape;2206;g37d1274bff4_0_39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07" name="Google Shape;2207;g37d1274bff4_0_39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1200">
                <a:solidFill>
                  <a:srgbClr val="1D1C1D"/>
                </a:solidFill>
                <a:latin typeface="IBM Plex Sans"/>
                <a:ea typeface="IBM Plex Sans"/>
                <a:cs typeface="IBM Plex Sans"/>
                <a:sym typeface="IBM Plex Sans"/>
              </a:rPr>
              <a:t>What’s needed is an end-to-end orchestration layer</a:t>
            </a:r>
            <a:endParaRPr sz="1200">
              <a:solidFill>
                <a:srgbClr val="1D1C1D"/>
              </a:solidFill>
              <a:latin typeface="IBM Plex Sans"/>
              <a:ea typeface="IBM Plex Sans"/>
              <a:cs typeface="IBM Plex Sans"/>
              <a:sym typeface="IBM Plex Sans"/>
            </a:endParaRPr>
          </a:p>
          <a:p>
            <a:pPr marL="0" lvl="0" indent="0" algn="l" rtl="0">
              <a:lnSpc>
                <a:spcPct val="115000"/>
              </a:lnSpc>
              <a:spcBef>
                <a:spcPts val="0"/>
              </a:spcBef>
              <a:spcAft>
                <a:spcPts val="0"/>
              </a:spcAft>
              <a:buNone/>
            </a:pPr>
            <a:endParaRPr sz="1200">
              <a:solidFill>
                <a:srgbClr val="1D1C1D"/>
              </a:solidFill>
              <a:latin typeface="IBM Plex Sans"/>
              <a:ea typeface="IBM Plex Sans"/>
              <a:cs typeface="IBM Plex Sans"/>
              <a:sym typeface="IBM Plex Sans"/>
            </a:endParaRPr>
          </a:p>
          <a:p>
            <a:pPr marL="457200" lvl="0" indent="-304800" algn="l" rtl="0">
              <a:lnSpc>
                <a:spcPct val="115000"/>
              </a:lnSpc>
              <a:spcBef>
                <a:spcPts val="0"/>
              </a:spcBef>
              <a:spcAft>
                <a:spcPts val="0"/>
              </a:spcAft>
              <a:buClr>
                <a:srgbClr val="1D1C1D"/>
              </a:buClr>
              <a:buSzPts val="1200"/>
              <a:buFont typeface="IBM Plex Sans"/>
              <a:buChar char="●"/>
            </a:pPr>
            <a:r>
              <a:rPr lang="en" sz="1200">
                <a:solidFill>
                  <a:srgbClr val="1D1C1D"/>
                </a:solidFill>
                <a:latin typeface="IBM Plex Sans"/>
                <a:ea typeface="IBM Plex Sans"/>
                <a:cs typeface="IBM Plex Sans"/>
                <a:sym typeface="IBM Plex Sans"/>
              </a:rPr>
              <a:t>Taming complexity of scattered point solutions, legacy systems, and whatever emerging tech comes next</a:t>
            </a:r>
            <a:endParaRPr sz="1200">
              <a:solidFill>
                <a:srgbClr val="1D1C1D"/>
              </a:solidFill>
              <a:latin typeface="IBM Plex Sans"/>
              <a:ea typeface="IBM Plex Sans"/>
              <a:cs typeface="IBM Plex Sans"/>
              <a:sym typeface="IBM Plex Sans"/>
            </a:endParaRPr>
          </a:p>
          <a:p>
            <a:pPr marL="457200" lvl="0" indent="-304800" algn="l" rtl="0">
              <a:lnSpc>
                <a:spcPct val="115000"/>
              </a:lnSpc>
              <a:spcBef>
                <a:spcPts val="0"/>
              </a:spcBef>
              <a:spcAft>
                <a:spcPts val="0"/>
              </a:spcAft>
              <a:buClr>
                <a:srgbClr val="1D1C1D"/>
              </a:buClr>
              <a:buSzPts val="1200"/>
              <a:buFont typeface="IBM Plex Sans"/>
              <a:buChar char="●"/>
            </a:pPr>
            <a:r>
              <a:rPr lang="en" sz="1200">
                <a:solidFill>
                  <a:srgbClr val="1D1C1D"/>
                </a:solidFill>
                <a:latin typeface="IBM Plex Sans"/>
                <a:ea typeface="IBM Plex Sans"/>
                <a:cs typeface="IBM Plex Sans"/>
                <a:sym typeface="IBM Plex Sans"/>
              </a:rPr>
              <a:t>Orchestrating apps, services, AI incl agents</a:t>
            </a:r>
            <a:endParaRPr sz="1200">
              <a:solidFill>
                <a:srgbClr val="1D1C1D"/>
              </a:solidFill>
              <a:latin typeface="IBM Plex Sans"/>
              <a:ea typeface="IBM Plex Sans"/>
              <a:cs typeface="IBM Plex Sans"/>
              <a:sym typeface="IBM Plex Sans"/>
            </a:endParaRPr>
          </a:p>
          <a:p>
            <a:pPr marL="457200" lvl="0" indent="-304800" algn="l" rtl="0">
              <a:lnSpc>
                <a:spcPct val="115000"/>
              </a:lnSpc>
              <a:spcBef>
                <a:spcPts val="0"/>
              </a:spcBef>
              <a:spcAft>
                <a:spcPts val="0"/>
              </a:spcAft>
              <a:buClr>
                <a:srgbClr val="1D1C1D"/>
              </a:buClr>
              <a:buSzPts val="1200"/>
              <a:buFont typeface="IBM Plex Sans"/>
              <a:buChar char="●"/>
            </a:pPr>
            <a:r>
              <a:rPr lang="en" sz="1200">
                <a:solidFill>
                  <a:srgbClr val="1D1C1D"/>
                </a:solidFill>
                <a:latin typeface="IBM Plex Sans"/>
                <a:ea typeface="IBM Plex Sans"/>
                <a:cs typeface="IBM Plex Sans"/>
                <a:sym typeface="IBM Plex Sans"/>
              </a:rPr>
              <a:t>Along e2e customer journey, employee journey etc</a:t>
            </a:r>
            <a:endParaRPr sz="1200">
              <a:solidFill>
                <a:srgbClr val="1D1C1D"/>
              </a:solidFill>
              <a:latin typeface="IBM Plex Sans"/>
              <a:ea typeface="IBM Plex Sans"/>
              <a:cs typeface="IBM Plex Sans"/>
              <a:sym typeface="IBM Plex Sans"/>
            </a:endParaRPr>
          </a:p>
          <a:p>
            <a:pPr marL="0" lvl="0" indent="0" algn="l" rtl="0">
              <a:lnSpc>
                <a:spcPct val="115000"/>
              </a:lnSpc>
              <a:spcBef>
                <a:spcPts val="0"/>
              </a:spcBef>
              <a:spcAft>
                <a:spcPts val="0"/>
              </a:spcAft>
              <a:buNone/>
            </a:pPr>
            <a:endParaRPr sz="1200">
              <a:solidFill>
                <a:srgbClr val="1D1C1D"/>
              </a:solidFill>
              <a:latin typeface="IBM Plex Sans"/>
              <a:ea typeface="IBM Plex Sans"/>
              <a:cs typeface="IBM Plex Sans"/>
              <a:sym typeface="IBM Plex Sans"/>
            </a:endParaRPr>
          </a:p>
          <a:p>
            <a:pPr marL="0" lvl="0" indent="0" algn="l" rtl="0">
              <a:lnSpc>
                <a:spcPct val="115000"/>
              </a:lnSpc>
              <a:spcBef>
                <a:spcPts val="0"/>
              </a:spcBef>
              <a:spcAft>
                <a:spcPts val="0"/>
              </a:spcAft>
              <a:buNone/>
            </a:pPr>
            <a:r>
              <a:rPr lang="en" sz="1200">
                <a:solidFill>
                  <a:srgbClr val="1D1C1D"/>
                </a:solidFill>
                <a:latin typeface="IBM Plex Sans"/>
                <a:ea typeface="IBM Plex Sans"/>
                <a:cs typeface="IBM Plex Sans"/>
                <a:sym typeface="IBM Plex Sans"/>
              </a:rPr>
              <a:t>This let’s you take advantage of the right tools for the job, in order to deliver consistent experiences with the flexibility to adapt as business needs or technology change</a:t>
            </a:r>
            <a:endParaRPr sz="1200">
              <a:solidFill>
                <a:srgbClr val="1D1C1D"/>
              </a:solidFill>
              <a:latin typeface="IBM Plex Sans"/>
              <a:ea typeface="IBM Plex Sans"/>
              <a:cs typeface="IBM Plex Sans"/>
              <a:sym typeface="IBM Plex Sans"/>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07"/>
        <p:cNvGrpSpPr/>
        <p:nvPr/>
      </p:nvGrpSpPr>
      <p:grpSpPr>
        <a:xfrm>
          <a:off x="0" y="0"/>
          <a:ext cx="0" cy="0"/>
          <a:chOff x="0" y="0"/>
          <a:chExt cx="0" cy="0"/>
        </a:xfrm>
      </p:grpSpPr>
      <p:sp>
        <p:nvSpPr>
          <p:cNvPr id="2308" name="Google Shape;2308;g37d1274bff4_0_49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09" name="Google Shape;2309;g37d1274bff4_0_49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350">
                <a:solidFill>
                  <a:schemeClr val="dk1"/>
                </a:solidFill>
              </a:rPr>
              <a:t>Over 600 enterprise customers orchestrate mission-critical core business processes with Camunda. </a:t>
            </a:r>
            <a:endParaRPr sz="1350">
              <a:solidFill>
                <a:schemeClr val="dk1"/>
              </a:solidFill>
            </a:endParaRPr>
          </a:p>
          <a:p>
            <a:pPr marL="0" lvl="0" indent="0" algn="l" rtl="0">
              <a:spcBef>
                <a:spcPts val="0"/>
              </a:spcBef>
              <a:spcAft>
                <a:spcPts val="0"/>
              </a:spcAft>
              <a:buNone/>
            </a:pPr>
            <a:endParaRPr sz="1350">
              <a:solidFill>
                <a:schemeClr val="dk1"/>
              </a:solidFill>
            </a:endParaRPr>
          </a:p>
          <a:p>
            <a:pPr marL="0" lvl="0" indent="0" algn="l" rtl="0">
              <a:spcBef>
                <a:spcPts val="0"/>
              </a:spcBef>
              <a:spcAft>
                <a:spcPts val="0"/>
              </a:spcAft>
              <a:buNone/>
            </a:pPr>
            <a:r>
              <a:rPr lang="en" sz="1350">
                <a:solidFill>
                  <a:schemeClr val="dk1"/>
                </a:solidFill>
              </a:rPr>
              <a:t>Our sweet spot is mission-critical core business processes. These are the 10% of your processes that are generating 90% of the value – whether customer facing, internal risk and decisioning, or backoffice processes that must run as designed eerie time,.</a:t>
            </a:r>
            <a:endParaRPr sz="1350">
              <a:solidFill>
                <a:schemeClr val="dk1"/>
              </a:solidFill>
            </a:endParaRPr>
          </a:p>
          <a:p>
            <a:pPr marL="0" lvl="0" indent="0" algn="l" rtl="0">
              <a:spcBef>
                <a:spcPts val="0"/>
              </a:spcBef>
              <a:spcAft>
                <a:spcPts val="0"/>
              </a:spcAft>
              <a:buNone/>
            </a:pPr>
            <a:endParaRPr sz="1350">
              <a:solidFill>
                <a:schemeClr val="dk1"/>
              </a:solidFill>
            </a:endParaRPr>
          </a:p>
          <a:p>
            <a:pPr marL="0" lvl="0" indent="0" algn="l" rtl="0">
              <a:spcBef>
                <a:spcPts val="0"/>
              </a:spcBef>
              <a:spcAft>
                <a:spcPts val="0"/>
              </a:spcAft>
              <a:buNone/>
            </a:pPr>
            <a:r>
              <a:rPr lang="en" sz="1350">
                <a:solidFill>
                  <a:schemeClr val="dk1"/>
                </a:solidFill>
              </a:rPr>
              <a:t>Driving meaningful business outcomes, for example: </a:t>
            </a:r>
            <a:endParaRPr sz="1350">
              <a:solidFill>
                <a:schemeClr val="dk1"/>
              </a:solidFill>
            </a:endParaRPr>
          </a:p>
          <a:p>
            <a:pPr marL="0" lvl="0" indent="0" algn="l" rtl="0">
              <a:spcBef>
                <a:spcPts val="0"/>
              </a:spcBef>
              <a:spcAft>
                <a:spcPts val="0"/>
              </a:spcAft>
              <a:buNone/>
            </a:pPr>
            <a:endParaRPr sz="1350">
              <a:solidFill>
                <a:schemeClr val="dk1"/>
              </a:solidFill>
            </a:endParaRPr>
          </a:p>
          <a:p>
            <a:pPr marL="457200" lvl="0" indent="-314325" algn="l" rtl="0">
              <a:spcBef>
                <a:spcPts val="0"/>
              </a:spcBef>
              <a:spcAft>
                <a:spcPts val="0"/>
              </a:spcAft>
              <a:buClr>
                <a:schemeClr val="dk1"/>
              </a:buClr>
              <a:buSzPts val="1350"/>
              <a:buChar char="●"/>
            </a:pPr>
            <a:r>
              <a:rPr lang="en" sz="1350">
                <a:solidFill>
                  <a:schemeClr val="dk1"/>
                </a:solidFill>
              </a:rPr>
              <a:t>Top 10 US bank sped up TTM for risk rules changes by 24x</a:t>
            </a:r>
            <a:endParaRPr sz="1350">
              <a:solidFill>
                <a:schemeClr val="dk1"/>
              </a:solidFill>
            </a:endParaRPr>
          </a:p>
          <a:p>
            <a:pPr marL="457200" lvl="0" indent="-314325" algn="l" rtl="0">
              <a:spcBef>
                <a:spcPts val="0"/>
              </a:spcBef>
              <a:spcAft>
                <a:spcPts val="0"/>
              </a:spcAft>
              <a:buClr>
                <a:schemeClr val="dk1"/>
              </a:buClr>
              <a:buSzPts val="1350"/>
              <a:buChar char="●"/>
            </a:pPr>
            <a:r>
              <a:rPr lang="en" sz="1350">
                <a:solidFill>
                  <a:schemeClr val="dk1"/>
                </a:solidFill>
              </a:rPr>
              <a:t>VA processes 2m claims per year to care for +6.5m veterans and their families – the largest integrated healthcare org in US</a:t>
            </a:r>
            <a:endParaRPr sz="1350">
              <a:solidFill>
                <a:schemeClr val="dk1"/>
              </a:solidFill>
            </a:endParaRPr>
          </a:p>
          <a:p>
            <a:pPr marL="457200" lvl="0" indent="-314325" algn="l" rtl="0">
              <a:spcBef>
                <a:spcPts val="0"/>
              </a:spcBef>
              <a:spcAft>
                <a:spcPts val="0"/>
              </a:spcAft>
              <a:buClr>
                <a:schemeClr val="dk1"/>
              </a:buClr>
              <a:buSzPts val="1350"/>
              <a:buChar char="●"/>
            </a:pPr>
            <a:r>
              <a:rPr lang="en" sz="1350">
                <a:solidFill>
                  <a:schemeClr val="dk1"/>
                </a:solidFill>
              </a:rPr>
              <a:t>A major bank freed employee capacity and reinvented its payment process for over 16m customers</a:t>
            </a:r>
            <a:endParaRPr sz="1350">
              <a:solidFill>
                <a:schemeClr val="dk1"/>
              </a:solidFill>
            </a:endParaRPr>
          </a:p>
          <a:p>
            <a:pPr marL="0" lvl="0" indent="0" algn="l" rtl="0">
              <a:spcBef>
                <a:spcPts val="0"/>
              </a:spcBef>
              <a:spcAft>
                <a:spcPts val="0"/>
              </a:spcAft>
              <a:buNone/>
            </a:pPr>
            <a:endParaRPr sz="1350">
              <a:solidFill>
                <a:schemeClr val="dk1"/>
              </a:solidFill>
            </a:endParaRPr>
          </a:p>
          <a:p>
            <a:pPr marL="0" lvl="0" indent="0" algn="l" rtl="0">
              <a:spcBef>
                <a:spcPts val="0"/>
              </a:spcBef>
              <a:spcAft>
                <a:spcPts val="0"/>
              </a:spcAft>
              <a:buNone/>
            </a:pPr>
            <a:endParaRPr sz="1350">
              <a:solidFill>
                <a:schemeClr val="dk1"/>
              </a:solidFill>
            </a:endParaRPr>
          </a:p>
          <a:p>
            <a:pPr marL="457200" lvl="0" indent="0" algn="l" rtl="0">
              <a:spcBef>
                <a:spcPts val="0"/>
              </a:spcBef>
              <a:spcAft>
                <a:spcPts val="0"/>
              </a:spcAft>
              <a:buNone/>
            </a:pPr>
            <a:endParaRPr sz="1350">
              <a:solidFill>
                <a:schemeClr val="dk1"/>
              </a:solidFill>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84"/>
        <p:cNvGrpSpPr/>
        <p:nvPr/>
      </p:nvGrpSpPr>
      <p:grpSpPr>
        <a:xfrm>
          <a:off x="0" y="0"/>
          <a:ext cx="0" cy="0"/>
          <a:chOff x="0" y="0"/>
          <a:chExt cx="0" cy="0"/>
        </a:xfrm>
      </p:grpSpPr>
      <p:sp>
        <p:nvSpPr>
          <p:cNvPr id="2385" name="Google Shape;2385;g37d1274bff4_0_57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86" name="Google Shape;2386;g37d1274bff4_0_57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To take advantage of Agentic AI you need four key capabilities</a:t>
            </a:r>
            <a:br>
              <a:rPr lang="en"/>
            </a:br>
            <a:endParaRPr/>
          </a:p>
          <a:p>
            <a:pPr marL="0" lvl="0" indent="0" algn="l" rtl="0">
              <a:spcBef>
                <a:spcPts val="0"/>
              </a:spcBef>
              <a:spcAft>
                <a:spcPts val="0"/>
              </a:spcAft>
              <a:buNone/>
            </a:pPr>
            <a:r>
              <a:rPr lang="en" b="1"/>
              <a:t>Full Transparency</a:t>
            </a:r>
            <a:r>
              <a:rPr lang="en"/>
              <a:t> </a:t>
            </a:r>
            <a:br>
              <a:rPr lang="en"/>
            </a:br>
            <a:r>
              <a:rPr lang="en"/>
              <a:t>One executable model visually shows every step, tool, and hand-off, so strategy and execution stay united. BPMN and DMN simplify maintenance and migration by decoupling technology and business logic. Y</a:t>
            </a:r>
            <a:r>
              <a:rPr lang="en">
                <a:solidFill>
                  <a:schemeClr val="dk1"/>
                </a:solidFill>
              </a:rPr>
              <a:t>ou can swap tools, LLMs, decisions, and subprocess quicly, slashing total cost of ownership and time-to-market without interrupting rhythm of business.</a:t>
            </a:r>
            <a:endParaRPr/>
          </a:p>
          <a:p>
            <a:pPr marL="0" lvl="0" indent="0" algn="l" rtl="0">
              <a:spcBef>
                <a:spcPts val="0"/>
              </a:spcBef>
              <a:spcAft>
                <a:spcPts val="0"/>
              </a:spcAft>
              <a:buNone/>
            </a:pPr>
            <a:r>
              <a:rPr lang="en" b="1"/>
              <a:t>Dynamic Oversight</a:t>
            </a:r>
            <a:br>
              <a:rPr lang="en"/>
            </a:br>
            <a:r>
              <a:rPr lang="en"/>
              <a:t>Guardrails can be designed in multiple ways to maintain consistency and compliance even with a dynamic flow. People jump in only for judgment calls; agents move the grunt work, lowering cost-to-serve and lifting both CX and employee EX. </a:t>
            </a:r>
            <a:endParaRPr/>
          </a:p>
          <a:p>
            <a:pPr marL="0" lvl="0" indent="0" algn="l" rtl="0">
              <a:spcBef>
                <a:spcPts val="0"/>
              </a:spcBef>
              <a:spcAft>
                <a:spcPts val="0"/>
              </a:spcAft>
              <a:buNone/>
            </a:pPr>
            <a:r>
              <a:rPr lang="en" b="1"/>
              <a:t>Performance at Scale</a:t>
            </a:r>
            <a:br>
              <a:rPr lang="en"/>
            </a:br>
            <a:r>
              <a:rPr lang="en"/>
              <a:t>Picture an agentic system. One customer facing processes triggers 5 agents. Each of those spins up two ages – each using five systems. That's 50 tools firing in real time. Multiply this by 100,000 customers and you can see the growing need for low latency and high throughput.</a:t>
            </a:r>
            <a:endParaRPr/>
          </a:p>
          <a:p>
            <a:pPr marL="0" lvl="0" indent="0" algn="l" rtl="0">
              <a:spcBef>
                <a:spcPts val="0"/>
              </a:spcBef>
              <a:spcAft>
                <a:spcPts val="0"/>
              </a:spcAft>
              <a:buNone/>
            </a:pPr>
            <a:r>
              <a:rPr lang="en" b="1"/>
              <a:t>Context That Persists</a:t>
            </a:r>
            <a:br>
              <a:rPr lang="en"/>
            </a:br>
            <a:r>
              <a:rPr lang="en"/>
              <a:t>State never disappears. The engine can pause for a millisecond or a month and pick up exactly where it left off. </a:t>
            </a:r>
            <a:r>
              <a:rPr lang="en">
                <a:solidFill>
                  <a:schemeClr val="dk1"/>
                </a:solidFill>
              </a:rPr>
              <a:t>This way your agents can run continuously and never break context until the goal is achieved. Perfect for long journeys like onboarding, claims, or other case management. </a:t>
            </a:r>
            <a:br>
              <a:rPr lang="en">
                <a:solidFill>
                  <a:schemeClr val="dk1"/>
                </a:solidFill>
              </a:rPr>
            </a:br>
            <a:br>
              <a:rPr lang="en">
                <a:solidFill>
                  <a:schemeClr val="dk1"/>
                </a:solidFill>
              </a:rPr>
            </a:br>
            <a:r>
              <a:rPr lang="en">
                <a:solidFill>
                  <a:schemeClr val="dk1"/>
                </a:solidFill>
              </a:rPr>
              <a:t>Let’s look at this a little closer</a:t>
            </a:r>
            <a:endParaRPr/>
          </a:p>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50"/>
        <p:cNvGrpSpPr/>
        <p:nvPr/>
      </p:nvGrpSpPr>
      <p:grpSpPr>
        <a:xfrm>
          <a:off x="0" y="0"/>
          <a:ext cx="0" cy="0"/>
          <a:chOff x="0" y="0"/>
          <a:chExt cx="0" cy="0"/>
        </a:xfrm>
      </p:grpSpPr>
      <p:sp>
        <p:nvSpPr>
          <p:cNvPr id="2451" name="Google Shape;2451;g37d1274bff4_0_63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52" name="Google Shape;2452;g37d1274bff4_0_63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solidFill>
                  <a:schemeClr val="dk1"/>
                </a:solidFill>
                <a:latin typeface="IBM Plex Sans"/>
                <a:ea typeface="IBM Plex Sans"/>
                <a:cs typeface="IBM Plex Sans"/>
                <a:sym typeface="IBM Plex Sans"/>
              </a:rPr>
              <a:t>Here’s a simplified version of what I just mentioned:</a:t>
            </a:r>
            <a:endParaRPr>
              <a:solidFill>
                <a:schemeClr val="dk1"/>
              </a:solidFill>
              <a:latin typeface="IBM Plex Sans"/>
              <a:ea typeface="IBM Plex Sans"/>
              <a:cs typeface="IBM Plex Sans"/>
              <a:sym typeface="IBM Plex Sans"/>
            </a:endParaRPr>
          </a:p>
          <a:p>
            <a:pPr marL="0" lvl="0" indent="0" algn="l" rtl="0">
              <a:spcBef>
                <a:spcPts val="0"/>
              </a:spcBef>
              <a:spcAft>
                <a:spcPts val="0"/>
              </a:spcAft>
              <a:buNone/>
            </a:pPr>
            <a:endParaRPr>
              <a:solidFill>
                <a:schemeClr val="dk1"/>
              </a:solidFill>
              <a:latin typeface="IBM Plex Sans"/>
              <a:ea typeface="IBM Plex Sans"/>
              <a:cs typeface="IBM Plex Sans"/>
              <a:sym typeface="IBM Plex Sans"/>
            </a:endParaRPr>
          </a:p>
          <a:p>
            <a:pPr marL="0" lvl="0" indent="0" algn="l" rtl="0">
              <a:spcBef>
                <a:spcPts val="0"/>
              </a:spcBef>
              <a:spcAft>
                <a:spcPts val="0"/>
              </a:spcAft>
              <a:buNone/>
            </a:pPr>
            <a:r>
              <a:rPr lang="en">
                <a:solidFill>
                  <a:schemeClr val="dk1"/>
                </a:solidFill>
                <a:latin typeface="IBM Plex Sans"/>
                <a:ea typeface="IBM Plex Sans"/>
                <a:cs typeface="IBM Plex Sans"/>
                <a:sym typeface="IBM Plex Sans"/>
              </a:rPr>
              <a:t>One executable model blends fixed and dynamic flows. The orange blocks lock down must-run steps—KYC, payments.</a:t>
            </a:r>
            <a:endParaRPr>
              <a:solidFill>
                <a:schemeClr val="dk1"/>
              </a:solidFill>
              <a:latin typeface="IBM Plex Sans"/>
              <a:ea typeface="IBM Plex Sans"/>
              <a:cs typeface="IBM Plex Sans"/>
              <a:sym typeface="IBM Plex Sans"/>
            </a:endParaRPr>
          </a:p>
          <a:p>
            <a:pPr marL="0" lvl="0" indent="0" algn="l" rtl="0">
              <a:spcBef>
                <a:spcPts val="0"/>
              </a:spcBef>
              <a:spcAft>
                <a:spcPts val="0"/>
              </a:spcAft>
              <a:buNone/>
            </a:pPr>
            <a:r>
              <a:rPr lang="en">
                <a:solidFill>
                  <a:schemeClr val="dk1"/>
                </a:solidFill>
                <a:latin typeface="IBM Plex Sans"/>
                <a:ea typeface="IBM Plex Sans"/>
                <a:cs typeface="IBM Plex Sans"/>
                <a:sym typeface="IBM Plex Sans"/>
              </a:rPr>
              <a:t>When an AI agent takes over, the flow turns dynamic, yet it’s still the same BPMN model. </a:t>
            </a:r>
            <a:endParaRPr>
              <a:solidFill>
                <a:schemeClr val="dk1"/>
              </a:solidFill>
              <a:latin typeface="IBM Plex Sans"/>
              <a:ea typeface="IBM Plex Sans"/>
              <a:cs typeface="IBM Plex Sans"/>
              <a:sym typeface="IBM Plex Sans"/>
            </a:endParaRPr>
          </a:p>
          <a:p>
            <a:pPr marL="0" lvl="0" indent="0" algn="l" rtl="0">
              <a:spcBef>
                <a:spcPts val="0"/>
              </a:spcBef>
              <a:spcAft>
                <a:spcPts val="0"/>
              </a:spcAft>
              <a:buNone/>
            </a:pPr>
            <a:endParaRPr>
              <a:solidFill>
                <a:schemeClr val="dk1"/>
              </a:solidFill>
              <a:latin typeface="IBM Plex Sans"/>
              <a:ea typeface="IBM Plex Sans"/>
              <a:cs typeface="IBM Plex Sans"/>
              <a:sym typeface="IBM Plex Sans"/>
            </a:endParaRPr>
          </a:p>
          <a:p>
            <a:pPr marL="0" lvl="0" indent="0" algn="l" rtl="0">
              <a:spcBef>
                <a:spcPts val="0"/>
              </a:spcBef>
              <a:spcAft>
                <a:spcPts val="0"/>
              </a:spcAft>
              <a:buNone/>
            </a:pPr>
            <a:r>
              <a:rPr lang="en">
                <a:solidFill>
                  <a:schemeClr val="dk1"/>
                </a:solidFill>
                <a:latin typeface="IBM Plex Sans"/>
                <a:ea typeface="IBM Plex Sans"/>
                <a:cs typeface="IBM Plex Sans"/>
                <a:sym typeface="IBM Plex Sans"/>
              </a:rPr>
              <a:t>Zeebe is event-driven with long memory. It waits a millisecond or years for the next event, LLM callback, or cron job in a legacy system. </a:t>
            </a:r>
            <a:endParaRPr>
              <a:solidFill>
                <a:schemeClr val="dk1"/>
              </a:solidFill>
              <a:latin typeface="IBM Plex Sans"/>
              <a:ea typeface="IBM Plex Sans"/>
              <a:cs typeface="IBM Plex Sans"/>
              <a:sym typeface="IBM Plex Sans"/>
            </a:endParaRPr>
          </a:p>
          <a:p>
            <a:pPr marL="0" lvl="0" indent="0" algn="l" rtl="0">
              <a:spcBef>
                <a:spcPts val="0"/>
              </a:spcBef>
              <a:spcAft>
                <a:spcPts val="0"/>
              </a:spcAft>
              <a:buNone/>
            </a:pPr>
            <a:r>
              <a:rPr lang="en">
                <a:solidFill>
                  <a:schemeClr val="dk1"/>
                </a:solidFill>
                <a:latin typeface="IBM Plex Sans"/>
                <a:ea typeface="IBM Plex Sans"/>
                <a:cs typeface="IBM Plex Sans"/>
                <a:sym typeface="IBM Plex Sans"/>
              </a:rPr>
              <a:t>Agents wait, resume, and never lose context before completing their work and accomplishing their goal.</a:t>
            </a:r>
            <a:endParaRPr>
              <a:solidFill>
                <a:schemeClr val="dk1"/>
              </a:solidFill>
              <a:latin typeface="IBM Plex Sans"/>
              <a:ea typeface="IBM Plex Sans"/>
              <a:cs typeface="IBM Plex Sans"/>
              <a:sym typeface="IBM Plex Sans"/>
            </a:endParaRPr>
          </a:p>
          <a:p>
            <a:pPr marL="0" lvl="0" indent="0" algn="l" rtl="0">
              <a:spcBef>
                <a:spcPts val="0"/>
              </a:spcBef>
              <a:spcAft>
                <a:spcPts val="0"/>
              </a:spcAft>
              <a:buNone/>
            </a:pPr>
            <a:endParaRPr>
              <a:solidFill>
                <a:schemeClr val="dk1"/>
              </a:solidFill>
              <a:latin typeface="IBM Plex Sans"/>
              <a:ea typeface="IBM Plex Sans"/>
              <a:cs typeface="IBM Plex Sans"/>
              <a:sym typeface="IBM Plex Sans"/>
            </a:endParaRPr>
          </a:p>
          <a:p>
            <a:pPr marL="0" lvl="0" indent="0" algn="l" rtl="0">
              <a:spcBef>
                <a:spcPts val="0"/>
              </a:spcBef>
              <a:spcAft>
                <a:spcPts val="0"/>
              </a:spcAft>
              <a:buNone/>
            </a:pPr>
            <a:r>
              <a:rPr lang="en">
                <a:solidFill>
                  <a:schemeClr val="dk1"/>
                </a:solidFill>
                <a:latin typeface="IBM Plex Sans"/>
                <a:ea typeface="IBM Plex Sans"/>
                <a:cs typeface="IBM Plex Sans"/>
                <a:sym typeface="IBM Plex Sans"/>
              </a:rPr>
              <a:t>Humans plug in where it makes sense or is required by regulation or policy. </a:t>
            </a:r>
            <a:endParaRPr>
              <a:solidFill>
                <a:schemeClr val="dk1"/>
              </a:solidFill>
              <a:latin typeface="IBM Plex Sans"/>
              <a:ea typeface="IBM Plex Sans"/>
              <a:cs typeface="IBM Plex Sans"/>
              <a:sym typeface="IBM Plex Sans"/>
            </a:endParaRPr>
          </a:p>
          <a:p>
            <a:pPr marL="0" lvl="0" indent="0" algn="l" rtl="0">
              <a:spcBef>
                <a:spcPts val="0"/>
              </a:spcBef>
              <a:spcAft>
                <a:spcPts val="0"/>
              </a:spcAft>
              <a:buNone/>
            </a:pPr>
            <a:r>
              <a:rPr lang="en">
                <a:solidFill>
                  <a:schemeClr val="dk1"/>
                </a:solidFill>
                <a:latin typeface="IBM Plex Sans"/>
                <a:ea typeface="IBM Plex Sans"/>
                <a:cs typeface="IBM Plex Sans"/>
                <a:sym typeface="IBM Plex Sans"/>
              </a:rPr>
              <a:t>Escalations route to an approver; business logic spins up subprocesses or can call new agents like “tools”  on the fly.</a:t>
            </a:r>
            <a:endParaRPr>
              <a:solidFill>
                <a:schemeClr val="dk1"/>
              </a:solidFill>
              <a:latin typeface="IBM Plex Sans"/>
              <a:ea typeface="IBM Plex Sans"/>
              <a:cs typeface="IBM Plex Sans"/>
              <a:sym typeface="IBM Plex Sans"/>
            </a:endParaRPr>
          </a:p>
          <a:p>
            <a:pPr marL="0" lvl="0" indent="0" algn="l" rtl="0">
              <a:spcBef>
                <a:spcPts val="0"/>
              </a:spcBef>
              <a:spcAft>
                <a:spcPts val="0"/>
              </a:spcAft>
              <a:buNone/>
            </a:pPr>
            <a:endParaRPr>
              <a:solidFill>
                <a:schemeClr val="dk1"/>
              </a:solidFill>
              <a:latin typeface="IBM Plex Sans"/>
              <a:ea typeface="IBM Plex Sans"/>
              <a:cs typeface="IBM Plex Sans"/>
              <a:sym typeface="IBM Plex Sans"/>
            </a:endParaRPr>
          </a:p>
          <a:p>
            <a:pPr marL="0" lvl="0" indent="0" algn="l" rtl="0">
              <a:spcBef>
                <a:spcPts val="0"/>
              </a:spcBef>
              <a:spcAft>
                <a:spcPts val="0"/>
              </a:spcAft>
              <a:buNone/>
            </a:pPr>
            <a:r>
              <a:rPr lang="en">
                <a:solidFill>
                  <a:schemeClr val="dk1"/>
                </a:solidFill>
                <a:latin typeface="IBM Plex Sans"/>
                <a:ea typeface="IBM Plex Sans"/>
                <a:cs typeface="IBM Plex Sans"/>
                <a:sym typeface="IBM Plex Sans"/>
              </a:rPr>
              <a:t>Every action and decision – human or machine –  is recorded. </a:t>
            </a:r>
            <a:endParaRPr>
              <a:solidFill>
                <a:schemeClr val="dk1"/>
              </a:solidFill>
              <a:latin typeface="IBM Plex Sans"/>
              <a:ea typeface="IBM Plex Sans"/>
              <a:cs typeface="IBM Plex Sans"/>
              <a:sym typeface="IBM Plex Sans"/>
            </a:endParaRPr>
          </a:p>
          <a:p>
            <a:pPr marL="0" lvl="0" indent="0" algn="l" rtl="0">
              <a:spcBef>
                <a:spcPts val="0"/>
              </a:spcBef>
              <a:spcAft>
                <a:spcPts val="0"/>
              </a:spcAft>
              <a:buNone/>
            </a:pPr>
            <a:r>
              <a:rPr lang="en">
                <a:solidFill>
                  <a:schemeClr val="dk1"/>
                </a:solidFill>
                <a:latin typeface="IBM Plex Sans"/>
                <a:ea typeface="IBM Plex Sans"/>
                <a:cs typeface="IBM Plex Sans"/>
                <a:sym typeface="IBM Plex Sans"/>
              </a:rPr>
              <a:t>Ops can trace any instance in real time, auditors get immutable logs. </a:t>
            </a:r>
            <a:endParaRPr>
              <a:solidFill>
                <a:schemeClr val="dk1"/>
              </a:solidFill>
              <a:latin typeface="IBM Plex Sans"/>
              <a:ea typeface="IBM Plex Sans"/>
              <a:cs typeface="IBM Plex Sans"/>
              <a:sym typeface="IBM Plex Sans"/>
            </a:endParaRPr>
          </a:p>
          <a:p>
            <a:pPr marL="0" lvl="0" indent="0" algn="l" rtl="0">
              <a:spcBef>
                <a:spcPts val="0"/>
              </a:spcBef>
              <a:spcAft>
                <a:spcPts val="0"/>
              </a:spcAft>
              <a:buNone/>
            </a:pPr>
            <a:endParaRPr>
              <a:solidFill>
                <a:schemeClr val="dk1"/>
              </a:solidFill>
              <a:latin typeface="IBM Plex Sans"/>
              <a:ea typeface="IBM Plex Sans"/>
              <a:cs typeface="IBM Plex Sans"/>
              <a:sym typeface="IBM Plex Sans"/>
            </a:endParaRPr>
          </a:p>
          <a:p>
            <a:pPr marL="0" lvl="0" indent="0" algn="l" rtl="0">
              <a:spcBef>
                <a:spcPts val="0"/>
              </a:spcBef>
              <a:spcAft>
                <a:spcPts val="0"/>
              </a:spcAft>
              <a:buNone/>
            </a:pPr>
            <a:endParaRPr>
              <a:solidFill>
                <a:schemeClr val="dk1"/>
              </a:solidFill>
              <a:latin typeface="IBM Plex Sans"/>
              <a:ea typeface="IBM Plex Sans"/>
              <a:cs typeface="IBM Plex Sans"/>
              <a:sym typeface="IBM Plex Sans"/>
            </a:endParaRPr>
          </a:p>
          <a:p>
            <a:pPr marL="0" lvl="0" indent="0" algn="l" rtl="0">
              <a:spcBef>
                <a:spcPts val="0"/>
              </a:spcBef>
              <a:spcAft>
                <a:spcPts val="0"/>
              </a:spcAft>
              <a:buNone/>
            </a:pPr>
            <a:endParaRPr>
              <a:solidFill>
                <a:schemeClr val="dk1"/>
              </a:solidFill>
              <a:latin typeface="IBM Plex Sans"/>
              <a:ea typeface="IBM Plex Sans"/>
              <a:cs typeface="IBM Plex Sans"/>
              <a:sym typeface="IBM Plex Sans"/>
            </a:endParaRPr>
          </a:p>
          <a:p>
            <a:pPr marL="0" lvl="0" indent="0" algn="l" rtl="0">
              <a:lnSpc>
                <a:spcPct val="115000"/>
              </a:lnSpc>
              <a:spcBef>
                <a:spcPts val="1200"/>
              </a:spcBef>
              <a:spcAft>
                <a:spcPts val="0"/>
              </a:spcAft>
              <a:buNone/>
            </a:pPr>
            <a:endParaRPr/>
          </a:p>
          <a:p>
            <a:pPr marL="0" lvl="0" indent="0" algn="l" rtl="0">
              <a:lnSpc>
                <a:spcPct val="115000"/>
              </a:lnSpc>
              <a:spcBef>
                <a:spcPts val="1200"/>
              </a:spcBef>
              <a:spcAft>
                <a:spcPts val="120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96"/>
        <p:cNvGrpSpPr/>
        <p:nvPr/>
      </p:nvGrpSpPr>
      <p:grpSpPr>
        <a:xfrm>
          <a:off x="0" y="0"/>
          <a:ext cx="0" cy="0"/>
          <a:chOff x="0" y="0"/>
          <a:chExt cx="0" cy="0"/>
        </a:xfrm>
      </p:grpSpPr>
      <p:sp>
        <p:nvSpPr>
          <p:cNvPr id="2497" name="Google Shape;2497;g37d1274bff4_0_68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98" name="Google Shape;2498;g37d1274bff4_0_68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Here are a few examples across industries are bringing value – to customers, employees, and the business overall. </a:t>
            </a:r>
            <a:endParaRPr/>
          </a:p>
          <a:p>
            <a:pPr marL="0" lvl="0" indent="0" algn="l" rtl="0">
              <a:spcBef>
                <a:spcPts val="0"/>
              </a:spcBef>
              <a:spcAft>
                <a:spcPts val="0"/>
              </a:spcAft>
              <a:buNone/>
            </a:pPr>
            <a:r>
              <a:rPr lang="en"/>
              <a:t>The pattern is the same across sectors. High-friction busywork steals time, tie up cash, and hurts experience.</a:t>
            </a:r>
            <a:endParaRPr/>
          </a:p>
          <a:p>
            <a:pPr marL="0" lvl="0" indent="0" algn="l" rtl="0">
              <a:spcBef>
                <a:spcPts val="0"/>
              </a:spcBef>
              <a:spcAft>
                <a:spcPts val="0"/>
              </a:spcAft>
              <a:buNone/>
            </a:pPr>
            <a:endParaRPr/>
          </a:p>
          <a:p>
            <a:pPr marL="0" lvl="0" indent="0" algn="l" rtl="0">
              <a:spcBef>
                <a:spcPts val="0"/>
              </a:spcBef>
              <a:spcAft>
                <a:spcPts val="0"/>
              </a:spcAft>
              <a:buNone/>
            </a:pPr>
            <a:r>
              <a:rPr lang="en"/>
              <a:t>Capital markets </a:t>
            </a:r>
            <a:endParaRPr/>
          </a:p>
          <a:p>
            <a:pPr marL="0" lvl="0" indent="0" algn="l" rtl="0">
              <a:spcBef>
                <a:spcPts val="0"/>
              </a:spcBef>
              <a:spcAft>
                <a:spcPts val="0"/>
              </a:spcAft>
              <a:buNone/>
            </a:pPr>
            <a:r>
              <a:rPr lang="en"/>
              <a:t>Autonomous trade-exception handling cut delays 98 % and freed seven-times analyst capacity.</a:t>
            </a:r>
            <a:endParaRPr/>
          </a:p>
          <a:p>
            <a:pPr marL="0" lvl="0" indent="0" algn="l" rtl="0">
              <a:spcBef>
                <a:spcPts val="0"/>
              </a:spcBef>
              <a:spcAft>
                <a:spcPts val="0"/>
              </a:spcAft>
              <a:buNone/>
            </a:pPr>
            <a:r>
              <a:rPr lang="en"/>
              <a:t>Telecom</a:t>
            </a:r>
            <a:endParaRPr/>
          </a:p>
          <a:p>
            <a:pPr marL="0" lvl="0" indent="0" algn="l" rtl="0">
              <a:spcBef>
                <a:spcPts val="0"/>
              </a:spcBef>
              <a:spcAft>
                <a:spcPts val="0"/>
              </a:spcAft>
              <a:buNone/>
            </a:pPr>
            <a:r>
              <a:rPr lang="en"/>
              <a:t>AI Agents spot network degradation in real time, launch a fix before customers notice.</a:t>
            </a:r>
            <a:endParaRPr/>
          </a:p>
          <a:p>
            <a:pPr marL="0" lvl="0" indent="0" algn="l" rtl="0">
              <a:spcBef>
                <a:spcPts val="0"/>
              </a:spcBef>
              <a:spcAft>
                <a:spcPts val="0"/>
              </a:spcAft>
              <a:buNone/>
            </a:pPr>
            <a:r>
              <a:rPr lang="en"/>
              <a:t>Supply chain</a:t>
            </a:r>
            <a:endParaRPr/>
          </a:p>
          <a:p>
            <a:pPr marL="0" lvl="0" indent="0" algn="l" rtl="0">
              <a:spcBef>
                <a:spcPts val="0"/>
              </a:spcBef>
              <a:spcAft>
                <a:spcPts val="0"/>
              </a:spcAft>
              <a:buNone/>
            </a:pPr>
            <a:r>
              <a:rPr lang="en"/>
              <a:t>24/7 agent systems reroute inventory when low or no-stock potentially impacts a major order– ensuring the business they’re serving isn’t disrupted.</a:t>
            </a:r>
            <a:endParaRPr/>
          </a:p>
          <a:p>
            <a:pPr marL="0" lvl="0" indent="0" algn="l" rtl="0">
              <a:spcBef>
                <a:spcPts val="0"/>
              </a:spcBef>
              <a:spcAft>
                <a:spcPts val="0"/>
              </a:spcAft>
              <a:buNone/>
            </a:pPr>
            <a:r>
              <a:rPr lang="en"/>
              <a:t>Health-insurance</a:t>
            </a:r>
            <a:endParaRPr/>
          </a:p>
          <a:p>
            <a:pPr marL="0" lvl="0" indent="0" algn="l" rtl="0">
              <a:spcBef>
                <a:spcPts val="0"/>
              </a:spcBef>
              <a:spcAft>
                <a:spcPts val="0"/>
              </a:spcAft>
              <a:buNone/>
            </a:pPr>
            <a:r>
              <a:rPr lang="en"/>
              <a:t>Appeals are auto-triaged with policy-safe recommendations to coordinators.</a:t>
            </a:r>
            <a:endParaRPr/>
          </a:p>
          <a:p>
            <a:pPr marL="0" lvl="0" indent="0" algn="l" rtl="0">
              <a:spcBef>
                <a:spcPts val="0"/>
              </a:spcBef>
              <a:spcAft>
                <a:spcPts val="0"/>
              </a:spcAft>
              <a:buNone/>
            </a:pPr>
            <a:endParaRPr/>
          </a:p>
          <a:p>
            <a:pPr marL="0" lvl="0" indent="0" algn="l" rtl="0">
              <a:spcBef>
                <a:spcPts val="0"/>
              </a:spcBef>
              <a:spcAft>
                <a:spcPts val="0"/>
              </a:spcAft>
              <a:buNone/>
            </a:pPr>
            <a:r>
              <a:rPr lang="en"/>
              <a:t>In every case Camunda provides the orchestration layer—event-driven, human-in-loop, fully auditable—so AI can move from pilot to production. </a:t>
            </a:r>
            <a:endParaRPr/>
          </a:p>
          <a:p>
            <a:pPr marL="0" lvl="0" indent="0" algn="l" rtl="0">
              <a:spcBef>
                <a:spcPts val="0"/>
              </a:spcBef>
              <a:spcAft>
                <a:spcPts val="0"/>
              </a:spcAft>
              <a:buNone/>
            </a:pPr>
            <a:r>
              <a:rPr lang="en"/>
              <a:t>But successful implementation has a few common traits in their architecture that makes them successful.</a:t>
            </a:r>
            <a:endParaRPr/>
          </a:p>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None/>
            </a:pPr>
            <a:r>
              <a:rPr lang="en" i="1"/>
              <a:t>PROCESS BACKGROUND INFORMATION:</a:t>
            </a:r>
            <a:endParaRPr i="1"/>
          </a:p>
          <a:p>
            <a:pPr marL="0" lvl="0" indent="0" algn="l" rtl="0">
              <a:spcBef>
                <a:spcPts val="0"/>
              </a:spcBef>
              <a:spcAft>
                <a:spcPts val="0"/>
              </a:spcAft>
              <a:buNone/>
            </a:pPr>
            <a:r>
              <a:rPr lang="en" i="1"/>
              <a:t>BFS</a:t>
            </a:r>
            <a:endParaRPr i="1"/>
          </a:p>
          <a:p>
            <a:pPr marL="0" lvl="0" indent="0" algn="l" rtl="0">
              <a:spcBef>
                <a:spcPts val="0"/>
              </a:spcBef>
              <a:spcAft>
                <a:spcPts val="0"/>
              </a:spcAft>
              <a:buNone/>
            </a:pPr>
            <a:r>
              <a:rPr lang="en" b="1" i="1"/>
              <a:t>Financial Crime &amp; Compliance</a:t>
            </a:r>
            <a:endParaRPr b="1" i="1"/>
          </a:p>
          <a:p>
            <a:pPr marL="0" lvl="0" indent="0" algn="l" rtl="0">
              <a:spcBef>
                <a:spcPts val="0"/>
              </a:spcBef>
              <a:spcAft>
                <a:spcPts val="0"/>
              </a:spcAft>
              <a:buNone/>
            </a:pPr>
            <a:r>
              <a:rPr lang="en" i="1"/>
              <a:t>Shifts KYC / CDD from static to dynamic – perpetual KYC monitors and assesses risk level for customers continuously. Combines massive 3rd party and proprietary datasets (structure and unstructured) to screen for sanctions, adverse media, politically exposed people. Dynamic risk thresholds reduce # of customer requiring “enhanced due diligence” so low-risk customers onboard faster.</a:t>
            </a:r>
            <a:endParaRPr i="1"/>
          </a:p>
          <a:p>
            <a:pPr marL="0" lvl="0" indent="0" algn="l" rtl="0">
              <a:spcBef>
                <a:spcPts val="0"/>
              </a:spcBef>
              <a:spcAft>
                <a:spcPts val="0"/>
              </a:spcAft>
              <a:buNone/>
            </a:pPr>
            <a:endParaRPr i="1"/>
          </a:p>
          <a:p>
            <a:pPr marL="0" lvl="0" indent="0" algn="l" rtl="0">
              <a:spcBef>
                <a:spcPts val="0"/>
              </a:spcBef>
              <a:spcAft>
                <a:spcPts val="0"/>
              </a:spcAft>
              <a:buNone/>
            </a:pPr>
            <a:r>
              <a:rPr lang="en" i="1"/>
              <a:t>Telco</a:t>
            </a:r>
            <a:endParaRPr i="1"/>
          </a:p>
          <a:p>
            <a:pPr marL="0" lvl="0" indent="0" algn="l" rtl="0">
              <a:spcBef>
                <a:spcPts val="0"/>
              </a:spcBef>
              <a:spcAft>
                <a:spcPts val="0"/>
              </a:spcAft>
              <a:buNone/>
            </a:pPr>
            <a:r>
              <a:rPr lang="en" b="1" i="1"/>
              <a:t>Autonomous Networks</a:t>
            </a:r>
            <a:endParaRPr b="1" i="1"/>
          </a:p>
          <a:p>
            <a:pPr marL="0" lvl="0" indent="0" algn="l" rtl="0">
              <a:spcBef>
                <a:spcPts val="0"/>
              </a:spcBef>
              <a:spcAft>
                <a:spcPts val="0"/>
              </a:spcAft>
              <a:buNone/>
            </a:pPr>
            <a:r>
              <a:rPr lang="en" i="1"/>
              <a:t>Network optimization process requiring cross-domain integration for Communication Service Providers. Proactively monitors network degradation. Creates and deploys remediation plans to ensure consistent operations. Combines “digital twins” traditional ML/AI, utility data (IoT) in a multilayer approach.</a:t>
            </a:r>
            <a:endParaRPr i="1"/>
          </a:p>
          <a:p>
            <a:pPr marL="0" lvl="0" indent="0" algn="l" rtl="0">
              <a:spcBef>
                <a:spcPts val="0"/>
              </a:spcBef>
              <a:spcAft>
                <a:spcPts val="0"/>
              </a:spcAft>
              <a:buNone/>
            </a:pPr>
            <a:endParaRPr i="1"/>
          </a:p>
          <a:p>
            <a:pPr marL="0" lvl="0" indent="0" algn="l" rtl="0">
              <a:spcBef>
                <a:spcPts val="0"/>
              </a:spcBef>
              <a:spcAft>
                <a:spcPts val="0"/>
              </a:spcAft>
              <a:buNone/>
            </a:pPr>
            <a:r>
              <a:rPr lang="en" i="1"/>
              <a:t>Supply Chain / Logistics</a:t>
            </a:r>
            <a:endParaRPr i="1"/>
          </a:p>
          <a:p>
            <a:pPr marL="0" lvl="0" indent="0" algn="l" rtl="0">
              <a:spcBef>
                <a:spcPts val="0"/>
              </a:spcBef>
              <a:spcAft>
                <a:spcPts val="0"/>
              </a:spcAft>
              <a:buNone/>
            </a:pPr>
            <a:r>
              <a:rPr lang="en" b="1" i="1"/>
              <a:t>Demand Forecasting and Optimization</a:t>
            </a:r>
            <a:endParaRPr b="1" i="1"/>
          </a:p>
          <a:p>
            <a:pPr marL="0" lvl="0" indent="0" algn="l" rtl="0">
              <a:spcBef>
                <a:spcPts val="0"/>
              </a:spcBef>
              <a:spcAft>
                <a:spcPts val="0"/>
              </a:spcAft>
              <a:buNone/>
            </a:pPr>
            <a:r>
              <a:rPr lang="en" i="1"/>
              <a:t>24/7/365 Agentic workforce monitoring and analyzing sales trends and forecasts to optimize materials, goods, and routes ensuring disruptions are minimized. Can even include suggesting “like for like” replacements if a good is out of stock.</a:t>
            </a:r>
            <a:endParaRPr i="1"/>
          </a:p>
          <a:p>
            <a:pPr marL="0" lvl="0" indent="0" algn="l" rtl="0">
              <a:spcBef>
                <a:spcPts val="0"/>
              </a:spcBef>
              <a:spcAft>
                <a:spcPts val="0"/>
              </a:spcAft>
              <a:buNone/>
            </a:pPr>
            <a:endParaRPr i="1"/>
          </a:p>
          <a:p>
            <a:pPr marL="0" lvl="0" indent="0" algn="l" rtl="0">
              <a:spcBef>
                <a:spcPts val="0"/>
              </a:spcBef>
              <a:spcAft>
                <a:spcPts val="0"/>
              </a:spcAft>
              <a:buClr>
                <a:schemeClr val="dk1"/>
              </a:buClr>
              <a:buSzPts val="1100"/>
              <a:buFont typeface="Arial"/>
              <a:buNone/>
            </a:pPr>
            <a:r>
              <a:rPr lang="en" i="1">
                <a:solidFill>
                  <a:schemeClr val="dk1"/>
                </a:solidFill>
              </a:rPr>
              <a:t>Insurance</a:t>
            </a:r>
            <a:endParaRPr i="1">
              <a:solidFill>
                <a:schemeClr val="dk1"/>
              </a:solidFill>
            </a:endParaRPr>
          </a:p>
          <a:p>
            <a:pPr marL="0" lvl="0" indent="0" algn="l" rtl="0">
              <a:spcBef>
                <a:spcPts val="0"/>
              </a:spcBef>
              <a:spcAft>
                <a:spcPts val="0"/>
              </a:spcAft>
              <a:buClr>
                <a:schemeClr val="dk1"/>
              </a:buClr>
              <a:buSzPts val="1100"/>
              <a:buFont typeface="Arial"/>
              <a:buNone/>
            </a:pPr>
            <a:r>
              <a:rPr lang="en" b="1" i="1">
                <a:solidFill>
                  <a:schemeClr val="dk1"/>
                </a:solidFill>
              </a:rPr>
              <a:t>Health Insurance Appeals Management</a:t>
            </a:r>
            <a:endParaRPr i="1"/>
          </a:p>
          <a:p>
            <a:pPr marL="0" lvl="0" indent="0" algn="l" rtl="0">
              <a:spcBef>
                <a:spcPts val="0"/>
              </a:spcBef>
              <a:spcAft>
                <a:spcPts val="0"/>
              </a:spcAft>
              <a:buNone/>
            </a:pPr>
            <a:r>
              <a:rPr lang="en" i="1"/>
              <a:t>Managesthe intake and review of appeals for denied medical claims (important and stressful time). Combines unstructured appeal documents, retrieves corresponding claims data, and generates tailored suggestions for Appeal Coordinators to action in accordance with organizational-approved guidelines (HITL)</a:t>
            </a:r>
            <a:endParaRPr i="1"/>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55"/>
        <p:cNvGrpSpPr/>
        <p:nvPr/>
      </p:nvGrpSpPr>
      <p:grpSpPr>
        <a:xfrm>
          <a:off x="0" y="0"/>
          <a:ext cx="0" cy="0"/>
          <a:chOff x="0" y="0"/>
          <a:chExt cx="0" cy="0"/>
        </a:xfrm>
      </p:grpSpPr>
      <p:sp>
        <p:nvSpPr>
          <p:cNvPr id="2556" name="Google Shape;2556;g37d1274bff4_0_74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57" name="Google Shape;2557;g37d1274bff4_0_74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5"/>
        <p:cNvGrpSpPr/>
        <p:nvPr/>
      </p:nvGrpSpPr>
      <p:grpSpPr>
        <a:xfrm>
          <a:off x="0" y="0"/>
          <a:ext cx="0" cy="0"/>
          <a:chOff x="0" y="0"/>
          <a:chExt cx="0" cy="0"/>
        </a:xfrm>
      </p:grpSpPr>
      <p:sp>
        <p:nvSpPr>
          <p:cNvPr id="2566" name="Google Shape;2566;g37d1274bff4_0_75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67" name="Google Shape;2567;g37d1274bff4_0_7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
                <a:solidFill>
                  <a:schemeClr val="dk1"/>
                </a:solidFill>
              </a:rPr>
              <a:t>Alright everyone, that’s all the time we have for today.  Let’s keep the conversation going.</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76"/>
        <p:cNvGrpSpPr/>
        <p:nvPr/>
      </p:nvGrpSpPr>
      <p:grpSpPr>
        <a:xfrm>
          <a:off x="0" y="0"/>
          <a:ext cx="0" cy="0"/>
          <a:chOff x="0" y="0"/>
          <a:chExt cx="0" cy="0"/>
        </a:xfrm>
      </p:grpSpPr>
      <p:sp>
        <p:nvSpPr>
          <p:cNvPr id="2577" name="Google Shape;2577;g37d1274bff4_0_76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78" name="Google Shape;2578;g37d1274bff4_0_76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83"/>
        <p:cNvGrpSpPr/>
        <p:nvPr/>
      </p:nvGrpSpPr>
      <p:grpSpPr>
        <a:xfrm>
          <a:off x="0" y="0"/>
          <a:ext cx="0" cy="0"/>
          <a:chOff x="0" y="0"/>
          <a:chExt cx="0" cy="0"/>
        </a:xfrm>
      </p:grpSpPr>
      <p:sp>
        <p:nvSpPr>
          <p:cNvPr id="2584" name="Google Shape;2584;g37d1274bff4_0_76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85" name="Google Shape;2585;g37d1274bff4_0_76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31"/>
        <p:cNvGrpSpPr/>
        <p:nvPr/>
      </p:nvGrpSpPr>
      <p:grpSpPr>
        <a:xfrm>
          <a:off x="0" y="0"/>
          <a:ext cx="0" cy="0"/>
          <a:chOff x="0" y="0"/>
          <a:chExt cx="0" cy="0"/>
        </a:xfrm>
      </p:grpSpPr>
      <p:sp>
        <p:nvSpPr>
          <p:cNvPr id="2632" name="Google Shape;2632;g37d1274bff4_0_81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33" name="Google Shape;2633;g37d1274bff4_0_8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298450" algn="l" rtl="0">
              <a:spcBef>
                <a:spcPts val="0"/>
              </a:spcBef>
              <a:spcAft>
                <a:spcPts val="0"/>
              </a:spcAft>
              <a:buSzPts val="1100"/>
              <a:buChar char="●"/>
            </a:pPr>
            <a:r>
              <a:rPr lang="en"/>
              <a:t>Camunda’s mission </a:t>
            </a:r>
            <a:r>
              <a:rPr lang="en">
                <a:solidFill>
                  <a:schemeClr val="dk1"/>
                </a:solidFill>
              </a:rPr>
              <a:t>since 2013</a:t>
            </a:r>
            <a:endParaRPr/>
          </a:p>
          <a:p>
            <a:pPr marL="457200" lvl="0" indent="-298450" algn="l" rtl="0">
              <a:spcBef>
                <a:spcPts val="0"/>
              </a:spcBef>
              <a:spcAft>
                <a:spcPts val="0"/>
              </a:spcAft>
              <a:buSzPts val="1100"/>
              <a:buChar char="●"/>
            </a:pPr>
            <a:r>
              <a:rPr lang="en"/>
              <a:t>A process orchestration &amp; automation platform</a:t>
            </a:r>
            <a:endParaRPr/>
          </a:p>
          <a:p>
            <a:pPr marL="457200" lvl="0" indent="-298450" algn="l" rtl="0">
              <a:spcBef>
                <a:spcPts val="0"/>
              </a:spcBef>
              <a:spcAft>
                <a:spcPts val="0"/>
              </a:spcAft>
              <a:buSzPts val="1100"/>
              <a:buChar char="●"/>
            </a:pPr>
            <a:r>
              <a:rPr lang="en"/>
              <a:t>End-to-end process orchestration powered by BPMN</a:t>
            </a:r>
            <a:endParaRPr/>
          </a:p>
          <a:p>
            <a:pPr marL="457200" lvl="0" indent="-298450" algn="l" rtl="0">
              <a:spcBef>
                <a:spcPts val="0"/>
              </a:spcBef>
              <a:spcAft>
                <a:spcPts val="0"/>
              </a:spcAft>
              <a:buSzPts val="1100"/>
              <a:buChar char="●"/>
            </a:pPr>
            <a:r>
              <a:rPr lang="en"/>
              <a:t>At the core</a:t>
            </a:r>
            <a:endParaRPr/>
          </a:p>
          <a:p>
            <a:pPr marL="457200" lvl="0" indent="-298450" algn="l" rtl="0">
              <a:spcBef>
                <a:spcPts val="0"/>
              </a:spcBef>
              <a:spcAft>
                <a:spcPts val="0"/>
              </a:spcAft>
              <a:buSzPts val="1100"/>
              <a:buChar char="●"/>
            </a:pPr>
            <a:r>
              <a:rPr lang="en"/>
              <a:t>Complemented with “read icons”</a:t>
            </a:r>
            <a:endParaRPr/>
          </a:p>
          <a:p>
            <a:pPr marL="457200" lvl="0" indent="-298450" algn="l" rtl="0">
              <a:spcBef>
                <a:spcPts val="0"/>
              </a:spcBef>
              <a:spcAft>
                <a:spcPts val="0"/>
              </a:spcAft>
              <a:buSzPts val="1100"/>
              <a:buChar char="●"/>
            </a:pPr>
            <a:r>
              <a:rPr lang="en"/>
              <a:t>Including AI Agents</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97"/>
        <p:cNvGrpSpPr/>
        <p:nvPr/>
      </p:nvGrpSpPr>
      <p:grpSpPr>
        <a:xfrm>
          <a:off x="0" y="0"/>
          <a:ext cx="0" cy="0"/>
          <a:chOff x="0" y="0"/>
          <a:chExt cx="0" cy="0"/>
        </a:xfrm>
      </p:grpSpPr>
      <p:sp>
        <p:nvSpPr>
          <p:cNvPr id="2698" name="Google Shape;2698;g37d1274bff4_0_87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99" name="Google Shape;2699;g37d1274bff4_0_87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298450" algn="l" rtl="0">
              <a:spcBef>
                <a:spcPts val="0"/>
              </a:spcBef>
              <a:spcAft>
                <a:spcPts val="0"/>
              </a:spcAft>
              <a:buClr>
                <a:schemeClr val="dk1"/>
              </a:buClr>
              <a:buSzPts val="1100"/>
              <a:buChar char="●"/>
            </a:pPr>
            <a:r>
              <a:rPr lang="en">
                <a:solidFill>
                  <a:schemeClr val="dk1"/>
                </a:solidFill>
              </a:rPr>
              <a:t>Customers embracing to drive enterprise-grade AI adoption</a:t>
            </a:r>
            <a:endParaRPr>
              <a:solidFill>
                <a:schemeClr val="dk1"/>
              </a:solidFill>
            </a:endParaRPr>
          </a:p>
          <a:p>
            <a:pPr marL="457200" lvl="0" indent="-298450" algn="l" rtl="0">
              <a:spcBef>
                <a:spcPts val="0"/>
              </a:spcBef>
              <a:spcAft>
                <a:spcPts val="0"/>
              </a:spcAft>
              <a:buClr>
                <a:schemeClr val="dk1"/>
              </a:buClr>
              <a:buSzPts val="1100"/>
              <a:buChar char="●"/>
            </a:pPr>
            <a:r>
              <a:rPr lang="en">
                <a:solidFill>
                  <a:schemeClr val="dk1"/>
                </a:solidFill>
              </a:rPr>
              <a:t>All sorts of use cases, from customer services, to complex BFSI solutions like transaction monitoring for financial crime or citizen services in public sector</a:t>
            </a:r>
            <a:endParaRPr>
              <a:solidFill>
                <a:schemeClr val="dk1"/>
              </a:solidFill>
            </a:endParaRPr>
          </a:p>
          <a:p>
            <a:pPr marL="457200" lvl="0" indent="-298450" algn="l" rtl="0">
              <a:spcBef>
                <a:spcPts val="0"/>
              </a:spcBef>
              <a:spcAft>
                <a:spcPts val="0"/>
              </a:spcAft>
              <a:buClr>
                <a:schemeClr val="dk1"/>
              </a:buClr>
              <a:buSzPts val="1100"/>
              <a:buChar char="●"/>
            </a:pPr>
            <a:r>
              <a:rPr lang="en">
                <a:solidFill>
                  <a:schemeClr val="dk1"/>
                </a:solidFill>
              </a:rPr>
              <a:t>Some examples created by our partners</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27"/>
        <p:cNvGrpSpPr/>
        <p:nvPr/>
      </p:nvGrpSpPr>
      <p:grpSpPr>
        <a:xfrm>
          <a:off x="0" y="0"/>
          <a:ext cx="0" cy="0"/>
          <a:chOff x="0" y="0"/>
          <a:chExt cx="0" cy="0"/>
        </a:xfrm>
      </p:grpSpPr>
      <p:sp>
        <p:nvSpPr>
          <p:cNvPr id="2728" name="Google Shape;2728;g37d1274bff4_0_99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29" name="Google Shape;2729;g37d1274bff4_0_99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3"/>
        <p:cNvGrpSpPr/>
        <p:nvPr/>
      </p:nvGrpSpPr>
      <p:grpSpPr>
        <a:xfrm>
          <a:off x="0" y="0"/>
          <a:ext cx="0" cy="0"/>
          <a:chOff x="0" y="0"/>
          <a:chExt cx="0" cy="0"/>
        </a:xfrm>
      </p:grpSpPr>
      <p:sp>
        <p:nvSpPr>
          <p:cNvPr id="2734" name="Google Shape;2734;g37d1274bff4_0_99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35" name="Google Shape;2735;g37d1274bff4_0_99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301625" algn="l" rtl="0">
              <a:lnSpc>
                <a:spcPct val="115000"/>
              </a:lnSpc>
              <a:spcBef>
                <a:spcPts val="0"/>
              </a:spcBef>
              <a:spcAft>
                <a:spcPts val="0"/>
              </a:spcAft>
              <a:buClr>
                <a:srgbClr val="1D1C1D"/>
              </a:buClr>
              <a:buSzPts val="1150"/>
              <a:buChar char="●"/>
            </a:pPr>
            <a:r>
              <a:rPr lang="en" sz="1150">
                <a:solidFill>
                  <a:srgbClr val="1D1C1D"/>
                </a:solidFill>
              </a:rPr>
              <a:t>We’ve come a long way</a:t>
            </a:r>
            <a:endParaRPr sz="1150">
              <a:solidFill>
                <a:srgbClr val="1D1C1D"/>
              </a:solidFill>
            </a:endParaRPr>
          </a:p>
          <a:p>
            <a:pPr marL="457200" lvl="0" indent="-301625" algn="l" rtl="0">
              <a:lnSpc>
                <a:spcPct val="115000"/>
              </a:lnSpc>
              <a:spcBef>
                <a:spcPts val="0"/>
              </a:spcBef>
              <a:spcAft>
                <a:spcPts val="0"/>
              </a:spcAft>
              <a:buClr>
                <a:srgbClr val="1D1C1D"/>
              </a:buClr>
              <a:buSzPts val="1150"/>
              <a:buChar char="●"/>
            </a:pPr>
            <a:r>
              <a:rPr lang="en" sz="1150">
                <a:solidFill>
                  <a:srgbClr val="1D1C1D"/>
                </a:solidFill>
              </a:rPr>
              <a:t>Since we disrupted the “BPM” market</a:t>
            </a:r>
            <a:endParaRPr sz="1150">
              <a:solidFill>
                <a:srgbClr val="1D1C1D"/>
              </a:solidFill>
            </a:endParaRPr>
          </a:p>
          <a:p>
            <a:pPr marL="457200" lvl="0" indent="-301625" algn="l" rtl="0">
              <a:lnSpc>
                <a:spcPct val="115000"/>
              </a:lnSpc>
              <a:spcBef>
                <a:spcPts val="0"/>
              </a:spcBef>
              <a:spcAft>
                <a:spcPts val="0"/>
              </a:spcAft>
              <a:buClr>
                <a:srgbClr val="1D1C1D"/>
              </a:buClr>
              <a:buSzPts val="1150"/>
              <a:buChar char="●"/>
            </a:pPr>
            <a:r>
              <a:rPr lang="en" sz="1150">
                <a:solidFill>
                  <a:srgbClr val="1D1C1D"/>
                </a:solidFill>
              </a:rPr>
              <a:t>Clearly outperformed market growth</a:t>
            </a:r>
            <a:endParaRPr sz="1150">
              <a:solidFill>
                <a:srgbClr val="1D1C1D"/>
              </a:solidFill>
            </a:endParaRPr>
          </a:p>
          <a:p>
            <a:pPr marL="457200" lvl="0" indent="-301625" algn="l" rtl="0">
              <a:lnSpc>
                <a:spcPct val="115000"/>
              </a:lnSpc>
              <a:spcBef>
                <a:spcPts val="0"/>
              </a:spcBef>
              <a:spcAft>
                <a:spcPts val="0"/>
              </a:spcAft>
              <a:buClr>
                <a:srgbClr val="1D1C1D"/>
              </a:buClr>
              <a:buSzPts val="1150"/>
              <a:buChar char="●"/>
            </a:pPr>
            <a:r>
              <a:rPr lang="en" sz="1150">
                <a:solidFill>
                  <a:srgbClr val="1D1C1D"/>
                </a:solidFill>
              </a:rPr>
              <a:t>Why: Solved relevant customer problems</a:t>
            </a:r>
            <a:endParaRPr sz="1150">
              <a:solidFill>
                <a:srgbClr val="1D1C1D"/>
              </a:solidFill>
            </a:endParaRPr>
          </a:p>
          <a:p>
            <a:pPr marL="457200" lvl="0" indent="-301625" algn="l" rtl="0">
              <a:lnSpc>
                <a:spcPct val="115000"/>
              </a:lnSpc>
              <a:spcBef>
                <a:spcPts val="0"/>
              </a:spcBef>
              <a:spcAft>
                <a:spcPts val="0"/>
              </a:spcAft>
              <a:buClr>
                <a:srgbClr val="1D1C1D"/>
              </a:buClr>
              <a:buSzPts val="1150"/>
              <a:buChar char="●"/>
            </a:pPr>
            <a:r>
              <a:rPr lang="en" sz="1150">
                <a:solidFill>
                  <a:srgbClr val="1D1C1D"/>
                </a:solidFill>
              </a:rPr>
              <a:t>With Clear vision and relentless execution</a:t>
            </a:r>
            <a:endParaRPr sz="1150">
              <a:solidFill>
                <a:srgbClr val="1D1C1D"/>
              </a:solidFill>
            </a:endParaRPr>
          </a:p>
          <a:p>
            <a:pPr marL="457200" lvl="0" indent="-301625" algn="l" rtl="0">
              <a:lnSpc>
                <a:spcPct val="115000"/>
              </a:lnSpc>
              <a:spcBef>
                <a:spcPts val="0"/>
              </a:spcBef>
              <a:spcAft>
                <a:spcPts val="0"/>
              </a:spcAft>
              <a:buClr>
                <a:srgbClr val="1D1C1D"/>
              </a:buClr>
              <a:buSzPts val="1150"/>
              <a:buChar char="●"/>
            </a:pPr>
            <a:r>
              <a:rPr lang="en" sz="1150">
                <a:solidFill>
                  <a:srgbClr val="1D1C1D"/>
                </a:solidFill>
              </a:rPr>
              <a:t>Also our path going forward</a:t>
            </a:r>
            <a:endParaRPr sz="1150">
              <a:solidFill>
                <a:srgbClr val="1D1C1D"/>
              </a:solidFill>
            </a:endParaRPr>
          </a:p>
          <a:p>
            <a:pPr marL="457200" lvl="0" indent="-301625" algn="l" rtl="0">
              <a:lnSpc>
                <a:spcPct val="115000"/>
              </a:lnSpc>
              <a:spcBef>
                <a:spcPts val="0"/>
              </a:spcBef>
              <a:spcAft>
                <a:spcPts val="0"/>
              </a:spcAft>
              <a:buClr>
                <a:srgbClr val="1D1C1D"/>
              </a:buClr>
              <a:buSzPts val="1150"/>
              <a:buChar char="●"/>
            </a:pPr>
            <a:r>
              <a:rPr lang="en" sz="1150">
                <a:solidFill>
                  <a:srgbClr val="1D1C1D"/>
                </a:solidFill>
              </a:rPr>
              <a:t>Next chapter for Camunda and Automation market</a:t>
            </a:r>
            <a:endParaRPr sz="1150">
              <a:solidFill>
                <a:srgbClr val="1D1C1D"/>
              </a:solidFill>
            </a:endParaRPr>
          </a:p>
          <a:p>
            <a:pPr marL="457200" lvl="0" indent="-301625" algn="l" rtl="0">
              <a:lnSpc>
                <a:spcPct val="115000"/>
              </a:lnSpc>
              <a:spcBef>
                <a:spcPts val="0"/>
              </a:spcBef>
              <a:spcAft>
                <a:spcPts val="0"/>
              </a:spcAft>
              <a:buClr>
                <a:srgbClr val="1D1C1D"/>
              </a:buClr>
              <a:buSzPts val="1150"/>
              <a:buChar char="●"/>
            </a:pPr>
            <a:r>
              <a:rPr lang="en" sz="1150">
                <a:solidFill>
                  <a:srgbClr val="1D1C1D"/>
                </a:solidFill>
              </a:rPr>
              <a:t>Let me fill you in</a:t>
            </a:r>
            <a:endParaRPr sz="1150">
              <a:solidFill>
                <a:srgbClr val="1D1C1D"/>
              </a:solidFill>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35"/>
        <p:cNvGrpSpPr/>
        <p:nvPr/>
      </p:nvGrpSpPr>
      <p:grpSpPr>
        <a:xfrm>
          <a:off x="0" y="0"/>
          <a:ext cx="0" cy="0"/>
          <a:chOff x="0" y="0"/>
          <a:chExt cx="0" cy="0"/>
        </a:xfrm>
      </p:grpSpPr>
      <p:sp>
        <p:nvSpPr>
          <p:cNvPr id="2836" name="Google Shape;2836;g37d1274bff4_0_109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37" name="Google Shape;2837;g37d1274bff4_0_109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solidFill>
                <a:schemeClr val="dk1"/>
              </a:solidFill>
              <a:latin typeface="IBM Plex Sans"/>
              <a:ea typeface="IBM Plex Sans"/>
              <a:cs typeface="IBM Plex Sans"/>
              <a:sym typeface="IBM Plex Sans"/>
            </a:endParaRPr>
          </a:p>
          <a:p>
            <a:pPr marL="0" lvl="0" indent="0" algn="l" rtl="0">
              <a:spcBef>
                <a:spcPts val="0"/>
              </a:spcBef>
              <a:spcAft>
                <a:spcPts val="0"/>
              </a:spcAft>
              <a:buNone/>
            </a:pPr>
            <a:endParaRPr>
              <a:solidFill>
                <a:schemeClr val="dk1"/>
              </a:solidFill>
              <a:latin typeface="IBM Plex Sans"/>
              <a:ea typeface="IBM Plex Sans"/>
              <a:cs typeface="IBM Plex Sans"/>
              <a:sym typeface="IBM Plex Sans"/>
            </a:endParaRPr>
          </a:p>
          <a:p>
            <a:pPr marL="457200" lvl="0" indent="-298450" algn="l" rtl="0">
              <a:spcBef>
                <a:spcPts val="0"/>
              </a:spcBef>
              <a:spcAft>
                <a:spcPts val="0"/>
              </a:spcAft>
              <a:buClr>
                <a:schemeClr val="dk1"/>
              </a:buClr>
              <a:buSzPts val="1100"/>
              <a:buChar char="●"/>
            </a:pPr>
            <a:r>
              <a:rPr lang="en">
                <a:solidFill>
                  <a:schemeClr val="dk1"/>
                </a:solidFill>
                <a:latin typeface="IBM Plex Sans"/>
                <a:ea typeface="IBM Plex Sans"/>
                <a:cs typeface="IBM Plex Sans"/>
                <a:sym typeface="IBM Plex Sans"/>
              </a:rPr>
              <a:t>Today, we have </a:t>
            </a:r>
            <a:r>
              <a:rPr lang="en" b="1">
                <a:solidFill>
                  <a:schemeClr val="dk1"/>
                </a:solidFill>
                <a:latin typeface="IBM Plex Sans"/>
                <a:ea typeface="IBM Plex Sans"/>
                <a:cs typeface="IBM Plex Sans"/>
                <a:sym typeface="IBM Plex Sans"/>
              </a:rPr>
              <a:t>over 500 customers across</a:t>
            </a:r>
            <a:r>
              <a:rPr lang="en">
                <a:solidFill>
                  <a:schemeClr val="dk1"/>
                </a:solidFill>
                <a:latin typeface="IBM Plex Sans"/>
                <a:ea typeface="IBM Plex Sans"/>
                <a:cs typeface="IBM Plex Sans"/>
                <a:sym typeface="IBM Plex Sans"/>
              </a:rPr>
              <a:t> the globe and across industries using and transforming with Camunda</a:t>
            </a:r>
            <a:endParaRPr>
              <a:solidFill>
                <a:schemeClr val="dk1"/>
              </a:solidFill>
              <a:latin typeface="IBM Plex Sans"/>
              <a:ea typeface="IBM Plex Sans"/>
              <a:cs typeface="IBM Plex Sans"/>
              <a:sym typeface="IBM Plex Sans"/>
            </a:endParaRPr>
          </a:p>
          <a:p>
            <a:pPr marL="457200" lvl="0" indent="-298450" algn="l" rtl="0">
              <a:spcBef>
                <a:spcPts val="0"/>
              </a:spcBef>
              <a:spcAft>
                <a:spcPts val="0"/>
              </a:spcAft>
              <a:buClr>
                <a:schemeClr val="dk1"/>
              </a:buClr>
              <a:buSzPts val="1100"/>
              <a:buChar char="●"/>
            </a:pPr>
            <a:r>
              <a:rPr lang="en">
                <a:solidFill>
                  <a:schemeClr val="dk1"/>
                </a:solidFill>
                <a:latin typeface="IBM Plex Sans"/>
                <a:ea typeface="IBM Plex Sans"/>
                <a:cs typeface="IBM Plex Sans"/>
                <a:sym typeface="IBM Plex Sans"/>
              </a:rPr>
              <a:t>Our process orchestration technology is very flexible, which means our customers using our software for many </a:t>
            </a:r>
            <a:r>
              <a:rPr lang="en" b="1">
                <a:solidFill>
                  <a:schemeClr val="dk1"/>
                </a:solidFill>
                <a:latin typeface="IBM Plex Sans"/>
                <a:ea typeface="IBM Plex Sans"/>
                <a:cs typeface="IBM Plex Sans"/>
                <a:sym typeface="IBM Plex Sans"/>
              </a:rPr>
              <a:t>different types of use cases</a:t>
            </a:r>
            <a:endParaRPr b="1">
              <a:solidFill>
                <a:schemeClr val="dk1"/>
              </a:solidFill>
              <a:latin typeface="IBM Plex Sans"/>
              <a:ea typeface="IBM Plex Sans"/>
              <a:cs typeface="IBM Plex Sans"/>
              <a:sym typeface="IBM Plex Sans"/>
            </a:endParaRPr>
          </a:p>
          <a:p>
            <a:pPr marL="457200" lvl="0" indent="-298450" algn="l" rtl="0">
              <a:spcBef>
                <a:spcPts val="0"/>
              </a:spcBef>
              <a:spcAft>
                <a:spcPts val="0"/>
              </a:spcAft>
              <a:buClr>
                <a:schemeClr val="dk1"/>
              </a:buClr>
              <a:buSzPts val="1100"/>
              <a:buChar char="●"/>
            </a:pPr>
            <a:r>
              <a:rPr lang="en">
                <a:solidFill>
                  <a:schemeClr val="dk1"/>
                </a:solidFill>
                <a:latin typeface="IBM Plex Sans"/>
                <a:ea typeface="IBM Plex Sans"/>
                <a:cs typeface="IBM Plex Sans"/>
                <a:sym typeface="IBM Plex Sans"/>
              </a:rPr>
              <a:t>Many </a:t>
            </a:r>
            <a:r>
              <a:rPr lang="en" b="1">
                <a:solidFill>
                  <a:schemeClr val="dk1"/>
                </a:solidFill>
                <a:latin typeface="IBM Plex Sans"/>
                <a:ea typeface="IBM Plex Sans"/>
                <a:cs typeface="IBM Plex Sans"/>
                <a:sym typeface="IBM Plex Sans"/>
              </a:rPr>
              <a:t>marquee brands </a:t>
            </a:r>
            <a:r>
              <a:rPr lang="en">
                <a:solidFill>
                  <a:schemeClr val="dk1"/>
                </a:solidFill>
                <a:latin typeface="IBM Plex Sans"/>
                <a:ea typeface="IBM Plex Sans"/>
                <a:cs typeface="IBM Plex Sans"/>
                <a:sym typeface="IBM Plex Sans"/>
              </a:rPr>
              <a:t>and household names - this is just a small sample</a:t>
            </a:r>
            <a:endParaRPr>
              <a:solidFill>
                <a:schemeClr val="dk1"/>
              </a:solidFill>
              <a:latin typeface="IBM Plex Sans"/>
              <a:ea typeface="IBM Plex Sans"/>
              <a:cs typeface="IBM Plex Sans"/>
              <a:sym typeface="IBM Plex Sans"/>
            </a:endParaRPr>
          </a:p>
          <a:p>
            <a:pPr marL="0" lvl="0" indent="0" algn="l" rtl="0">
              <a:spcBef>
                <a:spcPts val="0"/>
              </a:spcBef>
              <a:spcAft>
                <a:spcPts val="0"/>
              </a:spcAft>
              <a:buNone/>
            </a:pPr>
            <a:endParaRPr>
              <a:solidFill>
                <a:schemeClr val="dk1"/>
              </a:solidFill>
            </a:endParaRPr>
          </a:p>
          <a:p>
            <a:pPr marL="0" lvl="0" indent="0" algn="l" rtl="0">
              <a:spcBef>
                <a:spcPts val="0"/>
              </a:spcBef>
              <a:spcAft>
                <a:spcPts val="0"/>
              </a:spcAft>
              <a:buNone/>
            </a:pPr>
            <a:endParaRPr>
              <a:solidFill>
                <a:schemeClr val="dk1"/>
              </a:solidFill>
            </a:endParaRPr>
          </a:p>
          <a:p>
            <a:pPr marL="457200" lvl="0" indent="0" algn="l" rtl="0">
              <a:spcBef>
                <a:spcPts val="0"/>
              </a:spcBef>
              <a:spcAft>
                <a:spcPts val="0"/>
              </a:spcAft>
              <a:buNone/>
            </a:pPr>
            <a:endParaRPr>
              <a:solidFill>
                <a:schemeClr val="dk1"/>
              </a:solidFill>
            </a:endParaRPr>
          </a:p>
          <a:p>
            <a:pPr marL="0" lvl="0" indent="0" algn="l" rtl="0">
              <a:spcBef>
                <a:spcPts val="0"/>
              </a:spcBef>
              <a:spcAft>
                <a:spcPts val="0"/>
              </a:spcAft>
              <a:buNone/>
            </a:pP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03"/>
        <p:cNvGrpSpPr/>
        <p:nvPr/>
      </p:nvGrpSpPr>
      <p:grpSpPr>
        <a:xfrm>
          <a:off x="0" y="0"/>
          <a:ext cx="0" cy="0"/>
          <a:chOff x="0" y="0"/>
          <a:chExt cx="0" cy="0"/>
        </a:xfrm>
      </p:grpSpPr>
      <p:sp>
        <p:nvSpPr>
          <p:cNvPr id="2904" name="Google Shape;2904;g37d1274bff4_0_11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05" name="Google Shape;2905;g37d1274bff4_0_11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45"/>
        <p:cNvGrpSpPr/>
        <p:nvPr/>
      </p:nvGrpSpPr>
      <p:grpSpPr>
        <a:xfrm>
          <a:off x="0" y="0"/>
          <a:ext cx="0" cy="0"/>
          <a:chOff x="0" y="0"/>
          <a:chExt cx="0" cy="0"/>
        </a:xfrm>
      </p:grpSpPr>
      <p:sp>
        <p:nvSpPr>
          <p:cNvPr id="5846" name="Google Shape;5846;g37d18846cd4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47" name="Google Shape;5847;g37d18846cd4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56"/>
        <p:cNvGrpSpPr/>
        <p:nvPr/>
      </p:nvGrpSpPr>
      <p:grpSpPr>
        <a:xfrm>
          <a:off x="0" y="0"/>
          <a:ext cx="0" cy="0"/>
          <a:chOff x="0" y="0"/>
          <a:chExt cx="0" cy="0"/>
        </a:xfrm>
      </p:grpSpPr>
      <p:sp>
        <p:nvSpPr>
          <p:cNvPr id="5857" name="Google Shape;5857;g37d18846cd4_0_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58" name="Google Shape;5858;g37d18846cd4_0_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Why Partner with Camunda?  This speaks to the the strategic importance as to why the partner is investing in Camunda. </a:t>
            </a:r>
            <a:endParaRPr/>
          </a:p>
          <a:p>
            <a:pPr marL="0" lvl="0" indent="0" algn="l" rtl="0">
              <a:spcBef>
                <a:spcPts val="0"/>
              </a:spcBef>
              <a:spcAft>
                <a:spcPts val="0"/>
              </a:spcAft>
              <a:buNone/>
            </a:pPr>
            <a:r>
              <a:rPr lang="en"/>
              <a:t>What customer value do we drive with Camunda?  ROI outcomes</a:t>
            </a:r>
            <a:endParaRPr/>
          </a:p>
          <a:p>
            <a:pPr marL="0" lvl="0" indent="0" algn="l" rtl="0">
              <a:spcBef>
                <a:spcPts val="0"/>
              </a:spcBef>
              <a:spcAft>
                <a:spcPts val="0"/>
              </a:spcAft>
              <a:buNone/>
            </a:pPr>
            <a:r>
              <a:rPr lang="en"/>
              <a:t>Why is Camunda a superior technology ?</a:t>
            </a:r>
            <a:endParaRPr/>
          </a:p>
          <a:p>
            <a:pPr marL="0" lvl="0" indent="0" algn="l" rtl="0">
              <a:spcBef>
                <a:spcPts val="0"/>
              </a:spcBef>
              <a:spcAft>
                <a:spcPts val="0"/>
              </a:spcAft>
              <a:buNone/>
            </a:pP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67"/>
        <p:cNvGrpSpPr/>
        <p:nvPr/>
      </p:nvGrpSpPr>
      <p:grpSpPr>
        <a:xfrm>
          <a:off x="0" y="0"/>
          <a:ext cx="0" cy="0"/>
          <a:chOff x="0" y="0"/>
          <a:chExt cx="0" cy="0"/>
        </a:xfrm>
      </p:grpSpPr>
      <p:sp>
        <p:nvSpPr>
          <p:cNvPr id="5868" name="Google Shape;5868;g37d18846cd4_0_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69" name="Google Shape;5869;g37d18846cd4_0_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solidFill>
                  <a:schemeClr val="dk1"/>
                </a:solidFill>
              </a:rPr>
              <a:t>The latest version of the Camunda company description can be found at </a:t>
            </a:r>
            <a:r>
              <a:rPr lang="en" u="sng">
                <a:solidFill>
                  <a:schemeClr val="dk1"/>
                </a:solidFill>
                <a:hlinkClick r:id="rId3">
                  <a:extLst>
                    <a:ext uri="{A12FA001-AC4F-418D-AE19-62706E023703}">
                      <ahyp:hlinkClr xmlns:ahyp="http://schemas.microsoft.com/office/drawing/2018/hyperlinkcolor" val="tx"/>
                    </a:ext>
                  </a:extLst>
                </a:hlinkClick>
              </a:rPr>
              <a:t>https://camunda.com/brand/</a:t>
            </a:r>
            <a:r>
              <a:rPr lang="en">
                <a:solidFill>
                  <a:schemeClr val="dk1"/>
                </a:solidFill>
              </a:rPr>
              <a:t> </a:t>
            </a:r>
            <a:endParaRPr>
              <a:solidFill>
                <a:schemeClr val="dk1"/>
              </a:solidFill>
            </a:endParaRPr>
          </a:p>
          <a:p>
            <a:pPr marL="0" lvl="0" indent="0" algn="l" rtl="0">
              <a:spcBef>
                <a:spcPts val="0"/>
              </a:spcBef>
              <a:spcAft>
                <a:spcPts val="0"/>
              </a:spcAft>
              <a:buNone/>
            </a:pPr>
            <a:endParaRPr>
              <a:solidFill>
                <a:schemeClr val="dk1"/>
              </a:solidFill>
            </a:endParaRPr>
          </a:p>
          <a:p>
            <a:pPr marL="0" lvl="0" indent="0" algn="l" rtl="0">
              <a:spcBef>
                <a:spcPts val="0"/>
              </a:spcBef>
              <a:spcAft>
                <a:spcPts val="0"/>
              </a:spcAft>
              <a:buNone/>
            </a:pPr>
            <a:r>
              <a:rPr lang="en">
                <a:solidFill>
                  <a:schemeClr val="dk1"/>
                </a:solidFill>
              </a:rPr>
              <a:t>Correct as of September 9, 2025</a:t>
            </a:r>
            <a:endParaRPr>
              <a:solidFill>
                <a:schemeClr val="dk1"/>
              </a:solidFill>
            </a:endParaRPr>
          </a:p>
          <a:p>
            <a:pPr marL="0" lvl="0" indent="0" algn="l" rtl="0">
              <a:spcBef>
                <a:spcPts val="0"/>
              </a:spcBef>
              <a:spcAft>
                <a:spcPts val="0"/>
              </a:spcAft>
              <a:buNone/>
            </a:pPr>
            <a:endParaRPr>
              <a:solidFill>
                <a:schemeClr val="dk1"/>
              </a:solidFill>
            </a:endParaRPr>
          </a:p>
          <a:p>
            <a:pPr marL="0" lvl="0" indent="0" algn="l" rtl="0">
              <a:spcBef>
                <a:spcPts val="0"/>
              </a:spcBef>
              <a:spcAft>
                <a:spcPts val="0"/>
              </a:spcAft>
              <a:buNone/>
            </a:pPr>
            <a:r>
              <a:rPr lang="en" sz="3250">
                <a:solidFill>
                  <a:schemeClr val="dk1"/>
                </a:solidFill>
              </a:rPr>
              <a:t>English version</a:t>
            </a:r>
            <a:endParaRPr sz="3250">
              <a:solidFill>
                <a:schemeClr val="dk1"/>
              </a:solidFill>
            </a:endParaRPr>
          </a:p>
          <a:p>
            <a:pPr marL="0" lvl="0" indent="0" algn="l" rtl="0">
              <a:lnSpc>
                <a:spcPct val="155000"/>
              </a:lnSpc>
              <a:spcBef>
                <a:spcPts val="0"/>
              </a:spcBef>
              <a:spcAft>
                <a:spcPts val="0"/>
              </a:spcAft>
              <a:buNone/>
            </a:pPr>
            <a:r>
              <a:rPr lang="en" sz="1200">
                <a:solidFill>
                  <a:schemeClr val="dk1"/>
                </a:solidFill>
              </a:rPr>
              <a:t>About Camunda</a:t>
            </a:r>
            <a:endParaRPr sz="1200">
              <a:solidFill>
                <a:schemeClr val="dk1"/>
              </a:solidFill>
            </a:endParaRPr>
          </a:p>
          <a:p>
            <a:pPr marL="0" lvl="0" indent="0" algn="l" rtl="0">
              <a:lnSpc>
                <a:spcPct val="155000"/>
              </a:lnSpc>
              <a:spcBef>
                <a:spcPts val="900"/>
              </a:spcBef>
              <a:spcAft>
                <a:spcPts val="0"/>
              </a:spcAft>
              <a:buNone/>
            </a:pPr>
            <a:r>
              <a:rPr lang="en" sz="1200">
                <a:solidFill>
                  <a:schemeClr val="dk1"/>
                </a:solidFill>
              </a:rPr>
              <a:t>Camunda enables organizations to orchestrate and automate processes across people, systems, and devices to continuously overcome complexity, increase efficiency, and fully operationalize AI. Built for business and IT, Camunda’s leading orchestration and automation platform executes any process at the required speed and scale to remain competitive without compromising security, governance, or innovation. Over 700 companies across all industries, including Atlassian, ING, and Vodafone, trust Camunda with the design, orchestration, automation, and improvement of their business-critical processes to accelerate digital transformation. To learn more, visit camunda.com.</a:t>
            </a:r>
            <a:endParaRPr sz="1200">
              <a:solidFill>
                <a:schemeClr val="dk1"/>
              </a:solidFill>
            </a:endParaRPr>
          </a:p>
          <a:p>
            <a:pPr marL="0" lvl="0" indent="0" algn="l" rtl="0">
              <a:spcBef>
                <a:spcPts val="2400"/>
              </a:spcBef>
              <a:spcAft>
                <a:spcPts val="0"/>
              </a:spcAft>
              <a:buNone/>
            </a:pPr>
            <a:r>
              <a:rPr lang="en" sz="3250">
                <a:solidFill>
                  <a:schemeClr val="dk1"/>
                </a:solidFill>
              </a:rPr>
              <a:t>German version</a:t>
            </a:r>
            <a:endParaRPr sz="3250">
              <a:solidFill>
                <a:schemeClr val="dk1"/>
              </a:solidFill>
            </a:endParaRPr>
          </a:p>
          <a:p>
            <a:pPr marL="0" lvl="0" indent="0" algn="l" rtl="0">
              <a:lnSpc>
                <a:spcPct val="155000"/>
              </a:lnSpc>
              <a:spcBef>
                <a:spcPts val="0"/>
              </a:spcBef>
              <a:spcAft>
                <a:spcPts val="0"/>
              </a:spcAft>
              <a:buNone/>
            </a:pPr>
            <a:r>
              <a:rPr lang="en" sz="1200">
                <a:solidFill>
                  <a:schemeClr val="dk1"/>
                </a:solidFill>
              </a:rPr>
              <a:t> Über Camunda</a:t>
            </a:r>
            <a:endParaRPr sz="1200">
              <a:solidFill>
                <a:schemeClr val="dk1"/>
              </a:solidFill>
            </a:endParaRPr>
          </a:p>
          <a:p>
            <a:pPr marL="0" lvl="0" indent="0" algn="l" rtl="0">
              <a:lnSpc>
                <a:spcPct val="155000"/>
              </a:lnSpc>
              <a:spcBef>
                <a:spcPts val="900"/>
              </a:spcBef>
              <a:spcAft>
                <a:spcPts val="0"/>
              </a:spcAft>
              <a:buNone/>
            </a:pPr>
            <a:r>
              <a:rPr lang="en" sz="1200">
                <a:solidFill>
                  <a:schemeClr val="dk1"/>
                </a:solidFill>
              </a:rPr>
              <a:t>Camunda ermöglicht es Unternehmen, ihre Prozesse über Menschen, Systeme und Geräte hinweg zu orchestrieren und zu automatisieren. So lassen sich Komplexität bewältigen, Effizienz steigern und auch KI vollständig operationalisieren. Camundas führende Orchestrierungs- und Automatisierungsplattform wurde gleichermaßen für Fach- und IT-Abteilungen entwickelt. Sie führt jeden Prozess mit der nötigen Geschwindigkeit und Skalierbarkeit aus, um wettbewerbsfähig zu bleiben – und das ohne Kompromisse bei Sicherheit, Governance oder Innovation. Über 700 Unternehmen aller Branchen, darunter Atlassian, ING und Vodafone, vertrauen zur Orchestrierung, Automatisierung und Optimierung ihrer geschäftskritischen Prozesse auf Camunda, um ihre digitale Transformation zu beschleunigen. Weitere Informationen finden Sie unter camunda.de.</a:t>
            </a:r>
            <a:endParaRPr sz="1200">
              <a:solidFill>
                <a:schemeClr val="dk1"/>
              </a:solidFill>
            </a:endParaRPr>
          </a:p>
          <a:p>
            <a:pPr marL="0" lvl="0" indent="0" algn="l" rtl="0">
              <a:spcBef>
                <a:spcPts val="2400"/>
              </a:spcBef>
              <a:spcAft>
                <a:spcPts val="0"/>
              </a:spcAft>
              <a:buNone/>
            </a:pPr>
            <a:r>
              <a:rPr lang="en" sz="3250">
                <a:solidFill>
                  <a:schemeClr val="dk1"/>
                </a:solidFill>
              </a:rPr>
              <a:t>French version</a:t>
            </a:r>
            <a:endParaRPr sz="3250">
              <a:solidFill>
                <a:schemeClr val="dk1"/>
              </a:solidFill>
            </a:endParaRPr>
          </a:p>
          <a:p>
            <a:pPr marL="0" lvl="0" indent="0" algn="l" rtl="0">
              <a:lnSpc>
                <a:spcPct val="155000"/>
              </a:lnSpc>
              <a:spcBef>
                <a:spcPts val="0"/>
              </a:spcBef>
              <a:spcAft>
                <a:spcPts val="0"/>
              </a:spcAft>
              <a:buNone/>
            </a:pPr>
            <a:r>
              <a:rPr lang="en" sz="1200">
                <a:solidFill>
                  <a:schemeClr val="dk1"/>
                </a:solidFill>
              </a:rPr>
              <a:t>À propos de Camunda</a:t>
            </a:r>
            <a:endParaRPr sz="1200">
              <a:solidFill>
                <a:schemeClr val="dk1"/>
              </a:solidFill>
            </a:endParaRPr>
          </a:p>
          <a:p>
            <a:pPr marL="0" lvl="0" indent="0" algn="l" rtl="0">
              <a:lnSpc>
                <a:spcPct val="155000"/>
              </a:lnSpc>
              <a:spcBef>
                <a:spcPts val="900"/>
              </a:spcBef>
              <a:spcAft>
                <a:spcPts val="0"/>
              </a:spcAft>
              <a:buNone/>
            </a:pPr>
            <a:r>
              <a:rPr lang="en" sz="1200">
                <a:solidFill>
                  <a:schemeClr val="dk1"/>
                </a:solidFill>
              </a:rPr>
              <a:t>Camunda permet aux entreprises d’orchestrer et d’automatiser les processus impliquant personnes, systèmes et appareils afin de maîtriser durablement la complexité opérationnelle, accroître l’efficacité et exploiter tout le potentiel de l’IA. Conçue pour les équipes métier et les services informatiques, la plateforme d’orchestration et d’automatisation de Camunda permet d’exécuter tous types de processus, avec la rapidité et l’échelle requises pour améliorer la compétitivité, tout en garantissant sécurité, gouvernance et innovation. Plus de 700 entreprises leaders de leurs secteurs, telles que Atlassian, Decathlon, EDF et Vodafone, font confiance à Camunda pour concevoir, orchestrer, automatiser et optimiser leurs processus critiques, accélérant ainsi leur transformation digitale. Pour en savoir plus, consultez camunda.com.</a:t>
            </a:r>
            <a:endParaRPr sz="1200">
              <a:solidFill>
                <a:schemeClr val="dk1"/>
              </a:solidFill>
            </a:endParaRPr>
          </a:p>
          <a:p>
            <a:pPr marL="0" lvl="0" indent="0" algn="l" rtl="0">
              <a:spcBef>
                <a:spcPts val="900"/>
              </a:spcBef>
              <a:spcAft>
                <a:spcPts val="0"/>
              </a:spcAft>
              <a:buNone/>
            </a:pPr>
            <a:endParaRPr>
              <a:solidFill>
                <a:schemeClr val="dk1"/>
              </a:solidFill>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79"/>
        <p:cNvGrpSpPr/>
        <p:nvPr/>
      </p:nvGrpSpPr>
      <p:grpSpPr>
        <a:xfrm>
          <a:off x="0" y="0"/>
          <a:ext cx="0" cy="0"/>
          <a:chOff x="0" y="0"/>
          <a:chExt cx="0" cy="0"/>
        </a:xfrm>
      </p:grpSpPr>
      <p:sp>
        <p:nvSpPr>
          <p:cNvPr id="5880" name="Google Shape;5880;g37d18846cd4_0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81" name="Google Shape;5881;g37d18846cd4_0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86"/>
        <p:cNvGrpSpPr/>
        <p:nvPr/>
      </p:nvGrpSpPr>
      <p:grpSpPr>
        <a:xfrm>
          <a:off x="0" y="0"/>
          <a:ext cx="0" cy="0"/>
          <a:chOff x="0" y="0"/>
          <a:chExt cx="0" cy="0"/>
        </a:xfrm>
      </p:grpSpPr>
      <p:sp>
        <p:nvSpPr>
          <p:cNvPr id="5887" name="Google Shape;5887;g37d18846cd4_0_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88" name="Google Shape;5888;g37d18846cd4_0_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298450" algn="l" rtl="0">
              <a:spcBef>
                <a:spcPts val="0"/>
              </a:spcBef>
              <a:spcAft>
                <a:spcPts val="0"/>
              </a:spcAft>
              <a:buSzPts val="1100"/>
              <a:buChar char="●"/>
            </a:pP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02"/>
        <p:cNvGrpSpPr/>
        <p:nvPr/>
      </p:nvGrpSpPr>
      <p:grpSpPr>
        <a:xfrm>
          <a:off x="0" y="0"/>
          <a:ext cx="0" cy="0"/>
          <a:chOff x="0" y="0"/>
          <a:chExt cx="0" cy="0"/>
        </a:xfrm>
      </p:grpSpPr>
      <p:sp>
        <p:nvSpPr>
          <p:cNvPr id="5903" name="Google Shape;5903;g37d18846cd4_0_5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904" name="Google Shape;5904;g37d18846cd4_0_5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0" algn="l" rtl="0">
              <a:spcBef>
                <a:spcPts val="0"/>
              </a:spcBef>
              <a:spcAft>
                <a:spcPts val="0"/>
              </a:spcAft>
              <a:buClr>
                <a:schemeClr val="dk1"/>
              </a:buClr>
              <a:buSzPts val="1100"/>
              <a:buFont typeface="Arial"/>
              <a:buNone/>
            </a:pP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12"/>
        <p:cNvGrpSpPr/>
        <p:nvPr/>
      </p:nvGrpSpPr>
      <p:grpSpPr>
        <a:xfrm>
          <a:off x="0" y="0"/>
          <a:ext cx="0" cy="0"/>
          <a:chOff x="0" y="0"/>
          <a:chExt cx="0" cy="0"/>
        </a:xfrm>
      </p:grpSpPr>
      <p:sp>
        <p:nvSpPr>
          <p:cNvPr id="5913" name="Google Shape;5913;g33495726f80_1_435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914" name="Google Shape;5914;g33495726f80_1_435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20"/>
        <p:cNvGrpSpPr/>
        <p:nvPr/>
      </p:nvGrpSpPr>
      <p:grpSpPr>
        <a:xfrm>
          <a:off x="0" y="0"/>
          <a:ext cx="0" cy="0"/>
          <a:chOff x="0" y="0"/>
          <a:chExt cx="0" cy="0"/>
        </a:xfrm>
      </p:grpSpPr>
      <p:sp>
        <p:nvSpPr>
          <p:cNvPr id="5921" name="Google Shape;5921;g31e66c8ca2e_0_3765:notes"/>
          <p:cNvSpPr>
            <a:spLocks noGrp="1" noRot="1" noChangeAspect="1"/>
          </p:cNvSpPr>
          <p:nvPr>
            <p:ph type="sldImg" idx="2"/>
          </p:nvPr>
        </p:nvSpPr>
        <p:spPr>
          <a:xfrm>
            <a:off x="777875" y="1200150"/>
            <a:ext cx="5759400" cy="3240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922" name="Google Shape;5922;g31e66c8ca2e_0_3765:notes"/>
          <p:cNvSpPr txBox="1">
            <a:spLocks noGrp="1"/>
          </p:cNvSpPr>
          <p:nvPr>
            <p:ph type="body" idx="1"/>
          </p:nvPr>
        </p:nvSpPr>
        <p:spPr>
          <a:xfrm>
            <a:off x="731520" y="4620577"/>
            <a:ext cx="5852100" cy="3780600"/>
          </a:xfrm>
          <a:prstGeom prst="rect">
            <a:avLst/>
          </a:prstGeom>
          <a:noFill/>
          <a:ln>
            <a:noFill/>
          </a:ln>
        </p:spPr>
        <p:txBody>
          <a:bodyPr spcFirstLastPara="1" wrap="square" lIns="96650" tIns="48325" rIns="96650" bIns="48325" anchor="t" anchorCtr="0">
            <a:noAutofit/>
          </a:bodyPr>
          <a:lstStyle/>
          <a:p>
            <a:pPr marL="152400" lvl="0" indent="0" algn="l" rtl="0">
              <a:lnSpc>
                <a:spcPct val="115000"/>
              </a:lnSpc>
              <a:spcBef>
                <a:spcPts val="300"/>
              </a:spcBef>
              <a:spcAft>
                <a:spcPts val="0"/>
              </a:spcAft>
              <a:buClr>
                <a:schemeClr val="dk1"/>
              </a:buClr>
              <a:buSzPts val="1100"/>
              <a:buFont typeface="Arial"/>
              <a:buNone/>
            </a:pPr>
            <a:r>
              <a:rPr lang="en" sz="1200" u="sng">
                <a:solidFill>
                  <a:schemeClr val="hlink"/>
                </a:solidFill>
                <a:latin typeface="IBM Plex Sans"/>
                <a:ea typeface="IBM Plex Sans"/>
                <a:cs typeface="IBM Plex Sans"/>
                <a:sym typeface="IBM Plex Sans"/>
                <a:hlinkClick r:id="rId3"/>
              </a:rPr>
              <a:t>https://camunda.com/blog/2025/02/what-sets-camunda-apart/</a:t>
            </a:r>
            <a:endParaRPr sz="1200">
              <a:solidFill>
                <a:srgbClr val="1D1C1D"/>
              </a:solidFill>
              <a:latin typeface="IBM Plex Sans"/>
              <a:ea typeface="IBM Plex Sans"/>
              <a:cs typeface="IBM Plex Sans"/>
              <a:sym typeface="IBM Plex Sans"/>
            </a:endParaRPr>
          </a:p>
          <a:p>
            <a:pPr marL="152400" lvl="0" indent="0" algn="l" rtl="0">
              <a:lnSpc>
                <a:spcPct val="115000"/>
              </a:lnSpc>
              <a:spcBef>
                <a:spcPts val="300"/>
              </a:spcBef>
              <a:spcAft>
                <a:spcPts val="0"/>
              </a:spcAft>
              <a:buClr>
                <a:schemeClr val="dk1"/>
              </a:buClr>
              <a:buSzPts val="1100"/>
              <a:buFont typeface="Arial"/>
              <a:buNone/>
            </a:pPr>
            <a:r>
              <a:rPr lang="en" sz="1200">
                <a:solidFill>
                  <a:srgbClr val="1D1C1D"/>
                </a:solidFill>
                <a:latin typeface="IBM Plex Sans"/>
                <a:ea typeface="IBM Plex Sans"/>
                <a:cs typeface="IBM Plex Sans"/>
                <a:sym typeface="IBM Plex Sans"/>
              </a:rPr>
              <a:t>Camunda offers a composable, cloud-native platform with embedded intelligence and open standards, enabling seamless collaboration between business and IT through the shared languages of BPMN and DMN and a common process model. Its process orchestration and automation capabilities deliver the scale and resilience needed to manage complex processes, adapt to changing business needs, and unlock value across the enterprise.</a:t>
            </a:r>
            <a:endParaRPr sz="1200">
              <a:solidFill>
                <a:srgbClr val="1D1C1D"/>
              </a:solidFill>
              <a:latin typeface="IBM Plex Sans"/>
              <a:ea typeface="IBM Plex Sans"/>
              <a:cs typeface="IBM Plex Sans"/>
              <a:sym typeface="IBM Plex Sans"/>
            </a:endParaRPr>
          </a:p>
          <a:p>
            <a:pPr marL="0" lvl="0" indent="0" algn="l" rtl="0">
              <a:lnSpc>
                <a:spcPct val="115000"/>
              </a:lnSpc>
              <a:spcBef>
                <a:spcPts val="300"/>
              </a:spcBef>
              <a:spcAft>
                <a:spcPts val="0"/>
              </a:spcAft>
              <a:buNone/>
            </a:pPr>
            <a:endParaRPr sz="1200">
              <a:solidFill>
                <a:srgbClr val="1D1C1D"/>
              </a:solidFill>
              <a:latin typeface="IBM Plex Sans"/>
              <a:ea typeface="IBM Plex Sans"/>
              <a:cs typeface="IBM Plex Sans"/>
              <a:sym typeface="IBM Plex Sans"/>
            </a:endParaRPr>
          </a:p>
          <a:p>
            <a:pPr marL="457200" lvl="0" indent="-304800" algn="l" rtl="0">
              <a:spcBef>
                <a:spcPts val="0"/>
              </a:spcBef>
              <a:spcAft>
                <a:spcPts val="0"/>
              </a:spcAft>
              <a:buClr>
                <a:schemeClr val="dk1"/>
              </a:buClr>
              <a:buSzPts val="1200"/>
              <a:buFont typeface="IBM Plex Sans"/>
              <a:buChar char="●"/>
            </a:pPr>
            <a:r>
              <a:rPr lang="en" sz="1200">
                <a:solidFill>
                  <a:schemeClr val="dk1"/>
                </a:solidFill>
                <a:latin typeface="IBM Plex Sans"/>
                <a:ea typeface="IBM Plex Sans"/>
                <a:cs typeface="IBM Plex Sans"/>
                <a:sym typeface="IBM Plex Sans"/>
              </a:rPr>
              <a:t>Camunda is a composable, cloud-native process orchestration and automation platform with embedded intelligence</a:t>
            </a:r>
            <a:endParaRPr sz="1200">
              <a:solidFill>
                <a:schemeClr val="dk1"/>
              </a:solidFill>
              <a:latin typeface="IBM Plex Sans"/>
              <a:ea typeface="IBM Plex Sans"/>
              <a:cs typeface="IBM Plex Sans"/>
              <a:sym typeface="IBM Plex Sans"/>
            </a:endParaRPr>
          </a:p>
          <a:p>
            <a:pPr marL="457200" lvl="0" indent="-304800" algn="l" rtl="0">
              <a:spcBef>
                <a:spcPts val="0"/>
              </a:spcBef>
              <a:spcAft>
                <a:spcPts val="0"/>
              </a:spcAft>
              <a:buClr>
                <a:schemeClr val="dk1"/>
              </a:buClr>
              <a:buSzPts val="1200"/>
              <a:buFont typeface="IBM Plex Sans"/>
              <a:buChar char="●"/>
            </a:pPr>
            <a:r>
              <a:rPr lang="en" sz="1200">
                <a:solidFill>
                  <a:schemeClr val="dk1"/>
                </a:solidFill>
                <a:latin typeface="IBM Plex Sans"/>
                <a:ea typeface="IBM Plex Sans"/>
                <a:cs typeface="IBM Plex Sans"/>
                <a:sym typeface="IBM Plex Sans"/>
              </a:rPr>
              <a:t>Camunda is:</a:t>
            </a:r>
            <a:endParaRPr sz="1200">
              <a:solidFill>
                <a:schemeClr val="dk1"/>
              </a:solidFill>
              <a:latin typeface="IBM Plex Sans"/>
              <a:ea typeface="IBM Plex Sans"/>
              <a:cs typeface="IBM Plex Sans"/>
              <a:sym typeface="IBM Plex Sans"/>
            </a:endParaRPr>
          </a:p>
          <a:p>
            <a:pPr marL="914400" lvl="1" indent="-304800" algn="l" rtl="0">
              <a:spcBef>
                <a:spcPts val="0"/>
              </a:spcBef>
              <a:spcAft>
                <a:spcPts val="0"/>
              </a:spcAft>
              <a:buClr>
                <a:schemeClr val="dk1"/>
              </a:buClr>
              <a:buSzPts val="1200"/>
              <a:buFont typeface="IBM Plex Sans"/>
              <a:buChar char="○"/>
            </a:pPr>
            <a:r>
              <a:rPr lang="en" sz="1200">
                <a:solidFill>
                  <a:schemeClr val="dk1"/>
                </a:solidFill>
                <a:latin typeface="IBM Plex Sans"/>
                <a:ea typeface="IBM Plex Sans"/>
                <a:cs typeface="IBM Plex Sans"/>
                <a:sym typeface="IBM Plex Sans"/>
              </a:rPr>
              <a:t>Composable: it has an integrated yet flexible architecture that facilitates the use of best-of-breed technology and reuse of what you build</a:t>
            </a:r>
            <a:endParaRPr sz="1200">
              <a:solidFill>
                <a:schemeClr val="dk1"/>
              </a:solidFill>
              <a:latin typeface="IBM Plex Sans"/>
              <a:ea typeface="IBM Plex Sans"/>
              <a:cs typeface="IBM Plex Sans"/>
              <a:sym typeface="IBM Plex Sans"/>
            </a:endParaRPr>
          </a:p>
          <a:p>
            <a:pPr marL="914400" lvl="1" indent="-304800" algn="l" rtl="0">
              <a:spcBef>
                <a:spcPts val="0"/>
              </a:spcBef>
              <a:spcAft>
                <a:spcPts val="0"/>
              </a:spcAft>
              <a:buClr>
                <a:schemeClr val="dk1"/>
              </a:buClr>
              <a:buSzPts val="1200"/>
              <a:buFont typeface="IBM Plex Sans"/>
              <a:buChar char="○"/>
            </a:pPr>
            <a:r>
              <a:rPr lang="en" sz="1200">
                <a:solidFill>
                  <a:schemeClr val="dk1"/>
                </a:solidFill>
                <a:latin typeface="IBM Plex Sans"/>
                <a:ea typeface="IBM Plex Sans"/>
                <a:cs typeface="IBM Plex Sans"/>
                <a:sym typeface="IBM Plex Sans"/>
              </a:rPr>
              <a:t>Open: it integrates with a variety of applications, systems, and services so you can scale your automation architecture</a:t>
            </a:r>
            <a:endParaRPr sz="1200">
              <a:solidFill>
                <a:schemeClr val="dk1"/>
              </a:solidFill>
              <a:latin typeface="IBM Plex Sans"/>
              <a:ea typeface="IBM Plex Sans"/>
              <a:cs typeface="IBM Plex Sans"/>
              <a:sym typeface="IBM Plex Sans"/>
            </a:endParaRPr>
          </a:p>
          <a:p>
            <a:pPr marL="914400" lvl="1" indent="-304800" algn="l" rtl="0">
              <a:spcBef>
                <a:spcPts val="0"/>
              </a:spcBef>
              <a:spcAft>
                <a:spcPts val="0"/>
              </a:spcAft>
              <a:buClr>
                <a:schemeClr val="dk1"/>
              </a:buClr>
              <a:buSzPts val="1200"/>
              <a:buFont typeface="IBM Plex Sans"/>
              <a:buChar char="○"/>
            </a:pPr>
            <a:r>
              <a:rPr lang="en" sz="1200">
                <a:solidFill>
                  <a:schemeClr val="dk1"/>
                </a:solidFill>
                <a:latin typeface="IBM Plex Sans"/>
                <a:ea typeface="IBM Plex Sans"/>
                <a:cs typeface="IBM Plex Sans"/>
                <a:sym typeface="IBM Plex Sans"/>
              </a:rPr>
              <a:t>Collaborative: it enables you to align IT and the business using a shared process model and language</a:t>
            </a:r>
            <a:endParaRPr sz="1200">
              <a:solidFill>
                <a:schemeClr val="dk1"/>
              </a:solidFill>
              <a:latin typeface="IBM Plex Sans"/>
              <a:ea typeface="IBM Plex Sans"/>
              <a:cs typeface="IBM Plex Sans"/>
              <a:sym typeface="IBM Plex Sans"/>
            </a:endParaRPr>
          </a:p>
          <a:p>
            <a:pPr marL="914400" lvl="1" indent="-304800" algn="l" rtl="0">
              <a:spcBef>
                <a:spcPts val="0"/>
              </a:spcBef>
              <a:spcAft>
                <a:spcPts val="0"/>
              </a:spcAft>
              <a:buClr>
                <a:schemeClr val="dk1"/>
              </a:buClr>
              <a:buSzPts val="1200"/>
              <a:buFont typeface="IBM Plex Sans"/>
              <a:buChar char="○"/>
            </a:pPr>
            <a:r>
              <a:rPr lang="en" sz="1200">
                <a:solidFill>
                  <a:schemeClr val="dk1"/>
                </a:solidFill>
                <a:latin typeface="IBM Plex Sans"/>
                <a:ea typeface="IBM Plex Sans"/>
                <a:cs typeface="IBM Plex Sans"/>
                <a:sym typeface="IBM Plex Sans"/>
              </a:rPr>
              <a:t>Scalable: it ensures your most complex, business-critical processes run reliably, every time</a:t>
            </a:r>
            <a:endParaRPr sz="1200">
              <a:solidFill>
                <a:schemeClr val="dk1"/>
              </a:solidFill>
              <a:latin typeface="IBM Plex Sans"/>
              <a:ea typeface="IBM Plex Sans"/>
              <a:cs typeface="IBM Plex Sans"/>
              <a:sym typeface="IBM Plex Sans"/>
            </a:endParaRPr>
          </a:p>
          <a:p>
            <a:pPr marL="914400" lvl="1" indent="-304800" algn="l" rtl="0">
              <a:spcBef>
                <a:spcPts val="0"/>
              </a:spcBef>
              <a:spcAft>
                <a:spcPts val="0"/>
              </a:spcAft>
              <a:buClr>
                <a:schemeClr val="dk1"/>
              </a:buClr>
              <a:buSzPts val="1200"/>
              <a:buFont typeface="IBM Plex Sans"/>
              <a:buChar char="○"/>
            </a:pPr>
            <a:r>
              <a:rPr lang="en" sz="1200">
                <a:solidFill>
                  <a:schemeClr val="dk1"/>
                </a:solidFill>
                <a:latin typeface="IBM Plex Sans"/>
                <a:ea typeface="IBM Plex Sans"/>
                <a:cs typeface="IBM Plex Sans"/>
                <a:sym typeface="IBM Plex Sans"/>
              </a:rPr>
              <a:t>Intelligent: it helps you prepare for the autonomous enterprise by blending deterministic and non-deterministic process execution </a:t>
            </a:r>
            <a:r>
              <a:rPr lang="en" sz="1200" i="1">
                <a:solidFill>
                  <a:schemeClr val="dk1"/>
                </a:solidFill>
                <a:latin typeface="IBM Plex Sans"/>
                <a:ea typeface="IBM Plex Sans"/>
                <a:cs typeface="IBM Plex Sans"/>
                <a:sym typeface="IBM Plex Sans"/>
              </a:rPr>
              <a:t>(note: this is known as agentic process orchestration)</a:t>
            </a:r>
            <a:endParaRPr sz="1200" i="1">
              <a:solidFill>
                <a:schemeClr val="dk1"/>
              </a:solidFill>
              <a:latin typeface="IBM Plex Sans"/>
              <a:ea typeface="IBM Plex Sans"/>
              <a:cs typeface="IBM Plex Sans"/>
              <a:sym typeface="IBM Plex Sans"/>
            </a:endParaRPr>
          </a:p>
          <a:p>
            <a:pPr marL="0" lvl="0" indent="0" algn="l" rtl="0">
              <a:spcBef>
                <a:spcPts val="0"/>
              </a:spcBef>
              <a:spcAft>
                <a:spcPts val="0"/>
              </a:spcAft>
              <a:buNone/>
            </a:pPr>
            <a:endParaRPr>
              <a:solidFill>
                <a:schemeClr val="dk1"/>
              </a:solidFill>
            </a:endParaRPr>
          </a:p>
          <a:p>
            <a:pPr marL="0" lvl="0" indent="0" algn="l" rtl="0">
              <a:spcBef>
                <a:spcPts val="0"/>
              </a:spcBef>
              <a:spcAft>
                <a:spcPts val="0"/>
              </a:spcAft>
              <a:buNone/>
            </a:pPr>
            <a:endParaRPr>
              <a:solidFill>
                <a:schemeClr val="dk1"/>
              </a:solidFill>
            </a:endParaRPr>
          </a:p>
          <a:p>
            <a:pPr marL="0" lvl="0" indent="0" algn="l" rtl="0">
              <a:spcBef>
                <a:spcPts val="0"/>
              </a:spcBef>
              <a:spcAft>
                <a:spcPts val="0"/>
              </a:spcAft>
              <a:buNone/>
            </a:pPr>
            <a:r>
              <a:rPr lang="en" i="1">
                <a:solidFill>
                  <a:schemeClr val="dk1"/>
                </a:solidFill>
              </a:rPr>
              <a:t>Note: The product pitch deck contains one slide per differentiator with more detail.</a:t>
            </a:r>
            <a:endParaRPr i="1">
              <a:solidFill>
                <a:schemeClr val="dk1"/>
              </a:solidFill>
            </a:endParaRPr>
          </a:p>
          <a:p>
            <a:pPr marL="0" lvl="0" indent="0" algn="l" rtl="0">
              <a:spcBef>
                <a:spcPts val="0"/>
              </a:spcBef>
              <a:spcAft>
                <a:spcPts val="0"/>
              </a:spcAft>
              <a:buNone/>
            </a:pPr>
            <a:endParaRPr i="1">
              <a:solidFill>
                <a:schemeClr val="dk1"/>
              </a:solidFill>
            </a:endParaRPr>
          </a:p>
          <a:p>
            <a:pPr marL="0" lvl="0" indent="0" algn="l" rtl="0">
              <a:spcBef>
                <a:spcPts val="0"/>
              </a:spcBef>
              <a:spcAft>
                <a:spcPts val="0"/>
              </a:spcAft>
              <a:buNone/>
            </a:pPr>
            <a:r>
              <a:rPr lang="en" i="1">
                <a:solidFill>
                  <a:schemeClr val="dk1"/>
                </a:solidFill>
              </a:rPr>
              <a:t>Side notes:</a:t>
            </a:r>
            <a:endParaRPr i="1">
              <a:solidFill>
                <a:schemeClr val="dk1"/>
              </a:solidFill>
            </a:endParaRPr>
          </a:p>
          <a:p>
            <a:pPr marL="457200" lvl="0" indent="-301625" algn="l" rtl="0">
              <a:lnSpc>
                <a:spcPct val="115000"/>
              </a:lnSpc>
              <a:spcBef>
                <a:spcPts val="0"/>
              </a:spcBef>
              <a:spcAft>
                <a:spcPts val="0"/>
              </a:spcAft>
              <a:buClr>
                <a:srgbClr val="1D1C1D"/>
              </a:buClr>
              <a:buSzPts val="1150"/>
              <a:buFont typeface="Arial"/>
              <a:buChar char="●"/>
            </a:pPr>
            <a:r>
              <a:rPr lang="en" sz="1150">
                <a:solidFill>
                  <a:srgbClr val="1D1C1D"/>
                </a:solidFill>
              </a:rPr>
              <a:t>Foundation is a PO Platform, but expanding to all aspects of automation</a:t>
            </a:r>
            <a:endParaRPr sz="1150">
              <a:solidFill>
                <a:srgbClr val="1D1C1D"/>
              </a:solidFill>
            </a:endParaRPr>
          </a:p>
          <a:p>
            <a:pPr marL="457200" lvl="0" indent="-301625" algn="l" rtl="0">
              <a:lnSpc>
                <a:spcPct val="115000"/>
              </a:lnSpc>
              <a:spcBef>
                <a:spcPts val="0"/>
              </a:spcBef>
              <a:spcAft>
                <a:spcPts val="0"/>
              </a:spcAft>
              <a:buClr>
                <a:srgbClr val="1D1C1D"/>
              </a:buClr>
              <a:buSzPts val="1150"/>
              <a:buFont typeface="Arial"/>
              <a:buChar char="●"/>
            </a:pPr>
            <a:r>
              <a:rPr lang="en" sz="1150">
                <a:solidFill>
                  <a:srgbClr val="1D1C1D"/>
                </a:solidFill>
              </a:rPr>
              <a:t>Incl. Human in the loop, decision automation, integration (microservices and low-code connectors), now also covering RPA, IDP, and more to come.</a:t>
            </a:r>
            <a:endParaRPr sz="1150">
              <a:solidFill>
                <a:srgbClr val="1D1C1D"/>
              </a:solidFill>
            </a:endParaRPr>
          </a:p>
          <a:p>
            <a:pPr marL="457200" lvl="0" indent="-301625" algn="l" rtl="0">
              <a:lnSpc>
                <a:spcPct val="115000"/>
              </a:lnSpc>
              <a:spcBef>
                <a:spcPts val="0"/>
              </a:spcBef>
              <a:spcAft>
                <a:spcPts val="0"/>
              </a:spcAft>
              <a:buClr>
                <a:srgbClr val="1D1C1D"/>
              </a:buClr>
              <a:buSzPts val="1150"/>
              <a:buFont typeface="Arial"/>
              <a:buChar char="●"/>
            </a:pPr>
            <a:r>
              <a:rPr lang="en" sz="1150">
                <a:solidFill>
                  <a:srgbClr val="1D1C1D"/>
                </a:solidFill>
              </a:rPr>
              <a:t>Constant Key concepts / differentiators: </a:t>
            </a:r>
            <a:endParaRPr sz="1150">
              <a:solidFill>
                <a:srgbClr val="1D1C1D"/>
              </a:solidFill>
            </a:endParaRPr>
          </a:p>
          <a:p>
            <a:pPr marL="457200" lvl="0" indent="-301625" algn="l" rtl="0">
              <a:lnSpc>
                <a:spcPct val="115000"/>
              </a:lnSpc>
              <a:spcBef>
                <a:spcPts val="0"/>
              </a:spcBef>
              <a:spcAft>
                <a:spcPts val="0"/>
              </a:spcAft>
              <a:buClr>
                <a:srgbClr val="1D1C1D"/>
              </a:buClr>
              <a:buSzPts val="1150"/>
              <a:buFont typeface="Arial"/>
              <a:buChar char="●"/>
            </a:pPr>
            <a:r>
              <a:rPr lang="en" sz="1150">
                <a:solidFill>
                  <a:srgbClr val="1D1C1D"/>
                </a:solidFill>
              </a:rPr>
              <a:t>Composability, embedded intelligence</a:t>
            </a:r>
            <a:endParaRPr sz="1150">
              <a:solidFill>
                <a:srgbClr val="1D1C1D"/>
              </a:solidFill>
            </a:endParaRPr>
          </a:p>
          <a:p>
            <a:pPr marL="457200" lvl="0" indent="-301625" algn="l" rtl="0">
              <a:lnSpc>
                <a:spcPct val="115000"/>
              </a:lnSpc>
              <a:spcBef>
                <a:spcPts val="0"/>
              </a:spcBef>
              <a:spcAft>
                <a:spcPts val="0"/>
              </a:spcAft>
              <a:buClr>
                <a:srgbClr val="1D1C1D"/>
              </a:buClr>
              <a:buSzPts val="1150"/>
              <a:buFont typeface="Arial"/>
              <a:buChar char="●"/>
            </a:pPr>
            <a:r>
              <a:rPr lang="en" sz="1150">
                <a:solidFill>
                  <a:srgbClr val="1D1C1D"/>
                </a:solidFill>
              </a:rPr>
              <a:t>Open standards (BPMN, DMN)</a:t>
            </a:r>
            <a:endParaRPr sz="1150">
              <a:solidFill>
                <a:srgbClr val="1D1C1D"/>
              </a:solidFill>
            </a:endParaRPr>
          </a:p>
          <a:p>
            <a:pPr marL="457200" lvl="0" indent="-301625" algn="l" rtl="0">
              <a:lnSpc>
                <a:spcPct val="115000"/>
              </a:lnSpc>
              <a:spcBef>
                <a:spcPts val="0"/>
              </a:spcBef>
              <a:spcAft>
                <a:spcPts val="0"/>
              </a:spcAft>
              <a:buClr>
                <a:srgbClr val="1D1C1D"/>
              </a:buClr>
              <a:buSzPts val="1150"/>
              <a:buFont typeface="Arial"/>
              <a:buChar char="●"/>
            </a:pPr>
            <a:r>
              <a:rPr lang="en" sz="1150">
                <a:solidFill>
                  <a:srgbClr val="1D1C1D"/>
                </a:solidFill>
              </a:rPr>
              <a:t>Support Biz-IT collaboration with one language, one model</a:t>
            </a:r>
            <a:endParaRPr sz="1150">
              <a:solidFill>
                <a:srgbClr val="1D1C1D"/>
              </a:solidFill>
            </a:endParaRPr>
          </a:p>
          <a:p>
            <a:pPr marL="457200" lvl="0" indent="-301625" algn="l" rtl="0">
              <a:lnSpc>
                <a:spcPct val="115000"/>
              </a:lnSpc>
              <a:spcBef>
                <a:spcPts val="0"/>
              </a:spcBef>
              <a:spcAft>
                <a:spcPts val="0"/>
              </a:spcAft>
              <a:buClr>
                <a:srgbClr val="1D1C1D"/>
              </a:buClr>
              <a:buSzPts val="1150"/>
              <a:buFont typeface="Arial"/>
              <a:buChar char="●"/>
            </a:pPr>
            <a:r>
              <a:rPr lang="en" sz="1150">
                <a:solidFill>
                  <a:srgbClr val="1D1C1D"/>
                </a:solidFill>
              </a:rPr>
              <a:t>Execution is horizontally scalable, cloud-native, and highly resilient</a:t>
            </a:r>
            <a:endParaRPr sz="1150">
              <a:solidFill>
                <a:srgbClr val="1D1C1D"/>
              </a:solidFill>
            </a:endParaRPr>
          </a:p>
          <a:p>
            <a:pPr marL="457200" lvl="0" indent="-301625" algn="l" rtl="0">
              <a:lnSpc>
                <a:spcPct val="115000"/>
              </a:lnSpc>
              <a:spcBef>
                <a:spcPts val="0"/>
              </a:spcBef>
              <a:spcAft>
                <a:spcPts val="0"/>
              </a:spcAft>
              <a:buClr>
                <a:srgbClr val="1D1C1D"/>
              </a:buClr>
              <a:buSzPts val="1150"/>
              <a:buFont typeface="Arial"/>
              <a:buChar char="●"/>
            </a:pPr>
            <a:r>
              <a:rPr lang="en" sz="1150">
                <a:solidFill>
                  <a:srgbClr val="1D1C1D"/>
                </a:solidFill>
              </a:rPr>
              <a:t>Battle proven for mission critical core processes</a:t>
            </a:r>
            <a:endParaRPr sz="1150">
              <a:solidFill>
                <a:srgbClr val="1D1C1D"/>
              </a:solidFill>
            </a:endParaRPr>
          </a:p>
          <a:p>
            <a:pPr marL="0" lvl="0" indent="0" algn="l" rtl="0">
              <a:lnSpc>
                <a:spcPct val="115000"/>
              </a:lnSpc>
              <a:spcBef>
                <a:spcPts val="0"/>
              </a:spcBef>
              <a:spcAft>
                <a:spcPts val="0"/>
              </a:spcAft>
              <a:buNone/>
            </a:pPr>
            <a:endParaRPr sz="1150">
              <a:solidFill>
                <a:srgbClr val="1D1C1D"/>
              </a:solidFill>
            </a:endParaRPr>
          </a:p>
        </p:txBody>
      </p:sp>
      <p:sp>
        <p:nvSpPr>
          <p:cNvPr id="5923" name="Google Shape;5923;g31e66c8ca2e_0_3765:notes"/>
          <p:cNvSpPr txBox="1">
            <a:spLocks noGrp="1"/>
          </p:cNvSpPr>
          <p:nvPr>
            <p:ph type="sldNum" idx="12"/>
          </p:nvPr>
        </p:nvSpPr>
        <p:spPr>
          <a:xfrm>
            <a:off x="4143587" y="9119474"/>
            <a:ext cx="3169800" cy="481800"/>
          </a:xfrm>
          <a:prstGeom prst="rect">
            <a:avLst/>
          </a:prstGeom>
          <a:noFill/>
          <a:ln>
            <a:noFill/>
          </a:ln>
        </p:spPr>
        <p:txBody>
          <a:bodyPr spcFirstLastPara="1" wrap="square" lIns="96650" tIns="48325" rIns="96650" bIns="48325" anchor="b" anchorCtr="0">
            <a:noAutofit/>
          </a:bodyPr>
          <a:lstStyle/>
          <a:p>
            <a:pPr marL="0" marR="0" lvl="0" indent="0" algn="r" rtl="0">
              <a:lnSpc>
                <a:spcPct val="100000"/>
              </a:lnSpc>
              <a:spcBef>
                <a:spcPts val="0"/>
              </a:spcBef>
              <a:spcAft>
                <a:spcPts val="0"/>
              </a:spcAft>
              <a:buClr>
                <a:srgbClr val="000000"/>
              </a:buClr>
              <a:buSzPts val="1300"/>
              <a:buFont typeface="Calibri"/>
              <a:buNone/>
            </a:pPr>
            <a:fld id="{00000000-1234-1234-1234-123412341234}" type="slidenum">
              <a:rPr lang="en" sz="1300" b="0" i="0" u="none" strike="noStrike" cap="none">
                <a:solidFill>
                  <a:srgbClr val="000000"/>
                </a:solidFill>
                <a:latin typeface="Calibri"/>
                <a:ea typeface="Calibri"/>
                <a:cs typeface="Calibri"/>
                <a:sym typeface="Calibri"/>
              </a:rPr>
              <a:t>39</a:t>
            </a:fld>
            <a:endParaRPr sz="1300" b="0" i="0" u="none" strike="noStrike" cap="none">
              <a:solidFill>
                <a:srgbClr val="000000"/>
              </a:solidFill>
              <a:latin typeface="Calibri"/>
              <a:ea typeface="Calibri"/>
              <a:cs typeface="Calibri"/>
              <a:sym typeface="Calibri"/>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69"/>
        <p:cNvGrpSpPr/>
        <p:nvPr/>
      </p:nvGrpSpPr>
      <p:grpSpPr>
        <a:xfrm>
          <a:off x="0" y="0"/>
          <a:ext cx="0" cy="0"/>
          <a:chOff x="0" y="0"/>
          <a:chExt cx="0" cy="0"/>
        </a:xfrm>
      </p:grpSpPr>
      <p:sp>
        <p:nvSpPr>
          <p:cNvPr id="5970" name="Google Shape;5970;g32f32ed5bb0_0_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971" name="Google Shape;5971;g32f32ed5bb0_0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298450" algn="l" rtl="0">
              <a:spcBef>
                <a:spcPts val="0"/>
              </a:spcBef>
              <a:spcAft>
                <a:spcPts val="0"/>
              </a:spcAft>
              <a:buSzPts val="1100"/>
              <a:buChar char="●"/>
            </a:pPr>
            <a:r>
              <a:rPr lang="en"/>
              <a:t>Camunda is a composable process orchestration and automation platform, meaning it has an integrated, yet flexible, architecture that enables you to choose best-of-breed technologies and reuse the components of your process automation setup</a:t>
            </a:r>
            <a:endParaRPr/>
          </a:p>
          <a:p>
            <a:pPr marL="457200" lvl="0" indent="-298450" algn="l" rtl="0">
              <a:spcBef>
                <a:spcPts val="0"/>
              </a:spcBef>
              <a:spcAft>
                <a:spcPts val="0"/>
              </a:spcAft>
              <a:buSzPts val="1100"/>
              <a:buChar char="●"/>
            </a:pPr>
            <a:r>
              <a:rPr lang="en"/>
              <a:t>Features:</a:t>
            </a:r>
            <a:endParaRPr/>
          </a:p>
          <a:p>
            <a:pPr marL="914400" lvl="1" indent="-298450" algn="l" rtl="0">
              <a:spcBef>
                <a:spcPts val="0"/>
              </a:spcBef>
              <a:spcAft>
                <a:spcPts val="0"/>
              </a:spcAft>
              <a:buSzPts val="1100"/>
              <a:buChar char="○"/>
            </a:pPr>
            <a:r>
              <a:rPr lang="en" b="1"/>
              <a:t>Best of breed without compromise: </a:t>
            </a:r>
            <a:endParaRPr b="1"/>
          </a:p>
          <a:p>
            <a:pPr marL="1371600" lvl="2" indent="-298450" algn="l" rtl="0">
              <a:spcBef>
                <a:spcPts val="0"/>
              </a:spcBef>
              <a:spcAft>
                <a:spcPts val="0"/>
              </a:spcAft>
              <a:buSzPts val="1100"/>
              <a:buChar char="■"/>
            </a:pPr>
            <a:r>
              <a:rPr lang="en"/>
              <a:t>Combine Camunda task automation (such as RPA and IDP) with task automation that’s executed by other tools</a:t>
            </a:r>
            <a:endParaRPr/>
          </a:p>
          <a:p>
            <a:pPr marL="1371600" lvl="2" indent="-298450" algn="l" rtl="0">
              <a:spcBef>
                <a:spcPts val="0"/>
              </a:spcBef>
              <a:spcAft>
                <a:spcPts val="0"/>
              </a:spcAft>
              <a:buSzPts val="1100"/>
              <a:buChar char="■"/>
            </a:pPr>
            <a:r>
              <a:rPr lang="en"/>
              <a:t>Insert custom code into processes for highly specialized use cases</a:t>
            </a:r>
            <a:endParaRPr/>
          </a:p>
          <a:p>
            <a:pPr marL="914400" lvl="1" indent="-298450" algn="l" rtl="0">
              <a:spcBef>
                <a:spcPts val="0"/>
              </a:spcBef>
              <a:spcAft>
                <a:spcPts val="0"/>
              </a:spcAft>
              <a:buSzPts val="1100"/>
              <a:buChar char="○"/>
            </a:pPr>
            <a:r>
              <a:rPr lang="en" b="1"/>
              <a:t>Orchestrate any tool or service:</a:t>
            </a:r>
            <a:r>
              <a:rPr lang="en"/>
              <a:t> </a:t>
            </a:r>
            <a:endParaRPr/>
          </a:p>
          <a:p>
            <a:pPr marL="1371600" lvl="2" indent="-298450" algn="l" rtl="0">
              <a:spcBef>
                <a:spcPts val="0"/>
              </a:spcBef>
              <a:spcAft>
                <a:spcPts val="0"/>
              </a:spcAft>
              <a:buSzPts val="1100"/>
              <a:buChar char="■"/>
            </a:pPr>
            <a:r>
              <a:rPr lang="en"/>
              <a:t>Our connector marketplace offers pre-built connectors for many different tools and technologies</a:t>
            </a:r>
            <a:endParaRPr/>
          </a:p>
          <a:p>
            <a:pPr marL="1371600" lvl="2" indent="-298450" algn="l" rtl="0">
              <a:spcBef>
                <a:spcPts val="0"/>
              </a:spcBef>
              <a:spcAft>
                <a:spcPts val="0"/>
              </a:spcAft>
              <a:buSzPts val="1100"/>
              <a:buChar char="■"/>
            </a:pPr>
            <a:r>
              <a:rPr lang="en"/>
              <a:t>The connector SDK allows you to customize pre-built connectors or even build your own</a:t>
            </a:r>
            <a:endParaRPr/>
          </a:p>
          <a:p>
            <a:pPr marL="914400" lvl="1" indent="-298450" algn="l" rtl="0">
              <a:spcBef>
                <a:spcPts val="0"/>
              </a:spcBef>
              <a:spcAft>
                <a:spcPts val="0"/>
              </a:spcAft>
              <a:buSzPts val="1100"/>
              <a:buChar char="○"/>
            </a:pPr>
            <a:r>
              <a:rPr lang="en" b="1"/>
              <a:t>Flexible implementation options:</a:t>
            </a:r>
            <a:r>
              <a:rPr lang="en"/>
              <a:t> </a:t>
            </a:r>
            <a:endParaRPr/>
          </a:p>
          <a:p>
            <a:pPr marL="1371600" lvl="2" indent="-298450" algn="l" rtl="0">
              <a:spcBef>
                <a:spcPts val="0"/>
              </a:spcBef>
              <a:spcAft>
                <a:spcPts val="0"/>
              </a:spcAft>
              <a:buSzPts val="1100"/>
              <a:buChar char="■"/>
            </a:pPr>
            <a:r>
              <a:rPr lang="en"/>
              <a:t>Choose Camunda SaaS or Camunda Self-Managed</a:t>
            </a:r>
            <a:endParaRPr/>
          </a:p>
          <a:p>
            <a:pPr marL="1371600" lvl="2" indent="-298450" algn="l" rtl="0">
              <a:spcBef>
                <a:spcPts val="0"/>
              </a:spcBef>
              <a:spcAft>
                <a:spcPts val="0"/>
              </a:spcAft>
              <a:buSzPts val="1100"/>
              <a:buChar char="■"/>
            </a:pPr>
            <a:r>
              <a:rPr lang="en"/>
              <a:t>For SaaS, choose GCP or AWS</a:t>
            </a:r>
            <a:endParaRPr/>
          </a:p>
          <a:p>
            <a:pPr marL="1371600" lvl="2" indent="-298450" algn="l" rtl="0">
              <a:spcBef>
                <a:spcPts val="0"/>
              </a:spcBef>
              <a:spcAft>
                <a:spcPts val="0"/>
              </a:spcAft>
              <a:buSzPts val="1100"/>
              <a:buChar char="■"/>
            </a:pPr>
            <a:r>
              <a:rPr lang="en"/>
              <a:t>For Self-Managed, use your preferred cloud provider or on-premises setup</a:t>
            </a:r>
            <a:endParaRPr/>
          </a:p>
          <a:p>
            <a:pPr marL="1371600" lvl="2" indent="-298450" algn="l" rtl="0">
              <a:spcBef>
                <a:spcPts val="0"/>
              </a:spcBef>
              <a:spcAft>
                <a:spcPts val="0"/>
              </a:spcAft>
              <a:buSzPts val="1100"/>
              <a:buChar char="■"/>
            </a:pPr>
            <a:r>
              <a:rPr lang="en"/>
              <a:t>Use your preferred flavor of Kubernetes (such as Amazon EKS)</a:t>
            </a:r>
            <a:endParaRPr/>
          </a:p>
          <a:p>
            <a:pPr marL="1371600" lvl="2" indent="-298450" algn="l" rtl="0">
              <a:spcBef>
                <a:spcPts val="0"/>
              </a:spcBef>
              <a:spcAft>
                <a:spcPts val="0"/>
              </a:spcAft>
              <a:buSzPts val="1100"/>
              <a:buChar char="■"/>
            </a:pPr>
            <a:r>
              <a:rPr lang="en"/>
              <a:t>Use your own identity provider for authenticating users and single sign-on</a:t>
            </a:r>
            <a:endParaRPr/>
          </a:p>
          <a:p>
            <a:pPr marL="0" lvl="0" indent="0" algn="l" rtl="0">
              <a:spcBef>
                <a:spcPts val="0"/>
              </a:spcBef>
              <a:spcAft>
                <a:spcPts val="0"/>
              </a:spcAft>
              <a:buNone/>
            </a:pPr>
            <a:endParaRPr/>
          </a:p>
          <a:p>
            <a:pPr marL="0" lvl="0" indent="0" algn="l" rtl="0">
              <a:spcBef>
                <a:spcPts val="0"/>
              </a:spcBef>
              <a:spcAft>
                <a:spcPts val="0"/>
              </a:spcAft>
              <a:buNone/>
            </a:pPr>
            <a:r>
              <a:rPr lang="en" i="1"/>
              <a:t>More information:</a:t>
            </a:r>
            <a:endParaRPr i="1"/>
          </a:p>
          <a:p>
            <a:pPr marL="457200" lvl="0" indent="-298450" algn="l" rtl="0">
              <a:spcBef>
                <a:spcPts val="0"/>
              </a:spcBef>
              <a:spcAft>
                <a:spcPts val="0"/>
              </a:spcAft>
              <a:buSzPts val="1100"/>
              <a:buChar char="●"/>
            </a:pPr>
            <a:r>
              <a:rPr lang="en" i="1" u="sng">
                <a:solidFill>
                  <a:schemeClr val="hlink"/>
                </a:solidFill>
                <a:hlinkClick r:id="rId3"/>
              </a:rPr>
              <a:t>https://camunda.com/blog/2024/06/how-first-american-leverages-camunda/</a:t>
            </a:r>
            <a:r>
              <a:rPr lang="en" i="1"/>
              <a:t> </a:t>
            </a:r>
            <a:endParaRPr i="1"/>
          </a:p>
          <a:p>
            <a:pPr marL="457200" lvl="0" indent="-298450" algn="l" rtl="0">
              <a:spcBef>
                <a:spcPts val="0"/>
              </a:spcBef>
              <a:spcAft>
                <a:spcPts val="0"/>
              </a:spcAft>
              <a:buSzPts val="1100"/>
              <a:buChar char="●"/>
            </a:pPr>
            <a:r>
              <a:rPr lang="en" i="1" u="sng">
                <a:solidFill>
                  <a:schemeClr val="hlink"/>
                </a:solidFill>
                <a:hlinkClick r:id="rId4"/>
              </a:rPr>
              <a:t>h</a:t>
            </a:r>
            <a:r>
              <a:rPr lang="en" i="1" u="sng">
                <a:solidFill>
                  <a:schemeClr val="hlink"/>
                </a:solidFill>
                <a:hlinkClick r:id="rId4"/>
              </a:rPr>
              <a:t>ttps://camunda.com/blog/2024/07/why-composable-process-automation/</a:t>
            </a:r>
            <a:r>
              <a:rPr lang="en" i="1"/>
              <a:t> </a:t>
            </a:r>
            <a:endParaRPr i="1"/>
          </a:p>
          <a:p>
            <a:pPr marL="457200" lvl="0" indent="-298450" algn="l" rtl="0">
              <a:spcBef>
                <a:spcPts val="0"/>
              </a:spcBef>
              <a:spcAft>
                <a:spcPts val="0"/>
              </a:spcAft>
              <a:buSzPts val="1100"/>
              <a:buChar char="●"/>
            </a:pPr>
            <a:r>
              <a:rPr lang="en" i="1" u="sng">
                <a:solidFill>
                  <a:schemeClr val="hlink"/>
                </a:solidFill>
                <a:hlinkClick r:id="rId5"/>
              </a:rPr>
              <a:t>https://camunda.com/blog/2025/01/composability-for-best-in-class-process-orchestration/</a:t>
            </a:r>
            <a:r>
              <a:rPr lang="en" i="1"/>
              <a:t> </a:t>
            </a:r>
            <a:endParaRPr i="1"/>
          </a:p>
          <a:p>
            <a:pPr marL="457200" lvl="0" indent="-298450" algn="l" rtl="0">
              <a:spcBef>
                <a:spcPts val="0"/>
              </a:spcBef>
              <a:spcAft>
                <a:spcPts val="0"/>
              </a:spcAft>
              <a:buSzPts val="1100"/>
              <a:buChar char="●"/>
            </a:pPr>
            <a:r>
              <a:rPr lang="en" i="1" u="sng">
                <a:solidFill>
                  <a:schemeClr val="hlink"/>
                </a:solidFill>
                <a:hlinkClick r:id="rId6"/>
              </a:rPr>
              <a:t>https://camunda.com/blog/2023/06/architecture-connectors/</a:t>
            </a:r>
            <a:r>
              <a:rPr lang="en" i="1"/>
              <a:t> </a:t>
            </a:r>
            <a:endParaRPr i="1"/>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92"/>
        <p:cNvGrpSpPr/>
        <p:nvPr/>
      </p:nvGrpSpPr>
      <p:grpSpPr>
        <a:xfrm>
          <a:off x="0" y="0"/>
          <a:ext cx="0" cy="0"/>
          <a:chOff x="0" y="0"/>
          <a:chExt cx="0" cy="0"/>
        </a:xfrm>
      </p:grpSpPr>
      <p:sp>
        <p:nvSpPr>
          <p:cNvPr id="5993" name="Google Shape;5993;g327f1a9f5ef_3_9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994" name="Google Shape;5994;g327f1a9f5ef_3_9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298450" algn="l" rtl="0">
              <a:spcBef>
                <a:spcPts val="0"/>
              </a:spcBef>
              <a:spcAft>
                <a:spcPts val="0"/>
              </a:spcAft>
              <a:buSzPts val="1100"/>
              <a:buChar char="●"/>
            </a:pPr>
            <a:r>
              <a:rPr lang="en"/>
              <a:t>Camunda has an open architecture, which means you can integrate it with a variety of applications, systems, and services in order to scale your process automation architecture</a:t>
            </a:r>
            <a:endParaRPr/>
          </a:p>
          <a:p>
            <a:pPr marL="457200" lvl="0" indent="-298450" algn="l" rtl="0">
              <a:spcBef>
                <a:spcPts val="0"/>
              </a:spcBef>
              <a:spcAft>
                <a:spcPts val="0"/>
              </a:spcAft>
              <a:buSzPts val="1100"/>
              <a:buChar char="●"/>
            </a:pPr>
            <a:r>
              <a:rPr lang="en"/>
              <a:t>Features:</a:t>
            </a:r>
            <a:endParaRPr/>
          </a:p>
          <a:p>
            <a:pPr marL="914400" lvl="1" indent="-298450" algn="l" rtl="0">
              <a:spcBef>
                <a:spcPts val="0"/>
              </a:spcBef>
              <a:spcAft>
                <a:spcPts val="0"/>
              </a:spcAft>
              <a:buSzPts val="1100"/>
              <a:buChar char="○"/>
            </a:pPr>
            <a:r>
              <a:rPr lang="en" b="1"/>
              <a:t>Fits into your tech stack:</a:t>
            </a:r>
            <a:r>
              <a:rPr lang="en"/>
              <a:t> </a:t>
            </a:r>
            <a:endParaRPr/>
          </a:p>
          <a:p>
            <a:pPr marL="1371600" lvl="2" indent="-298450" algn="l" rtl="0">
              <a:spcBef>
                <a:spcPts val="0"/>
              </a:spcBef>
              <a:spcAft>
                <a:spcPts val="0"/>
              </a:spcAft>
              <a:buSzPts val="1100"/>
              <a:buChar char="■"/>
            </a:pPr>
            <a:r>
              <a:rPr lang="en"/>
              <a:t>Camunda works with your preferred source control tool (such as GitHub or GitLab)</a:t>
            </a:r>
            <a:endParaRPr/>
          </a:p>
          <a:p>
            <a:pPr marL="1371600" lvl="2" indent="-298450" algn="l" rtl="0">
              <a:spcBef>
                <a:spcPts val="0"/>
              </a:spcBef>
              <a:spcAft>
                <a:spcPts val="0"/>
              </a:spcAft>
              <a:buSzPts val="1100"/>
              <a:buChar char="■"/>
            </a:pPr>
            <a:r>
              <a:rPr lang="en"/>
              <a:t>Camunda fits into your CI/CD pipeline so you can automatically test and deploy processes just like any other software you build</a:t>
            </a:r>
            <a:endParaRPr/>
          </a:p>
          <a:p>
            <a:pPr marL="1371600" lvl="2" indent="-298450" algn="l" rtl="0">
              <a:spcBef>
                <a:spcPts val="0"/>
              </a:spcBef>
              <a:spcAft>
                <a:spcPts val="0"/>
              </a:spcAft>
              <a:buSzPts val="1100"/>
              <a:buChar char="■"/>
            </a:pPr>
            <a:r>
              <a:rPr lang="en"/>
              <a:t>You can use your preferred programming languages to insert custom code into processes and run Zeebe clients</a:t>
            </a:r>
            <a:endParaRPr/>
          </a:p>
          <a:p>
            <a:pPr marL="914400" lvl="1" indent="-298450" algn="l" rtl="0">
              <a:spcBef>
                <a:spcPts val="0"/>
              </a:spcBef>
              <a:spcAft>
                <a:spcPts val="0"/>
              </a:spcAft>
              <a:buSzPts val="1100"/>
              <a:buChar char="○"/>
            </a:pPr>
            <a:r>
              <a:rPr lang="en" b="1"/>
              <a:t>Open standards accelerate teams:</a:t>
            </a:r>
            <a:r>
              <a:rPr lang="en"/>
              <a:t> </a:t>
            </a:r>
            <a:endParaRPr/>
          </a:p>
          <a:p>
            <a:pPr marL="1371600" lvl="2" indent="-298450" algn="l" rtl="0">
              <a:spcBef>
                <a:spcPts val="0"/>
              </a:spcBef>
              <a:spcAft>
                <a:spcPts val="0"/>
              </a:spcAft>
              <a:buSzPts val="1100"/>
              <a:buChar char="■"/>
            </a:pPr>
            <a:r>
              <a:rPr lang="en"/>
              <a:t>Camunda uses BPMN for process modeling and DMN for decision modeling</a:t>
            </a:r>
            <a:endParaRPr/>
          </a:p>
          <a:p>
            <a:pPr marL="1371600" lvl="2" indent="-298450" algn="l" rtl="0">
              <a:spcBef>
                <a:spcPts val="0"/>
              </a:spcBef>
              <a:spcAft>
                <a:spcPts val="0"/>
              </a:spcAft>
              <a:buSzPts val="1100"/>
              <a:buChar char="■"/>
            </a:pPr>
            <a:r>
              <a:rPr lang="en"/>
              <a:t>These are open ISO standards that facilitate collaboration and alignment between IT teams and business stakeholders</a:t>
            </a:r>
            <a:endParaRPr/>
          </a:p>
          <a:p>
            <a:pPr marL="914400" lvl="1" indent="-298450" algn="l" rtl="0">
              <a:spcBef>
                <a:spcPts val="0"/>
              </a:spcBef>
              <a:spcAft>
                <a:spcPts val="0"/>
              </a:spcAft>
              <a:buSzPts val="1100"/>
              <a:buChar char="○"/>
            </a:pPr>
            <a:r>
              <a:rPr lang="en" b="1"/>
              <a:t>Developer-friendly design:</a:t>
            </a:r>
            <a:r>
              <a:rPr lang="en"/>
              <a:t> </a:t>
            </a:r>
            <a:endParaRPr/>
          </a:p>
          <a:p>
            <a:pPr marL="1371600" lvl="2" indent="-298450" algn="l" rtl="0">
              <a:spcBef>
                <a:spcPts val="0"/>
              </a:spcBef>
              <a:spcAft>
                <a:spcPts val="0"/>
              </a:spcAft>
              <a:buSzPts val="1100"/>
              <a:buChar char="■"/>
            </a:pPr>
            <a:r>
              <a:rPr lang="en"/>
              <a:t>Software developers love our well-documented APIs and SDKs </a:t>
            </a:r>
            <a:endParaRPr/>
          </a:p>
          <a:p>
            <a:pPr marL="1371600" lvl="2" indent="-298450" algn="l" rtl="0">
              <a:spcBef>
                <a:spcPts val="0"/>
              </a:spcBef>
              <a:spcAft>
                <a:spcPts val="0"/>
              </a:spcAft>
              <a:buSzPts val="1100"/>
              <a:buChar char="■"/>
            </a:pPr>
            <a:r>
              <a:rPr lang="en"/>
              <a:t>We support Zeebe clients in multiple programming languages so developers can start working with Camunda quickly</a:t>
            </a:r>
            <a:endParaRPr/>
          </a:p>
          <a:p>
            <a:pPr marL="0" lvl="0" indent="0" algn="l" rtl="0">
              <a:spcBef>
                <a:spcPts val="0"/>
              </a:spcBef>
              <a:spcAft>
                <a:spcPts val="0"/>
              </a:spcAft>
              <a:buNone/>
            </a:pPr>
            <a:endParaRPr/>
          </a:p>
          <a:p>
            <a:pPr marL="0" lvl="0" indent="0" algn="l" rtl="0">
              <a:spcBef>
                <a:spcPts val="0"/>
              </a:spcBef>
              <a:spcAft>
                <a:spcPts val="0"/>
              </a:spcAft>
              <a:buNone/>
            </a:pPr>
            <a:r>
              <a:rPr lang="en" i="1"/>
              <a:t>More information:</a:t>
            </a:r>
            <a:endParaRPr i="1"/>
          </a:p>
          <a:p>
            <a:pPr marL="457200" lvl="0" indent="-298450" algn="l" rtl="0">
              <a:spcBef>
                <a:spcPts val="0"/>
              </a:spcBef>
              <a:spcAft>
                <a:spcPts val="0"/>
              </a:spcAft>
              <a:buSzPts val="1100"/>
              <a:buChar char="●"/>
            </a:pPr>
            <a:r>
              <a:rPr lang="en" i="1" u="sng">
                <a:solidFill>
                  <a:schemeClr val="hlink"/>
                </a:solidFill>
                <a:hlinkClick r:id="rId3"/>
              </a:rPr>
              <a:t>https://camunda.com/case-study/zalando/</a:t>
            </a:r>
            <a:r>
              <a:rPr lang="en" i="1"/>
              <a:t> </a:t>
            </a:r>
            <a:endParaRPr i="1"/>
          </a:p>
          <a:p>
            <a:pPr marL="457200" lvl="0" indent="-298450" algn="l" rtl="0">
              <a:spcBef>
                <a:spcPts val="0"/>
              </a:spcBef>
              <a:spcAft>
                <a:spcPts val="0"/>
              </a:spcAft>
              <a:buSzPts val="1100"/>
              <a:buChar char="●"/>
            </a:pPr>
            <a:r>
              <a:rPr lang="en" i="1" u="sng">
                <a:solidFill>
                  <a:schemeClr val="hlink"/>
                </a:solidFill>
                <a:hlinkClick r:id="rId4"/>
              </a:rPr>
              <a:t>https://camunda.com/zeebe/advanced-workflow-engine/</a:t>
            </a:r>
            <a:r>
              <a:rPr lang="en" i="1"/>
              <a:t> </a:t>
            </a:r>
            <a:endParaRPr i="1"/>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09"/>
        <p:cNvGrpSpPr/>
        <p:nvPr/>
      </p:nvGrpSpPr>
      <p:grpSpPr>
        <a:xfrm>
          <a:off x="0" y="0"/>
          <a:ext cx="0" cy="0"/>
          <a:chOff x="0" y="0"/>
          <a:chExt cx="0" cy="0"/>
        </a:xfrm>
      </p:grpSpPr>
      <p:sp>
        <p:nvSpPr>
          <p:cNvPr id="6010" name="Google Shape;6010;g327f1a9f5ef_3_11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011" name="Google Shape;6011;g327f1a9f5ef_3_1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298450" algn="l" rtl="0">
              <a:spcBef>
                <a:spcPts val="0"/>
              </a:spcBef>
              <a:spcAft>
                <a:spcPts val="0"/>
              </a:spcAft>
              <a:buSzPts val="1100"/>
              <a:buChar char="●"/>
            </a:pPr>
            <a:r>
              <a:rPr lang="en"/>
              <a:t>Camunda helps IT teams and business stakeholders align because they work together on a shared process model, using the shared modeling languages of BPMN and DMN</a:t>
            </a:r>
            <a:endParaRPr/>
          </a:p>
          <a:p>
            <a:pPr marL="457200" lvl="0" indent="-298450" algn="l" rtl="0">
              <a:spcBef>
                <a:spcPts val="0"/>
              </a:spcBef>
              <a:spcAft>
                <a:spcPts val="0"/>
              </a:spcAft>
              <a:buSzPts val="1100"/>
              <a:buChar char="●"/>
            </a:pPr>
            <a:r>
              <a:rPr lang="en"/>
              <a:t>Features:</a:t>
            </a:r>
            <a:endParaRPr/>
          </a:p>
          <a:p>
            <a:pPr marL="914400" lvl="1" indent="-298450" algn="l" rtl="0">
              <a:spcBef>
                <a:spcPts val="0"/>
              </a:spcBef>
              <a:spcAft>
                <a:spcPts val="0"/>
              </a:spcAft>
              <a:buSzPts val="1100"/>
              <a:buChar char="○"/>
            </a:pPr>
            <a:r>
              <a:rPr lang="en" b="1"/>
              <a:t>Next-level collaboration:</a:t>
            </a:r>
            <a:r>
              <a:rPr lang="en"/>
              <a:t> </a:t>
            </a:r>
            <a:endParaRPr/>
          </a:p>
          <a:p>
            <a:pPr marL="1371600" lvl="2" indent="-298450" algn="l" rtl="0">
              <a:spcBef>
                <a:spcPts val="0"/>
              </a:spcBef>
              <a:spcAft>
                <a:spcPts val="0"/>
              </a:spcAft>
              <a:buSzPts val="1100"/>
              <a:buChar char="■"/>
            </a:pPr>
            <a:r>
              <a:rPr lang="en"/>
              <a:t>IT users and business users build and test processes in a shared modeling environment, Camunda Web Modeler</a:t>
            </a:r>
            <a:endParaRPr/>
          </a:p>
          <a:p>
            <a:pPr marL="1371600" lvl="2" indent="-298450" algn="l" rtl="0">
              <a:spcBef>
                <a:spcPts val="0"/>
              </a:spcBef>
              <a:spcAft>
                <a:spcPts val="0"/>
              </a:spcAft>
              <a:buSzPts val="1100"/>
              <a:buChar char="■"/>
            </a:pPr>
            <a:r>
              <a:rPr lang="en"/>
              <a:t>What you see in Modeler is exactly what Camunda’s workflow engine, Zeebe, will execute</a:t>
            </a:r>
            <a:endParaRPr/>
          </a:p>
          <a:p>
            <a:pPr marL="914400" lvl="1" indent="-298450" algn="l" rtl="0">
              <a:spcBef>
                <a:spcPts val="0"/>
              </a:spcBef>
              <a:spcAft>
                <a:spcPts val="0"/>
              </a:spcAft>
              <a:buSzPts val="1100"/>
              <a:buChar char="○"/>
            </a:pPr>
            <a:r>
              <a:rPr lang="en" b="1"/>
              <a:t>Build with reusability in mind:</a:t>
            </a:r>
            <a:r>
              <a:rPr lang="en"/>
              <a:t> </a:t>
            </a:r>
            <a:endParaRPr/>
          </a:p>
          <a:p>
            <a:pPr marL="1371600" lvl="2" indent="-298450" algn="l" rtl="0">
              <a:spcBef>
                <a:spcPts val="0"/>
              </a:spcBef>
              <a:spcAft>
                <a:spcPts val="0"/>
              </a:spcAft>
              <a:buSzPts val="1100"/>
              <a:buChar char="■"/>
            </a:pPr>
            <a:r>
              <a:rPr lang="en"/>
              <a:t>Process models, decision tables, forms, and connectors are all reusable, which makes it easy to onboard new teams and projects to the platform</a:t>
            </a:r>
            <a:endParaRPr/>
          </a:p>
          <a:p>
            <a:pPr marL="914400" lvl="1" indent="-298450" algn="l" rtl="0">
              <a:spcBef>
                <a:spcPts val="0"/>
              </a:spcBef>
              <a:spcAft>
                <a:spcPts val="0"/>
              </a:spcAft>
              <a:buSzPts val="1100"/>
              <a:buChar char="○"/>
            </a:pPr>
            <a:r>
              <a:rPr lang="en" b="1"/>
              <a:t>Data-driven improvements:</a:t>
            </a:r>
            <a:r>
              <a:rPr lang="en"/>
              <a:t> </a:t>
            </a:r>
            <a:endParaRPr/>
          </a:p>
          <a:p>
            <a:pPr marL="1371600" lvl="2" indent="-298450" algn="l" rtl="0">
              <a:spcBef>
                <a:spcPts val="0"/>
              </a:spcBef>
              <a:spcAft>
                <a:spcPts val="0"/>
              </a:spcAft>
              <a:buSzPts val="1100"/>
              <a:buChar char="■"/>
            </a:pPr>
            <a:r>
              <a:rPr lang="en"/>
              <a:t>Camunda Optimize has integrated intelligence that provides complete visibility on process health and performance, so you can identify the process changes that will have the highest ROI</a:t>
            </a:r>
            <a:endParaRPr/>
          </a:p>
          <a:p>
            <a:pPr marL="0" lvl="0" indent="0" algn="l" rtl="0">
              <a:spcBef>
                <a:spcPts val="0"/>
              </a:spcBef>
              <a:spcAft>
                <a:spcPts val="0"/>
              </a:spcAft>
              <a:buNone/>
            </a:pPr>
            <a:endParaRPr/>
          </a:p>
          <a:p>
            <a:pPr marL="0" lvl="0" indent="0" algn="l" rtl="0">
              <a:spcBef>
                <a:spcPts val="0"/>
              </a:spcBef>
              <a:spcAft>
                <a:spcPts val="0"/>
              </a:spcAft>
              <a:buNone/>
            </a:pPr>
            <a:r>
              <a:rPr lang="en" i="1"/>
              <a:t>More information:</a:t>
            </a:r>
            <a:endParaRPr i="1"/>
          </a:p>
          <a:p>
            <a:pPr marL="457200" lvl="0" indent="-298450" algn="l" rtl="0">
              <a:spcBef>
                <a:spcPts val="0"/>
              </a:spcBef>
              <a:spcAft>
                <a:spcPts val="0"/>
              </a:spcAft>
              <a:buSzPts val="1100"/>
              <a:buChar char="●"/>
            </a:pPr>
            <a:r>
              <a:rPr lang="en" i="1" u="sng">
                <a:solidFill>
                  <a:schemeClr val="hlink"/>
                </a:solidFill>
                <a:hlinkClick r:id="rId3"/>
              </a:rPr>
              <a:t>https://camunda.com/case-study/transforming-financial-services-solutions-with-bec/</a:t>
            </a:r>
            <a:r>
              <a:rPr lang="en" i="1"/>
              <a:t> </a:t>
            </a:r>
            <a:endParaRPr i="1"/>
          </a:p>
          <a:p>
            <a:pPr marL="0" lvl="0" indent="0" algn="l" rtl="0">
              <a:spcBef>
                <a:spcPts val="0"/>
              </a:spcBef>
              <a:spcAft>
                <a:spcPts val="0"/>
              </a:spcAft>
              <a:buClr>
                <a:schemeClr val="dk1"/>
              </a:buClr>
              <a:buSzPts val="1100"/>
              <a:buFont typeface="Arial"/>
              <a:buNone/>
            </a:pPr>
            <a:endParaRPr/>
          </a:p>
          <a:p>
            <a:pPr marL="0" lvl="0" indent="0" algn="l" rtl="0">
              <a:spcBef>
                <a:spcPts val="0"/>
              </a:spcBef>
              <a:spcAft>
                <a:spcPts val="0"/>
              </a:spcAft>
              <a:buClr>
                <a:schemeClr val="dk1"/>
              </a:buClr>
              <a:buSzPts val="1100"/>
              <a:buFont typeface="Arial"/>
              <a:buNone/>
            </a:pPr>
            <a:r>
              <a:rPr lang="en"/>
              <a:t>	</a:t>
            </a:r>
            <a:endParaRPr/>
          </a:p>
          <a:p>
            <a:pPr marL="0" lvl="0" indent="0" algn="l" rtl="0">
              <a:spcBef>
                <a:spcPts val="0"/>
              </a:spcBef>
              <a:spcAft>
                <a:spcPts val="0"/>
              </a:spcAft>
              <a:buClr>
                <a:schemeClr val="dk1"/>
              </a:buClr>
              <a:buSzPts val="1100"/>
              <a:buFont typeface="Arial"/>
              <a:buNone/>
            </a:pPr>
            <a:endParaRPr/>
          </a:p>
          <a:p>
            <a:pPr marL="0" lvl="0" indent="0" algn="l" rtl="0">
              <a:spcBef>
                <a:spcPts val="0"/>
              </a:spcBef>
              <a:spcAft>
                <a:spcPts val="0"/>
              </a:spcAft>
              <a:buClr>
                <a:schemeClr val="dk1"/>
              </a:buClr>
              <a:buSzPts val="1100"/>
              <a:buFont typeface="Arial"/>
              <a:buNone/>
            </a:pPr>
            <a:endParaRPr/>
          </a:p>
          <a:p>
            <a:pPr marL="0" lvl="0" indent="0" algn="l" rtl="0">
              <a:spcBef>
                <a:spcPts val="0"/>
              </a:spcBef>
              <a:spcAft>
                <a:spcPts val="0"/>
              </a:spcAft>
              <a:buClr>
                <a:schemeClr val="dk1"/>
              </a:buClr>
              <a:buSzPts val="1100"/>
              <a:buFont typeface="Arial"/>
              <a:buNone/>
            </a:pPr>
            <a:r>
              <a:rPr lang="en"/>
              <a:t>	</a:t>
            </a:r>
            <a:endParaRPr/>
          </a:p>
          <a:p>
            <a:pPr marL="0" lvl="0" indent="0" algn="l" rtl="0">
              <a:spcBef>
                <a:spcPts val="0"/>
              </a:spcBef>
              <a:spcAft>
                <a:spcPts val="0"/>
              </a:spcAft>
              <a:buClr>
                <a:schemeClr val="dk1"/>
              </a:buClr>
              <a:buSzPts val="1100"/>
              <a:buFont typeface="Arial"/>
              <a:buNone/>
            </a:pPr>
            <a:r>
              <a:rPr lang="en"/>
              <a:t>	</a:t>
            </a:r>
            <a:endParaRPr/>
          </a:p>
          <a:p>
            <a:pPr marL="0" lvl="0" indent="0" algn="l" rtl="0">
              <a:spcBef>
                <a:spcPts val="0"/>
              </a:spcBef>
              <a:spcAft>
                <a:spcPts val="0"/>
              </a:spcAft>
              <a:buClr>
                <a:schemeClr val="dk1"/>
              </a:buClr>
              <a:buSzPts val="1100"/>
              <a:buFont typeface="Arial"/>
              <a:buNone/>
            </a:pPr>
            <a:endParaRPr/>
          </a:p>
          <a:p>
            <a:pPr marL="0" lvl="0" indent="0" algn="l" rtl="0">
              <a:spcBef>
                <a:spcPts val="0"/>
              </a:spcBef>
              <a:spcAft>
                <a:spcPts val="0"/>
              </a:spcAft>
              <a:buClr>
                <a:schemeClr val="dk1"/>
              </a:buClr>
              <a:buSzPts val="1100"/>
              <a:buFont typeface="Arial"/>
              <a:buNone/>
            </a:pPr>
            <a:endParaRPr/>
          </a:p>
          <a:p>
            <a:pPr marL="0" lvl="0" indent="0" algn="l" rtl="0">
              <a:spcBef>
                <a:spcPts val="0"/>
              </a:spcBef>
              <a:spcAft>
                <a:spcPts val="0"/>
              </a:spcAft>
              <a:buNone/>
            </a:pP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29"/>
        <p:cNvGrpSpPr/>
        <p:nvPr/>
      </p:nvGrpSpPr>
      <p:grpSpPr>
        <a:xfrm>
          <a:off x="0" y="0"/>
          <a:ext cx="0" cy="0"/>
          <a:chOff x="0" y="0"/>
          <a:chExt cx="0" cy="0"/>
        </a:xfrm>
      </p:grpSpPr>
      <p:sp>
        <p:nvSpPr>
          <p:cNvPr id="6030" name="Google Shape;6030;g327f1a9f5ef_3_8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031" name="Google Shape;6031;g327f1a9f5ef_3_8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298450" algn="l" rtl="0">
              <a:spcBef>
                <a:spcPts val="0"/>
              </a:spcBef>
              <a:spcAft>
                <a:spcPts val="0"/>
              </a:spcAft>
              <a:buClr>
                <a:schemeClr val="dk1"/>
              </a:buClr>
              <a:buSzPts val="1100"/>
              <a:buChar char="●"/>
            </a:pPr>
            <a:r>
              <a:rPr lang="en">
                <a:solidFill>
                  <a:schemeClr val="dk1"/>
                </a:solidFill>
              </a:rPr>
              <a:t>Camunda is a highly scalable process orchestration and automation platform, which means it helps ensure your most complex, business-critical processes run reliably, every time</a:t>
            </a:r>
            <a:endParaRPr>
              <a:solidFill>
                <a:schemeClr val="dk1"/>
              </a:solidFill>
            </a:endParaRPr>
          </a:p>
          <a:p>
            <a:pPr marL="457200" lvl="0" indent="-298450" algn="l" rtl="0">
              <a:spcBef>
                <a:spcPts val="0"/>
              </a:spcBef>
              <a:spcAft>
                <a:spcPts val="0"/>
              </a:spcAft>
              <a:buClr>
                <a:schemeClr val="dk1"/>
              </a:buClr>
              <a:buSzPts val="1100"/>
              <a:buChar char="●"/>
            </a:pPr>
            <a:r>
              <a:rPr lang="en">
                <a:solidFill>
                  <a:schemeClr val="dk1"/>
                </a:solidFill>
              </a:rPr>
              <a:t>Features:</a:t>
            </a:r>
            <a:endParaRPr>
              <a:solidFill>
                <a:schemeClr val="dk1"/>
              </a:solidFill>
            </a:endParaRPr>
          </a:p>
          <a:p>
            <a:pPr marL="914400" lvl="1" indent="-298450" algn="l" rtl="0">
              <a:spcBef>
                <a:spcPts val="0"/>
              </a:spcBef>
              <a:spcAft>
                <a:spcPts val="0"/>
              </a:spcAft>
              <a:buClr>
                <a:schemeClr val="dk1"/>
              </a:buClr>
              <a:buSzPts val="1100"/>
              <a:buChar char="○"/>
            </a:pPr>
            <a:r>
              <a:rPr lang="en" b="1">
                <a:solidFill>
                  <a:schemeClr val="dk1"/>
                </a:solidFill>
              </a:rPr>
              <a:t>Unlimited horizontal scalability:</a:t>
            </a:r>
            <a:r>
              <a:rPr lang="en">
                <a:solidFill>
                  <a:schemeClr val="dk1"/>
                </a:solidFill>
              </a:rPr>
              <a:t> </a:t>
            </a:r>
            <a:endParaRPr>
              <a:solidFill>
                <a:schemeClr val="dk1"/>
              </a:solidFill>
            </a:endParaRPr>
          </a:p>
          <a:p>
            <a:pPr marL="1371600" lvl="2" indent="-298450" algn="l" rtl="0">
              <a:spcBef>
                <a:spcPts val="0"/>
              </a:spcBef>
              <a:spcAft>
                <a:spcPts val="0"/>
              </a:spcAft>
              <a:buClr>
                <a:schemeClr val="dk1"/>
              </a:buClr>
              <a:buSzPts val="1100"/>
              <a:buChar char="■"/>
            </a:pPr>
            <a:r>
              <a:rPr lang="en">
                <a:solidFill>
                  <a:schemeClr val="dk1"/>
                </a:solidFill>
              </a:rPr>
              <a:t>Camunda’s workflow engine, Zeebe, uses event streaming to avoid database bottlenecks and scale process throughput infinitely</a:t>
            </a:r>
            <a:endParaRPr>
              <a:solidFill>
                <a:schemeClr val="dk1"/>
              </a:solidFill>
            </a:endParaRPr>
          </a:p>
          <a:p>
            <a:pPr marL="914400" lvl="1" indent="-298450" algn="l" rtl="0">
              <a:spcBef>
                <a:spcPts val="0"/>
              </a:spcBef>
              <a:spcAft>
                <a:spcPts val="0"/>
              </a:spcAft>
              <a:buClr>
                <a:schemeClr val="dk1"/>
              </a:buClr>
              <a:buSzPts val="1100"/>
              <a:buChar char="○"/>
            </a:pPr>
            <a:r>
              <a:rPr lang="en" b="1">
                <a:solidFill>
                  <a:schemeClr val="dk1"/>
                </a:solidFill>
              </a:rPr>
              <a:t>Enterprise-grade resilience:</a:t>
            </a:r>
            <a:r>
              <a:rPr lang="en">
                <a:solidFill>
                  <a:schemeClr val="dk1"/>
                </a:solidFill>
              </a:rPr>
              <a:t> </a:t>
            </a:r>
            <a:endParaRPr>
              <a:solidFill>
                <a:schemeClr val="dk1"/>
              </a:solidFill>
            </a:endParaRPr>
          </a:p>
          <a:p>
            <a:pPr marL="1371600" lvl="2" indent="-298450" algn="l" rtl="0">
              <a:spcBef>
                <a:spcPts val="0"/>
              </a:spcBef>
              <a:spcAft>
                <a:spcPts val="0"/>
              </a:spcAft>
              <a:buClr>
                <a:schemeClr val="dk1"/>
              </a:buClr>
              <a:buSzPts val="1100"/>
              <a:buChar char="■"/>
            </a:pPr>
            <a:r>
              <a:rPr lang="en">
                <a:solidFill>
                  <a:schemeClr val="dk1"/>
                </a:solidFill>
              </a:rPr>
              <a:t>Zeebe has a distributed architecture, which ensures business continuity in the case of a hardware failure or network outage</a:t>
            </a:r>
            <a:endParaRPr>
              <a:solidFill>
                <a:schemeClr val="dk1"/>
              </a:solidFill>
            </a:endParaRPr>
          </a:p>
          <a:p>
            <a:pPr marL="914400" lvl="1" indent="-298450" algn="l" rtl="0">
              <a:spcBef>
                <a:spcPts val="0"/>
              </a:spcBef>
              <a:spcAft>
                <a:spcPts val="0"/>
              </a:spcAft>
              <a:buClr>
                <a:schemeClr val="dk1"/>
              </a:buClr>
              <a:buSzPts val="1100"/>
              <a:buChar char="○"/>
            </a:pPr>
            <a:r>
              <a:rPr lang="en" b="1">
                <a:solidFill>
                  <a:schemeClr val="dk1"/>
                </a:solidFill>
              </a:rPr>
              <a:t>High availability worldwide:</a:t>
            </a:r>
            <a:r>
              <a:rPr lang="en">
                <a:solidFill>
                  <a:schemeClr val="dk1"/>
                </a:solidFill>
              </a:rPr>
              <a:t> </a:t>
            </a:r>
            <a:endParaRPr>
              <a:solidFill>
                <a:schemeClr val="dk1"/>
              </a:solidFill>
            </a:endParaRPr>
          </a:p>
          <a:p>
            <a:pPr marL="1371600" lvl="2" indent="-298450" algn="l" rtl="0">
              <a:spcBef>
                <a:spcPts val="0"/>
              </a:spcBef>
              <a:spcAft>
                <a:spcPts val="0"/>
              </a:spcAft>
              <a:buClr>
                <a:schemeClr val="dk1"/>
              </a:buClr>
              <a:buSzPts val="1100"/>
              <a:buChar char="■"/>
            </a:pPr>
            <a:r>
              <a:rPr lang="en">
                <a:solidFill>
                  <a:schemeClr val="dk1"/>
                </a:solidFill>
              </a:rPr>
              <a:t>Zeebe’s distributed architecture support failover through replication across global data centers, providing high availability</a:t>
            </a:r>
            <a:endParaRPr>
              <a:solidFill>
                <a:schemeClr val="dk1"/>
              </a:solidFill>
            </a:endParaRPr>
          </a:p>
          <a:p>
            <a:pPr marL="0" lvl="0" indent="0" algn="l" rtl="0">
              <a:spcBef>
                <a:spcPts val="0"/>
              </a:spcBef>
              <a:spcAft>
                <a:spcPts val="0"/>
              </a:spcAft>
              <a:buNone/>
            </a:pPr>
            <a:endParaRPr>
              <a:solidFill>
                <a:schemeClr val="dk1"/>
              </a:solidFill>
            </a:endParaRPr>
          </a:p>
          <a:p>
            <a:pPr marL="0" lvl="0" indent="0" algn="l" rtl="0">
              <a:spcBef>
                <a:spcPts val="0"/>
              </a:spcBef>
              <a:spcAft>
                <a:spcPts val="0"/>
              </a:spcAft>
              <a:buNone/>
            </a:pPr>
            <a:r>
              <a:rPr lang="en" i="1">
                <a:solidFill>
                  <a:schemeClr val="dk1"/>
                </a:solidFill>
              </a:rPr>
              <a:t>More information:</a:t>
            </a:r>
            <a:endParaRPr i="1">
              <a:solidFill>
                <a:schemeClr val="dk1"/>
              </a:solidFill>
            </a:endParaRPr>
          </a:p>
          <a:p>
            <a:pPr marL="457200" lvl="0" indent="-298450" algn="l" rtl="0">
              <a:spcBef>
                <a:spcPts val="0"/>
              </a:spcBef>
              <a:spcAft>
                <a:spcPts val="0"/>
              </a:spcAft>
              <a:buClr>
                <a:schemeClr val="dk1"/>
              </a:buClr>
              <a:buSzPts val="1100"/>
              <a:buChar char="●"/>
            </a:pPr>
            <a:r>
              <a:rPr lang="en" i="1" u="sng">
                <a:solidFill>
                  <a:schemeClr val="hlink"/>
                </a:solidFill>
                <a:hlinkClick r:id="rId3"/>
              </a:rPr>
              <a:t>https://camunda.com/case-study/barclays/</a:t>
            </a:r>
            <a:r>
              <a:rPr lang="en" i="1">
                <a:solidFill>
                  <a:schemeClr val="dk1"/>
                </a:solidFill>
              </a:rPr>
              <a:t> </a:t>
            </a:r>
            <a:endParaRPr i="1">
              <a:solidFill>
                <a:schemeClr val="dk1"/>
              </a:solidFill>
            </a:endParaRPr>
          </a:p>
          <a:p>
            <a:pPr marL="457200" lvl="0" indent="-298450" algn="l" rtl="0">
              <a:spcBef>
                <a:spcPts val="0"/>
              </a:spcBef>
              <a:spcAft>
                <a:spcPts val="0"/>
              </a:spcAft>
              <a:buClr>
                <a:schemeClr val="dk1"/>
              </a:buClr>
              <a:buSzPts val="1100"/>
              <a:buChar char="●"/>
            </a:pPr>
            <a:r>
              <a:rPr lang="en" i="1" u="sng">
                <a:solidFill>
                  <a:schemeClr val="hlink"/>
                </a:solidFill>
                <a:hlinkClick r:id="rId4"/>
              </a:rPr>
              <a:t>https://camunda.com/blog/2024/08/scaling-workflow-engines-intuit-camunda-8-zeebe/</a:t>
            </a:r>
            <a:r>
              <a:rPr lang="en" i="1">
                <a:solidFill>
                  <a:schemeClr val="dk1"/>
                </a:solidFill>
              </a:rPr>
              <a:t> </a:t>
            </a:r>
            <a:endParaRPr i="1">
              <a:solidFill>
                <a:schemeClr val="dk1"/>
              </a:solidFill>
            </a:endParaRPr>
          </a:p>
          <a:p>
            <a:pPr marL="457200" lvl="0" indent="-298450" algn="l" rtl="0">
              <a:spcBef>
                <a:spcPts val="0"/>
              </a:spcBef>
              <a:spcAft>
                <a:spcPts val="0"/>
              </a:spcAft>
              <a:buClr>
                <a:schemeClr val="dk1"/>
              </a:buClr>
              <a:buSzPts val="1100"/>
              <a:buChar char="●"/>
            </a:pPr>
            <a:r>
              <a:rPr lang="en" i="1" u="sng">
                <a:solidFill>
                  <a:schemeClr val="hlink"/>
                </a:solidFill>
                <a:hlinkClick r:id="rId5"/>
              </a:rPr>
              <a:t>https://camunda.com/zeebe/advanced-workflow-engine/</a:t>
            </a:r>
            <a:r>
              <a:rPr lang="en" i="1">
                <a:solidFill>
                  <a:schemeClr val="dk1"/>
                </a:solidFill>
              </a:rPr>
              <a:t> </a:t>
            </a:r>
            <a:endParaRPr i="1">
              <a:solidFill>
                <a:schemeClr val="dk1"/>
              </a:solidFill>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48"/>
        <p:cNvGrpSpPr/>
        <p:nvPr/>
      </p:nvGrpSpPr>
      <p:grpSpPr>
        <a:xfrm>
          <a:off x="0" y="0"/>
          <a:ext cx="0" cy="0"/>
          <a:chOff x="0" y="0"/>
          <a:chExt cx="0" cy="0"/>
        </a:xfrm>
      </p:grpSpPr>
      <p:sp>
        <p:nvSpPr>
          <p:cNvPr id="6049" name="Google Shape;6049;g327f1a9f5ef_3_13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050" name="Google Shape;6050;g327f1a9f5ef_3_1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298450" algn="l" rtl="0">
              <a:spcBef>
                <a:spcPts val="0"/>
              </a:spcBef>
              <a:spcAft>
                <a:spcPts val="0"/>
              </a:spcAft>
              <a:buClr>
                <a:schemeClr val="dk1"/>
              </a:buClr>
              <a:buSzPts val="1100"/>
              <a:buChar char="●"/>
            </a:pPr>
            <a:r>
              <a:rPr lang="en">
                <a:solidFill>
                  <a:schemeClr val="dk1"/>
                </a:solidFill>
              </a:rPr>
              <a:t>Camunda helps you prepare for the autonomous enterprise, powered by AI, by enabling you to blend deterministic and dynamic (agent-powered) process execution</a:t>
            </a:r>
            <a:endParaRPr>
              <a:solidFill>
                <a:schemeClr val="dk1"/>
              </a:solidFill>
            </a:endParaRPr>
          </a:p>
          <a:p>
            <a:pPr marL="457200" lvl="0" indent="-298450" algn="l" rtl="0">
              <a:spcBef>
                <a:spcPts val="0"/>
              </a:spcBef>
              <a:spcAft>
                <a:spcPts val="0"/>
              </a:spcAft>
              <a:buClr>
                <a:schemeClr val="dk1"/>
              </a:buClr>
              <a:buSzPts val="1100"/>
              <a:buChar char="●"/>
            </a:pPr>
            <a:r>
              <a:rPr lang="en">
                <a:solidFill>
                  <a:schemeClr val="dk1"/>
                </a:solidFill>
              </a:rPr>
              <a:t>Features:</a:t>
            </a:r>
            <a:endParaRPr>
              <a:solidFill>
                <a:schemeClr val="dk1"/>
              </a:solidFill>
            </a:endParaRPr>
          </a:p>
          <a:p>
            <a:pPr marL="914400" lvl="1" indent="-298450" algn="l" rtl="0">
              <a:spcBef>
                <a:spcPts val="0"/>
              </a:spcBef>
              <a:spcAft>
                <a:spcPts val="0"/>
              </a:spcAft>
              <a:buClr>
                <a:schemeClr val="dk1"/>
              </a:buClr>
              <a:buSzPts val="1100"/>
              <a:buChar char="○"/>
            </a:pPr>
            <a:r>
              <a:rPr lang="en" b="1">
                <a:solidFill>
                  <a:schemeClr val="dk1"/>
                </a:solidFill>
              </a:rPr>
              <a:t>Innovation with visibility and control:</a:t>
            </a:r>
            <a:r>
              <a:rPr lang="en">
                <a:solidFill>
                  <a:schemeClr val="dk1"/>
                </a:solidFill>
              </a:rPr>
              <a:t> </a:t>
            </a:r>
            <a:endParaRPr>
              <a:solidFill>
                <a:schemeClr val="dk1"/>
              </a:solidFill>
            </a:endParaRPr>
          </a:p>
          <a:p>
            <a:pPr marL="1371600" lvl="2" indent="-298450" algn="l" rtl="0">
              <a:spcBef>
                <a:spcPts val="0"/>
              </a:spcBef>
              <a:spcAft>
                <a:spcPts val="0"/>
              </a:spcAft>
              <a:buClr>
                <a:schemeClr val="dk1"/>
              </a:buClr>
              <a:buSzPts val="1100"/>
              <a:buChar char="■"/>
            </a:pPr>
            <a:r>
              <a:rPr lang="en">
                <a:solidFill>
                  <a:schemeClr val="dk1"/>
                </a:solidFill>
              </a:rPr>
              <a:t>Apply AI/ML tools and services where it makes sense without sacrificing process reliability or regulatory compliance</a:t>
            </a:r>
            <a:endParaRPr>
              <a:solidFill>
                <a:schemeClr val="dk1"/>
              </a:solidFill>
            </a:endParaRPr>
          </a:p>
          <a:p>
            <a:pPr marL="914400" lvl="1" indent="-298450" algn="l" rtl="0">
              <a:spcBef>
                <a:spcPts val="0"/>
              </a:spcBef>
              <a:spcAft>
                <a:spcPts val="0"/>
              </a:spcAft>
              <a:buClr>
                <a:schemeClr val="dk1"/>
              </a:buClr>
              <a:buSzPts val="1100"/>
              <a:buChar char="○"/>
            </a:pPr>
            <a:r>
              <a:rPr lang="en" b="1">
                <a:solidFill>
                  <a:schemeClr val="dk1"/>
                </a:solidFill>
              </a:rPr>
              <a:t>Eliminate AI silos:</a:t>
            </a:r>
            <a:r>
              <a:rPr lang="en">
                <a:solidFill>
                  <a:schemeClr val="dk1"/>
                </a:solidFill>
              </a:rPr>
              <a:t> </a:t>
            </a:r>
            <a:endParaRPr>
              <a:solidFill>
                <a:schemeClr val="dk1"/>
              </a:solidFill>
            </a:endParaRPr>
          </a:p>
          <a:p>
            <a:pPr marL="1371600" lvl="2" indent="-298450" algn="l" rtl="0">
              <a:spcBef>
                <a:spcPts val="0"/>
              </a:spcBef>
              <a:spcAft>
                <a:spcPts val="0"/>
              </a:spcAft>
              <a:buClr>
                <a:schemeClr val="dk1"/>
              </a:buClr>
              <a:buSzPts val="1100"/>
              <a:buChar char="■"/>
            </a:pPr>
            <a:r>
              <a:rPr lang="en">
                <a:solidFill>
                  <a:schemeClr val="dk1"/>
                </a:solidFill>
              </a:rPr>
              <a:t>Avoid creating technical debt by integrating AI/ML tools and services into end-to-end business processes along with other tools, technologies, and people</a:t>
            </a:r>
            <a:endParaRPr>
              <a:solidFill>
                <a:schemeClr val="dk1"/>
              </a:solidFill>
            </a:endParaRPr>
          </a:p>
          <a:p>
            <a:pPr marL="914400" lvl="1" indent="-298450" algn="l" rtl="0">
              <a:spcBef>
                <a:spcPts val="0"/>
              </a:spcBef>
              <a:spcAft>
                <a:spcPts val="0"/>
              </a:spcAft>
              <a:buClr>
                <a:schemeClr val="dk1"/>
              </a:buClr>
              <a:buSzPts val="1100"/>
              <a:buChar char="○"/>
            </a:pPr>
            <a:r>
              <a:rPr lang="en" b="1">
                <a:solidFill>
                  <a:schemeClr val="dk1"/>
                </a:solidFill>
              </a:rPr>
              <a:t>Improve team productivity: </a:t>
            </a:r>
            <a:endParaRPr b="1">
              <a:solidFill>
                <a:schemeClr val="dk1"/>
              </a:solidFill>
            </a:endParaRPr>
          </a:p>
          <a:p>
            <a:pPr marL="1371600" lvl="2" indent="-298450" algn="l" rtl="0">
              <a:spcBef>
                <a:spcPts val="0"/>
              </a:spcBef>
              <a:spcAft>
                <a:spcPts val="0"/>
              </a:spcAft>
              <a:buClr>
                <a:schemeClr val="dk1"/>
              </a:buClr>
              <a:buSzPts val="1100"/>
              <a:buChar char="■"/>
            </a:pPr>
            <a:r>
              <a:rPr lang="en">
                <a:solidFill>
                  <a:schemeClr val="dk1"/>
                </a:solidFill>
              </a:rPr>
              <a:t>Camunda Copilot puts process designers on the fast track to value delivery through capabilities such as BPMN model creation, form creation, and more</a:t>
            </a:r>
            <a:endParaRPr>
              <a:solidFill>
                <a:schemeClr val="dk1"/>
              </a:solidFill>
            </a:endParaRPr>
          </a:p>
          <a:p>
            <a:pPr marL="0" lvl="0" indent="0" algn="l" rtl="0">
              <a:spcBef>
                <a:spcPts val="0"/>
              </a:spcBef>
              <a:spcAft>
                <a:spcPts val="0"/>
              </a:spcAft>
              <a:buNone/>
            </a:pPr>
            <a:endParaRPr>
              <a:solidFill>
                <a:schemeClr val="dk1"/>
              </a:solidFill>
            </a:endParaRPr>
          </a:p>
          <a:p>
            <a:pPr marL="0" lvl="0" indent="0" algn="l" rtl="0">
              <a:spcBef>
                <a:spcPts val="0"/>
              </a:spcBef>
              <a:spcAft>
                <a:spcPts val="0"/>
              </a:spcAft>
              <a:buNone/>
            </a:pPr>
            <a:r>
              <a:rPr lang="en" i="1">
                <a:solidFill>
                  <a:schemeClr val="dk1"/>
                </a:solidFill>
              </a:rPr>
              <a:t>More information:</a:t>
            </a:r>
            <a:endParaRPr i="1">
              <a:solidFill>
                <a:schemeClr val="dk1"/>
              </a:solidFill>
            </a:endParaRPr>
          </a:p>
          <a:p>
            <a:pPr marL="457200" lvl="0" indent="-298450" algn="l" rtl="0">
              <a:spcBef>
                <a:spcPts val="0"/>
              </a:spcBef>
              <a:spcAft>
                <a:spcPts val="0"/>
              </a:spcAft>
              <a:buClr>
                <a:schemeClr val="dk1"/>
              </a:buClr>
              <a:buSzPts val="1100"/>
              <a:buChar char="●"/>
            </a:pPr>
            <a:r>
              <a:rPr lang="en" i="1" u="sng">
                <a:solidFill>
                  <a:schemeClr val="hlink"/>
                </a:solidFill>
                <a:hlinkClick r:id="rId3"/>
              </a:rPr>
              <a:t>https://camunda.com/resources/leverage-ai-powered-automation/</a:t>
            </a:r>
            <a:r>
              <a:rPr lang="en" i="1">
                <a:solidFill>
                  <a:schemeClr val="dk1"/>
                </a:solidFill>
              </a:rPr>
              <a:t> </a:t>
            </a:r>
            <a:endParaRPr i="1">
              <a:solidFill>
                <a:schemeClr val="dk1"/>
              </a:solidFill>
            </a:endParaRPr>
          </a:p>
          <a:p>
            <a:pPr marL="457200" lvl="0" indent="-298450" algn="l" rtl="0">
              <a:spcBef>
                <a:spcPts val="0"/>
              </a:spcBef>
              <a:spcAft>
                <a:spcPts val="0"/>
              </a:spcAft>
              <a:buClr>
                <a:schemeClr val="dk1"/>
              </a:buClr>
              <a:buSzPts val="1100"/>
              <a:buChar char="●"/>
            </a:pPr>
            <a:r>
              <a:rPr lang="en" i="1" u="sng">
                <a:solidFill>
                  <a:schemeClr val="hlink"/>
                </a:solidFill>
                <a:hlinkClick r:id="rId4"/>
              </a:rPr>
              <a:t>https://camunda.com/platform/ai-enabled-process-orchestration/</a:t>
            </a:r>
            <a:r>
              <a:rPr lang="en" i="1">
                <a:solidFill>
                  <a:schemeClr val="dk1"/>
                </a:solidFill>
              </a:rPr>
              <a:t> </a:t>
            </a:r>
            <a:endParaRPr i="1">
              <a:solidFill>
                <a:schemeClr val="dk1"/>
              </a:solidFill>
            </a:endParaRPr>
          </a:p>
          <a:p>
            <a:pPr marL="457200" lvl="0" indent="-298450" algn="l" rtl="0">
              <a:spcBef>
                <a:spcPts val="0"/>
              </a:spcBef>
              <a:spcAft>
                <a:spcPts val="0"/>
              </a:spcAft>
              <a:buClr>
                <a:schemeClr val="dk1"/>
              </a:buClr>
              <a:buSzPts val="1100"/>
              <a:buChar char="●"/>
            </a:pPr>
            <a:r>
              <a:rPr lang="en" i="1" u="sng">
                <a:solidFill>
                  <a:schemeClr val="hlink"/>
                </a:solidFill>
                <a:hlinkClick r:id="rId5"/>
              </a:rPr>
              <a:t>https://camunda.com/agentic-orchestration/</a:t>
            </a:r>
            <a:r>
              <a:rPr lang="en" i="1">
                <a:solidFill>
                  <a:schemeClr val="dk1"/>
                </a:solidFill>
              </a:rPr>
              <a:t> </a:t>
            </a:r>
            <a:endParaRPr i="1">
              <a:solidFill>
                <a:schemeClr val="dk1"/>
              </a:solidFill>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64"/>
        <p:cNvGrpSpPr/>
        <p:nvPr/>
      </p:nvGrpSpPr>
      <p:grpSpPr>
        <a:xfrm>
          <a:off x="0" y="0"/>
          <a:ext cx="0" cy="0"/>
          <a:chOff x="0" y="0"/>
          <a:chExt cx="0" cy="0"/>
        </a:xfrm>
      </p:grpSpPr>
      <p:sp>
        <p:nvSpPr>
          <p:cNvPr id="6065" name="Google Shape;6065;g34021fce88b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066" name="Google Shape;6066;g34021fce88b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298450" algn="l" rtl="0">
              <a:spcBef>
                <a:spcPts val="0"/>
              </a:spcBef>
              <a:spcAft>
                <a:spcPts val="0"/>
              </a:spcAft>
              <a:buClr>
                <a:schemeClr val="dk1"/>
              </a:buClr>
              <a:buSzPts val="1100"/>
              <a:buFont typeface="IBM Plex Sans"/>
              <a:buChar char="●"/>
            </a:pPr>
            <a:r>
              <a:rPr lang="en">
                <a:solidFill>
                  <a:schemeClr val="dk1"/>
                </a:solidFill>
                <a:latin typeface="IBM Plex Sans"/>
                <a:ea typeface="IBM Plex Sans"/>
                <a:cs typeface="IBM Plex Sans"/>
                <a:sym typeface="IBM Plex Sans"/>
              </a:rPr>
              <a:t>Camunda’s process orchestration and automation platform supports the entire lifecycle of process improvement</a:t>
            </a:r>
            <a:endParaRPr>
              <a:solidFill>
                <a:schemeClr val="dk1"/>
              </a:solidFill>
              <a:latin typeface="IBM Plex Sans"/>
              <a:ea typeface="IBM Plex Sans"/>
              <a:cs typeface="IBM Plex Sans"/>
              <a:sym typeface="IBM Plex Sans"/>
            </a:endParaRPr>
          </a:p>
          <a:p>
            <a:pPr marL="457200" lvl="0" indent="-298450" algn="l" rtl="0">
              <a:lnSpc>
                <a:spcPct val="115000"/>
              </a:lnSpc>
              <a:spcBef>
                <a:spcPts val="0"/>
              </a:spcBef>
              <a:spcAft>
                <a:spcPts val="0"/>
              </a:spcAft>
              <a:buClr>
                <a:schemeClr val="dk1"/>
              </a:buClr>
              <a:buSzPts val="1100"/>
              <a:buFont typeface="IBM Plex Sans"/>
              <a:buChar char="●"/>
            </a:pPr>
            <a:r>
              <a:rPr lang="en">
                <a:solidFill>
                  <a:schemeClr val="dk1"/>
                </a:solidFill>
                <a:latin typeface="IBM Plex Sans"/>
                <a:ea typeface="IBM Plex Sans"/>
                <a:cs typeface="IBM Plex Sans"/>
                <a:sym typeface="IBM Plex Sans"/>
              </a:rPr>
              <a:t>Camunda has intelligently integrated and enabled AI into its platform  - </a:t>
            </a:r>
            <a:r>
              <a:rPr lang="en" b="1">
                <a:solidFill>
                  <a:schemeClr val="dk1"/>
                </a:solidFill>
                <a:latin typeface="IBM Plex Sans"/>
                <a:ea typeface="IBM Plex Sans"/>
                <a:cs typeface="IBM Plex Sans"/>
                <a:sym typeface="IBM Plex Sans"/>
              </a:rPr>
              <a:t>helping organizations to operationalize AI across their enterprise</a:t>
            </a:r>
            <a:endParaRPr b="1">
              <a:solidFill>
                <a:schemeClr val="dk1"/>
              </a:solidFill>
              <a:latin typeface="IBM Plex Sans"/>
              <a:ea typeface="IBM Plex Sans"/>
              <a:cs typeface="IBM Plex Sans"/>
              <a:sym typeface="IBM Plex Sans"/>
            </a:endParaRPr>
          </a:p>
          <a:p>
            <a:pPr marL="457200" lvl="0" indent="-298450" algn="l" rtl="0">
              <a:lnSpc>
                <a:spcPct val="115000"/>
              </a:lnSpc>
              <a:spcBef>
                <a:spcPts val="0"/>
              </a:spcBef>
              <a:spcAft>
                <a:spcPts val="0"/>
              </a:spcAft>
              <a:buClr>
                <a:schemeClr val="dk1"/>
              </a:buClr>
              <a:buSzPts val="1100"/>
              <a:buChar char="●"/>
            </a:pPr>
            <a:r>
              <a:rPr lang="en">
                <a:solidFill>
                  <a:schemeClr val="dk1"/>
                </a:solidFill>
                <a:latin typeface="IBM Plex Sans"/>
                <a:ea typeface="IBM Plex Sans"/>
                <a:cs typeface="IBM Plex Sans"/>
                <a:sym typeface="IBM Plex Sans"/>
              </a:rPr>
              <a:t>Camunda’s AI-enabled platform means users can </a:t>
            </a:r>
            <a:r>
              <a:rPr lang="en" b="1">
                <a:solidFill>
                  <a:schemeClr val="dk1"/>
                </a:solidFill>
                <a:latin typeface="IBM Plex Sans"/>
                <a:ea typeface="IBM Plex Sans"/>
                <a:cs typeface="IBM Plex Sans"/>
                <a:sym typeface="IBM Plex Sans"/>
              </a:rPr>
              <a:t>design, deploy, automate, optimize, and govern</a:t>
            </a:r>
            <a:r>
              <a:rPr lang="en">
                <a:solidFill>
                  <a:schemeClr val="dk1"/>
                </a:solidFill>
                <a:latin typeface="IBM Plex Sans"/>
                <a:ea typeface="IBM Plex Sans"/>
                <a:cs typeface="IBM Plex Sans"/>
                <a:sym typeface="IBM Plex Sans"/>
              </a:rPr>
              <a:t> their processes with </a:t>
            </a:r>
            <a:r>
              <a:rPr lang="en" b="1">
                <a:solidFill>
                  <a:schemeClr val="dk1"/>
                </a:solidFill>
                <a:latin typeface="IBM Plex Sans"/>
                <a:ea typeface="IBM Plex Sans"/>
                <a:cs typeface="IBM Plex Sans"/>
                <a:sym typeface="IBM Plex Sans"/>
              </a:rPr>
              <a:t>greater intelligence, adaptability, and control</a:t>
            </a:r>
            <a:r>
              <a:rPr lang="en">
                <a:solidFill>
                  <a:schemeClr val="dk1"/>
                </a:solidFill>
                <a:latin typeface="IBM Plex Sans"/>
                <a:ea typeface="IBM Plex Sans"/>
                <a:cs typeface="IBM Plex Sans"/>
                <a:sym typeface="IBM Plex Sans"/>
              </a:rPr>
              <a:t>.</a:t>
            </a:r>
            <a:endParaRPr>
              <a:solidFill>
                <a:schemeClr val="dk1"/>
              </a:solidFill>
              <a:latin typeface="IBM Plex Sans"/>
              <a:ea typeface="IBM Plex Sans"/>
              <a:cs typeface="IBM Plex Sans"/>
              <a:sym typeface="IBM Plex Sans"/>
            </a:endParaRPr>
          </a:p>
          <a:p>
            <a:pPr marL="0" lvl="0" indent="0" algn="l" rtl="0">
              <a:lnSpc>
                <a:spcPct val="115000"/>
              </a:lnSpc>
              <a:spcBef>
                <a:spcPts val="0"/>
              </a:spcBef>
              <a:spcAft>
                <a:spcPts val="0"/>
              </a:spcAft>
              <a:buClr>
                <a:schemeClr val="dk1"/>
              </a:buClr>
              <a:buSzPts val="1100"/>
              <a:buFont typeface="Arial"/>
              <a:buNone/>
            </a:pPr>
            <a:r>
              <a:rPr lang="en">
                <a:solidFill>
                  <a:schemeClr val="dk1"/>
                </a:solidFill>
                <a:latin typeface="IBM Plex Sans"/>
                <a:ea typeface="IBM Plex Sans"/>
                <a:cs typeface="IBM Plex Sans"/>
                <a:sym typeface="IBM Plex Sans"/>
              </a:rPr>
              <a:t> </a:t>
            </a:r>
            <a:endParaRPr>
              <a:solidFill>
                <a:schemeClr val="dk1"/>
              </a:solidFill>
              <a:latin typeface="IBM Plex Sans"/>
              <a:ea typeface="IBM Plex Sans"/>
              <a:cs typeface="IBM Plex Sans"/>
              <a:sym typeface="IBM Plex Sans"/>
            </a:endParaRPr>
          </a:p>
          <a:p>
            <a:pPr marL="0" lvl="0" indent="0" algn="l" rtl="0">
              <a:lnSpc>
                <a:spcPct val="115000"/>
              </a:lnSpc>
              <a:spcBef>
                <a:spcPts val="0"/>
              </a:spcBef>
              <a:spcAft>
                <a:spcPts val="0"/>
              </a:spcAft>
              <a:buClr>
                <a:schemeClr val="dk1"/>
              </a:buClr>
              <a:buSzPts val="1100"/>
              <a:buFont typeface="Arial"/>
              <a:buNone/>
            </a:pPr>
            <a:r>
              <a:rPr lang="en">
                <a:solidFill>
                  <a:schemeClr val="dk1"/>
                </a:solidFill>
                <a:latin typeface="IBM Plex Sans"/>
                <a:ea typeface="IBM Plex Sans"/>
                <a:cs typeface="IBM Plex Sans"/>
                <a:sym typeface="IBM Plex Sans"/>
              </a:rPr>
              <a:t> More details</a:t>
            </a:r>
            <a:endParaRPr>
              <a:solidFill>
                <a:schemeClr val="dk1"/>
              </a:solidFill>
              <a:latin typeface="IBM Plex Sans"/>
              <a:ea typeface="IBM Plex Sans"/>
              <a:cs typeface="IBM Plex Sans"/>
              <a:sym typeface="IBM Plex Sans"/>
            </a:endParaRPr>
          </a:p>
          <a:p>
            <a:pPr marL="457200" lvl="0" indent="-298450" algn="l" rtl="0">
              <a:lnSpc>
                <a:spcPct val="115000"/>
              </a:lnSpc>
              <a:spcBef>
                <a:spcPts val="0"/>
              </a:spcBef>
              <a:spcAft>
                <a:spcPts val="0"/>
              </a:spcAft>
              <a:buClr>
                <a:schemeClr val="dk1"/>
              </a:buClr>
              <a:buSzPts val="1100"/>
              <a:buChar char="●"/>
            </a:pPr>
            <a:r>
              <a:rPr lang="en">
                <a:solidFill>
                  <a:schemeClr val="dk1"/>
                </a:solidFill>
                <a:latin typeface="IBM Plex Sans"/>
                <a:ea typeface="IBM Plex Sans"/>
                <a:cs typeface="IBM Plex Sans"/>
                <a:sym typeface="IBM Plex Sans"/>
              </a:rPr>
              <a:t>Design &amp; Implement: developers and business users collaborate to design processes, decisions, and forms -  </a:t>
            </a:r>
            <a:r>
              <a:rPr lang="en" b="1">
                <a:solidFill>
                  <a:schemeClr val="dk1"/>
                </a:solidFill>
                <a:latin typeface="IBM Plex Sans"/>
                <a:ea typeface="IBM Plex Sans"/>
                <a:cs typeface="IBM Plex Sans"/>
                <a:sym typeface="IBM Plex Sans"/>
              </a:rPr>
              <a:t>assisted by with AI Copilots.</a:t>
            </a:r>
            <a:endParaRPr b="1">
              <a:solidFill>
                <a:schemeClr val="dk1"/>
              </a:solidFill>
              <a:latin typeface="IBM Plex Sans"/>
              <a:ea typeface="IBM Plex Sans"/>
              <a:cs typeface="IBM Plex Sans"/>
              <a:sym typeface="IBM Plex Sans"/>
            </a:endParaRPr>
          </a:p>
          <a:p>
            <a:pPr marL="457200" lvl="0" indent="-298450" algn="l" rtl="0">
              <a:lnSpc>
                <a:spcPct val="115000"/>
              </a:lnSpc>
              <a:spcBef>
                <a:spcPts val="0"/>
              </a:spcBef>
              <a:spcAft>
                <a:spcPts val="0"/>
              </a:spcAft>
              <a:buClr>
                <a:schemeClr val="dk1"/>
              </a:buClr>
              <a:buSzPts val="1100"/>
              <a:buFont typeface="IBM Plex Sans"/>
              <a:buChar char="●"/>
            </a:pPr>
            <a:r>
              <a:rPr lang="en">
                <a:solidFill>
                  <a:schemeClr val="dk1"/>
                </a:solidFill>
                <a:latin typeface="IBM Plex Sans"/>
                <a:ea typeface="IBM Plex Sans"/>
                <a:cs typeface="IBM Plex Sans"/>
                <a:sym typeface="IBM Plex Sans"/>
              </a:rPr>
              <a:t>Test &amp; Deploy: Developers and testers ensure the end-to-end process is working as intended</a:t>
            </a:r>
            <a:endParaRPr>
              <a:solidFill>
                <a:schemeClr val="dk1"/>
              </a:solidFill>
              <a:latin typeface="IBM Plex Sans"/>
              <a:ea typeface="IBM Plex Sans"/>
              <a:cs typeface="IBM Plex Sans"/>
              <a:sym typeface="IBM Plex Sans"/>
            </a:endParaRPr>
          </a:p>
          <a:p>
            <a:pPr marL="457200" lvl="0" indent="-298450" algn="l" rtl="0">
              <a:lnSpc>
                <a:spcPct val="115000"/>
              </a:lnSpc>
              <a:spcBef>
                <a:spcPts val="0"/>
              </a:spcBef>
              <a:spcAft>
                <a:spcPts val="0"/>
              </a:spcAft>
              <a:buClr>
                <a:schemeClr val="dk1"/>
              </a:buClr>
              <a:buSzPts val="1100"/>
              <a:buChar char="●"/>
            </a:pPr>
            <a:r>
              <a:rPr lang="en">
                <a:solidFill>
                  <a:schemeClr val="dk1"/>
                </a:solidFill>
                <a:latin typeface="IBM Plex Sans"/>
                <a:ea typeface="IBM Plex Sans"/>
                <a:cs typeface="IBM Plex Sans"/>
                <a:sym typeface="IBM Plex Sans"/>
              </a:rPr>
              <a:t>Automate: Enterprise-grade automation, built for today’s business complexity, loved by developers.  </a:t>
            </a:r>
            <a:r>
              <a:rPr lang="en" b="1">
                <a:solidFill>
                  <a:schemeClr val="dk1"/>
                </a:solidFill>
                <a:latin typeface="IBM Plex Sans"/>
                <a:ea typeface="IBM Plex Sans"/>
                <a:cs typeface="IBM Plex Sans"/>
                <a:sym typeface="IBM Plex Sans"/>
              </a:rPr>
              <a:t>Automate your processes with AI agents, connectors, RPA, document handling, IDP, and custom workers.</a:t>
            </a:r>
            <a:endParaRPr b="1">
              <a:solidFill>
                <a:schemeClr val="dk1"/>
              </a:solidFill>
              <a:latin typeface="IBM Plex Sans"/>
              <a:ea typeface="IBM Plex Sans"/>
              <a:cs typeface="IBM Plex Sans"/>
              <a:sym typeface="IBM Plex Sans"/>
            </a:endParaRPr>
          </a:p>
          <a:p>
            <a:pPr marL="457200" lvl="0" indent="-298450" algn="l" rtl="0">
              <a:lnSpc>
                <a:spcPct val="115000"/>
              </a:lnSpc>
              <a:spcBef>
                <a:spcPts val="0"/>
              </a:spcBef>
              <a:spcAft>
                <a:spcPts val="0"/>
              </a:spcAft>
              <a:buClr>
                <a:schemeClr val="dk1"/>
              </a:buClr>
              <a:buSzPts val="1100"/>
              <a:buChar char="●"/>
            </a:pPr>
            <a:r>
              <a:rPr lang="en">
                <a:solidFill>
                  <a:schemeClr val="dk1"/>
                </a:solidFill>
                <a:latin typeface="IBM Plex Sans"/>
                <a:ea typeface="IBM Plex Sans"/>
                <a:cs typeface="IBM Plex Sans"/>
                <a:sym typeface="IBM Plex Sans"/>
              </a:rPr>
              <a:t>Improve: With Optimize, leadership and teams can monitor KPIs and analyze performance with one model for visualization.</a:t>
            </a:r>
            <a:r>
              <a:rPr lang="en" b="1">
                <a:solidFill>
                  <a:schemeClr val="dk1"/>
                </a:solidFill>
                <a:latin typeface="IBM Plex Sans"/>
                <a:ea typeface="IBM Plex Sans"/>
                <a:cs typeface="IBM Plex Sans"/>
                <a:sym typeface="IBM Plex Sans"/>
              </a:rPr>
              <a:t>  This gives you critical visibility and oversight across all your processes and around AI Agents.   </a:t>
            </a:r>
            <a:endParaRPr b="1">
              <a:solidFill>
                <a:schemeClr val="dk1"/>
              </a:solidFill>
              <a:latin typeface="IBM Plex Sans"/>
              <a:ea typeface="IBM Plex Sans"/>
              <a:cs typeface="IBM Plex Sans"/>
              <a:sym typeface="IBM Plex Sans"/>
            </a:endParaRPr>
          </a:p>
          <a:p>
            <a:pPr marL="457200" lvl="0" indent="-298450" algn="l" rtl="0">
              <a:lnSpc>
                <a:spcPct val="115000"/>
              </a:lnSpc>
              <a:spcBef>
                <a:spcPts val="0"/>
              </a:spcBef>
              <a:spcAft>
                <a:spcPts val="0"/>
              </a:spcAft>
              <a:buClr>
                <a:schemeClr val="dk1"/>
              </a:buClr>
              <a:buSzPts val="1100"/>
              <a:buChar char="●"/>
            </a:pPr>
            <a:r>
              <a:rPr lang="en">
                <a:solidFill>
                  <a:schemeClr val="dk1"/>
                </a:solidFill>
                <a:latin typeface="IBM Plex Sans"/>
                <a:ea typeface="IBM Plex Sans"/>
                <a:cs typeface="IBM Plex Sans"/>
                <a:sym typeface="IBM Plex Sans"/>
              </a:rPr>
              <a:t>Managed: Full governance over your installation and usage</a:t>
            </a:r>
            <a:endParaRPr>
              <a:solidFill>
                <a:schemeClr val="dk1"/>
              </a:solidFill>
              <a:latin typeface="IBM Plex Sans"/>
              <a:ea typeface="IBM Plex Sans"/>
              <a:cs typeface="IBM Plex Sans"/>
              <a:sym typeface="IBM Plex Sans"/>
            </a:endParaRPr>
          </a:p>
          <a:p>
            <a:pPr marL="0" lvl="0" indent="0" algn="l" rtl="0">
              <a:spcBef>
                <a:spcPts val="0"/>
              </a:spcBef>
              <a:spcAft>
                <a:spcPts val="0"/>
              </a:spcAft>
              <a:buClr>
                <a:schemeClr val="dk1"/>
              </a:buClr>
              <a:buSzPts val="1100"/>
              <a:buFont typeface="Arial"/>
              <a:buNone/>
            </a:pP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45"/>
        <p:cNvGrpSpPr/>
        <p:nvPr/>
      </p:nvGrpSpPr>
      <p:grpSpPr>
        <a:xfrm>
          <a:off x="0" y="0"/>
          <a:ext cx="0" cy="0"/>
          <a:chOff x="0" y="0"/>
          <a:chExt cx="0" cy="0"/>
        </a:xfrm>
      </p:grpSpPr>
      <p:sp>
        <p:nvSpPr>
          <p:cNvPr id="6146" name="Google Shape;6146;g337ed51a45a_2_695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47" name="Google Shape;6147;g337ed51a45a_2_69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298450" algn="l" rtl="0">
              <a:spcBef>
                <a:spcPts val="0"/>
              </a:spcBef>
              <a:spcAft>
                <a:spcPts val="0"/>
              </a:spcAft>
              <a:buSzPts val="1100"/>
              <a:buChar char="●"/>
            </a:pPr>
            <a:r>
              <a:rPr lang="en"/>
              <a:t>Camunda’s AI capabilities fall into three categories:</a:t>
            </a:r>
            <a:endParaRPr/>
          </a:p>
          <a:p>
            <a:pPr marL="914400" lvl="0" indent="-298450" algn="l" rtl="0">
              <a:spcBef>
                <a:spcPts val="0"/>
              </a:spcBef>
              <a:spcAft>
                <a:spcPts val="0"/>
              </a:spcAft>
              <a:buSzPts val="1100"/>
              <a:buChar char="●"/>
            </a:pPr>
            <a:r>
              <a:rPr lang="en" b="1"/>
              <a:t>Intelligent process</a:t>
            </a:r>
            <a:r>
              <a:rPr lang="en"/>
              <a:t> is about orchestrating different types of AI tools and services. With Camunda, you can orchestrate AI and eliminate AI silos by integrating products such as OpenAI and Hugging Face into end-to-end business processes.</a:t>
            </a:r>
            <a:endParaRPr/>
          </a:p>
          <a:p>
            <a:pPr marL="914400" lvl="0" indent="-298450" algn="l" rtl="0">
              <a:spcBef>
                <a:spcPts val="0"/>
              </a:spcBef>
              <a:spcAft>
                <a:spcPts val="0"/>
              </a:spcAft>
              <a:buSzPts val="1100"/>
              <a:buChar char="●"/>
            </a:pPr>
            <a:r>
              <a:rPr lang="en" b="1"/>
              <a:t>Camunda Copilot </a:t>
            </a:r>
            <a:r>
              <a:rPr lang="en"/>
              <a:t>is an assistive AI feature that boosts productivity for both IT and business users. Copilot has a variety of features such as our BPMN copilot, form copilot, and more.</a:t>
            </a:r>
            <a:endParaRPr/>
          </a:p>
          <a:p>
            <a:pPr marL="914400" lvl="0" indent="-298450" algn="l" rtl="0">
              <a:spcBef>
                <a:spcPts val="0"/>
              </a:spcBef>
              <a:spcAft>
                <a:spcPts val="0"/>
              </a:spcAft>
              <a:buSzPts val="1100"/>
              <a:buChar char="●"/>
            </a:pPr>
            <a:r>
              <a:rPr lang="en" b="1"/>
              <a:t>Autonomous AI</a:t>
            </a:r>
            <a:r>
              <a:rPr lang="en"/>
              <a:t> is about using AI agents to enhance processes and process execution data to improve them over time.</a:t>
            </a:r>
            <a:endParaRPr i="1"/>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60"/>
        <p:cNvGrpSpPr/>
        <p:nvPr/>
      </p:nvGrpSpPr>
      <p:grpSpPr>
        <a:xfrm>
          <a:off x="0" y="0"/>
          <a:ext cx="0" cy="0"/>
          <a:chOff x="0" y="0"/>
          <a:chExt cx="0" cy="0"/>
        </a:xfrm>
      </p:grpSpPr>
      <p:sp>
        <p:nvSpPr>
          <p:cNvPr id="6161" name="Google Shape;6161;g33f45be845d_0_110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62" name="Google Shape;6162;g33f45be845d_0_110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i="1">
                <a:solidFill>
                  <a:schemeClr val="dk1"/>
                </a:solidFill>
              </a:rPr>
              <a:t>More information:</a:t>
            </a:r>
            <a:endParaRPr i="1">
              <a:solidFill>
                <a:schemeClr val="dk1"/>
              </a:solidFill>
            </a:endParaRPr>
          </a:p>
          <a:p>
            <a:pPr marL="457200" lvl="0" indent="-298450" algn="l" rtl="0">
              <a:spcBef>
                <a:spcPts val="0"/>
              </a:spcBef>
              <a:spcAft>
                <a:spcPts val="0"/>
              </a:spcAft>
              <a:buClr>
                <a:schemeClr val="dk1"/>
              </a:buClr>
              <a:buSzPts val="1100"/>
              <a:buChar char="●"/>
            </a:pPr>
            <a:r>
              <a:rPr lang="en" i="1">
                <a:solidFill>
                  <a:schemeClr val="dk1"/>
                </a:solidFill>
              </a:rPr>
              <a:t>Intelligent process features</a:t>
            </a:r>
            <a:endParaRPr i="1">
              <a:solidFill>
                <a:schemeClr val="dk1"/>
              </a:solidFill>
            </a:endParaRPr>
          </a:p>
          <a:p>
            <a:pPr marL="914400" lvl="1" indent="-298450" algn="l" rtl="0">
              <a:spcBef>
                <a:spcPts val="0"/>
              </a:spcBef>
              <a:spcAft>
                <a:spcPts val="0"/>
              </a:spcAft>
              <a:buClr>
                <a:schemeClr val="dk1"/>
              </a:buClr>
              <a:buSzPts val="1100"/>
              <a:buChar char="○"/>
            </a:pPr>
            <a:r>
              <a:rPr lang="en" i="1">
                <a:solidFill>
                  <a:schemeClr val="dk1"/>
                </a:solidFill>
              </a:rPr>
              <a:t>Out-of-the-box connectors: </a:t>
            </a:r>
            <a:r>
              <a:rPr lang="en" i="1" u="sng">
                <a:solidFill>
                  <a:schemeClr val="hlink"/>
                </a:solidFill>
                <a:hlinkClick r:id="rId3"/>
              </a:rPr>
              <a:t>https://marketplace.camunda.com/en-US/listing?pl=3038&amp;scat=63914&amp;locale=en-US</a:t>
            </a:r>
            <a:r>
              <a:rPr lang="en" i="1">
                <a:solidFill>
                  <a:schemeClr val="dk1"/>
                </a:solidFill>
              </a:rPr>
              <a:t> </a:t>
            </a:r>
            <a:endParaRPr i="1">
              <a:solidFill>
                <a:schemeClr val="dk1"/>
              </a:solidFill>
            </a:endParaRPr>
          </a:p>
          <a:p>
            <a:pPr marL="914400" lvl="1" indent="-298450" algn="l" rtl="0">
              <a:spcBef>
                <a:spcPts val="0"/>
              </a:spcBef>
              <a:spcAft>
                <a:spcPts val="0"/>
              </a:spcAft>
              <a:buClr>
                <a:schemeClr val="dk1"/>
              </a:buClr>
              <a:buSzPts val="1100"/>
              <a:buChar char="○"/>
            </a:pPr>
            <a:r>
              <a:rPr lang="en" i="1">
                <a:solidFill>
                  <a:schemeClr val="dk1"/>
                </a:solidFill>
              </a:rPr>
              <a:t>Blueprints for AI-driven processes: </a:t>
            </a:r>
            <a:r>
              <a:rPr lang="en" i="1" u="sng">
                <a:solidFill>
                  <a:schemeClr val="hlink"/>
                </a:solidFill>
                <a:hlinkClick r:id="rId4"/>
              </a:rPr>
              <a:t>https://marketplace.camunda.com/en-US/listing?pl=3082&amp;cat=107793&amp;page=1&amp;locale=en-US</a:t>
            </a:r>
            <a:r>
              <a:rPr lang="en" i="1">
                <a:solidFill>
                  <a:schemeClr val="dk1"/>
                </a:solidFill>
              </a:rPr>
              <a:t> </a:t>
            </a:r>
            <a:endParaRPr i="1">
              <a:solidFill>
                <a:schemeClr val="dk1"/>
              </a:solidFill>
            </a:endParaRPr>
          </a:p>
          <a:p>
            <a:pPr marL="457200" lvl="0" indent="-298450" algn="l" rtl="0">
              <a:spcBef>
                <a:spcPts val="0"/>
              </a:spcBef>
              <a:spcAft>
                <a:spcPts val="0"/>
              </a:spcAft>
              <a:buClr>
                <a:schemeClr val="dk1"/>
              </a:buClr>
              <a:buSzPts val="1100"/>
              <a:buChar char="●"/>
            </a:pPr>
            <a:r>
              <a:rPr lang="en" i="1">
                <a:solidFill>
                  <a:schemeClr val="dk1"/>
                </a:solidFill>
              </a:rPr>
              <a:t>Camunda copilot capabilities</a:t>
            </a:r>
            <a:endParaRPr i="1">
              <a:solidFill>
                <a:schemeClr val="dk1"/>
              </a:solidFill>
            </a:endParaRPr>
          </a:p>
          <a:p>
            <a:pPr marL="914400" lvl="1" indent="-298450" algn="l" rtl="0">
              <a:spcBef>
                <a:spcPts val="0"/>
              </a:spcBef>
              <a:spcAft>
                <a:spcPts val="0"/>
              </a:spcAft>
              <a:buClr>
                <a:schemeClr val="dk1"/>
              </a:buClr>
              <a:buSzPts val="1100"/>
              <a:buChar char="○"/>
            </a:pPr>
            <a:r>
              <a:rPr lang="en" i="1">
                <a:solidFill>
                  <a:schemeClr val="dk1"/>
                </a:solidFill>
              </a:rPr>
              <a:t>BPMN: </a:t>
            </a:r>
            <a:r>
              <a:rPr lang="en" i="1" u="sng">
                <a:solidFill>
                  <a:schemeClr val="hlink"/>
                </a:solidFill>
                <a:hlinkClick r:id="rId5"/>
              </a:rPr>
              <a:t>https://docs.camunda.io/docs/8.7/components/early-access/alpha/bpmn-copilot/</a:t>
            </a:r>
            <a:r>
              <a:rPr lang="en" i="1">
                <a:solidFill>
                  <a:schemeClr val="dk1"/>
                </a:solidFill>
              </a:rPr>
              <a:t> </a:t>
            </a:r>
            <a:endParaRPr i="1">
              <a:solidFill>
                <a:schemeClr val="dk1"/>
              </a:solidFill>
            </a:endParaRPr>
          </a:p>
          <a:p>
            <a:pPr marL="914400" lvl="1" indent="-298450" algn="l" rtl="0">
              <a:spcBef>
                <a:spcPts val="0"/>
              </a:spcBef>
              <a:spcAft>
                <a:spcPts val="0"/>
              </a:spcAft>
              <a:buClr>
                <a:schemeClr val="dk1"/>
              </a:buClr>
              <a:buSzPts val="1100"/>
              <a:buChar char="○"/>
            </a:pPr>
            <a:r>
              <a:rPr lang="en" i="1">
                <a:solidFill>
                  <a:schemeClr val="dk1"/>
                </a:solidFill>
              </a:rPr>
              <a:t>FEEL: </a:t>
            </a:r>
            <a:r>
              <a:rPr lang="en" i="1" u="sng">
                <a:solidFill>
                  <a:schemeClr val="hlink"/>
                </a:solidFill>
                <a:hlinkClick r:id="rId6"/>
              </a:rPr>
              <a:t>https://docs.camunda.io/docs/next/components/early-access/alpha/feel-copilot/</a:t>
            </a:r>
            <a:r>
              <a:rPr lang="en" i="1">
                <a:solidFill>
                  <a:schemeClr val="dk1"/>
                </a:solidFill>
              </a:rPr>
              <a:t> </a:t>
            </a:r>
            <a:endParaRPr i="1">
              <a:solidFill>
                <a:schemeClr val="dk1"/>
              </a:solidFill>
            </a:endParaRPr>
          </a:p>
          <a:p>
            <a:pPr marL="914400" lvl="1" indent="-298450" algn="l" rtl="0">
              <a:spcBef>
                <a:spcPts val="0"/>
              </a:spcBef>
              <a:spcAft>
                <a:spcPts val="0"/>
              </a:spcAft>
              <a:buClr>
                <a:schemeClr val="dk1"/>
              </a:buClr>
              <a:buSzPts val="1100"/>
              <a:buChar char="○"/>
            </a:pPr>
            <a:r>
              <a:rPr lang="en" i="1">
                <a:solidFill>
                  <a:schemeClr val="dk1"/>
                </a:solidFill>
              </a:rPr>
              <a:t>Connectors: </a:t>
            </a:r>
            <a:r>
              <a:rPr lang="en" i="1" u="sng">
                <a:solidFill>
                  <a:schemeClr val="hlink"/>
                </a:solidFill>
                <a:hlinkClick r:id="rId7"/>
              </a:rPr>
              <a:t>https://docs.camunda.io/docs/8.7/components/modeler/web-modeler/advanced-modeling/refactoring-suggestions/</a:t>
            </a:r>
            <a:r>
              <a:rPr lang="en" i="1">
                <a:solidFill>
                  <a:schemeClr val="dk1"/>
                </a:solidFill>
              </a:rPr>
              <a:t> </a:t>
            </a:r>
            <a:endParaRPr i="1">
              <a:solidFill>
                <a:schemeClr val="dk1"/>
              </a:solidFill>
            </a:endParaRPr>
          </a:p>
          <a:p>
            <a:pPr marL="914400" lvl="1" indent="-298450" algn="l" rtl="0">
              <a:spcBef>
                <a:spcPts val="0"/>
              </a:spcBef>
              <a:spcAft>
                <a:spcPts val="0"/>
              </a:spcAft>
              <a:buClr>
                <a:schemeClr val="dk1"/>
              </a:buClr>
              <a:buSzPts val="1100"/>
              <a:buChar char="○"/>
            </a:pPr>
            <a:r>
              <a:rPr lang="en" i="1">
                <a:solidFill>
                  <a:schemeClr val="dk1"/>
                </a:solidFill>
              </a:rPr>
              <a:t>Forms: </a:t>
            </a:r>
            <a:r>
              <a:rPr lang="en" i="1" u="sng">
                <a:solidFill>
                  <a:schemeClr val="hlink"/>
                </a:solidFill>
                <a:hlinkClick r:id="rId8"/>
              </a:rPr>
              <a:t>https://camunda.com/blog/2023/06/build-forms-faster-camunda-form-builder-generative-ai/</a:t>
            </a:r>
            <a:r>
              <a:rPr lang="en" i="1">
                <a:solidFill>
                  <a:schemeClr val="dk1"/>
                </a:solidFill>
              </a:rPr>
              <a:t> </a:t>
            </a:r>
            <a:endParaRPr i="1">
              <a:solidFill>
                <a:schemeClr val="dk1"/>
              </a:solidFill>
            </a:endParaRPr>
          </a:p>
          <a:p>
            <a:pPr marL="914400" lvl="1" indent="-298450" algn="l" rtl="0">
              <a:spcBef>
                <a:spcPts val="0"/>
              </a:spcBef>
              <a:spcAft>
                <a:spcPts val="0"/>
              </a:spcAft>
              <a:buClr>
                <a:schemeClr val="dk1"/>
              </a:buClr>
              <a:buSzPts val="1100"/>
              <a:buChar char="○"/>
            </a:pPr>
            <a:r>
              <a:rPr lang="en" i="1">
                <a:solidFill>
                  <a:schemeClr val="dk1"/>
                </a:solidFill>
              </a:rPr>
              <a:t>Play Mode: Coming soon</a:t>
            </a:r>
            <a:endParaRPr i="1">
              <a:solidFill>
                <a:schemeClr val="dk1"/>
              </a:solidFill>
            </a:endParaRPr>
          </a:p>
          <a:p>
            <a:pPr marL="914400" lvl="1" indent="-298450" algn="l" rtl="0">
              <a:spcBef>
                <a:spcPts val="0"/>
              </a:spcBef>
              <a:spcAft>
                <a:spcPts val="0"/>
              </a:spcAft>
              <a:buClr>
                <a:schemeClr val="dk1"/>
              </a:buClr>
              <a:buSzPts val="1100"/>
              <a:buChar char="○"/>
            </a:pPr>
            <a:r>
              <a:rPr lang="en" i="1">
                <a:solidFill>
                  <a:schemeClr val="dk1"/>
                </a:solidFill>
              </a:rPr>
              <a:t>Documentation: </a:t>
            </a:r>
            <a:r>
              <a:rPr lang="en" i="1" u="sng">
                <a:solidFill>
                  <a:schemeClr val="hlink"/>
                </a:solidFill>
                <a:hlinkClick r:id="rId9"/>
              </a:rPr>
              <a:t>https://docs.camunda.io/docs/8.7/components/modeler/web-modeler/advanced-modeling/camunda-docs-ai/</a:t>
            </a:r>
            <a:r>
              <a:rPr lang="en" i="1">
                <a:solidFill>
                  <a:schemeClr val="dk1"/>
                </a:solidFill>
              </a:rPr>
              <a:t> </a:t>
            </a:r>
            <a:endParaRPr i="1">
              <a:solidFill>
                <a:schemeClr val="dk1"/>
              </a:solidFill>
            </a:endParaRPr>
          </a:p>
          <a:p>
            <a:pPr marL="457200" lvl="0" indent="-298450" algn="l" rtl="0">
              <a:spcBef>
                <a:spcPts val="0"/>
              </a:spcBef>
              <a:spcAft>
                <a:spcPts val="0"/>
              </a:spcAft>
              <a:buClr>
                <a:schemeClr val="dk1"/>
              </a:buClr>
              <a:buSzPts val="1100"/>
              <a:buChar char="●"/>
            </a:pPr>
            <a:r>
              <a:rPr lang="en" i="1">
                <a:solidFill>
                  <a:schemeClr val="dk1"/>
                </a:solidFill>
              </a:rPr>
              <a:t>Autonomous AI features</a:t>
            </a:r>
            <a:endParaRPr i="1">
              <a:solidFill>
                <a:schemeClr val="dk1"/>
              </a:solidFill>
            </a:endParaRPr>
          </a:p>
          <a:p>
            <a:pPr marL="914400" lvl="1" indent="-298450" algn="l" rtl="0">
              <a:spcBef>
                <a:spcPts val="0"/>
              </a:spcBef>
              <a:spcAft>
                <a:spcPts val="0"/>
              </a:spcAft>
              <a:buClr>
                <a:schemeClr val="dk1"/>
              </a:buClr>
              <a:buSzPts val="1100"/>
              <a:buChar char="○"/>
            </a:pPr>
            <a:r>
              <a:rPr lang="en" i="1">
                <a:solidFill>
                  <a:schemeClr val="dk1"/>
                </a:solidFill>
              </a:rPr>
              <a:t>Agentic AI support: </a:t>
            </a:r>
            <a:r>
              <a:rPr lang="en" i="1" u="sng">
                <a:solidFill>
                  <a:schemeClr val="hlink"/>
                </a:solidFill>
                <a:hlinkClick r:id="rId10"/>
              </a:rPr>
              <a:t>https://docs.camunda.io/docs/8.7/components/modeler/bpmn/ad-hoc/</a:t>
            </a:r>
            <a:r>
              <a:rPr lang="en" i="1">
                <a:solidFill>
                  <a:schemeClr val="dk1"/>
                </a:solidFill>
              </a:rPr>
              <a:t> </a:t>
            </a:r>
            <a:endParaRPr i="1">
              <a:solidFill>
                <a:schemeClr val="dk1"/>
              </a:solidFill>
            </a:endParaRPr>
          </a:p>
          <a:p>
            <a:pPr marL="914400" lvl="1" indent="-298450" algn="l" rtl="0">
              <a:spcBef>
                <a:spcPts val="0"/>
              </a:spcBef>
              <a:spcAft>
                <a:spcPts val="0"/>
              </a:spcAft>
              <a:buClr>
                <a:schemeClr val="dk1"/>
              </a:buClr>
              <a:buSzPts val="1100"/>
              <a:buChar char="○"/>
            </a:pPr>
            <a:r>
              <a:rPr lang="en" i="1">
                <a:solidFill>
                  <a:schemeClr val="dk1"/>
                </a:solidFill>
              </a:rPr>
              <a:t>ML-ready datasets: </a:t>
            </a:r>
            <a:r>
              <a:rPr lang="en" i="1" u="sng">
                <a:solidFill>
                  <a:schemeClr val="hlink"/>
                </a:solidFill>
                <a:hlinkClick r:id="rId11"/>
              </a:rPr>
              <a:t>https://camunda.com/blog/2023/05/ai-powered-process-optimization-ml-ready-dataset/</a:t>
            </a:r>
            <a:r>
              <a:rPr lang="en" i="1">
                <a:solidFill>
                  <a:schemeClr val="dk1"/>
                </a:solidFill>
              </a:rPr>
              <a:t> </a:t>
            </a:r>
            <a:endParaRPr i="1">
              <a:solidFill>
                <a:schemeClr val="dk1"/>
              </a:solidFill>
            </a:endParaRPr>
          </a:p>
          <a:p>
            <a:pPr marL="457200" lvl="0" indent="-298450" algn="l" rtl="0">
              <a:spcBef>
                <a:spcPts val="0"/>
              </a:spcBef>
              <a:spcAft>
                <a:spcPts val="0"/>
              </a:spcAft>
              <a:buClr>
                <a:schemeClr val="dk1"/>
              </a:buClr>
              <a:buSzPts val="1100"/>
              <a:buChar char="●"/>
            </a:pPr>
            <a:r>
              <a:rPr lang="en" i="1">
                <a:solidFill>
                  <a:schemeClr val="dk1"/>
                </a:solidFill>
              </a:rPr>
              <a:t>You can find information about AI terminology at </a:t>
            </a:r>
            <a:r>
              <a:rPr lang="en" i="1" u="sng">
                <a:solidFill>
                  <a:schemeClr val="hlink"/>
                </a:solidFill>
                <a:hlinkClick r:id="rId12"/>
              </a:rPr>
              <a:t>https://confluence.camunda.com/display/HAN/AI+Glossary</a:t>
            </a:r>
            <a:r>
              <a:rPr lang="en" i="1">
                <a:solidFill>
                  <a:schemeClr val="dk1"/>
                </a:solidFill>
              </a:rPr>
              <a:t> </a:t>
            </a:r>
            <a:endParaRPr i="1">
              <a:solidFill>
                <a:schemeClr val="dk1"/>
              </a:solidFill>
            </a:endParaRPr>
          </a:p>
          <a:p>
            <a:pPr marL="0" lvl="0" indent="0" algn="l" rtl="0">
              <a:spcBef>
                <a:spcPts val="0"/>
              </a:spcBef>
              <a:spcAft>
                <a:spcPts val="0"/>
              </a:spcAft>
              <a:buNone/>
            </a:pP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75"/>
        <p:cNvGrpSpPr/>
        <p:nvPr/>
      </p:nvGrpSpPr>
      <p:grpSpPr>
        <a:xfrm>
          <a:off x="0" y="0"/>
          <a:ext cx="0" cy="0"/>
          <a:chOff x="0" y="0"/>
          <a:chExt cx="0" cy="0"/>
        </a:xfrm>
      </p:grpSpPr>
      <p:sp>
        <p:nvSpPr>
          <p:cNvPr id="6176" name="Google Shape;6176;g3537e7e50cd_1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77" name="Google Shape;6177;g3537e7e50cd_1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298450" algn="l" rtl="0">
              <a:spcBef>
                <a:spcPts val="0"/>
              </a:spcBef>
              <a:spcAft>
                <a:spcPts val="0"/>
              </a:spcAft>
              <a:buClr>
                <a:schemeClr val="dk1"/>
              </a:buClr>
              <a:buSzPts val="1100"/>
              <a:buChar char="●"/>
            </a:pPr>
            <a:r>
              <a:rPr lang="en">
                <a:solidFill>
                  <a:schemeClr val="dk1"/>
                </a:solidFill>
              </a:rPr>
              <a:t>An AI agent is an application that can act independently of people to achieve a specific goal</a:t>
            </a:r>
            <a:endParaRPr>
              <a:solidFill>
                <a:schemeClr val="dk1"/>
              </a:solidFill>
            </a:endParaRPr>
          </a:p>
          <a:p>
            <a:pPr marL="457200" lvl="0" indent="-298450" algn="l" rtl="0">
              <a:spcBef>
                <a:spcPts val="0"/>
              </a:spcBef>
              <a:spcAft>
                <a:spcPts val="0"/>
              </a:spcAft>
              <a:buClr>
                <a:schemeClr val="dk1"/>
              </a:buClr>
              <a:buSzPts val="1100"/>
              <a:buChar char="●"/>
            </a:pPr>
            <a:r>
              <a:rPr lang="en">
                <a:solidFill>
                  <a:schemeClr val="dk1"/>
                </a:solidFill>
              </a:rPr>
              <a:t>Agents are ideal for increasing the level of automation in processes where the exact steps aren’t known beforehand (such as case management scenarios)</a:t>
            </a:r>
            <a:endParaRPr>
              <a:solidFill>
                <a:schemeClr val="dk1"/>
              </a:solidFill>
            </a:endParaRPr>
          </a:p>
          <a:p>
            <a:pPr marL="457200" lvl="0" indent="-298450" algn="l" rtl="0">
              <a:spcBef>
                <a:spcPts val="0"/>
              </a:spcBef>
              <a:spcAft>
                <a:spcPts val="0"/>
              </a:spcAft>
              <a:buClr>
                <a:schemeClr val="dk1"/>
              </a:buClr>
              <a:buSzPts val="1100"/>
              <a:buChar char="●"/>
            </a:pPr>
            <a:r>
              <a:rPr lang="en">
                <a:solidFill>
                  <a:schemeClr val="dk1"/>
                </a:solidFill>
              </a:rPr>
              <a:t>Camunda enables you to put agentic orchestration into practice:</a:t>
            </a:r>
            <a:endParaRPr>
              <a:solidFill>
                <a:schemeClr val="dk1"/>
              </a:solidFill>
            </a:endParaRPr>
          </a:p>
          <a:p>
            <a:pPr marL="914400" lvl="1" indent="-298450" algn="l" rtl="0">
              <a:spcBef>
                <a:spcPts val="0"/>
              </a:spcBef>
              <a:spcAft>
                <a:spcPts val="0"/>
              </a:spcAft>
              <a:buClr>
                <a:schemeClr val="dk1"/>
              </a:buClr>
              <a:buSzPts val="1100"/>
              <a:buChar char="○"/>
            </a:pPr>
            <a:r>
              <a:rPr lang="en" b="1">
                <a:solidFill>
                  <a:schemeClr val="dk1"/>
                </a:solidFill>
              </a:rPr>
              <a:t>Architect end-to-end agentic processes</a:t>
            </a:r>
            <a:r>
              <a:rPr lang="en">
                <a:solidFill>
                  <a:schemeClr val="dk1"/>
                </a:solidFill>
              </a:rPr>
              <a:t> with agents embedded directly in BPMN process models</a:t>
            </a:r>
            <a:endParaRPr>
              <a:solidFill>
                <a:schemeClr val="dk1"/>
              </a:solidFill>
            </a:endParaRPr>
          </a:p>
          <a:p>
            <a:pPr marL="914400" lvl="1" indent="-298450" algn="l" rtl="0">
              <a:spcBef>
                <a:spcPts val="0"/>
              </a:spcBef>
              <a:spcAft>
                <a:spcPts val="0"/>
              </a:spcAft>
              <a:buClr>
                <a:schemeClr val="dk1"/>
              </a:buClr>
              <a:buSzPts val="1100"/>
              <a:buChar char="○"/>
            </a:pPr>
            <a:r>
              <a:rPr lang="en" b="1">
                <a:solidFill>
                  <a:schemeClr val="dk1"/>
                </a:solidFill>
              </a:rPr>
              <a:t>Blend code and modeling via a multi-layer architecture </a:t>
            </a:r>
            <a:r>
              <a:rPr lang="en">
                <a:solidFill>
                  <a:schemeClr val="dk1"/>
                </a:solidFill>
              </a:rPr>
              <a:t>that includes visual design, SDKs, and custom logic</a:t>
            </a:r>
            <a:endParaRPr>
              <a:solidFill>
                <a:schemeClr val="dk1"/>
              </a:solidFill>
            </a:endParaRPr>
          </a:p>
          <a:p>
            <a:pPr marL="914400" lvl="1" indent="-298450" algn="l" rtl="0">
              <a:spcBef>
                <a:spcPts val="0"/>
              </a:spcBef>
              <a:spcAft>
                <a:spcPts val="0"/>
              </a:spcAft>
              <a:buClr>
                <a:schemeClr val="dk1"/>
              </a:buClr>
              <a:buSzPts val="1100"/>
              <a:buChar char="○"/>
            </a:pPr>
            <a:r>
              <a:rPr lang="en" b="1">
                <a:solidFill>
                  <a:schemeClr val="dk1"/>
                </a:solidFill>
              </a:rPr>
              <a:t>Build with state-of-the-art agent frameworks</a:t>
            </a:r>
            <a:r>
              <a:rPr lang="en">
                <a:solidFill>
                  <a:schemeClr val="dk1"/>
                </a:solidFill>
              </a:rPr>
              <a:t> such as LangChain</a:t>
            </a:r>
            <a:endParaRPr>
              <a:solidFill>
                <a:schemeClr val="dk1"/>
              </a:solidFill>
            </a:endParaRPr>
          </a:p>
          <a:p>
            <a:pPr marL="914400" lvl="1" indent="-298450" algn="l" rtl="0">
              <a:spcBef>
                <a:spcPts val="0"/>
              </a:spcBef>
              <a:spcAft>
                <a:spcPts val="0"/>
              </a:spcAft>
              <a:buClr>
                <a:schemeClr val="dk1"/>
              </a:buClr>
              <a:buSzPts val="1100"/>
              <a:buChar char="○"/>
            </a:pPr>
            <a:r>
              <a:rPr lang="en" b="1">
                <a:solidFill>
                  <a:schemeClr val="dk1"/>
                </a:solidFill>
              </a:rPr>
              <a:t>Govern intelligent decisions with human oversight</a:t>
            </a:r>
            <a:r>
              <a:rPr lang="en">
                <a:solidFill>
                  <a:schemeClr val="dk1"/>
                </a:solidFill>
              </a:rPr>
              <a:t> through agentic orchestration that respects confidence boundaries</a:t>
            </a:r>
            <a:endParaRPr>
              <a:solidFill>
                <a:schemeClr val="dk1"/>
              </a:solidFill>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93"/>
        <p:cNvGrpSpPr/>
        <p:nvPr/>
      </p:nvGrpSpPr>
      <p:grpSpPr>
        <a:xfrm>
          <a:off x="0" y="0"/>
          <a:ext cx="0" cy="0"/>
          <a:chOff x="0" y="0"/>
          <a:chExt cx="0" cy="0"/>
        </a:xfrm>
      </p:grpSpPr>
      <p:sp>
        <p:nvSpPr>
          <p:cNvPr id="6194" name="Google Shape;6194;g34c146211d0_0_85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95" name="Google Shape;6195;g34c146211d0_0_85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298450" algn="l" rtl="0">
              <a:spcBef>
                <a:spcPts val="0"/>
              </a:spcBef>
              <a:spcAft>
                <a:spcPts val="0"/>
              </a:spcAft>
              <a:buSzPts val="1100"/>
              <a:buChar char="●"/>
            </a:pPr>
            <a:r>
              <a:rPr lang="en">
                <a:solidFill>
                  <a:schemeClr val="dk1"/>
                </a:solidFill>
              </a:rPr>
              <a:t>Agents don’t produce predictable, repeatable results, which can be a challenge for organizations in highly regulated industries</a:t>
            </a:r>
            <a:endParaRPr/>
          </a:p>
          <a:p>
            <a:pPr marL="457200" lvl="0" indent="-298450" algn="l" rtl="0">
              <a:spcBef>
                <a:spcPts val="0"/>
              </a:spcBef>
              <a:spcAft>
                <a:spcPts val="0"/>
              </a:spcAft>
              <a:buSzPts val="1100"/>
              <a:buChar char="●"/>
            </a:pPr>
            <a:r>
              <a:rPr lang="en"/>
              <a:t>Camunda allows you to blend deterministic orchestration (via BPMN) with non-deterministic orchestration (via agents) so you can implement as much or as little AI as you want within guardrails, balancing control with flexibility</a:t>
            </a:r>
            <a:endParaRPr/>
          </a:p>
          <a:p>
            <a:pPr marL="914400" lvl="1" indent="-298450" algn="l" rtl="0">
              <a:spcBef>
                <a:spcPts val="0"/>
              </a:spcBef>
              <a:spcAft>
                <a:spcPts val="0"/>
              </a:spcAft>
              <a:buSzPts val="1100"/>
              <a:buChar char="○"/>
            </a:pPr>
            <a:r>
              <a:rPr lang="en"/>
              <a:t>With deterministic process execution, what will happen in the process is determined ahead of time by a business process model defined in BPMN </a:t>
            </a:r>
            <a:r>
              <a:rPr lang="en" i="1"/>
              <a:t>(the green items)</a:t>
            </a:r>
            <a:endParaRPr i="1"/>
          </a:p>
          <a:p>
            <a:pPr marL="914400" lvl="1" indent="-298450" algn="l" rtl="0">
              <a:spcBef>
                <a:spcPts val="0"/>
              </a:spcBef>
              <a:spcAft>
                <a:spcPts val="0"/>
              </a:spcAft>
              <a:buSzPts val="1100"/>
              <a:buChar char="○"/>
            </a:pPr>
            <a:r>
              <a:rPr lang="en"/>
              <a:t>With non-deterministic process execution, an agent determines what happens as the process runs, leveraging AI models and real-time process data </a:t>
            </a:r>
            <a:r>
              <a:rPr lang="en" i="1"/>
              <a:t>(the light purple items)</a:t>
            </a:r>
            <a:endParaRPr/>
          </a:p>
          <a:p>
            <a:pPr marL="457200" lvl="0" indent="-298450" algn="l" rtl="0">
              <a:spcBef>
                <a:spcPts val="0"/>
              </a:spcBef>
              <a:spcAft>
                <a:spcPts val="0"/>
              </a:spcAft>
              <a:buSzPts val="1100"/>
              <a:buChar char="●"/>
            </a:pPr>
            <a:r>
              <a:rPr lang="en"/>
              <a:t>In Camunda, you use a symbol called the “BPMN ad-hoc subprocess” to incorporate non-deterministic execution into your deterministic process models</a:t>
            </a:r>
            <a:endParaRPr/>
          </a:p>
          <a:p>
            <a:pPr marL="914400" lvl="1" indent="-298450" algn="l" rtl="0">
              <a:spcBef>
                <a:spcPts val="0"/>
              </a:spcBef>
              <a:spcAft>
                <a:spcPts val="0"/>
              </a:spcAft>
              <a:buSzPts val="1100"/>
              <a:buChar char="○"/>
            </a:pPr>
            <a:r>
              <a:rPr lang="en"/>
              <a:t>You just drag-and-drop different tasks that the agent might do into the ad-hoc subprocess</a:t>
            </a:r>
            <a:endParaRPr/>
          </a:p>
          <a:p>
            <a:pPr marL="914400" lvl="1" indent="-298450" algn="l" rtl="0">
              <a:spcBef>
                <a:spcPts val="0"/>
              </a:spcBef>
              <a:spcAft>
                <a:spcPts val="0"/>
              </a:spcAft>
              <a:buSzPts val="1100"/>
              <a:buChar char="○"/>
            </a:pPr>
            <a:r>
              <a:rPr lang="en"/>
              <a:t>When the process runs, the agent chooses which tasks need to be done, and in what order</a:t>
            </a:r>
            <a:endParaRPr/>
          </a:p>
          <a:p>
            <a:pPr marL="914400" lvl="1" indent="-298450" algn="l" rtl="0">
              <a:spcBef>
                <a:spcPts val="0"/>
              </a:spcBef>
              <a:spcAft>
                <a:spcPts val="0"/>
              </a:spcAft>
              <a:buSzPts val="1100"/>
              <a:buChar char="○"/>
            </a:pPr>
            <a:r>
              <a:rPr lang="en"/>
              <a:t>You can also instruct the agent to escalate work to a human if the agent needs help; for example, if it needs additional data to execute a task </a:t>
            </a:r>
            <a:r>
              <a:rPr lang="en" i="1"/>
              <a:t>(the yellow items)</a:t>
            </a:r>
            <a:endParaRPr i="1"/>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28"/>
        <p:cNvGrpSpPr/>
        <p:nvPr/>
      </p:nvGrpSpPr>
      <p:grpSpPr>
        <a:xfrm>
          <a:off x="0" y="0"/>
          <a:ext cx="0" cy="0"/>
          <a:chOff x="0" y="0"/>
          <a:chExt cx="0" cy="0"/>
        </a:xfrm>
      </p:grpSpPr>
      <p:sp>
        <p:nvSpPr>
          <p:cNvPr id="6229" name="Google Shape;6229;g34c146211d0_0_88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230" name="Google Shape;6230;g34c146211d0_0_88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298450" algn="l" rtl="0">
              <a:spcBef>
                <a:spcPts val="0"/>
              </a:spcBef>
              <a:spcAft>
                <a:spcPts val="0"/>
              </a:spcAft>
              <a:buSzPts val="1100"/>
              <a:buChar char="●"/>
            </a:pPr>
            <a:r>
              <a:rPr lang="en"/>
              <a:t>You can build agents in to your processes in Camunda Modeler and combine them with agents from other tools such as AWS Bedrock, LangChain, Microsoft Fabric, AutoGPT, and more</a:t>
            </a:r>
            <a:endParaRPr/>
          </a:p>
          <a:p>
            <a:pPr marL="457200" lvl="0" indent="-298450" algn="l" rtl="0">
              <a:spcBef>
                <a:spcPts val="0"/>
              </a:spcBef>
              <a:spcAft>
                <a:spcPts val="0"/>
              </a:spcAft>
              <a:buSzPts val="1100"/>
              <a:buChar char="●"/>
            </a:pPr>
            <a:r>
              <a:rPr lang="en"/>
              <a:t>This enables you to:</a:t>
            </a:r>
            <a:endParaRPr/>
          </a:p>
          <a:p>
            <a:pPr marL="914400" lvl="1" indent="-298450" algn="l" rtl="0">
              <a:spcBef>
                <a:spcPts val="0"/>
              </a:spcBef>
              <a:spcAft>
                <a:spcPts val="0"/>
              </a:spcAft>
              <a:buSzPts val="1100"/>
              <a:buChar char="○"/>
            </a:pPr>
            <a:r>
              <a:rPr lang="en"/>
              <a:t>Swap out agents without redesigning business processes from scratch</a:t>
            </a:r>
            <a:endParaRPr/>
          </a:p>
          <a:p>
            <a:pPr marL="914400" lvl="1" indent="-298450" algn="l" rtl="0">
              <a:spcBef>
                <a:spcPts val="0"/>
              </a:spcBef>
              <a:spcAft>
                <a:spcPts val="0"/>
              </a:spcAft>
              <a:buSzPts val="1100"/>
              <a:buChar char="○"/>
            </a:pPr>
            <a:r>
              <a:rPr lang="en"/>
              <a:t>Take advantage of agent builders that are designed for specific users or specialized use cases or industries</a:t>
            </a:r>
            <a:endParaRPr/>
          </a:p>
          <a:p>
            <a:pPr marL="457200" lvl="0" indent="-298450" algn="l" rtl="0">
              <a:spcBef>
                <a:spcPts val="0"/>
              </a:spcBef>
              <a:spcAft>
                <a:spcPts val="0"/>
              </a:spcAft>
              <a:buSzPts val="1100"/>
              <a:buChar char="●"/>
            </a:pPr>
            <a:r>
              <a:rPr lang="en"/>
              <a:t>One process model across all agents provides unparalleled visibility for real-time monitoring and process performance analytics</a:t>
            </a:r>
            <a:endParaRPr/>
          </a:p>
          <a:p>
            <a:pPr marL="0" lvl="0" indent="0" algn="l" rtl="0">
              <a:spcBef>
                <a:spcPts val="0"/>
              </a:spcBef>
              <a:spcAft>
                <a:spcPts val="0"/>
              </a:spcAft>
              <a:buNone/>
            </a:pP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64"/>
        <p:cNvGrpSpPr/>
        <p:nvPr/>
      </p:nvGrpSpPr>
      <p:grpSpPr>
        <a:xfrm>
          <a:off x="0" y="0"/>
          <a:ext cx="0" cy="0"/>
          <a:chOff x="0" y="0"/>
          <a:chExt cx="0" cy="0"/>
        </a:xfrm>
      </p:grpSpPr>
      <p:sp>
        <p:nvSpPr>
          <p:cNvPr id="6265" name="Google Shape;6265;g337ed51a45a_2_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266" name="Google Shape;6266;g337ed51a45a_2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i="1">
                <a:solidFill>
                  <a:schemeClr val="dk1"/>
                </a:solidFill>
              </a:rPr>
              <a:t>Note: This slide has animations.</a:t>
            </a:r>
            <a:endParaRPr>
              <a:solidFill>
                <a:schemeClr val="dk1"/>
              </a:solidFill>
            </a:endParaRPr>
          </a:p>
          <a:p>
            <a:pPr marL="0" lvl="0" indent="0" algn="l" rtl="0">
              <a:spcBef>
                <a:spcPts val="0"/>
              </a:spcBef>
              <a:spcAft>
                <a:spcPts val="0"/>
              </a:spcAft>
              <a:buNone/>
            </a:pPr>
            <a:endParaRPr>
              <a:solidFill>
                <a:schemeClr val="dk1"/>
              </a:solidFill>
            </a:endParaRPr>
          </a:p>
          <a:p>
            <a:pPr marL="457200" lvl="0" indent="-298450" algn="l" rtl="0">
              <a:spcBef>
                <a:spcPts val="0"/>
              </a:spcBef>
              <a:spcAft>
                <a:spcPts val="0"/>
              </a:spcAft>
              <a:buClr>
                <a:schemeClr val="dk1"/>
              </a:buClr>
              <a:buSzPts val="1100"/>
              <a:buChar char="●"/>
            </a:pPr>
            <a:r>
              <a:rPr lang="en">
                <a:solidFill>
                  <a:schemeClr val="dk1"/>
                </a:solidFill>
              </a:rPr>
              <a:t>Let’s talk about a roadmap to operationalizing AI in your business</a:t>
            </a:r>
            <a:endParaRPr>
              <a:solidFill>
                <a:schemeClr val="dk1"/>
              </a:solidFill>
            </a:endParaRPr>
          </a:p>
          <a:p>
            <a:pPr marL="457200" lvl="0" indent="-298450" algn="l" rtl="0">
              <a:spcBef>
                <a:spcPts val="0"/>
              </a:spcBef>
              <a:spcAft>
                <a:spcPts val="0"/>
              </a:spcAft>
              <a:buClr>
                <a:schemeClr val="dk1"/>
              </a:buClr>
              <a:buSzPts val="1100"/>
              <a:buChar char="●"/>
            </a:pPr>
            <a:r>
              <a:rPr lang="en" i="1">
                <a:solidFill>
                  <a:schemeClr val="dk1"/>
                </a:solidFill>
              </a:rPr>
              <a:t>[CLICK]</a:t>
            </a:r>
            <a:r>
              <a:rPr lang="en">
                <a:solidFill>
                  <a:schemeClr val="dk1"/>
                </a:solidFill>
              </a:rPr>
              <a:t> First, lay the foundation by getting set up with Camunda and enabling employees</a:t>
            </a:r>
            <a:endParaRPr>
              <a:solidFill>
                <a:schemeClr val="dk1"/>
              </a:solidFill>
            </a:endParaRPr>
          </a:p>
          <a:p>
            <a:pPr marL="914400" lvl="1" indent="-298450" algn="l" rtl="0">
              <a:spcBef>
                <a:spcPts val="0"/>
              </a:spcBef>
              <a:spcAft>
                <a:spcPts val="0"/>
              </a:spcAft>
              <a:buClr>
                <a:schemeClr val="dk1"/>
              </a:buClr>
              <a:buSzPts val="1100"/>
              <a:buChar char="○"/>
            </a:pPr>
            <a:r>
              <a:rPr lang="en">
                <a:solidFill>
                  <a:schemeClr val="dk1"/>
                </a:solidFill>
              </a:rPr>
              <a:t>Also, consider whether you want to create a center of excellence or community of practice to guide and govern automation projects</a:t>
            </a:r>
            <a:endParaRPr>
              <a:solidFill>
                <a:schemeClr val="dk1"/>
              </a:solidFill>
            </a:endParaRPr>
          </a:p>
          <a:p>
            <a:pPr marL="457200" lvl="0" indent="-298450" algn="l" rtl="0">
              <a:spcBef>
                <a:spcPts val="0"/>
              </a:spcBef>
              <a:spcAft>
                <a:spcPts val="0"/>
              </a:spcAft>
              <a:buClr>
                <a:schemeClr val="dk1"/>
              </a:buClr>
              <a:buSzPts val="1100"/>
              <a:buChar char="●"/>
            </a:pPr>
            <a:r>
              <a:rPr lang="en" i="1">
                <a:solidFill>
                  <a:schemeClr val="dk1"/>
                </a:solidFill>
              </a:rPr>
              <a:t>[CLICK]</a:t>
            </a:r>
            <a:r>
              <a:rPr lang="en">
                <a:solidFill>
                  <a:schemeClr val="dk1"/>
                </a:solidFill>
              </a:rPr>
              <a:t> Next, it’s important to identify processes and fragments of processes that exist in systems across your organization</a:t>
            </a:r>
            <a:endParaRPr>
              <a:solidFill>
                <a:schemeClr val="dk1"/>
              </a:solidFill>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95"/>
        <p:cNvGrpSpPr/>
        <p:nvPr/>
      </p:nvGrpSpPr>
      <p:grpSpPr>
        <a:xfrm>
          <a:off x="0" y="0"/>
          <a:ext cx="0" cy="0"/>
          <a:chOff x="0" y="0"/>
          <a:chExt cx="0" cy="0"/>
        </a:xfrm>
      </p:grpSpPr>
      <p:sp>
        <p:nvSpPr>
          <p:cNvPr id="6296" name="Google Shape;6296;g2dcdd6eb920_0_202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297" name="Google Shape;6297;g2dcdd6eb920_0_20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298450" algn="l" rtl="0">
              <a:spcBef>
                <a:spcPts val="0"/>
              </a:spcBef>
              <a:spcAft>
                <a:spcPts val="0"/>
              </a:spcAft>
              <a:buSzPts val="1100"/>
              <a:buChar char="●"/>
            </a:pPr>
            <a:r>
              <a:rPr lang="en"/>
              <a:t>You probably have core business processes that are buried in systems of record such as SAP, Salesforce, homegrown systems, point solutions (such as RPA tools), and monolithic BPM suites</a:t>
            </a:r>
            <a:endParaRPr/>
          </a:p>
          <a:p>
            <a:pPr marL="457200" lvl="0" indent="-298450" algn="l" rtl="0">
              <a:spcBef>
                <a:spcPts val="0"/>
              </a:spcBef>
              <a:spcAft>
                <a:spcPts val="0"/>
              </a:spcAft>
              <a:buSzPts val="1100"/>
              <a:buChar char="●"/>
            </a:pPr>
            <a:r>
              <a:rPr lang="en"/>
              <a:t>This leads to several problems:</a:t>
            </a:r>
            <a:endParaRPr/>
          </a:p>
          <a:p>
            <a:pPr marL="914400" lvl="1" indent="-298450" algn="l" rtl="0">
              <a:spcBef>
                <a:spcPts val="0"/>
              </a:spcBef>
              <a:spcAft>
                <a:spcPts val="0"/>
              </a:spcAft>
              <a:buSzPts val="1100"/>
              <a:buChar char="○"/>
            </a:pPr>
            <a:r>
              <a:rPr lang="en"/>
              <a:t>Processes are fragmented so they don’t reflect the complete, end-to-end business flow</a:t>
            </a:r>
            <a:endParaRPr/>
          </a:p>
          <a:p>
            <a:pPr marL="914400" lvl="1" indent="-298450" algn="l" rtl="0">
              <a:spcBef>
                <a:spcPts val="0"/>
              </a:spcBef>
              <a:spcAft>
                <a:spcPts val="0"/>
              </a:spcAft>
              <a:buSzPts val="1100"/>
              <a:buChar char="○"/>
            </a:pPr>
            <a:r>
              <a:rPr lang="en"/>
              <a:t>Even small changes require software development work and complex system updates</a:t>
            </a:r>
            <a:endParaRPr/>
          </a:p>
          <a:p>
            <a:pPr marL="914400" lvl="1" indent="-298450" algn="l" rtl="0">
              <a:spcBef>
                <a:spcPts val="0"/>
              </a:spcBef>
              <a:spcAft>
                <a:spcPts val="0"/>
              </a:spcAft>
              <a:buSzPts val="1100"/>
              <a:buChar char="○"/>
            </a:pPr>
            <a:r>
              <a:rPr lang="en"/>
              <a:t>Integrating AI into monolithic systems is often slow and expensive</a:t>
            </a:r>
            <a:endParaRPr/>
          </a:p>
          <a:p>
            <a:pPr marL="457200" lvl="0" indent="-298450" algn="l" rtl="0">
              <a:spcBef>
                <a:spcPts val="0"/>
              </a:spcBef>
              <a:spcAft>
                <a:spcPts val="0"/>
              </a:spcAft>
              <a:buSzPts val="1100"/>
              <a:buChar char="●"/>
            </a:pPr>
            <a:r>
              <a:rPr lang="en"/>
              <a:t>Decoupling core business processes from your systems of record and creating a process orchestration layer:</a:t>
            </a:r>
            <a:endParaRPr/>
          </a:p>
          <a:p>
            <a:pPr marL="914400" lvl="1" indent="-298450" algn="l" rtl="0">
              <a:spcBef>
                <a:spcPts val="0"/>
              </a:spcBef>
              <a:spcAft>
                <a:spcPts val="0"/>
              </a:spcAft>
              <a:buSzPts val="1100"/>
              <a:buChar char="○"/>
            </a:pPr>
            <a:r>
              <a:rPr lang="en"/>
              <a:t>Ensures true end-to-end process visibility (which means changes and improvements are easier)</a:t>
            </a:r>
            <a:endParaRPr/>
          </a:p>
          <a:p>
            <a:pPr marL="914400" lvl="1" indent="-298450" algn="l" rtl="0">
              <a:spcBef>
                <a:spcPts val="0"/>
              </a:spcBef>
              <a:spcAft>
                <a:spcPts val="0"/>
              </a:spcAft>
              <a:buSzPts val="1100"/>
              <a:buChar char="○"/>
            </a:pPr>
            <a:r>
              <a:rPr lang="en"/>
              <a:t>Increases your agility because you can roll out changes faster</a:t>
            </a:r>
            <a:endParaRPr/>
          </a:p>
          <a:p>
            <a:pPr marL="914400" lvl="1" indent="-298450" algn="l" rtl="0">
              <a:spcBef>
                <a:spcPts val="0"/>
              </a:spcBef>
              <a:spcAft>
                <a:spcPts val="0"/>
              </a:spcAft>
              <a:buSzPts val="1100"/>
              <a:buChar char="○"/>
            </a:pPr>
            <a:r>
              <a:rPr lang="en"/>
              <a:t>Makes it easier to integrate AI into processes at your desired pace, with lower risk</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69"/>
        <p:cNvGrpSpPr/>
        <p:nvPr/>
      </p:nvGrpSpPr>
      <p:grpSpPr>
        <a:xfrm>
          <a:off x="0" y="0"/>
          <a:ext cx="0" cy="0"/>
          <a:chOff x="0" y="0"/>
          <a:chExt cx="0" cy="0"/>
        </a:xfrm>
      </p:grpSpPr>
      <p:sp>
        <p:nvSpPr>
          <p:cNvPr id="6370" name="Google Shape;6370;g2dcdd6eb920_0_217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71" name="Google Shape;6371;g2dcdd6eb920_0_217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i="1"/>
              <a:t>Note: This slide has animations.</a:t>
            </a:r>
            <a:endParaRPr/>
          </a:p>
          <a:p>
            <a:pPr marL="0" lvl="0" indent="0" algn="l" rtl="0">
              <a:spcBef>
                <a:spcPts val="0"/>
              </a:spcBef>
              <a:spcAft>
                <a:spcPts val="0"/>
              </a:spcAft>
              <a:buNone/>
            </a:pPr>
            <a:endParaRPr/>
          </a:p>
          <a:p>
            <a:pPr marL="457200" lvl="0" indent="-298450" algn="l" rtl="0">
              <a:spcBef>
                <a:spcPts val="0"/>
              </a:spcBef>
              <a:spcAft>
                <a:spcPts val="0"/>
              </a:spcAft>
              <a:buSzPts val="1100"/>
              <a:buChar char="●"/>
            </a:pPr>
            <a:r>
              <a:rPr lang="en"/>
              <a:t>The work required to elevate processes to a process orchestration layer will vary, but Camunda Copilot is an excellent tool to help</a:t>
            </a:r>
            <a:endParaRPr/>
          </a:p>
          <a:p>
            <a:pPr marL="914400" lvl="1" indent="-298450" algn="l" rtl="0">
              <a:spcBef>
                <a:spcPts val="0"/>
              </a:spcBef>
              <a:spcAft>
                <a:spcPts val="0"/>
              </a:spcAft>
              <a:buSzPts val="1100"/>
              <a:buChar char="○"/>
            </a:pPr>
            <a:r>
              <a:rPr lang="en"/>
              <a:t>The Copilot accepts natural language, process documentation, and even raw code in a language such as Java or COBOL and turns it into a process model</a:t>
            </a:r>
            <a:endParaRPr/>
          </a:p>
          <a:p>
            <a:pPr marL="914400" lvl="1" indent="-298450" algn="l" rtl="0">
              <a:spcBef>
                <a:spcPts val="0"/>
              </a:spcBef>
              <a:spcAft>
                <a:spcPts val="0"/>
              </a:spcAft>
              <a:buSzPts val="1100"/>
              <a:buChar char="○"/>
            </a:pPr>
            <a:r>
              <a:rPr lang="en"/>
              <a:t>The Copilot is interactive, so you can converse with it to adjust the process model as needed</a:t>
            </a:r>
            <a:endParaRPr/>
          </a:p>
          <a:p>
            <a:pPr marL="457200" lvl="0" indent="-298450" algn="l" rtl="0">
              <a:spcBef>
                <a:spcPts val="0"/>
              </a:spcBef>
              <a:spcAft>
                <a:spcPts val="0"/>
              </a:spcAft>
              <a:buSzPts val="1100"/>
              <a:buChar char="●"/>
            </a:pPr>
            <a:r>
              <a:rPr lang="en" i="1"/>
              <a:t>[CLICK]</a:t>
            </a:r>
            <a:r>
              <a:rPr lang="en"/>
              <a:t> Camunda connectors also speed up the process, both for automating tasks in various systems and for bringing AI tools and services into processes</a:t>
            </a:r>
            <a:endParaRPr/>
          </a:p>
          <a:p>
            <a:pPr marL="457200" lvl="0" indent="-298450" algn="l" rtl="0">
              <a:spcBef>
                <a:spcPts val="0"/>
              </a:spcBef>
              <a:spcAft>
                <a:spcPts val="0"/>
              </a:spcAft>
              <a:buSzPts val="1100"/>
              <a:buChar char="●"/>
            </a:pPr>
            <a:r>
              <a:rPr lang="en" i="1">
                <a:solidFill>
                  <a:schemeClr val="dk1"/>
                </a:solidFill>
              </a:rPr>
              <a:t>[CLICK]</a:t>
            </a:r>
            <a:r>
              <a:rPr lang="en">
                <a:solidFill>
                  <a:schemeClr val="dk1"/>
                </a:solidFill>
              </a:rPr>
              <a:t> A process orchestration layer also makes it possible to start leveraging AI agents</a:t>
            </a:r>
            <a:endParaRPr>
              <a:solidFill>
                <a:schemeClr val="dk1"/>
              </a:solidFill>
            </a:endParaRPr>
          </a:p>
          <a:p>
            <a:pPr marL="0" lvl="0" indent="0" algn="l" rtl="0">
              <a:spcBef>
                <a:spcPts val="0"/>
              </a:spcBef>
              <a:spcAft>
                <a:spcPts val="0"/>
              </a:spcAft>
              <a:buNone/>
            </a:pPr>
            <a:endParaRPr i="1">
              <a:solidFill>
                <a:schemeClr val="dk1"/>
              </a:solidFill>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27"/>
        <p:cNvGrpSpPr/>
        <p:nvPr/>
      </p:nvGrpSpPr>
      <p:grpSpPr>
        <a:xfrm>
          <a:off x="0" y="0"/>
          <a:ext cx="0" cy="0"/>
          <a:chOff x="0" y="0"/>
          <a:chExt cx="0" cy="0"/>
        </a:xfrm>
      </p:grpSpPr>
      <p:sp>
        <p:nvSpPr>
          <p:cNvPr id="6428" name="Google Shape;6428;g345b2095d01_0_92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29" name="Google Shape;6429;g345b2095d01_0_9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
                <a:solidFill>
                  <a:schemeClr val="dk1"/>
                </a:solidFill>
              </a:rPr>
              <a:t>Alright everyone, that’s all the time we have for today.  Let’s keep the conversation going.</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38"/>
        <p:cNvGrpSpPr/>
        <p:nvPr/>
      </p:nvGrpSpPr>
      <p:grpSpPr>
        <a:xfrm>
          <a:off x="0" y="0"/>
          <a:ext cx="0" cy="0"/>
          <a:chOff x="0" y="0"/>
          <a:chExt cx="0" cy="0"/>
        </a:xfrm>
      </p:grpSpPr>
      <p:sp>
        <p:nvSpPr>
          <p:cNvPr id="6439" name="Google Shape;6439;g328711bc9e8_0_898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40" name="Google Shape;6440;g328711bc9e8_0_898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i="1">
                <a:solidFill>
                  <a:schemeClr val="dk1"/>
                </a:solidFill>
              </a:rPr>
              <a:t>These are additional slides that you can use as needed.</a:t>
            </a: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43"/>
        <p:cNvGrpSpPr/>
        <p:nvPr/>
      </p:nvGrpSpPr>
      <p:grpSpPr>
        <a:xfrm>
          <a:off x="0" y="0"/>
          <a:ext cx="0" cy="0"/>
          <a:chOff x="0" y="0"/>
          <a:chExt cx="0" cy="0"/>
        </a:xfrm>
      </p:grpSpPr>
      <p:sp>
        <p:nvSpPr>
          <p:cNvPr id="6444" name="Google Shape;6444;g33a25026c42_0_237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45" name="Google Shape;6445;g33a25026c42_0_237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298450" algn="l" rtl="0">
              <a:spcBef>
                <a:spcPts val="0"/>
              </a:spcBef>
              <a:spcAft>
                <a:spcPts val="0"/>
              </a:spcAft>
              <a:buSzPts val="1100"/>
              <a:buChar char="●"/>
            </a:pPr>
            <a:r>
              <a:rPr lang="en"/>
              <a:t>Out-of-the-box connectors from Camunda, our partners, and our community contributors enable you to introduce generative and predictive AI tools and services into existing processes with low risk</a:t>
            </a:r>
            <a:endParaRPr/>
          </a:p>
          <a:p>
            <a:pPr marL="457200" lvl="0" indent="-298450" algn="l" rtl="0">
              <a:spcBef>
                <a:spcPts val="0"/>
              </a:spcBef>
              <a:spcAft>
                <a:spcPts val="0"/>
              </a:spcAft>
              <a:buSzPts val="1100"/>
              <a:buChar char="●"/>
            </a:pPr>
            <a:r>
              <a:rPr lang="en"/>
              <a:t>You can share reusable AI connectors to govern adoption through centrally managed AI services</a:t>
            </a:r>
            <a:endParaRPr/>
          </a:p>
          <a:p>
            <a:pPr marL="0" lvl="0" indent="0" algn="l" rtl="0">
              <a:spcBef>
                <a:spcPts val="0"/>
              </a:spcBef>
              <a:spcAft>
                <a:spcPts val="0"/>
              </a:spcAft>
              <a:buNone/>
            </a:pPr>
            <a:endParaRPr i="1"/>
          </a:p>
          <a:p>
            <a:pPr marL="0" lvl="0" indent="0" algn="l" rtl="0">
              <a:spcBef>
                <a:spcPts val="0"/>
              </a:spcBef>
              <a:spcAft>
                <a:spcPts val="0"/>
              </a:spcAft>
              <a:buNone/>
            </a:pPr>
            <a:r>
              <a:rPr lang="en" i="1"/>
              <a:t>Notes:</a:t>
            </a:r>
            <a:endParaRPr i="1"/>
          </a:p>
          <a:p>
            <a:pPr marL="457200" lvl="0" indent="-298450" algn="l" rtl="0">
              <a:spcBef>
                <a:spcPts val="0"/>
              </a:spcBef>
              <a:spcAft>
                <a:spcPts val="0"/>
              </a:spcAft>
              <a:buSzPts val="1100"/>
              <a:buChar char="●"/>
            </a:pPr>
            <a:r>
              <a:rPr lang="en" i="1"/>
              <a:t>The icons on this slide represent (from left to right): OpenAI, Hugging Face, Azure OpenAI, Kubeflow, Google Cloud AI (also known as Vertex), Google Gemini, Amazon Comprehend, Amazon SageMaker, Amazon Bedrock</a:t>
            </a:r>
            <a:endParaRPr i="1"/>
          </a:p>
          <a:p>
            <a:pPr marL="457200" lvl="0" indent="-298450" algn="l" rtl="0">
              <a:spcBef>
                <a:spcPts val="0"/>
              </a:spcBef>
              <a:spcAft>
                <a:spcPts val="0"/>
              </a:spcAft>
              <a:buSzPts val="1100"/>
              <a:buChar char="●"/>
            </a:pPr>
            <a:r>
              <a:rPr lang="en" i="1"/>
              <a:t>New connectors are being added to Camunda Marketplace on a regular basis</a:t>
            </a:r>
            <a:endParaRPr i="1"/>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90"/>
        <p:cNvGrpSpPr/>
        <p:nvPr/>
      </p:nvGrpSpPr>
      <p:grpSpPr>
        <a:xfrm>
          <a:off x="0" y="0"/>
          <a:ext cx="0" cy="0"/>
          <a:chOff x="0" y="0"/>
          <a:chExt cx="0" cy="0"/>
        </a:xfrm>
      </p:grpSpPr>
      <p:sp>
        <p:nvSpPr>
          <p:cNvPr id="6491" name="Google Shape;6491;g33a25026c42_0_241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92" name="Google Shape;6492;g33a25026c42_0_24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298450" algn="l" rtl="0">
              <a:spcBef>
                <a:spcPts val="0"/>
              </a:spcBef>
              <a:spcAft>
                <a:spcPts val="0"/>
              </a:spcAft>
              <a:buSzPts val="1100"/>
              <a:buChar char="●"/>
            </a:pPr>
            <a:r>
              <a:rPr lang="en"/>
              <a:t>Camunda Copilot has a variety of AI-powered capabilities that help both IT and business users rapidly prototype process assets such as BPMN process models, FEEL expressions (for working with data in processes), user task forms, and more</a:t>
            </a:r>
            <a:endParaRPr/>
          </a:p>
          <a:p>
            <a:pPr marL="0" lvl="0" indent="0" algn="l" rtl="0">
              <a:spcBef>
                <a:spcPts val="0"/>
              </a:spcBef>
              <a:spcAft>
                <a:spcPts val="0"/>
              </a:spcAft>
              <a:buNone/>
            </a:pPr>
            <a:endParaRPr/>
          </a:p>
          <a:p>
            <a:pPr marL="0" lvl="0" indent="0" algn="l" rtl="0">
              <a:spcBef>
                <a:spcPts val="0"/>
              </a:spcBef>
              <a:spcAft>
                <a:spcPts val="0"/>
              </a:spcAft>
              <a:buNone/>
            </a:pPr>
            <a:r>
              <a:rPr lang="en" i="1"/>
              <a:t>Note: The FEEL copilot is coming soon.</a:t>
            </a:r>
            <a:endParaRPr i="1"/>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99"/>
        <p:cNvGrpSpPr/>
        <p:nvPr/>
      </p:nvGrpSpPr>
      <p:grpSpPr>
        <a:xfrm>
          <a:off x="0" y="0"/>
          <a:ext cx="0" cy="0"/>
          <a:chOff x="0" y="0"/>
          <a:chExt cx="0" cy="0"/>
        </a:xfrm>
      </p:grpSpPr>
      <p:sp>
        <p:nvSpPr>
          <p:cNvPr id="6500" name="Google Shape;6500;g337ed51a45a_2_1236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501" name="Google Shape;6501;g337ed51a45a_2_1236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298450" algn="l" rtl="0">
              <a:spcBef>
                <a:spcPts val="0"/>
              </a:spcBef>
              <a:spcAft>
                <a:spcPts val="0"/>
              </a:spcAft>
              <a:buSzPts val="1100"/>
              <a:buChar char="●"/>
            </a:pPr>
            <a:r>
              <a:rPr lang="en"/>
              <a:t>Camunda supports autonomous and semi-autonomous AI through the BPMN ad-hoc sub-process</a:t>
            </a:r>
            <a:endParaRPr/>
          </a:p>
          <a:p>
            <a:pPr marL="914400" lvl="1" indent="-298450" algn="l" rtl="0">
              <a:spcBef>
                <a:spcPts val="0"/>
              </a:spcBef>
              <a:spcAft>
                <a:spcPts val="0"/>
              </a:spcAft>
              <a:buSzPts val="1100"/>
              <a:buChar char="○"/>
            </a:pPr>
            <a:r>
              <a:rPr lang="en"/>
              <a:t>This BPMN symbol doesn’t have a predefined sequence flow, making it ideal for modeling unstructured or dynamic processes</a:t>
            </a:r>
            <a:endParaRPr/>
          </a:p>
          <a:p>
            <a:pPr marL="457200" lvl="0" indent="-298450" algn="l" rtl="0">
              <a:spcBef>
                <a:spcPts val="0"/>
              </a:spcBef>
              <a:spcAft>
                <a:spcPts val="0"/>
              </a:spcAft>
              <a:buSzPts val="1100"/>
              <a:buChar char="●"/>
            </a:pPr>
            <a:r>
              <a:rPr lang="en"/>
              <a:t>Camunda enables you to blend deterministic (predefined) and non-deterministic (ad-hoc) process orchestration, so you can:</a:t>
            </a:r>
            <a:endParaRPr/>
          </a:p>
          <a:p>
            <a:pPr marL="914400" lvl="1" indent="-298450" algn="l" rtl="0">
              <a:spcBef>
                <a:spcPts val="0"/>
              </a:spcBef>
              <a:spcAft>
                <a:spcPts val="0"/>
              </a:spcAft>
              <a:buSzPts val="1100"/>
              <a:buChar char="○"/>
            </a:pPr>
            <a:r>
              <a:rPr lang="en"/>
              <a:t>Put guardrails around the use of AI agents, ensuring that they are used for unstructured work and not used for work that requires each step to be precisely defined ahead of time</a:t>
            </a:r>
            <a:endParaRPr/>
          </a:p>
          <a:p>
            <a:pPr marL="914400" lvl="1" indent="-298450" algn="l" rtl="0">
              <a:spcBef>
                <a:spcPts val="0"/>
              </a:spcBef>
              <a:spcAft>
                <a:spcPts val="0"/>
              </a:spcAft>
              <a:buSzPts val="1100"/>
              <a:buChar char="○"/>
            </a:pPr>
            <a:r>
              <a:rPr lang="en"/>
              <a:t>Introduce agentic AI into processes with a low level of risk, and increase the use of agents over time</a:t>
            </a: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16"/>
        <p:cNvGrpSpPr/>
        <p:nvPr/>
      </p:nvGrpSpPr>
      <p:grpSpPr>
        <a:xfrm>
          <a:off x="0" y="0"/>
          <a:ext cx="0" cy="0"/>
          <a:chOff x="0" y="0"/>
          <a:chExt cx="0" cy="0"/>
        </a:xfrm>
      </p:grpSpPr>
      <p:sp>
        <p:nvSpPr>
          <p:cNvPr id="6517" name="Google Shape;6517;g2dcdd6eb920_0_5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518" name="Google Shape;6518;g2dcdd6eb920_0_5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i="1">
                <a:solidFill>
                  <a:schemeClr val="dk1"/>
                </a:solidFill>
              </a:rPr>
              <a:t>More information:</a:t>
            </a:r>
            <a:endParaRPr i="1">
              <a:solidFill>
                <a:schemeClr val="dk1"/>
              </a:solidFill>
            </a:endParaRPr>
          </a:p>
          <a:p>
            <a:pPr marL="457200" lvl="0" indent="-298450" algn="l" rtl="0">
              <a:spcBef>
                <a:spcPts val="0"/>
              </a:spcBef>
              <a:spcAft>
                <a:spcPts val="0"/>
              </a:spcAft>
              <a:buClr>
                <a:schemeClr val="dk1"/>
              </a:buClr>
              <a:buSzPts val="1100"/>
              <a:buChar char="●"/>
            </a:pPr>
            <a:r>
              <a:rPr lang="en" i="1" u="sng">
                <a:solidFill>
                  <a:schemeClr val="hlink"/>
                </a:solidFill>
                <a:hlinkClick r:id="rId3"/>
              </a:rPr>
              <a:t>AI-enabled process orchestration</a:t>
            </a:r>
            <a:r>
              <a:rPr lang="en" i="1">
                <a:solidFill>
                  <a:schemeClr val="dk1"/>
                </a:solidFill>
              </a:rPr>
              <a:t> (webpage)  </a:t>
            </a:r>
            <a:endParaRPr i="1">
              <a:solidFill>
                <a:schemeClr val="dk1"/>
              </a:solidFill>
            </a:endParaRPr>
          </a:p>
          <a:p>
            <a:pPr marL="457200" lvl="0" indent="-298450" algn="l" rtl="0">
              <a:spcBef>
                <a:spcPts val="0"/>
              </a:spcBef>
              <a:spcAft>
                <a:spcPts val="0"/>
              </a:spcAft>
              <a:buClr>
                <a:schemeClr val="dk1"/>
              </a:buClr>
              <a:buSzPts val="1100"/>
              <a:buChar char="●"/>
            </a:pPr>
            <a:r>
              <a:rPr lang="en" i="1" u="sng">
                <a:solidFill>
                  <a:schemeClr val="hlink"/>
                </a:solidFill>
                <a:hlinkClick r:id="rId4"/>
              </a:rPr>
              <a:t>Why AI Agents Need Orchestration</a:t>
            </a:r>
            <a:r>
              <a:rPr lang="en" i="1">
                <a:solidFill>
                  <a:schemeClr val="dk1"/>
                </a:solidFill>
              </a:rPr>
              <a:t> (blog post)</a:t>
            </a:r>
            <a:endParaRPr i="1">
              <a:solidFill>
                <a:schemeClr val="dk1"/>
              </a:solidFill>
            </a:endParaRPr>
          </a:p>
          <a:p>
            <a:pPr marL="457200" lvl="0" indent="-298450" algn="l" rtl="0">
              <a:spcBef>
                <a:spcPts val="0"/>
              </a:spcBef>
              <a:spcAft>
                <a:spcPts val="0"/>
              </a:spcAft>
              <a:buClr>
                <a:schemeClr val="dk1"/>
              </a:buClr>
              <a:buSzPts val="1100"/>
              <a:buChar char="●"/>
            </a:pPr>
            <a:r>
              <a:rPr lang="en" i="1" u="sng">
                <a:solidFill>
                  <a:schemeClr val="hlink"/>
                </a:solidFill>
                <a:hlinkClick r:id="rId5"/>
              </a:rPr>
              <a:t>Operationalize AI by Blending Deterministic and Non-Deterministic Process Orchestration</a:t>
            </a:r>
            <a:r>
              <a:rPr lang="en" i="1">
                <a:solidFill>
                  <a:schemeClr val="dk1"/>
                </a:solidFill>
              </a:rPr>
              <a:t> (blog post</a:t>
            </a:r>
            <a:endParaRPr i="1">
              <a:solidFill>
                <a:schemeClr val="dk1"/>
              </a:solidFill>
            </a:endParaRPr>
          </a:p>
          <a:p>
            <a:pPr marL="0" lvl="0" indent="0" algn="l" rtl="0">
              <a:spcBef>
                <a:spcPts val="0"/>
              </a:spcBef>
              <a:spcAft>
                <a:spcPts val="0"/>
              </a:spcAft>
              <a:buNone/>
            </a:pPr>
            <a:endParaRPr i="1">
              <a:solidFill>
                <a:schemeClr val="dk1"/>
              </a:solidFill>
            </a:endParaRPr>
          </a:p>
          <a:p>
            <a:pPr marL="0" lvl="0" indent="0" algn="l" rtl="0">
              <a:spcBef>
                <a:spcPts val="0"/>
              </a:spcBef>
              <a:spcAft>
                <a:spcPts val="0"/>
              </a:spcAft>
              <a:buNone/>
            </a:pPr>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24"/>
        <p:cNvGrpSpPr/>
        <p:nvPr/>
      </p:nvGrpSpPr>
      <p:grpSpPr>
        <a:xfrm>
          <a:off x="0" y="0"/>
          <a:ext cx="0" cy="0"/>
          <a:chOff x="0" y="0"/>
          <a:chExt cx="0" cy="0"/>
        </a:xfrm>
      </p:grpSpPr>
      <p:sp>
        <p:nvSpPr>
          <p:cNvPr id="6525" name="Google Shape;6525;g334d1f9f3c6_1_237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526" name="Google Shape;6526;g334d1f9f3c6_1_237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i="1">
                <a:solidFill>
                  <a:schemeClr val="dk1"/>
                </a:solidFill>
              </a:rPr>
              <a:t>These are additional slides that you can use as needed.</a:t>
            </a:r>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29"/>
        <p:cNvGrpSpPr/>
        <p:nvPr/>
      </p:nvGrpSpPr>
      <p:grpSpPr>
        <a:xfrm>
          <a:off x="0" y="0"/>
          <a:ext cx="0" cy="0"/>
          <a:chOff x="0" y="0"/>
          <a:chExt cx="0" cy="0"/>
        </a:xfrm>
      </p:grpSpPr>
      <p:sp>
        <p:nvSpPr>
          <p:cNvPr id="6530" name="Google Shape;6530;g31e9ef4b7b4_0_315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531" name="Google Shape;6531;g31e9ef4b7b4_0_315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42"/>
        <p:cNvGrpSpPr/>
        <p:nvPr/>
      </p:nvGrpSpPr>
      <p:grpSpPr>
        <a:xfrm>
          <a:off x="0" y="0"/>
          <a:ext cx="0" cy="0"/>
          <a:chOff x="0" y="0"/>
          <a:chExt cx="0" cy="0"/>
        </a:xfrm>
      </p:grpSpPr>
      <p:sp>
        <p:nvSpPr>
          <p:cNvPr id="6543" name="Google Shape;6543;g31e9ef4b7b4_0_316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544" name="Google Shape;6544;g31e9ef4b7b4_0_316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55"/>
        <p:cNvGrpSpPr/>
        <p:nvPr/>
      </p:nvGrpSpPr>
      <p:grpSpPr>
        <a:xfrm>
          <a:off x="0" y="0"/>
          <a:ext cx="0" cy="0"/>
          <a:chOff x="0" y="0"/>
          <a:chExt cx="0" cy="0"/>
        </a:xfrm>
      </p:grpSpPr>
      <p:sp>
        <p:nvSpPr>
          <p:cNvPr id="6556" name="Google Shape;6556;g31e9ef4b7b4_0_317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557" name="Google Shape;6557;g31e9ef4b7b4_0_317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68"/>
        <p:cNvGrpSpPr/>
        <p:nvPr/>
      </p:nvGrpSpPr>
      <p:grpSpPr>
        <a:xfrm>
          <a:off x="0" y="0"/>
          <a:ext cx="0" cy="0"/>
          <a:chOff x="0" y="0"/>
          <a:chExt cx="0" cy="0"/>
        </a:xfrm>
      </p:grpSpPr>
      <p:sp>
        <p:nvSpPr>
          <p:cNvPr id="6569" name="Google Shape;6569;g31e9ef4b7b4_0_436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570" name="Google Shape;6570;g31e9ef4b7b4_0_436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81"/>
        <p:cNvGrpSpPr/>
        <p:nvPr/>
      </p:nvGrpSpPr>
      <p:grpSpPr>
        <a:xfrm>
          <a:off x="0" y="0"/>
          <a:ext cx="0" cy="0"/>
          <a:chOff x="0" y="0"/>
          <a:chExt cx="0" cy="0"/>
        </a:xfrm>
      </p:grpSpPr>
      <p:sp>
        <p:nvSpPr>
          <p:cNvPr id="6582" name="Google Shape;6582;g31e9ef4b7b4_0_437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583" name="Google Shape;6583;g31e9ef4b7b4_0_437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94"/>
        <p:cNvGrpSpPr/>
        <p:nvPr/>
      </p:nvGrpSpPr>
      <p:grpSpPr>
        <a:xfrm>
          <a:off x="0" y="0"/>
          <a:ext cx="0" cy="0"/>
          <a:chOff x="0" y="0"/>
          <a:chExt cx="0" cy="0"/>
        </a:xfrm>
      </p:grpSpPr>
      <p:sp>
        <p:nvSpPr>
          <p:cNvPr id="6595" name="Google Shape;6595;g31e9ef4b7b4_0_915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596" name="Google Shape;6596;g31e9ef4b7b4_0_915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07"/>
        <p:cNvGrpSpPr/>
        <p:nvPr/>
      </p:nvGrpSpPr>
      <p:grpSpPr>
        <a:xfrm>
          <a:off x="0" y="0"/>
          <a:ext cx="0" cy="0"/>
          <a:chOff x="0" y="0"/>
          <a:chExt cx="0" cy="0"/>
        </a:xfrm>
      </p:grpSpPr>
      <p:sp>
        <p:nvSpPr>
          <p:cNvPr id="6608" name="Google Shape;6608;g31e9ef4b7b4_0_318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09" name="Google Shape;6609;g31e9ef4b7b4_0_318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20"/>
        <p:cNvGrpSpPr/>
        <p:nvPr/>
      </p:nvGrpSpPr>
      <p:grpSpPr>
        <a:xfrm>
          <a:off x="0" y="0"/>
          <a:ext cx="0" cy="0"/>
          <a:chOff x="0" y="0"/>
          <a:chExt cx="0" cy="0"/>
        </a:xfrm>
      </p:grpSpPr>
      <p:sp>
        <p:nvSpPr>
          <p:cNvPr id="6621" name="Google Shape;6621;g31e9ef4b7b4_0_320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22" name="Google Shape;6622;g31e9ef4b7b4_0_320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33"/>
        <p:cNvGrpSpPr/>
        <p:nvPr/>
      </p:nvGrpSpPr>
      <p:grpSpPr>
        <a:xfrm>
          <a:off x="0" y="0"/>
          <a:ext cx="0" cy="0"/>
          <a:chOff x="0" y="0"/>
          <a:chExt cx="0" cy="0"/>
        </a:xfrm>
      </p:grpSpPr>
      <p:sp>
        <p:nvSpPr>
          <p:cNvPr id="6634" name="Google Shape;6634;g31e9ef4b7b4_0_32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35" name="Google Shape;6635;g31e9ef4b7b4_0_32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46"/>
        <p:cNvGrpSpPr/>
        <p:nvPr/>
      </p:nvGrpSpPr>
      <p:grpSpPr>
        <a:xfrm>
          <a:off x="0" y="0"/>
          <a:ext cx="0" cy="0"/>
          <a:chOff x="0" y="0"/>
          <a:chExt cx="0" cy="0"/>
        </a:xfrm>
      </p:grpSpPr>
      <p:sp>
        <p:nvSpPr>
          <p:cNvPr id="6647" name="Google Shape;6647;g31e9ef4b7b4_0_32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48" name="Google Shape;6648;g31e9ef4b7b4_0_32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59"/>
        <p:cNvGrpSpPr/>
        <p:nvPr/>
      </p:nvGrpSpPr>
      <p:grpSpPr>
        <a:xfrm>
          <a:off x="0" y="0"/>
          <a:ext cx="0" cy="0"/>
          <a:chOff x="0" y="0"/>
          <a:chExt cx="0" cy="0"/>
        </a:xfrm>
      </p:grpSpPr>
      <p:sp>
        <p:nvSpPr>
          <p:cNvPr id="6660" name="Google Shape;6660;g31e9ef4b7b4_0_323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61" name="Google Shape;6661;g31e9ef4b7b4_0_323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72"/>
        <p:cNvGrpSpPr/>
        <p:nvPr/>
      </p:nvGrpSpPr>
      <p:grpSpPr>
        <a:xfrm>
          <a:off x="0" y="0"/>
          <a:ext cx="0" cy="0"/>
          <a:chOff x="0" y="0"/>
          <a:chExt cx="0" cy="0"/>
        </a:xfrm>
      </p:grpSpPr>
      <p:sp>
        <p:nvSpPr>
          <p:cNvPr id="6673" name="Google Shape;6673;g31e9ef4b7b4_0_324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74" name="Google Shape;6674;g31e9ef4b7b4_0_324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85"/>
        <p:cNvGrpSpPr/>
        <p:nvPr/>
      </p:nvGrpSpPr>
      <p:grpSpPr>
        <a:xfrm>
          <a:off x="0" y="0"/>
          <a:ext cx="0" cy="0"/>
          <a:chOff x="0" y="0"/>
          <a:chExt cx="0" cy="0"/>
        </a:xfrm>
      </p:grpSpPr>
      <p:sp>
        <p:nvSpPr>
          <p:cNvPr id="6686" name="Google Shape;6686;g31e9ef4b7b4_0_914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87" name="Google Shape;6687;g31e9ef4b7b4_0_914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i="1">
                <a:solidFill>
                  <a:schemeClr val="dk1"/>
                </a:solidFill>
              </a:rPr>
              <a:t>These are additional slides that you can use as needed.</a:t>
            </a:r>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90"/>
        <p:cNvGrpSpPr/>
        <p:nvPr/>
      </p:nvGrpSpPr>
      <p:grpSpPr>
        <a:xfrm>
          <a:off x="0" y="0"/>
          <a:ext cx="0" cy="0"/>
          <a:chOff x="0" y="0"/>
          <a:chExt cx="0" cy="0"/>
        </a:xfrm>
      </p:grpSpPr>
      <p:sp>
        <p:nvSpPr>
          <p:cNvPr id="6691" name="Google Shape;6691;g32a9047456f_0_129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92" name="Google Shape;6692;g32a9047456f_0_129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298450" algn="l" rtl="0">
              <a:spcBef>
                <a:spcPts val="0"/>
              </a:spcBef>
              <a:spcAft>
                <a:spcPts val="0"/>
              </a:spcAft>
              <a:buClr>
                <a:schemeClr val="dk1"/>
              </a:buClr>
              <a:buSzPts val="1100"/>
              <a:buChar char="●"/>
            </a:pPr>
            <a:r>
              <a:rPr lang="en">
                <a:solidFill>
                  <a:schemeClr val="dk1"/>
                </a:solidFill>
              </a:rPr>
              <a:t>Connectors are a powerful way to connect Camunda to other tools and systems in your technology stack</a:t>
            </a:r>
            <a:endParaRPr>
              <a:solidFill>
                <a:schemeClr val="dk1"/>
              </a:solidFill>
            </a:endParaRPr>
          </a:p>
          <a:p>
            <a:pPr marL="457200" lvl="0" indent="-298450" algn="l" rtl="0">
              <a:spcBef>
                <a:spcPts val="0"/>
              </a:spcBef>
              <a:spcAft>
                <a:spcPts val="0"/>
              </a:spcAft>
              <a:buClr>
                <a:schemeClr val="dk1"/>
              </a:buClr>
              <a:buSzPts val="1100"/>
              <a:buChar char="●"/>
            </a:pPr>
            <a:r>
              <a:rPr lang="en">
                <a:solidFill>
                  <a:schemeClr val="dk1"/>
                </a:solidFill>
              </a:rPr>
              <a:t>They help you communicate with any tool or system, reducing the time it takes to orchestrate business processes</a:t>
            </a:r>
            <a:endParaRPr>
              <a:solidFill>
                <a:schemeClr val="dk1"/>
              </a:solidFill>
            </a:endParaRPr>
          </a:p>
          <a:p>
            <a:pPr marL="457200" lvl="0" indent="-298450" algn="l" rtl="0">
              <a:spcBef>
                <a:spcPts val="0"/>
              </a:spcBef>
              <a:spcAft>
                <a:spcPts val="0"/>
              </a:spcAft>
              <a:buClr>
                <a:schemeClr val="dk1"/>
              </a:buClr>
              <a:buSzPts val="1100"/>
              <a:buChar char="●"/>
            </a:pPr>
            <a:r>
              <a:rPr lang="en">
                <a:solidFill>
                  <a:schemeClr val="dk1"/>
                </a:solidFill>
              </a:rPr>
              <a:t>These are just a few examples of the connectors that we deliver out of the box, in addition to connectors that are built and maintained by our partners and community members</a:t>
            </a:r>
            <a:endParaRPr>
              <a:solidFill>
                <a:schemeClr val="dk1"/>
              </a:solidFill>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43"/>
        <p:cNvGrpSpPr/>
        <p:nvPr/>
      </p:nvGrpSpPr>
      <p:grpSpPr>
        <a:xfrm>
          <a:off x="0" y="0"/>
          <a:ext cx="0" cy="0"/>
          <a:chOff x="0" y="0"/>
          <a:chExt cx="0" cy="0"/>
        </a:xfrm>
      </p:grpSpPr>
      <p:sp>
        <p:nvSpPr>
          <p:cNvPr id="6744" name="Google Shape;6744;g3280ea06067_0_6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745" name="Google Shape;6745;g3280ea06067_0_6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56"/>
        <p:cNvGrpSpPr/>
        <p:nvPr/>
      </p:nvGrpSpPr>
      <p:grpSpPr>
        <a:xfrm>
          <a:off x="0" y="0"/>
          <a:ext cx="0" cy="0"/>
          <a:chOff x="0" y="0"/>
          <a:chExt cx="0" cy="0"/>
        </a:xfrm>
      </p:grpSpPr>
      <p:sp>
        <p:nvSpPr>
          <p:cNvPr id="6757" name="Google Shape;6757;g328711bc9e8_0_909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758" name="Google Shape;6758;g328711bc9e8_0_909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298450" algn="l" rtl="0">
              <a:spcBef>
                <a:spcPts val="0"/>
              </a:spcBef>
              <a:spcAft>
                <a:spcPts val="0"/>
              </a:spcAft>
              <a:buClr>
                <a:schemeClr val="dk1"/>
              </a:buClr>
              <a:buSzPts val="1100"/>
              <a:buChar char="●"/>
            </a:pPr>
            <a:r>
              <a:rPr lang="en">
                <a:solidFill>
                  <a:schemeClr val="dk1"/>
                </a:solidFill>
              </a:rPr>
              <a:t>This slide illustrates our connector architecture, which provides a multilayer coding experience for every user</a:t>
            </a:r>
            <a:endParaRPr>
              <a:solidFill>
                <a:schemeClr val="dk1"/>
              </a:solidFill>
            </a:endParaRPr>
          </a:p>
          <a:p>
            <a:pPr marL="457200" lvl="0" indent="-298450" algn="l" rtl="0">
              <a:spcBef>
                <a:spcPts val="0"/>
              </a:spcBef>
              <a:spcAft>
                <a:spcPts val="0"/>
              </a:spcAft>
              <a:buClr>
                <a:schemeClr val="dk1"/>
              </a:buClr>
              <a:buSzPts val="1100"/>
              <a:buChar char="●"/>
            </a:pPr>
            <a:r>
              <a:rPr lang="en">
                <a:solidFill>
                  <a:schemeClr val="dk1"/>
                </a:solidFill>
              </a:rPr>
              <a:t>The connector SDK provides the foundation for all out-of-the-box connectors and custom connectors</a:t>
            </a:r>
            <a:endParaRPr>
              <a:solidFill>
                <a:schemeClr val="dk1"/>
              </a:solidFill>
            </a:endParaRPr>
          </a:p>
          <a:p>
            <a:pPr marL="457200" lvl="0" indent="-298450" algn="l" rtl="0">
              <a:spcBef>
                <a:spcPts val="0"/>
              </a:spcBef>
              <a:spcAft>
                <a:spcPts val="0"/>
              </a:spcAft>
              <a:buClr>
                <a:schemeClr val="dk1"/>
              </a:buClr>
              <a:buSzPts val="1100"/>
              <a:buChar char="●"/>
            </a:pPr>
            <a:r>
              <a:rPr lang="en">
                <a:solidFill>
                  <a:schemeClr val="dk1"/>
                </a:solidFill>
              </a:rPr>
              <a:t>Protocol connectors represent the base technology of a connector (such as HTTP)</a:t>
            </a:r>
            <a:endParaRPr>
              <a:solidFill>
                <a:schemeClr val="dk1"/>
              </a:solidFill>
            </a:endParaRPr>
          </a:p>
          <a:p>
            <a:pPr marL="457200" lvl="0" indent="-298450" algn="l" rtl="0">
              <a:spcBef>
                <a:spcPts val="0"/>
              </a:spcBef>
              <a:spcAft>
                <a:spcPts val="0"/>
              </a:spcAft>
              <a:buClr>
                <a:schemeClr val="dk1"/>
              </a:buClr>
              <a:buSzPts val="1100"/>
              <a:buChar char="●"/>
            </a:pPr>
            <a:r>
              <a:rPr lang="en">
                <a:solidFill>
                  <a:schemeClr val="dk1"/>
                </a:solidFill>
              </a:rPr>
              <a:t>Configurable connector templates build upon the protocol connectors to provide functionality that is required for a specific use case</a:t>
            </a:r>
            <a:endParaRPr>
              <a:solidFill>
                <a:schemeClr val="dk1"/>
              </a:solidFill>
            </a:endParaRPr>
          </a:p>
          <a:p>
            <a:pPr marL="457200" lvl="0" indent="-298450" algn="l" rtl="0">
              <a:spcBef>
                <a:spcPts val="0"/>
              </a:spcBef>
              <a:spcAft>
                <a:spcPts val="0"/>
              </a:spcAft>
              <a:buClr>
                <a:schemeClr val="dk1"/>
              </a:buClr>
              <a:buSzPts val="1100"/>
              <a:buChar char="●"/>
            </a:pPr>
            <a:r>
              <a:rPr lang="en">
                <a:solidFill>
                  <a:schemeClr val="dk1"/>
                </a:solidFill>
              </a:rPr>
              <a:t>And Camunda’s out-of-the-box connectors provide all of the functionality you need to orchestrate specific technologies (such as Kafka, Slack, and more)</a:t>
            </a:r>
            <a:endParaRPr>
              <a:solidFill>
                <a:schemeClr val="dk1"/>
              </a:solidFill>
            </a:endParaRPr>
          </a:p>
          <a:p>
            <a:pPr marL="0" lvl="0" indent="0" algn="l" rtl="0">
              <a:spcBef>
                <a:spcPts val="0"/>
              </a:spcBef>
              <a:spcAft>
                <a:spcPts val="0"/>
              </a:spcAft>
              <a:buNone/>
            </a:pPr>
            <a:endParaRPr>
              <a:solidFill>
                <a:schemeClr val="dk1"/>
              </a:solidFill>
            </a:endParaRPr>
          </a:p>
          <a:p>
            <a:pPr marL="0" lvl="0" indent="0" algn="l" rtl="0">
              <a:spcBef>
                <a:spcPts val="0"/>
              </a:spcBef>
              <a:spcAft>
                <a:spcPts val="0"/>
              </a:spcAft>
              <a:buNone/>
            </a:pPr>
            <a:r>
              <a:rPr lang="en" i="1">
                <a:solidFill>
                  <a:schemeClr val="dk1"/>
                </a:solidFill>
              </a:rPr>
              <a:t>Notes:</a:t>
            </a:r>
            <a:endParaRPr i="1">
              <a:solidFill>
                <a:schemeClr val="dk1"/>
              </a:solidFill>
            </a:endParaRPr>
          </a:p>
          <a:p>
            <a:pPr marL="457200" lvl="0" indent="-298450" algn="l" rtl="0">
              <a:spcBef>
                <a:spcPts val="0"/>
              </a:spcBef>
              <a:spcAft>
                <a:spcPts val="0"/>
              </a:spcAft>
              <a:buClr>
                <a:schemeClr val="dk1"/>
              </a:buClr>
              <a:buSzPts val="1100"/>
              <a:buChar char="●"/>
            </a:pPr>
            <a:r>
              <a:rPr lang="en" i="1">
                <a:solidFill>
                  <a:schemeClr val="dk1"/>
                </a:solidFill>
              </a:rPr>
              <a:t>More information </a:t>
            </a:r>
            <a:r>
              <a:rPr lang="en" i="1" u="sng">
                <a:solidFill>
                  <a:schemeClr val="hlink"/>
                </a:solidFill>
                <a:hlinkClick r:id="rId3"/>
              </a:rPr>
              <a:t>https://camunda.com/blog/2023/06/architecture-connectors/</a:t>
            </a:r>
            <a:r>
              <a:rPr lang="en" i="1">
                <a:solidFill>
                  <a:schemeClr val="dk1"/>
                </a:solidFill>
              </a:rPr>
              <a:t> </a:t>
            </a:r>
            <a:endParaRPr i="1">
              <a:solidFill>
                <a:schemeClr val="dk1"/>
              </a:solidFill>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68"/>
        <p:cNvGrpSpPr/>
        <p:nvPr/>
      </p:nvGrpSpPr>
      <p:grpSpPr>
        <a:xfrm>
          <a:off x="0" y="0"/>
          <a:ext cx="0" cy="0"/>
          <a:chOff x="0" y="0"/>
          <a:chExt cx="0" cy="0"/>
        </a:xfrm>
      </p:grpSpPr>
      <p:sp>
        <p:nvSpPr>
          <p:cNvPr id="6769" name="Google Shape;6769;g32a9047456f_0_553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770" name="Google Shape;6770;g32a9047456f_0_55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i="1">
                <a:solidFill>
                  <a:schemeClr val="dk1"/>
                </a:solidFill>
              </a:rPr>
              <a:t>These are additional slides that you can use as needed.</a:t>
            </a:r>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73"/>
        <p:cNvGrpSpPr/>
        <p:nvPr/>
      </p:nvGrpSpPr>
      <p:grpSpPr>
        <a:xfrm>
          <a:off x="0" y="0"/>
          <a:ext cx="0" cy="0"/>
          <a:chOff x="0" y="0"/>
          <a:chExt cx="0" cy="0"/>
        </a:xfrm>
      </p:grpSpPr>
      <p:sp>
        <p:nvSpPr>
          <p:cNvPr id="6774" name="Google Shape;6774;g328ee945b6c_0_19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775" name="Google Shape;6775;g328ee945b6c_0_19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82"/>
        <p:cNvGrpSpPr/>
        <p:nvPr/>
      </p:nvGrpSpPr>
      <p:grpSpPr>
        <a:xfrm>
          <a:off x="0" y="0"/>
          <a:ext cx="0" cy="0"/>
          <a:chOff x="0" y="0"/>
          <a:chExt cx="0" cy="0"/>
        </a:xfrm>
      </p:grpSpPr>
      <p:sp>
        <p:nvSpPr>
          <p:cNvPr id="6783" name="Google Shape;6783;g31e9ef4b7b4_0_4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784" name="Google Shape;6784;g31e9ef4b7b4_0_4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05"/>
        <p:cNvGrpSpPr/>
        <p:nvPr/>
      </p:nvGrpSpPr>
      <p:grpSpPr>
        <a:xfrm>
          <a:off x="0" y="0"/>
          <a:ext cx="0" cy="0"/>
          <a:chOff x="0" y="0"/>
          <a:chExt cx="0" cy="0"/>
        </a:xfrm>
      </p:grpSpPr>
      <p:sp>
        <p:nvSpPr>
          <p:cNvPr id="6806" name="Google Shape;6806;g31e9ef4b7b4_0_122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807" name="Google Shape;6807;g31e9ef4b7b4_0_122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17"/>
        <p:cNvGrpSpPr/>
        <p:nvPr/>
      </p:nvGrpSpPr>
      <p:grpSpPr>
        <a:xfrm>
          <a:off x="0" y="0"/>
          <a:ext cx="0" cy="0"/>
          <a:chOff x="0" y="0"/>
          <a:chExt cx="0" cy="0"/>
        </a:xfrm>
      </p:grpSpPr>
      <p:sp>
        <p:nvSpPr>
          <p:cNvPr id="6818" name="Google Shape;6818;g31e9ef4b7b4_0_313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819" name="Google Shape;6819;g31e9ef4b7b4_0_31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82"/>
        <p:cNvGrpSpPr/>
        <p:nvPr/>
      </p:nvGrpSpPr>
      <p:grpSpPr>
        <a:xfrm>
          <a:off x="0" y="0"/>
          <a:ext cx="0" cy="0"/>
          <a:chOff x="0" y="0"/>
          <a:chExt cx="0" cy="0"/>
        </a:xfrm>
      </p:grpSpPr>
      <p:sp>
        <p:nvSpPr>
          <p:cNvPr id="6883" name="Google Shape;6883;g31e9ef4b7b4_0_914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884" name="Google Shape;6884;g31e9ef4b7b4_0_914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i="1">
                <a:solidFill>
                  <a:schemeClr val="dk1"/>
                </a:solidFill>
              </a:rPr>
              <a:t>These are additional slides that you can use as needed.</a:t>
            </a:r>
            <a:endParaRPr/>
          </a:p>
        </p:txBody>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87"/>
        <p:cNvGrpSpPr/>
        <p:nvPr/>
      </p:nvGrpSpPr>
      <p:grpSpPr>
        <a:xfrm>
          <a:off x="0" y="0"/>
          <a:ext cx="0" cy="0"/>
          <a:chOff x="0" y="0"/>
          <a:chExt cx="0" cy="0"/>
        </a:xfrm>
      </p:grpSpPr>
      <p:sp>
        <p:nvSpPr>
          <p:cNvPr id="6888" name="Google Shape;6888;g32a3f0de2fb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889" name="Google Shape;6889;g32a3f0de2fb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96"/>
        <p:cNvGrpSpPr/>
        <p:nvPr/>
      </p:nvGrpSpPr>
      <p:grpSpPr>
        <a:xfrm>
          <a:off x="0" y="0"/>
          <a:ext cx="0" cy="0"/>
          <a:chOff x="0" y="0"/>
          <a:chExt cx="0" cy="0"/>
        </a:xfrm>
      </p:grpSpPr>
      <p:sp>
        <p:nvSpPr>
          <p:cNvPr id="6897" name="Google Shape;6897;g31e9ef4b7b4_0_7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898" name="Google Shape;6898;g31e9ef4b7b4_0_7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i="1"/>
              <a:t>Notes:</a:t>
            </a:r>
            <a:endParaRPr i="1"/>
          </a:p>
          <a:p>
            <a:pPr marL="457200" lvl="0" indent="-298450" algn="l" rtl="0">
              <a:spcBef>
                <a:spcPts val="0"/>
              </a:spcBef>
              <a:spcAft>
                <a:spcPts val="0"/>
              </a:spcAft>
              <a:buSzPts val="1100"/>
              <a:buChar char="●"/>
            </a:pPr>
            <a:r>
              <a:rPr lang="en" i="1"/>
              <a:t>IDP = Intelligent document processing</a:t>
            </a:r>
            <a:endParaRPr i="1"/>
          </a:p>
          <a:p>
            <a:pPr marL="457200" lvl="0" indent="-298450" algn="l" rtl="0">
              <a:spcBef>
                <a:spcPts val="0"/>
              </a:spcBef>
              <a:spcAft>
                <a:spcPts val="0"/>
              </a:spcAft>
              <a:buSzPts val="1100"/>
              <a:buChar char="●"/>
            </a:pPr>
            <a:r>
              <a:rPr lang="en" i="1"/>
              <a:t>AI/ML = artificial intelligence and machine learning</a:t>
            </a:r>
            <a:endParaRPr i="1"/>
          </a:p>
          <a:p>
            <a:pPr marL="457200" lvl="0" indent="-298450" algn="l" rtl="0">
              <a:spcBef>
                <a:spcPts val="0"/>
              </a:spcBef>
              <a:spcAft>
                <a:spcPts val="0"/>
              </a:spcAft>
              <a:buSzPts val="1100"/>
              <a:buChar char="●"/>
            </a:pPr>
            <a:r>
              <a:rPr lang="en" i="1"/>
              <a:t>LLM = large language model</a:t>
            </a:r>
            <a:endParaRPr i="1"/>
          </a:p>
          <a:p>
            <a:pPr marL="457200" lvl="0" indent="-298450" algn="l" rtl="0">
              <a:spcBef>
                <a:spcPts val="0"/>
              </a:spcBef>
              <a:spcAft>
                <a:spcPts val="0"/>
              </a:spcAft>
              <a:buSzPts val="1100"/>
              <a:buChar char="●"/>
            </a:pPr>
            <a:r>
              <a:rPr lang="en" i="1"/>
              <a:t>NLP = natural language processing</a:t>
            </a:r>
            <a:endParaRPr i="1"/>
          </a:p>
          <a:p>
            <a:pPr marL="457200" lvl="0" indent="-298450" algn="l" rtl="0">
              <a:spcBef>
                <a:spcPts val="0"/>
              </a:spcBef>
              <a:spcAft>
                <a:spcPts val="0"/>
              </a:spcAft>
              <a:buSzPts val="1100"/>
              <a:buChar char="●"/>
            </a:pPr>
            <a:r>
              <a:rPr lang="en" i="1"/>
              <a:t>OCR = optical character recognition</a:t>
            </a:r>
            <a:endParaRPr i="1"/>
          </a:p>
          <a:p>
            <a:pPr marL="457200" lvl="0" indent="-298450" algn="l" rtl="0">
              <a:spcBef>
                <a:spcPts val="0"/>
              </a:spcBef>
              <a:spcAft>
                <a:spcPts val="0"/>
              </a:spcAft>
              <a:buSzPts val="1100"/>
              <a:buChar char="●"/>
            </a:pPr>
            <a:r>
              <a:rPr lang="en" i="1"/>
              <a:t>ICR = intelligent character recognition</a:t>
            </a:r>
            <a:endParaRPr i="1"/>
          </a:p>
          <a:p>
            <a:pPr marL="0" lvl="0" indent="0" algn="l" rtl="0">
              <a:spcBef>
                <a:spcPts val="0"/>
              </a:spcBef>
              <a:spcAft>
                <a:spcPts val="0"/>
              </a:spcAft>
              <a:buNone/>
            </a:pPr>
            <a:endParaRPr/>
          </a:p>
        </p:txBody>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20"/>
        <p:cNvGrpSpPr/>
        <p:nvPr/>
      </p:nvGrpSpPr>
      <p:grpSpPr>
        <a:xfrm>
          <a:off x="0" y="0"/>
          <a:ext cx="0" cy="0"/>
          <a:chOff x="0" y="0"/>
          <a:chExt cx="0" cy="0"/>
        </a:xfrm>
      </p:grpSpPr>
      <p:sp>
        <p:nvSpPr>
          <p:cNvPr id="6921" name="Google Shape;6921;g327984be9f0_0_3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22" name="Google Shape;6922;g327984be9f0_0_3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32"/>
        <p:cNvGrpSpPr/>
        <p:nvPr/>
      </p:nvGrpSpPr>
      <p:grpSpPr>
        <a:xfrm>
          <a:off x="0" y="0"/>
          <a:ext cx="0" cy="0"/>
          <a:chOff x="0" y="0"/>
          <a:chExt cx="0" cy="0"/>
        </a:xfrm>
      </p:grpSpPr>
      <p:sp>
        <p:nvSpPr>
          <p:cNvPr id="6933" name="Google Shape;6933;g33f45be845d_0_112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34" name="Google Shape;6934;g33f45be845d_0_11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93"/>
        <p:cNvGrpSpPr/>
        <p:nvPr/>
      </p:nvGrpSpPr>
      <p:grpSpPr>
        <a:xfrm>
          <a:off x="0" y="0"/>
          <a:ext cx="0" cy="0"/>
          <a:chOff x="0" y="0"/>
          <a:chExt cx="0" cy="0"/>
        </a:xfrm>
      </p:grpSpPr>
      <p:sp>
        <p:nvSpPr>
          <p:cNvPr id="6994" name="Google Shape;6994;g3280ea06067_0_10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95" name="Google Shape;6995;g3280ea06067_0_10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i="1">
                <a:solidFill>
                  <a:schemeClr val="dk1"/>
                </a:solidFill>
              </a:rPr>
              <a:t>These are additional slides that you can use as needed.</a:t>
            </a:r>
            <a:endParaRPr/>
          </a:p>
        </p:txBody>
      </p:sp>
    </p:spTree>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98"/>
        <p:cNvGrpSpPr/>
        <p:nvPr/>
      </p:nvGrpSpPr>
      <p:grpSpPr>
        <a:xfrm>
          <a:off x="0" y="0"/>
          <a:ext cx="0" cy="0"/>
          <a:chOff x="0" y="0"/>
          <a:chExt cx="0" cy="0"/>
        </a:xfrm>
      </p:grpSpPr>
      <p:sp>
        <p:nvSpPr>
          <p:cNvPr id="6999" name="Google Shape;6999;g3280ea06067_0_1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000" name="Google Shape;7000;g3280ea06067_0_1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298450" algn="l" rtl="0">
              <a:spcBef>
                <a:spcPts val="0"/>
              </a:spcBef>
              <a:spcAft>
                <a:spcPts val="0"/>
              </a:spcAft>
              <a:buClr>
                <a:schemeClr val="dk1"/>
              </a:buClr>
              <a:buSzPts val="1100"/>
              <a:buChar char="●"/>
            </a:pPr>
            <a:r>
              <a:rPr lang="en">
                <a:solidFill>
                  <a:schemeClr val="dk1"/>
                </a:solidFill>
              </a:rPr>
              <a:t>With Camunda 8 SaaS, we host the software and we guarantee uptime, with high availability thanks to geo-replication</a:t>
            </a:r>
            <a:endParaRPr>
              <a:solidFill>
                <a:schemeClr val="dk1"/>
              </a:solidFill>
            </a:endParaRPr>
          </a:p>
          <a:p>
            <a:pPr marL="457200" lvl="0" indent="-298450" algn="l" rtl="0">
              <a:spcBef>
                <a:spcPts val="0"/>
              </a:spcBef>
              <a:spcAft>
                <a:spcPts val="0"/>
              </a:spcAft>
              <a:buClr>
                <a:schemeClr val="dk1"/>
              </a:buClr>
              <a:buSzPts val="1100"/>
              <a:buChar char="●"/>
            </a:pPr>
            <a:r>
              <a:rPr lang="en">
                <a:solidFill>
                  <a:schemeClr val="dk1"/>
                </a:solidFill>
              </a:rPr>
              <a:t>We also take care of all infrastructure setup and maintenance so your IT teams can focus on building value rather than building and maintaining infrastructure</a:t>
            </a:r>
            <a:endParaRPr>
              <a:solidFill>
                <a:schemeClr val="dk1"/>
              </a:solidFill>
            </a:endParaRPr>
          </a:p>
          <a:p>
            <a:pPr marL="457200" lvl="0" indent="-298450" algn="l" rtl="0">
              <a:spcBef>
                <a:spcPts val="0"/>
              </a:spcBef>
              <a:spcAft>
                <a:spcPts val="0"/>
              </a:spcAft>
              <a:buClr>
                <a:schemeClr val="dk1"/>
              </a:buClr>
              <a:buSzPts val="1100"/>
              <a:buChar char="●"/>
            </a:pPr>
            <a:r>
              <a:rPr lang="en">
                <a:solidFill>
                  <a:schemeClr val="dk1"/>
                </a:solidFill>
              </a:rPr>
              <a:t>Our SaaS infrastructure is optimized for Camunda, ensuring maximum uptime, consistent low latency, and high standards of security</a:t>
            </a:r>
            <a:endParaRPr>
              <a:solidFill>
                <a:schemeClr val="dk1"/>
              </a:solidFill>
            </a:endParaRPr>
          </a:p>
          <a:p>
            <a:pPr marL="0" lvl="0" indent="0" algn="l" rtl="0">
              <a:spcBef>
                <a:spcPts val="0"/>
              </a:spcBef>
              <a:spcAft>
                <a:spcPts val="0"/>
              </a:spcAft>
              <a:buNone/>
            </a:pPr>
            <a:endParaRPr>
              <a:solidFill>
                <a:schemeClr val="dk1"/>
              </a:solidFill>
            </a:endParaRPr>
          </a:p>
        </p:txBody>
      </p:sp>
    </p:spTree>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08"/>
        <p:cNvGrpSpPr/>
        <p:nvPr/>
      </p:nvGrpSpPr>
      <p:grpSpPr>
        <a:xfrm>
          <a:off x="0" y="0"/>
          <a:ext cx="0" cy="0"/>
          <a:chOff x="0" y="0"/>
          <a:chExt cx="0" cy="0"/>
        </a:xfrm>
      </p:grpSpPr>
      <p:sp>
        <p:nvSpPr>
          <p:cNvPr id="7009" name="Google Shape;7009;g34cddfec442_2_1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010" name="Google Shape;7010;g34cddfec442_2_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298450" algn="l" rtl="0">
              <a:spcBef>
                <a:spcPts val="0"/>
              </a:spcBef>
              <a:spcAft>
                <a:spcPts val="0"/>
              </a:spcAft>
              <a:buClr>
                <a:schemeClr val="dk1"/>
              </a:buClr>
              <a:buSzPts val="1100"/>
              <a:buChar char="●"/>
            </a:pPr>
            <a:r>
              <a:rPr lang="en">
                <a:solidFill>
                  <a:schemeClr val="dk1"/>
                </a:solidFill>
              </a:rPr>
              <a:t>With Camunda 8 Self-Managed, you host the software, and there is no uptime guarantee from Camunda</a:t>
            </a:r>
            <a:endParaRPr>
              <a:solidFill>
                <a:schemeClr val="dk1"/>
              </a:solidFill>
            </a:endParaRPr>
          </a:p>
          <a:p>
            <a:pPr marL="457200" lvl="0" indent="-298450" algn="l" rtl="0">
              <a:spcBef>
                <a:spcPts val="0"/>
              </a:spcBef>
              <a:spcAft>
                <a:spcPts val="0"/>
              </a:spcAft>
              <a:buClr>
                <a:schemeClr val="dk1"/>
              </a:buClr>
              <a:buSzPts val="1100"/>
              <a:buChar char="●"/>
            </a:pPr>
            <a:r>
              <a:rPr lang="en">
                <a:solidFill>
                  <a:schemeClr val="dk1"/>
                </a:solidFill>
              </a:rPr>
              <a:t>Your team is responsible for infrastructure setup, performance, security, redundancy, and maintenance of both hardware and software</a:t>
            </a:r>
            <a:endParaRPr>
              <a:solidFill>
                <a:schemeClr val="dk1"/>
              </a:solidFill>
            </a:endParaRPr>
          </a:p>
          <a:p>
            <a:pPr marL="457200" lvl="0" indent="-298450" algn="l" rtl="0">
              <a:spcBef>
                <a:spcPts val="0"/>
              </a:spcBef>
              <a:spcAft>
                <a:spcPts val="0"/>
              </a:spcAft>
              <a:buClr>
                <a:schemeClr val="dk1"/>
              </a:buClr>
              <a:buSzPts val="1100"/>
              <a:buChar char="●"/>
            </a:pPr>
            <a:r>
              <a:rPr lang="en">
                <a:solidFill>
                  <a:schemeClr val="dk1"/>
                </a:solidFill>
              </a:rPr>
              <a:t>Self-Managed Free is free forever, with production usage of Modeler and non-production usage of all other components</a:t>
            </a:r>
            <a:endParaRPr>
              <a:solidFill>
                <a:schemeClr val="dk1"/>
              </a:solidFill>
            </a:endParaRPr>
          </a:p>
          <a:p>
            <a:pPr marL="457200" lvl="0" indent="-298450" algn="l" rtl="0">
              <a:spcBef>
                <a:spcPts val="0"/>
              </a:spcBef>
              <a:spcAft>
                <a:spcPts val="0"/>
              </a:spcAft>
              <a:buClr>
                <a:schemeClr val="dk1"/>
              </a:buClr>
              <a:buSzPts val="1100"/>
              <a:buChar char="●"/>
            </a:pPr>
            <a:r>
              <a:rPr lang="en">
                <a:solidFill>
                  <a:schemeClr val="dk1"/>
                </a:solidFill>
              </a:rPr>
              <a:t>Self-Managed Enterprise includes production usage of all components</a:t>
            </a:r>
            <a:endParaRPr>
              <a:solidFill>
                <a:schemeClr val="dk1"/>
              </a:solidFill>
            </a:endParaRPr>
          </a:p>
          <a:p>
            <a:pPr marL="0" lvl="0" indent="0" algn="l" rtl="0">
              <a:spcBef>
                <a:spcPts val="0"/>
              </a:spcBef>
              <a:spcAft>
                <a:spcPts val="0"/>
              </a:spcAft>
              <a:buNone/>
            </a:pPr>
            <a:endParaRPr/>
          </a:p>
        </p:txBody>
      </p:sp>
    </p:spTree>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18"/>
        <p:cNvGrpSpPr/>
        <p:nvPr/>
      </p:nvGrpSpPr>
      <p:grpSpPr>
        <a:xfrm>
          <a:off x="0" y="0"/>
          <a:ext cx="0" cy="0"/>
          <a:chOff x="0" y="0"/>
          <a:chExt cx="0" cy="0"/>
        </a:xfrm>
      </p:grpSpPr>
      <p:sp>
        <p:nvSpPr>
          <p:cNvPr id="7019" name="Google Shape;7019;g345db5a8398_14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020" name="Google Shape;7020;g345db5a8398_14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298450" algn="l" rtl="0">
              <a:spcBef>
                <a:spcPts val="0"/>
              </a:spcBef>
              <a:spcAft>
                <a:spcPts val="0"/>
              </a:spcAft>
              <a:buClr>
                <a:schemeClr val="dk1"/>
              </a:buClr>
              <a:buSzPts val="1100"/>
              <a:buChar char="●"/>
            </a:pPr>
            <a:r>
              <a:rPr lang="en">
                <a:solidFill>
                  <a:schemeClr val="dk1"/>
                </a:solidFill>
              </a:rPr>
              <a:t>Camunda can orchestrate business processes from end to end across a wide variety of process endpoints such as APIs, AI tools, and more </a:t>
            </a:r>
            <a:endParaRPr>
              <a:solidFill>
                <a:schemeClr val="dk1"/>
              </a:solidFill>
            </a:endParaRPr>
          </a:p>
          <a:p>
            <a:pPr marL="457200" lvl="0" indent="-298450" algn="l" rtl="0">
              <a:spcBef>
                <a:spcPts val="0"/>
              </a:spcBef>
              <a:spcAft>
                <a:spcPts val="0"/>
              </a:spcAft>
              <a:buClr>
                <a:schemeClr val="dk1"/>
              </a:buClr>
              <a:buSzPts val="1100"/>
              <a:buChar char="●"/>
            </a:pPr>
            <a:r>
              <a:rPr lang="en">
                <a:solidFill>
                  <a:schemeClr val="dk1"/>
                </a:solidFill>
              </a:rPr>
              <a:t>Because business processes are complex, we believe it’s critical to enable software developers and other IT users to deliver process automation projects using the programming languages, tooling, and platforms they prefer – whether on premises or in the public, private, or hybrid cloud</a:t>
            </a:r>
            <a:endParaRPr>
              <a:solidFill>
                <a:schemeClr val="dk1"/>
              </a:solidFill>
            </a:endParaRPr>
          </a:p>
          <a:p>
            <a:pPr marL="0" lvl="0" indent="0" algn="l" rtl="0">
              <a:spcBef>
                <a:spcPts val="0"/>
              </a:spcBef>
              <a:spcAft>
                <a:spcPts val="0"/>
              </a:spcAft>
              <a:buClr>
                <a:schemeClr val="dk1"/>
              </a:buClr>
              <a:buSzPts val="1100"/>
              <a:buFont typeface="Arial"/>
              <a:buNone/>
            </a:pPr>
            <a:endParaRPr>
              <a:solidFill>
                <a:schemeClr val="dk1"/>
              </a:solidFill>
            </a:endParaRPr>
          </a:p>
          <a:p>
            <a:pPr marL="0" lvl="0" indent="0" algn="l" rtl="0">
              <a:spcBef>
                <a:spcPts val="0"/>
              </a:spcBef>
              <a:spcAft>
                <a:spcPts val="0"/>
              </a:spcAft>
              <a:buClr>
                <a:schemeClr val="dk1"/>
              </a:buClr>
              <a:buSzPts val="1100"/>
              <a:buFont typeface="Arial"/>
              <a:buNone/>
            </a:pPr>
            <a:r>
              <a:rPr lang="en" i="1">
                <a:solidFill>
                  <a:schemeClr val="dk1"/>
                </a:solidFill>
              </a:rPr>
              <a:t>Notes: The icons on this slide represent the following technologies:</a:t>
            </a:r>
            <a:endParaRPr i="1">
              <a:solidFill>
                <a:schemeClr val="dk1"/>
              </a:solidFill>
            </a:endParaRPr>
          </a:p>
          <a:p>
            <a:pPr marL="457200" lvl="0" indent="-298450" algn="l" rtl="0">
              <a:spcBef>
                <a:spcPts val="0"/>
              </a:spcBef>
              <a:spcAft>
                <a:spcPts val="0"/>
              </a:spcAft>
              <a:buClr>
                <a:schemeClr val="dk1"/>
              </a:buClr>
              <a:buSzPts val="1100"/>
              <a:buChar char="●"/>
            </a:pPr>
            <a:r>
              <a:rPr lang="en" i="1">
                <a:solidFill>
                  <a:schemeClr val="dk1"/>
                </a:solidFill>
              </a:rPr>
              <a:t>White box = Java, Ruby, VSCode, IntelliJ, Azure DevOps, C#, Python, Eclipse, JUnit, Jenkins</a:t>
            </a:r>
            <a:endParaRPr i="1">
              <a:solidFill>
                <a:schemeClr val="dk1"/>
              </a:solidFill>
            </a:endParaRPr>
          </a:p>
          <a:p>
            <a:pPr marL="457200" lvl="0" indent="-298450" algn="l" rtl="0">
              <a:spcBef>
                <a:spcPts val="0"/>
              </a:spcBef>
              <a:spcAft>
                <a:spcPts val="0"/>
              </a:spcAft>
              <a:buClr>
                <a:schemeClr val="dk1"/>
              </a:buClr>
              <a:buSzPts val="1100"/>
              <a:buChar char="●"/>
            </a:pPr>
            <a:r>
              <a:rPr lang="en" i="1">
                <a:solidFill>
                  <a:schemeClr val="dk1"/>
                </a:solidFill>
              </a:rPr>
              <a:t>Orange box = Kubernetes, Docker, on-premises, AWS, Google Cloud, Microsoft Azure</a:t>
            </a:r>
            <a:endParaRPr i="1">
              <a:solidFill>
                <a:schemeClr val="dk1"/>
              </a:solidFill>
            </a:endParaRPr>
          </a:p>
        </p:txBody>
      </p:sp>
    </p:spTree>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01"/>
        <p:cNvGrpSpPr/>
        <p:nvPr/>
      </p:nvGrpSpPr>
      <p:grpSpPr>
        <a:xfrm>
          <a:off x="0" y="0"/>
          <a:ext cx="0" cy="0"/>
          <a:chOff x="0" y="0"/>
          <a:chExt cx="0" cy="0"/>
        </a:xfrm>
      </p:grpSpPr>
      <p:sp>
        <p:nvSpPr>
          <p:cNvPr id="7102" name="Google Shape;7102;g3280ea06067_0_12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103" name="Google Shape;7103;g3280ea06067_0_1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298450" algn="l" rtl="0">
              <a:spcBef>
                <a:spcPts val="0"/>
              </a:spcBef>
              <a:spcAft>
                <a:spcPts val="0"/>
              </a:spcAft>
              <a:buClr>
                <a:schemeClr val="dk1"/>
              </a:buClr>
              <a:buSzPts val="1100"/>
              <a:buChar char="●"/>
            </a:pPr>
            <a:r>
              <a:rPr lang="en">
                <a:solidFill>
                  <a:schemeClr val="dk1"/>
                </a:solidFill>
              </a:rPr>
              <a:t>These are the components that make up Camunda Platform and the type of license required to use them</a:t>
            </a:r>
            <a:endParaRPr>
              <a:solidFill>
                <a:schemeClr val="dk1"/>
              </a:solidFill>
            </a:endParaRPr>
          </a:p>
          <a:p>
            <a:pPr marL="457200" lvl="0" indent="-298450" algn="l" rtl="0">
              <a:spcBef>
                <a:spcPts val="0"/>
              </a:spcBef>
              <a:spcAft>
                <a:spcPts val="0"/>
              </a:spcAft>
              <a:buClr>
                <a:schemeClr val="dk1"/>
              </a:buClr>
              <a:buSzPts val="1100"/>
              <a:buChar char="●"/>
            </a:pPr>
            <a:r>
              <a:rPr lang="en">
                <a:solidFill>
                  <a:schemeClr val="dk1"/>
                </a:solidFill>
              </a:rPr>
              <a:t>Components in orange have a source-available license, while components in green are open source</a:t>
            </a:r>
            <a:endParaRPr>
              <a:solidFill>
                <a:schemeClr val="dk1"/>
              </a:solidFill>
            </a:endParaRPr>
          </a:p>
          <a:p>
            <a:pPr marL="457200" lvl="0" indent="-298450" algn="l" rtl="0">
              <a:spcBef>
                <a:spcPts val="0"/>
              </a:spcBef>
              <a:spcAft>
                <a:spcPts val="0"/>
              </a:spcAft>
              <a:buClr>
                <a:schemeClr val="dk1"/>
              </a:buClr>
              <a:buSzPts val="1100"/>
              <a:buChar char="●"/>
            </a:pPr>
            <a:r>
              <a:rPr lang="en">
                <a:solidFill>
                  <a:schemeClr val="dk1"/>
                </a:solidFill>
              </a:rPr>
              <a:t>We also use some third-party components, such as Elasticsearch and Keycloak</a:t>
            </a:r>
            <a:endParaRPr>
              <a:solidFill>
                <a:schemeClr val="dk1"/>
              </a:solidFill>
            </a:endParaRPr>
          </a:p>
          <a:p>
            <a:pPr marL="0" lvl="0" indent="0" algn="l" rtl="0">
              <a:spcBef>
                <a:spcPts val="0"/>
              </a:spcBef>
              <a:spcAft>
                <a:spcPts val="0"/>
              </a:spcAft>
              <a:buNone/>
            </a:pPr>
            <a:endParaRPr/>
          </a:p>
        </p:txBody>
      </p:sp>
    </p:spTree>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52"/>
        <p:cNvGrpSpPr/>
        <p:nvPr/>
      </p:nvGrpSpPr>
      <p:grpSpPr>
        <a:xfrm>
          <a:off x="0" y="0"/>
          <a:ext cx="0" cy="0"/>
          <a:chOff x="0" y="0"/>
          <a:chExt cx="0" cy="0"/>
        </a:xfrm>
      </p:grpSpPr>
      <p:sp>
        <p:nvSpPr>
          <p:cNvPr id="7153" name="Google Shape;7153;g3280ea06067_0_17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154" name="Google Shape;7154;g3280ea06067_0_17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298450" algn="l" rtl="0">
              <a:spcBef>
                <a:spcPts val="0"/>
              </a:spcBef>
              <a:spcAft>
                <a:spcPts val="0"/>
              </a:spcAft>
              <a:buClr>
                <a:schemeClr val="dk1"/>
              </a:buClr>
              <a:buSzPts val="1100"/>
              <a:buChar char="●"/>
            </a:pPr>
            <a:r>
              <a:rPr lang="en">
                <a:solidFill>
                  <a:schemeClr val="dk1"/>
                </a:solidFill>
              </a:rPr>
              <a:t>Camunda 8 is available in a SaaS offering that Camunda manages and has optimized for high resilience and low latency to ensure fast, reliable process execution</a:t>
            </a:r>
            <a:endParaRPr>
              <a:solidFill>
                <a:schemeClr val="dk1"/>
              </a:solidFill>
            </a:endParaRPr>
          </a:p>
          <a:p>
            <a:pPr marL="457200" lvl="0" indent="-298450" algn="l" rtl="0">
              <a:spcBef>
                <a:spcPts val="0"/>
              </a:spcBef>
              <a:spcAft>
                <a:spcPts val="0"/>
              </a:spcAft>
              <a:buClr>
                <a:schemeClr val="dk1"/>
              </a:buClr>
              <a:buSzPts val="1100"/>
              <a:buChar char="●"/>
            </a:pPr>
            <a:r>
              <a:rPr lang="en">
                <a:solidFill>
                  <a:schemeClr val="dk1"/>
                </a:solidFill>
              </a:rPr>
              <a:t>We rely on industry-leading technologies for identity and access management, Distributed Denial of Service (DDoS) protection, load balancing, and monitoring</a:t>
            </a:r>
            <a:endParaRPr>
              <a:solidFill>
                <a:schemeClr val="dk1"/>
              </a:solidFill>
            </a:endParaRPr>
          </a:p>
          <a:p>
            <a:pPr marL="457200" lvl="0" indent="-298450" algn="l" rtl="0">
              <a:spcBef>
                <a:spcPts val="0"/>
              </a:spcBef>
              <a:spcAft>
                <a:spcPts val="0"/>
              </a:spcAft>
              <a:buClr>
                <a:schemeClr val="dk1"/>
              </a:buClr>
              <a:buSzPts val="1100"/>
              <a:buChar char="●"/>
            </a:pPr>
            <a:r>
              <a:rPr lang="en">
                <a:solidFill>
                  <a:schemeClr val="dk1"/>
                </a:solidFill>
              </a:rPr>
              <a:t>In detail:</a:t>
            </a:r>
            <a:endParaRPr>
              <a:solidFill>
                <a:schemeClr val="dk1"/>
              </a:solidFill>
            </a:endParaRPr>
          </a:p>
          <a:p>
            <a:pPr marL="914400" lvl="0" indent="-298450" algn="l" rtl="0">
              <a:spcBef>
                <a:spcPts val="0"/>
              </a:spcBef>
              <a:spcAft>
                <a:spcPts val="0"/>
              </a:spcAft>
              <a:buClr>
                <a:schemeClr val="dk1"/>
              </a:buClr>
              <a:buSzPts val="1100"/>
              <a:buChar char="●"/>
            </a:pPr>
            <a:r>
              <a:rPr lang="en">
                <a:solidFill>
                  <a:schemeClr val="dk1"/>
                </a:solidFill>
              </a:rPr>
              <a:t>Components inside a cluster are Zeebe, Operate, Tasklist, Optimize, and Elasticsearch</a:t>
            </a:r>
            <a:endParaRPr>
              <a:solidFill>
                <a:schemeClr val="dk1"/>
              </a:solidFill>
            </a:endParaRPr>
          </a:p>
          <a:p>
            <a:pPr marL="914400" lvl="0" indent="-298450" algn="l" rtl="0">
              <a:spcBef>
                <a:spcPts val="0"/>
              </a:spcBef>
              <a:spcAft>
                <a:spcPts val="0"/>
              </a:spcAft>
              <a:buClr>
                <a:schemeClr val="dk1"/>
              </a:buClr>
              <a:buSzPts val="1100"/>
              <a:buChar char="●"/>
            </a:pPr>
            <a:r>
              <a:rPr lang="en">
                <a:solidFill>
                  <a:schemeClr val="dk1"/>
                </a:solidFill>
              </a:rPr>
              <a:t>Components outside a cluster are Web Modeler and Camunda Console</a:t>
            </a:r>
            <a:endParaRPr>
              <a:solidFill>
                <a:schemeClr val="dk1"/>
              </a:solidFill>
            </a:endParaRPr>
          </a:p>
          <a:p>
            <a:pPr marL="914400" lvl="0" indent="-298450" algn="l" rtl="0">
              <a:spcBef>
                <a:spcPts val="0"/>
              </a:spcBef>
              <a:spcAft>
                <a:spcPts val="0"/>
              </a:spcAft>
              <a:buClr>
                <a:schemeClr val="dk1"/>
              </a:buClr>
              <a:buSzPts val="1100"/>
              <a:buChar char="●"/>
            </a:pPr>
            <a:r>
              <a:rPr lang="en">
                <a:solidFill>
                  <a:schemeClr val="dk1"/>
                </a:solidFill>
              </a:rPr>
              <a:t>Identity and access management (IAM) is provided by Auth0</a:t>
            </a:r>
            <a:endParaRPr>
              <a:solidFill>
                <a:schemeClr val="dk1"/>
              </a:solidFill>
            </a:endParaRPr>
          </a:p>
          <a:p>
            <a:pPr marL="914400" lvl="0" indent="-298450" algn="l" rtl="0">
              <a:spcBef>
                <a:spcPts val="0"/>
              </a:spcBef>
              <a:spcAft>
                <a:spcPts val="0"/>
              </a:spcAft>
              <a:buClr>
                <a:schemeClr val="dk1"/>
              </a:buClr>
              <a:buSzPts val="1100"/>
              <a:buChar char="●"/>
            </a:pPr>
            <a:r>
              <a:rPr lang="en">
                <a:solidFill>
                  <a:schemeClr val="dk1"/>
                </a:solidFill>
              </a:rPr>
              <a:t>Protection from distributed denial-of-service (DDoS) attacks is provided by Cloudflare</a:t>
            </a:r>
            <a:endParaRPr>
              <a:solidFill>
                <a:schemeClr val="dk1"/>
              </a:solidFill>
            </a:endParaRPr>
          </a:p>
          <a:p>
            <a:pPr marL="914400" lvl="0" indent="-298450" algn="l" rtl="0">
              <a:spcBef>
                <a:spcPts val="0"/>
              </a:spcBef>
              <a:spcAft>
                <a:spcPts val="0"/>
              </a:spcAft>
              <a:buClr>
                <a:schemeClr val="dk1"/>
              </a:buClr>
              <a:buSzPts val="1100"/>
              <a:buChar char="●"/>
            </a:pPr>
            <a:r>
              <a:rPr lang="en">
                <a:solidFill>
                  <a:schemeClr val="dk1"/>
                </a:solidFill>
              </a:rPr>
              <a:t>Load balancing is implemented in NGINX </a:t>
            </a:r>
            <a:endParaRPr>
              <a:solidFill>
                <a:schemeClr val="dk1"/>
              </a:solidFill>
            </a:endParaRPr>
          </a:p>
          <a:p>
            <a:pPr marL="914400" lvl="0" indent="-298450" algn="l" rtl="0">
              <a:spcBef>
                <a:spcPts val="0"/>
              </a:spcBef>
              <a:spcAft>
                <a:spcPts val="0"/>
              </a:spcAft>
              <a:buClr>
                <a:schemeClr val="dk1"/>
              </a:buClr>
              <a:buSzPts val="1100"/>
              <a:buChar char="●"/>
            </a:pPr>
            <a:r>
              <a:rPr lang="en">
                <a:solidFill>
                  <a:schemeClr val="dk1"/>
                </a:solidFill>
              </a:rPr>
              <a:t>We use Prometheus for monitoring system health</a:t>
            </a:r>
            <a:endParaRPr>
              <a:solidFill>
                <a:schemeClr val="dk1"/>
              </a:solidFill>
            </a:endParaRPr>
          </a:p>
          <a:p>
            <a:pPr marL="0" lvl="0" indent="0" algn="l" rtl="0">
              <a:spcBef>
                <a:spcPts val="0"/>
              </a:spcBef>
              <a:spcAft>
                <a:spcPts val="0"/>
              </a:spcAft>
              <a:buNone/>
            </a:pPr>
            <a:endParaRPr>
              <a:solidFill>
                <a:schemeClr val="dk1"/>
              </a:solidFill>
            </a:endParaRPr>
          </a:p>
        </p:txBody>
      </p:sp>
    </p:spTree>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93"/>
        <p:cNvGrpSpPr/>
        <p:nvPr/>
      </p:nvGrpSpPr>
      <p:grpSpPr>
        <a:xfrm>
          <a:off x="0" y="0"/>
          <a:ext cx="0" cy="0"/>
          <a:chOff x="0" y="0"/>
          <a:chExt cx="0" cy="0"/>
        </a:xfrm>
      </p:grpSpPr>
      <p:sp>
        <p:nvSpPr>
          <p:cNvPr id="7194" name="Google Shape;7194;g3280ea06067_0_21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195" name="Google Shape;7195;g3280ea06067_0_2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298450" algn="l" rtl="0">
              <a:spcBef>
                <a:spcPts val="0"/>
              </a:spcBef>
              <a:spcAft>
                <a:spcPts val="0"/>
              </a:spcAft>
              <a:buClr>
                <a:schemeClr val="dk1"/>
              </a:buClr>
              <a:buSzPts val="1100"/>
              <a:buChar char="●"/>
            </a:pPr>
            <a:r>
              <a:rPr lang="en">
                <a:solidFill>
                  <a:schemeClr val="dk1"/>
                </a:solidFill>
              </a:rPr>
              <a:t>To learn more about our security, compliance, and privacy practices, visit the Camunda Trust Center at </a:t>
            </a:r>
            <a:r>
              <a:rPr lang="en" u="sng">
                <a:solidFill>
                  <a:schemeClr val="hlink"/>
                </a:solidFill>
                <a:hlinkClick r:id="rId3"/>
              </a:rPr>
              <a:t>https://camunda.com/trust-center/</a:t>
            </a:r>
            <a:r>
              <a:rPr lang="en">
                <a:solidFill>
                  <a:schemeClr val="dk1"/>
                </a:solidFill>
              </a:rPr>
              <a:t> </a:t>
            </a:r>
            <a:endParaRPr>
              <a:solidFill>
                <a:schemeClr val="dk1"/>
              </a:solidFill>
            </a:endParaRPr>
          </a:p>
          <a:p>
            <a:pPr marL="457200" lvl="0" indent="-298450" algn="l" rtl="0">
              <a:spcBef>
                <a:spcPts val="0"/>
              </a:spcBef>
              <a:spcAft>
                <a:spcPts val="0"/>
              </a:spcAft>
              <a:buClr>
                <a:schemeClr val="dk1"/>
              </a:buClr>
              <a:buSzPts val="1100"/>
              <a:buChar char="●"/>
            </a:pPr>
            <a:r>
              <a:rPr lang="en">
                <a:solidFill>
                  <a:schemeClr val="dk1"/>
                </a:solidFill>
              </a:rPr>
              <a:t>You can request a Customer Assurance Package, which provides detailed security information to help you complete vendor security assessments</a:t>
            </a:r>
            <a:endParaRPr>
              <a:solidFill>
                <a:schemeClr val="dk1"/>
              </a:solidFill>
            </a:endParaRPr>
          </a:p>
          <a:p>
            <a:pPr marL="0" lvl="0" indent="0" algn="l" rtl="0">
              <a:spcBef>
                <a:spcPts val="0"/>
              </a:spcBef>
              <a:spcAft>
                <a:spcPts val="0"/>
              </a:spcAft>
              <a:buNone/>
            </a:pPr>
            <a:endParaRPr>
              <a:solidFill>
                <a:schemeClr val="dk1"/>
              </a:solidFill>
            </a:endParaRPr>
          </a:p>
        </p:txBody>
      </p:sp>
    </p:spTree>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13"/>
        <p:cNvGrpSpPr/>
        <p:nvPr/>
      </p:nvGrpSpPr>
      <p:grpSpPr>
        <a:xfrm>
          <a:off x="0" y="0"/>
          <a:ext cx="0" cy="0"/>
          <a:chOff x="0" y="0"/>
          <a:chExt cx="0" cy="0"/>
        </a:xfrm>
      </p:grpSpPr>
      <p:sp>
        <p:nvSpPr>
          <p:cNvPr id="7214" name="Google Shape;7214;g31e9ef4b7b4_0_914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215" name="Google Shape;7215;g31e9ef4b7b4_0_91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i="1">
                <a:solidFill>
                  <a:schemeClr val="dk1"/>
                </a:solidFill>
              </a:rPr>
              <a:t>These are additional slides that you can use as needed.</a:t>
            </a:r>
            <a:endParaRPr/>
          </a:p>
        </p:txBody>
      </p:sp>
    </p:spTree>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18"/>
        <p:cNvGrpSpPr/>
        <p:nvPr/>
      </p:nvGrpSpPr>
      <p:grpSpPr>
        <a:xfrm>
          <a:off x="0" y="0"/>
          <a:ext cx="0" cy="0"/>
          <a:chOff x="0" y="0"/>
          <a:chExt cx="0" cy="0"/>
        </a:xfrm>
      </p:grpSpPr>
      <p:sp>
        <p:nvSpPr>
          <p:cNvPr id="7219" name="Google Shape;7219;g328ee945b6c_0_12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220" name="Google Shape;7220;g328ee945b6c_0_1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endParaRPr>
              <a:solidFill>
                <a:schemeClr val="dk1"/>
              </a:solidFill>
            </a:endParaRPr>
          </a:p>
          <a:p>
            <a:pPr marL="0" lvl="0" indent="0" algn="l" rtl="0">
              <a:spcBef>
                <a:spcPts val="0"/>
              </a:spcBef>
              <a:spcAft>
                <a:spcPts val="0"/>
              </a:spcAft>
              <a:buClr>
                <a:schemeClr val="dk1"/>
              </a:buClr>
              <a:buSzPts val="1100"/>
              <a:buFont typeface="Arial"/>
              <a:buNone/>
            </a:pPr>
            <a:endParaRPr i="1">
              <a:solidFill>
                <a:schemeClr val="dk1"/>
              </a:solidFill>
            </a:endParaRPr>
          </a:p>
          <a:p>
            <a:pPr marL="0" lvl="0" indent="0" algn="l" rtl="0">
              <a:spcBef>
                <a:spcPts val="0"/>
              </a:spcBef>
              <a:spcAft>
                <a:spcPts val="0"/>
              </a:spcAft>
              <a:buNone/>
            </a:pPr>
            <a:endParaRPr/>
          </a:p>
        </p:txBody>
      </p:sp>
    </p:spTree>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29"/>
        <p:cNvGrpSpPr/>
        <p:nvPr/>
      </p:nvGrpSpPr>
      <p:grpSpPr>
        <a:xfrm>
          <a:off x="0" y="0"/>
          <a:ext cx="0" cy="0"/>
          <a:chOff x="0" y="0"/>
          <a:chExt cx="0" cy="0"/>
        </a:xfrm>
      </p:grpSpPr>
      <p:sp>
        <p:nvSpPr>
          <p:cNvPr id="7230" name="Google Shape;7230;g328711bc9e8_0_1009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231" name="Google Shape;7231;g328711bc9e8_0_1009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68"/>
        <p:cNvGrpSpPr/>
        <p:nvPr/>
      </p:nvGrpSpPr>
      <p:grpSpPr>
        <a:xfrm>
          <a:off x="0" y="0"/>
          <a:ext cx="0" cy="0"/>
          <a:chOff x="0" y="0"/>
          <a:chExt cx="0" cy="0"/>
        </a:xfrm>
      </p:grpSpPr>
      <p:sp>
        <p:nvSpPr>
          <p:cNvPr id="7269" name="Google Shape;7269;g328711bc9e8_0_1012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7270" name="Google Shape;7270;g328711bc9e8_0_101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11"/>
        <p:cNvGrpSpPr/>
        <p:nvPr/>
      </p:nvGrpSpPr>
      <p:grpSpPr>
        <a:xfrm>
          <a:off x="0" y="0"/>
          <a:ext cx="0" cy="0"/>
          <a:chOff x="0" y="0"/>
          <a:chExt cx="0" cy="0"/>
        </a:xfrm>
      </p:grpSpPr>
      <p:sp>
        <p:nvSpPr>
          <p:cNvPr id="7312" name="Google Shape;7312;g327984be9f0_0_94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313" name="Google Shape;7313;g327984be9f0_0_9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26"/>
        <p:cNvGrpSpPr/>
        <p:nvPr/>
      </p:nvGrpSpPr>
      <p:grpSpPr>
        <a:xfrm>
          <a:off x="0" y="0"/>
          <a:ext cx="0" cy="0"/>
          <a:chOff x="0" y="0"/>
          <a:chExt cx="0" cy="0"/>
        </a:xfrm>
      </p:grpSpPr>
      <p:sp>
        <p:nvSpPr>
          <p:cNvPr id="7327" name="Google Shape;7327;g32d79744847_0_265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7328" name="Google Shape;7328;g32d79744847_0_265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49"/>
        <p:cNvGrpSpPr/>
        <p:nvPr/>
      </p:nvGrpSpPr>
      <p:grpSpPr>
        <a:xfrm>
          <a:off x="0" y="0"/>
          <a:ext cx="0" cy="0"/>
          <a:chOff x="0" y="0"/>
          <a:chExt cx="0" cy="0"/>
        </a:xfrm>
      </p:grpSpPr>
      <p:sp>
        <p:nvSpPr>
          <p:cNvPr id="7350" name="Google Shape;7350;g31e9ef4b7b4_0_915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351" name="Google Shape;7351;g31e9ef4b7b4_0_915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i="1">
                <a:solidFill>
                  <a:schemeClr val="dk1"/>
                </a:solidFill>
              </a:rPr>
              <a:t>These are additional slides that you can use as needed.</a:t>
            </a:r>
            <a:endParaRPr/>
          </a:p>
        </p:txBody>
      </p:sp>
    </p:spTree>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54"/>
        <p:cNvGrpSpPr/>
        <p:nvPr/>
      </p:nvGrpSpPr>
      <p:grpSpPr>
        <a:xfrm>
          <a:off x="0" y="0"/>
          <a:ext cx="0" cy="0"/>
          <a:chOff x="0" y="0"/>
          <a:chExt cx="0" cy="0"/>
        </a:xfrm>
      </p:grpSpPr>
      <p:sp>
        <p:nvSpPr>
          <p:cNvPr id="7355" name="Google Shape;7355;g31e9ef4b7b4_0_676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356" name="Google Shape;7356;g31e9ef4b7b4_0_676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298450" algn="l" rtl="0">
              <a:spcBef>
                <a:spcPts val="0"/>
              </a:spcBef>
              <a:spcAft>
                <a:spcPts val="0"/>
              </a:spcAft>
              <a:buClr>
                <a:schemeClr val="dk1"/>
              </a:buClr>
              <a:buSzPts val="1100"/>
              <a:buChar char="●"/>
            </a:pPr>
            <a:r>
              <a:rPr lang="en">
                <a:solidFill>
                  <a:schemeClr val="dk1"/>
                </a:solidFill>
              </a:rPr>
              <a:t>We like to look at the usage of our software in three dimensions: </a:t>
            </a:r>
            <a:endParaRPr>
              <a:solidFill>
                <a:schemeClr val="dk1"/>
              </a:solidFill>
            </a:endParaRPr>
          </a:p>
          <a:p>
            <a:pPr marL="914400" lvl="1" indent="-298450" algn="l" rtl="0">
              <a:spcBef>
                <a:spcPts val="0"/>
              </a:spcBef>
              <a:spcAft>
                <a:spcPts val="0"/>
              </a:spcAft>
              <a:buClr>
                <a:schemeClr val="dk1"/>
              </a:buClr>
              <a:buSzPts val="1100"/>
              <a:buChar char="○"/>
            </a:pPr>
            <a:r>
              <a:rPr lang="en">
                <a:solidFill>
                  <a:schemeClr val="dk1"/>
                </a:solidFill>
              </a:rPr>
              <a:t>Cross-department IT initiatives like replacing legacy software or moving applications to the cloud</a:t>
            </a:r>
            <a:endParaRPr>
              <a:solidFill>
                <a:schemeClr val="dk1"/>
              </a:solidFill>
            </a:endParaRPr>
          </a:p>
          <a:p>
            <a:pPr marL="914400" lvl="1" indent="-298450" algn="l" rtl="0">
              <a:spcBef>
                <a:spcPts val="0"/>
              </a:spcBef>
              <a:spcAft>
                <a:spcPts val="0"/>
              </a:spcAft>
              <a:buClr>
                <a:schemeClr val="dk1"/>
              </a:buClr>
              <a:buSzPts val="1100"/>
              <a:buChar char="○"/>
            </a:pPr>
            <a:r>
              <a:rPr lang="en">
                <a:solidFill>
                  <a:schemeClr val="dk1"/>
                </a:solidFill>
              </a:rPr>
              <a:t>Technical problems that need to be solved, like how to orchestrate microservices or how to automate decisions</a:t>
            </a:r>
            <a:endParaRPr>
              <a:solidFill>
                <a:schemeClr val="dk1"/>
              </a:solidFill>
            </a:endParaRPr>
          </a:p>
          <a:p>
            <a:pPr marL="914400" lvl="1" indent="-298450" algn="l" rtl="0">
              <a:spcBef>
                <a:spcPts val="0"/>
              </a:spcBef>
              <a:spcAft>
                <a:spcPts val="0"/>
              </a:spcAft>
              <a:buClr>
                <a:schemeClr val="dk1"/>
              </a:buClr>
              <a:buSzPts val="1100"/>
              <a:buChar char="○"/>
            </a:pPr>
            <a:r>
              <a:rPr lang="en">
                <a:solidFill>
                  <a:schemeClr val="dk1"/>
                </a:solidFill>
              </a:rPr>
              <a:t>And core business processes that are often undergoing digital transformation, like customer on-boarding, insurance claim management, loan origination, etc.</a:t>
            </a:r>
            <a:endParaRPr>
              <a:solidFill>
                <a:schemeClr val="dk1"/>
              </a:solidFill>
            </a:endParaRPr>
          </a:p>
          <a:p>
            <a:pPr marL="457200" lvl="0" indent="-298450" algn="l" rtl="0">
              <a:spcBef>
                <a:spcPts val="0"/>
              </a:spcBef>
              <a:spcAft>
                <a:spcPts val="0"/>
              </a:spcAft>
              <a:buClr>
                <a:schemeClr val="dk1"/>
              </a:buClr>
              <a:buSzPts val="1100"/>
              <a:buChar char="●"/>
            </a:pPr>
            <a:r>
              <a:rPr lang="en">
                <a:solidFill>
                  <a:schemeClr val="dk1"/>
                </a:solidFill>
              </a:rPr>
              <a:t>Here you can see some examples, but we have customers that use Camunda software for many different types of initiatives and use cases</a:t>
            </a:r>
            <a:endParaRPr>
              <a:solidFill>
                <a:schemeClr val="dk1"/>
              </a:solidFill>
            </a:endParaRPr>
          </a:p>
          <a:p>
            <a:pPr marL="0" lvl="0" indent="0" algn="l" rtl="0">
              <a:spcBef>
                <a:spcPts val="0"/>
              </a:spcBef>
              <a:spcAft>
                <a:spcPts val="0"/>
              </a:spcAft>
              <a:buNone/>
            </a:pPr>
            <a:endParaRPr/>
          </a:p>
        </p:txBody>
      </p:sp>
    </p:spTree>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71"/>
        <p:cNvGrpSpPr/>
        <p:nvPr/>
      </p:nvGrpSpPr>
      <p:grpSpPr>
        <a:xfrm>
          <a:off x="0" y="0"/>
          <a:ext cx="0" cy="0"/>
          <a:chOff x="0" y="0"/>
          <a:chExt cx="0" cy="0"/>
        </a:xfrm>
      </p:grpSpPr>
      <p:sp>
        <p:nvSpPr>
          <p:cNvPr id="7372" name="Google Shape;7372;g31e9ef4b7b4_0_678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373" name="Google Shape;7373;g31e9ef4b7b4_0_678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298450" algn="l" rtl="0">
              <a:spcBef>
                <a:spcPts val="0"/>
              </a:spcBef>
              <a:spcAft>
                <a:spcPts val="0"/>
              </a:spcAft>
              <a:buSzPts val="1100"/>
              <a:buChar char="●"/>
            </a:pPr>
            <a:r>
              <a:rPr lang="en"/>
              <a:t>We have many customers that have used Camunda as the foundation for a centralized process automation platform that different teams throughout the organization can use in their projects</a:t>
            </a:r>
            <a:endParaRPr/>
          </a:p>
          <a:p>
            <a:pPr marL="457200" lvl="0" indent="-298450" algn="l" rtl="0">
              <a:spcBef>
                <a:spcPts val="0"/>
              </a:spcBef>
              <a:spcAft>
                <a:spcPts val="0"/>
              </a:spcAft>
              <a:buSzPts val="1100"/>
              <a:buChar char="●"/>
            </a:pPr>
            <a:r>
              <a:rPr lang="en"/>
              <a:t>We also see that many organizations are focusing on modernizing their applications and moving workloads to the public, private, or hybrid cloud</a:t>
            </a:r>
            <a:endParaRPr/>
          </a:p>
          <a:p>
            <a:pPr marL="457200" lvl="0" indent="-298450" algn="l" rtl="0">
              <a:spcBef>
                <a:spcPts val="0"/>
              </a:spcBef>
              <a:spcAft>
                <a:spcPts val="0"/>
              </a:spcAft>
              <a:buSzPts val="1100"/>
              <a:buChar char="●"/>
            </a:pPr>
            <a:r>
              <a:rPr lang="en"/>
              <a:t>We also have customers that are focused on modernizing their business processes by replacing BPM products or homegrown technology that no longer meets their business needs</a:t>
            </a:r>
            <a:endParaRPr/>
          </a:p>
          <a:p>
            <a:pPr marL="0" lvl="0" indent="0" algn="l" rtl="0">
              <a:spcBef>
                <a:spcPts val="0"/>
              </a:spcBef>
              <a:spcAft>
                <a:spcPts val="0"/>
              </a:spcAft>
              <a:buNone/>
            </a:pPr>
            <a:endParaRPr/>
          </a:p>
          <a:p>
            <a:pPr marL="0" lvl="0" indent="0" algn="l" rtl="0">
              <a:spcBef>
                <a:spcPts val="0"/>
              </a:spcBef>
              <a:spcAft>
                <a:spcPts val="0"/>
              </a:spcAft>
              <a:buNone/>
            </a:pPr>
            <a:r>
              <a:rPr lang="en" i="1"/>
              <a:t>Notes:</a:t>
            </a:r>
            <a:endParaRPr i="1"/>
          </a:p>
          <a:p>
            <a:pPr marL="457200" lvl="0" indent="-298450" algn="l" rtl="0">
              <a:spcBef>
                <a:spcPts val="0"/>
              </a:spcBef>
              <a:spcAft>
                <a:spcPts val="0"/>
              </a:spcAft>
              <a:buSzPts val="1100"/>
              <a:buChar char="●"/>
            </a:pPr>
            <a:r>
              <a:rPr lang="en" i="1"/>
              <a:t>The data on this slide was last updated on 13 December 2024</a:t>
            </a:r>
            <a:endParaRPr i="1"/>
          </a:p>
          <a:p>
            <a:pPr marL="457200" lvl="0" indent="-298450" algn="l" rtl="0">
              <a:spcBef>
                <a:spcPts val="0"/>
              </a:spcBef>
              <a:spcAft>
                <a:spcPts val="0"/>
              </a:spcAft>
              <a:buSzPts val="1100"/>
              <a:buChar char="●"/>
            </a:pPr>
            <a:r>
              <a:rPr lang="en" i="1">
                <a:solidFill>
                  <a:schemeClr val="dk1"/>
                </a:solidFill>
              </a:rPr>
              <a:t>British Telecom story: </a:t>
            </a:r>
            <a:r>
              <a:rPr lang="en" i="1" u="sng">
                <a:solidFill>
                  <a:schemeClr val="hlink"/>
                </a:solidFill>
                <a:hlinkClick r:id="rId3"/>
              </a:rPr>
              <a:t>https://camunda.com/blog/2024/12/bt-group-openreach-simplify-operations/</a:t>
            </a:r>
            <a:r>
              <a:rPr lang="en" i="1">
                <a:solidFill>
                  <a:schemeClr val="dk1"/>
                </a:solidFill>
              </a:rPr>
              <a:t> </a:t>
            </a:r>
            <a:endParaRPr i="1"/>
          </a:p>
        </p:txBody>
      </p:sp>
    </p:spTree>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95"/>
        <p:cNvGrpSpPr/>
        <p:nvPr/>
      </p:nvGrpSpPr>
      <p:grpSpPr>
        <a:xfrm>
          <a:off x="0" y="0"/>
          <a:ext cx="0" cy="0"/>
          <a:chOff x="0" y="0"/>
          <a:chExt cx="0" cy="0"/>
        </a:xfrm>
      </p:grpSpPr>
      <p:sp>
        <p:nvSpPr>
          <p:cNvPr id="7396" name="Google Shape;7396;g31e9ef4b7b4_0_680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397" name="Google Shape;7397;g31e9ef4b7b4_0_680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298450" algn="l" rtl="0">
              <a:spcBef>
                <a:spcPts val="0"/>
              </a:spcBef>
              <a:spcAft>
                <a:spcPts val="0"/>
              </a:spcAft>
              <a:buSzPts val="1100"/>
              <a:buChar char="●"/>
            </a:pPr>
            <a:r>
              <a:rPr lang="en"/>
              <a:t>Many of our customers have specific technical use cases that they’re working to achieve</a:t>
            </a:r>
            <a:endParaRPr/>
          </a:p>
          <a:p>
            <a:pPr marL="457200" lvl="0" indent="-298450" algn="l" rtl="0">
              <a:spcBef>
                <a:spcPts val="0"/>
              </a:spcBef>
              <a:spcAft>
                <a:spcPts val="0"/>
              </a:spcAft>
              <a:buSzPts val="1100"/>
              <a:buChar char="●"/>
            </a:pPr>
            <a:r>
              <a:rPr lang="en"/>
              <a:t>Orchestrating human work is very common, and an area where we have a lot of experience helping companies get away from paper-based processes and leveraging automation where it makes sense</a:t>
            </a:r>
            <a:endParaRPr/>
          </a:p>
          <a:p>
            <a:pPr marL="457200" lvl="0" indent="-298450" algn="l" rtl="0">
              <a:spcBef>
                <a:spcPts val="0"/>
              </a:spcBef>
              <a:spcAft>
                <a:spcPts val="0"/>
              </a:spcAft>
              <a:buSzPts val="1100"/>
              <a:buChar char="●"/>
            </a:pPr>
            <a:r>
              <a:rPr lang="en"/>
              <a:t>We also have many customers that are working to orchestrate microservices, RPA bots, and other technical parts of their processes</a:t>
            </a:r>
            <a:endParaRPr/>
          </a:p>
          <a:p>
            <a:pPr marL="457200" lvl="0" indent="-298450" algn="l" rtl="0">
              <a:spcBef>
                <a:spcPts val="0"/>
              </a:spcBef>
              <a:spcAft>
                <a:spcPts val="0"/>
              </a:spcAft>
              <a:buSzPts val="1100"/>
              <a:buChar char="●"/>
            </a:pPr>
            <a:r>
              <a:rPr lang="en"/>
              <a:t>And there are plenty of companies that have projects focused on decision automation and other technical use cases that are specific to their business and their industry</a:t>
            </a:r>
            <a:endParaRPr/>
          </a:p>
          <a:p>
            <a:pPr marL="0" lvl="0" indent="0" algn="l" rtl="0">
              <a:spcBef>
                <a:spcPts val="0"/>
              </a:spcBef>
              <a:spcAft>
                <a:spcPts val="0"/>
              </a:spcAft>
              <a:buNone/>
            </a:pPr>
            <a:endParaRPr/>
          </a:p>
          <a:p>
            <a:pPr marL="0" lvl="0" indent="0" algn="l" rtl="0">
              <a:spcBef>
                <a:spcPts val="0"/>
              </a:spcBef>
              <a:spcAft>
                <a:spcPts val="0"/>
              </a:spcAft>
              <a:buNone/>
            </a:pPr>
            <a:r>
              <a:rPr lang="en" i="1">
                <a:solidFill>
                  <a:schemeClr val="dk1"/>
                </a:solidFill>
              </a:rPr>
              <a:t>Notes:</a:t>
            </a:r>
            <a:endParaRPr i="1">
              <a:solidFill>
                <a:schemeClr val="dk1"/>
              </a:solidFill>
            </a:endParaRPr>
          </a:p>
          <a:p>
            <a:pPr marL="457200" lvl="0" indent="-298450" algn="l" rtl="0">
              <a:spcBef>
                <a:spcPts val="0"/>
              </a:spcBef>
              <a:spcAft>
                <a:spcPts val="0"/>
              </a:spcAft>
              <a:buClr>
                <a:schemeClr val="dk1"/>
              </a:buClr>
              <a:buSzPts val="1100"/>
              <a:buChar char="●"/>
            </a:pPr>
            <a:r>
              <a:rPr lang="en" i="1">
                <a:solidFill>
                  <a:schemeClr val="dk1"/>
                </a:solidFill>
              </a:rPr>
              <a:t>The data on this slide was last updated on 13 December 2024</a:t>
            </a:r>
            <a:endParaRPr i="1">
              <a:solidFill>
                <a:schemeClr val="dk1"/>
              </a:solidFill>
            </a:endParaRPr>
          </a:p>
          <a:p>
            <a:pPr marL="457200" lvl="0" indent="-298450" algn="l" rtl="0">
              <a:spcBef>
                <a:spcPts val="0"/>
              </a:spcBef>
              <a:spcAft>
                <a:spcPts val="0"/>
              </a:spcAft>
              <a:buClr>
                <a:schemeClr val="dk1"/>
              </a:buClr>
              <a:buSzPts val="1100"/>
              <a:buChar char="●"/>
            </a:pPr>
            <a:r>
              <a:rPr lang="en" i="1">
                <a:solidFill>
                  <a:schemeClr val="dk1"/>
                </a:solidFill>
              </a:rPr>
              <a:t>Barclays story: </a:t>
            </a:r>
            <a:r>
              <a:rPr lang="en" i="1" u="sng">
                <a:solidFill>
                  <a:schemeClr val="hlink"/>
                </a:solidFill>
                <a:hlinkClick r:id="rId3"/>
              </a:rPr>
              <a:t>https://camunda.com/blog/2024/12/barclays-transforms-post-trade-settlements-camunda/</a:t>
            </a:r>
            <a:r>
              <a:rPr lang="en" i="1">
                <a:solidFill>
                  <a:schemeClr val="dk1"/>
                </a:solidFill>
              </a:rPr>
              <a:t> </a:t>
            </a:r>
            <a:endParaRPr i="1">
              <a:solidFill>
                <a:schemeClr val="dk1"/>
              </a:solidFill>
            </a:endParaRPr>
          </a:p>
          <a:p>
            <a:pPr marL="0" lvl="0" indent="0" algn="l" rtl="0">
              <a:spcBef>
                <a:spcPts val="0"/>
              </a:spcBef>
              <a:spcAft>
                <a:spcPts val="0"/>
              </a:spcAft>
              <a:buNone/>
            </a:pPr>
            <a:endParaRPr i="1"/>
          </a:p>
        </p:txBody>
      </p:sp>
    </p:spTree>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22"/>
        <p:cNvGrpSpPr/>
        <p:nvPr/>
      </p:nvGrpSpPr>
      <p:grpSpPr>
        <a:xfrm>
          <a:off x="0" y="0"/>
          <a:ext cx="0" cy="0"/>
          <a:chOff x="0" y="0"/>
          <a:chExt cx="0" cy="0"/>
        </a:xfrm>
      </p:grpSpPr>
      <p:sp>
        <p:nvSpPr>
          <p:cNvPr id="7423" name="Google Shape;7423;g31e9ef4b7b4_0_68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424" name="Google Shape;7424;g31e9ef4b7b4_0_68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298450" algn="l" rtl="0">
              <a:spcBef>
                <a:spcPts val="0"/>
              </a:spcBef>
              <a:spcAft>
                <a:spcPts val="0"/>
              </a:spcAft>
              <a:buSzPts val="1100"/>
              <a:buChar char="●"/>
            </a:pPr>
            <a:r>
              <a:rPr lang="en"/>
              <a:t>Looking at our customers’ specific business processes, we see a few common trends around customer onboarding, management of customer data, order management, loan origination, and insurance processes such as claims management</a:t>
            </a:r>
            <a:endParaRPr/>
          </a:p>
          <a:p>
            <a:pPr marL="457200" lvl="0" indent="-298450" algn="l" rtl="0">
              <a:spcBef>
                <a:spcPts val="0"/>
              </a:spcBef>
              <a:spcAft>
                <a:spcPts val="0"/>
              </a:spcAft>
              <a:buSzPts val="1100"/>
              <a:buChar char="●"/>
            </a:pPr>
            <a:r>
              <a:rPr lang="en"/>
              <a:t>We also have many customers that are using Camunda products to collect compliance data, safely handle sensitive data such as medical records, and many other processes, both back-office processes and customer-facing processes</a:t>
            </a:r>
            <a:endParaRPr/>
          </a:p>
          <a:p>
            <a:pPr marL="0" lvl="0" indent="0" algn="l" rtl="0">
              <a:spcBef>
                <a:spcPts val="0"/>
              </a:spcBef>
              <a:spcAft>
                <a:spcPts val="0"/>
              </a:spcAft>
              <a:buNone/>
            </a:pPr>
            <a:endParaRPr/>
          </a:p>
          <a:p>
            <a:pPr marL="0" lvl="0" indent="0" algn="l" rtl="0">
              <a:spcBef>
                <a:spcPts val="0"/>
              </a:spcBef>
              <a:spcAft>
                <a:spcPts val="0"/>
              </a:spcAft>
              <a:buNone/>
            </a:pPr>
            <a:r>
              <a:rPr lang="en" i="1"/>
              <a:t>Notes:</a:t>
            </a:r>
            <a:endParaRPr i="1"/>
          </a:p>
          <a:p>
            <a:pPr marL="457200" lvl="0" indent="-298450" algn="l" rtl="0">
              <a:spcBef>
                <a:spcPts val="0"/>
              </a:spcBef>
              <a:spcAft>
                <a:spcPts val="0"/>
              </a:spcAft>
              <a:buClr>
                <a:schemeClr val="dk1"/>
              </a:buClr>
              <a:buSzPts val="1100"/>
              <a:buChar char="●"/>
            </a:pPr>
            <a:r>
              <a:rPr lang="en" i="1">
                <a:solidFill>
                  <a:schemeClr val="dk1"/>
                </a:solidFill>
              </a:rPr>
              <a:t>The data on this slide was last updated on 13 December 2024</a:t>
            </a:r>
            <a:endParaRPr i="1">
              <a:solidFill>
                <a:schemeClr val="dk1"/>
              </a:solidFill>
            </a:endParaRPr>
          </a:p>
          <a:p>
            <a:pPr marL="457200" lvl="0" indent="-298450" algn="l" rtl="0">
              <a:spcBef>
                <a:spcPts val="0"/>
              </a:spcBef>
              <a:spcAft>
                <a:spcPts val="0"/>
              </a:spcAft>
              <a:buClr>
                <a:schemeClr val="dk1"/>
              </a:buClr>
              <a:buSzPts val="1100"/>
              <a:buChar char="●"/>
            </a:pPr>
            <a:r>
              <a:rPr lang="en" i="1">
                <a:solidFill>
                  <a:schemeClr val="dk1"/>
                </a:solidFill>
              </a:rPr>
              <a:t>Intuit story: </a:t>
            </a:r>
            <a:r>
              <a:rPr lang="en" i="1" u="sng">
                <a:solidFill>
                  <a:schemeClr val="hlink"/>
                </a:solidFill>
                <a:hlinkClick r:id="rId3"/>
              </a:rPr>
              <a:t>https://camunda.com/blog/2024/08/scaling-workflow-engines-intuit-camunda-8-zeebe/</a:t>
            </a:r>
            <a:r>
              <a:rPr lang="en" i="1">
                <a:solidFill>
                  <a:schemeClr val="dk1"/>
                </a:solidFill>
              </a:rPr>
              <a:t> </a:t>
            </a:r>
            <a:endParaRPr i="1">
              <a:solidFill>
                <a:schemeClr val="dk1"/>
              </a:solidFill>
            </a:endParaRPr>
          </a:p>
        </p:txBody>
      </p:sp>
    </p:spTree>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51"/>
        <p:cNvGrpSpPr/>
        <p:nvPr/>
      </p:nvGrpSpPr>
      <p:grpSpPr>
        <a:xfrm>
          <a:off x="0" y="0"/>
          <a:ext cx="0" cy="0"/>
          <a:chOff x="0" y="0"/>
          <a:chExt cx="0" cy="0"/>
        </a:xfrm>
      </p:grpSpPr>
      <p:sp>
        <p:nvSpPr>
          <p:cNvPr id="7452" name="Google Shape;7452;g328a9bc0745_0_120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453" name="Google Shape;7453;g328a9bc0745_0_120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i="1">
                <a:solidFill>
                  <a:schemeClr val="dk1"/>
                </a:solidFill>
              </a:rPr>
              <a:t>These are additional slides that you can use as needed.</a:t>
            </a:r>
            <a:endParaRPr/>
          </a:p>
        </p:txBody>
      </p:sp>
    </p:spTree>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56"/>
        <p:cNvGrpSpPr/>
        <p:nvPr/>
      </p:nvGrpSpPr>
      <p:grpSpPr>
        <a:xfrm>
          <a:off x="0" y="0"/>
          <a:ext cx="0" cy="0"/>
          <a:chOff x="0" y="0"/>
          <a:chExt cx="0" cy="0"/>
        </a:xfrm>
      </p:grpSpPr>
      <p:sp>
        <p:nvSpPr>
          <p:cNvPr id="7457" name="Google Shape;7457;g328a9bc0745_0_137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458" name="Google Shape;7458;g328a9bc0745_0_137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298450" algn="l" rtl="0">
              <a:spcBef>
                <a:spcPts val="0"/>
              </a:spcBef>
              <a:spcAft>
                <a:spcPts val="0"/>
              </a:spcAft>
              <a:buClr>
                <a:schemeClr val="dk1"/>
              </a:buClr>
              <a:buSzPts val="1100"/>
              <a:buChar char="●"/>
            </a:pPr>
            <a:r>
              <a:rPr lang="en">
                <a:solidFill>
                  <a:schemeClr val="dk1"/>
                </a:solidFill>
              </a:rPr>
              <a:t>With Camunda, you can transform fragmented business processes into processes that are orchestrated from end to end</a:t>
            </a:r>
            <a:endParaRPr>
              <a:solidFill>
                <a:schemeClr val="dk1"/>
              </a:solidFill>
            </a:endParaRPr>
          </a:p>
          <a:p>
            <a:pPr marL="457200" lvl="0" indent="-298450" algn="l" rtl="0">
              <a:spcBef>
                <a:spcPts val="0"/>
              </a:spcBef>
              <a:spcAft>
                <a:spcPts val="0"/>
              </a:spcAft>
              <a:buClr>
                <a:schemeClr val="dk1"/>
              </a:buClr>
              <a:buSzPts val="1100"/>
              <a:buChar char="●"/>
            </a:pPr>
            <a:r>
              <a:rPr lang="en">
                <a:solidFill>
                  <a:schemeClr val="dk1"/>
                </a:solidFill>
              </a:rPr>
              <a:t>We support the use of the BPMN and DMN standards to bring all process stakeholders together to collaborate</a:t>
            </a:r>
            <a:endParaRPr>
              <a:solidFill>
                <a:schemeClr val="dk1"/>
              </a:solidFill>
            </a:endParaRPr>
          </a:p>
          <a:p>
            <a:pPr marL="457200" lvl="0" indent="-298450" algn="l" rtl="0">
              <a:spcBef>
                <a:spcPts val="0"/>
              </a:spcBef>
              <a:spcAft>
                <a:spcPts val="0"/>
              </a:spcAft>
              <a:buClr>
                <a:schemeClr val="dk1"/>
              </a:buClr>
              <a:buSzPts val="1100"/>
              <a:buChar char="●"/>
            </a:pPr>
            <a:r>
              <a:rPr lang="en">
                <a:solidFill>
                  <a:schemeClr val="dk1"/>
                </a:solidFill>
              </a:rPr>
              <a:t>The way we prioritize developers is unique, and we’ve found that it helps organizations automate their processes in an iterative way, which empowers developers and ultimately makes them happier and more productive</a:t>
            </a:r>
            <a:endParaRPr>
              <a:solidFill>
                <a:schemeClr val="dk1"/>
              </a:solidFill>
            </a:endParaRPr>
          </a:p>
          <a:p>
            <a:pPr marL="457200" lvl="0" indent="-298450" algn="l" rtl="0">
              <a:spcBef>
                <a:spcPts val="0"/>
              </a:spcBef>
              <a:spcAft>
                <a:spcPts val="0"/>
              </a:spcAft>
              <a:buClr>
                <a:schemeClr val="dk1"/>
              </a:buClr>
              <a:buSzPts val="1100"/>
              <a:buChar char="●"/>
            </a:pPr>
            <a:r>
              <a:rPr lang="en">
                <a:solidFill>
                  <a:schemeClr val="dk1"/>
                </a:solidFill>
              </a:rPr>
              <a:t>Our software is designed to integrate with any IT tooling or technical architecture that you have in place</a:t>
            </a:r>
            <a:endParaRPr>
              <a:solidFill>
                <a:schemeClr val="dk1"/>
              </a:solidFill>
            </a:endParaRPr>
          </a:p>
          <a:p>
            <a:pPr marL="457200" lvl="0" indent="-298450" algn="l" rtl="0">
              <a:spcBef>
                <a:spcPts val="0"/>
              </a:spcBef>
              <a:spcAft>
                <a:spcPts val="0"/>
              </a:spcAft>
              <a:buClr>
                <a:schemeClr val="dk1"/>
              </a:buClr>
              <a:buSzPts val="1100"/>
              <a:buChar char="●"/>
            </a:pPr>
            <a:r>
              <a:rPr lang="en">
                <a:solidFill>
                  <a:schemeClr val="dk1"/>
                </a:solidFill>
              </a:rPr>
              <a:t>All of this leads to a lower total cost of ownership with Camunda; that’s lower costs in terms of licensing, speed of implementation, consulting fees, and day-to-day operational costs</a:t>
            </a:r>
            <a:endParaRPr>
              <a:solidFill>
                <a:schemeClr val="dk1"/>
              </a:solidFill>
            </a:endParaRPr>
          </a:p>
          <a:p>
            <a:pPr marL="0" lvl="0" indent="0" algn="l" rtl="0">
              <a:spcBef>
                <a:spcPts val="0"/>
              </a:spcBef>
              <a:spcAft>
                <a:spcPts val="0"/>
              </a:spcAft>
              <a:buNone/>
            </a:pPr>
            <a:endParaRPr>
              <a:solidFill>
                <a:schemeClr val="dk1"/>
              </a:solidFill>
            </a:endParaRPr>
          </a:p>
        </p:txBody>
      </p:sp>
    </p:spTree>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46"/>
        <p:cNvGrpSpPr/>
        <p:nvPr/>
      </p:nvGrpSpPr>
      <p:grpSpPr>
        <a:xfrm>
          <a:off x="0" y="0"/>
          <a:ext cx="0" cy="0"/>
          <a:chOff x="0" y="0"/>
          <a:chExt cx="0" cy="0"/>
        </a:xfrm>
      </p:grpSpPr>
      <p:sp>
        <p:nvSpPr>
          <p:cNvPr id="7547" name="Google Shape;7547;g328d7de014b_2_155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548" name="Google Shape;7548;g328d7de014b_2_155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298450" algn="l" rtl="0">
              <a:spcBef>
                <a:spcPts val="0"/>
              </a:spcBef>
              <a:spcAft>
                <a:spcPts val="0"/>
              </a:spcAft>
              <a:buClr>
                <a:schemeClr val="dk1"/>
              </a:buClr>
              <a:buSzPts val="1100"/>
              <a:buChar char="●"/>
            </a:pPr>
            <a:r>
              <a:rPr lang="en">
                <a:solidFill>
                  <a:schemeClr val="dk1"/>
                </a:solidFill>
              </a:rPr>
              <a:t>Composable architecture combines the principles of modularity, autonomy, orchestration, and discovery to ensure a flexible and resilient technical foundation that’s future-proof and that enables organizations to quickly capitalize on business opportunities as they arise</a:t>
            </a:r>
            <a:endParaRPr>
              <a:solidFill>
                <a:schemeClr val="dk1"/>
              </a:solidFill>
            </a:endParaRPr>
          </a:p>
          <a:p>
            <a:pPr marL="457200" lvl="0" indent="-298450" algn="l" rtl="0">
              <a:spcBef>
                <a:spcPts val="0"/>
              </a:spcBef>
              <a:spcAft>
                <a:spcPts val="0"/>
              </a:spcAft>
              <a:buClr>
                <a:schemeClr val="dk1"/>
              </a:buClr>
              <a:buSzPts val="1100"/>
              <a:buChar char="●"/>
            </a:pPr>
            <a:r>
              <a:rPr lang="en">
                <a:solidFill>
                  <a:schemeClr val="dk1"/>
                </a:solidFill>
              </a:rPr>
              <a:t>Composability enables companies to select and integrate best-of-breed tools, technologies, and services, so they can ensure that their process automation architecture precisely fits their business use case—instead of constantly compromising because of technology limitations</a:t>
            </a:r>
            <a:endParaRPr>
              <a:solidFill>
                <a:schemeClr val="dk1"/>
              </a:solidFill>
            </a:endParaRPr>
          </a:p>
          <a:p>
            <a:pPr marL="0" lvl="0" indent="0" algn="l" rtl="0">
              <a:spcBef>
                <a:spcPts val="0"/>
              </a:spcBef>
              <a:spcAft>
                <a:spcPts val="0"/>
              </a:spcAft>
              <a:buClr>
                <a:schemeClr val="dk1"/>
              </a:buClr>
              <a:buSzPts val="1100"/>
              <a:buFont typeface="Arial"/>
              <a:buNone/>
            </a:pPr>
            <a:endParaRPr>
              <a:solidFill>
                <a:schemeClr val="dk1"/>
              </a:solidFill>
            </a:endParaRPr>
          </a:p>
          <a:p>
            <a:pPr marL="0" lvl="0" indent="0" algn="l" rtl="0">
              <a:spcBef>
                <a:spcPts val="0"/>
              </a:spcBef>
              <a:spcAft>
                <a:spcPts val="0"/>
              </a:spcAft>
              <a:buNone/>
            </a:pPr>
            <a:r>
              <a:rPr lang="en" i="1">
                <a:solidFill>
                  <a:schemeClr val="dk1"/>
                </a:solidFill>
              </a:rPr>
              <a:t>Notes:</a:t>
            </a:r>
            <a:endParaRPr i="1">
              <a:solidFill>
                <a:schemeClr val="dk1"/>
              </a:solidFill>
            </a:endParaRPr>
          </a:p>
          <a:p>
            <a:pPr marL="457200" lvl="0" indent="-298450" algn="l" rtl="0">
              <a:spcBef>
                <a:spcPts val="0"/>
              </a:spcBef>
              <a:spcAft>
                <a:spcPts val="0"/>
              </a:spcAft>
              <a:buClr>
                <a:schemeClr val="dk1"/>
              </a:buClr>
              <a:buSzPts val="1100"/>
              <a:buChar char="●"/>
            </a:pPr>
            <a:r>
              <a:rPr lang="en" i="1">
                <a:solidFill>
                  <a:schemeClr val="dk1"/>
                </a:solidFill>
              </a:rPr>
              <a:t>More information </a:t>
            </a:r>
            <a:r>
              <a:rPr lang="en" i="1" u="sng">
                <a:solidFill>
                  <a:schemeClr val="hlink"/>
                </a:solidFill>
                <a:hlinkClick r:id="rId3"/>
              </a:rPr>
              <a:t>https://camunda.com/blog/2024/07/why-composable-process-automation/</a:t>
            </a:r>
            <a:r>
              <a:rPr lang="en" i="1">
                <a:solidFill>
                  <a:schemeClr val="dk1"/>
                </a:solidFill>
              </a:rPr>
              <a:t> </a:t>
            </a:r>
            <a:endParaRPr i="1">
              <a:solidFill>
                <a:schemeClr val="dk1"/>
              </a:solidFill>
            </a:endParaRPr>
          </a:p>
        </p:txBody>
      </p:sp>
    </p:spTree>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54"/>
        <p:cNvGrpSpPr/>
        <p:nvPr/>
      </p:nvGrpSpPr>
      <p:grpSpPr>
        <a:xfrm>
          <a:off x="0" y="0"/>
          <a:ext cx="0" cy="0"/>
          <a:chOff x="0" y="0"/>
          <a:chExt cx="0" cy="0"/>
        </a:xfrm>
      </p:grpSpPr>
      <p:sp>
        <p:nvSpPr>
          <p:cNvPr id="7555" name="Google Shape;7555;g32d79744847_0_382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556" name="Google Shape;7556;g32d79744847_0_382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i="1"/>
              <a:t>Notes:</a:t>
            </a:r>
            <a:endParaRPr i="1"/>
          </a:p>
          <a:p>
            <a:pPr marL="457200" lvl="0" indent="-298450" algn="l" rtl="0">
              <a:spcBef>
                <a:spcPts val="0"/>
              </a:spcBef>
              <a:spcAft>
                <a:spcPts val="0"/>
              </a:spcAft>
              <a:buSzPts val="1100"/>
              <a:buChar char="●"/>
            </a:pPr>
            <a:r>
              <a:rPr lang="en" i="1"/>
              <a:t>More information </a:t>
            </a:r>
            <a:r>
              <a:rPr lang="en" i="1" u="sng">
                <a:solidFill>
                  <a:schemeClr val="hlink"/>
                </a:solidFill>
                <a:hlinkClick r:id="rId3"/>
              </a:rPr>
              <a:t>https://camunda.com/zeebe/advanced-workflow-engine/</a:t>
            </a:r>
            <a:r>
              <a:rPr lang="en" i="1"/>
              <a:t> </a:t>
            </a:r>
            <a:endParaRPr i="1"/>
          </a:p>
        </p:txBody>
      </p:sp>
    </p:spTree>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69"/>
        <p:cNvGrpSpPr/>
        <p:nvPr/>
      </p:nvGrpSpPr>
      <p:grpSpPr>
        <a:xfrm>
          <a:off x="0" y="0"/>
          <a:ext cx="0" cy="0"/>
          <a:chOff x="0" y="0"/>
          <a:chExt cx="0" cy="0"/>
        </a:xfrm>
      </p:grpSpPr>
      <p:sp>
        <p:nvSpPr>
          <p:cNvPr id="7570" name="Google Shape;7570;g328a9bc0745_0_120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571" name="Google Shape;7571;g328a9bc0745_0_120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298450" algn="l" rtl="0">
              <a:spcBef>
                <a:spcPts val="0"/>
              </a:spcBef>
              <a:spcAft>
                <a:spcPts val="0"/>
              </a:spcAft>
              <a:buClr>
                <a:schemeClr val="dk1"/>
              </a:buClr>
              <a:buSzPts val="1100"/>
              <a:buChar char="●"/>
            </a:pPr>
            <a:r>
              <a:rPr lang="en">
                <a:solidFill>
                  <a:schemeClr val="dk1"/>
                </a:solidFill>
              </a:rPr>
              <a:t>There’s an active global community of Camunda users and developers; they hold regular meetups, contribute to our online forum, and more</a:t>
            </a:r>
            <a:endParaRPr>
              <a:solidFill>
                <a:schemeClr val="dk1"/>
              </a:solidFill>
            </a:endParaRPr>
          </a:p>
          <a:p>
            <a:pPr marL="457200" lvl="0" indent="-298450" algn="l" rtl="0">
              <a:spcBef>
                <a:spcPts val="0"/>
              </a:spcBef>
              <a:spcAft>
                <a:spcPts val="0"/>
              </a:spcAft>
              <a:buClr>
                <a:schemeClr val="dk1"/>
              </a:buClr>
              <a:buSzPts val="1100"/>
              <a:buChar char="●"/>
            </a:pPr>
            <a:r>
              <a:rPr lang="en">
                <a:solidFill>
                  <a:schemeClr val="dk1"/>
                </a:solidFill>
              </a:rPr>
              <a:t>We recognize our most active contributors through the Camunda Champion Program</a:t>
            </a:r>
            <a:endParaRPr>
              <a:solidFill>
                <a:schemeClr val="dk1"/>
              </a:solidFill>
            </a:endParaRPr>
          </a:p>
          <a:p>
            <a:pPr marL="457200" lvl="0" indent="-298450" algn="l" rtl="0">
              <a:spcBef>
                <a:spcPts val="0"/>
              </a:spcBef>
              <a:spcAft>
                <a:spcPts val="0"/>
              </a:spcAft>
              <a:buClr>
                <a:schemeClr val="dk1"/>
              </a:buClr>
              <a:buSzPts val="1100"/>
              <a:buChar char="●"/>
            </a:pPr>
            <a:r>
              <a:rPr lang="en">
                <a:solidFill>
                  <a:schemeClr val="dk1"/>
                </a:solidFill>
              </a:rPr>
              <a:t>And we offer special licenses to the community through our Educational License Program and Camunda for Common Good</a:t>
            </a:r>
            <a:endParaRPr>
              <a:solidFill>
                <a:schemeClr val="dk1"/>
              </a:solidFill>
            </a:endParaRPr>
          </a:p>
          <a:p>
            <a:pPr marL="0" lvl="0" indent="0" algn="l" rtl="0">
              <a:spcBef>
                <a:spcPts val="0"/>
              </a:spcBef>
              <a:spcAft>
                <a:spcPts val="0"/>
              </a:spcAft>
              <a:buClr>
                <a:schemeClr val="dk1"/>
              </a:buClr>
              <a:buSzPts val="1100"/>
              <a:buFont typeface="Arial"/>
              <a:buNone/>
            </a:pPr>
            <a:endParaRPr>
              <a:solidFill>
                <a:schemeClr val="dk1"/>
              </a:solidFill>
            </a:endParaRPr>
          </a:p>
          <a:p>
            <a:pPr marL="0" lvl="0" indent="0" algn="l" rtl="0">
              <a:spcBef>
                <a:spcPts val="0"/>
              </a:spcBef>
              <a:spcAft>
                <a:spcPts val="0"/>
              </a:spcAft>
              <a:buClr>
                <a:schemeClr val="dk1"/>
              </a:buClr>
              <a:buSzPts val="1100"/>
              <a:buFont typeface="Arial"/>
              <a:buNone/>
            </a:pPr>
            <a:endParaRPr>
              <a:solidFill>
                <a:schemeClr val="dk1"/>
              </a:solidFill>
            </a:endParaRPr>
          </a:p>
          <a:p>
            <a:pPr marL="0" lvl="0" indent="0" algn="l" rtl="0">
              <a:spcBef>
                <a:spcPts val="0"/>
              </a:spcBef>
              <a:spcAft>
                <a:spcPts val="0"/>
              </a:spcAft>
              <a:buClr>
                <a:schemeClr val="dk1"/>
              </a:buClr>
              <a:buSzPts val="1100"/>
              <a:buFont typeface="Arial"/>
              <a:buNone/>
            </a:pPr>
            <a:r>
              <a:rPr lang="en" i="1">
                <a:solidFill>
                  <a:schemeClr val="dk1"/>
                </a:solidFill>
              </a:rPr>
              <a:t>Links to share with the audience, if requested:</a:t>
            </a:r>
            <a:endParaRPr i="1">
              <a:solidFill>
                <a:schemeClr val="dk1"/>
              </a:solidFill>
            </a:endParaRPr>
          </a:p>
          <a:p>
            <a:pPr marL="457200" lvl="0" indent="-298450" algn="l" rtl="0">
              <a:spcBef>
                <a:spcPts val="0"/>
              </a:spcBef>
              <a:spcAft>
                <a:spcPts val="0"/>
              </a:spcAft>
              <a:buClr>
                <a:schemeClr val="dk1"/>
              </a:buClr>
              <a:buSzPts val="1100"/>
              <a:buChar char="●"/>
            </a:pPr>
            <a:r>
              <a:rPr lang="en" i="1">
                <a:solidFill>
                  <a:schemeClr val="dk1"/>
                </a:solidFill>
              </a:rPr>
              <a:t>Camunda Chapters and Meetups: </a:t>
            </a:r>
            <a:r>
              <a:rPr lang="en" i="1" u="sng">
                <a:solidFill>
                  <a:schemeClr val="hlink"/>
                </a:solidFill>
                <a:hlinkClick r:id="rId3"/>
              </a:rPr>
              <a:t>https://community.camunda.com/</a:t>
            </a:r>
            <a:r>
              <a:rPr lang="en" i="1">
                <a:solidFill>
                  <a:schemeClr val="dk1"/>
                </a:solidFill>
              </a:rPr>
              <a:t> </a:t>
            </a:r>
            <a:endParaRPr i="1">
              <a:solidFill>
                <a:schemeClr val="dk1"/>
              </a:solidFill>
            </a:endParaRPr>
          </a:p>
          <a:p>
            <a:pPr marL="457200" lvl="0" indent="-298450" algn="l" rtl="0">
              <a:spcBef>
                <a:spcPts val="0"/>
              </a:spcBef>
              <a:spcAft>
                <a:spcPts val="0"/>
              </a:spcAft>
              <a:buClr>
                <a:schemeClr val="dk1"/>
              </a:buClr>
              <a:buSzPts val="1100"/>
              <a:buChar char="●"/>
            </a:pPr>
            <a:r>
              <a:rPr lang="en" i="1">
                <a:solidFill>
                  <a:schemeClr val="dk1"/>
                </a:solidFill>
              </a:rPr>
              <a:t>Camunda Platform Forum: </a:t>
            </a:r>
            <a:r>
              <a:rPr lang="en" i="1" u="sng">
                <a:solidFill>
                  <a:schemeClr val="hlink"/>
                </a:solidFill>
                <a:hlinkClick r:id="rId4"/>
              </a:rPr>
              <a:t>https://forum.camunda.io/</a:t>
            </a:r>
            <a:r>
              <a:rPr lang="en" i="1">
                <a:solidFill>
                  <a:schemeClr val="dk1"/>
                </a:solidFill>
              </a:rPr>
              <a:t> </a:t>
            </a:r>
            <a:endParaRPr i="1">
              <a:solidFill>
                <a:schemeClr val="dk1"/>
              </a:solidFill>
            </a:endParaRPr>
          </a:p>
          <a:p>
            <a:pPr marL="457200" lvl="0" indent="-298450" algn="l" rtl="0">
              <a:spcBef>
                <a:spcPts val="0"/>
              </a:spcBef>
              <a:spcAft>
                <a:spcPts val="0"/>
              </a:spcAft>
              <a:buClr>
                <a:schemeClr val="dk1"/>
              </a:buClr>
              <a:buSzPts val="1100"/>
              <a:buChar char="●"/>
            </a:pPr>
            <a:r>
              <a:rPr lang="en" i="1">
                <a:solidFill>
                  <a:schemeClr val="dk1"/>
                </a:solidFill>
              </a:rPr>
              <a:t>CamundaCon: </a:t>
            </a:r>
            <a:r>
              <a:rPr lang="en" i="1" u="sng">
                <a:solidFill>
                  <a:schemeClr val="hlink"/>
                </a:solidFill>
                <a:hlinkClick r:id="rId5"/>
              </a:rPr>
              <a:t>https://camundacon.com</a:t>
            </a:r>
            <a:r>
              <a:rPr lang="en" i="1">
                <a:solidFill>
                  <a:schemeClr val="dk1"/>
                </a:solidFill>
              </a:rPr>
              <a:t> </a:t>
            </a:r>
            <a:endParaRPr i="1">
              <a:solidFill>
                <a:schemeClr val="dk1"/>
              </a:solidFill>
            </a:endParaRPr>
          </a:p>
          <a:p>
            <a:pPr marL="457200" lvl="0" indent="-298450" algn="l" rtl="0">
              <a:spcBef>
                <a:spcPts val="0"/>
              </a:spcBef>
              <a:spcAft>
                <a:spcPts val="0"/>
              </a:spcAft>
              <a:buClr>
                <a:schemeClr val="dk1"/>
              </a:buClr>
              <a:buSzPts val="1100"/>
              <a:buChar char="●"/>
            </a:pPr>
            <a:r>
              <a:rPr lang="en" i="1">
                <a:solidFill>
                  <a:schemeClr val="dk1"/>
                </a:solidFill>
              </a:rPr>
              <a:t>CamundaLocal events: </a:t>
            </a:r>
            <a:r>
              <a:rPr lang="en" i="1" u="sng">
                <a:solidFill>
                  <a:schemeClr val="hlink"/>
                </a:solidFill>
                <a:hlinkClick r:id="rId6"/>
              </a:rPr>
              <a:t>https://camunda.com/events/upcoming/?type=camunda-local</a:t>
            </a:r>
            <a:r>
              <a:rPr lang="en" i="1">
                <a:solidFill>
                  <a:schemeClr val="dk1"/>
                </a:solidFill>
              </a:rPr>
              <a:t> </a:t>
            </a:r>
            <a:endParaRPr i="1">
              <a:solidFill>
                <a:schemeClr val="dk1"/>
              </a:solidFill>
            </a:endParaRPr>
          </a:p>
          <a:p>
            <a:pPr marL="457200" lvl="0" indent="-298450" algn="l" rtl="0">
              <a:spcBef>
                <a:spcPts val="0"/>
              </a:spcBef>
              <a:spcAft>
                <a:spcPts val="0"/>
              </a:spcAft>
              <a:buClr>
                <a:schemeClr val="dk1"/>
              </a:buClr>
              <a:buSzPts val="1100"/>
              <a:buChar char="●"/>
            </a:pPr>
            <a:r>
              <a:rPr lang="en" i="1">
                <a:solidFill>
                  <a:schemeClr val="dk1"/>
                </a:solidFill>
              </a:rPr>
              <a:t>Camunda Community Hub: </a:t>
            </a:r>
            <a:r>
              <a:rPr lang="en" i="1" u="sng">
                <a:solidFill>
                  <a:schemeClr val="hlink"/>
                </a:solidFill>
                <a:hlinkClick r:id="rId7"/>
              </a:rPr>
              <a:t>https://github.com/camunda-community-hub</a:t>
            </a:r>
            <a:r>
              <a:rPr lang="en" i="1">
                <a:solidFill>
                  <a:schemeClr val="dk1"/>
                </a:solidFill>
              </a:rPr>
              <a:t> </a:t>
            </a:r>
            <a:endParaRPr i="1">
              <a:solidFill>
                <a:schemeClr val="dk1"/>
              </a:solidFill>
            </a:endParaRPr>
          </a:p>
          <a:p>
            <a:pPr marL="457200" lvl="0" indent="-298450" algn="l" rtl="0">
              <a:spcBef>
                <a:spcPts val="0"/>
              </a:spcBef>
              <a:spcAft>
                <a:spcPts val="0"/>
              </a:spcAft>
              <a:buClr>
                <a:schemeClr val="dk1"/>
              </a:buClr>
              <a:buSzPts val="1100"/>
              <a:buChar char="●"/>
            </a:pPr>
            <a:r>
              <a:rPr lang="en" i="1">
                <a:solidFill>
                  <a:schemeClr val="dk1"/>
                </a:solidFill>
              </a:rPr>
              <a:t>Camunda Champion Program: </a:t>
            </a:r>
            <a:r>
              <a:rPr lang="en" i="1" u="sng">
                <a:solidFill>
                  <a:schemeClr val="hlink"/>
                </a:solidFill>
                <a:hlinkClick r:id="rId8"/>
              </a:rPr>
              <a:t>https://camunda.com/developers/champions/</a:t>
            </a:r>
            <a:r>
              <a:rPr lang="en" i="1">
                <a:solidFill>
                  <a:schemeClr val="dk1"/>
                </a:solidFill>
              </a:rPr>
              <a:t> </a:t>
            </a:r>
            <a:endParaRPr i="1">
              <a:solidFill>
                <a:schemeClr val="dk1"/>
              </a:solidFill>
            </a:endParaRPr>
          </a:p>
          <a:p>
            <a:pPr marL="457200" lvl="0" indent="-298450" algn="l" rtl="0">
              <a:spcBef>
                <a:spcPts val="0"/>
              </a:spcBef>
              <a:spcAft>
                <a:spcPts val="0"/>
              </a:spcAft>
              <a:buClr>
                <a:schemeClr val="dk1"/>
              </a:buClr>
              <a:buSzPts val="1100"/>
              <a:buChar char="●"/>
            </a:pPr>
            <a:r>
              <a:rPr lang="en" i="1">
                <a:solidFill>
                  <a:schemeClr val="dk1"/>
                </a:solidFill>
              </a:rPr>
              <a:t>Camunda Educational License Program (CELP): </a:t>
            </a:r>
            <a:r>
              <a:rPr lang="en" i="1" u="sng">
                <a:solidFill>
                  <a:schemeClr val="hlink"/>
                </a:solidFill>
                <a:hlinkClick r:id="rId9"/>
              </a:rPr>
              <a:t>https://camunda.com/educationee/</a:t>
            </a:r>
            <a:r>
              <a:rPr lang="en" i="1">
                <a:solidFill>
                  <a:schemeClr val="dk1"/>
                </a:solidFill>
              </a:rPr>
              <a:t> </a:t>
            </a:r>
            <a:endParaRPr i="1">
              <a:solidFill>
                <a:schemeClr val="dk1"/>
              </a:solidFill>
            </a:endParaRPr>
          </a:p>
          <a:p>
            <a:pPr marL="457200" lvl="0" indent="-298450" algn="l" rtl="0">
              <a:spcBef>
                <a:spcPts val="0"/>
              </a:spcBef>
              <a:spcAft>
                <a:spcPts val="0"/>
              </a:spcAft>
              <a:buClr>
                <a:schemeClr val="dk1"/>
              </a:buClr>
              <a:buSzPts val="1100"/>
              <a:buChar char="●"/>
            </a:pPr>
            <a:r>
              <a:rPr lang="en" i="1">
                <a:solidFill>
                  <a:schemeClr val="dk1"/>
                </a:solidFill>
              </a:rPr>
              <a:t>Camunda for Common Good: </a:t>
            </a:r>
            <a:r>
              <a:rPr lang="en" i="1" u="sng">
                <a:solidFill>
                  <a:schemeClr val="hlink"/>
                </a:solidFill>
                <a:hlinkClick r:id="rId10"/>
              </a:rPr>
              <a:t>https://camunda.com/common-good/</a:t>
            </a:r>
            <a:r>
              <a:rPr lang="en" i="1">
                <a:solidFill>
                  <a:schemeClr val="dk1"/>
                </a:solidFill>
              </a:rPr>
              <a:t> </a:t>
            </a:r>
            <a:endParaRPr i="1">
              <a:solidFill>
                <a:schemeClr val="dk1"/>
              </a:solidFill>
            </a:endParaRPr>
          </a:p>
          <a:p>
            <a:pPr marL="0" lvl="0" indent="0" algn="l" rtl="0">
              <a:spcBef>
                <a:spcPts val="0"/>
              </a:spcBef>
              <a:spcAft>
                <a:spcPts val="0"/>
              </a:spcAft>
              <a:buNone/>
            </a:pPr>
            <a:endParaRPr/>
          </a:p>
        </p:txBody>
      </p:sp>
    </p:spTree>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46"/>
        <p:cNvGrpSpPr/>
        <p:nvPr/>
      </p:nvGrpSpPr>
      <p:grpSpPr>
        <a:xfrm>
          <a:off x="0" y="0"/>
          <a:ext cx="0" cy="0"/>
          <a:chOff x="0" y="0"/>
          <a:chExt cx="0" cy="0"/>
        </a:xfrm>
      </p:grpSpPr>
      <p:sp>
        <p:nvSpPr>
          <p:cNvPr id="7647" name="Google Shape;7647;g2dcdd6eb920_0_232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648" name="Google Shape;7648;g2dcdd6eb920_0_23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52"/>
        <p:cNvGrpSpPr/>
        <p:nvPr/>
      </p:nvGrpSpPr>
      <p:grpSpPr>
        <a:xfrm>
          <a:off x="0" y="0"/>
          <a:ext cx="0" cy="0"/>
          <a:chOff x="0" y="0"/>
          <a:chExt cx="0" cy="0"/>
        </a:xfrm>
      </p:grpSpPr>
      <p:sp>
        <p:nvSpPr>
          <p:cNvPr id="7653" name="Google Shape;7653;g2e3c798c4ea_5_11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654" name="Google Shape;7654;g2e3c798c4ea_5_11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298450" algn="l" rtl="0">
              <a:spcBef>
                <a:spcPts val="0"/>
              </a:spcBef>
              <a:spcAft>
                <a:spcPts val="0"/>
              </a:spcAft>
              <a:buClr>
                <a:schemeClr val="dk1"/>
              </a:buClr>
              <a:buSzPts val="1100"/>
              <a:buFont typeface="IBM Plex Sans"/>
              <a:buChar char="●"/>
            </a:pPr>
            <a:r>
              <a:rPr lang="en">
                <a:solidFill>
                  <a:schemeClr val="dk1"/>
                </a:solidFill>
                <a:latin typeface="IBM Plex Sans"/>
                <a:ea typeface="IBM Plex Sans"/>
                <a:cs typeface="IBM Plex Sans"/>
                <a:sym typeface="IBM Plex Sans"/>
              </a:rPr>
              <a:t>Camunda’s process orchestration and automation platform supports the entire lifecycle of process improvement</a:t>
            </a:r>
            <a:endParaRPr>
              <a:solidFill>
                <a:schemeClr val="dk1"/>
              </a:solidFill>
              <a:latin typeface="IBM Plex Sans"/>
              <a:ea typeface="IBM Plex Sans"/>
              <a:cs typeface="IBM Plex Sans"/>
              <a:sym typeface="IBM Plex Sans"/>
            </a:endParaRPr>
          </a:p>
          <a:p>
            <a:pPr marL="457200" lvl="0" indent="-298450" algn="l" rtl="0">
              <a:lnSpc>
                <a:spcPct val="115000"/>
              </a:lnSpc>
              <a:spcBef>
                <a:spcPts val="0"/>
              </a:spcBef>
              <a:spcAft>
                <a:spcPts val="0"/>
              </a:spcAft>
              <a:buClr>
                <a:schemeClr val="dk1"/>
              </a:buClr>
              <a:buSzPts val="1100"/>
              <a:buFont typeface="IBM Plex Sans"/>
              <a:buChar char="●"/>
            </a:pPr>
            <a:r>
              <a:rPr lang="en">
                <a:solidFill>
                  <a:schemeClr val="dk1"/>
                </a:solidFill>
                <a:latin typeface="IBM Plex Sans"/>
                <a:ea typeface="IBM Plex Sans"/>
                <a:cs typeface="IBM Plex Sans"/>
                <a:sym typeface="IBM Plex Sans"/>
              </a:rPr>
              <a:t>Camunda has intelligently integrated and enabled AI into its platform  - </a:t>
            </a:r>
            <a:r>
              <a:rPr lang="en" b="1">
                <a:solidFill>
                  <a:schemeClr val="dk1"/>
                </a:solidFill>
                <a:latin typeface="IBM Plex Sans"/>
                <a:ea typeface="IBM Plex Sans"/>
                <a:cs typeface="IBM Plex Sans"/>
                <a:sym typeface="IBM Plex Sans"/>
              </a:rPr>
              <a:t>helping organizations to operationalize AI across their enterprise</a:t>
            </a:r>
            <a:endParaRPr b="1">
              <a:solidFill>
                <a:schemeClr val="dk1"/>
              </a:solidFill>
              <a:latin typeface="IBM Plex Sans"/>
              <a:ea typeface="IBM Plex Sans"/>
              <a:cs typeface="IBM Plex Sans"/>
              <a:sym typeface="IBM Plex Sans"/>
            </a:endParaRPr>
          </a:p>
          <a:p>
            <a:pPr marL="457200" lvl="0" indent="-298450" algn="l" rtl="0">
              <a:lnSpc>
                <a:spcPct val="115000"/>
              </a:lnSpc>
              <a:spcBef>
                <a:spcPts val="0"/>
              </a:spcBef>
              <a:spcAft>
                <a:spcPts val="0"/>
              </a:spcAft>
              <a:buClr>
                <a:schemeClr val="dk1"/>
              </a:buClr>
              <a:buSzPts val="1100"/>
              <a:buChar char="●"/>
            </a:pPr>
            <a:r>
              <a:rPr lang="en">
                <a:solidFill>
                  <a:schemeClr val="dk1"/>
                </a:solidFill>
                <a:latin typeface="IBM Plex Sans"/>
                <a:ea typeface="IBM Plex Sans"/>
                <a:cs typeface="IBM Plex Sans"/>
                <a:sym typeface="IBM Plex Sans"/>
              </a:rPr>
              <a:t>Camunda’s AI-enabled platform means users can </a:t>
            </a:r>
            <a:r>
              <a:rPr lang="en" b="1">
                <a:solidFill>
                  <a:schemeClr val="dk1"/>
                </a:solidFill>
                <a:latin typeface="IBM Plex Sans"/>
                <a:ea typeface="IBM Plex Sans"/>
                <a:cs typeface="IBM Plex Sans"/>
                <a:sym typeface="IBM Plex Sans"/>
              </a:rPr>
              <a:t>design, deploy, automate, optimize, and govern</a:t>
            </a:r>
            <a:r>
              <a:rPr lang="en">
                <a:solidFill>
                  <a:schemeClr val="dk1"/>
                </a:solidFill>
                <a:latin typeface="IBM Plex Sans"/>
                <a:ea typeface="IBM Plex Sans"/>
                <a:cs typeface="IBM Plex Sans"/>
                <a:sym typeface="IBM Plex Sans"/>
              </a:rPr>
              <a:t> their processes with </a:t>
            </a:r>
            <a:r>
              <a:rPr lang="en" b="1">
                <a:solidFill>
                  <a:schemeClr val="dk1"/>
                </a:solidFill>
                <a:latin typeface="IBM Plex Sans"/>
                <a:ea typeface="IBM Plex Sans"/>
                <a:cs typeface="IBM Plex Sans"/>
                <a:sym typeface="IBM Plex Sans"/>
              </a:rPr>
              <a:t>greater intelligence, adaptability, and control</a:t>
            </a:r>
            <a:r>
              <a:rPr lang="en">
                <a:solidFill>
                  <a:schemeClr val="dk1"/>
                </a:solidFill>
                <a:latin typeface="IBM Plex Sans"/>
                <a:ea typeface="IBM Plex Sans"/>
                <a:cs typeface="IBM Plex Sans"/>
                <a:sym typeface="IBM Plex Sans"/>
              </a:rPr>
              <a:t>.</a:t>
            </a:r>
            <a:endParaRPr>
              <a:solidFill>
                <a:schemeClr val="dk1"/>
              </a:solidFill>
              <a:latin typeface="IBM Plex Sans"/>
              <a:ea typeface="IBM Plex Sans"/>
              <a:cs typeface="IBM Plex Sans"/>
              <a:sym typeface="IBM Plex Sans"/>
            </a:endParaRPr>
          </a:p>
          <a:p>
            <a:pPr marL="0" lvl="0" indent="0" algn="l" rtl="0">
              <a:lnSpc>
                <a:spcPct val="115000"/>
              </a:lnSpc>
              <a:spcBef>
                <a:spcPts val="0"/>
              </a:spcBef>
              <a:spcAft>
                <a:spcPts val="0"/>
              </a:spcAft>
              <a:buClr>
                <a:schemeClr val="dk1"/>
              </a:buClr>
              <a:buSzPts val="1100"/>
              <a:buFont typeface="Arial"/>
              <a:buNone/>
            </a:pPr>
            <a:r>
              <a:rPr lang="en">
                <a:solidFill>
                  <a:schemeClr val="dk1"/>
                </a:solidFill>
                <a:latin typeface="IBM Plex Sans"/>
                <a:ea typeface="IBM Plex Sans"/>
                <a:cs typeface="IBM Plex Sans"/>
                <a:sym typeface="IBM Plex Sans"/>
              </a:rPr>
              <a:t> </a:t>
            </a:r>
            <a:endParaRPr>
              <a:solidFill>
                <a:schemeClr val="dk1"/>
              </a:solidFill>
              <a:latin typeface="IBM Plex Sans"/>
              <a:ea typeface="IBM Plex Sans"/>
              <a:cs typeface="IBM Plex Sans"/>
              <a:sym typeface="IBM Plex Sans"/>
            </a:endParaRPr>
          </a:p>
          <a:p>
            <a:pPr marL="0" lvl="0" indent="0" algn="l" rtl="0">
              <a:lnSpc>
                <a:spcPct val="115000"/>
              </a:lnSpc>
              <a:spcBef>
                <a:spcPts val="0"/>
              </a:spcBef>
              <a:spcAft>
                <a:spcPts val="0"/>
              </a:spcAft>
              <a:buClr>
                <a:schemeClr val="dk1"/>
              </a:buClr>
              <a:buSzPts val="1100"/>
              <a:buFont typeface="Arial"/>
              <a:buNone/>
            </a:pPr>
            <a:r>
              <a:rPr lang="en">
                <a:solidFill>
                  <a:schemeClr val="dk1"/>
                </a:solidFill>
                <a:latin typeface="IBM Plex Sans"/>
                <a:ea typeface="IBM Plex Sans"/>
                <a:cs typeface="IBM Plex Sans"/>
                <a:sym typeface="IBM Plex Sans"/>
              </a:rPr>
              <a:t> More details</a:t>
            </a:r>
            <a:endParaRPr>
              <a:solidFill>
                <a:schemeClr val="dk1"/>
              </a:solidFill>
              <a:latin typeface="IBM Plex Sans"/>
              <a:ea typeface="IBM Plex Sans"/>
              <a:cs typeface="IBM Plex Sans"/>
              <a:sym typeface="IBM Plex Sans"/>
            </a:endParaRPr>
          </a:p>
          <a:p>
            <a:pPr marL="457200" lvl="0" indent="-298450" algn="l" rtl="0">
              <a:lnSpc>
                <a:spcPct val="115000"/>
              </a:lnSpc>
              <a:spcBef>
                <a:spcPts val="0"/>
              </a:spcBef>
              <a:spcAft>
                <a:spcPts val="0"/>
              </a:spcAft>
              <a:buClr>
                <a:schemeClr val="dk1"/>
              </a:buClr>
              <a:buSzPts val="1100"/>
              <a:buChar char="●"/>
            </a:pPr>
            <a:r>
              <a:rPr lang="en">
                <a:solidFill>
                  <a:schemeClr val="dk1"/>
                </a:solidFill>
                <a:latin typeface="IBM Plex Sans"/>
                <a:ea typeface="IBM Plex Sans"/>
                <a:cs typeface="IBM Plex Sans"/>
                <a:sym typeface="IBM Plex Sans"/>
              </a:rPr>
              <a:t>Design &amp; Implement: developers and business users collaborate to design processes, decisions, and forms -  </a:t>
            </a:r>
            <a:r>
              <a:rPr lang="en" b="1">
                <a:solidFill>
                  <a:schemeClr val="dk1"/>
                </a:solidFill>
                <a:latin typeface="IBM Plex Sans"/>
                <a:ea typeface="IBM Plex Sans"/>
                <a:cs typeface="IBM Plex Sans"/>
                <a:sym typeface="IBM Plex Sans"/>
              </a:rPr>
              <a:t>assisted by with AI Copilots.</a:t>
            </a:r>
            <a:endParaRPr b="1">
              <a:solidFill>
                <a:schemeClr val="dk1"/>
              </a:solidFill>
              <a:latin typeface="IBM Plex Sans"/>
              <a:ea typeface="IBM Plex Sans"/>
              <a:cs typeface="IBM Plex Sans"/>
              <a:sym typeface="IBM Plex Sans"/>
            </a:endParaRPr>
          </a:p>
          <a:p>
            <a:pPr marL="457200" lvl="0" indent="-298450" algn="l" rtl="0">
              <a:lnSpc>
                <a:spcPct val="115000"/>
              </a:lnSpc>
              <a:spcBef>
                <a:spcPts val="0"/>
              </a:spcBef>
              <a:spcAft>
                <a:spcPts val="0"/>
              </a:spcAft>
              <a:buClr>
                <a:schemeClr val="dk1"/>
              </a:buClr>
              <a:buSzPts val="1100"/>
              <a:buFont typeface="IBM Plex Sans"/>
              <a:buChar char="●"/>
            </a:pPr>
            <a:r>
              <a:rPr lang="en">
                <a:solidFill>
                  <a:schemeClr val="dk1"/>
                </a:solidFill>
                <a:latin typeface="IBM Plex Sans"/>
                <a:ea typeface="IBM Plex Sans"/>
                <a:cs typeface="IBM Plex Sans"/>
                <a:sym typeface="IBM Plex Sans"/>
              </a:rPr>
              <a:t>Test &amp; Deploy: Developers and testers ensure the end-to-end process is working as intended</a:t>
            </a:r>
            <a:endParaRPr>
              <a:solidFill>
                <a:schemeClr val="dk1"/>
              </a:solidFill>
              <a:latin typeface="IBM Plex Sans"/>
              <a:ea typeface="IBM Plex Sans"/>
              <a:cs typeface="IBM Plex Sans"/>
              <a:sym typeface="IBM Plex Sans"/>
            </a:endParaRPr>
          </a:p>
          <a:p>
            <a:pPr marL="457200" lvl="0" indent="-298450" algn="l" rtl="0">
              <a:lnSpc>
                <a:spcPct val="115000"/>
              </a:lnSpc>
              <a:spcBef>
                <a:spcPts val="0"/>
              </a:spcBef>
              <a:spcAft>
                <a:spcPts val="0"/>
              </a:spcAft>
              <a:buClr>
                <a:schemeClr val="dk1"/>
              </a:buClr>
              <a:buSzPts val="1100"/>
              <a:buChar char="●"/>
            </a:pPr>
            <a:r>
              <a:rPr lang="en">
                <a:solidFill>
                  <a:schemeClr val="dk1"/>
                </a:solidFill>
                <a:latin typeface="IBM Plex Sans"/>
                <a:ea typeface="IBM Plex Sans"/>
                <a:cs typeface="IBM Plex Sans"/>
                <a:sym typeface="IBM Plex Sans"/>
              </a:rPr>
              <a:t>Automate: Enterprise-grade automation, built for today’s business complexity, loved by developers.  </a:t>
            </a:r>
            <a:r>
              <a:rPr lang="en" b="1">
                <a:solidFill>
                  <a:schemeClr val="dk1"/>
                </a:solidFill>
                <a:latin typeface="IBM Plex Sans"/>
                <a:ea typeface="IBM Plex Sans"/>
                <a:cs typeface="IBM Plex Sans"/>
                <a:sym typeface="IBM Plex Sans"/>
              </a:rPr>
              <a:t>Automate your processes with AI agents, connectors, RPA, document handling, IDP, and custom workers.</a:t>
            </a:r>
            <a:endParaRPr b="1">
              <a:solidFill>
                <a:schemeClr val="dk1"/>
              </a:solidFill>
              <a:latin typeface="IBM Plex Sans"/>
              <a:ea typeface="IBM Plex Sans"/>
              <a:cs typeface="IBM Plex Sans"/>
              <a:sym typeface="IBM Plex Sans"/>
            </a:endParaRPr>
          </a:p>
          <a:p>
            <a:pPr marL="457200" lvl="0" indent="-298450" algn="l" rtl="0">
              <a:lnSpc>
                <a:spcPct val="115000"/>
              </a:lnSpc>
              <a:spcBef>
                <a:spcPts val="0"/>
              </a:spcBef>
              <a:spcAft>
                <a:spcPts val="0"/>
              </a:spcAft>
              <a:buClr>
                <a:schemeClr val="dk1"/>
              </a:buClr>
              <a:buSzPts val="1100"/>
              <a:buChar char="●"/>
            </a:pPr>
            <a:r>
              <a:rPr lang="en">
                <a:solidFill>
                  <a:schemeClr val="dk1"/>
                </a:solidFill>
                <a:latin typeface="IBM Plex Sans"/>
                <a:ea typeface="IBM Plex Sans"/>
                <a:cs typeface="IBM Plex Sans"/>
                <a:sym typeface="IBM Plex Sans"/>
              </a:rPr>
              <a:t>Improve: With Optimize, leadership and teams can monitor KPIs and analyze performance with one model for visualization.</a:t>
            </a:r>
            <a:r>
              <a:rPr lang="en" b="1">
                <a:solidFill>
                  <a:schemeClr val="dk1"/>
                </a:solidFill>
                <a:latin typeface="IBM Plex Sans"/>
                <a:ea typeface="IBM Plex Sans"/>
                <a:cs typeface="IBM Plex Sans"/>
                <a:sym typeface="IBM Plex Sans"/>
              </a:rPr>
              <a:t>  This gives you critical visibility and oversight across all your processes and around AI Agents.   </a:t>
            </a:r>
            <a:endParaRPr b="1">
              <a:solidFill>
                <a:schemeClr val="dk1"/>
              </a:solidFill>
              <a:latin typeface="IBM Plex Sans"/>
              <a:ea typeface="IBM Plex Sans"/>
              <a:cs typeface="IBM Plex Sans"/>
              <a:sym typeface="IBM Plex Sans"/>
            </a:endParaRPr>
          </a:p>
          <a:p>
            <a:pPr marL="457200" lvl="0" indent="-298450" algn="l" rtl="0">
              <a:lnSpc>
                <a:spcPct val="115000"/>
              </a:lnSpc>
              <a:spcBef>
                <a:spcPts val="0"/>
              </a:spcBef>
              <a:spcAft>
                <a:spcPts val="0"/>
              </a:spcAft>
              <a:buClr>
                <a:schemeClr val="dk1"/>
              </a:buClr>
              <a:buSzPts val="1100"/>
              <a:buChar char="●"/>
            </a:pPr>
            <a:r>
              <a:rPr lang="en">
                <a:solidFill>
                  <a:schemeClr val="dk1"/>
                </a:solidFill>
                <a:latin typeface="IBM Plex Sans"/>
                <a:ea typeface="IBM Plex Sans"/>
                <a:cs typeface="IBM Plex Sans"/>
                <a:sym typeface="IBM Plex Sans"/>
              </a:rPr>
              <a:t>Managed: Full governance over your installation and usage</a:t>
            </a:r>
            <a:endParaRPr>
              <a:solidFill>
                <a:schemeClr val="dk1"/>
              </a:solidFill>
              <a:latin typeface="IBM Plex Sans"/>
              <a:ea typeface="IBM Plex Sans"/>
              <a:cs typeface="IBM Plex Sans"/>
              <a:sym typeface="IBM Plex Sans"/>
            </a:endParaRPr>
          </a:p>
          <a:p>
            <a:pPr marL="0" lvl="0" indent="0" algn="l" rtl="0">
              <a:spcBef>
                <a:spcPts val="0"/>
              </a:spcBef>
              <a:spcAft>
                <a:spcPts val="0"/>
              </a:spcAft>
              <a:buNone/>
            </a:pPr>
            <a:endParaRPr>
              <a:solidFill>
                <a:schemeClr val="dk1"/>
              </a:solidFill>
            </a:endParaRPr>
          </a:p>
          <a:p>
            <a:pPr marL="0" lvl="0" indent="0" algn="l" rtl="0">
              <a:spcBef>
                <a:spcPts val="0"/>
              </a:spcBef>
              <a:spcAft>
                <a:spcPts val="0"/>
              </a:spcAft>
              <a:buClr>
                <a:schemeClr val="dk1"/>
              </a:buClr>
              <a:buSzPts val="1100"/>
              <a:buFont typeface="Arial"/>
              <a:buNone/>
            </a:pPr>
            <a:endParaRPr/>
          </a:p>
        </p:txBody>
      </p:sp>
    </p:spTree>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05"/>
        <p:cNvGrpSpPr/>
        <p:nvPr/>
      </p:nvGrpSpPr>
      <p:grpSpPr>
        <a:xfrm>
          <a:off x="0" y="0"/>
          <a:ext cx="0" cy="0"/>
          <a:chOff x="0" y="0"/>
          <a:chExt cx="0" cy="0"/>
        </a:xfrm>
      </p:grpSpPr>
      <p:sp>
        <p:nvSpPr>
          <p:cNvPr id="7806" name="Google Shape;7806;g37629449160_0_442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807" name="Google Shape;7807;g37629449160_0_44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b="1">
                <a:solidFill>
                  <a:schemeClr val="dk1"/>
                </a:solidFill>
                <a:latin typeface="IBM Plex Sans"/>
                <a:ea typeface="IBM Plex Sans"/>
                <a:cs typeface="IBM Plex Sans"/>
                <a:sym typeface="IBM Plex Sans"/>
              </a:rPr>
              <a:t>Reinforce</a:t>
            </a:r>
            <a:br>
              <a:rPr lang="en" b="1">
                <a:solidFill>
                  <a:schemeClr val="dk1"/>
                </a:solidFill>
                <a:latin typeface="IBM Plex Sans"/>
                <a:ea typeface="IBM Plex Sans"/>
                <a:cs typeface="IBM Plex Sans"/>
                <a:sym typeface="IBM Plex Sans"/>
              </a:rPr>
            </a:br>
            <a:br>
              <a:rPr lang="en" b="1">
                <a:solidFill>
                  <a:schemeClr val="dk1"/>
                </a:solidFill>
                <a:latin typeface="IBM Plex Sans"/>
                <a:ea typeface="IBM Plex Sans"/>
                <a:cs typeface="IBM Plex Sans"/>
                <a:sym typeface="IBM Plex Sans"/>
              </a:rPr>
            </a:br>
            <a:r>
              <a:rPr lang="en">
                <a:solidFill>
                  <a:schemeClr val="dk1"/>
                </a:solidFill>
                <a:latin typeface="IBM Plex Sans"/>
                <a:ea typeface="IBM Plex Sans"/>
                <a:cs typeface="IBM Plex Sans"/>
                <a:sym typeface="IBM Plex Sans"/>
              </a:rPr>
              <a:t>Deterministic + Dynamic together (+ agents calling entire subprocesses which offers additional level of control and flexibility)</a:t>
            </a:r>
            <a:endParaRPr>
              <a:solidFill>
                <a:schemeClr val="dk1"/>
              </a:solidFill>
              <a:latin typeface="IBM Plex Sans"/>
              <a:ea typeface="IBM Plex Sans"/>
              <a:cs typeface="IBM Plex Sans"/>
              <a:sym typeface="IBM Plex Sans"/>
            </a:endParaRPr>
          </a:p>
          <a:p>
            <a:pPr marL="0" lvl="0" indent="0" algn="l" rtl="0">
              <a:spcBef>
                <a:spcPts val="0"/>
              </a:spcBef>
              <a:spcAft>
                <a:spcPts val="0"/>
              </a:spcAft>
              <a:buNone/>
            </a:pPr>
            <a:r>
              <a:rPr lang="en">
                <a:solidFill>
                  <a:schemeClr val="dk1"/>
                </a:solidFill>
                <a:latin typeface="IBM Plex Sans"/>
                <a:ea typeface="IBM Plex Sans"/>
                <a:cs typeface="IBM Plex Sans"/>
                <a:sym typeface="IBM Plex Sans"/>
              </a:rPr>
              <a:t>Escalating based on data</a:t>
            </a:r>
            <a:endParaRPr>
              <a:solidFill>
                <a:schemeClr val="dk1"/>
              </a:solidFill>
              <a:latin typeface="IBM Plex Sans"/>
              <a:ea typeface="IBM Plex Sans"/>
              <a:cs typeface="IBM Plex Sans"/>
              <a:sym typeface="IBM Plex Sans"/>
            </a:endParaRPr>
          </a:p>
          <a:p>
            <a:pPr marL="0" lvl="0" indent="0" algn="l" rtl="0">
              <a:spcBef>
                <a:spcPts val="0"/>
              </a:spcBef>
              <a:spcAft>
                <a:spcPts val="0"/>
              </a:spcAft>
              <a:buNone/>
            </a:pPr>
            <a:r>
              <a:rPr lang="en">
                <a:solidFill>
                  <a:schemeClr val="dk1"/>
                </a:solidFill>
                <a:latin typeface="IBM Plex Sans"/>
                <a:ea typeface="IBM Plex Sans"/>
                <a:cs typeface="IBM Plex Sans"/>
                <a:sym typeface="IBM Plex Sans"/>
              </a:rPr>
              <a:t>Responding to events in real time</a:t>
            </a:r>
            <a:endParaRPr>
              <a:solidFill>
                <a:schemeClr val="dk1"/>
              </a:solidFill>
              <a:latin typeface="IBM Plex Sans"/>
              <a:ea typeface="IBM Plex Sans"/>
              <a:cs typeface="IBM Plex Sans"/>
              <a:sym typeface="IBM Plex Sans"/>
            </a:endParaRPr>
          </a:p>
          <a:p>
            <a:pPr marL="0" lvl="0" indent="0" algn="l" rtl="0">
              <a:spcBef>
                <a:spcPts val="0"/>
              </a:spcBef>
              <a:spcAft>
                <a:spcPts val="0"/>
              </a:spcAft>
              <a:buNone/>
            </a:pPr>
            <a:r>
              <a:rPr lang="en">
                <a:solidFill>
                  <a:schemeClr val="dk1"/>
                </a:solidFill>
                <a:latin typeface="IBM Plex Sans"/>
                <a:ea typeface="IBM Plex Sans"/>
                <a:cs typeface="IBM Plex Sans"/>
                <a:sym typeface="IBM Plex Sans"/>
              </a:rPr>
              <a:t>Calling other agents or processes as needed.</a:t>
            </a:r>
            <a:endParaRPr>
              <a:solidFill>
                <a:schemeClr val="dk1"/>
              </a:solidFill>
              <a:latin typeface="IBM Plex Sans"/>
              <a:ea typeface="IBM Plex Sans"/>
              <a:cs typeface="IBM Plex Sans"/>
              <a:sym typeface="IBM Plex Sans"/>
            </a:endParaRPr>
          </a:p>
          <a:p>
            <a:pPr marL="0" lvl="0" indent="0" algn="l" rtl="0">
              <a:spcBef>
                <a:spcPts val="0"/>
              </a:spcBef>
              <a:spcAft>
                <a:spcPts val="0"/>
              </a:spcAft>
              <a:buNone/>
            </a:pPr>
            <a:endParaRPr b="1">
              <a:solidFill>
                <a:schemeClr val="dk1"/>
              </a:solidFill>
              <a:latin typeface="IBM Plex Sans"/>
              <a:ea typeface="IBM Plex Sans"/>
              <a:cs typeface="IBM Plex Sans"/>
              <a:sym typeface="IBM Plex Sans"/>
            </a:endParaRPr>
          </a:p>
          <a:p>
            <a:pPr marL="457200" lvl="0" indent="-298450" algn="l" rtl="0">
              <a:spcBef>
                <a:spcPts val="0"/>
              </a:spcBef>
              <a:spcAft>
                <a:spcPts val="0"/>
              </a:spcAft>
              <a:buClr>
                <a:schemeClr val="dk1"/>
              </a:buClr>
              <a:buSzPts val="1100"/>
              <a:buChar char="●"/>
            </a:pPr>
            <a:r>
              <a:rPr lang="en" b="1">
                <a:solidFill>
                  <a:schemeClr val="dk1"/>
                </a:solidFill>
              </a:rPr>
              <a:t>Adaptive Control</a:t>
            </a:r>
            <a:r>
              <a:rPr lang="en">
                <a:solidFill>
                  <a:schemeClr val="dk1"/>
                </a:solidFill>
              </a:rPr>
              <a:t>: That subworkflow can feed data to the next LLM loop, interrupt current tools, or even terminate the agent if needed.</a:t>
            </a:r>
            <a:endParaRPr b="1">
              <a:solidFill>
                <a:schemeClr val="dk1"/>
              </a:solidFill>
              <a:latin typeface="IBM Plex Sans"/>
              <a:ea typeface="IBM Plex Sans"/>
              <a:cs typeface="IBM Plex Sans"/>
              <a:sym typeface="IBM Plex Sans"/>
            </a:endParaRPr>
          </a:p>
          <a:p>
            <a:pPr marL="0" lvl="0" indent="0" algn="l" rtl="0">
              <a:spcBef>
                <a:spcPts val="0"/>
              </a:spcBef>
              <a:spcAft>
                <a:spcPts val="0"/>
              </a:spcAft>
              <a:buNone/>
            </a:pPr>
            <a:endParaRPr b="1">
              <a:solidFill>
                <a:schemeClr val="dk1"/>
              </a:solidFill>
              <a:latin typeface="IBM Plex Sans"/>
              <a:ea typeface="IBM Plex Sans"/>
              <a:cs typeface="IBM Plex Sans"/>
              <a:sym typeface="IBM Plex Sans"/>
            </a:endParaRPr>
          </a:p>
          <a:p>
            <a:pPr marL="0" lvl="0" indent="0" algn="l" rtl="0">
              <a:spcBef>
                <a:spcPts val="0"/>
              </a:spcBef>
              <a:spcAft>
                <a:spcPts val="0"/>
              </a:spcAft>
              <a:buNone/>
            </a:pPr>
            <a:r>
              <a:rPr lang="en" b="1">
                <a:solidFill>
                  <a:schemeClr val="dk1"/>
                </a:solidFill>
                <a:latin typeface="IBM Plex Sans"/>
                <a:ea typeface="IBM Plex Sans"/>
                <a:cs typeface="IBM Plex Sans"/>
                <a:sym typeface="IBM Plex Sans"/>
              </a:rPr>
              <a:t>Existing talk track:</a:t>
            </a:r>
            <a:br>
              <a:rPr lang="en" b="1">
                <a:solidFill>
                  <a:schemeClr val="dk1"/>
                </a:solidFill>
                <a:latin typeface="IBM Plex Sans"/>
                <a:ea typeface="IBM Plex Sans"/>
                <a:cs typeface="IBM Plex Sans"/>
                <a:sym typeface="IBM Plex Sans"/>
              </a:rPr>
            </a:br>
            <a:r>
              <a:rPr lang="en" b="1">
                <a:solidFill>
                  <a:schemeClr val="dk1"/>
                </a:solidFill>
                <a:latin typeface="IBM Plex Sans"/>
                <a:ea typeface="IBM Plex Sans"/>
                <a:cs typeface="IBM Plex Sans"/>
                <a:sym typeface="IBM Plex Sans"/>
              </a:rPr>
              <a:t>Agents orchestrates subworkflow</a:t>
            </a:r>
            <a:endParaRPr b="1">
              <a:solidFill>
                <a:schemeClr val="dk1"/>
              </a:solidFill>
            </a:endParaRPr>
          </a:p>
          <a:p>
            <a:pPr marL="457200" lvl="0" indent="-298450" algn="l" rtl="0">
              <a:lnSpc>
                <a:spcPct val="115000"/>
              </a:lnSpc>
              <a:spcBef>
                <a:spcPts val="1200"/>
              </a:spcBef>
              <a:spcAft>
                <a:spcPts val="0"/>
              </a:spcAft>
              <a:buClr>
                <a:schemeClr val="dk1"/>
              </a:buClr>
              <a:buSzPts val="1100"/>
              <a:buChar char="●"/>
            </a:pPr>
            <a:r>
              <a:rPr lang="en" b="1">
                <a:solidFill>
                  <a:schemeClr val="dk1"/>
                </a:solidFill>
              </a:rPr>
              <a:t>Subworkflow Concept</a:t>
            </a:r>
            <a:r>
              <a:rPr lang="en">
                <a:solidFill>
                  <a:schemeClr val="dk1"/>
                </a:solidFill>
              </a:rPr>
              <a:t>: Agents can trigger and oversee complete subprocesses, not just single tasks.</a:t>
            </a:r>
            <a:endParaRPr>
              <a:solidFill>
                <a:schemeClr val="dk1"/>
              </a:solidFill>
            </a:endParaRPr>
          </a:p>
          <a:p>
            <a:pPr marL="457200" lvl="0" indent="-298450" algn="l" rtl="0">
              <a:lnSpc>
                <a:spcPct val="115000"/>
              </a:lnSpc>
              <a:spcBef>
                <a:spcPts val="0"/>
              </a:spcBef>
              <a:spcAft>
                <a:spcPts val="0"/>
              </a:spcAft>
              <a:buClr>
                <a:schemeClr val="dk1"/>
              </a:buClr>
              <a:buSzPts val="1100"/>
              <a:buChar char="●"/>
            </a:pPr>
            <a:r>
              <a:rPr lang="en" b="1">
                <a:solidFill>
                  <a:schemeClr val="dk1"/>
                </a:solidFill>
              </a:rPr>
              <a:t>Scalable Tooling</a:t>
            </a:r>
            <a:r>
              <a:rPr lang="en">
                <a:solidFill>
                  <a:schemeClr val="dk1"/>
                </a:solidFill>
              </a:rPr>
              <a:t>: A “tool” can be a full BPMN flow, accommodating complex or multi-step activities effortlessly.</a:t>
            </a:r>
            <a:endParaRPr>
              <a:solidFill>
                <a:schemeClr val="dk1"/>
              </a:solidFill>
            </a:endParaRPr>
          </a:p>
          <a:p>
            <a:pPr marL="457200" lvl="0" indent="-298450" algn="l" rtl="0">
              <a:lnSpc>
                <a:spcPct val="115000"/>
              </a:lnSpc>
              <a:spcBef>
                <a:spcPts val="0"/>
              </a:spcBef>
              <a:spcAft>
                <a:spcPts val="0"/>
              </a:spcAft>
              <a:buClr>
                <a:schemeClr val="dk1"/>
              </a:buClr>
              <a:buSzPts val="1100"/>
              <a:buChar char="●"/>
            </a:pPr>
            <a:r>
              <a:rPr lang="en" b="1">
                <a:solidFill>
                  <a:schemeClr val="dk1"/>
                </a:solidFill>
              </a:rPr>
              <a:t>Customer Support Example</a:t>
            </a:r>
            <a:r>
              <a:rPr lang="en">
                <a:solidFill>
                  <a:schemeClr val="dk1"/>
                </a:solidFill>
              </a:rPr>
              <a:t>: While handling a support request, the agent launches a dedicated “Diagnostics Subworkflow” to gather more info. This automated orchestration ensures faster resolutions and a premium customer experience.</a:t>
            </a:r>
            <a:endParaRPr>
              <a:solidFill>
                <a:schemeClr val="dk1"/>
              </a:solidFill>
            </a:endParaRPr>
          </a:p>
          <a:p>
            <a:pPr marL="0" lvl="0" indent="0" algn="l" rtl="0">
              <a:spcBef>
                <a:spcPts val="1200"/>
              </a:spcBef>
              <a:spcAft>
                <a:spcPts val="0"/>
              </a:spcAft>
              <a:buNone/>
            </a:pPr>
            <a:r>
              <a:rPr lang="en" b="1">
                <a:solidFill>
                  <a:schemeClr val="dk1"/>
                </a:solidFill>
                <a:latin typeface="IBM Plex Sans"/>
                <a:ea typeface="IBM Plex Sans"/>
                <a:cs typeface="IBM Plex Sans"/>
                <a:sym typeface="IBM Plex Sans"/>
              </a:rPr>
              <a:t>Agents pivot instantly with external messages and timers.</a:t>
            </a:r>
            <a:endParaRPr b="1">
              <a:solidFill>
                <a:schemeClr val="dk1"/>
              </a:solidFill>
              <a:latin typeface="IBM Plex Sans"/>
              <a:ea typeface="IBM Plex Sans"/>
              <a:cs typeface="IBM Plex Sans"/>
              <a:sym typeface="IBM Plex Sans"/>
            </a:endParaRPr>
          </a:p>
          <a:p>
            <a:pPr marL="457200" lvl="0" indent="-298450" algn="l" rtl="0">
              <a:lnSpc>
                <a:spcPct val="115000"/>
              </a:lnSpc>
              <a:spcBef>
                <a:spcPts val="1200"/>
              </a:spcBef>
              <a:spcAft>
                <a:spcPts val="0"/>
              </a:spcAft>
              <a:buClr>
                <a:schemeClr val="dk1"/>
              </a:buClr>
              <a:buSzPts val="1100"/>
              <a:buChar char="●"/>
            </a:pPr>
            <a:r>
              <a:rPr lang="en" b="1">
                <a:solidFill>
                  <a:schemeClr val="dk1"/>
                </a:solidFill>
              </a:rPr>
              <a:t>Dynamic Interaction</a:t>
            </a:r>
            <a:r>
              <a:rPr lang="en">
                <a:solidFill>
                  <a:schemeClr val="dk1"/>
                </a:solidFill>
              </a:rPr>
              <a:t>: During execution, agents can be influenced by events like external messages or timers, enabling on-the-fly adjustments.</a:t>
            </a:r>
            <a:endParaRPr>
              <a:solidFill>
                <a:schemeClr val="dk1"/>
              </a:solidFill>
            </a:endParaRPr>
          </a:p>
          <a:p>
            <a:pPr marL="457200" lvl="0" indent="-298450" algn="l" rtl="0">
              <a:lnSpc>
                <a:spcPct val="115000"/>
              </a:lnSpc>
              <a:spcBef>
                <a:spcPts val="0"/>
              </a:spcBef>
              <a:spcAft>
                <a:spcPts val="0"/>
              </a:spcAft>
              <a:buClr>
                <a:schemeClr val="dk1"/>
              </a:buClr>
              <a:buSzPts val="1100"/>
              <a:buChar char="●"/>
            </a:pPr>
            <a:r>
              <a:rPr lang="en" b="1">
                <a:solidFill>
                  <a:schemeClr val="dk1"/>
                </a:solidFill>
              </a:rPr>
              <a:t>Agile Process Flow</a:t>
            </a:r>
            <a:r>
              <a:rPr lang="en">
                <a:solidFill>
                  <a:schemeClr val="dk1"/>
                </a:solidFill>
              </a:rPr>
              <a:t>: Seamless adaptation to new information or urgent signals prevents wasted effort.</a:t>
            </a:r>
            <a:endParaRPr>
              <a:solidFill>
                <a:schemeClr val="dk1"/>
              </a:solidFill>
            </a:endParaRPr>
          </a:p>
          <a:p>
            <a:pPr marL="457200" lvl="0" indent="-298450" algn="l" rtl="0">
              <a:lnSpc>
                <a:spcPct val="115000"/>
              </a:lnSpc>
              <a:spcBef>
                <a:spcPts val="0"/>
              </a:spcBef>
              <a:spcAft>
                <a:spcPts val="0"/>
              </a:spcAft>
              <a:buClr>
                <a:schemeClr val="dk1"/>
              </a:buClr>
              <a:buSzPts val="1100"/>
              <a:buChar char="●"/>
            </a:pPr>
            <a:r>
              <a:rPr lang="en" b="1">
                <a:solidFill>
                  <a:schemeClr val="dk1"/>
                </a:solidFill>
              </a:rPr>
              <a:t>Customer Support Example</a:t>
            </a:r>
            <a:r>
              <a:rPr lang="en">
                <a:solidFill>
                  <a:schemeClr val="dk1"/>
                </a:solidFill>
              </a:rPr>
              <a:t>: An agent is midway through resolving a ticket when an external message confirms a related ticket was solved by a colleague. The agent immediately concludes</a:t>
            </a:r>
            <a:endParaRPr>
              <a:solidFill>
                <a:schemeClr val="dk1"/>
              </a:solidFill>
            </a:endParaRPr>
          </a:p>
          <a:p>
            <a:pPr marL="0" lvl="0" indent="0" algn="l" rtl="0">
              <a:lnSpc>
                <a:spcPct val="115000"/>
              </a:lnSpc>
              <a:spcBef>
                <a:spcPts val="1200"/>
              </a:spcBef>
              <a:spcAft>
                <a:spcPts val="0"/>
              </a:spcAft>
              <a:buNone/>
            </a:pPr>
            <a:r>
              <a:rPr lang="en" b="1">
                <a:solidFill>
                  <a:schemeClr val="dk1"/>
                </a:solidFill>
              </a:rPr>
              <a:t>Multi Agent Orchestration</a:t>
            </a:r>
            <a:endParaRPr b="1">
              <a:solidFill>
                <a:schemeClr val="dk1"/>
              </a:solidFill>
            </a:endParaRPr>
          </a:p>
          <a:p>
            <a:pPr marL="457200" lvl="0" indent="-298450" algn="l" rtl="0">
              <a:lnSpc>
                <a:spcPct val="115000"/>
              </a:lnSpc>
              <a:spcBef>
                <a:spcPts val="1200"/>
              </a:spcBef>
              <a:spcAft>
                <a:spcPts val="0"/>
              </a:spcAft>
              <a:buClr>
                <a:schemeClr val="dk1"/>
              </a:buClr>
              <a:buSzPts val="1100"/>
              <a:buChar char="●"/>
            </a:pPr>
            <a:r>
              <a:rPr lang="en" b="1">
                <a:solidFill>
                  <a:schemeClr val="dk1"/>
                </a:solidFill>
              </a:rPr>
              <a:t>Nested Logic</a:t>
            </a:r>
            <a:r>
              <a:rPr lang="en">
                <a:solidFill>
                  <a:schemeClr val="dk1"/>
                </a:solidFill>
              </a:rPr>
              <a:t>: Agents can embed and manage other agents, creating a robust multi-agent architecture.</a:t>
            </a:r>
            <a:endParaRPr>
              <a:solidFill>
                <a:schemeClr val="dk1"/>
              </a:solidFill>
            </a:endParaRPr>
          </a:p>
          <a:p>
            <a:pPr marL="457200" lvl="0" indent="-298450" algn="l" rtl="0">
              <a:lnSpc>
                <a:spcPct val="115000"/>
              </a:lnSpc>
              <a:spcBef>
                <a:spcPts val="0"/>
              </a:spcBef>
              <a:spcAft>
                <a:spcPts val="0"/>
              </a:spcAft>
              <a:buClr>
                <a:schemeClr val="dk1"/>
              </a:buClr>
              <a:buSzPts val="1100"/>
              <a:buChar char="●"/>
            </a:pPr>
            <a:r>
              <a:rPr lang="en" b="1">
                <a:solidFill>
                  <a:schemeClr val="dk1"/>
                </a:solidFill>
              </a:rPr>
              <a:t>Flexible Tools</a:t>
            </a:r>
            <a:r>
              <a:rPr lang="en">
                <a:solidFill>
                  <a:schemeClr val="dk1"/>
                </a:solidFill>
              </a:rPr>
              <a:t>: A “tool” itself can be another agent, simplifying delegation of complex tasks.</a:t>
            </a:r>
            <a:endParaRPr>
              <a:solidFill>
                <a:schemeClr val="dk1"/>
              </a:solidFill>
            </a:endParaRPr>
          </a:p>
          <a:p>
            <a:pPr marL="457200" lvl="0" indent="-298450" algn="l" rtl="0">
              <a:lnSpc>
                <a:spcPct val="115000"/>
              </a:lnSpc>
              <a:spcBef>
                <a:spcPts val="0"/>
              </a:spcBef>
              <a:spcAft>
                <a:spcPts val="0"/>
              </a:spcAft>
              <a:buClr>
                <a:schemeClr val="dk1"/>
              </a:buClr>
              <a:buSzPts val="1100"/>
              <a:buChar char="●"/>
            </a:pPr>
            <a:r>
              <a:rPr lang="en" b="1">
                <a:solidFill>
                  <a:schemeClr val="dk1"/>
                </a:solidFill>
              </a:rPr>
              <a:t>Customer Support Example</a:t>
            </a:r>
            <a:r>
              <a:rPr lang="en">
                <a:solidFill>
                  <a:schemeClr val="dk1"/>
                </a:solidFill>
              </a:rPr>
              <a:t>: A primary agent delegates advanced troubleshooting to a specialized support agent, accelerating issue resolution and elevating service quality.</a:t>
            </a:r>
            <a:endParaRPr>
              <a:solidFill>
                <a:schemeClr val="dk1"/>
              </a:solidFill>
            </a:endParaRPr>
          </a:p>
          <a:p>
            <a:pPr marL="0" lvl="0" indent="0" algn="l" rtl="0">
              <a:spcBef>
                <a:spcPts val="1200"/>
              </a:spcBef>
              <a:spcAft>
                <a:spcPts val="0"/>
              </a:spcAft>
              <a:buNone/>
            </a:pPr>
            <a:r>
              <a:rPr lang="en" b="1">
                <a:solidFill>
                  <a:schemeClr val="dk1"/>
                </a:solidFill>
                <a:latin typeface="IBM Plex Sans"/>
                <a:ea typeface="IBM Plex Sans"/>
                <a:cs typeface="IBM Plex Sans"/>
                <a:sym typeface="IBM Plex Sans"/>
              </a:rPr>
              <a:t>Event-Driven Agent Reconfiguration</a:t>
            </a:r>
            <a:endParaRPr b="1">
              <a:solidFill>
                <a:schemeClr val="dk1"/>
              </a:solidFill>
              <a:latin typeface="IBM Plex Sans"/>
              <a:ea typeface="IBM Plex Sans"/>
              <a:cs typeface="IBM Plex Sans"/>
              <a:sym typeface="IBM Plex Sans"/>
            </a:endParaRPr>
          </a:p>
          <a:p>
            <a:pPr marL="457200" lvl="0" indent="-298450" algn="l" rtl="0">
              <a:spcBef>
                <a:spcPts val="0"/>
              </a:spcBef>
              <a:spcAft>
                <a:spcPts val="0"/>
              </a:spcAft>
              <a:buClr>
                <a:schemeClr val="dk1"/>
              </a:buClr>
              <a:buSzPts val="1100"/>
              <a:buChar char="●"/>
            </a:pPr>
            <a:r>
              <a:rPr lang="en" b="1">
                <a:solidFill>
                  <a:schemeClr val="dk1"/>
                </a:solidFill>
              </a:rPr>
              <a:t>Flexibility</a:t>
            </a:r>
            <a:r>
              <a:rPr lang="en">
                <a:solidFill>
                  <a:schemeClr val="dk1"/>
                </a:solidFill>
              </a:rPr>
              <a:t>: Incoming messages spawn a subworkflow that interprets new information.</a:t>
            </a:r>
            <a:endParaRPr>
              <a:solidFill>
                <a:schemeClr val="dk1"/>
              </a:solidFill>
            </a:endParaRPr>
          </a:p>
          <a:p>
            <a:pPr marL="457200" lvl="0" indent="-298450" algn="l" rtl="0">
              <a:spcBef>
                <a:spcPts val="0"/>
              </a:spcBef>
              <a:spcAft>
                <a:spcPts val="0"/>
              </a:spcAft>
              <a:buClr>
                <a:schemeClr val="dk1"/>
              </a:buClr>
              <a:buSzPts val="1100"/>
              <a:buChar char="●"/>
            </a:pPr>
            <a:r>
              <a:rPr lang="en" b="1">
                <a:solidFill>
                  <a:schemeClr val="dk1"/>
                </a:solidFill>
              </a:rPr>
              <a:t>Adaptive Control</a:t>
            </a:r>
            <a:r>
              <a:rPr lang="en">
                <a:solidFill>
                  <a:schemeClr val="dk1"/>
                </a:solidFill>
              </a:rPr>
              <a:t>: That subworkflow can feed data to the next LLM loop, interrupt current tools, or even terminate the agent if needed.</a:t>
            </a:r>
            <a:endParaRPr>
              <a:solidFill>
                <a:schemeClr val="dk1"/>
              </a:solidFill>
            </a:endParaRPr>
          </a:p>
          <a:p>
            <a:pPr marL="457200" lvl="0" indent="-298450" algn="l" rtl="0">
              <a:spcBef>
                <a:spcPts val="0"/>
              </a:spcBef>
              <a:spcAft>
                <a:spcPts val="0"/>
              </a:spcAft>
              <a:buClr>
                <a:schemeClr val="dk1"/>
              </a:buClr>
              <a:buSzPts val="1100"/>
              <a:buChar char="●"/>
            </a:pPr>
            <a:r>
              <a:rPr lang="en" b="1">
                <a:solidFill>
                  <a:schemeClr val="dk1"/>
                </a:solidFill>
              </a:rPr>
              <a:t>Customer Support Example</a:t>
            </a:r>
            <a:r>
              <a:rPr lang="en">
                <a:solidFill>
                  <a:schemeClr val="dk1"/>
                </a:solidFill>
              </a:rPr>
              <a:t>: While an agent is processing a return request, an external “Order Canceled” event arrives. A subworkflow updates the LLM with the latest status, halts unnecessary tasks, and promptly completes the agent’s flow to reflect the cancellation.</a:t>
            </a:r>
            <a:endParaRPr>
              <a:solidFill>
                <a:schemeClr val="dk1"/>
              </a:solidFill>
            </a:endParaRPr>
          </a:p>
          <a:p>
            <a:pPr marL="0" lvl="0" indent="0" algn="l" rtl="0">
              <a:spcBef>
                <a:spcPts val="0"/>
              </a:spcBef>
              <a:spcAft>
                <a:spcPts val="0"/>
              </a:spcAft>
              <a:buNone/>
            </a:pPr>
            <a:endParaRPr b="1">
              <a:solidFill>
                <a:schemeClr val="dk1"/>
              </a:solidFill>
              <a:latin typeface="IBM Plex Sans"/>
              <a:ea typeface="IBM Plex Sans"/>
              <a:cs typeface="IBM Plex Sans"/>
              <a:sym typeface="IBM Plex Sans"/>
            </a:endParaRPr>
          </a:p>
          <a:p>
            <a:pPr marL="0" lvl="0" indent="0" algn="l" rtl="0">
              <a:lnSpc>
                <a:spcPct val="115000"/>
              </a:lnSpc>
              <a:spcBef>
                <a:spcPts val="1200"/>
              </a:spcBef>
              <a:spcAft>
                <a:spcPts val="0"/>
              </a:spcAft>
              <a:buNone/>
            </a:pPr>
            <a:endParaRPr>
              <a:solidFill>
                <a:schemeClr val="dk1"/>
              </a:solidFill>
            </a:endParaRPr>
          </a:p>
          <a:p>
            <a:pPr marL="0" lvl="0" indent="0" algn="l" rtl="0">
              <a:lnSpc>
                <a:spcPct val="115000"/>
              </a:lnSpc>
              <a:spcBef>
                <a:spcPts val="1200"/>
              </a:spcBef>
              <a:spcAft>
                <a:spcPts val="0"/>
              </a:spcAft>
              <a:buNone/>
            </a:pPr>
            <a:endParaRPr/>
          </a:p>
          <a:p>
            <a:pPr marL="0" lvl="0" indent="0" algn="l" rtl="0">
              <a:lnSpc>
                <a:spcPct val="115000"/>
              </a:lnSpc>
              <a:spcBef>
                <a:spcPts val="1200"/>
              </a:spcBef>
              <a:spcAft>
                <a:spcPts val="1200"/>
              </a:spcAft>
              <a:buNone/>
            </a:pPr>
            <a:endParaRPr/>
          </a:p>
        </p:txBody>
      </p:sp>
    </p:spTree>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51"/>
        <p:cNvGrpSpPr/>
        <p:nvPr/>
      </p:nvGrpSpPr>
      <p:grpSpPr>
        <a:xfrm>
          <a:off x="0" y="0"/>
          <a:ext cx="0" cy="0"/>
          <a:chOff x="0" y="0"/>
          <a:chExt cx="0" cy="0"/>
        </a:xfrm>
      </p:grpSpPr>
      <p:sp>
        <p:nvSpPr>
          <p:cNvPr id="7852" name="Google Shape;7852;g37629449160_0_147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853" name="Google Shape;7853;g37629449160_0_147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b="1">
                <a:solidFill>
                  <a:schemeClr val="dk1"/>
                </a:solidFill>
                <a:latin typeface="IBM Plex Sans"/>
                <a:ea typeface="IBM Plex Sans"/>
                <a:cs typeface="IBM Plex Sans"/>
                <a:sym typeface="IBM Plex Sans"/>
              </a:rPr>
              <a:t>Agents orchestrates subworkflow</a:t>
            </a:r>
            <a:endParaRPr b="1">
              <a:solidFill>
                <a:schemeClr val="dk1"/>
              </a:solidFill>
            </a:endParaRPr>
          </a:p>
          <a:p>
            <a:pPr marL="457200" lvl="0" indent="-298450" algn="l" rtl="0">
              <a:lnSpc>
                <a:spcPct val="115000"/>
              </a:lnSpc>
              <a:spcBef>
                <a:spcPts val="1200"/>
              </a:spcBef>
              <a:spcAft>
                <a:spcPts val="0"/>
              </a:spcAft>
              <a:buClr>
                <a:schemeClr val="dk1"/>
              </a:buClr>
              <a:buSzPts val="1100"/>
              <a:buChar char="●"/>
            </a:pPr>
            <a:r>
              <a:rPr lang="en" b="1">
                <a:solidFill>
                  <a:schemeClr val="dk1"/>
                </a:solidFill>
              </a:rPr>
              <a:t>Subworkflow Concept</a:t>
            </a:r>
            <a:r>
              <a:rPr lang="en">
                <a:solidFill>
                  <a:schemeClr val="dk1"/>
                </a:solidFill>
              </a:rPr>
              <a:t>: Agents can trigger and oversee complete subprocesses, not just single tasks.</a:t>
            </a:r>
            <a:endParaRPr>
              <a:solidFill>
                <a:schemeClr val="dk1"/>
              </a:solidFill>
            </a:endParaRPr>
          </a:p>
          <a:p>
            <a:pPr marL="457200" lvl="0" indent="-298450" algn="l" rtl="0">
              <a:lnSpc>
                <a:spcPct val="115000"/>
              </a:lnSpc>
              <a:spcBef>
                <a:spcPts val="0"/>
              </a:spcBef>
              <a:spcAft>
                <a:spcPts val="0"/>
              </a:spcAft>
              <a:buClr>
                <a:schemeClr val="dk1"/>
              </a:buClr>
              <a:buSzPts val="1100"/>
              <a:buChar char="●"/>
            </a:pPr>
            <a:r>
              <a:rPr lang="en" b="1">
                <a:solidFill>
                  <a:schemeClr val="dk1"/>
                </a:solidFill>
              </a:rPr>
              <a:t>Scalable Tooling</a:t>
            </a:r>
            <a:r>
              <a:rPr lang="en">
                <a:solidFill>
                  <a:schemeClr val="dk1"/>
                </a:solidFill>
              </a:rPr>
              <a:t>: A “tool” can be a full BPMN flow, accommodating complex or multi-step activities effortlessly.</a:t>
            </a:r>
            <a:endParaRPr>
              <a:solidFill>
                <a:schemeClr val="dk1"/>
              </a:solidFill>
            </a:endParaRPr>
          </a:p>
          <a:p>
            <a:pPr marL="457200" lvl="0" indent="-298450" algn="l" rtl="0">
              <a:lnSpc>
                <a:spcPct val="115000"/>
              </a:lnSpc>
              <a:spcBef>
                <a:spcPts val="0"/>
              </a:spcBef>
              <a:spcAft>
                <a:spcPts val="0"/>
              </a:spcAft>
              <a:buClr>
                <a:schemeClr val="dk1"/>
              </a:buClr>
              <a:buSzPts val="1100"/>
              <a:buChar char="●"/>
            </a:pPr>
            <a:r>
              <a:rPr lang="en" b="1">
                <a:solidFill>
                  <a:schemeClr val="dk1"/>
                </a:solidFill>
              </a:rPr>
              <a:t>Customer Support Example</a:t>
            </a:r>
            <a:r>
              <a:rPr lang="en">
                <a:solidFill>
                  <a:schemeClr val="dk1"/>
                </a:solidFill>
              </a:rPr>
              <a:t>: While handling a support request, the agent launches a dedicated “Diagnostics Subworkflow” to gather more info. This automated orchestration ensures faster resolutions and a premium customer experience.</a:t>
            </a:r>
            <a:endParaRPr>
              <a:solidFill>
                <a:schemeClr val="dk1"/>
              </a:solidFill>
            </a:endParaRPr>
          </a:p>
          <a:p>
            <a:pPr marL="0" lvl="0" indent="0" algn="l" rtl="0">
              <a:spcBef>
                <a:spcPts val="1200"/>
              </a:spcBef>
              <a:spcAft>
                <a:spcPts val="0"/>
              </a:spcAft>
              <a:buNone/>
            </a:pPr>
            <a:r>
              <a:rPr lang="en" b="1">
                <a:solidFill>
                  <a:schemeClr val="dk1"/>
                </a:solidFill>
                <a:latin typeface="IBM Plex Sans"/>
                <a:ea typeface="IBM Plex Sans"/>
                <a:cs typeface="IBM Plex Sans"/>
                <a:sym typeface="IBM Plex Sans"/>
              </a:rPr>
              <a:t>Agents pivot instantly with external messages and timers.</a:t>
            </a:r>
            <a:endParaRPr b="1">
              <a:solidFill>
                <a:schemeClr val="dk1"/>
              </a:solidFill>
              <a:latin typeface="IBM Plex Sans"/>
              <a:ea typeface="IBM Plex Sans"/>
              <a:cs typeface="IBM Plex Sans"/>
              <a:sym typeface="IBM Plex Sans"/>
            </a:endParaRPr>
          </a:p>
          <a:p>
            <a:pPr marL="457200" lvl="0" indent="-298450" algn="l" rtl="0">
              <a:lnSpc>
                <a:spcPct val="115000"/>
              </a:lnSpc>
              <a:spcBef>
                <a:spcPts val="1200"/>
              </a:spcBef>
              <a:spcAft>
                <a:spcPts val="0"/>
              </a:spcAft>
              <a:buClr>
                <a:schemeClr val="dk1"/>
              </a:buClr>
              <a:buSzPts val="1100"/>
              <a:buChar char="●"/>
            </a:pPr>
            <a:r>
              <a:rPr lang="en" b="1">
                <a:solidFill>
                  <a:schemeClr val="dk1"/>
                </a:solidFill>
              </a:rPr>
              <a:t>Dynamic Interaction</a:t>
            </a:r>
            <a:r>
              <a:rPr lang="en">
                <a:solidFill>
                  <a:schemeClr val="dk1"/>
                </a:solidFill>
              </a:rPr>
              <a:t>: During execution, agents can be influenced by events like external messages or timers, enabling on-the-fly adjustments.</a:t>
            </a:r>
            <a:endParaRPr>
              <a:solidFill>
                <a:schemeClr val="dk1"/>
              </a:solidFill>
            </a:endParaRPr>
          </a:p>
          <a:p>
            <a:pPr marL="457200" lvl="0" indent="-298450" algn="l" rtl="0">
              <a:lnSpc>
                <a:spcPct val="115000"/>
              </a:lnSpc>
              <a:spcBef>
                <a:spcPts val="0"/>
              </a:spcBef>
              <a:spcAft>
                <a:spcPts val="0"/>
              </a:spcAft>
              <a:buClr>
                <a:schemeClr val="dk1"/>
              </a:buClr>
              <a:buSzPts val="1100"/>
              <a:buChar char="●"/>
            </a:pPr>
            <a:r>
              <a:rPr lang="en" b="1">
                <a:solidFill>
                  <a:schemeClr val="dk1"/>
                </a:solidFill>
              </a:rPr>
              <a:t>Agile Process Flow</a:t>
            </a:r>
            <a:r>
              <a:rPr lang="en">
                <a:solidFill>
                  <a:schemeClr val="dk1"/>
                </a:solidFill>
              </a:rPr>
              <a:t>: Seamless adaptation to new information or urgent signals prevents wasted effort.</a:t>
            </a:r>
            <a:endParaRPr>
              <a:solidFill>
                <a:schemeClr val="dk1"/>
              </a:solidFill>
            </a:endParaRPr>
          </a:p>
          <a:p>
            <a:pPr marL="457200" lvl="0" indent="-298450" algn="l" rtl="0">
              <a:lnSpc>
                <a:spcPct val="115000"/>
              </a:lnSpc>
              <a:spcBef>
                <a:spcPts val="0"/>
              </a:spcBef>
              <a:spcAft>
                <a:spcPts val="0"/>
              </a:spcAft>
              <a:buClr>
                <a:schemeClr val="dk1"/>
              </a:buClr>
              <a:buSzPts val="1100"/>
              <a:buChar char="●"/>
            </a:pPr>
            <a:r>
              <a:rPr lang="en" b="1">
                <a:solidFill>
                  <a:schemeClr val="dk1"/>
                </a:solidFill>
              </a:rPr>
              <a:t>Customer Support Example</a:t>
            </a:r>
            <a:r>
              <a:rPr lang="en">
                <a:solidFill>
                  <a:schemeClr val="dk1"/>
                </a:solidFill>
              </a:rPr>
              <a:t>: An agent is midway through resolving a ticket when an external message confirms a related ticket was solved by a colleague. The agent immediately concludes</a:t>
            </a:r>
            <a:endParaRPr>
              <a:solidFill>
                <a:schemeClr val="dk1"/>
              </a:solidFill>
            </a:endParaRPr>
          </a:p>
          <a:p>
            <a:pPr marL="0" lvl="0" indent="0" algn="l" rtl="0">
              <a:lnSpc>
                <a:spcPct val="115000"/>
              </a:lnSpc>
              <a:spcBef>
                <a:spcPts val="1200"/>
              </a:spcBef>
              <a:spcAft>
                <a:spcPts val="0"/>
              </a:spcAft>
              <a:buNone/>
            </a:pPr>
            <a:r>
              <a:rPr lang="en" b="1">
                <a:solidFill>
                  <a:schemeClr val="dk1"/>
                </a:solidFill>
              </a:rPr>
              <a:t>Multi Agent Orchestration</a:t>
            </a:r>
            <a:endParaRPr b="1">
              <a:solidFill>
                <a:schemeClr val="dk1"/>
              </a:solidFill>
            </a:endParaRPr>
          </a:p>
          <a:p>
            <a:pPr marL="457200" lvl="0" indent="-298450" algn="l" rtl="0">
              <a:lnSpc>
                <a:spcPct val="115000"/>
              </a:lnSpc>
              <a:spcBef>
                <a:spcPts val="1200"/>
              </a:spcBef>
              <a:spcAft>
                <a:spcPts val="0"/>
              </a:spcAft>
              <a:buClr>
                <a:schemeClr val="dk1"/>
              </a:buClr>
              <a:buSzPts val="1100"/>
              <a:buChar char="●"/>
            </a:pPr>
            <a:r>
              <a:rPr lang="en" b="1">
                <a:solidFill>
                  <a:schemeClr val="dk1"/>
                </a:solidFill>
              </a:rPr>
              <a:t>Nested Logic</a:t>
            </a:r>
            <a:r>
              <a:rPr lang="en">
                <a:solidFill>
                  <a:schemeClr val="dk1"/>
                </a:solidFill>
              </a:rPr>
              <a:t>: Agents can embed and manage other agents, creating a robust multi-agent architecture.</a:t>
            </a:r>
            <a:endParaRPr>
              <a:solidFill>
                <a:schemeClr val="dk1"/>
              </a:solidFill>
            </a:endParaRPr>
          </a:p>
          <a:p>
            <a:pPr marL="457200" lvl="0" indent="-298450" algn="l" rtl="0">
              <a:lnSpc>
                <a:spcPct val="115000"/>
              </a:lnSpc>
              <a:spcBef>
                <a:spcPts val="0"/>
              </a:spcBef>
              <a:spcAft>
                <a:spcPts val="0"/>
              </a:spcAft>
              <a:buClr>
                <a:schemeClr val="dk1"/>
              </a:buClr>
              <a:buSzPts val="1100"/>
              <a:buChar char="●"/>
            </a:pPr>
            <a:r>
              <a:rPr lang="en" b="1">
                <a:solidFill>
                  <a:schemeClr val="dk1"/>
                </a:solidFill>
              </a:rPr>
              <a:t>Flexible Tools</a:t>
            </a:r>
            <a:r>
              <a:rPr lang="en">
                <a:solidFill>
                  <a:schemeClr val="dk1"/>
                </a:solidFill>
              </a:rPr>
              <a:t>: A “tool” itself can be another agent, simplifying delegation of complex tasks.</a:t>
            </a:r>
            <a:endParaRPr>
              <a:solidFill>
                <a:schemeClr val="dk1"/>
              </a:solidFill>
            </a:endParaRPr>
          </a:p>
          <a:p>
            <a:pPr marL="457200" lvl="0" indent="-298450" algn="l" rtl="0">
              <a:lnSpc>
                <a:spcPct val="115000"/>
              </a:lnSpc>
              <a:spcBef>
                <a:spcPts val="0"/>
              </a:spcBef>
              <a:spcAft>
                <a:spcPts val="0"/>
              </a:spcAft>
              <a:buClr>
                <a:schemeClr val="dk1"/>
              </a:buClr>
              <a:buSzPts val="1100"/>
              <a:buChar char="●"/>
            </a:pPr>
            <a:r>
              <a:rPr lang="en" b="1">
                <a:solidFill>
                  <a:schemeClr val="dk1"/>
                </a:solidFill>
              </a:rPr>
              <a:t>Customer Support Example</a:t>
            </a:r>
            <a:r>
              <a:rPr lang="en">
                <a:solidFill>
                  <a:schemeClr val="dk1"/>
                </a:solidFill>
              </a:rPr>
              <a:t>: A primary agent delegates advanced troubleshooting to a specialized support agent, accelerating issue resolution and elevating service quality.</a:t>
            </a:r>
            <a:endParaRPr>
              <a:solidFill>
                <a:schemeClr val="dk1"/>
              </a:solidFill>
            </a:endParaRPr>
          </a:p>
          <a:p>
            <a:pPr marL="0" lvl="0" indent="0" algn="l" rtl="0">
              <a:spcBef>
                <a:spcPts val="1200"/>
              </a:spcBef>
              <a:spcAft>
                <a:spcPts val="0"/>
              </a:spcAft>
              <a:buNone/>
            </a:pPr>
            <a:r>
              <a:rPr lang="en" b="1">
                <a:solidFill>
                  <a:schemeClr val="dk1"/>
                </a:solidFill>
                <a:latin typeface="IBM Plex Sans"/>
                <a:ea typeface="IBM Plex Sans"/>
                <a:cs typeface="IBM Plex Sans"/>
                <a:sym typeface="IBM Plex Sans"/>
              </a:rPr>
              <a:t>Event-Driven Agent Reconfiguration</a:t>
            </a:r>
            <a:endParaRPr b="1">
              <a:solidFill>
                <a:schemeClr val="dk1"/>
              </a:solidFill>
              <a:latin typeface="IBM Plex Sans"/>
              <a:ea typeface="IBM Plex Sans"/>
              <a:cs typeface="IBM Plex Sans"/>
              <a:sym typeface="IBM Plex Sans"/>
            </a:endParaRPr>
          </a:p>
          <a:p>
            <a:pPr marL="457200" lvl="0" indent="-298450" algn="l" rtl="0">
              <a:spcBef>
                <a:spcPts val="0"/>
              </a:spcBef>
              <a:spcAft>
                <a:spcPts val="0"/>
              </a:spcAft>
              <a:buClr>
                <a:schemeClr val="dk1"/>
              </a:buClr>
              <a:buSzPts val="1100"/>
              <a:buChar char="●"/>
            </a:pPr>
            <a:r>
              <a:rPr lang="en" b="1">
                <a:solidFill>
                  <a:schemeClr val="dk1"/>
                </a:solidFill>
              </a:rPr>
              <a:t>Flexibility</a:t>
            </a:r>
            <a:r>
              <a:rPr lang="en">
                <a:solidFill>
                  <a:schemeClr val="dk1"/>
                </a:solidFill>
              </a:rPr>
              <a:t>: Incoming messages spawn a subworkflow that interprets new information.</a:t>
            </a:r>
            <a:endParaRPr>
              <a:solidFill>
                <a:schemeClr val="dk1"/>
              </a:solidFill>
            </a:endParaRPr>
          </a:p>
          <a:p>
            <a:pPr marL="457200" lvl="0" indent="-298450" algn="l" rtl="0">
              <a:spcBef>
                <a:spcPts val="0"/>
              </a:spcBef>
              <a:spcAft>
                <a:spcPts val="0"/>
              </a:spcAft>
              <a:buClr>
                <a:schemeClr val="dk1"/>
              </a:buClr>
              <a:buSzPts val="1100"/>
              <a:buChar char="●"/>
            </a:pPr>
            <a:r>
              <a:rPr lang="en" b="1">
                <a:solidFill>
                  <a:schemeClr val="dk1"/>
                </a:solidFill>
              </a:rPr>
              <a:t>Adaptive Control</a:t>
            </a:r>
            <a:r>
              <a:rPr lang="en">
                <a:solidFill>
                  <a:schemeClr val="dk1"/>
                </a:solidFill>
              </a:rPr>
              <a:t>: That subworkflow can feed data to the next LLM loop, interrupt current tools, or even terminate the agent if needed.</a:t>
            </a:r>
            <a:endParaRPr>
              <a:solidFill>
                <a:schemeClr val="dk1"/>
              </a:solidFill>
            </a:endParaRPr>
          </a:p>
          <a:p>
            <a:pPr marL="457200" lvl="0" indent="-298450" algn="l" rtl="0">
              <a:spcBef>
                <a:spcPts val="0"/>
              </a:spcBef>
              <a:spcAft>
                <a:spcPts val="0"/>
              </a:spcAft>
              <a:buClr>
                <a:schemeClr val="dk1"/>
              </a:buClr>
              <a:buSzPts val="1100"/>
              <a:buChar char="●"/>
            </a:pPr>
            <a:r>
              <a:rPr lang="en" b="1">
                <a:solidFill>
                  <a:schemeClr val="dk1"/>
                </a:solidFill>
              </a:rPr>
              <a:t>Customer Support Example</a:t>
            </a:r>
            <a:r>
              <a:rPr lang="en">
                <a:solidFill>
                  <a:schemeClr val="dk1"/>
                </a:solidFill>
              </a:rPr>
              <a:t>: While an agent is processing a return request, an external “Order Canceled” event arrives. A subworkflow updates the LLM with the latest status, halts unnecessary tasks, and promptly completes the agent’s flow to reflect the cancellation.</a:t>
            </a:r>
            <a:endParaRPr>
              <a:solidFill>
                <a:schemeClr val="dk1"/>
              </a:solidFill>
            </a:endParaRPr>
          </a:p>
          <a:p>
            <a:pPr marL="0" lvl="0" indent="0" algn="l" rtl="0">
              <a:spcBef>
                <a:spcPts val="0"/>
              </a:spcBef>
              <a:spcAft>
                <a:spcPts val="0"/>
              </a:spcAft>
              <a:buNone/>
            </a:pPr>
            <a:endParaRPr b="1">
              <a:solidFill>
                <a:schemeClr val="dk1"/>
              </a:solidFill>
              <a:latin typeface="IBM Plex Sans"/>
              <a:ea typeface="IBM Plex Sans"/>
              <a:cs typeface="IBM Plex Sans"/>
              <a:sym typeface="IBM Plex Sans"/>
            </a:endParaRPr>
          </a:p>
          <a:p>
            <a:pPr marL="0" lvl="0" indent="0" algn="l" rtl="0">
              <a:lnSpc>
                <a:spcPct val="115000"/>
              </a:lnSpc>
              <a:spcBef>
                <a:spcPts val="1200"/>
              </a:spcBef>
              <a:spcAft>
                <a:spcPts val="0"/>
              </a:spcAft>
              <a:buNone/>
            </a:pPr>
            <a:endParaRPr>
              <a:solidFill>
                <a:schemeClr val="dk1"/>
              </a:solidFill>
            </a:endParaRPr>
          </a:p>
          <a:p>
            <a:pPr marL="0" lvl="0" indent="0" algn="l" rtl="0">
              <a:lnSpc>
                <a:spcPct val="115000"/>
              </a:lnSpc>
              <a:spcBef>
                <a:spcPts val="1200"/>
              </a:spcBef>
              <a:spcAft>
                <a:spcPts val="0"/>
              </a:spcAft>
              <a:buNone/>
            </a:pPr>
            <a:endParaRPr/>
          </a:p>
          <a:p>
            <a:pPr marL="0" lvl="0" indent="0" algn="l" rtl="0">
              <a:lnSpc>
                <a:spcPct val="115000"/>
              </a:lnSpc>
              <a:spcBef>
                <a:spcPts val="1200"/>
              </a:spcBef>
              <a:spcAft>
                <a:spcPts val="1200"/>
              </a:spcAft>
              <a:buNone/>
            </a:pPr>
            <a:endParaRPr/>
          </a:p>
        </p:txBody>
      </p:sp>
    </p:spTree>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96"/>
        <p:cNvGrpSpPr/>
        <p:nvPr/>
      </p:nvGrpSpPr>
      <p:grpSpPr>
        <a:xfrm>
          <a:off x="0" y="0"/>
          <a:ext cx="0" cy="0"/>
          <a:chOff x="0" y="0"/>
          <a:chExt cx="0" cy="0"/>
        </a:xfrm>
      </p:grpSpPr>
      <p:sp>
        <p:nvSpPr>
          <p:cNvPr id="7897" name="Google Shape;7897;g2dcdd6eb920_0_223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898" name="Google Shape;7898;g2dcdd6eb920_0_22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298450" algn="l" rtl="0">
              <a:spcBef>
                <a:spcPts val="0"/>
              </a:spcBef>
              <a:spcAft>
                <a:spcPts val="0"/>
              </a:spcAft>
              <a:buSzPts val="1100"/>
              <a:buChar char="●"/>
            </a:pPr>
            <a:r>
              <a:rPr lang="en"/>
              <a:t>An AI agent is an application that can act independently of people to achieve a specific goal</a:t>
            </a:r>
            <a:endParaRPr/>
          </a:p>
          <a:p>
            <a:pPr marL="914400" lvl="1" indent="-298450" algn="l" rtl="0">
              <a:spcBef>
                <a:spcPts val="0"/>
              </a:spcBef>
              <a:spcAft>
                <a:spcPts val="0"/>
              </a:spcAft>
              <a:buSzPts val="1100"/>
              <a:buChar char="○"/>
            </a:pPr>
            <a:r>
              <a:rPr lang="en"/>
              <a:t>Agents are ideal for increasing the level of automation in processes where the exact steps aren’t known beforehand (such as case management scenarios)</a:t>
            </a:r>
            <a:endParaRPr/>
          </a:p>
          <a:p>
            <a:pPr marL="914400" lvl="1" indent="-298450" algn="l" rtl="0">
              <a:spcBef>
                <a:spcPts val="0"/>
              </a:spcBef>
              <a:spcAft>
                <a:spcPts val="0"/>
              </a:spcAft>
              <a:buSzPts val="1100"/>
              <a:buChar char="○"/>
            </a:pPr>
            <a:r>
              <a:rPr lang="en"/>
              <a:t>However, agents don’t produce predictable, repeatable results, which can be a challenge for organizations in highly regulated industries</a:t>
            </a:r>
            <a:endParaRPr/>
          </a:p>
          <a:p>
            <a:pPr marL="457200" lvl="0" indent="-298450" algn="l" rtl="0">
              <a:spcBef>
                <a:spcPts val="0"/>
              </a:spcBef>
              <a:spcAft>
                <a:spcPts val="0"/>
              </a:spcAft>
              <a:buSzPts val="1100"/>
              <a:buChar char="●"/>
            </a:pPr>
            <a:r>
              <a:rPr lang="en"/>
              <a:t>Camunda allows you to blend deterministic orchestration (via BPMN) with non-deterministic orchestration (via agents) so you can implement as much or as little AI as you want within guardrails</a:t>
            </a:r>
            <a:endParaRPr>
              <a:solidFill>
                <a:schemeClr val="dk1"/>
              </a:solidFill>
            </a:endParaRPr>
          </a:p>
          <a:p>
            <a:pPr marL="0" lvl="0" indent="0" algn="l" rtl="0">
              <a:spcBef>
                <a:spcPts val="0"/>
              </a:spcBef>
              <a:spcAft>
                <a:spcPts val="0"/>
              </a:spcAft>
              <a:buClr>
                <a:schemeClr val="dk1"/>
              </a:buClr>
              <a:buSzPts val="1100"/>
              <a:buFont typeface="Arial"/>
              <a:buNone/>
            </a:pPr>
            <a:endParaRPr>
              <a:solidFill>
                <a:schemeClr val="dk1"/>
              </a:solidFill>
            </a:endParaRPr>
          </a:p>
          <a:p>
            <a:pPr marL="0" lvl="0" indent="0" algn="l" rtl="0">
              <a:spcBef>
                <a:spcPts val="0"/>
              </a:spcBef>
              <a:spcAft>
                <a:spcPts val="0"/>
              </a:spcAft>
              <a:buClr>
                <a:schemeClr val="dk1"/>
              </a:buClr>
              <a:buSzPts val="1100"/>
              <a:buFont typeface="Arial"/>
              <a:buNone/>
            </a:pPr>
            <a:r>
              <a:rPr lang="en" i="1">
                <a:solidFill>
                  <a:schemeClr val="dk1"/>
                </a:solidFill>
              </a:rPr>
              <a:t>More information:</a:t>
            </a:r>
            <a:endParaRPr i="1">
              <a:solidFill>
                <a:schemeClr val="dk1"/>
              </a:solidFill>
            </a:endParaRPr>
          </a:p>
          <a:p>
            <a:pPr marL="457200" lvl="0" indent="-298450" algn="l" rtl="0">
              <a:spcBef>
                <a:spcPts val="0"/>
              </a:spcBef>
              <a:spcAft>
                <a:spcPts val="0"/>
              </a:spcAft>
              <a:buClr>
                <a:schemeClr val="dk1"/>
              </a:buClr>
              <a:buSzPts val="1100"/>
              <a:buChar char="●"/>
            </a:pPr>
            <a:r>
              <a:rPr lang="en" i="1" u="sng">
                <a:solidFill>
                  <a:schemeClr val="hlink"/>
                </a:solidFill>
                <a:hlinkClick r:id="rId3"/>
              </a:rPr>
              <a:t>AI-enabled process orchestration</a:t>
            </a:r>
            <a:r>
              <a:rPr lang="en" i="1">
                <a:solidFill>
                  <a:schemeClr val="dk1"/>
                </a:solidFill>
              </a:rPr>
              <a:t> (webpage)  </a:t>
            </a:r>
            <a:endParaRPr i="1">
              <a:solidFill>
                <a:schemeClr val="dk1"/>
              </a:solidFill>
            </a:endParaRPr>
          </a:p>
          <a:p>
            <a:pPr marL="457200" lvl="0" indent="-298450" algn="l" rtl="0">
              <a:spcBef>
                <a:spcPts val="0"/>
              </a:spcBef>
              <a:spcAft>
                <a:spcPts val="0"/>
              </a:spcAft>
              <a:buClr>
                <a:schemeClr val="dk1"/>
              </a:buClr>
              <a:buSzPts val="1100"/>
              <a:buChar char="●"/>
            </a:pPr>
            <a:r>
              <a:rPr lang="en" i="1" u="sng">
                <a:solidFill>
                  <a:schemeClr val="hlink"/>
                </a:solidFill>
                <a:hlinkClick r:id="rId4"/>
              </a:rPr>
              <a:t>Why AI Agents Need Orchestration</a:t>
            </a:r>
            <a:r>
              <a:rPr lang="en" i="1">
                <a:solidFill>
                  <a:schemeClr val="dk1"/>
                </a:solidFill>
              </a:rPr>
              <a:t> (blog post)</a:t>
            </a:r>
            <a:endParaRPr i="1">
              <a:solidFill>
                <a:schemeClr val="dk1"/>
              </a:solidFill>
            </a:endParaRPr>
          </a:p>
          <a:p>
            <a:pPr marL="457200" lvl="0" indent="-298450" algn="l" rtl="0">
              <a:spcBef>
                <a:spcPts val="0"/>
              </a:spcBef>
              <a:spcAft>
                <a:spcPts val="0"/>
              </a:spcAft>
              <a:buClr>
                <a:schemeClr val="dk1"/>
              </a:buClr>
              <a:buSzPts val="1100"/>
              <a:buChar char="●"/>
            </a:pPr>
            <a:r>
              <a:rPr lang="en" i="1" u="sng">
                <a:solidFill>
                  <a:schemeClr val="hlink"/>
                </a:solidFill>
                <a:hlinkClick r:id="rId5"/>
              </a:rPr>
              <a:t>Operationalize AI by Blending Deterministic and Non-Deterministic Process Orchestration</a:t>
            </a:r>
            <a:r>
              <a:rPr lang="en" i="1">
                <a:solidFill>
                  <a:schemeClr val="dk1"/>
                </a:solidFill>
              </a:rPr>
              <a:t> (blog post</a:t>
            </a:r>
            <a:endParaRPr i="1">
              <a:solidFill>
                <a:schemeClr val="dk1"/>
              </a:solidFill>
            </a:endParaRPr>
          </a:p>
          <a:p>
            <a:pPr marL="457200" lvl="0" indent="-298450" algn="l" rtl="0">
              <a:spcBef>
                <a:spcPts val="0"/>
              </a:spcBef>
              <a:spcAft>
                <a:spcPts val="0"/>
              </a:spcAft>
              <a:buClr>
                <a:schemeClr val="dk1"/>
              </a:buClr>
              <a:buSzPts val="1100"/>
              <a:buChar char="●"/>
            </a:pPr>
            <a:r>
              <a:rPr lang="en" i="1" u="sng">
                <a:solidFill>
                  <a:schemeClr val="hlink"/>
                </a:solidFill>
                <a:hlinkClick r:id="rId6"/>
              </a:rPr>
              <a:t>Build Your First AI Agent in Camunda</a:t>
            </a:r>
            <a:r>
              <a:rPr lang="en" i="1">
                <a:solidFill>
                  <a:schemeClr val="dk1"/>
                </a:solidFill>
              </a:rPr>
              <a:t> (step-by-step tutorial) </a:t>
            </a:r>
            <a:endParaRPr i="1">
              <a:solidFill>
                <a:schemeClr val="dk1"/>
              </a:solidFill>
            </a:endParaRPr>
          </a:p>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6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6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6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6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6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7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7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7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7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7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2.xml"/></Relationships>
</file>

<file path=ppt/slideLayouts/_rels/slideLayout7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7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7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2.xml"/></Relationships>
</file>

<file path=ppt/slideLayouts/_rels/slideLayout8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8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8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8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8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8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8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8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8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9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9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9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9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9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9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9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9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9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0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10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10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0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0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0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10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10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0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10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1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1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1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1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1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11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11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2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2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12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2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12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2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2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2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13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2.xml"/></Relationships>
</file>

<file path=ppt/slideLayouts/_rels/slideLayout13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2.xml"/></Relationships>
</file>

<file path=ppt/slideLayouts/_rels/slideLayout13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3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3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3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13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13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1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1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4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14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14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4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14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4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4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5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5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 1">
  <p:cSld name="TITLE_1">
    <p:bg>
      <p:bgPr>
        <a:solidFill>
          <a:schemeClr val="dk1"/>
        </a:solidFill>
        <a:effectLst/>
      </p:bgPr>
    </p:bg>
    <p:spTree>
      <p:nvGrpSpPr>
        <p:cNvPr id="1" name="Shape 8"/>
        <p:cNvGrpSpPr/>
        <p:nvPr/>
      </p:nvGrpSpPr>
      <p:grpSpPr>
        <a:xfrm>
          <a:off x="0" y="0"/>
          <a:ext cx="0" cy="0"/>
          <a:chOff x="0" y="0"/>
          <a:chExt cx="0" cy="0"/>
        </a:xfrm>
      </p:grpSpPr>
      <p:sp>
        <p:nvSpPr>
          <p:cNvPr id="9" name="Google Shape;9;p2"/>
          <p:cNvSpPr txBox="1">
            <a:spLocks noGrp="1"/>
          </p:cNvSpPr>
          <p:nvPr>
            <p:ph type="ctrTitle"/>
          </p:nvPr>
        </p:nvSpPr>
        <p:spPr>
          <a:xfrm>
            <a:off x="457200" y="1152475"/>
            <a:ext cx="5966700" cy="1644600"/>
          </a:xfrm>
          <a:prstGeom prst="rect">
            <a:avLst/>
          </a:prstGeom>
        </p:spPr>
        <p:txBody>
          <a:bodyPr spcFirstLastPara="1" wrap="square" lIns="0" tIns="0" rIns="0" bIns="0" anchor="b" anchorCtr="0">
            <a:normAutofit/>
          </a:bodyPr>
          <a:lstStyle>
            <a:lvl1pPr lvl="0" rtl="0">
              <a:spcBef>
                <a:spcPts val="0"/>
              </a:spcBef>
              <a:spcAft>
                <a:spcPts val="0"/>
              </a:spcAft>
              <a:buClr>
                <a:schemeClr val="lt1"/>
              </a:buClr>
              <a:buSzPts val="3400"/>
              <a:buNone/>
              <a:defRPr>
                <a:solidFill>
                  <a:schemeClr val="lt1"/>
                </a:solidFill>
              </a:defRPr>
            </a:lvl1pPr>
            <a:lvl2pPr lvl="1" rtl="0">
              <a:spcBef>
                <a:spcPts val="0"/>
              </a:spcBef>
              <a:spcAft>
                <a:spcPts val="0"/>
              </a:spcAft>
              <a:buSzPts val="5200"/>
              <a:buNone/>
              <a:defRPr sz="5200"/>
            </a:lvl2pPr>
            <a:lvl3pPr lvl="2" rtl="0">
              <a:spcBef>
                <a:spcPts val="0"/>
              </a:spcBef>
              <a:spcAft>
                <a:spcPts val="0"/>
              </a:spcAft>
              <a:buSzPts val="5200"/>
              <a:buNone/>
              <a:defRPr sz="5200"/>
            </a:lvl3pPr>
            <a:lvl4pPr lvl="3" rtl="0">
              <a:spcBef>
                <a:spcPts val="0"/>
              </a:spcBef>
              <a:spcAft>
                <a:spcPts val="0"/>
              </a:spcAft>
              <a:buSzPts val="5200"/>
              <a:buNone/>
              <a:defRPr sz="5200"/>
            </a:lvl4pPr>
            <a:lvl5pPr lvl="4" rtl="0">
              <a:spcBef>
                <a:spcPts val="0"/>
              </a:spcBef>
              <a:spcAft>
                <a:spcPts val="0"/>
              </a:spcAft>
              <a:buSzPts val="5200"/>
              <a:buNone/>
              <a:defRPr sz="5200"/>
            </a:lvl5pPr>
            <a:lvl6pPr lvl="5" rtl="0">
              <a:spcBef>
                <a:spcPts val="0"/>
              </a:spcBef>
              <a:spcAft>
                <a:spcPts val="0"/>
              </a:spcAft>
              <a:buSzPts val="5200"/>
              <a:buNone/>
              <a:defRPr sz="5200"/>
            </a:lvl6pPr>
            <a:lvl7pPr lvl="6" rtl="0">
              <a:spcBef>
                <a:spcPts val="0"/>
              </a:spcBef>
              <a:spcAft>
                <a:spcPts val="0"/>
              </a:spcAft>
              <a:buSzPts val="5200"/>
              <a:buNone/>
              <a:defRPr sz="5200"/>
            </a:lvl7pPr>
            <a:lvl8pPr lvl="7" rtl="0">
              <a:spcBef>
                <a:spcPts val="0"/>
              </a:spcBef>
              <a:spcAft>
                <a:spcPts val="0"/>
              </a:spcAft>
              <a:buSzPts val="5200"/>
              <a:buNone/>
              <a:defRPr sz="5200"/>
            </a:lvl8pPr>
            <a:lvl9pPr lvl="8" rtl="0">
              <a:spcBef>
                <a:spcPts val="0"/>
              </a:spcBef>
              <a:spcAft>
                <a:spcPts val="0"/>
              </a:spcAft>
              <a:buSzPts val="5200"/>
              <a:buNone/>
              <a:defRPr sz="5200"/>
            </a:lvl9pPr>
          </a:lstStyle>
          <a:p>
            <a:endParaRPr/>
          </a:p>
        </p:txBody>
      </p:sp>
      <p:sp>
        <p:nvSpPr>
          <p:cNvPr id="10" name="Google Shape;10;p2"/>
          <p:cNvSpPr txBox="1">
            <a:spLocks noGrp="1"/>
          </p:cNvSpPr>
          <p:nvPr>
            <p:ph type="subTitle" idx="1"/>
          </p:nvPr>
        </p:nvSpPr>
        <p:spPr>
          <a:xfrm>
            <a:off x="457200" y="3062725"/>
            <a:ext cx="4563900" cy="792600"/>
          </a:xfrm>
          <a:prstGeom prst="rect">
            <a:avLst/>
          </a:prstGeom>
        </p:spPr>
        <p:txBody>
          <a:bodyPr spcFirstLastPara="1" wrap="square" lIns="0" tIns="0" rIns="0" bIns="0" anchor="t" anchorCtr="0">
            <a:normAutofit/>
          </a:bodyPr>
          <a:lstStyle>
            <a:lvl1pPr lvl="0" rtl="0">
              <a:lnSpc>
                <a:spcPct val="100000"/>
              </a:lnSpc>
              <a:spcBef>
                <a:spcPts val="0"/>
              </a:spcBef>
              <a:spcAft>
                <a:spcPts val="0"/>
              </a:spcAft>
              <a:buClr>
                <a:schemeClr val="lt1"/>
              </a:buClr>
              <a:buSzPts val="1800"/>
              <a:buFont typeface="IBM Plex Sans Medium"/>
              <a:buNone/>
              <a:defRPr sz="1800">
                <a:solidFill>
                  <a:schemeClr val="lt1"/>
                </a:solidFill>
                <a:latin typeface="IBM Plex Sans Medium"/>
                <a:ea typeface="IBM Plex Sans Medium"/>
                <a:cs typeface="IBM Plex Sans Medium"/>
                <a:sym typeface="IBM Plex Sans Medium"/>
              </a:defRPr>
            </a:lvl1pPr>
            <a:lvl2pPr lvl="1" rtl="0">
              <a:lnSpc>
                <a:spcPct val="100000"/>
              </a:lnSpc>
              <a:spcBef>
                <a:spcPts val="0"/>
              </a:spcBef>
              <a:spcAft>
                <a:spcPts val="0"/>
              </a:spcAft>
              <a:buSzPts val="2800"/>
              <a:buNone/>
              <a:defRPr sz="2800"/>
            </a:lvl2pPr>
            <a:lvl3pPr lvl="2" rtl="0">
              <a:lnSpc>
                <a:spcPct val="100000"/>
              </a:lnSpc>
              <a:spcBef>
                <a:spcPts val="0"/>
              </a:spcBef>
              <a:spcAft>
                <a:spcPts val="0"/>
              </a:spcAft>
              <a:buSzPts val="2800"/>
              <a:buNone/>
              <a:defRPr sz="2800"/>
            </a:lvl3pPr>
            <a:lvl4pPr lvl="3" rtl="0">
              <a:lnSpc>
                <a:spcPct val="100000"/>
              </a:lnSpc>
              <a:spcBef>
                <a:spcPts val="0"/>
              </a:spcBef>
              <a:spcAft>
                <a:spcPts val="0"/>
              </a:spcAft>
              <a:buSzPts val="2800"/>
              <a:buNone/>
              <a:defRPr sz="2800"/>
            </a:lvl4pPr>
            <a:lvl5pPr lvl="4" rtl="0">
              <a:lnSpc>
                <a:spcPct val="100000"/>
              </a:lnSpc>
              <a:spcBef>
                <a:spcPts val="0"/>
              </a:spcBef>
              <a:spcAft>
                <a:spcPts val="0"/>
              </a:spcAft>
              <a:buSzPts val="2800"/>
              <a:buNone/>
              <a:defRPr sz="2800"/>
            </a:lvl5pPr>
            <a:lvl6pPr lvl="5" rtl="0">
              <a:lnSpc>
                <a:spcPct val="100000"/>
              </a:lnSpc>
              <a:spcBef>
                <a:spcPts val="0"/>
              </a:spcBef>
              <a:spcAft>
                <a:spcPts val="0"/>
              </a:spcAft>
              <a:buSzPts val="2800"/>
              <a:buNone/>
              <a:defRPr sz="2800"/>
            </a:lvl6pPr>
            <a:lvl7pPr lvl="6" rtl="0">
              <a:lnSpc>
                <a:spcPct val="100000"/>
              </a:lnSpc>
              <a:spcBef>
                <a:spcPts val="0"/>
              </a:spcBef>
              <a:spcAft>
                <a:spcPts val="0"/>
              </a:spcAft>
              <a:buSzPts val="2800"/>
              <a:buNone/>
              <a:defRPr sz="2800"/>
            </a:lvl7pPr>
            <a:lvl8pPr lvl="7" rtl="0">
              <a:lnSpc>
                <a:spcPct val="100000"/>
              </a:lnSpc>
              <a:spcBef>
                <a:spcPts val="0"/>
              </a:spcBef>
              <a:spcAft>
                <a:spcPts val="0"/>
              </a:spcAft>
              <a:buSzPts val="2800"/>
              <a:buNone/>
              <a:defRPr sz="2800"/>
            </a:lvl8pPr>
            <a:lvl9pPr lvl="8" rtl="0">
              <a:lnSpc>
                <a:spcPct val="100000"/>
              </a:lnSpc>
              <a:spcBef>
                <a:spcPts val="0"/>
              </a:spcBef>
              <a:spcAft>
                <a:spcPts val="0"/>
              </a:spcAft>
              <a:buSzPts val="2800"/>
              <a:buNone/>
              <a:defRPr sz="2800"/>
            </a:lvl9pPr>
          </a:lstStyle>
          <a:p>
            <a:endParaRPr/>
          </a:p>
        </p:txBody>
      </p:sp>
      <p:sp>
        <p:nvSpPr>
          <p:cNvPr id="11" name="Google Shape;11;p2"/>
          <p:cNvSpPr txBox="1">
            <a:spLocks noGrp="1"/>
          </p:cNvSpPr>
          <p:nvPr>
            <p:ph type="subTitle" idx="2"/>
          </p:nvPr>
        </p:nvSpPr>
        <p:spPr>
          <a:xfrm>
            <a:off x="457200" y="4236325"/>
            <a:ext cx="4563900" cy="792600"/>
          </a:xfrm>
          <a:prstGeom prst="rect">
            <a:avLst/>
          </a:prstGeom>
        </p:spPr>
        <p:txBody>
          <a:bodyPr spcFirstLastPara="1" wrap="square" lIns="0" tIns="0" rIns="0" bIns="0" anchor="t" anchorCtr="0">
            <a:normAutofit/>
          </a:bodyPr>
          <a:lstStyle>
            <a:lvl1pPr lvl="0" rtl="0">
              <a:lnSpc>
                <a:spcPct val="100000"/>
              </a:lnSpc>
              <a:spcBef>
                <a:spcPts val="0"/>
              </a:spcBef>
              <a:spcAft>
                <a:spcPts val="0"/>
              </a:spcAft>
              <a:buClr>
                <a:schemeClr val="lt1"/>
              </a:buClr>
              <a:buSzPts val="1400"/>
              <a:buNone/>
              <a:defRPr sz="1400">
                <a:solidFill>
                  <a:schemeClr val="lt1"/>
                </a:solidFill>
              </a:defRPr>
            </a:lvl1pPr>
            <a:lvl2pPr lvl="1" rtl="0">
              <a:lnSpc>
                <a:spcPct val="100000"/>
              </a:lnSpc>
              <a:spcBef>
                <a:spcPts val="0"/>
              </a:spcBef>
              <a:spcAft>
                <a:spcPts val="0"/>
              </a:spcAft>
              <a:buSzPts val="2800"/>
              <a:buNone/>
              <a:defRPr sz="2800"/>
            </a:lvl2pPr>
            <a:lvl3pPr lvl="2" rtl="0">
              <a:lnSpc>
                <a:spcPct val="100000"/>
              </a:lnSpc>
              <a:spcBef>
                <a:spcPts val="0"/>
              </a:spcBef>
              <a:spcAft>
                <a:spcPts val="0"/>
              </a:spcAft>
              <a:buSzPts val="2800"/>
              <a:buNone/>
              <a:defRPr sz="2800"/>
            </a:lvl3pPr>
            <a:lvl4pPr lvl="3" rtl="0">
              <a:lnSpc>
                <a:spcPct val="100000"/>
              </a:lnSpc>
              <a:spcBef>
                <a:spcPts val="0"/>
              </a:spcBef>
              <a:spcAft>
                <a:spcPts val="0"/>
              </a:spcAft>
              <a:buSzPts val="2800"/>
              <a:buNone/>
              <a:defRPr sz="2800"/>
            </a:lvl4pPr>
            <a:lvl5pPr lvl="4" rtl="0">
              <a:lnSpc>
                <a:spcPct val="100000"/>
              </a:lnSpc>
              <a:spcBef>
                <a:spcPts val="0"/>
              </a:spcBef>
              <a:spcAft>
                <a:spcPts val="0"/>
              </a:spcAft>
              <a:buSzPts val="2800"/>
              <a:buNone/>
              <a:defRPr sz="2800"/>
            </a:lvl5pPr>
            <a:lvl6pPr lvl="5" rtl="0">
              <a:lnSpc>
                <a:spcPct val="100000"/>
              </a:lnSpc>
              <a:spcBef>
                <a:spcPts val="0"/>
              </a:spcBef>
              <a:spcAft>
                <a:spcPts val="0"/>
              </a:spcAft>
              <a:buSzPts val="2800"/>
              <a:buNone/>
              <a:defRPr sz="2800"/>
            </a:lvl6pPr>
            <a:lvl7pPr lvl="6" rtl="0">
              <a:lnSpc>
                <a:spcPct val="100000"/>
              </a:lnSpc>
              <a:spcBef>
                <a:spcPts val="0"/>
              </a:spcBef>
              <a:spcAft>
                <a:spcPts val="0"/>
              </a:spcAft>
              <a:buSzPts val="2800"/>
              <a:buNone/>
              <a:defRPr sz="2800"/>
            </a:lvl7pPr>
            <a:lvl8pPr lvl="7" rtl="0">
              <a:lnSpc>
                <a:spcPct val="100000"/>
              </a:lnSpc>
              <a:spcBef>
                <a:spcPts val="0"/>
              </a:spcBef>
              <a:spcAft>
                <a:spcPts val="0"/>
              </a:spcAft>
              <a:buSzPts val="2800"/>
              <a:buNone/>
              <a:defRPr sz="2800"/>
            </a:lvl8pPr>
            <a:lvl9pPr lvl="8" rtl="0">
              <a:lnSpc>
                <a:spcPct val="100000"/>
              </a:lnSpc>
              <a:spcBef>
                <a:spcPts val="0"/>
              </a:spcBef>
              <a:spcAft>
                <a:spcPts val="0"/>
              </a:spcAft>
              <a:buSzPts val="2800"/>
              <a:buNone/>
              <a:defRPr sz="2800"/>
            </a:lvl9pPr>
          </a:lstStyle>
          <a:p>
            <a:endParaRPr/>
          </a:p>
        </p:txBody>
      </p:sp>
      <p:pic>
        <p:nvPicPr>
          <p:cNvPr id="12" name="Google Shape;12;p2"/>
          <p:cNvPicPr preferRelativeResize="0"/>
          <p:nvPr/>
        </p:nvPicPr>
        <p:blipFill>
          <a:blip r:embed="rId2">
            <a:alphaModFix/>
          </a:blip>
          <a:stretch>
            <a:fillRect/>
          </a:stretch>
        </p:blipFill>
        <p:spPr>
          <a:xfrm>
            <a:off x="401173" y="662928"/>
            <a:ext cx="1703324" cy="994325"/>
          </a:xfrm>
          <a:prstGeom prst="rect">
            <a:avLst/>
          </a:prstGeom>
          <a:noFill/>
          <a:ln>
            <a:noFill/>
          </a:ln>
        </p:spPr>
      </p:pic>
      <p:grpSp>
        <p:nvGrpSpPr>
          <p:cNvPr id="13" name="Google Shape;13;p2"/>
          <p:cNvGrpSpPr/>
          <p:nvPr/>
        </p:nvGrpSpPr>
        <p:grpSpPr>
          <a:xfrm>
            <a:off x="6359099" y="4020943"/>
            <a:ext cx="2486739" cy="708392"/>
            <a:chOff x="238125" y="1839975"/>
            <a:chExt cx="7143750" cy="2035025"/>
          </a:xfrm>
        </p:grpSpPr>
        <p:sp>
          <p:nvSpPr>
            <p:cNvPr id="14" name="Google Shape;14;p2"/>
            <p:cNvSpPr/>
            <p:nvPr/>
          </p:nvSpPr>
          <p:spPr>
            <a:xfrm>
              <a:off x="3907525" y="2071925"/>
              <a:ext cx="1571125" cy="1571125"/>
            </a:xfrm>
            <a:custGeom>
              <a:avLst/>
              <a:gdLst/>
              <a:ahLst/>
              <a:cxnLst/>
              <a:rect l="l" t="t" r="r" b="b"/>
              <a:pathLst>
                <a:path w="62845" h="62845" extrusionOk="0">
                  <a:moveTo>
                    <a:pt x="31422" y="2742"/>
                  </a:moveTo>
                  <a:lnTo>
                    <a:pt x="60103" y="31423"/>
                  </a:lnTo>
                  <a:lnTo>
                    <a:pt x="31422" y="60103"/>
                  </a:lnTo>
                  <a:lnTo>
                    <a:pt x="2742" y="31423"/>
                  </a:lnTo>
                  <a:lnTo>
                    <a:pt x="31422" y="2742"/>
                  </a:lnTo>
                  <a:close/>
                  <a:moveTo>
                    <a:pt x="31422" y="1"/>
                  </a:moveTo>
                  <a:lnTo>
                    <a:pt x="0" y="31423"/>
                  </a:lnTo>
                  <a:lnTo>
                    <a:pt x="31422" y="62844"/>
                  </a:lnTo>
                  <a:lnTo>
                    <a:pt x="62844" y="31423"/>
                  </a:lnTo>
                  <a:lnTo>
                    <a:pt x="31422" y="1"/>
                  </a:lnTo>
                  <a:close/>
                </a:path>
              </a:pathLst>
            </a:custGeom>
            <a:solidFill>
              <a:srgbClr val="D2FF1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5;p2"/>
            <p:cNvSpPr/>
            <p:nvPr/>
          </p:nvSpPr>
          <p:spPr>
            <a:xfrm>
              <a:off x="3675550" y="1839975"/>
              <a:ext cx="2035075" cy="2035025"/>
            </a:xfrm>
            <a:custGeom>
              <a:avLst/>
              <a:gdLst/>
              <a:ahLst/>
              <a:cxnLst/>
              <a:rect l="l" t="t" r="r" b="b"/>
              <a:pathLst>
                <a:path w="81403" h="81401" extrusionOk="0">
                  <a:moveTo>
                    <a:pt x="40701" y="2741"/>
                  </a:moveTo>
                  <a:lnTo>
                    <a:pt x="78661" y="40701"/>
                  </a:lnTo>
                  <a:lnTo>
                    <a:pt x="40701" y="78660"/>
                  </a:lnTo>
                  <a:lnTo>
                    <a:pt x="2742" y="40701"/>
                  </a:lnTo>
                  <a:lnTo>
                    <a:pt x="40701" y="2741"/>
                  </a:lnTo>
                  <a:close/>
                  <a:moveTo>
                    <a:pt x="40701" y="0"/>
                  </a:moveTo>
                  <a:lnTo>
                    <a:pt x="0" y="40701"/>
                  </a:lnTo>
                  <a:lnTo>
                    <a:pt x="40701" y="81401"/>
                  </a:lnTo>
                  <a:lnTo>
                    <a:pt x="81402" y="40701"/>
                  </a:lnTo>
                  <a:lnTo>
                    <a:pt x="40701" y="0"/>
                  </a:lnTo>
                  <a:close/>
                </a:path>
              </a:pathLst>
            </a:custGeom>
            <a:solidFill>
              <a:srgbClr val="D0B08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6;p2"/>
            <p:cNvSpPr/>
            <p:nvPr/>
          </p:nvSpPr>
          <p:spPr>
            <a:xfrm>
              <a:off x="2194075" y="2303900"/>
              <a:ext cx="1112450" cy="1107175"/>
            </a:xfrm>
            <a:custGeom>
              <a:avLst/>
              <a:gdLst/>
              <a:ahLst/>
              <a:cxnLst/>
              <a:rect l="l" t="t" r="r" b="b"/>
              <a:pathLst>
                <a:path w="44498" h="44287" extrusionOk="0">
                  <a:moveTo>
                    <a:pt x="42599" y="1899"/>
                  </a:moveTo>
                  <a:lnTo>
                    <a:pt x="42599" y="42388"/>
                  </a:lnTo>
                  <a:lnTo>
                    <a:pt x="1899" y="42388"/>
                  </a:lnTo>
                  <a:lnTo>
                    <a:pt x="1899" y="1899"/>
                  </a:lnTo>
                  <a:close/>
                  <a:moveTo>
                    <a:pt x="1" y="1"/>
                  </a:moveTo>
                  <a:lnTo>
                    <a:pt x="1" y="44286"/>
                  </a:lnTo>
                  <a:lnTo>
                    <a:pt x="44497" y="44286"/>
                  </a:lnTo>
                  <a:lnTo>
                    <a:pt x="44497"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7;p2"/>
            <p:cNvSpPr/>
            <p:nvPr/>
          </p:nvSpPr>
          <p:spPr>
            <a:xfrm>
              <a:off x="2030650" y="2140475"/>
              <a:ext cx="1439300" cy="1434025"/>
            </a:xfrm>
            <a:custGeom>
              <a:avLst/>
              <a:gdLst/>
              <a:ahLst/>
              <a:cxnLst/>
              <a:rect l="l" t="t" r="r" b="b"/>
              <a:pathLst>
                <a:path w="57572" h="57361" extrusionOk="0">
                  <a:moveTo>
                    <a:pt x="55674" y="1898"/>
                  </a:moveTo>
                  <a:lnTo>
                    <a:pt x="55674" y="55463"/>
                  </a:lnTo>
                  <a:lnTo>
                    <a:pt x="1898" y="55463"/>
                  </a:lnTo>
                  <a:lnTo>
                    <a:pt x="1898" y="1898"/>
                  </a:lnTo>
                  <a:close/>
                  <a:moveTo>
                    <a:pt x="0" y="0"/>
                  </a:moveTo>
                  <a:lnTo>
                    <a:pt x="0" y="57361"/>
                  </a:lnTo>
                  <a:lnTo>
                    <a:pt x="57572" y="57361"/>
                  </a:lnTo>
                  <a:lnTo>
                    <a:pt x="57572" y="0"/>
                  </a:lnTo>
                  <a:close/>
                </a:path>
              </a:pathLst>
            </a:custGeom>
            <a:solidFill>
              <a:srgbClr val="D0B08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18;p2"/>
            <p:cNvSpPr/>
            <p:nvPr/>
          </p:nvSpPr>
          <p:spPr>
            <a:xfrm>
              <a:off x="406825" y="2372450"/>
              <a:ext cx="1122975" cy="1122975"/>
            </a:xfrm>
            <a:custGeom>
              <a:avLst/>
              <a:gdLst/>
              <a:ahLst/>
              <a:cxnLst/>
              <a:rect l="l" t="t" r="r" b="b"/>
              <a:pathLst>
                <a:path w="44919" h="44919" extrusionOk="0">
                  <a:moveTo>
                    <a:pt x="24463" y="1898"/>
                  </a:moveTo>
                  <a:lnTo>
                    <a:pt x="26572" y="2320"/>
                  </a:lnTo>
                  <a:lnTo>
                    <a:pt x="28470" y="2742"/>
                  </a:lnTo>
                  <a:lnTo>
                    <a:pt x="30368" y="3585"/>
                  </a:lnTo>
                  <a:lnTo>
                    <a:pt x="32266" y="4429"/>
                  </a:lnTo>
                  <a:lnTo>
                    <a:pt x="33953" y="5483"/>
                  </a:lnTo>
                  <a:lnTo>
                    <a:pt x="35429" y="6538"/>
                  </a:lnTo>
                  <a:lnTo>
                    <a:pt x="36905" y="7803"/>
                  </a:lnTo>
                  <a:lnTo>
                    <a:pt x="38382" y="9279"/>
                  </a:lnTo>
                  <a:lnTo>
                    <a:pt x="39436" y="10966"/>
                  </a:lnTo>
                  <a:lnTo>
                    <a:pt x="40490" y="12653"/>
                  </a:lnTo>
                  <a:lnTo>
                    <a:pt x="41334" y="14340"/>
                  </a:lnTo>
                  <a:lnTo>
                    <a:pt x="41967" y="16238"/>
                  </a:lnTo>
                  <a:lnTo>
                    <a:pt x="42599" y="18347"/>
                  </a:lnTo>
                  <a:lnTo>
                    <a:pt x="42810" y="20245"/>
                  </a:lnTo>
                  <a:lnTo>
                    <a:pt x="43021" y="22354"/>
                  </a:lnTo>
                  <a:lnTo>
                    <a:pt x="42810" y="24463"/>
                  </a:lnTo>
                  <a:lnTo>
                    <a:pt x="42599" y="26572"/>
                  </a:lnTo>
                  <a:lnTo>
                    <a:pt x="41967" y="28469"/>
                  </a:lnTo>
                  <a:lnTo>
                    <a:pt x="41334" y="30367"/>
                  </a:lnTo>
                  <a:lnTo>
                    <a:pt x="40490" y="32265"/>
                  </a:lnTo>
                  <a:lnTo>
                    <a:pt x="39436" y="33952"/>
                  </a:lnTo>
                  <a:lnTo>
                    <a:pt x="38382" y="35429"/>
                  </a:lnTo>
                  <a:lnTo>
                    <a:pt x="36905" y="36905"/>
                  </a:lnTo>
                  <a:lnTo>
                    <a:pt x="35429" y="38170"/>
                  </a:lnTo>
                  <a:lnTo>
                    <a:pt x="33953" y="39435"/>
                  </a:lnTo>
                  <a:lnTo>
                    <a:pt x="32266" y="40490"/>
                  </a:lnTo>
                  <a:lnTo>
                    <a:pt x="30368" y="41333"/>
                  </a:lnTo>
                  <a:lnTo>
                    <a:pt x="28470" y="41966"/>
                  </a:lnTo>
                  <a:lnTo>
                    <a:pt x="26572" y="42599"/>
                  </a:lnTo>
                  <a:lnTo>
                    <a:pt x="24463" y="42810"/>
                  </a:lnTo>
                  <a:lnTo>
                    <a:pt x="22354" y="43020"/>
                  </a:lnTo>
                  <a:lnTo>
                    <a:pt x="20456" y="42810"/>
                  </a:lnTo>
                  <a:lnTo>
                    <a:pt x="18347" y="42599"/>
                  </a:lnTo>
                  <a:lnTo>
                    <a:pt x="16449" y="41966"/>
                  </a:lnTo>
                  <a:lnTo>
                    <a:pt x="14551" y="41333"/>
                  </a:lnTo>
                  <a:lnTo>
                    <a:pt x="12653" y="40490"/>
                  </a:lnTo>
                  <a:lnTo>
                    <a:pt x="10966" y="39435"/>
                  </a:lnTo>
                  <a:lnTo>
                    <a:pt x="9490" y="38170"/>
                  </a:lnTo>
                  <a:lnTo>
                    <a:pt x="8014" y="36905"/>
                  </a:lnTo>
                  <a:lnTo>
                    <a:pt x="6538" y="35429"/>
                  </a:lnTo>
                  <a:lnTo>
                    <a:pt x="5483" y="33952"/>
                  </a:lnTo>
                  <a:lnTo>
                    <a:pt x="4429" y="32265"/>
                  </a:lnTo>
                  <a:lnTo>
                    <a:pt x="3585" y="30367"/>
                  </a:lnTo>
                  <a:lnTo>
                    <a:pt x="2742" y="28469"/>
                  </a:lnTo>
                  <a:lnTo>
                    <a:pt x="2320" y="26572"/>
                  </a:lnTo>
                  <a:lnTo>
                    <a:pt x="2109" y="24463"/>
                  </a:lnTo>
                  <a:lnTo>
                    <a:pt x="1898" y="22354"/>
                  </a:lnTo>
                  <a:lnTo>
                    <a:pt x="2109" y="20245"/>
                  </a:lnTo>
                  <a:lnTo>
                    <a:pt x="2320" y="18347"/>
                  </a:lnTo>
                  <a:lnTo>
                    <a:pt x="2742" y="16238"/>
                  </a:lnTo>
                  <a:lnTo>
                    <a:pt x="3585" y="14340"/>
                  </a:lnTo>
                  <a:lnTo>
                    <a:pt x="4429" y="12653"/>
                  </a:lnTo>
                  <a:lnTo>
                    <a:pt x="5483" y="10966"/>
                  </a:lnTo>
                  <a:lnTo>
                    <a:pt x="6538" y="9279"/>
                  </a:lnTo>
                  <a:lnTo>
                    <a:pt x="8014" y="7803"/>
                  </a:lnTo>
                  <a:lnTo>
                    <a:pt x="9490" y="6538"/>
                  </a:lnTo>
                  <a:lnTo>
                    <a:pt x="10966" y="5483"/>
                  </a:lnTo>
                  <a:lnTo>
                    <a:pt x="12653" y="4429"/>
                  </a:lnTo>
                  <a:lnTo>
                    <a:pt x="14551" y="3585"/>
                  </a:lnTo>
                  <a:lnTo>
                    <a:pt x="16449" y="2742"/>
                  </a:lnTo>
                  <a:lnTo>
                    <a:pt x="18347" y="2320"/>
                  </a:lnTo>
                  <a:lnTo>
                    <a:pt x="20456" y="1898"/>
                  </a:lnTo>
                  <a:close/>
                  <a:moveTo>
                    <a:pt x="20245" y="0"/>
                  </a:moveTo>
                  <a:lnTo>
                    <a:pt x="17926" y="422"/>
                  </a:lnTo>
                  <a:lnTo>
                    <a:pt x="15817" y="844"/>
                  </a:lnTo>
                  <a:lnTo>
                    <a:pt x="13708" y="1687"/>
                  </a:lnTo>
                  <a:lnTo>
                    <a:pt x="11810" y="2742"/>
                  </a:lnTo>
                  <a:lnTo>
                    <a:pt x="9912" y="3796"/>
                  </a:lnTo>
                  <a:lnTo>
                    <a:pt x="8225" y="5061"/>
                  </a:lnTo>
                  <a:lnTo>
                    <a:pt x="6538" y="6538"/>
                  </a:lnTo>
                  <a:lnTo>
                    <a:pt x="5062" y="8014"/>
                  </a:lnTo>
                  <a:lnTo>
                    <a:pt x="3796" y="9912"/>
                  </a:lnTo>
                  <a:lnTo>
                    <a:pt x="2742" y="11599"/>
                  </a:lnTo>
                  <a:lnTo>
                    <a:pt x="1687" y="13708"/>
                  </a:lnTo>
                  <a:lnTo>
                    <a:pt x="1055" y="15816"/>
                  </a:lnTo>
                  <a:lnTo>
                    <a:pt x="422" y="17925"/>
                  </a:lnTo>
                  <a:lnTo>
                    <a:pt x="0" y="20034"/>
                  </a:lnTo>
                  <a:lnTo>
                    <a:pt x="0" y="22354"/>
                  </a:lnTo>
                  <a:lnTo>
                    <a:pt x="0" y="24674"/>
                  </a:lnTo>
                  <a:lnTo>
                    <a:pt x="422" y="26993"/>
                  </a:lnTo>
                  <a:lnTo>
                    <a:pt x="1055" y="29102"/>
                  </a:lnTo>
                  <a:lnTo>
                    <a:pt x="1687" y="31211"/>
                  </a:lnTo>
                  <a:lnTo>
                    <a:pt x="2742" y="33109"/>
                  </a:lnTo>
                  <a:lnTo>
                    <a:pt x="3796" y="35007"/>
                  </a:lnTo>
                  <a:lnTo>
                    <a:pt x="5062" y="36694"/>
                  </a:lnTo>
                  <a:lnTo>
                    <a:pt x="6538" y="38381"/>
                  </a:lnTo>
                  <a:lnTo>
                    <a:pt x="8225" y="39646"/>
                  </a:lnTo>
                  <a:lnTo>
                    <a:pt x="9912" y="41123"/>
                  </a:lnTo>
                  <a:lnTo>
                    <a:pt x="11810" y="42177"/>
                  </a:lnTo>
                  <a:lnTo>
                    <a:pt x="13708" y="43020"/>
                  </a:lnTo>
                  <a:lnTo>
                    <a:pt x="15817" y="43864"/>
                  </a:lnTo>
                  <a:lnTo>
                    <a:pt x="17926" y="44497"/>
                  </a:lnTo>
                  <a:lnTo>
                    <a:pt x="20245" y="44708"/>
                  </a:lnTo>
                  <a:lnTo>
                    <a:pt x="22354" y="44918"/>
                  </a:lnTo>
                  <a:lnTo>
                    <a:pt x="24674" y="44708"/>
                  </a:lnTo>
                  <a:lnTo>
                    <a:pt x="26994" y="44497"/>
                  </a:lnTo>
                  <a:lnTo>
                    <a:pt x="29103" y="43864"/>
                  </a:lnTo>
                  <a:lnTo>
                    <a:pt x="31211" y="43020"/>
                  </a:lnTo>
                  <a:lnTo>
                    <a:pt x="33109" y="42177"/>
                  </a:lnTo>
                  <a:lnTo>
                    <a:pt x="35007" y="41123"/>
                  </a:lnTo>
                  <a:lnTo>
                    <a:pt x="36694" y="39646"/>
                  </a:lnTo>
                  <a:lnTo>
                    <a:pt x="38382" y="38381"/>
                  </a:lnTo>
                  <a:lnTo>
                    <a:pt x="39858" y="36694"/>
                  </a:lnTo>
                  <a:lnTo>
                    <a:pt x="41123" y="35007"/>
                  </a:lnTo>
                  <a:lnTo>
                    <a:pt x="42177" y="33109"/>
                  </a:lnTo>
                  <a:lnTo>
                    <a:pt x="43232" y="31211"/>
                  </a:lnTo>
                  <a:lnTo>
                    <a:pt x="43865" y="29102"/>
                  </a:lnTo>
                  <a:lnTo>
                    <a:pt x="44497" y="26993"/>
                  </a:lnTo>
                  <a:lnTo>
                    <a:pt x="44708" y="24674"/>
                  </a:lnTo>
                  <a:lnTo>
                    <a:pt x="44919" y="22354"/>
                  </a:lnTo>
                  <a:lnTo>
                    <a:pt x="44708" y="20034"/>
                  </a:lnTo>
                  <a:lnTo>
                    <a:pt x="44497" y="17925"/>
                  </a:lnTo>
                  <a:lnTo>
                    <a:pt x="43865" y="15816"/>
                  </a:lnTo>
                  <a:lnTo>
                    <a:pt x="43232" y="13708"/>
                  </a:lnTo>
                  <a:lnTo>
                    <a:pt x="42177" y="11599"/>
                  </a:lnTo>
                  <a:lnTo>
                    <a:pt x="41123" y="9912"/>
                  </a:lnTo>
                  <a:lnTo>
                    <a:pt x="39858" y="8014"/>
                  </a:lnTo>
                  <a:lnTo>
                    <a:pt x="38382" y="6538"/>
                  </a:lnTo>
                  <a:lnTo>
                    <a:pt x="36694" y="5061"/>
                  </a:lnTo>
                  <a:lnTo>
                    <a:pt x="35007" y="3796"/>
                  </a:lnTo>
                  <a:lnTo>
                    <a:pt x="33109" y="2742"/>
                  </a:lnTo>
                  <a:lnTo>
                    <a:pt x="31211" y="1687"/>
                  </a:lnTo>
                  <a:lnTo>
                    <a:pt x="29103" y="844"/>
                  </a:lnTo>
                  <a:lnTo>
                    <a:pt x="26994" y="422"/>
                  </a:lnTo>
                  <a:lnTo>
                    <a:pt x="24674" y="0"/>
                  </a:lnTo>
                  <a:close/>
                </a:path>
              </a:pathLst>
            </a:custGeom>
            <a:solidFill>
              <a:srgbClr val="FC5D0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19;p2"/>
            <p:cNvSpPr/>
            <p:nvPr/>
          </p:nvSpPr>
          <p:spPr>
            <a:xfrm>
              <a:off x="238125" y="2203725"/>
              <a:ext cx="1455125" cy="1455125"/>
            </a:xfrm>
            <a:custGeom>
              <a:avLst/>
              <a:gdLst/>
              <a:ahLst/>
              <a:cxnLst/>
              <a:rect l="l" t="t" r="r" b="b"/>
              <a:pathLst>
                <a:path w="58205" h="58205" extrusionOk="0">
                  <a:moveTo>
                    <a:pt x="29102" y="1899"/>
                  </a:moveTo>
                  <a:lnTo>
                    <a:pt x="32055" y="2110"/>
                  </a:lnTo>
                  <a:lnTo>
                    <a:pt x="34585" y="2532"/>
                  </a:lnTo>
                  <a:lnTo>
                    <a:pt x="37327" y="3164"/>
                  </a:lnTo>
                  <a:lnTo>
                    <a:pt x="39857" y="4219"/>
                  </a:lnTo>
                  <a:lnTo>
                    <a:pt x="42177" y="5273"/>
                  </a:lnTo>
                  <a:lnTo>
                    <a:pt x="44286" y="6538"/>
                  </a:lnTo>
                  <a:lnTo>
                    <a:pt x="46395" y="8225"/>
                  </a:lnTo>
                  <a:lnTo>
                    <a:pt x="48293" y="9912"/>
                  </a:lnTo>
                  <a:lnTo>
                    <a:pt x="50191" y="11810"/>
                  </a:lnTo>
                  <a:lnTo>
                    <a:pt x="51667" y="13919"/>
                  </a:lnTo>
                  <a:lnTo>
                    <a:pt x="53143" y="16239"/>
                  </a:lnTo>
                  <a:lnTo>
                    <a:pt x="54198" y="18559"/>
                  </a:lnTo>
                  <a:lnTo>
                    <a:pt x="55041" y="21089"/>
                  </a:lnTo>
                  <a:lnTo>
                    <a:pt x="55885" y="23620"/>
                  </a:lnTo>
                  <a:lnTo>
                    <a:pt x="56306" y="26361"/>
                  </a:lnTo>
                  <a:lnTo>
                    <a:pt x="56306" y="29103"/>
                  </a:lnTo>
                  <a:lnTo>
                    <a:pt x="56306" y="31844"/>
                  </a:lnTo>
                  <a:lnTo>
                    <a:pt x="55885" y="34586"/>
                  </a:lnTo>
                  <a:lnTo>
                    <a:pt x="55041" y="37116"/>
                  </a:lnTo>
                  <a:lnTo>
                    <a:pt x="54198" y="39647"/>
                  </a:lnTo>
                  <a:lnTo>
                    <a:pt x="53143" y="42178"/>
                  </a:lnTo>
                  <a:lnTo>
                    <a:pt x="51667" y="44286"/>
                  </a:lnTo>
                  <a:lnTo>
                    <a:pt x="50191" y="46395"/>
                  </a:lnTo>
                  <a:lnTo>
                    <a:pt x="48293" y="48293"/>
                  </a:lnTo>
                  <a:lnTo>
                    <a:pt x="46395" y="50191"/>
                  </a:lnTo>
                  <a:lnTo>
                    <a:pt x="44286" y="51667"/>
                  </a:lnTo>
                  <a:lnTo>
                    <a:pt x="42177" y="52933"/>
                  </a:lnTo>
                  <a:lnTo>
                    <a:pt x="39857" y="54198"/>
                  </a:lnTo>
                  <a:lnTo>
                    <a:pt x="37327" y="55042"/>
                  </a:lnTo>
                  <a:lnTo>
                    <a:pt x="34585" y="55674"/>
                  </a:lnTo>
                  <a:lnTo>
                    <a:pt x="32055" y="56096"/>
                  </a:lnTo>
                  <a:lnTo>
                    <a:pt x="29102" y="56307"/>
                  </a:lnTo>
                  <a:lnTo>
                    <a:pt x="26361" y="56096"/>
                  </a:lnTo>
                  <a:lnTo>
                    <a:pt x="23830" y="55674"/>
                  </a:lnTo>
                  <a:lnTo>
                    <a:pt x="21089" y="55042"/>
                  </a:lnTo>
                  <a:lnTo>
                    <a:pt x="18558" y="54198"/>
                  </a:lnTo>
                  <a:lnTo>
                    <a:pt x="16238" y="52933"/>
                  </a:lnTo>
                  <a:lnTo>
                    <a:pt x="13918" y="51667"/>
                  </a:lnTo>
                  <a:lnTo>
                    <a:pt x="12020" y="50191"/>
                  </a:lnTo>
                  <a:lnTo>
                    <a:pt x="9912" y="48293"/>
                  </a:lnTo>
                  <a:lnTo>
                    <a:pt x="8225" y="46395"/>
                  </a:lnTo>
                  <a:lnTo>
                    <a:pt x="6748" y="44286"/>
                  </a:lnTo>
                  <a:lnTo>
                    <a:pt x="5272" y="42178"/>
                  </a:lnTo>
                  <a:lnTo>
                    <a:pt x="4218" y="39647"/>
                  </a:lnTo>
                  <a:lnTo>
                    <a:pt x="3163" y="37116"/>
                  </a:lnTo>
                  <a:lnTo>
                    <a:pt x="2531" y="34586"/>
                  </a:lnTo>
                  <a:lnTo>
                    <a:pt x="2109" y="31844"/>
                  </a:lnTo>
                  <a:lnTo>
                    <a:pt x="2109" y="29103"/>
                  </a:lnTo>
                  <a:lnTo>
                    <a:pt x="2109" y="26361"/>
                  </a:lnTo>
                  <a:lnTo>
                    <a:pt x="2531" y="23620"/>
                  </a:lnTo>
                  <a:lnTo>
                    <a:pt x="3163" y="21089"/>
                  </a:lnTo>
                  <a:lnTo>
                    <a:pt x="4218" y="18559"/>
                  </a:lnTo>
                  <a:lnTo>
                    <a:pt x="5272" y="16239"/>
                  </a:lnTo>
                  <a:lnTo>
                    <a:pt x="6748" y="13919"/>
                  </a:lnTo>
                  <a:lnTo>
                    <a:pt x="8225" y="11810"/>
                  </a:lnTo>
                  <a:lnTo>
                    <a:pt x="9912" y="9912"/>
                  </a:lnTo>
                  <a:lnTo>
                    <a:pt x="12020" y="8225"/>
                  </a:lnTo>
                  <a:lnTo>
                    <a:pt x="13918" y="6538"/>
                  </a:lnTo>
                  <a:lnTo>
                    <a:pt x="16238" y="5273"/>
                  </a:lnTo>
                  <a:lnTo>
                    <a:pt x="18558" y="4219"/>
                  </a:lnTo>
                  <a:lnTo>
                    <a:pt x="21089" y="3164"/>
                  </a:lnTo>
                  <a:lnTo>
                    <a:pt x="23830" y="2532"/>
                  </a:lnTo>
                  <a:lnTo>
                    <a:pt x="26361" y="2110"/>
                  </a:lnTo>
                  <a:lnTo>
                    <a:pt x="29102" y="1899"/>
                  </a:lnTo>
                  <a:close/>
                  <a:moveTo>
                    <a:pt x="29102" y="1"/>
                  </a:moveTo>
                  <a:lnTo>
                    <a:pt x="26150" y="212"/>
                  </a:lnTo>
                  <a:lnTo>
                    <a:pt x="23408" y="634"/>
                  </a:lnTo>
                  <a:lnTo>
                    <a:pt x="20456" y="1266"/>
                  </a:lnTo>
                  <a:lnTo>
                    <a:pt x="17925" y="2321"/>
                  </a:lnTo>
                  <a:lnTo>
                    <a:pt x="15395" y="3586"/>
                  </a:lnTo>
                  <a:lnTo>
                    <a:pt x="12864" y="5062"/>
                  </a:lnTo>
                  <a:lnTo>
                    <a:pt x="10755" y="6749"/>
                  </a:lnTo>
                  <a:lnTo>
                    <a:pt x="8646" y="8647"/>
                  </a:lnTo>
                  <a:lnTo>
                    <a:pt x="6748" y="10545"/>
                  </a:lnTo>
                  <a:lnTo>
                    <a:pt x="5061" y="12865"/>
                  </a:lnTo>
                  <a:lnTo>
                    <a:pt x="3585" y="15395"/>
                  </a:lnTo>
                  <a:lnTo>
                    <a:pt x="2320" y="17926"/>
                  </a:lnTo>
                  <a:lnTo>
                    <a:pt x="1476" y="20457"/>
                  </a:lnTo>
                  <a:lnTo>
                    <a:pt x="633" y="23198"/>
                  </a:lnTo>
                  <a:lnTo>
                    <a:pt x="211" y="26151"/>
                  </a:lnTo>
                  <a:lnTo>
                    <a:pt x="0" y="29103"/>
                  </a:lnTo>
                  <a:lnTo>
                    <a:pt x="211" y="32055"/>
                  </a:lnTo>
                  <a:lnTo>
                    <a:pt x="633" y="35008"/>
                  </a:lnTo>
                  <a:lnTo>
                    <a:pt x="1476" y="37749"/>
                  </a:lnTo>
                  <a:lnTo>
                    <a:pt x="2320" y="40491"/>
                  </a:lnTo>
                  <a:lnTo>
                    <a:pt x="3585" y="43021"/>
                  </a:lnTo>
                  <a:lnTo>
                    <a:pt x="5061" y="45341"/>
                  </a:lnTo>
                  <a:lnTo>
                    <a:pt x="6748" y="47661"/>
                  </a:lnTo>
                  <a:lnTo>
                    <a:pt x="8646" y="49769"/>
                  </a:lnTo>
                  <a:lnTo>
                    <a:pt x="10755" y="51667"/>
                  </a:lnTo>
                  <a:lnTo>
                    <a:pt x="12864" y="53354"/>
                  </a:lnTo>
                  <a:lnTo>
                    <a:pt x="15395" y="54831"/>
                  </a:lnTo>
                  <a:lnTo>
                    <a:pt x="17925" y="55885"/>
                  </a:lnTo>
                  <a:lnTo>
                    <a:pt x="20456" y="56939"/>
                  </a:lnTo>
                  <a:lnTo>
                    <a:pt x="23408" y="57572"/>
                  </a:lnTo>
                  <a:lnTo>
                    <a:pt x="26150" y="58205"/>
                  </a:lnTo>
                  <a:lnTo>
                    <a:pt x="32266" y="58205"/>
                  </a:lnTo>
                  <a:lnTo>
                    <a:pt x="35007" y="57572"/>
                  </a:lnTo>
                  <a:lnTo>
                    <a:pt x="37749" y="56939"/>
                  </a:lnTo>
                  <a:lnTo>
                    <a:pt x="40490" y="55885"/>
                  </a:lnTo>
                  <a:lnTo>
                    <a:pt x="43021" y="54831"/>
                  </a:lnTo>
                  <a:lnTo>
                    <a:pt x="45551" y="53354"/>
                  </a:lnTo>
                  <a:lnTo>
                    <a:pt x="47660" y="51667"/>
                  </a:lnTo>
                  <a:lnTo>
                    <a:pt x="49769" y="49769"/>
                  </a:lnTo>
                  <a:lnTo>
                    <a:pt x="51667" y="47661"/>
                  </a:lnTo>
                  <a:lnTo>
                    <a:pt x="53354" y="45341"/>
                  </a:lnTo>
                  <a:lnTo>
                    <a:pt x="54830" y="43021"/>
                  </a:lnTo>
                  <a:lnTo>
                    <a:pt x="56096" y="40491"/>
                  </a:lnTo>
                  <a:lnTo>
                    <a:pt x="56939" y="37749"/>
                  </a:lnTo>
                  <a:lnTo>
                    <a:pt x="57783" y="35008"/>
                  </a:lnTo>
                  <a:lnTo>
                    <a:pt x="58204" y="32055"/>
                  </a:lnTo>
                  <a:lnTo>
                    <a:pt x="58204" y="29103"/>
                  </a:lnTo>
                  <a:lnTo>
                    <a:pt x="58204" y="26151"/>
                  </a:lnTo>
                  <a:lnTo>
                    <a:pt x="57783" y="23198"/>
                  </a:lnTo>
                  <a:lnTo>
                    <a:pt x="56939" y="20457"/>
                  </a:lnTo>
                  <a:lnTo>
                    <a:pt x="56096" y="17926"/>
                  </a:lnTo>
                  <a:lnTo>
                    <a:pt x="54830" y="15395"/>
                  </a:lnTo>
                  <a:lnTo>
                    <a:pt x="53354" y="12865"/>
                  </a:lnTo>
                  <a:lnTo>
                    <a:pt x="51667" y="10545"/>
                  </a:lnTo>
                  <a:lnTo>
                    <a:pt x="49769" y="8647"/>
                  </a:lnTo>
                  <a:lnTo>
                    <a:pt x="47660" y="6749"/>
                  </a:lnTo>
                  <a:lnTo>
                    <a:pt x="45551" y="5062"/>
                  </a:lnTo>
                  <a:lnTo>
                    <a:pt x="43021" y="3586"/>
                  </a:lnTo>
                  <a:lnTo>
                    <a:pt x="40490" y="2321"/>
                  </a:lnTo>
                  <a:lnTo>
                    <a:pt x="37749" y="1266"/>
                  </a:lnTo>
                  <a:lnTo>
                    <a:pt x="35007" y="634"/>
                  </a:lnTo>
                  <a:lnTo>
                    <a:pt x="32266" y="212"/>
                  </a:lnTo>
                  <a:lnTo>
                    <a:pt x="29102" y="1"/>
                  </a:lnTo>
                  <a:close/>
                </a:path>
              </a:pathLst>
            </a:custGeom>
            <a:solidFill>
              <a:srgbClr val="D0B08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p2"/>
            <p:cNvSpPr/>
            <p:nvPr/>
          </p:nvSpPr>
          <p:spPr>
            <a:xfrm>
              <a:off x="6090200" y="2372450"/>
              <a:ext cx="1122975" cy="1122975"/>
            </a:xfrm>
            <a:custGeom>
              <a:avLst/>
              <a:gdLst/>
              <a:ahLst/>
              <a:cxnLst/>
              <a:rect l="l" t="t" r="r" b="b"/>
              <a:pathLst>
                <a:path w="44919" h="44919" extrusionOk="0">
                  <a:moveTo>
                    <a:pt x="24674" y="1898"/>
                  </a:moveTo>
                  <a:lnTo>
                    <a:pt x="26572" y="2320"/>
                  </a:lnTo>
                  <a:lnTo>
                    <a:pt x="28680" y="2742"/>
                  </a:lnTo>
                  <a:lnTo>
                    <a:pt x="30578" y="3585"/>
                  </a:lnTo>
                  <a:lnTo>
                    <a:pt x="32266" y="4429"/>
                  </a:lnTo>
                  <a:lnTo>
                    <a:pt x="33953" y="5483"/>
                  </a:lnTo>
                  <a:lnTo>
                    <a:pt x="35640" y="6538"/>
                  </a:lnTo>
                  <a:lnTo>
                    <a:pt x="37116" y="7803"/>
                  </a:lnTo>
                  <a:lnTo>
                    <a:pt x="38381" y="9279"/>
                  </a:lnTo>
                  <a:lnTo>
                    <a:pt x="39436" y="10966"/>
                  </a:lnTo>
                  <a:lnTo>
                    <a:pt x="40490" y="12653"/>
                  </a:lnTo>
                  <a:lnTo>
                    <a:pt x="41334" y="14340"/>
                  </a:lnTo>
                  <a:lnTo>
                    <a:pt x="42177" y="16238"/>
                  </a:lnTo>
                  <a:lnTo>
                    <a:pt x="42599" y="18347"/>
                  </a:lnTo>
                  <a:lnTo>
                    <a:pt x="43021" y="20245"/>
                  </a:lnTo>
                  <a:lnTo>
                    <a:pt x="43021" y="22354"/>
                  </a:lnTo>
                  <a:lnTo>
                    <a:pt x="43021" y="24463"/>
                  </a:lnTo>
                  <a:lnTo>
                    <a:pt x="42599" y="26572"/>
                  </a:lnTo>
                  <a:lnTo>
                    <a:pt x="42177" y="28469"/>
                  </a:lnTo>
                  <a:lnTo>
                    <a:pt x="41334" y="30367"/>
                  </a:lnTo>
                  <a:lnTo>
                    <a:pt x="40490" y="32265"/>
                  </a:lnTo>
                  <a:lnTo>
                    <a:pt x="39436" y="33952"/>
                  </a:lnTo>
                  <a:lnTo>
                    <a:pt x="38381" y="35429"/>
                  </a:lnTo>
                  <a:lnTo>
                    <a:pt x="37116" y="36905"/>
                  </a:lnTo>
                  <a:lnTo>
                    <a:pt x="35640" y="38170"/>
                  </a:lnTo>
                  <a:lnTo>
                    <a:pt x="33953" y="39435"/>
                  </a:lnTo>
                  <a:lnTo>
                    <a:pt x="32266" y="40490"/>
                  </a:lnTo>
                  <a:lnTo>
                    <a:pt x="30578" y="41333"/>
                  </a:lnTo>
                  <a:lnTo>
                    <a:pt x="28680" y="41966"/>
                  </a:lnTo>
                  <a:lnTo>
                    <a:pt x="26572" y="42599"/>
                  </a:lnTo>
                  <a:lnTo>
                    <a:pt x="24674" y="42810"/>
                  </a:lnTo>
                  <a:lnTo>
                    <a:pt x="22565" y="43020"/>
                  </a:lnTo>
                  <a:lnTo>
                    <a:pt x="20456" y="42810"/>
                  </a:lnTo>
                  <a:lnTo>
                    <a:pt x="18347" y="42599"/>
                  </a:lnTo>
                  <a:lnTo>
                    <a:pt x="16449" y="41966"/>
                  </a:lnTo>
                  <a:lnTo>
                    <a:pt x="14551" y="41333"/>
                  </a:lnTo>
                  <a:lnTo>
                    <a:pt x="12653" y="40490"/>
                  </a:lnTo>
                  <a:lnTo>
                    <a:pt x="10966" y="39435"/>
                  </a:lnTo>
                  <a:lnTo>
                    <a:pt x="9490" y="38170"/>
                  </a:lnTo>
                  <a:lnTo>
                    <a:pt x="8014" y="36905"/>
                  </a:lnTo>
                  <a:lnTo>
                    <a:pt x="6748" y="35429"/>
                  </a:lnTo>
                  <a:lnTo>
                    <a:pt x="5483" y="33952"/>
                  </a:lnTo>
                  <a:lnTo>
                    <a:pt x="4429" y="32265"/>
                  </a:lnTo>
                  <a:lnTo>
                    <a:pt x="3585" y="30367"/>
                  </a:lnTo>
                  <a:lnTo>
                    <a:pt x="2952" y="28469"/>
                  </a:lnTo>
                  <a:lnTo>
                    <a:pt x="2320" y="26572"/>
                  </a:lnTo>
                  <a:lnTo>
                    <a:pt x="2109" y="24463"/>
                  </a:lnTo>
                  <a:lnTo>
                    <a:pt x="1898" y="22354"/>
                  </a:lnTo>
                  <a:lnTo>
                    <a:pt x="2109" y="20245"/>
                  </a:lnTo>
                  <a:lnTo>
                    <a:pt x="2320" y="18347"/>
                  </a:lnTo>
                  <a:lnTo>
                    <a:pt x="2952" y="16238"/>
                  </a:lnTo>
                  <a:lnTo>
                    <a:pt x="3585" y="14340"/>
                  </a:lnTo>
                  <a:lnTo>
                    <a:pt x="4429" y="12653"/>
                  </a:lnTo>
                  <a:lnTo>
                    <a:pt x="5483" y="10966"/>
                  </a:lnTo>
                  <a:lnTo>
                    <a:pt x="6748" y="9279"/>
                  </a:lnTo>
                  <a:lnTo>
                    <a:pt x="8014" y="7803"/>
                  </a:lnTo>
                  <a:lnTo>
                    <a:pt x="9490" y="6538"/>
                  </a:lnTo>
                  <a:lnTo>
                    <a:pt x="10966" y="5483"/>
                  </a:lnTo>
                  <a:lnTo>
                    <a:pt x="12653" y="4429"/>
                  </a:lnTo>
                  <a:lnTo>
                    <a:pt x="14551" y="3585"/>
                  </a:lnTo>
                  <a:lnTo>
                    <a:pt x="16449" y="2742"/>
                  </a:lnTo>
                  <a:lnTo>
                    <a:pt x="18347" y="2320"/>
                  </a:lnTo>
                  <a:lnTo>
                    <a:pt x="20456" y="1898"/>
                  </a:lnTo>
                  <a:close/>
                  <a:moveTo>
                    <a:pt x="20245" y="0"/>
                  </a:moveTo>
                  <a:lnTo>
                    <a:pt x="17925" y="422"/>
                  </a:lnTo>
                  <a:lnTo>
                    <a:pt x="15816" y="844"/>
                  </a:lnTo>
                  <a:lnTo>
                    <a:pt x="13708" y="1687"/>
                  </a:lnTo>
                  <a:lnTo>
                    <a:pt x="11810" y="2742"/>
                  </a:lnTo>
                  <a:lnTo>
                    <a:pt x="9912" y="3796"/>
                  </a:lnTo>
                  <a:lnTo>
                    <a:pt x="8225" y="5061"/>
                  </a:lnTo>
                  <a:lnTo>
                    <a:pt x="6537" y="6538"/>
                  </a:lnTo>
                  <a:lnTo>
                    <a:pt x="5272" y="8014"/>
                  </a:lnTo>
                  <a:lnTo>
                    <a:pt x="3796" y="9912"/>
                  </a:lnTo>
                  <a:lnTo>
                    <a:pt x="2742" y="11599"/>
                  </a:lnTo>
                  <a:lnTo>
                    <a:pt x="1898" y="13708"/>
                  </a:lnTo>
                  <a:lnTo>
                    <a:pt x="1054" y="15816"/>
                  </a:lnTo>
                  <a:lnTo>
                    <a:pt x="422" y="17925"/>
                  </a:lnTo>
                  <a:lnTo>
                    <a:pt x="211" y="20034"/>
                  </a:lnTo>
                  <a:lnTo>
                    <a:pt x="0" y="22354"/>
                  </a:lnTo>
                  <a:lnTo>
                    <a:pt x="211" y="24674"/>
                  </a:lnTo>
                  <a:lnTo>
                    <a:pt x="422" y="26993"/>
                  </a:lnTo>
                  <a:lnTo>
                    <a:pt x="1054" y="29102"/>
                  </a:lnTo>
                  <a:lnTo>
                    <a:pt x="1898" y="31211"/>
                  </a:lnTo>
                  <a:lnTo>
                    <a:pt x="2742" y="33109"/>
                  </a:lnTo>
                  <a:lnTo>
                    <a:pt x="3796" y="35007"/>
                  </a:lnTo>
                  <a:lnTo>
                    <a:pt x="5272" y="36694"/>
                  </a:lnTo>
                  <a:lnTo>
                    <a:pt x="6537" y="38381"/>
                  </a:lnTo>
                  <a:lnTo>
                    <a:pt x="8225" y="39646"/>
                  </a:lnTo>
                  <a:lnTo>
                    <a:pt x="9912" y="41123"/>
                  </a:lnTo>
                  <a:lnTo>
                    <a:pt x="11810" y="42177"/>
                  </a:lnTo>
                  <a:lnTo>
                    <a:pt x="13708" y="43020"/>
                  </a:lnTo>
                  <a:lnTo>
                    <a:pt x="15816" y="43864"/>
                  </a:lnTo>
                  <a:lnTo>
                    <a:pt x="17925" y="44497"/>
                  </a:lnTo>
                  <a:lnTo>
                    <a:pt x="20245" y="44708"/>
                  </a:lnTo>
                  <a:lnTo>
                    <a:pt x="22565" y="44918"/>
                  </a:lnTo>
                  <a:lnTo>
                    <a:pt x="24885" y="44708"/>
                  </a:lnTo>
                  <a:lnTo>
                    <a:pt x="26993" y="44497"/>
                  </a:lnTo>
                  <a:lnTo>
                    <a:pt x="29102" y="43864"/>
                  </a:lnTo>
                  <a:lnTo>
                    <a:pt x="31211" y="43020"/>
                  </a:lnTo>
                  <a:lnTo>
                    <a:pt x="33109" y="42177"/>
                  </a:lnTo>
                  <a:lnTo>
                    <a:pt x="35007" y="41123"/>
                  </a:lnTo>
                  <a:lnTo>
                    <a:pt x="36694" y="39646"/>
                  </a:lnTo>
                  <a:lnTo>
                    <a:pt x="38381" y="38381"/>
                  </a:lnTo>
                  <a:lnTo>
                    <a:pt x="39857" y="36694"/>
                  </a:lnTo>
                  <a:lnTo>
                    <a:pt x="41123" y="35007"/>
                  </a:lnTo>
                  <a:lnTo>
                    <a:pt x="42177" y="33109"/>
                  </a:lnTo>
                  <a:lnTo>
                    <a:pt x="43232" y="31211"/>
                  </a:lnTo>
                  <a:lnTo>
                    <a:pt x="43864" y="29102"/>
                  </a:lnTo>
                  <a:lnTo>
                    <a:pt x="44497" y="26993"/>
                  </a:lnTo>
                  <a:lnTo>
                    <a:pt x="44919" y="24674"/>
                  </a:lnTo>
                  <a:lnTo>
                    <a:pt x="44919" y="22354"/>
                  </a:lnTo>
                  <a:lnTo>
                    <a:pt x="44919" y="20034"/>
                  </a:lnTo>
                  <a:lnTo>
                    <a:pt x="44497" y="17925"/>
                  </a:lnTo>
                  <a:lnTo>
                    <a:pt x="43864" y="15816"/>
                  </a:lnTo>
                  <a:lnTo>
                    <a:pt x="43232" y="13708"/>
                  </a:lnTo>
                  <a:lnTo>
                    <a:pt x="42177" y="11599"/>
                  </a:lnTo>
                  <a:lnTo>
                    <a:pt x="41123" y="9912"/>
                  </a:lnTo>
                  <a:lnTo>
                    <a:pt x="39857" y="8014"/>
                  </a:lnTo>
                  <a:lnTo>
                    <a:pt x="38381" y="6538"/>
                  </a:lnTo>
                  <a:lnTo>
                    <a:pt x="36694" y="5061"/>
                  </a:lnTo>
                  <a:lnTo>
                    <a:pt x="35007" y="3796"/>
                  </a:lnTo>
                  <a:lnTo>
                    <a:pt x="33109" y="2742"/>
                  </a:lnTo>
                  <a:lnTo>
                    <a:pt x="31211" y="1687"/>
                  </a:lnTo>
                  <a:lnTo>
                    <a:pt x="29102" y="844"/>
                  </a:lnTo>
                  <a:lnTo>
                    <a:pt x="26993" y="422"/>
                  </a:lnTo>
                  <a:lnTo>
                    <a:pt x="24885"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21;p2"/>
            <p:cNvSpPr/>
            <p:nvPr/>
          </p:nvSpPr>
          <p:spPr>
            <a:xfrm>
              <a:off x="5926750" y="2203725"/>
              <a:ext cx="1455125" cy="1455125"/>
            </a:xfrm>
            <a:custGeom>
              <a:avLst/>
              <a:gdLst/>
              <a:ahLst/>
              <a:cxnLst/>
              <a:rect l="l" t="t" r="r" b="b"/>
              <a:pathLst>
                <a:path w="58205" h="58205" extrusionOk="0">
                  <a:moveTo>
                    <a:pt x="29103" y="1899"/>
                  </a:moveTo>
                  <a:lnTo>
                    <a:pt x="31844" y="2110"/>
                  </a:lnTo>
                  <a:lnTo>
                    <a:pt x="34586" y="2532"/>
                  </a:lnTo>
                  <a:lnTo>
                    <a:pt x="37116" y="3164"/>
                  </a:lnTo>
                  <a:lnTo>
                    <a:pt x="39647" y="4219"/>
                  </a:lnTo>
                  <a:lnTo>
                    <a:pt x="41967" y="5273"/>
                  </a:lnTo>
                  <a:lnTo>
                    <a:pt x="44287" y="6538"/>
                  </a:lnTo>
                  <a:lnTo>
                    <a:pt x="46395" y="8225"/>
                  </a:lnTo>
                  <a:lnTo>
                    <a:pt x="48293" y="9912"/>
                  </a:lnTo>
                  <a:lnTo>
                    <a:pt x="49980" y="11810"/>
                  </a:lnTo>
                  <a:lnTo>
                    <a:pt x="51457" y="13919"/>
                  </a:lnTo>
                  <a:lnTo>
                    <a:pt x="52933" y="16239"/>
                  </a:lnTo>
                  <a:lnTo>
                    <a:pt x="53987" y="18559"/>
                  </a:lnTo>
                  <a:lnTo>
                    <a:pt x="55042" y="21089"/>
                  </a:lnTo>
                  <a:lnTo>
                    <a:pt x="55674" y="23620"/>
                  </a:lnTo>
                  <a:lnTo>
                    <a:pt x="56096" y="26361"/>
                  </a:lnTo>
                  <a:lnTo>
                    <a:pt x="56307" y="29103"/>
                  </a:lnTo>
                  <a:lnTo>
                    <a:pt x="56096" y="31844"/>
                  </a:lnTo>
                  <a:lnTo>
                    <a:pt x="55674" y="34586"/>
                  </a:lnTo>
                  <a:lnTo>
                    <a:pt x="55042" y="37116"/>
                  </a:lnTo>
                  <a:lnTo>
                    <a:pt x="53987" y="39647"/>
                  </a:lnTo>
                  <a:lnTo>
                    <a:pt x="52933" y="42178"/>
                  </a:lnTo>
                  <a:lnTo>
                    <a:pt x="51457" y="44286"/>
                  </a:lnTo>
                  <a:lnTo>
                    <a:pt x="49980" y="46395"/>
                  </a:lnTo>
                  <a:lnTo>
                    <a:pt x="48293" y="48293"/>
                  </a:lnTo>
                  <a:lnTo>
                    <a:pt x="46395" y="50191"/>
                  </a:lnTo>
                  <a:lnTo>
                    <a:pt x="44287" y="51667"/>
                  </a:lnTo>
                  <a:lnTo>
                    <a:pt x="41967" y="52933"/>
                  </a:lnTo>
                  <a:lnTo>
                    <a:pt x="39647" y="54198"/>
                  </a:lnTo>
                  <a:lnTo>
                    <a:pt x="37116" y="55042"/>
                  </a:lnTo>
                  <a:lnTo>
                    <a:pt x="34586" y="55674"/>
                  </a:lnTo>
                  <a:lnTo>
                    <a:pt x="31844" y="56096"/>
                  </a:lnTo>
                  <a:lnTo>
                    <a:pt x="29103" y="56307"/>
                  </a:lnTo>
                  <a:lnTo>
                    <a:pt x="26361" y="56096"/>
                  </a:lnTo>
                  <a:lnTo>
                    <a:pt x="23620" y="55674"/>
                  </a:lnTo>
                  <a:lnTo>
                    <a:pt x="20878" y="55042"/>
                  </a:lnTo>
                  <a:lnTo>
                    <a:pt x="18559" y="54198"/>
                  </a:lnTo>
                  <a:lnTo>
                    <a:pt x="16028" y="52933"/>
                  </a:lnTo>
                  <a:lnTo>
                    <a:pt x="13919" y="51667"/>
                  </a:lnTo>
                  <a:lnTo>
                    <a:pt x="11810" y="50191"/>
                  </a:lnTo>
                  <a:lnTo>
                    <a:pt x="9912" y="48293"/>
                  </a:lnTo>
                  <a:lnTo>
                    <a:pt x="8014" y="46395"/>
                  </a:lnTo>
                  <a:lnTo>
                    <a:pt x="6538" y="44286"/>
                  </a:lnTo>
                  <a:lnTo>
                    <a:pt x="5062" y="42178"/>
                  </a:lnTo>
                  <a:lnTo>
                    <a:pt x="4007" y="39647"/>
                  </a:lnTo>
                  <a:lnTo>
                    <a:pt x="3164" y="37116"/>
                  </a:lnTo>
                  <a:lnTo>
                    <a:pt x="2531" y="34586"/>
                  </a:lnTo>
                  <a:lnTo>
                    <a:pt x="2109" y="31844"/>
                  </a:lnTo>
                  <a:lnTo>
                    <a:pt x="1899" y="29103"/>
                  </a:lnTo>
                  <a:lnTo>
                    <a:pt x="2109" y="26361"/>
                  </a:lnTo>
                  <a:lnTo>
                    <a:pt x="2531" y="23620"/>
                  </a:lnTo>
                  <a:lnTo>
                    <a:pt x="3164" y="21089"/>
                  </a:lnTo>
                  <a:lnTo>
                    <a:pt x="4007" y="18559"/>
                  </a:lnTo>
                  <a:lnTo>
                    <a:pt x="5062" y="16239"/>
                  </a:lnTo>
                  <a:lnTo>
                    <a:pt x="6538" y="13919"/>
                  </a:lnTo>
                  <a:lnTo>
                    <a:pt x="8014" y="11810"/>
                  </a:lnTo>
                  <a:lnTo>
                    <a:pt x="9912" y="9912"/>
                  </a:lnTo>
                  <a:lnTo>
                    <a:pt x="11810" y="8225"/>
                  </a:lnTo>
                  <a:lnTo>
                    <a:pt x="13919" y="6538"/>
                  </a:lnTo>
                  <a:lnTo>
                    <a:pt x="16028" y="5273"/>
                  </a:lnTo>
                  <a:lnTo>
                    <a:pt x="18559" y="4219"/>
                  </a:lnTo>
                  <a:lnTo>
                    <a:pt x="20878" y="3164"/>
                  </a:lnTo>
                  <a:lnTo>
                    <a:pt x="23620" y="2532"/>
                  </a:lnTo>
                  <a:lnTo>
                    <a:pt x="26361" y="2110"/>
                  </a:lnTo>
                  <a:lnTo>
                    <a:pt x="29103" y="1899"/>
                  </a:lnTo>
                  <a:close/>
                  <a:moveTo>
                    <a:pt x="29103" y="1"/>
                  </a:moveTo>
                  <a:lnTo>
                    <a:pt x="26150" y="212"/>
                  </a:lnTo>
                  <a:lnTo>
                    <a:pt x="23198" y="634"/>
                  </a:lnTo>
                  <a:lnTo>
                    <a:pt x="20456" y="1266"/>
                  </a:lnTo>
                  <a:lnTo>
                    <a:pt x="17715" y="2321"/>
                  </a:lnTo>
                  <a:lnTo>
                    <a:pt x="15184" y="3586"/>
                  </a:lnTo>
                  <a:lnTo>
                    <a:pt x="12865" y="5062"/>
                  </a:lnTo>
                  <a:lnTo>
                    <a:pt x="10545" y="6749"/>
                  </a:lnTo>
                  <a:lnTo>
                    <a:pt x="8436" y="8647"/>
                  </a:lnTo>
                  <a:lnTo>
                    <a:pt x="6538" y="10545"/>
                  </a:lnTo>
                  <a:lnTo>
                    <a:pt x="4851" y="12865"/>
                  </a:lnTo>
                  <a:lnTo>
                    <a:pt x="3375" y="15395"/>
                  </a:lnTo>
                  <a:lnTo>
                    <a:pt x="2320" y="17926"/>
                  </a:lnTo>
                  <a:lnTo>
                    <a:pt x="1266" y="20457"/>
                  </a:lnTo>
                  <a:lnTo>
                    <a:pt x="633" y="23198"/>
                  </a:lnTo>
                  <a:lnTo>
                    <a:pt x="1" y="26151"/>
                  </a:lnTo>
                  <a:lnTo>
                    <a:pt x="1" y="29103"/>
                  </a:lnTo>
                  <a:lnTo>
                    <a:pt x="1" y="32055"/>
                  </a:lnTo>
                  <a:lnTo>
                    <a:pt x="633" y="35008"/>
                  </a:lnTo>
                  <a:lnTo>
                    <a:pt x="1266" y="37749"/>
                  </a:lnTo>
                  <a:lnTo>
                    <a:pt x="2320" y="40491"/>
                  </a:lnTo>
                  <a:lnTo>
                    <a:pt x="3375" y="43021"/>
                  </a:lnTo>
                  <a:lnTo>
                    <a:pt x="4851" y="45341"/>
                  </a:lnTo>
                  <a:lnTo>
                    <a:pt x="6538" y="47661"/>
                  </a:lnTo>
                  <a:lnTo>
                    <a:pt x="8436" y="49769"/>
                  </a:lnTo>
                  <a:lnTo>
                    <a:pt x="10545" y="51667"/>
                  </a:lnTo>
                  <a:lnTo>
                    <a:pt x="12865" y="53354"/>
                  </a:lnTo>
                  <a:lnTo>
                    <a:pt x="15184" y="54831"/>
                  </a:lnTo>
                  <a:lnTo>
                    <a:pt x="17715" y="55885"/>
                  </a:lnTo>
                  <a:lnTo>
                    <a:pt x="20456" y="56939"/>
                  </a:lnTo>
                  <a:lnTo>
                    <a:pt x="23198" y="57572"/>
                  </a:lnTo>
                  <a:lnTo>
                    <a:pt x="26150" y="58205"/>
                  </a:lnTo>
                  <a:lnTo>
                    <a:pt x="32055" y="58205"/>
                  </a:lnTo>
                  <a:lnTo>
                    <a:pt x="34797" y="57572"/>
                  </a:lnTo>
                  <a:lnTo>
                    <a:pt x="37749" y="56939"/>
                  </a:lnTo>
                  <a:lnTo>
                    <a:pt x="40280" y="55885"/>
                  </a:lnTo>
                  <a:lnTo>
                    <a:pt x="42810" y="54831"/>
                  </a:lnTo>
                  <a:lnTo>
                    <a:pt x="45341" y="53354"/>
                  </a:lnTo>
                  <a:lnTo>
                    <a:pt x="47450" y="51667"/>
                  </a:lnTo>
                  <a:lnTo>
                    <a:pt x="49559" y="49769"/>
                  </a:lnTo>
                  <a:lnTo>
                    <a:pt x="51457" y="47661"/>
                  </a:lnTo>
                  <a:lnTo>
                    <a:pt x="53144" y="45341"/>
                  </a:lnTo>
                  <a:lnTo>
                    <a:pt x="54620" y="43021"/>
                  </a:lnTo>
                  <a:lnTo>
                    <a:pt x="55885" y="40491"/>
                  </a:lnTo>
                  <a:lnTo>
                    <a:pt x="56940" y="37749"/>
                  </a:lnTo>
                  <a:lnTo>
                    <a:pt x="57572" y="35008"/>
                  </a:lnTo>
                  <a:lnTo>
                    <a:pt x="57994" y="32055"/>
                  </a:lnTo>
                  <a:lnTo>
                    <a:pt x="58205" y="29103"/>
                  </a:lnTo>
                  <a:lnTo>
                    <a:pt x="57994" y="26151"/>
                  </a:lnTo>
                  <a:lnTo>
                    <a:pt x="57572" y="23198"/>
                  </a:lnTo>
                  <a:lnTo>
                    <a:pt x="56940" y="20457"/>
                  </a:lnTo>
                  <a:lnTo>
                    <a:pt x="55885" y="17926"/>
                  </a:lnTo>
                  <a:lnTo>
                    <a:pt x="54620" y="15395"/>
                  </a:lnTo>
                  <a:lnTo>
                    <a:pt x="53144" y="12865"/>
                  </a:lnTo>
                  <a:lnTo>
                    <a:pt x="51457" y="10545"/>
                  </a:lnTo>
                  <a:lnTo>
                    <a:pt x="49559" y="8647"/>
                  </a:lnTo>
                  <a:lnTo>
                    <a:pt x="47450" y="6749"/>
                  </a:lnTo>
                  <a:lnTo>
                    <a:pt x="45341" y="5062"/>
                  </a:lnTo>
                  <a:lnTo>
                    <a:pt x="42810" y="3586"/>
                  </a:lnTo>
                  <a:lnTo>
                    <a:pt x="40280" y="2321"/>
                  </a:lnTo>
                  <a:lnTo>
                    <a:pt x="37749" y="1266"/>
                  </a:lnTo>
                  <a:lnTo>
                    <a:pt x="34797" y="634"/>
                  </a:lnTo>
                  <a:lnTo>
                    <a:pt x="32055" y="212"/>
                  </a:lnTo>
                  <a:lnTo>
                    <a:pt x="29103" y="1"/>
                  </a:lnTo>
                  <a:close/>
                </a:path>
              </a:pathLst>
            </a:custGeom>
            <a:solidFill>
              <a:srgbClr val="D0B08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 1 light">
  <p:cSld name="TITLE_1_1">
    <p:bg>
      <p:bgPr>
        <a:solidFill>
          <a:schemeClr val="lt2"/>
        </a:solidFill>
        <a:effectLst/>
      </p:bgPr>
    </p:bg>
    <p:spTree>
      <p:nvGrpSpPr>
        <p:cNvPr id="1" name="Shape 22"/>
        <p:cNvGrpSpPr/>
        <p:nvPr/>
      </p:nvGrpSpPr>
      <p:grpSpPr>
        <a:xfrm>
          <a:off x="0" y="0"/>
          <a:ext cx="0" cy="0"/>
          <a:chOff x="0" y="0"/>
          <a:chExt cx="0" cy="0"/>
        </a:xfrm>
      </p:grpSpPr>
      <p:sp>
        <p:nvSpPr>
          <p:cNvPr id="23" name="Google Shape;23;p3"/>
          <p:cNvSpPr/>
          <p:nvPr/>
        </p:nvSpPr>
        <p:spPr>
          <a:xfrm>
            <a:off x="6599975" y="-2"/>
            <a:ext cx="2593182" cy="5173790"/>
          </a:xfrm>
          <a:custGeom>
            <a:avLst/>
            <a:gdLst/>
            <a:ahLst/>
            <a:cxnLst/>
            <a:rect l="l" t="t" r="r" b="b"/>
            <a:pathLst>
              <a:path w="105019" h="209550" extrusionOk="0">
                <a:moveTo>
                  <a:pt x="89388" y="16730"/>
                </a:moveTo>
                <a:lnTo>
                  <a:pt x="89388" y="31384"/>
                </a:lnTo>
                <a:lnTo>
                  <a:pt x="103920" y="45915"/>
                </a:lnTo>
                <a:lnTo>
                  <a:pt x="104897" y="44816"/>
                </a:lnTo>
                <a:lnTo>
                  <a:pt x="90854" y="30773"/>
                </a:lnTo>
                <a:lnTo>
                  <a:pt x="90854" y="20271"/>
                </a:lnTo>
                <a:lnTo>
                  <a:pt x="103920" y="33338"/>
                </a:lnTo>
                <a:lnTo>
                  <a:pt x="104897" y="32238"/>
                </a:lnTo>
                <a:lnTo>
                  <a:pt x="89388" y="16730"/>
                </a:lnTo>
                <a:close/>
                <a:moveTo>
                  <a:pt x="15875" y="16730"/>
                </a:moveTo>
                <a:lnTo>
                  <a:pt x="0" y="32727"/>
                </a:lnTo>
                <a:lnTo>
                  <a:pt x="977" y="33704"/>
                </a:lnTo>
                <a:lnTo>
                  <a:pt x="14410" y="20271"/>
                </a:lnTo>
                <a:lnTo>
                  <a:pt x="14410" y="30773"/>
                </a:lnTo>
                <a:lnTo>
                  <a:pt x="0" y="44938"/>
                </a:lnTo>
                <a:lnTo>
                  <a:pt x="977" y="46038"/>
                </a:lnTo>
                <a:lnTo>
                  <a:pt x="15875" y="31384"/>
                </a:lnTo>
                <a:lnTo>
                  <a:pt x="15875" y="16730"/>
                </a:lnTo>
                <a:close/>
                <a:moveTo>
                  <a:pt x="22347" y="366"/>
                </a:moveTo>
                <a:lnTo>
                  <a:pt x="22347" y="38955"/>
                </a:lnTo>
                <a:lnTo>
                  <a:pt x="122" y="61180"/>
                </a:lnTo>
                <a:lnTo>
                  <a:pt x="1099" y="62279"/>
                </a:lnTo>
                <a:lnTo>
                  <a:pt x="23812" y="39565"/>
                </a:lnTo>
                <a:lnTo>
                  <a:pt x="23812" y="366"/>
                </a:lnTo>
                <a:close/>
                <a:moveTo>
                  <a:pt x="80596" y="0"/>
                </a:moveTo>
                <a:lnTo>
                  <a:pt x="80596" y="39565"/>
                </a:lnTo>
                <a:lnTo>
                  <a:pt x="103676" y="62523"/>
                </a:lnTo>
                <a:lnTo>
                  <a:pt x="104653" y="61546"/>
                </a:lnTo>
                <a:lnTo>
                  <a:pt x="82061" y="38955"/>
                </a:lnTo>
                <a:lnTo>
                  <a:pt x="82061" y="0"/>
                </a:lnTo>
                <a:close/>
                <a:moveTo>
                  <a:pt x="51655" y="39077"/>
                </a:moveTo>
                <a:lnTo>
                  <a:pt x="51655" y="90243"/>
                </a:lnTo>
                <a:lnTo>
                  <a:pt x="44084" y="97814"/>
                </a:lnTo>
                <a:lnTo>
                  <a:pt x="44084" y="70461"/>
                </a:lnTo>
                <a:lnTo>
                  <a:pt x="31872" y="58615"/>
                </a:lnTo>
                <a:lnTo>
                  <a:pt x="51655" y="39077"/>
                </a:lnTo>
                <a:close/>
                <a:moveTo>
                  <a:pt x="53120" y="39077"/>
                </a:moveTo>
                <a:lnTo>
                  <a:pt x="72658" y="58615"/>
                </a:lnTo>
                <a:lnTo>
                  <a:pt x="61057" y="70583"/>
                </a:lnTo>
                <a:lnTo>
                  <a:pt x="61057" y="98181"/>
                </a:lnTo>
                <a:lnTo>
                  <a:pt x="53120" y="90243"/>
                </a:lnTo>
                <a:lnTo>
                  <a:pt x="53120" y="39077"/>
                </a:lnTo>
                <a:close/>
                <a:moveTo>
                  <a:pt x="16852" y="73513"/>
                </a:moveTo>
                <a:lnTo>
                  <a:pt x="16852" y="114056"/>
                </a:lnTo>
                <a:lnTo>
                  <a:pt x="11357" y="108561"/>
                </a:lnTo>
                <a:lnTo>
                  <a:pt x="11357" y="79009"/>
                </a:lnTo>
                <a:lnTo>
                  <a:pt x="16852" y="73513"/>
                </a:lnTo>
                <a:close/>
                <a:moveTo>
                  <a:pt x="86702" y="72537"/>
                </a:moveTo>
                <a:lnTo>
                  <a:pt x="93174" y="79131"/>
                </a:lnTo>
                <a:lnTo>
                  <a:pt x="93174" y="108683"/>
                </a:lnTo>
                <a:lnTo>
                  <a:pt x="86702" y="115155"/>
                </a:lnTo>
                <a:lnTo>
                  <a:pt x="86702" y="72537"/>
                </a:lnTo>
                <a:close/>
                <a:moveTo>
                  <a:pt x="52387" y="91587"/>
                </a:moveTo>
                <a:lnTo>
                  <a:pt x="65820" y="105019"/>
                </a:lnTo>
                <a:lnTo>
                  <a:pt x="52387" y="118574"/>
                </a:lnTo>
                <a:lnTo>
                  <a:pt x="38955" y="105019"/>
                </a:lnTo>
                <a:lnTo>
                  <a:pt x="52387" y="91587"/>
                </a:lnTo>
                <a:close/>
                <a:moveTo>
                  <a:pt x="31506" y="60325"/>
                </a:moveTo>
                <a:lnTo>
                  <a:pt x="42618" y="71071"/>
                </a:lnTo>
                <a:lnTo>
                  <a:pt x="42618" y="99280"/>
                </a:lnTo>
                <a:lnTo>
                  <a:pt x="36879" y="105019"/>
                </a:lnTo>
                <a:lnTo>
                  <a:pt x="52387" y="120650"/>
                </a:lnTo>
                <a:lnTo>
                  <a:pt x="67896" y="105019"/>
                </a:lnTo>
                <a:lnTo>
                  <a:pt x="62523" y="99646"/>
                </a:lnTo>
                <a:lnTo>
                  <a:pt x="62523" y="71071"/>
                </a:lnTo>
                <a:lnTo>
                  <a:pt x="73025" y="60447"/>
                </a:lnTo>
                <a:lnTo>
                  <a:pt x="73025" y="113079"/>
                </a:lnTo>
                <a:lnTo>
                  <a:pt x="52387" y="133838"/>
                </a:lnTo>
                <a:lnTo>
                  <a:pt x="31506" y="112713"/>
                </a:lnTo>
                <a:lnTo>
                  <a:pt x="31506" y="60325"/>
                </a:lnTo>
                <a:close/>
                <a:moveTo>
                  <a:pt x="30040" y="60447"/>
                </a:moveTo>
                <a:lnTo>
                  <a:pt x="30040" y="113323"/>
                </a:lnTo>
                <a:lnTo>
                  <a:pt x="45915" y="129320"/>
                </a:lnTo>
                <a:lnTo>
                  <a:pt x="39077" y="136281"/>
                </a:lnTo>
                <a:lnTo>
                  <a:pt x="18317" y="115521"/>
                </a:lnTo>
                <a:lnTo>
                  <a:pt x="18317" y="72170"/>
                </a:lnTo>
                <a:lnTo>
                  <a:pt x="30040" y="60447"/>
                </a:lnTo>
                <a:close/>
                <a:moveTo>
                  <a:pt x="74490" y="60325"/>
                </a:moveTo>
                <a:lnTo>
                  <a:pt x="85236" y="71071"/>
                </a:lnTo>
                <a:lnTo>
                  <a:pt x="85236" y="116620"/>
                </a:lnTo>
                <a:lnTo>
                  <a:pt x="65454" y="136281"/>
                </a:lnTo>
                <a:lnTo>
                  <a:pt x="58737" y="129564"/>
                </a:lnTo>
                <a:lnTo>
                  <a:pt x="74490" y="113689"/>
                </a:lnTo>
                <a:lnTo>
                  <a:pt x="74490" y="60325"/>
                </a:lnTo>
                <a:close/>
                <a:moveTo>
                  <a:pt x="85236" y="118696"/>
                </a:moveTo>
                <a:lnTo>
                  <a:pt x="85236" y="139334"/>
                </a:lnTo>
                <a:lnTo>
                  <a:pt x="76810" y="147760"/>
                </a:lnTo>
                <a:lnTo>
                  <a:pt x="66553" y="137380"/>
                </a:lnTo>
                <a:lnTo>
                  <a:pt x="85236" y="118696"/>
                </a:lnTo>
                <a:close/>
                <a:moveTo>
                  <a:pt x="18317" y="117597"/>
                </a:moveTo>
                <a:lnTo>
                  <a:pt x="37978" y="137258"/>
                </a:lnTo>
                <a:lnTo>
                  <a:pt x="27232" y="148248"/>
                </a:lnTo>
                <a:lnTo>
                  <a:pt x="18317" y="139334"/>
                </a:lnTo>
                <a:lnTo>
                  <a:pt x="18317" y="117597"/>
                </a:lnTo>
                <a:close/>
                <a:moveTo>
                  <a:pt x="57760" y="130541"/>
                </a:moveTo>
                <a:lnTo>
                  <a:pt x="75711" y="148737"/>
                </a:lnTo>
                <a:lnTo>
                  <a:pt x="60081" y="164612"/>
                </a:lnTo>
                <a:lnTo>
                  <a:pt x="60081" y="141654"/>
                </a:lnTo>
                <a:lnTo>
                  <a:pt x="53486" y="134815"/>
                </a:lnTo>
                <a:lnTo>
                  <a:pt x="57760" y="130541"/>
                </a:lnTo>
                <a:close/>
                <a:moveTo>
                  <a:pt x="46892" y="130419"/>
                </a:moveTo>
                <a:lnTo>
                  <a:pt x="51410" y="134815"/>
                </a:lnTo>
                <a:lnTo>
                  <a:pt x="44328" y="141898"/>
                </a:lnTo>
                <a:lnTo>
                  <a:pt x="44328" y="165588"/>
                </a:lnTo>
                <a:lnTo>
                  <a:pt x="28209" y="149225"/>
                </a:lnTo>
                <a:lnTo>
                  <a:pt x="46892" y="130419"/>
                </a:lnTo>
                <a:close/>
                <a:moveTo>
                  <a:pt x="52387" y="135914"/>
                </a:moveTo>
                <a:lnTo>
                  <a:pt x="58615" y="142264"/>
                </a:lnTo>
                <a:lnTo>
                  <a:pt x="58615" y="166077"/>
                </a:lnTo>
                <a:lnTo>
                  <a:pt x="51777" y="173038"/>
                </a:lnTo>
                <a:lnTo>
                  <a:pt x="45793" y="167054"/>
                </a:lnTo>
                <a:lnTo>
                  <a:pt x="45793" y="142509"/>
                </a:lnTo>
                <a:lnTo>
                  <a:pt x="52387" y="135914"/>
                </a:lnTo>
                <a:close/>
                <a:moveTo>
                  <a:pt x="76078" y="150568"/>
                </a:moveTo>
                <a:lnTo>
                  <a:pt x="76444" y="175724"/>
                </a:lnTo>
                <a:lnTo>
                  <a:pt x="71681" y="172305"/>
                </a:lnTo>
                <a:lnTo>
                  <a:pt x="71681" y="155209"/>
                </a:lnTo>
                <a:lnTo>
                  <a:pt x="71559" y="155209"/>
                </a:lnTo>
                <a:lnTo>
                  <a:pt x="76078" y="150568"/>
                </a:lnTo>
                <a:close/>
                <a:moveTo>
                  <a:pt x="27720" y="150813"/>
                </a:moveTo>
                <a:lnTo>
                  <a:pt x="33093" y="156186"/>
                </a:lnTo>
                <a:lnTo>
                  <a:pt x="32849" y="156186"/>
                </a:lnTo>
                <a:lnTo>
                  <a:pt x="32849" y="172183"/>
                </a:lnTo>
                <a:lnTo>
                  <a:pt x="27720" y="175846"/>
                </a:lnTo>
                <a:lnTo>
                  <a:pt x="27720" y="150813"/>
                </a:lnTo>
                <a:close/>
                <a:moveTo>
                  <a:pt x="30040" y="366"/>
                </a:moveTo>
                <a:lnTo>
                  <a:pt x="30040" y="58493"/>
                </a:lnTo>
                <a:lnTo>
                  <a:pt x="18317" y="70094"/>
                </a:lnTo>
                <a:lnTo>
                  <a:pt x="18317" y="52998"/>
                </a:lnTo>
                <a:lnTo>
                  <a:pt x="366" y="71071"/>
                </a:lnTo>
                <a:lnTo>
                  <a:pt x="1343" y="72048"/>
                </a:lnTo>
                <a:lnTo>
                  <a:pt x="16852" y="56539"/>
                </a:lnTo>
                <a:lnTo>
                  <a:pt x="16852" y="71560"/>
                </a:lnTo>
                <a:lnTo>
                  <a:pt x="10013" y="78276"/>
                </a:lnTo>
                <a:lnTo>
                  <a:pt x="9891" y="78398"/>
                </a:lnTo>
                <a:lnTo>
                  <a:pt x="9891" y="109171"/>
                </a:lnTo>
                <a:lnTo>
                  <a:pt x="16852" y="116132"/>
                </a:lnTo>
                <a:lnTo>
                  <a:pt x="16852" y="139944"/>
                </a:lnTo>
                <a:lnTo>
                  <a:pt x="26133" y="149225"/>
                </a:lnTo>
                <a:lnTo>
                  <a:pt x="16608" y="158872"/>
                </a:lnTo>
                <a:lnTo>
                  <a:pt x="1343" y="143486"/>
                </a:lnTo>
                <a:lnTo>
                  <a:pt x="244" y="144585"/>
                </a:lnTo>
                <a:lnTo>
                  <a:pt x="15631" y="159849"/>
                </a:lnTo>
                <a:lnTo>
                  <a:pt x="10502" y="164978"/>
                </a:lnTo>
                <a:lnTo>
                  <a:pt x="10502" y="192332"/>
                </a:lnTo>
                <a:lnTo>
                  <a:pt x="27110" y="208939"/>
                </a:lnTo>
                <a:lnTo>
                  <a:pt x="28086" y="207840"/>
                </a:lnTo>
                <a:lnTo>
                  <a:pt x="11967" y="191721"/>
                </a:lnTo>
                <a:lnTo>
                  <a:pt x="11967" y="165588"/>
                </a:lnTo>
                <a:lnTo>
                  <a:pt x="26255" y="151301"/>
                </a:lnTo>
                <a:lnTo>
                  <a:pt x="26255" y="178655"/>
                </a:lnTo>
                <a:lnTo>
                  <a:pt x="30040" y="175968"/>
                </a:lnTo>
                <a:lnTo>
                  <a:pt x="30040" y="208207"/>
                </a:lnTo>
                <a:lnTo>
                  <a:pt x="31506" y="208207"/>
                </a:lnTo>
                <a:lnTo>
                  <a:pt x="31506" y="174869"/>
                </a:lnTo>
                <a:lnTo>
                  <a:pt x="34314" y="173038"/>
                </a:lnTo>
                <a:lnTo>
                  <a:pt x="34314" y="157529"/>
                </a:lnTo>
                <a:lnTo>
                  <a:pt x="44328" y="167664"/>
                </a:lnTo>
                <a:lnTo>
                  <a:pt x="44328" y="207840"/>
                </a:lnTo>
                <a:lnTo>
                  <a:pt x="45793" y="207840"/>
                </a:lnTo>
                <a:lnTo>
                  <a:pt x="45793" y="169130"/>
                </a:lnTo>
                <a:lnTo>
                  <a:pt x="51777" y="175113"/>
                </a:lnTo>
                <a:lnTo>
                  <a:pt x="58615" y="168153"/>
                </a:lnTo>
                <a:lnTo>
                  <a:pt x="58615" y="207840"/>
                </a:lnTo>
                <a:lnTo>
                  <a:pt x="60081" y="207840"/>
                </a:lnTo>
                <a:lnTo>
                  <a:pt x="60081" y="166688"/>
                </a:lnTo>
                <a:lnTo>
                  <a:pt x="70216" y="156552"/>
                </a:lnTo>
                <a:lnTo>
                  <a:pt x="70216" y="173038"/>
                </a:lnTo>
                <a:lnTo>
                  <a:pt x="72658" y="174747"/>
                </a:lnTo>
                <a:lnTo>
                  <a:pt x="72658" y="208207"/>
                </a:lnTo>
                <a:lnTo>
                  <a:pt x="74124" y="208207"/>
                </a:lnTo>
                <a:lnTo>
                  <a:pt x="74124" y="175846"/>
                </a:lnTo>
                <a:lnTo>
                  <a:pt x="77909" y="178655"/>
                </a:lnTo>
                <a:lnTo>
                  <a:pt x="77543" y="150568"/>
                </a:lnTo>
                <a:lnTo>
                  <a:pt x="92441" y="165711"/>
                </a:lnTo>
                <a:lnTo>
                  <a:pt x="92441" y="191965"/>
                </a:lnTo>
                <a:lnTo>
                  <a:pt x="75956" y="208451"/>
                </a:lnTo>
                <a:lnTo>
                  <a:pt x="77055" y="209550"/>
                </a:lnTo>
                <a:lnTo>
                  <a:pt x="93906" y="192576"/>
                </a:lnTo>
                <a:lnTo>
                  <a:pt x="93906" y="165100"/>
                </a:lnTo>
                <a:lnTo>
                  <a:pt x="89388" y="160460"/>
                </a:lnTo>
                <a:lnTo>
                  <a:pt x="105019" y="144829"/>
                </a:lnTo>
                <a:lnTo>
                  <a:pt x="104042" y="143730"/>
                </a:lnTo>
                <a:lnTo>
                  <a:pt x="88289" y="159483"/>
                </a:lnTo>
                <a:lnTo>
                  <a:pt x="77787" y="148737"/>
                </a:lnTo>
                <a:lnTo>
                  <a:pt x="86702" y="139944"/>
                </a:lnTo>
                <a:lnTo>
                  <a:pt x="86702" y="117231"/>
                </a:lnTo>
                <a:lnTo>
                  <a:pt x="94639" y="109293"/>
                </a:lnTo>
                <a:lnTo>
                  <a:pt x="94639" y="78520"/>
                </a:lnTo>
                <a:lnTo>
                  <a:pt x="86702" y="70461"/>
                </a:lnTo>
                <a:lnTo>
                  <a:pt x="86702" y="56539"/>
                </a:lnTo>
                <a:lnTo>
                  <a:pt x="103553" y="73513"/>
                </a:lnTo>
                <a:lnTo>
                  <a:pt x="104530" y="72414"/>
                </a:lnTo>
                <a:lnTo>
                  <a:pt x="85236" y="52998"/>
                </a:lnTo>
                <a:lnTo>
                  <a:pt x="85236" y="68995"/>
                </a:lnTo>
                <a:lnTo>
                  <a:pt x="74490" y="58249"/>
                </a:lnTo>
                <a:lnTo>
                  <a:pt x="74490" y="366"/>
                </a:lnTo>
                <a:lnTo>
                  <a:pt x="73025" y="366"/>
                </a:lnTo>
                <a:lnTo>
                  <a:pt x="73025" y="56784"/>
                </a:lnTo>
                <a:lnTo>
                  <a:pt x="53120" y="37001"/>
                </a:lnTo>
                <a:lnTo>
                  <a:pt x="53120" y="23324"/>
                </a:lnTo>
                <a:lnTo>
                  <a:pt x="63256" y="33582"/>
                </a:lnTo>
                <a:lnTo>
                  <a:pt x="63256" y="366"/>
                </a:lnTo>
                <a:lnTo>
                  <a:pt x="61790" y="366"/>
                </a:lnTo>
                <a:lnTo>
                  <a:pt x="61790" y="30040"/>
                </a:lnTo>
                <a:lnTo>
                  <a:pt x="53120" y="21126"/>
                </a:lnTo>
                <a:lnTo>
                  <a:pt x="53120" y="21004"/>
                </a:lnTo>
                <a:lnTo>
                  <a:pt x="52998" y="21004"/>
                </a:lnTo>
                <a:lnTo>
                  <a:pt x="52265" y="20271"/>
                </a:lnTo>
                <a:lnTo>
                  <a:pt x="42740" y="30040"/>
                </a:lnTo>
                <a:lnTo>
                  <a:pt x="42740" y="366"/>
                </a:lnTo>
                <a:lnTo>
                  <a:pt x="41275" y="366"/>
                </a:lnTo>
                <a:lnTo>
                  <a:pt x="41275" y="33582"/>
                </a:lnTo>
                <a:lnTo>
                  <a:pt x="51655" y="22958"/>
                </a:lnTo>
                <a:lnTo>
                  <a:pt x="51655" y="37001"/>
                </a:lnTo>
                <a:lnTo>
                  <a:pt x="31506" y="57028"/>
                </a:lnTo>
                <a:lnTo>
                  <a:pt x="31506" y="366"/>
                </a:lnTo>
                <a:close/>
              </a:path>
            </a:pathLst>
          </a:custGeom>
          <a:solidFill>
            <a:srgbClr val="F0E6D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24;p3"/>
          <p:cNvSpPr txBox="1">
            <a:spLocks noGrp="1"/>
          </p:cNvSpPr>
          <p:nvPr>
            <p:ph type="ctrTitle"/>
          </p:nvPr>
        </p:nvSpPr>
        <p:spPr>
          <a:xfrm>
            <a:off x="457200" y="1152475"/>
            <a:ext cx="5966700" cy="1644600"/>
          </a:xfrm>
          <a:prstGeom prst="rect">
            <a:avLst/>
          </a:prstGeom>
        </p:spPr>
        <p:txBody>
          <a:bodyPr spcFirstLastPara="1" wrap="square" lIns="0" tIns="0" rIns="0" bIns="0" anchor="b" anchorCtr="0">
            <a:normAutofit/>
          </a:bodyPr>
          <a:lstStyle>
            <a:lvl1pPr lvl="0" rtl="0">
              <a:spcBef>
                <a:spcPts val="0"/>
              </a:spcBef>
              <a:spcAft>
                <a:spcPts val="0"/>
              </a:spcAft>
              <a:buSzPts val="3400"/>
              <a:buNone/>
              <a:defRPr/>
            </a:lvl1pPr>
            <a:lvl2pPr lvl="1" rtl="0">
              <a:spcBef>
                <a:spcPts val="0"/>
              </a:spcBef>
              <a:spcAft>
                <a:spcPts val="0"/>
              </a:spcAft>
              <a:buSzPts val="5200"/>
              <a:buNone/>
              <a:defRPr sz="5200"/>
            </a:lvl2pPr>
            <a:lvl3pPr lvl="2" rtl="0">
              <a:spcBef>
                <a:spcPts val="0"/>
              </a:spcBef>
              <a:spcAft>
                <a:spcPts val="0"/>
              </a:spcAft>
              <a:buSzPts val="5200"/>
              <a:buNone/>
              <a:defRPr sz="5200"/>
            </a:lvl3pPr>
            <a:lvl4pPr lvl="3" rtl="0">
              <a:spcBef>
                <a:spcPts val="0"/>
              </a:spcBef>
              <a:spcAft>
                <a:spcPts val="0"/>
              </a:spcAft>
              <a:buSzPts val="5200"/>
              <a:buNone/>
              <a:defRPr sz="5200"/>
            </a:lvl4pPr>
            <a:lvl5pPr lvl="4" rtl="0">
              <a:spcBef>
                <a:spcPts val="0"/>
              </a:spcBef>
              <a:spcAft>
                <a:spcPts val="0"/>
              </a:spcAft>
              <a:buSzPts val="5200"/>
              <a:buNone/>
              <a:defRPr sz="5200"/>
            </a:lvl5pPr>
            <a:lvl6pPr lvl="5" rtl="0">
              <a:spcBef>
                <a:spcPts val="0"/>
              </a:spcBef>
              <a:spcAft>
                <a:spcPts val="0"/>
              </a:spcAft>
              <a:buSzPts val="5200"/>
              <a:buNone/>
              <a:defRPr sz="5200"/>
            </a:lvl6pPr>
            <a:lvl7pPr lvl="6" rtl="0">
              <a:spcBef>
                <a:spcPts val="0"/>
              </a:spcBef>
              <a:spcAft>
                <a:spcPts val="0"/>
              </a:spcAft>
              <a:buSzPts val="5200"/>
              <a:buNone/>
              <a:defRPr sz="5200"/>
            </a:lvl7pPr>
            <a:lvl8pPr lvl="7" rtl="0">
              <a:spcBef>
                <a:spcPts val="0"/>
              </a:spcBef>
              <a:spcAft>
                <a:spcPts val="0"/>
              </a:spcAft>
              <a:buSzPts val="5200"/>
              <a:buNone/>
              <a:defRPr sz="5200"/>
            </a:lvl8pPr>
            <a:lvl9pPr lvl="8" rtl="0">
              <a:spcBef>
                <a:spcPts val="0"/>
              </a:spcBef>
              <a:spcAft>
                <a:spcPts val="0"/>
              </a:spcAft>
              <a:buSzPts val="5200"/>
              <a:buNone/>
              <a:defRPr sz="5200"/>
            </a:lvl9pPr>
          </a:lstStyle>
          <a:p>
            <a:endParaRPr/>
          </a:p>
        </p:txBody>
      </p:sp>
      <p:sp>
        <p:nvSpPr>
          <p:cNvPr id="25" name="Google Shape;25;p3"/>
          <p:cNvSpPr txBox="1">
            <a:spLocks noGrp="1"/>
          </p:cNvSpPr>
          <p:nvPr>
            <p:ph type="subTitle" idx="1"/>
          </p:nvPr>
        </p:nvSpPr>
        <p:spPr>
          <a:xfrm>
            <a:off x="457200" y="3062725"/>
            <a:ext cx="4563900" cy="792600"/>
          </a:xfrm>
          <a:prstGeom prst="rect">
            <a:avLst/>
          </a:prstGeom>
        </p:spPr>
        <p:txBody>
          <a:bodyPr spcFirstLastPara="1" wrap="square" lIns="0" tIns="0" rIns="0" bIns="0" anchor="t" anchorCtr="0">
            <a:normAutofit/>
          </a:bodyPr>
          <a:lstStyle>
            <a:lvl1pPr lvl="0" rtl="0">
              <a:lnSpc>
                <a:spcPct val="100000"/>
              </a:lnSpc>
              <a:spcBef>
                <a:spcPts val="0"/>
              </a:spcBef>
              <a:spcAft>
                <a:spcPts val="0"/>
              </a:spcAft>
              <a:buClr>
                <a:schemeClr val="dk1"/>
              </a:buClr>
              <a:buSzPts val="1800"/>
              <a:buFont typeface="IBM Plex Sans Medium"/>
              <a:buNone/>
              <a:defRPr sz="1800">
                <a:latin typeface="IBM Plex Sans Medium"/>
                <a:ea typeface="IBM Plex Sans Medium"/>
                <a:cs typeface="IBM Plex Sans Medium"/>
                <a:sym typeface="IBM Plex Sans Medium"/>
              </a:defRPr>
            </a:lvl1pPr>
            <a:lvl2pPr lvl="1" rtl="0">
              <a:lnSpc>
                <a:spcPct val="100000"/>
              </a:lnSpc>
              <a:spcBef>
                <a:spcPts val="0"/>
              </a:spcBef>
              <a:spcAft>
                <a:spcPts val="0"/>
              </a:spcAft>
              <a:buClr>
                <a:schemeClr val="dk1"/>
              </a:buClr>
              <a:buSzPts val="2800"/>
              <a:buNone/>
              <a:defRPr sz="2800"/>
            </a:lvl2pPr>
            <a:lvl3pPr lvl="2" rtl="0">
              <a:lnSpc>
                <a:spcPct val="100000"/>
              </a:lnSpc>
              <a:spcBef>
                <a:spcPts val="0"/>
              </a:spcBef>
              <a:spcAft>
                <a:spcPts val="0"/>
              </a:spcAft>
              <a:buClr>
                <a:schemeClr val="dk1"/>
              </a:buClr>
              <a:buSzPts val="2800"/>
              <a:buNone/>
              <a:defRPr sz="2800"/>
            </a:lvl3pPr>
            <a:lvl4pPr lvl="3" rtl="0">
              <a:lnSpc>
                <a:spcPct val="100000"/>
              </a:lnSpc>
              <a:spcBef>
                <a:spcPts val="0"/>
              </a:spcBef>
              <a:spcAft>
                <a:spcPts val="0"/>
              </a:spcAft>
              <a:buClr>
                <a:schemeClr val="dk1"/>
              </a:buClr>
              <a:buSzPts val="2800"/>
              <a:buNone/>
              <a:defRPr sz="2800"/>
            </a:lvl4pPr>
            <a:lvl5pPr lvl="4" rtl="0">
              <a:lnSpc>
                <a:spcPct val="100000"/>
              </a:lnSpc>
              <a:spcBef>
                <a:spcPts val="0"/>
              </a:spcBef>
              <a:spcAft>
                <a:spcPts val="0"/>
              </a:spcAft>
              <a:buSzPts val="2800"/>
              <a:buNone/>
              <a:defRPr sz="2800"/>
            </a:lvl5pPr>
            <a:lvl6pPr lvl="5" rtl="0">
              <a:lnSpc>
                <a:spcPct val="100000"/>
              </a:lnSpc>
              <a:spcBef>
                <a:spcPts val="0"/>
              </a:spcBef>
              <a:spcAft>
                <a:spcPts val="0"/>
              </a:spcAft>
              <a:buSzPts val="2800"/>
              <a:buNone/>
              <a:defRPr sz="2800"/>
            </a:lvl6pPr>
            <a:lvl7pPr lvl="6" rtl="0">
              <a:lnSpc>
                <a:spcPct val="100000"/>
              </a:lnSpc>
              <a:spcBef>
                <a:spcPts val="0"/>
              </a:spcBef>
              <a:spcAft>
                <a:spcPts val="0"/>
              </a:spcAft>
              <a:buSzPts val="2800"/>
              <a:buNone/>
              <a:defRPr sz="2800"/>
            </a:lvl7pPr>
            <a:lvl8pPr lvl="7" rtl="0">
              <a:lnSpc>
                <a:spcPct val="100000"/>
              </a:lnSpc>
              <a:spcBef>
                <a:spcPts val="0"/>
              </a:spcBef>
              <a:spcAft>
                <a:spcPts val="0"/>
              </a:spcAft>
              <a:buSzPts val="2800"/>
              <a:buNone/>
              <a:defRPr sz="2800"/>
            </a:lvl8pPr>
            <a:lvl9pPr lvl="8" rtl="0">
              <a:lnSpc>
                <a:spcPct val="100000"/>
              </a:lnSpc>
              <a:spcBef>
                <a:spcPts val="0"/>
              </a:spcBef>
              <a:spcAft>
                <a:spcPts val="0"/>
              </a:spcAft>
              <a:buSzPts val="2800"/>
              <a:buNone/>
              <a:defRPr sz="2800"/>
            </a:lvl9pPr>
          </a:lstStyle>
          <a:p>
            <a:endParaRPr/>
          </a:p>
        </p:txBody>
      </p:sp>
      <p:sp>
        <p:nvSpPr>
          <p:cNvPr id="26" name="Google Shape;26;p3"/>
          <p:cNvSpPr txBox="1">
            <a:spLocks noGrp="1"/>
          </p:cNvSpPr>
          <p:nvPr>
            <p:ph type="subTitle" idx="2"/>
          </p:nvPr>
        </p:nvSpPr>
        <p:spPr>
          <a:xfrm>
            <a:off x="457200" y="4236325"/>
            <a:ext cx="4563900" cy="792600"/>
          </a:xfrm>
          <a:prstGeom prst="rect">
            <a:avLst/>
          </a:prstGeom>
        </p:spPr>
        <p:txBody>
          <a:bodyPr spcFirstLastPara="1" wrap="square" lIns="0" tIns="0" rIns="0" bIns="0" anchor="t" anchorCtr="0">
            <a:normAutofit/>
          </a:bodyPr>
          <a:lstStyle>
            <a:lvl1pPr lvl="0" rtl="0">
              <a:lnSpc>
                <a:spcPct val="100000"/>
              </a:lnSpc>
              <a:spcBef>
                <a:spcPts val="0"/>
              </a:spcBef>
              <a:spcAft>
                <a:spcPts val="0"/>
              </a:spcAft>
              <a:buClr>
                <a:schemeClr val="dk1"/>
              </a:buClr>
              <a:buSzPts val="1400"/>
              <a:buNone/>
              <a:defRPr sz="1400"/>
            </a:lvl1pPr>
            <a:lvl2pPr lvl="1" rtl="0">
              <a:lnSpc>
                <a:spcPct val="100000"/>
              </a:lnSpc>
              <a:spcBef>
                <a:spcPts val="0"/>
              </a:spcBef>
              <a:spcAft>
                <a:spcPts val="0"/>
              </a:spcAft>
              <a:buClr>
                <a:schemeClr val="dk1"/>
              </a:buClr>
              <a:buSzPts val="2800"/>
              <a:buNone/>
              <a:defRPr sz="2800"/>
            </a:lvl2pPr>
            <a:lvl3pPr lvl="2" rtl="0">
              <a:lnSpc>
                <a:spcPct val="100000"/>
              </a:lnSpc>
              <a:spcBef>
                <a:spcPts val="0"/>
              </a:spcBef>
              <a:spcAft>
                <a:spcPts val="0"/>
              </a:spcAft>
              <a:buClr>
                <a:schemeClr val="dk1"/>
              </a:buClr>
              <a:buSzPts val="2800"/>
              <a:buNone/>
              <a:defRPr sz="2800"/>
            </a:lvl3pPr>
            <a:lvl4pPr lvl="3" rtl="0">
              <a:lnSpc>
                <a:spcPct val="100000"/>
              </a:lnSpc>
              <a:spcBef>
                <a:spcPts val="0"/>
              </a:spcBef>
              <a:spcAft>
                <a:spcPts val="0"/>
              </a:spcAft>
              <a:buClr>
                <a:schemeClr val="dk1"/>
              </a:buClr>
              <a:buSzPts val="2800"/>
              <a:buNone/>
              <a:defRPr sz="2800"/>
            </a:lvl4pPr>
            <a:lvl5pPr lvl="4" rtl="0">
              <a:lnSpc>
                <a:spcPct val="100000"/>
              </a:lnSpc>
              <a:spcBef>
                <a:spcPts val="0"/>
              </a:spcBef>
              <a:spcAft>
                <a:spcPts val="0"/>
              </a:spcAft>
              <a:buSzPts val="2800"/>
              <a:buNone/>
              <a:defRPr sz="2800"/>
            </a:lvl5pPr>
            <a:lvl6pPr lvl="5" rtl="0">
              <a:lnSpc>
                <a:spcPct val="100000"/>
              </a:lnSpc>
              <a:spcBef>
                <a:spcPts val="0"/>
              </a:spcBef>
              <a:spcAft>
                <a:spcPts val="0"/>
              </a:spcAft>
              <a:buSzPts val="2800"/>
              <a:buNone/>
              <a:defRPr sz="2800"/>
            </a:lvl6pPr>
            <a:lvl7pPr lvl="6" rtl="0">
              <a:lnSpc>
                <a:spcPct val="100000"/>
              </a:lnSpc>
              <a:spcBef>
                <a:spcPts val="0"/>
              </a:spcBef>
              <a:spcAft>
                <a:spcPts val="0"/>
              </a:spcAft>
              <a:buSzPts val="2800"/>
              <a:buNone/>
              <a:defRPr sz="2800"/>
            </a:lvl7pPr>
            <a:lvl8pPr lvl="7" rtl="0">
              <a:lnSpc>
                <a:spcPct val="100000"/>
              </a:lnSpc>
              <a:spcBef>
                <a:spcPts val="0"/>
              </a:spcBef>
              <a:spcAft>
                <a:spcPts val="0"/>
              </a:spcAft>
              <a:buSzPts val="2800"/>
              <a:buNone/>
              <a:defRPr sz="2800"/>
            </a:lvl8pPr>
            <a:lvl9pPr lvl="8" rtl="0">
              <a:lnSpc>
                <a:spcPct val="100000"/>
              </a:lnSpc>
              <a:spcBef>
                <a:spcPts val="0"/>
              </a:spcBef>
              <a:spcAft>
                <a:spcPts val="0"/>
              </a:spcAft>
              <a:buSzPts val="2800"/>
              <a:buNone/>
              <a:defRPr sz="2800"/>
            </a:lvl9pPr>
          </a:lstStyle>
          <a:p>
            <a:endParaRPr/>
          </a:p>
        </p:txBody>
      </p:sp>
      <p:pic>
        <p:nvPicPr>
          <p:cNvPr id="27" name="Google Shape;27;p3"/>
          <p:cNvPicPr preferRelativeResize="0"/>
          <p:nvPr/>
        </p:nvPicPr>
        <p:blipFill>
          <a:blip r:embed="rId2">
            <a:alphaModFix/>
          </a:blip>
          <a:stretch>
            <a:fillRect/>
          </a:stretch>
        </p:blipFill>
        <p:spPr>
          <a:xfrm>
            <a:off x="401174" y="662961"/>
            <a:ext cx="1703326" cy="994286"/>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 2">
  <p:cSld name="CUSTOM_5">
    <p:bg>
      <p:bgPr>
        <a:solidFill>
          <a:schemeClr val="accent2"/>
        </a:solidFill>
        <a:effectLst/>
      </p:bgPr>
    </p:bg>
    <p:spTree>
      <p:nvGrpSpPr>
        <p:cNvPr id="1" name="Shape 28"/>
        <p:cNvGrpSpPr/>
        <p:nvPr/>
      </p:nvGrpSpPr>
      <p:grpSpPr>
        <a:xfrm>
          <a:off x="0" y="0"/>
          <a:ext cx="0" cy="0"/>
          <a:chOff x="0" y="0"/>
          <a:chExt cx="0" cy="0"/>
        </a:xfrm>
      </p:grpSpPr>
      <p:sp>
        <p:nvSpPr>
          <p:cNvPr id="29" name="Google Shape;29;p4"/>
          <p:cNvSpPr/>
          <p:nvPr/>
        </p:nvSpPr>
        <p:spPr>
          <a:xfrm>
            <a:off x="-7000" y="-7000"/>
            <a:ext cx="6079200" cy="514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30;p4"/>
          <p:cNvSpPr txBox="1">
            <a:spLocks noGrp="1"/>
          </p:cNvSpPr>
          <p:nvPr>
            <p:ph type="ctrTitle"/>
          </p:nvPr>
        </p:nvSpPr>
        <p:spPr>
          <a:xfrm>
            <a:off x="457200" y="1152475"/>
            <a:ext cx="4563900" cy="1644600"/>
          </a:xfrm>
          <a:prstGeom prst="rect">
            <a:avLst/>
          </a:prstGeom>
        </p:spPr>
        <p:txBody>
          <a:bodyPr spcFirstLastPara="1" wrap="square" lIns="0" tIns="0" rIns="0" bIns="0" anchor="b" anchorCtr="0">
            <a:normAutofit/>
          </a:bodyPr>
          <a:lstStyle>
            <a:lvl1pPr lvl="0" rtl="0">
              <a:spcBef>
                <a:spcPts val="0"/>
              </a:spcBef>
              <a:spcAft>
                <a:spcPts val="0"/>
              </a:spcAft>
              <a:buClr>
                <a:schemeClr val="lt1"/>
              </a:buClr>
              <a:buSzPts val="3400"/>
              <a:buNone/>
              <a:defRPr>
                <a:solidFill>
                  <a:schemeClr val="lt1"/>
                </a:solidFill>
              </a:defRPr>
            </a:lvl1pPr>
            <a:lvl2pPr lvl="1" rtl="0">
              <a:spcBef>
                <a:spcPts val="0"/>
              </a:spcBef>
              <a:spcAft>
                <a:spcPts val="0"/>
              </a:spcAft>
              <a:buClr>
                <a:schemeClr val="lt1"/>
              </a:buClr>
              <a:buSzPts val="5200"/>
              <a:buNone/>
              <a:defRPr sz="5200">
                <a:solidFill>
                  <a:schemeClr val="lt1"/>
                </a:solidFill>
              </a:defRPr>
            </a:lvl2pPr>
            <a:lvl3pPr lvl="2" rtl="0">
              <a:spcBef>
                <a:spcPts val="0"/>
              </a:spcBef>
              <a:spcAft>
                <a:spcPts val="0"/>
              </a:spcAft>
              <a:buClr>
                <a:schemeClr val="lt1"/>
              </a:buClr>
              <a:buSzPts val="5200"/>
              <a:buNone/>
              <a:defRPr sz="5200">
                <a:solidFill>
                  <a:schemeClr val="lt1"/>
                </a:solidFill>
              </a:defRPr>
            </a:lvl3pPr>
            <a:lvl4pPr lvl="3" rtl="0">
              <a:spcBef>
                <a:spcPts val="0"/>
              </a:spcBef>
              <a:spcAft>
                <a:spcPts val="0"/>
              </a:spcAft>
              <a:buClr>
                <a:schemeClr val="lt1"/>
              </a:buClr>
              <a:buSzPts val="5200"/>
              <a:buNone/>
              <a:defRPr sz="5200">
                <a:solidFill>
                  <a:schemeClr val="lt1"/>
                </a:solidFill>
              </a:defRPr>
            </a:lvl4pPr>
            <a:lvl5pPr lvl="4" rtl="0">
              <a:spcBef>
                <a:spcPts val="0"/>
              </a:spcBef>
              <a:spcAft>
                <a:spcPts val="0"/>
              </a:spcAft>
              <a:buClr>
                <a:schemeClr val="lt1"/>
              </a:buClr>
              <a:buSzPts val="5200"/>
              <a:buNone/>
              <a:defRPr sz="5200">
                <a:solidFill>
                  <a:schemeClr val="lt1"/>
                </a:solidFill>
              </a:defRPr>
            </a:lvl5pPr>
            <a:lvl6pPr lvl="5" rtl="0">
              <a:spcBef>
                <a:spcPts val="0"/>
              </a:spcBef>
              <a:spcAft>
                <a:spcPts val="0"/>
              </a:spcAft>
              <a:buClr>
                <a:schemeClr val="lt1"/>
              </a:buClr>
              <a:buSzPts val="5200"/>
              <a:buNone/>
              <a:defRPr sz="5200">
                <a:solidFill>
                  <a:schemeClr val="lt1"/>
                </a:solidFill>
              </a:defRPr>
            </a:lvl6pPr>
            <a:lvl7pPr lvl="6" rtl="0">
              <a:spcBef>
                <a:spcPts val="0"/>
              </a:spcBef>
              <a:spcAft>
                <a:spcPts val="0"/>
              </a:spcAft>
              <a:buClr>
                <a:schemeClr val="lt1"/>
              </a:buClr>
              <a:buSzPts val="5200"/>
              <a:buNone/>
              <a:defRPr sz="5200">
                <a:solidFill>
                  <a:schemeClr val="lt1"/>
                </a:solidFill>
              </a:defRPr>
            </a:lvl7pPr>
            <a:lvl8pPr lvl="7" rtl="0">
              <a:spcBef>
                <a:spcPts val="0"/>
              </a:spcBef>
              <a:spcAft>
                <a:spcPts val="0"/>
              </a:spcAft>
              <a:buClr>
                <a:schemeClr val="lt1"/>
              </a:buClr>
              <a:buSzPts val="5200"/>
              <a:buNone/>
              <a:defRPr sz="5200">
                <a:solidFill>
                  <a:schemeClr val="lt1"/>
                </a:solidFill>
              </a:defRPr>
            </a:lvl8pPr>
            <a:lvl9pPr lvl="8" rtl="0">
              <a:spcBef>
                <a:spcPts val="0"/>
              </a:spcBef>
              <a:spcAft>
                <a:spcPts val="0"/>
              </a:spcAft>
              <a:buClr>
                <a:schemeClr val="lt1"/>
              </a:buClr>
              <a:buSzPts val="5200"/>
              <a:buNone/>
              <a:defRPr sz="5200">
                <a:solidFill>
                  <a:schemeClr val="lt1"/>
                </a:solidFill>
              </a:defRPr>
            </a:lvl9pPr>
          </a:lstStyle>
          <a:p>
            <a:endParaRPr/>
          </a:p>
        </p:txBody>
      </p:sp>
      <p:sp>
        <p:nvSpPr>
          <p:cNvPr id="31" name="Google Shape;31;p4"/>
          <p:cNvSpPr txBox="1">
            <a:spLocks noGrp="1"/>
          </p:cNvSpPr>
          <p:nvPr>
            <p:ph type="subTitle" idx="1"/>
          </p:nvPr>
        </p:nvSpPr>
        <p:spPr>
          <a:xfrm>
            <a:off x="457200" y="3138925"/>
            <a:ext cx="4563900" cy="792600"/>
          </a:xfrm>
          <a:prstGeom prst="rect">
            <a:avLst/>
          </a:prstGeom>
        </p:spPr>
        <p:txBody>
          <a:bodyPr spcFirstLastPara="1" wrap="square" lIns="0" tIns="0" rIns="0" bIns="0" anchor="t" anchorCtr="0">
            <a:normAutofit/>
          </a:bodyPr>
          <a:lstStyle>
            <a:lvl1pPr lvl="0" rtl="0">
              <a:lnSpc>
                <a:spcPct val="100000"/>
              </a:lnSpc>
              <a:spcBef>
                <a:spcPts val="0"/>
              </a:spcBef>
              <a:spcAft>
                <a:spcPts val="0"/>
              </a:spcAft>
              <a:buClr>
                <a:schemeClr val="lt1"/>
              </a:buClr>
              <a:buSzPts val="1800"/>
              <a:buFont typeface="IBM Plex Sans Medium"/>
              <a:buNone/>
              <a:defRPr sz="1800">
                <a:solidFill>
                  <a:schemeClr val="lt1"/>
                </a:solidFill>
                <a:latin typeface="IBM Plex Sans Medium"/>
                <a:ea typeface="IBM Plex Sans Medium"/>
                <a:cs typeface="IBM Plex Sans Medium"/>
                <a:sym typeface="IBM Plex Sans Medium"/>
              </a:defRPr>
            </a:lvl1pPr>
            <a:lvl2pPr lvl="1" rtl="0">
              <a:lnSpc>
                <a:spcPct val="100000"/>
              </a:lnSpc>
              <a:spcBef>
                <a:spcPts val="0"/>
              </a:spcBef>
              <a:spcAft>
                <a:spcPts val="0"/>
              </a:spcAft>
              <a:buClr>
                <a:schemeClr val="lt1"/>
              </a:buClr>
              <a:buSzPts val="2800"/>
              <a:buNone/>
              <a:defRPr sz="2800">
                <a:solidFill>
                  <a:schemeClr val="lt1"/>
                </a:solidFill>
              </a:defRPr>
            </a:lvl2pPr>
            <a:lvl3pPr lvl="2" rtl="0">
              <a:lnSpc>
                <a:spcPct val="100000"/>
              </a:lnSpc>
              <a:spcBef>
                <a:spcPts val="0"/>
              </a:spcBef>
              <a:spcAft>
                <a:spcPts val="0"/>
              </a:spcAft>
              <a:buClr>
                <a:schemeClr val="lt1"/>
              </a:buClr>
              <a:buSzPts val="2800"/>
              <a:buNone/>
              <a:defRPr sz="2800">
                <a:solidFill>
                  <a:schemeClr val="lt1"/>
                </a:solidFill>
              </a:defRPr>
            </a:lvl3pPr>
            <a:lvl4pPr lvl="3" rtl="0">
              <a:lnSpc>
                <a:spcPct val="100000"/>
              </a:lnSpc>
              <a:spcBef>
                <a:spcPts val="0"/>
              </a:spcBef>
              <a:spcAft>
                <a:spcPts val="0"/>
              </a:spcAft>
              <a:buClr>
                <a:schemeClr val="lt1"/>
              </a:buClr>
              <a:buSzPts val="2800"/>
              <a:buNone/>
              <a:defRPr sz="2800">
                <a:solidFill>
                  <a:schemeClr val="lt1"/>
                </a:solidFill>
              </a:defRPr>
            </a:lvl4pPr>
            <a:lvl5pPr lvl="4" rtl="0">
              <a:lnSpc>
                <a:spcPct val="100000"/>
              </a:lnSpc>
              <a:spcBef>
                <a:spcPts val="0"/>
              </a:spcBef>
              <a:spcAft>
                <a:spcPts val="0"/>
              </a:spcAft>
              <a:buClr>
                <a:schemeClr val="lt1"/>
              </a:buClr>
              <a:buSzPts val="2800"/>
              <a:buNone/>
              <a:defRPr sz="2800">
                <a:solidFill>
                  <a:schemeClr val="lt1"/>
                </a:solidFill>
              </a:defRPr>
            </a:lvl5pPr>
            <a:lvl6pPr lvl="5" rtl="0">
              <a:lnSpc>
                <a:spcPct val="100000"/>
              </a:lnSpc>
              <a:spcBef>
                <a:spcPts val="0"/>
              </a:spcBef>
              <a:spcAft>
                <a:spcPts val="0"/>
              </a:spcAft>
              <a:buClr>
                <a:schemeClr val="lt1"/>
              </a:buClr>
              <a:buSzPts val="2800"/>
              <a:buNone/>
              <a:defRPr sz="2800">
                <a:solidFill>
                  <a:schemeClr val="lt1"/>
                </a:solidFill>
              </a:defRPr>
            </a:lvl6pPr>
            <a:lvl7pPr lvl="6" rtl="0">
              <a:lnSpc>
                <a:spcPct val="100000"/>
              </a:lnSpc>
              <a:spcBef>
                <a:spcPts val="0"/>
              </a:spcBef>
              <a:spcAft>
                <a:spcPts val="0"/>
              </a:spcAft>
              <a:buClr>
                <a:schemeClr val="lt1"/>
              </a:buClr>
              <a:buSzPts val="2800"/>
              <a:buNone/>
              <a:defRPr sz="2800">
                <a:solidFill>
                  <a:schemeClr val="lt1"/>
                </a:solidFill>
              </a:defRPr>
            </a:lvl7pPr>
            <a:lvl8pPr lvl="7" rtl="0">
              <a:lnSpc>
                <a:spcPct val="100000"/>
              </a:lnSpc>
              <a:spcBef>
                <a:spcPts val="0"/>
              </a:spcBef>
              <a:spcAft>
                <a:spcPts val="0"/>
              </a:spcAft>
              <a:buClr>
                <a:schemeClr val="lt1"/>
              </a:buClr>
              <a:buSzPts val="2800"/>
              <a:buNone/>
              <a:defRPr sz="2800">
                <a:solidFill>
                  <a:schemeClr val="lt1"/>
                </a:solidFill>
              </a:defRPr>
            </a:lvl8pPr>
            <a:lvl9pPr lvl="8" rtl="0">
              <a:lnSpc>
                <a:spcPct val="100000"/>
              </a:lnSpc>
              <a:spcBef>
                <a:spcPts val="0"/>
              </a:spcBef>
              <a:spcAft>
                <a:spcPts val="0"/>
              </a:spcAft>
              <a:buClr>
                <a:schemeClr val="lt1"/>
              </a:buClr>
              <a:buSzPts val="2800"/>
              <a:buNone/>
              <a:defRPr sz="2800">
                <a:solidFill>
                  <a:schemeClr val="lt1"/>
                </a:solidFill>
              </a:defRPr>
            </a:lvl9pPr>
          </a:lstStyle>
          <a:p>
            <a:endParaRPr/>
          </a:p>
        </p:txBody>
      </p:sp>
      <p:sp>
        <p:nvSpPr>
          <p:cNvPr id="32" name="Google Shape;32;p4"/>
          <p:cNvSpPr txBox="1">
            <a:spLocks noGrp="1"/>
          </p:cNvSpPr>
          <p:nvPr>
            <p:ph type="subTitle" idx="2"/>
          </p:nvPr>
        </p:nvSpPr>
        <p:spPr>
          <a:xfrm>
            <a:off x="457200" y="4236325"/>
            <a:ext cx="4563900" cy="792600"/>
          </a:xfrm>
          <a:prstGeom prst="rect">
            <a:avLst/>
          </a:prstGeom>
        </p:spPr>
        <p:txBody>
          <a:bodyPr spcFirstLastPara="1" wrap="square" lIns="0" tIns="0" rIns="0" bIns="0" anchor="t" anchorCtr="0">
            <a:normAutofit/>
          </a:bodyPr>
          <a:lstStyle>
            <a:lvl1pPr lvl="0" rtl="0">
              <a:lnSpc>
                <a:spcPct val="100000"/>
              </a:lnSpc>
              <a:spcBef>
                <a:spcPts val="0"/>
              </a:spcBef>
              <a:spcAft>
                <a:spcPts val="0"/>
              </a:spcAft>
              <a:buClr>
                <a:schemeClr val="lt1"/>
              </a:buClr>
              <a:buSzPts val="1400"/>
              <a:buNone/>
              <a:defRPr sz="1400">
                <a:solidFill>
                  <a:schemeClr val="lt1"/>
                </a:solidFill>
              </a:defRPr>
            </a:lvl1pPr>
            <a:lvl2pPr lvl="1" rtl="0">
              <a:lnSpc>
                <a:spcPct val="100000"/>
              </a:lnSpc>
              <a:spcBef>
                <a:spcPts val="0"/>
              </a:spcBef>
              <a:spcAft>
                <a:spcPts val="0"/>
              </a:spcAft>
              <a:buClr>
                <a:schemeClr val="lt1"/>
              </a:buClr>
              <a:buSzPts val="2800"/>
              <a:buNone/>
              <a:defRPr sz="2800">
                <a:solidFill>
                  <a:schemeClr val="lt1"/>
                </a:solidFill>
              </a:defRPr>
            </a:lvl2pPr>
            <a:lvl3pPr lvl="2" rtl="0">
              <a:lnSpc>
                <a:spcPct val="100000"/>
              </a:lnSpc>
              <a:spcBef>
                <a:spcPts val="0"/>
              </a:spcBef>
              <a:spcAft>
                <a:spcPts val="0"/>
              </a:spcAft>
              <a:buClr>
                <a:schemeClr val="lt1"/>
              </a:buClr>
              <a:buSzPts val="2800"/>
              <a:buNone/>
              <a:defRPr sz="2800">
                <a:solidFill>
                  <a:schemeClr val="lt1"/>
                </a:solidFill>
              </a:defRPr>
            </a:lvl3pPr>
            <a:lvl4pPr lvl="3" rtl="0">
              <a:lnSpc>
                <a:spcPct val="100000"/>
              </a:lnSpc>
              <a:spcBef>
                <a:spcPts val="0"/>
              </a:spcBef>
              <a:spcAft>
                <a:spcPts val="0"/>
              </a:spcAft>
              <a:buClr>
                <a:schemeClr val="lt1"/>
              </a:buClr>
              <a:buSzPts val="2800"/>
              <a:buNone/>
              <a:defRPr sz="2800">
                <a:solidFill>
                  <a:schemeClr val="lt1"/>
                </a:solidFill>
              </a:defRPr>
            </a:lvl4pPr>
            <a:lvl5pPr lvl="4" rtl="0">
              <a:lnSpc>
                <a:spcPct val="100000"/>
              </a:lnSpc>
              <a:spcBef>
                <a:spcPts val="0"/>
              </a:spcBef>
              <a:spcAft>
                <a:spcPts val="0"/>
              </a:spcAft>
              <a:buClr>
                <a:schemeClr val="lt1"/>
              </a:buClr>
              <a:buSzPts val="2800"/>
              <a:buNone/>
              <a:defRPr sz="2800">
                <a:solidFill>
                  <a:schemeClr val="lt1"/>
                </a:solidFill>
              </a:defRPr>
            </a:lvl5pPr>
            <a:lvl6pPr lvl="5" rtl="0">
              <a:lnSpc>
                <a:spcPct val="100000"/>
              </a:lnSpc>
              <a:spcBef>
                <a:spcPts val="0"/>
              </a:spcBef>
              <a:spcAft>
                <a:spcPts val="0"/>
              </a:spcAft>
              <a:buClr>
                <a:schemeClr val="lt1"/>
              </a:buClr>
              <a:buSzPts val="2800"/>
              <a:buNone/>
              <a:defRPr sz="2800">
                <a:solidFill>
                  <a:schemeClr val="lt1"/>
                </a:solidFill>
              </a:defRPr>
            </a:lvl6pPr>
            <a:lvl7pPr lvl="6" rtl="0">
              <a:lnSpc>
                <a:spcPct val="100000"/>
              </a:lnSpc>
              <a:spcBef>
                <a:spcPts val="0"/>
              </a:spcBef>
              <a:spcAft>
                <a:spcPts val="0"/>
              </a:spcAft>
              <a:buClr>
                <a:schemeClr val="lt1"/>
              </a:buClr>
              <a:buSzPts val="2800"/>
              <a:buNone/>
              <a:defRPr sz="2800">
                <a:solidFill>
                  <a:schemeClr val="lt1"/>
                </a:solidFill>
              </a:defRPr>
            </a:lvl7pPr>
            <a:lvl8pPr lvl="7" rtl="0">
              <a:lnSpc>
                <a:spcPct val="100000"/>
              </a:lnSpc>
              <a:spcBef>
                <a:spcPts val="0"/>
              </a:spcBef>
              <a:spcAft>
                <a:spcPts val="0"/>
              </a:spcAft>
              <a:buClr>
                <a:schemeClr val="lt1"/>
              </a:buClr>
              <a:buSzPts val="2800"/>
              <a:buNone/>
              <a:defRPr sz="2800">
                <a:solidFill>
                  <a:schemeClr val="lt1"/>
                </a:solidFill>
              </a:defRPr>
            </a:lvl8pPr>
            <a:lvl9pPr lvl="8" rtl="0">
              <a:lnSpc>
                <a:spcPct val="100000"/>
              </a:lnSpc>
              <a:spcBef>
                <a:spcPts val="0"/>
              </a:spcBef>
              <a:spcAft>
                <a:spcPts val="0"/>
              </a:spcAft>
              <a:buClr>
                <a:schemeClr val="lt1"/>
              </a:buClr>
              <a:buSzPts val="2800"/>
              <a:buNone/>
              <a:defRPr sz="2800">
                <a:solidFill>
                  <a:schemeClr val="lt1"/>
                </a:solidFill>
              </a:defRPr>
            </a:lvl9pPr>
          </a:lstStyle>
          <a:p>
            <a:endParaRPr/>
          </a:p>
        </p:txBody>
      </p:sp>
      <p:pic>
        <p:nvPicPr>
          <p:cNvPr id="33" name="Google Shape;33;p4"/>
          <p:cNvPicPr preferRelativeResize="0"/>
          <p:nvPr/>
        </p:nvPicPr>
        <p:blipFill>
          <a:blip r:embed="rId2">
            <a:alphaModFix/>
          </a:blip>
          <a:stretch>
            <a:fillRect/>
          </a:stretch>
        </p:blipFill>
        <p:spPr>
          <a:xfrm>
            <a:off x="401175" y="268748"/>
            <a:ext cx="1524826" cy="890150"/>
          </a:xfrm>
          <a:prstGeom prst="rect">
            <a:avLst/>
          </a:prstGeom>
          <a:noFill/>
          <a:ln>
            <a:noFill/>
          </a:ln>
        </p:spPr>
      </p:pic>
      <p:grpSp>
        <p:nvGrpSpPr>
          <p:cNvPr id="34" name="Google Shape;34;p4"/>
          <p:cNvGrpSpPr/>
          <p:nvPr/>
        </p:nvGrpSpPr>
        <p:grpSpPr>
          <a:xfrm>
            <a:off x="6375654" y="1635394"/>
            <a:ext cx="2455723" cy="5042297"/>
            <a:chOff x="2534300" y="238125"/>
            <a:chExt cx="2551400" cy="5238750"/>
          </a:xfrm>
        </p:grpSpPr>
        <p:sp>
          <p:nvSpPr>
            <p:cNvPr id="35" name="Google Shape;35;p4"/>
            <p:cNvSpPr/>
            <p:nvPr/>
          </p:nvSpPr>
          <p:spPr>
            <a:xfrm>
              <a:off x="2534300" y="239850"/>
              <a:ext cx="2551400" cy="5237025"/>
            </a:xfrm>
            <a:custGeom>
              <a:avLst/>
              <a:gdLst/>
              <a:ahLst/>
              <a:cxnLst/>
              <a:rect l="l" t="t" r="r" b="b"/>
              <a:pathLst>
                <a:path w="102056" h="209481" extrusionOk="0">
                  <a:moveTo>
                    <a:pt x="57650" y="1"/>
                  </a:moveTo>
                  <a:lnTo>
                    <a:pt x="57163" y="70"/>
                  </a:lnTo>
                  <a:lnTo>
                    <a:pt x="56605" y="140"/>
                  </a:lnTo>
                  <a:lnTo>
                    <a:pt x="56187" y="280"/>
                  </a:lnTo>
                  <a:lnTo>
                    <a:pt x="55699" y="419"/>
                  </a:lnTo>
                  <a:lnTo>
                    <a:pt x="55280" y="628"/>
                  </a:lnTo>
                  <a:lnTo>
                    <a:pt x="54862" y="837"/>
                  </a:lnTo>
                  <a:lnTo>
                    <a:pt x="54514" y="1116"/>
                  </a:lnTo>
                  <a:lnTo>
                    <a:pt x="54165" y="1465"/>
                  </a:lnTo>
                  <a:lnTo>
                    <a:pt x="53816" y="1813"/>
                  </a:lnTo>
                  <a:lnTo>
                    <a:pt x="53538" y="2231"/>
                  </a:lnTo>
                  <a:lnTo>
                    <a:pt x="53328" y="2580"/>
                  </a:lnTo>
                  <a:lnTo>
                    <a:pt x="53119" y="3068"/>
                  </a:lnTo>
                  <a:lnTo>
                    <a:pt x="52910" y="3486"/>
                  </a:lnTo>
                  <a:lnTo>
                    <a:pt x="52840" y="3974"/>
                  </a:lnTo>
                  <a:lnTo>
                    <a:pt x="52701" y="4462"/>
                  </a:lnTo>
                  <a:lnTo>
                    <a:pt x="52701" y="4950"/>
                  </a:lnTo>
                  <a:lnTo>
                    <a:pt x="52701" y="146881"/>
                  </a:lnTo>
                  <a:lnTo>
                    <a:pt x="52701" y="147369"/>
                  </a:lnTo>
                  <a:lnTo>
                    <a:pt x="52840" y="147857"/>
                  </a:lnTo>
                  <a:lnTo>
                    <a:pt x="52910" y="148345"/>
                  </a:lnTo>
                  <a:lnTo>
                    <a:pt x="53119" y="148763"/>
                  </a:lnTo>
                  <a:lnTo>
                    <a:pt x="53328" y="149181"/>
                  </a:lnTo>
                  <a:lnTo>
                    <a:pt x="53538" y="149600"/>
                  </a:lnTo>
                  <a:lnTo>
                    <a:pt x="53816" y="150018"/>
                  </a:lnTo>
                  <a:lnTo>
                    <a:pt x="54165" y="150366"/>
                  </a:lnTo>
                  <a:lnTo>
                    <a:pt x="54514" y="150645"/>
                  </a:lnTo>
                  <a:lnTo>
                    <a:pt x="54862" y="150924"/>
                  </a:lnTo>
                  <a:lnTo>
                    <a:pt x="55280" y="151203"/>
                  </a:lnTo>
                  <a:lnTo>
                    <a:pt x="55699" y="151412"/>
                  </a:lnTo>
                  <a:lnTo>
                    <a:pt x="56187" y="151552"/>
                  </a:lnTo>
                  <a:lnTo>
                    <a:pt x="56605" y="151691"/>
                  </a:lnTo>
                  <a:lnTo>
                    <a:pt x="57163" y="151761"/>
                  </a:lnTo>
                  <a:lnTo>
                    <a:pt x="58138" y="151761"/>
                  </a:lnTo>
                  <a:lnTo>
                    <a:pt x="58626" y="151691"/>
                  </a:lnTo>
                  <a:lnTo>
                    <a:pt x="59114" y="151552"/>
                  </a:lnTo>
                  <a:lnTo>
                    <a:pt x="59533" y="151412"/>
                  </a:lnTo>
                  <a:lnTo>
                    <a:pt x="59951" y="151203"/>
                  </a:lnTo>
                  <a:lnTo>
                    <a:pt x="60369" y="150924"/>
                  </a:lnTo>
                  <a:lnTo>
                    <a:pt x="60787" y="150645"/>
                  </a:lnTo>
                  <a:lnTo>
                    <a:pt x="61136" y="150366"/>
                  </a:lnTo>
                  <a:lnTo>
                    <a:pt x="61415" y="150018"/>
                  </a:lnTo>
                  <a:lnTo>
                    <a:pt x="61694" y="149600"/>
                  </a:lnTo>
                  <a:lnTo>
                    <a:pt x="61973" y="149181"/>
                  </a:lnTo>
                  <a:lnTo>
                    <a:pt x="62182" y="148763"/>
                  </a:lnTo>
                  <a:lnTo>
                    <a:pt x="62321" y="148345"/>
                  </a:lnTo>
                  <a:lnTo>
                    <a:pt x="62461" y="147857"/>
                  </a:lnTo>
                  <a:lnTo>
                    <a:pt x="62530" y="147369"/>
                  </a:lnTo>
                  <a:lnTo>
                    <a:pt x="62530" y="146881"/>
                  </a:lnTo>
                  <a:lnTo>
                    <a:pt x="62530" y="4950"/>
                  </a:lnTo>
                  <a:lnTo>
                    <a:pt x="62530" y="4462"/>
                  </a:lnTo>
                  <a:lnTo>
                    <a:pt x="62461" y="3974"/>
                  </a:lnTo>
                  <a:lnTo>
                    <a:pt x="62321" y="3486"/>
                  </a:lnTo>
                  <a:lnTo>
                    <a:pt x="62182" y="3068"/>
                  </a:lnTo>
                  <a:lnTo>
                    <a:pt x="61973" y="2580"/>
                  </a:lnTo>
                  <a:lnTo>
                    <a:pt x="61694" y="2231"/>
                  </a:lnTo>
                  <a:lnTo>
                    <a:pt x="61415" y="1813"/>
                  </a:lnTo>
                  <a:lnTo>
                    <a:pt x="61136" y="1465"/>
                  </a:lnTo>
                  <a:lnTo>
                    <a:pt x="60787" y="1116"/>
                  </a:lnTo>
                  <a:lnTo>
                    <a:pt x="60369" y="837"/>
                  </a:lnTo>
                  <a:lnTo>
                    <a:pt x="59951" y="628"/>
                  </a:lnTo>
                  <a:lnTo>
                    <a:pt x="59533" y="419"/>
                  </a:lnTo>
                  <a:lnTo>
                    <a:pt x="59114" y="280"/>
                  </a:lnTo>
                  <a:lnTo>
                    <a:pt x="58626" y="140"/>
                  </a:lnTo>
                  <a:lnTo>
                    <a:pt x="58138" y="70"/>
                  </a:lnTo>
                  <a:lnTo>
                    <a:pt x="57650" y="1"/>
                  </a:lnTo>
                  <a:close/>
                  <a:moveTo>
                    <a:pt x="17637" y="11224"/>
                  </a:moveTo>
                  <a:lnTo>
                    <a:pt x="17149" y="11294"/>
                  </a:lnTo>
                  <a:lnTo>
                    <a:pt x="16661" y="11433"/>
                  </a:lnTo>
                  <a:lnTo>
                    <a:pt x="16243" y="11573"/>
                  </a:lnTo>
                  <a:lnTo>
                    <a:pt x="15755" y="11782"/>
                  </a:lnTo>
                  <a:lnTo>
                    <a:pt x="15406" y="12061"/>
                  </a:lnTo>
                  <a:lnTo>
                    <a:pt x="14988" y="12339"/>
                  </a:lnTo>
                  <a:lnTo>
                    <a:pt x="14639" y="12688"/>
                  </a:lnTo>
                  <a:lnTo>
                    <a:pt x="14291" y="13037"/>
                  </a:lnTo>
                  <a:lnTo>
                    <a:pt x="14012" y="13385"/>
                  </a:lnTo>
                  <a:lnTo>
                    <a:pt x="13803" y="13803"/>
                  </a:lnTo>
                  <a:lnTo>
                    <a:pt x="13594" y="14222"/>
                  </a:lnTo>
                  <a:lnTo>
                    <a:pt x="13454" y="14710"/>
                  </a:lnTo>
                  <a:lnTo>
                    <a:pt x="13315" y="15128"/>
                  </a:lnTo>
                  <a:lnTo>
                    <a:pt x="13245" y="15616"/>
                  </a:lnTo>
                  <a:lnTo>
                    <a:pt x="13175" y="16174"/>
                  </a:lnTo>
                  <a:lnTo>
                    <a:pt x="13175" y="158035"/>
                  </a:lnTo>
                  <a:lnTo>
                    <a:pt x="13245" y="158592"/>
                  </a:lnTo>
                  <a:lnTo>
                    <a:pt x="13315" y="159080"/>
                  </a:lnTo>
                  <a:lnTo>
                    <a:pt x="13454" y="159499"/>
                  </a:lnTo>
                  <a:lnTo>
                    <a:pt x="13594" y="159986"/>
                  </a:lnTo>
                  <a:lnTo>
                    <a:pt x="13803" y="160405"/>
                  </a:lnTo>
                  <a:lnTo>
                    <a:pt x="14012" y="160823"/>
                  </a:lnTo>
                  <a:lnTo>
                    <a:pt x="14291" y="161172"/>
                  </a:lnTo>
                  <a:lnTo>
                    <a:pt x="14639" y="161520"/>
                  </a:lnTo>
                  <a:lnTo>
                    <a:pt x="14988" y="161869"/>
                  </a:lnTo>
                  <a:lnTo>
                    <a:pt x="15406" y="162148"/>
                  </a:lnTo>
                  <a:lnTo>
                    <a:pt x="15755" y="162357"/>
                  </a:lnTo>
                  <a:lnTo>
                    <a:pt x="16243" y="162566"/>
                  </a:lnTo>
                  <a:lnTo>
                    <a:pt x="16661" y="162775"/>
                  </a:lnTo>
                  <a:lnTo>
                    <a:pt x="17149" y="162914"/>
                  </a:lnTo>
                  <a:lnTo>
                    <a:pt x="17637" y="162984"/>
                  </a:lnTo>
                  <a:lnTo>
                    <a:pt x="18613" y="162984"/>
                  </a:lnTo>
                  <a:lnTo>
                    <a:pt x="19101" y="162914"/>
                  </a:lnTo>
                  <a:lnTo>
                    <a:pt x="19589" y="162775"/>
                  </a:lnTo>
                  <a:lnTo>
                    <a:pt x="20077" y="162566"/>
                  </a:lnTo>
                  <a:lnTo>
                    <a:pt x="20495" y="162357"/>
                  </a:lnTo>
                  <a:lnTo>
                    <a:pt x="20913" y="162148"/>
                  </a:lnTo>
                  <a:lnTo>
                    <a:pt x="21262" y="161869"/>
                  </a:lnTo>
                  <a:lnTo>
                    <a:pt x="21610" y="161520"/>
                  </a:lnTo>
                  <a:lnTo>
                    <a:pt x="21959" y="161172"/>
                  </a:lnTo>
                  <a:lnTo>
                    <a:pt x="22238" y="160823"/>
                  </a:lnTo>
                  <a:lnTo>
                    <a:pt x="22447" y="160405"/>
                  </a:lnTo>
                  <a:lnTo>
                    <a:pt x="22656" y="159986"/>
                  </a:lnTo>
                  <a:lnTo>
                    <a:pt x="22865" y="159499"/>
                  </a:lnTo>
                  <a:lnTo>
                    <a:pt x="22935" y="159080"/>
                  </a:lnTo>
                  <a:lnTo>
                    <a:pt x="23004" y="158592"/>
                  </a:lnTo>
                  <a:lnTo>
                    <a:pt x="23074" y="158035"/>
                  </a:lnTo>
                  <a:lnTo>
                    <a:pt x="23074" y="16174"/>
                  </a:lnTo>
                  <a:lnTo>
                    <a:pt x="23004" y="15616"/>
                  </a:lnTo>
                  <a:lnTo>
                    <a:pt x="22935" y="15128"/>
                  </a:lnTo>
                  <a:lnTo>
                    <a:pt x="22865" y="14710"/>
                  </a:lnTo>
                  <a:lnTo>
                    <a:pt x="22656" y="14222"/>
                  </a:lnTo>
                  <a:lnTo>
                    <a:pt x="22447" y="13803"/>
                  </a:lnTo>
                  <a:lnTo>
                    <a:pt x="22238" y="13385"/>
                  </a:lnTo>
                  <a:lnTo>
                    <a:pt x="21959" y="13037"/>
                  </a:lnTo>
                  <a:lnTo>
                    <a:pt x="21610" y="12688"/>
                  </a:lnTo>
                  <a:lnTo>
                    <a:pt x="21262" y="12339"/>
                  </a:lnTo>
                  <a:lnTo>
                    <a:pt x="20913" y="12061"/>
                  </a:lnTo>
                  <a:lnTo>
                    <a:pt x="20495" y="11782"/>
                  </a:lnTo>
                  <a:lnTo>
                    <a:pt x="20077" y="11573"/>
                  </a:lnTo>
                  <a:lnTo>
                    <a:pt x="19589" y="11433"/>
                  </a:lnTo>
                  <a:lnTo>
                    <a:pt x="19101" y="11294"/>
                  </a:lnTo>
                  <a:lnTo>
                    <a:pt x="18613" y="11224"/>
                  </a:lnTo>
                  <a:close/>
                  <a:moveTo>
                    <a:pt x="44475" y="14152"/>
                  </a:moveTo>
                  <a:lnTo>
                    <a:pt x="43987" y="14222"/>
                  </a:lnTo>
                  <a:lnTo>
                    <a:pt x="43499" y="14291"/>
                  </a:lnTo>
                  <a:lnTo>
                    <a:pt x="43011" y="14431"/>
                  </a:lnTo>
                  <a:lnTo>
                    <a:pt x="42523" y="14570"/>
                  </a:lnTo>
                  <a:lnTo>
                    <a:pt x="42105" y="14779"/>
                  </a:lnTo>
                  <a:lnTo>
                    <a:pt x="41687" y="15058"/>
                  </a:lnTo>
                  <a:lnTo>
                    <a:pt x="41338" y="15337"/>
                  </a:lnTo>
                  <a:lnTo>
                    <a:pt x="40990" y="15616"/>
                  </a:lnTo>
                  <a:lnTo>
                    <a:pt x="40641" y="15964"/>
                  </a:lnTo>
                  <a:lnTo>
                    <a:pt x="40362" y="16383"/>
                  </a:lnTo>
                  <a:lnTo>
                    <a:pt x="40153" y="16731"/>
                  </a:lnTo>
                  <a:lnTo>
                    <a:pt x="39944" y="17219"/>
                  </a:lnTo>
                  <a:lnTo>
                    <a:pt x="39735" y="17637"/>
                  </a:lnTo>
                  <a:lnTo>
                    <a:pt x="39665" y="18125"/>
                  </a:lnTo>
                  <a:lnTo>
                    <a:pt x="39596" y="18613"/>
                  </a:lnTo>
                  <a:lnTo>
                    <a:pt x="39526" y="19101"/>
                  </a:lnTo>
                  <a:lnTo>
                    <a:pt x="39526" y="161032"/>
                  </a:lnTo>
                  <a:lnTo>
                    <a:pt x="39596" y="161520"/>
                  </a:lnTo>
                  <a:lnTo>
                    <a:pt x="39665" y="162008"/>
                  </a:lnTo>
                  <a:lnTo>
                    <a:pt x="39735" y="162496"/>
                  </a:lnTo>
                  <a:lnTo>
                    <a:pt x="39944" y="162914"/>
                  </a:lnTo>
                  <a:lnTo>
                    <a:pt x="40153" y="163333"/>
                  </a:lnTo>
                  <a:lnTo>
                    <a:pt x="40362" y="163751"/>
                  </a:lnTo>
                  <a:lnTo>
                    <a:pt x="40641" y="164169"/>
                  </a:lnTo>
                  <a:lnTo>
                    <a:pt x="40990" y="164518"/>
                  </a:lnTo>
                  <a:lnTo>
                    <a:pt x="41338" y="164797"/>
                  </a:lnTo>
                  <a:lnTo>
                    <a:pt x="41687" y="165075"/>
                  </a:lnTo>
                  <a:lnTo>
                    <a:pt x="42105" y="165354"/>
                  </a:lnTo>
                  <a:lnTo>
                    <a:pt x="42523" y="165563"/>
                  </a:lnTo>
                  <a:lnTo>
                    <a:pt x="43011" y="165703"/>
                  </a:lnTo>
                  <a:lnTo>
                    <a:pt x="43499" y="165842"/>
                  </a:lnTo>
                  <a:lnTo>
                    <a:pt x="43987" y="165912"/>
                  </a:lnTo>
                  <a:lnTo>
                    <a:pt x="44963" y="165912"/>
                  </a:lnTo>
                  <a:lnTo>
                    <a:pt x="45451" y="165842"/>
                  </a:lnTo>
                  <a:lnTo>
                    <a:pt x="45939" y="165703"/>
                  </a:lnTo>
                  <a:lnTo>
                    <a:pt x="46357" y="165563"/>
                  </a:lnTo>
                  <a:lnTo>
                    <a:pt x="46845" y="165354"/>
                  </a:lnTo>
                  <a:lnTo>
                    <a:pt x="47194" y="165075"/>
                  </a:lnTo>
                  <a:lnTo>
                    <a:pt x="47612" y="164797"/>
                  </a:lnTo>
                  <a:lnTo>
                    <a:pt x="47961" y="164518"/>
                  </a:lnTo>
                  <a:lnTo>
                    <a:pt x="48240" y="164169"/>
                  </a:lnTo>
                  <a:lnTo>
                    <a:pt x="48518" y="163751"/>
                  </a:lnTo>
                  <a:lnTo>
                    <a:pt x="48797" y="163333"/>
                  </a:lnTo>
                  <a:lnTo>
                    <a:pt x="49006" y="162914"/>
                  </a:lnTo>
                  <a:lnTo>
                    <a:pt x="49146" y="162496"/>
                  </a:lnTo>
                  <a:lnTo>
                    <a:pt x="49285" y="162008"/>
                  </a:lnTo>
                  <a:lnTo>
                    <a:pt x="49355" y="161520"/>
                  </a:lnTo>
                  <a:lnTo>
                    <a:pt x="49425" y="161032"/>
                  </a:lnTo>
                  <a:lnTo>
                    <a:pt x="49425" y="19101"/>
                  </a:lnTo>
                  <a:lnTo>
                    <a:pt x="49355" y="18613"/>
                  </a:lnTo>
                  <a:lnTo>
                    <a:pt x="49285" y="18125"/>
                  </a:lnTo>
                  <a:lnTo>
                    <a:pt x="49146" y="17637"/>
                  </a:lnTo>
                  <a:lnTo>
                    <a:pt x="49006" y="17219"/>
                  </a:lnTo>
                  <a:lnTo>
                    <a:pt x="48797" y="16731"/>
                  </a:lnTo>
                  <a:lnTo>
                    <a:pt x="48518" y="16383"/>
                  </a:lnTo>
                  <a:lnTo>
                    <a:pt x="48240" y="15964"/>
                  </a:lnTo>
                  <a:lnTo>
                    <a:pt x="47961" y="15616"/>
                  </a:lnTo>
                  <a:lnTo>
                    <a:pt x="47612" y="15337"/>
                  </a:lnTo>
                  <a:lnTo>
                    <a:pt x="47194" y="15058"/>
                  </a:lnTo>
                  <a:lnTo>
                    <a:pt x="46845" y="14779"/>
                  </a:lnTo>
                  <a:lnTo>
                    <a:pt x="46357" y="14570"/>
                  </a:lnTo>
                  <a:lnTo>
                    <a:pt x="45939" y="14431"/>
                  </a:lnTo>
                  <a:lnTo>
                    <a:pt x="45451" y="14291"/>
                  </a:lnTo>
                  <a:lnTo>
                    <a:pt x="44963" y="14222"/>
                  </a:lnTo>
                  <a:lnTo>
                    <a:pt x="44475" y="14152"/>
                  </a:lnTo>
                  <a:close/>
                  <a:moveTo>
                    <a:pt x="4461" y="22099"/>
                  </a:moveTo>
                  <a:lnTo>
                    <a:pt x="3973" y="22169"/>
                  </a:lnTo>
                  <a:lnTo>
                    <a:pt x="3486" y="22308"/>
                  </a:lnTo>
                  <a:lnTo>
                    <a:pt x="3067" y="22448"/>
                  </a:lnTo>
                  <a:lnTo>
                    <a:pt x="2579" y="22657"/>
                  </a:lnTo>
                  <a:lnTo>
                    <a:pt x="2231" y="22935"/>
                  </a:lnTo>
                  <a:lnTo>
                    <a:pt x="1812" y="23214"/>
                  </a:lnTo>
                  <a:lnTo>
                    <a:pt x="1464" y="23563"/>
                  </a:lnTo>
                  <a:lnTo>
                    <a:pt x="1185" y="23911"/>
                  </a:lnTo>
                  <a:lnTo>
                    <a:pt x="906" y="24260"/>
                  </a:lnTo>
                  <a:lnTo>
                    <a:pt x="627" y="24678"/>
                  </a:lnTo>
                  <a:lnTo>
                    <a:pt x="418" y="25097"/>
                  </a:lnTo>
                  <a:lnTo>
                    <a:pt x="279" y="25515"/>
                  </a:lnTo>
                  <a:lnTo>
                    <a:pt x="139" y="26003"/>
                  </a:lnTo>
                  <a:lnTo>
                    <a:pt x="70" y="26491"/>
                  </a:lnTo>
                  <a:lnTo>
                    <a:pt x="0" y="26979"/>
                  </a:lnTo>
                  <a:lnTo>
                    <a:pt x="0" y="168909"/>
                  </a:lnTo>
                  <a:lnTo>
                    <a:pt x="70" y="169397"/>
                  </a:lnTo>
                  <a:lnTo>
                    <a:pt x="139" y="169885"/>
                  </a:lnTo>
                  <a:lnTo>
                    <a:pt x="279" y="170373"/>
                  </a:lnTo>
                  <a:lnTo>
                    <a:pt x="418" y="170861"/>
                  </a:lnTo>
                  <a:lnTo>
                    <a:pt x="627" y="171280"/>
                  </a:lnTo>
                  <a:lnTo>
                    <a:pt x="906" y="171698"/>
                  </a:lnTo>
                  <a:lnTo>
                    <a:pt x="1185" y="172046"/>
                  </a:lnTo>
                  <a:lnTo>
                    <a:pt x="1464" y="172395"/>
                  </a:lnTo>
                  <a:lnTo>
                    <a:pt x="1812" y="172744"/>
                  </a:lnTo>
                  <a:lnTo>
                    <a:pt x="2231" y="173022"/>
                  </a:lnTo>
                  <a:lnTo>
                    <a:pt x="2579" y="173232"/>
                  </a:lnTo>
                  <a:lnTo>
                    <a:pt x="3067" y="173441"/>
                  </a:lnTo>
                  <a:lnTo>
                    <a:pt x="3486" y="173650"/>
                  </a:lnTo>
                  <a:lnTo>
                    <a:pt x="3973" y="173719"/>
                  </a:lnTo>
                  <a:lnTo>
                    <a:pt x="4461" y="173789"/>
                  </a:lnTo>
                  <a:lnTo>
                    <a:pt x="4949" y="173859"/>
                  </a:lnTo>
                  <a:lnTo>
                    <a:pt x="5437" y="173789"/>
                  </a:lnTo>
                  <a:lnTo>
                    <a:pt x="5925" y="173719"/>
                  </a:lnTo>
                  <a:lnTo>
                    <a:pt x="6413" y="173650"/>
                  </a:lnTo>
                  <a:lnTo>
                    <a:pt x="6901" y="173441"/>
                  </a:lnTo>
                  <a:lnTo>
                    <a:pt x="7320" y="173232"/>
                  </a:lnTo>
                  <a:lnTo>
                    <a:pt x="7738" y="173022"/>
                  </a:lnTo>
                  <a:lnTo>
                    <a:pt x="8086" y="172744"/>
                  </a:lnTo>
                  <a:lnTo>
                    <a:pt x="8435" y="172395"/>
                  </a:lnTo>
                  <a:lnTo>
                    <a:pt x="8784" y="172046"/>
                  </a:lnTo>
                  <a:lnTo>
                    <a:pt x="9062" y="171698"/>
                  </a:lnTo>
                  <a:lnTo>
                    <a:pt x="9271" y="171280"/>
                  </a:lnTo>
                  <a:lnTo>
                    <a:pt x="9481" y="170861"/>
                  </a:lnTo>
                  <a:lnTo>
                    <a:pt x="9690" y="170373"/>
                  </a:lnTo>
                  <a:lnTo>
                    <a:pt x="9759" y="169885"/>
                  </a:lnTo>
                  <a:lnTo>
                    <a:pt x="9829" y="169397"/>
                  </a:lnTo>
                  <a:lnTo>
                    <a:pt x="9899" y="168909"/>
                  </a:lnTo>
                  <a:lnTo>
                    <a:pt x="9899" y="26979"/>
                  </a:lnTo>
                  <a:lnTo>
                    <a:pt x="9829" y="26491"/>
                  </a:lnTo>
                  <a:lnTo>
                    <a:pt x="9759" y="26003"/>
                  </a:lnTo>
                  <a:lnTo>
                    <a:pt x="9690" y="25515"/>
                  </a:lnTo>
                  <a:lnTo>
                    <a:pt x="9481" y="25097"/>
                  </a:lnTo>
                  <a:lnTo>
                    <a:pt x="9271" y="24678"/>
                  </a:lnTo>
                  <a:lnTo>
                    <a:pt x="9062" y="24260"/>
                  </a:lnTo>
                  <a:lnTo>
                    <a:pt x="8784" y="23911"/>
                  </a:lnTo>
                  <a:lnTo>
                    <a:pt x="8435" y="23563"/>
                  </a:lnTo>
                  <a:lnTo>
                    <a:pt x="8086" y="23214"/>
                  </a:lnTo>
                  <a:lnTo>
                    <a:pt x="7738" y="22935"/>
                  </a:lnTo>
                  <a:lnTo>
                    <a:pt x="7320" y="22657"/>
                  </a:lnTo>
                  <a:lnTo>
                    <a:pt x="6901" y="22448"/>
                  </a:lnTo>
                  <a:lnTo>
                    <a:pt x="6413" y="22308"/>
                  </a:lnTo>
                  <a:lnTo>
                    <a:pt x="5925" y="22169"/>
                  </a:lnTo>
                  <a:lnTo>
                    <a:pt x="5437" y="22099"/>
                  </a:lnTo>
                  <a:close/>
                  <a:moveTo>
                    <a:pt x="97107" y="26979"/>
                  </a:moveTo>
                  <a:lnTo>
                    <a:pt x="96619" y="27048"/>
                  </a:lnTo>
                  <a:lnTo>
                    <a:pt x="96131" y="27118"/>
                  </a:lnTo>
                  <a:lnTo>
                    <a:pt x="95643" y="27188"/>
                  </a:lnTo>
                  <a:lnTo>
                    <a:pt x="95224" y="27397"/>
                  </a:lnTo>
                  <a:lnTo>
                    <a:pt x="94806" y="27606"/>
                  </a:lnTo>
                  <a:lnTo>
                    <a:pt x="94388" y="27815"/>
                  </a:lnTo>
                  <a:lnTo>
                    <a:pt x="93970" y="28094"/>
                  </a:lnTo>
                  <a:lnTo>
                    <a:pt x="93621" y="28443"/>
                  </a:lnTo>
                  <a:lnTo>
                    <a:pt x="93342" y="28791"/>
                  </a:lnTo>
                  <a:lnTo>
                    <a:pt x="93063" y="29140"/>
                  </a:lnTo>
                  <a:lnTo>
                    <a:pt x="92785" y="29558"/>
                  </a:lnTo>
                  <a:lnTo>
                    <a:pt x="92575" y="29976"/>
                  </a:lnTo>
                  <a:lnTo>
                    <a:pt x="92436" y="30464"/>
                  </a:lnTo>
                  <a:lnTo>
                    <a:pt x="92297" y="30952"/>
                  </a:lnTo>
                  <a:lnTo>
                    <a:pt x="92227" y="31440"/>
                  </a:lnTo>
                  <a:lnTo>
                    <a:pt x="92227" y="31928"/>
                  </a:lnTo>
                  <a:lnTo>
                    <a:pt x="92227" y="173859"/>
                  </a:lnTo>
                  <a:lnTo>
                    <a:pt x="92227" y="174347"/>
                  </a:lnTo>
                  <a:lnTo>
                    <a:pt x="92297" y="174835"/>
                  </a:lnTo>
                  <a:lnTo>
                    <a:pt x="92436" y="175323"/>
                  </a:lnTo>
                  <a:lnTo>
                    <a:pt x="92575" y="175741"/>
                  </a:lnTo>
                  <a:lnTo>
                    <a:pt x="92785" y="176159"/>
                  </a:lnTo>
                  <a:lnTo>
                    <a:pt x="93063" y="176578"/>
                  </a:lnTo>
                  <a:lnTo>
                    <a:pt x="93342" y="176996"/>
                  </a:lnTo>
                  <a:lnTo>
                    <a:pt x="93621" y="177344"/>
                  </a:lnTo>
                  <a:lnTo>
                    <a:pt x="93970" y="177623"/>
                  </a:lnTo>
                  <a:lnTo>
                    <a:pt x="94388" y="177902"/>
                  </a:lnTo>
                  <a:lnTo>
                    <a:pt x="94806" y="178181"/>
                  </a:lnTo>
                  <a:lnTo>
                    <a:pt x="95224" y="178390"/>
                  </a:lnTo>
                  <a:lnTo>
                    <a:pt x="95643" y="178530"/>
                  </a:lnTo>
                  <a:lnTo>
                    <a:pt x="96131" y="178669"/>
                  </a:lnTo>
                  <a:lnTo>
                    <a:pt x="96619" y="178739"/>
                  </a:lnTo>
                  <a:lnTo>
                    <a:pt x="97664" y="178739"/>
                  </a:lnTo>
                  <a:lnTo>
                    <a:pt x="98152" y="178669"/>
                  </a:lnTo>
                  <a:lnTo>
                    <a:pt x="98570" y="178530"/>
                  </a:lnTo>
                  <a:lnTo>
                    <a:pt x="99058" y="178390"/>
                  </a:lnTo>
                  <a:lnTo>
                    <a:pt x="99477" y="178181"/>
                  </a:lnTo>
                  <a:lnTo>
                    <a:pt x="99895" y="177902"/>
                  </a:lnTo>
                  <a:lnTo>
                    <a:pt x="100244" y="177623"/>
                  </a:lnTo>
                  <a:lnTo>
                    <a:pt x="100592" y="177344"/>
                  </a:lnTo>
                  <a:lnTo>
                    <a:pt x="100941" y="176996"/>
                  </a:lnTo>
                  <a:lnTo>
                    <a:pt x="101219" y="176578"/>
                  </a:lnTo>
                  <a:lnTo>
                    <a:pt x="101498" y="176159"/>
                  </a:lnTo>
                  <a:lnTo>
                    <a:pt x="101707" y="175741"/>
                  </a:lnTo>
                  <a:lnTo>
                    <a:pt x="101847" y="175323"/>
                  </a:lnTo>
                  <a:lnTo>
                    <a:pt x="101986" y="174835"/>
                  </a:lnTo>
                  <a:lnTo>
                    <a:pt x="102056" y="174347"/>
                  </a:lnTo>
                  <a:lnTo>
                    <a:pt x="102056" y="173859"/>
                  </a:lnTo>
                  <a:lnTo>
                    <a:pt x="102056" y="31928"/>
                  </a:lnTo>
                  <a:lnTo>
                    <a:pt x="102056" y="31440"/>
                  </a:lnTo>
                  <a:lnTo>
                    <a:pt x="101986" y="30952"/>
                  </a:lnTo>
                  <a:lnTo>
                    <a:pt x="101847" y="30464"/>
                  </a:lnTo>
                  <a:lnTo>
                    <a:pt x="101707" y="29976"/>
                  </a:lnTo>
                  <a:lnTo>
                    <a:pt x="101498" y="29558"/>
                  </a:lnTo>
                  <a:lnTo>
                    <a:pt x="101219" y="29140"/>
                  </a:lnTo>
                  <a:lnTo>
                    <a:pt x="100941" y="28791"/>
                  </a:lnTo>
                  <a:lnTo>
                    <a:pt x="100592" y="28443"/>
                  </a:lnTo>
                  <a:lnTo>
                    <a:pt x="100244" y="28094"/>
                  </a:lnTo>
                  <a:lnTo>
                    <a:pt x="99895" y="27815"/>
                  </a:lnTo>
                  <a:lnTo>
                    <a:pt x="99477" y="27606"/>
                  </a:lnTo>
                  <a:lnTo>
                    <a:pt x="99058" y="27397"/>
                  </a:lnTo>
                  <a:lnTo>
                    <a:pt x="98570" y="27188"/>
                  </a:lnTo>
                  <a:lnTo>
                    <a:pt x="98152" y="27118"/>
                  </a:lnTo>
                  <a:lnTo>
                    <a:pt x="97664" y="27048"/>
                  </a:lnTo>
                  <a:lnTo>
                    <a:pt x="97107" y="26979"/>
                  </a:lnTo>
                  <a:close/>
                  <a:moveTo>
                    <a:pt x="30812" y="38899"/>
                  </a:moveTo>
                  <a:lnTo>
                    <a:pt x="30324" y="38969"/>
                  </a:lnTo>
                  <a:lnTo>
                    <a:pt x="29836" y="39108"/>
                  </a:lnTo>
                  <a:lnTo>
                    <a:pt x="29348" y="39248"/>
                  </a:lnTo>
                  <a:lnTo>
                    <a:pt x="28930" y="39457"/>
                  </a:lnTo>
                  <a:lnTo>
                    <a:pt x="28512" y="39736"/>
                  </a:lnTo>
                  <a:lnTo>
                    <a:pt x="28163" y="40015"/>
                  </a:lnTo>
                  <a:lnTo>
                    <a:pt x="27814" y="40293"/>
                  </a:lnTo>
                  <a:lnTo>
                    <a:pt x="27466" y="40642"/>
                  </a:lnTo>
                  <a:lnTo>
                    <a:pt x="27187" y="41060"/>
                  </a:lnTo>
                  <a:lnTo>
                    <a:pt x="26978" y="41479"/>
                  </a:lnTo>
                  <a:lnTo>
                    <a:pt x="26769" y="41897"/>
                  </a:lnTo>
                  <a:lnTo>
                    <a:pt x="26560" y="42315"/>
                  </a:lnTo>
                  <a:lnTo>
                    <a:pt x="26490" y="42803"/>
                  </a:lnTo>
                  <a:lnTo>
                    <a:pt x="26420" y="43291"/>
                  </a:lnTo>
                  <a:lnTo>
                    <a:pt x="26351" y="43779"/>
                  </a:lnTo>
                  <a:lnTo>
                    <a:pt x="26351" y="185710"/>
                  </a:lnTo>
                  <a:lnTo>
                    <a:pt x="26420" y="186198"/>
                  </a:lnTo>
                  <a:lnTo>
                    <a:pt x="26490" y="186686"/>
                  </a:lnTo>
                  <a:lnTo>
                    <a:pt x="26560" y="187174"/>
                  </a:lnTo>
                  <a:lnTo>
                    <a:pt x="26769" y="187662"/>
                  </a:lnTo>
                  <a:lnTo>
                    <a:pt x="26978" y="188080"/>
                  </a:lnTo>
                  <a:lnTo>
                    <a:pt x="27187" y="188498"/>
                  </a:lnTo>
                  <a:lnTo>
                    <a:pt x="27466" y="188847"/>
                  </a:lnTo>
                  <a:lnTo>
                    <a:pt x="27814" y="189195"/>
                  </a:lnTo>
                  <a:lnTo>
                    <a:pt x="28163" y="189544"/>
                  </a:lnTo>
                  <a:lnTo>
                    <a:pt x="28512" y="189823"/>
                  </a:lnTo>
                  <a:lnTo>
                    <a:pt x="28930" y="190032"/>
                  </a:lnTo>
                  <a:lnTo>
                    <a:pt x="29348" y="190241"/>
                  </a:lnTo>
                  <a:lnTo>
                    <a:pt x="29836" y="190450"/>
                  </a:lnTo>
                  <a:lnTo>
                    <a:pt x="30324" y="190520"/>
                  </a:lnTo>
                  <a:lnTo>
                    <a:pt x="30812" y="190589"/>
                  </a:lnTo>
                  <a:lnTo>
                    <a:pt x="31300" y="190659"/>
                  </a:lnTo>
                  <a:lnTo>
                    <a:pt x="31788" y="190589"/>
                  </a:lnTo>
                  <a:lnTo>
                    <a:pt x="32276" y="190520"/>
                  </a:lnTo>
                  <a:lnTo>
                    <a:pt x="32764" y="190450"/>
                  </a:lnTo>
                  <a:lnTo>
                    <a:pt x="33182" y="190241"/>
                  </a:lnTo>
                  <a:lnTo>
                    <a:pt x="33670" y="190032"/>
                  </a:lnTo>
                  <a:lnTo>
                    <a:pt x="34019" y="189823"/>
                  </a:lnTo>
                  <a:lnTo>
                    <a:pt x="34437" y="189544"/>
                  </a:lnTo>
                  <a:lnTo>
                    <a:pt x="34785" y="189195"/>
                  </a:lnTo>
                  <a:lnTo>
                    <a:pt x="35064" y="188847"/>
                  </a:lnTo>
                  <a:lnTo>
                    <a:pt x="35413" y="188498"/>
                  </a:lnTo>
                  <a:lnTo>
                    <a:pt x="35622" y="188080"/>
                  </a:lnTo>
                  <a:lnTo>
                    <a:pt x="35831" y="187662"/>
                  </a:lnTo>
                  <a:lnTo>
                    <a:pt x="35971" y="187174"/>
                  </a:lnTo>
                  <a:lnTo>
                    <a:pt x="36110" y="186686"/>
                  </a:lnTo>
                  <a:lnTo>
                    <a:pt x="36180" y="186198"/>
                  </a:lnTo>
                  <a:lnTo>
                    <a:pt x="36249" y="185710"/>
                  </a:lnTo>
                  <a:lnTo>
                    <a:pt x="36249" y="43779"/>
                  </a:lnTo>
                  <a:lnTo>
                    <a:pt x="36180" y="43291"/>
                  </a:lnTo>
                  <a:lnTo>
                    <a:pt x="36110" y="42803"/>
                  </a:lnTo>
                  <a:lnTo>
                    <a:pt x="35971" y="42315"/>
                  </a:lnTo>
                  <a:lnTo>
                    <a:pt x="35831" y="41897"/>
                  </a:lnTo>
                  <a:lnTo>
                    <a:pt x="35622" y="41479"/>
                  </a:lnTo>
                  <a:lnTo>
                    <a:pt x="35413" y="41060"/>
                  </a:lnTo>
                  <a:lnTo>
                    <a:pt x="35064" y="40642"/>
                  </a:lnTo>
                  <a:lnTo>
                    <a:pt x="34785" y="40293"/>
                  </a:lnTo>
                  <a:lnTo>
                    <a:pt x="34437" y="40015"/>
                  </a:lnTo>
                  <a:lnTo>
                    <a:pt x="34019" y="39736"/>
                  </a:lnTo>
                  <a:lnTo>
                    <a:pt x="33670" y="39457"/>
                  </a:lnTo>
                  <a:lnTo>
                    <a:pt x="33182" y="39248"/>
                  </a:lnTo>
                  <a:lnTo>
                    <a:pt x="32764" y="39108"/>
                  </a:lnTo>
                  <a:lnTo>
                    <a:pt x="32276" y="38969"/>
                  </a:lnTo>
                  <a:lnTo>
                    <a:pt x="31788" y="38899"/>
                  </a:lnTo>
                  <a:close/>
                  <a:moveTo>
                    <a:pt x="70268" y="38969"/>
                  </a:moveTo>
                  <a:lnTo>
                    <a:pt x="69780" y="39039"/>
                  </a:lnTo>
                  <a:lnTo>
                    <a:pt x="69362" y="39178"/>
                  </a:lnTo>
                  <a:lnTo>
                    <a:pt x="68874" y="39387"/>
                  </a:lnTo>
                  <a:lnTo>
                    <a:pt x="68456" y="39596"/>
                  </a:lnTo>
                  <a:lnTo>
                    <a:pt x="68037" y="39805"/>
                  </a:lnTo>
                  <a:lnTo>
                    <a:pt x="67689" y="40084"/>
                  </a:lnTo>
                  <a:lnTo>
                    <a:pt x="67340" y="40433"/>
                  </a:lnTo>
                  <a:lnTo>
                    <a:pt x="66992" y="40781"/>
                  </a:lnTo>
                  <a:lnTo>
                    <a:pt x="66713" y="41130"/>
                  </a:lnTo>
                  <a:lnTo>
                    <a:pt x="66434" y="41548"/>
                  </a:lnTo>
                  <a:lnTo>
                    <a:pt x="66295" y="41966"/>
                  </a:lnTo>
                  <a:lnTo>
                    <a:pt x="66085" y="42454"/>
                  </a:lnTo>
                  <a:lnTo>
                    <a:pt x="65946" y="42873"/>
                  </a:lnTo>
                  <a:lnTo>
                    <a:pt x="65876" y="43361"/>
                  </a:lnTo>
                  <a:lnTo>
                    <a:pt x="65876" y="43918"/>
                  </a:lnTo>
                  <a:lnTo>
                    <a:pt x="65876" y="185779"/>
                  </a:lnTo>
                  <a:lnTo>
                    <a:pt x="65876" y="186337"/>
                  </a:lnTo>
                  <a:lnTo>
                    <a:pt x="65946" y="186825"/>
                  </a:lnTo>
                  <a:lnTo>
                    <a:pt x="66085" y="187243"/>
                  </a:lnTo>
                  <a:lnTo>
                    <a:pt x="66295" y="187731"/>
                  </a:lnTo>
                  <a:lnTo>
                    <a:pt x="66434" y="188150"/>
                  </a:lnTo>
                  <a:lnTo>
                    <a:pt x="66713" y="188568"/>
                  </a:lnTo>
                  <a:lnTo>
                    <a:pt x="66992" y="188916"/>
                  </a:lnTo>
                  <a:lnTo>
                    <a:pt x="67340" y="189265"/>
                  </a:lnTo>
                  <a:lnTo>
                    <a:pt x="67689" y="189613"/>
                  </a:lnTo>
                  <a:lnTo>
                    <a:pt x="68037" y="189892"/>
                  </a:lnTo>
                  <a:lnTo>
                    <a:pt x="68456" y="190171"/>
                  </a:lnTo>
                  <a:lnTo>
                    <a:pt x="68874" y="190311"/>
                  </a:lnTo>
                  <a:lnTo>
                    <a:pt x="69362" y="190520"/>
                  </a:lnTo>
                  <a:lnTo>
                    <a:pt x="69780" y="190659"/>
                  </a:lnTo>
                  <a:lnTo>
                    <a:pt x="70268" y="190729"/>
                  </a:lnTo>
                  <a:lnTo>
                    <a:pt x="71314" y="190729"/>
                  </a:lnTo>
                  <a:lnTo>
                    <a:pt x="71802" y="190659"/>
                  </a:lnTo>
                  <a:lnTo>
                    <a:pt x="72290" y="190520"/>
                  </a:lnTo>
                  <a:lnTo>
                    <a:pt x="72708" y="190311"/>
                  </a:lnTo>
                  <a:lnTo>
                    <a:pt x="73126" y="190171"/>
                  </a:lnTo>
                  <a:lnTo>
                    <a:pt x="73544" y="189892"/>
                  </a:lnTo>
                  <a:lnTo>
                    <a:pt x="73963" y="189613"/>
                  </a:lnTo>
                  <a:lnTo>
                    <a:pt x="74311" y="189265"/>
                  </a:lnTo>
                  <a:lnTo>
                    <a:pt x="74590" y="188916"/>
                  </a:lnTo>
                  <a:lnTo>
                    <a:pt x="74869" y="188568"/>
                  </a:lnTo>
                  <a:lnTo>
                    <a:pt x="75148" y="188150"/>
                  </a:lnTo>
                  <a:lnTo>
                    <a:pt x="75357" y="187731"/>
                  </a:lnTo>
                  <a:lnTo>
                    <a:pt x="75496" y="187243"/>
                  </a:lnTo>
                  <a:lnTo>
                    <a:pt x="75636" y="186825"/>
                  </a:lnTo>
                  <a:lnTo>
                    <a:pt x="75705" y="186337"/>
                  </a:lnTo>
                  <a:lnTo>
                    <a:pt x="75705" y="185779"/>
                  </a:lnTo>
                  <a:lnTo>
                    <a:pt x="75705" y="43918"/>
                  </a:lnTo>
                  <a:lnTo>
                    <a:pt x="75705" y="43361"/>
                  </a:lnTo>
                  <a:lnTo>
                    <a:pt x="75636" y="42873"/>
                  </a:lnTo>
                  <a:lnTo>
                    <a:pt x="75496" y="42454"/>
                  </a:lnTo>
                  <a:lnTo>
                    <a:pt x="75357" y="41966"/>
                  </a:lnTo>
                  <a:lnTo>
                    <a:pt x="75148" y="41548"/>
                  </a:lnTo>
                  <a:lnTo>
                    <a:pt x="74869" y="41130"/>
                  </a:lnTo>
                  <a:lnTo>
                    <a:pt x="74590" y="40781"/>
                  </a:lnTo>
                  <a:lnTo>
                    <a:pt x="74311" y="40433"/>
                  </a:lnTo>
                  <a:lnTo>
                    <a:pt x="73963" y="40084"/>
                  </a:lnTo>
                  <a:lnTo>
                    <a:pt x="73544" y="39805"/>
                  </a:lnTo>
                  <a:lnTo>
                    <a:pt x="73126" y="39596"/>
                  </a:lnTo>
                  <a:lnTo>
                    <a:pt x="72708" y="39387"/>
                  </a:lnTo>
                  <a:lnTo>
                    <a:pt x="72290" y="39178"/>
                  </a:lnTo>
                  <a:lnTo>
                    <a:pt x="71802" y="39039"/>
                  </a:lnTo>
                  <a:lnTo>
                    <a:pt x="71314" y="38969"/>
                  </a:lnTo>
                  <a:close/>
                  <a:moveTo>
                    <a:pt x="84001" y="57721"/>
                  </a:moveTo>
                  <a:lnTo>
                    <a:pt x="83443" y="57791"/>
                  </a:lnTo>
                  <a:lnTo>
                    <a:pt x="82955" y="57860"/>
                  </a:lnTo>
                  <a:lnTo>
                    <a:pt x="82537" y="57930"/>
                  </a:lnTo>
                  <a:lnTo>
                    <a:pt x="82049" y="58139"/>
                  </a:lnTo>
                  <a:lnTo>
                    <a:pt x="81631" y="58348"/>
                  </a:lnTo>
                  <a:lnTo>
                    <a:pt x="81213" y="58558"/>
                  </a:lnTo>
                  <a:lnTo>
                    <a:pt x="80864" y="58836"/>
                  </a:lnTo>
                  <a:lnTo>
                    <a:pt x="80515" y="59185"/>
                  </a:lnTo>
                  <a:lnTo>
                    <a:pt x="80167" y="59534"/>
                  </a:lnTo>
                  <a:lnTo>
                    <a:pt x="79888" y="59882"/>
                  </a:lnTo>
                  <a:lnTo>
                    <a:pt x="79609" y="60300"/>
                  </a:lnTo>
                  <a:lnTo>
                    <a:pt x="79400" y="60719"/>
                  </a:lnTo>
                  <a:lnTo>
                    <a:pt x="79261" y="61207"/>
                  </a:lnTo>
                  <a:lnTo>
                    <a:pt x="79121" y="61695"/>
                  </a:lnTo>
                  <a:lnTo>
                    <a:pt x="79052" y="62183"/>
                  </a:lnTo>
                  <a:lnTo>
                    <a:pt x="79052" y="62671"/>
                  </a:lnTo>
                  <a:lnTo>
                    <a:pt x="79052" y="204601"/>
                  </a:lnTo>
                  <a:lnTo>
                    <a:pt x="79052" y="205089"/>
                  </a:lnTo>
                  <a:lnTo>
                    <a:pt x="79121" y="205577"/>
                  </a:lnTo>
                  <a:lnTo>
                    <a:pt x="79261" y="206065"/>
                  </a:lnTo>
                  <a:lnTo>
                    <a:pt x="79400" y="206483"/>
                  </a:lnTo>
                  <a:lnTo>
                    <a:pt x="79609" y="206902"/>
                  </a:lnTo>
                  <a:lnTo>
                    <a:pt x="79888" y="207320"/>
                  </a:lnTo>
                  <a:lnTo>
                    <a:pt x="80167" y="207669"/>
                  </a:lnTo>
                  <a:lnTo>
                    <a:pt x="80515" y="208087"/>
                  </a:lnTo>
                  <a:lnTo>
                    <a:pt x="80864" y="208366"/>
                  </a:lnTo>
                  <a:lnTo>
                    <a:pt x="81213" y="208644"/>
                  </a:lnTo>
                  <a:lnTo>
                    <a:pt x="81631" y="208923"/>
                  </a:lnTo>
                  <a:lnTo>
                    <a:pt x="82049" y="209132"/>
                  </a:lnTo>
                  <a:lnTo>
                    <a:pt x="82537" y="209272"/>
                  </a:lnTo>
                  <a:lnTo>
                    <a:pt x="82955" y="209411"/>
                  </a:lnTo>
                  <a:lnTo>
                    <a:pt x="83443" y="209481"/>
                  </a:lnTo>
                  <a:lnTo>
                    <a:pt x="84489" y="209481"/>
                  </a:lnTo>
                  <a:lnTo>
                    <a:pt x="84977" y="209411"/>
                  </a:lnTo>
                  <a:lnTo>
                    <a:pt x="85465" y="209272"/>
                  </a:lnTo>
                  <a:lnTo>
                    <a:pt x="85883" y="209132"/>
                  </a:lnTo>
                  <a:lnTo>
                    <a:pt x="86301" y="208923"/>
                  </a:lnTo>
                  <a:lnTo>
                    <a:pt x="86720" y="208644"/>
                  </a:lnTo>
                  <a:lnTo>
                    <a:pt x="87068" y="208366"/>
                  </a:lnTo>
                  <a:lnTo>
                    <a:pt x="87487" y="208087"/>
                  </a:lnTo>
                  <a:lnTo>
                    <a:pt x="87765" y="207669"/>
                  </a:lnTo>
                  <a:lnTo>
                    <a:pt x="88044" y="207320"/>
                  </a:lnTo>
                  <a:lnTo>
                    <a:pt x="88323" y="206902"/>
                  </a:lnTo>
                  <a:lnTo>
                    <a:pt x="88532" y="206483"/>
                  </a:lnTo>
                  <a:lnTo>
                    <a:pt x="88672" y="206065"/>
                  </a:lnTo>
                  <a:lnTo>
                    <a:pt x="88811" y="205577"/>
                  </a:lnTo>
                  <a:lnTo>
                    <a:pt x="88881" y="205089"/>
                  </a:lnTo>
                  <a:lnTo>
                    <a:pt x="88881" y="204601"/>
                  </a:lnTo>
                  <a:lnTo>
                    <a:pt x="88881" y="62671"/>
                  </a:lnTo>
                  <a:lnTo>
                    <a:pt x="88881" y="62183"/>
                  </a:lnTo>
                  <a:lnTo>
                    <a:pt x="88811" y="61695"/>
                  </a:lnTo>
                  <a:lnTo>
                    <a:pt x="88672" y="61207"/>
                  </a:lnTo>
                  <a:lnTo>
                    <a:pt x="88532" y="60719"/>
                  </a:lnTo>
                  <a:lnTo>
                    <a:pt x="88323" y="60300"/>
                  </a:lnTo>
                  <a:lnTo>
                    <a:pt x="88044" y="59882"/>
                  </a:lnTo>
                  <a:lnTo>
                    <a:pt x="87765" y="59534"/>
                  </a:lnTo>
                  <a:lnTo>
                    <a:pt x="87487" y="59185"/>
                  </a:lnTo>
                  <a:lnTo>
                    <a:pt x="87068" y="58836"/>
                  </a:lnTo>
                  <a:lnTo>
                    <a:pt x="86720" y="58558"/>
                  </a:lnTo>
                  <a:lnTo>
                    <a:pt x="86301" y="58348"/>
                  </a:lnTo>
                  <a:lnTo>
                    <a:pt x="85883" y="58139"/>
                  </a:lnTo>
                  <a:lnTo>
                    <a:pt x="85465" y="57930"/>
                  </a:lnTo>
                  <a:lnTo>
                    <a:pt x="84977" y="57860"/>
                  </a:lnTo>
                  <a:lnTo>
                    <a:pt x="84489" y="57791"/>
                  </a:lnTo>
                  <a:lnTo>
                    <a:pt x="84001" y="57721"/>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36;p4"/>
            <p:cNvSpPr/>
            <p:nvPr/>
          </p:nvSpPr>
          <p:spPr>
            <a:xfrm>
              <a:off x="2543000" y="797550"/>
              <a:ext cx="230075" cy="230050"/>
            </a:xfrm>
            <a:custGeom>
              <a:avLst/>
              <a:gdLst/>
              <a:ahLst/>
              <a:cxnLst/>
              <a:rect l="l" t="t" r="r" b="b"/>
              <a:pathLst>
                <a:path w="9203" h="9202" extrusionOk="0">
                  <a:moveTo>
                    <a:pt x="4601" y="0"/>
                  </a:moveTo>
                  <a:lnTo>
                    <a:pt x="4113" y="70"/>
                  </a:lnTo>
                  <a:lnTo>
                    <a:pt x="3695" y="140"/>
                  </a:lnTo>
                  <a:lnTo>
                    <a:pt x="3277" y="209"/>
                  </a:lnTo>
                  <a:lnTo>
                    <a:pt x="2859" y="349"/>
                  </a:lnTo>
                  <a:lnTo>
                    <a:pt x="2440" y="558"/>
                  </a:lnTo>
                  <a:lnTo>
                    <a:pt x="2022" y="767"/>
                  </a:lnTo>
                  <a:lnTo>
                    <a:pt x="1674" y="1046"/>
                  </a:lnTo>
                  <a:lnTo>
                    <a:pt x="1395" y="1325"/>
                  </a:lnTo>
                  <a:lnTo>
                    <a:pt x="1046" y="1673"/>
                  </a:lnTo>
                  <a:lnTo>
                    <a:pt x="837" y="2022"/>
                  </a:lnTo>
                  <a:lnTo>
                    <a:pt x="558" y="2440"/>
                  </a:lnTo>
                  <a:lnTo>
                    <a:pt x="419" y="2789"/>
                  </a:lnTo>
                  <a:lnTo>
                    <a:pt x="210" y="3207"/>
                  </a:lnTo>
                  <a:lnTo>
                    <a:pt x="140" y="3695"/>
                  </a:lnTo>
                  <a:lnTo>
                    <a:pt x="70" y="4113"/>
                  </a:lnTo>
                  <a:lnTo>
                    <a:pt x="1" y="4601"/>
                  </a:lnTo>
                  <a:lnTo>
                    <a:pt x="70" y="5089"/>
                  </a:lnTo>
                  <a:lnTo>
                    <a:pt x="140" y="5507"/>
                  </a:lnTo>
                  <a:lnTo>
                    <a:pt x="210" y="5925"/>
                  </a:lnTo>
                  <a:lnTo>
                    <a:pt x="419" y="6344"/>
                  </a:lnTo>
                  <a:lnTo>
                    <a:pt x="558" y="6762"/>
                  </a:lnTo>
                  <a:lnTo>
                    <a:pt x="837" y="7180"/>
                  </a:lnTo>
                  <a:lnTo>
                    <a:pt x="1046" y="7529"/>
                  </a:lnTo>
                  <a:lnTo>
                    <a:pt x="1395" y="7808"/>
                  </a:lnTo>
                  <a:lnTo>
                    <a:pt x="1674" y="8156"/>
                  </a:lnTo>
                  <a:lnTo>
                    <a:pt x="2022" y="8365"/>
                  </a:lnTo>
                  <a:lnTo>
                    <a:pt x="2440" y="8644"/>
                  </a:lnTo>
                  <a:lnTo>
                    <a:pt x="2859" y="8784"/>
                  </a:lnTo>
                  <a:lnTo>
                    <a:pt x="3277" y="8993"/>
                  </a:lnTo>
                  <a:lnTo>
                    <a:pt x="3695" y="9062"/>
                  </a:lnTo>
                  <a:lnTo>
                    <a:pt x="4113" y="9132"/>
                  </a:lnTo>
                  <a:lnTo>
                    <a:pt x="4601" y="9202"/>
                  </a:lnTo>
                  <a:lnTo>
                    <a:pt x="5089" y="9132"/>
                  </a:lnTo>
                  <a:lnTo>
                    <a:pt x="5508" y="9062"/>
                  </a:lnTo>
                  <a:lnTo>
                    <a:pt x="5996" y="8993"/>
                  </a:lnTo>
                  <a:lnTo>
                    <a:pt x="6414" y="8784"/>
                  </a:lnTo>
                  <a:lnTo>
                    <a:pt x="6762" y="8644"/>
                  </a:lnTo>
                  <a:lnTo>
                    <a:pt x="7181" y="8365"/>
                  </a:lnTo>
                  <a:lnTo>
                    <a:pt x="7529" y="8156"/>
                  </a:lnTo>
                  <a:lnTo>
                    <a:pt x="7878" y="7808"/>
                  </a:lnTo>
                  <a:lnTo>
                    <a:pt x="8157" y="7529"/>
                  </a:lnTo>
                  <a:lnTo>
                    <a:pt x="8436" y="7180"/>
                  </a:lnTo>
                  <a:lnTo>
                    <a:pt x="8645" y="6762"/>
                  </a:lnTo>
                  <a:lnTo>
                    <a:pt x="8854" y="6344"/>
                  </a:lnTo>
                  <a:lnTo>
                    <a:pt x="8993" y="5925"/>
                  </a:lnTo>
                  <a:lnTo>
                    <a:pt x="9133" y="5507"/>
                  </a:lnTo>
                  <a:lnTo>
                    <a:pt x="9133" y="5089"/>
                  </a:lnTo>
                  <a:lnTo>
                    <a:pt x="9202" y="4601"/>
                  </a:lnTo>
                  <a:lnTo>
                    <a:pt x="9133" y="4113"/>
                  </a:lnTo>
                  <a:lnTo>
                    <a:pt x="9133" y="3695"/>
                  </a:lnTo>
                  <a:lnTo>
                    <a:pt x="8993" y="3207"/>
                  </a:lnTo>
                  <a:lnTo>
                    <a:pt x="8854" y="2789"/>
                  </a:lnTo>
                  <a:lnTo>
                    <a:pt x="8645" y="2440"/>
                  </a:lnTo>
                  <a:lnTo>
                    <a:pt x="8436" y="2022"/>
                  </a:lnTo>
                  <a:lnTo>
                    <a:pt x="8157" y="1673"/>
                  </a:lnTo>
                  <a:lnTo>
                    <a:pt x="7878" y="1325"/>
                  </a:lnTo>
                  <a:lnTo>
                    <a:pt x="7529" y="1046"/>
                  </a:lnTo>
                  <a:lnTo>
                    <a:pt x="7181" y="767"/>
                  </a:lnTo>
                  <a:lnTo>
                    <a:pt x="6762" y="558"/>
                  </a:lnTo>
                  <a:lnTo>
                    <a:pt x="6414" y="349"/>
                  </a:lnTo>
                  <a:lnTo>
                    <a:pt x="5996" y="209"/>
                  </a:lnTo>
                  <a:lnTo>
                    <a:pt x="5508" y="140"/>
                  </a:lnTo>
                  <a:lnTo>
                    <a:pt x="5089" y="70"/>
                  </a:lnTo>
                  <a:lnTo>
                    <a:pt x="4601" y="0"/>
                  </a:lnTo>
                  <a:close/>
                </a:path>
              </a:pathLst>
            </a:custGeom>
            <a:solidFill>
              <a:srgbClr val="FC5D0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4"/>
            <p:cNvSpPr/>
            <p:nvPr/>
          </p:nvSpPr>
          <p:spPr>
            <a:xfrm>
              <a:off x="2872375" y="525675"/>
              <a:ext cx="230075" cy="230075"/>
            </a:xfrm>
            <a:custGeom>
              <a:avLst/>
              <a:gdLst/>
              <a:ahLst/>
              <a:cxnLst/>
              <a:rect l="l" t="t" r="r" b="b"/>
              <a:pathLst>
                <a:path w="9203" h="9203" extrusionOk="0">
                  <a:moveTo>
                    <a:pt x="4602" y="0"/>
                  </a:moveTo>
                  <a:lnTo>
                    <a:pt x="4114" y="70"/>
                  </a:lnTo>
                  <a:lnTo>
                    <a:pt x="3695" y="140"/>
                  </a:lnTo>
                  <a:lnTo>
                    <a:pt x="3207" y="209"/>
                  </a:lnTo>
                  <a:lnTo>
                    <a:pt x="2789" y="349"/>
                  </a:lnTo>
                  <a:lnTo>
                    <a:pt x="2441" y="558"/>
                  </a:lnTo>
                  <a:lnTo>
                    <a:pt x="2022" y="837"/>
                  </a:lnTo>
                  <a:lnTo>
                    <a:pt x="1674" y="1046"/>
                  </a:lnTo>
                  <a:lnTo>
                    <a:pt x="1395" y="1394"/>
                  </a:lnTo>
                  <a:lnTo>
                    <a:pt x="1046" y="1673"/>
                  </a:lnTo>
                  <a:lnTo>
                    <a:pt x="837" y="2022"/>
                  </a:lnTo>
                  <a:lnTo>
                    <a:pt x="559" y="2440"/>
                  </a:lnTo>
                  <a:lnTo>
                    <a:pt x="349" y="2789"/>
                  </a:lnTo>
                  <a:lnTo>
                    <a:pt x="210" y="3277"/>
                  </a:lnTo>
                  <a:lnTo>
                    <a:pt x="140" y="3695"/>
                  </a:lnTo>
                  <a:lnTo>
                    <a:pt x="71" y="4113"/>
                  </a:lnTo>
                  <a:lnTo>
                    <a:pt x="1" y="4601"/>
                  </a:lnTo>
                  <a:lnTo>
                    <a:pt x="71" y="5089"/>
                  </a:lnTo>
                  <a:lnTo>
                    <a:pt x="140" y="5507"/>
                  </a:lnTo>
                  <a:lnTo>
                    <a:pt x="210" y="5995"/>
                  </a:lnTo>
                  <a:lnTo>
                    <a:pt x="349" y="6414"/>
                  </a:lnTo>
                  <a:lnTo>
                    <a:pt x="559" y="6762"/>
                  </a:lnTo>
                  <a:lnTo>
                    <a:pt x="837" y="7180"/>
                  </a:lnTo>
                  <a:lnTo>
                    <a:pt x="1046" y="7529"/>
                  </a:lnTo>
                  <a:lnTo>
                    <a:pt x="1395" y="7878"/>
                  </a:lnTo>
                  <a:lnTo>
                    <a:pt x="1674" y="8156"/>
                  </a:lnTo>
                  <a:lnTo>
                    <a:pt x="2022" y="8435"/>
                  </a:lnTo>
                  <a:lnTo>
                    <a:pt x="2441" y="8644"/>
                  </a:lnTo>
                  <a:lnTo>
                    <a:pt x="2789" y="8853"/>
                  </a:lnTo>
                  <a:lnTo>
                    <a:pt x="3207" y="8993"/>
                  </a:lnTo>
                  <a:lnTo>
                    <a:pt x="3695" y="9063"/>
                  </a:lnTo>
                  <a:lnTo>
                    <a:pt x="4114" y="9132"/>
                  </a:lnTo>
                  <a:lnTo>
                    <a:pt x="4602" y="9202"/>
                  </a:lnTo>
                  <a:lnTo>
                    <a:pt x="5090" y="9132"/>
                  </a:lnTo>
                  <a:lnTo>
                    <a:pt x="5508" y="9063"/>
                  </a:lnTo>
                  <a:lnTo>
                    <a:pt x="5996" y="8993"/>
                  </a:lnTo>
                  <a:lnTo>
                    <a:pt x="6414" y="8853"/>
                  </a:lnTo>
                  <a:lnTo>
                    <a:pt x="6763" y="8644"/>
                  </a:lnTo>
                  <a:lnTo>
                    <a:pt x="7181" y="8435"/>
                  </a:lnTo>
                  <a:lnTo>
                    <a:pt x="7530" y="8156"/>
                  </a:lnTo>
                  <a:lnTo>
                    <a:pt x="7808" y="7878"/>
                  </a:lnTo>
                  <a:lnTo>
                    <a:pt x="8157" y="7529"/>
                  </a:lnTo>
                  <a:lnTo>
                    <a:pt x="8436" y="7180"/>
                  </a:lnTo>
                  <a:lnTo>
                    <a:pt x="8645" y="6762"/>
                  </a:lnTo>
                  <a:lnTo>
                    <a:pt x="8854" y="6414"/>
                  </a:lnTo>
                  <a:lnTo>
                    <a:pt x="8993" y="5995"/>
                  </a:lnTo>
                  <a:lnTo>
                    <a:pt x="9063" y="5507"/>
                  </a:lnTo>
                  <a:lnTo>
                    <a:pt x="9133" y="5089"/>
                  </a:lnTo>
                  <a:lnTo>
                    <a:pt x="9203" y="4601"/>
                  </a:lnTo>
                  <a:lnTo>
                    <a:pt x="9133" y="4113"/>
                  </a:lnTo>
                  <a:lnTo>
                    <a:pt x="9063" y="3695"/>
                  </a:lnTo>
                  <a:lnTo>
                    <a:pt x="8993" y="3277"/>
                  </a:lnTo>
                  <a:lnTo>
                    <a:pt x="8854" y="2789"/>
                  </a:lnTo>
                  <a:lnTo>
                    <a:pt x="8645" y="2440"/>
                  </a:lnTo>
                  <a:lnTo>
                    <a:pt x="8436" y="2022"/>
                  </a:lnTo>
                  <a:lnTo>
                    <a:pt x="8157" y="1673"/>
                  </a:lnTo>
                  <a:lnTo>
                    <a:pt x="7808" y="1394"/>
                  </a:lnTo>
                  <a:lnTo>
                    <a:pt x="7530" y="1046"/>
                  </a:lnTo>
                  <a:lnTo>
                    <a:pt x="7181" y="837"/>
                  </a:lnTo>
                  <a:lnTo>
                    <a:pt x="6763" y="558"/>
                  </a:lnTo>
                  <a:lnTo>
                    <a:pt x="6414" y="349"/>
                  </a:lnTo>
                  <a:lnTo>
                    <a:pt x="5996" y="209"/>
                  </a:lnTo>
                  <a:lnTo>
                    <a:pt x="5508" y="140"/>
                  </a:lnTo>
                  <a:lnTo>
                    <a:pt x="5090" y="70"/>
                  </a:lnTo>
                  <a:lnTo>
                    <a:pt x="4602"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38;p4"/>
            <p:cNvSpPr/>
            <p:nvPr/>
          </p:nvSpPr>
          <p:spPr>
            <a:xfrm>
              <a:off x="3201775" y="1217550"/>
              <a:ext cx="230050" cy="228325"/>
            </a:xfrm>
            <a:custGeom>
              <a:avLst/>
              <a:gdLst/>
              <a:ahLst/>
              <a:cxnLst/>
              <a:rect l="l" t="t" r="r" b="b"/>
              <a:pathLst>
                <a:path w="9202" h="9133" extrusionOk="0">
                  <a:moveTo>
                    <a:pt x="4113" y="0"/>
                  </a:moveTo>
                  <a:lnTo>
                    <a:pt x="3695" y="70"/>
                  </a:lnTo>
                  <a:lnTo>
                    <a:pt x="3207" y="209"/>
                  </a:lnTo>
                  <a:lnTo>
                    <a:pt x="2788" y="349"/>
                  </a:lnTo>
                  <a:lnTo>
                    <a:pt x="2440" y="558"/>
                  </a:lnTo>
                  <a:lnTo>
                    <a:pt x="2022" y="767"/>
                  </a:lnTo>
                  <a:lnTo>
                    <a:pt x="1673" y="1046"/>
                  </a:lnTo>
                  <a:lnTo>
                    <a:pt x="1325" y="1325"/>
                  </a:lnTo>
                  <a:lnTo>
                    <a:pt x="1046" y="1673"/>
                  </a:lnTo>
                  <a:lnTo>
                    <a:pt x="767" y="2022"/>
                  </a:lnTo>
                  <a:lnTo>
                    <a:pt x="558" y="2371"/>
                  </a:lnTo>
                  <a:lnTo>
                    <a:pt x="349" y="2789"/>
                  </a:lnTo>
                  <a:lnTo>
                    <a:pt x="209" y="3207"/>
                  </a:lnTo>
                  <a:lnTo>
                    <a:pt x="140" y="3625"/>
                  </a:lnTo>
                  <a:lnTo>
                    <a:pt x="70" y="4113"/>
                  </a:lnTo>
                  <a:lnTo>
                    <a:pt x="0" y="4601"/>
                  </a:lnTo>
                  <a:lnTo>
                    <a:pt x="70" y="5020"/>
                  </a:lnTo>
                  <a:lnTo>
                    <a:pt x="140" y="5507"/>
                  </a:lnTo>
                  <a:lnTo>
                    <a:pt x="209" y="5926"/>
                  </a:lnTo>
                  <a:lnTo>
                    <a:pt x="349" y="6344"/>
                  </a:lnTo>
                  <a:lnTo>
                    <a:pt x="558" y="6762"/>
                  </a:lnTo>
                  <a:lnTo>
                    <a:pt x="767" y="7111"/>
                  </a:lnTo>
                  <a:lnTo>
                    <a:pt x="1046" y="7529"/>
                  </a:lnTo>
                  <a:lnTo>
                    <a:pt x="1325" y="7808"/>
                  </a:lnTo>
                  <a:lnTo>
                    <a:pt x="1673" y="8087"/>
                  </a:lnTo>
                  <a:lnTo>
                    <a:pt x="2022" y="8366"/>
                  </a:lnTo>
                  <a:lnTo>
                    <a:pt x="2440" y="8575"/>
                  </a:lnTo>
                  <a:lnTo>
                    <a:pt x="2788" y="8784"/>
                  </a:lnTo>
                  <a:lnTo>
                    <a:pt x="3207" y="8923"/>
                  </a:lnTo>
                  <a:lnTo>
                    <a:pt x="3695" y="9063"/>
                  </a:lnTo>
                  <a:lnTo>
                    <a:pt x="4113" y="9132"/>
                  </a:lnTo>
                  <a:lnTo>
                    <a:pt x="5089" y="9132"/>
                  </a:lnTo>
                  <a:lnTo>
                    <a:pt x="5507" y="9063"/>
                  </a:lnTo>
                  <a:lnTo>
                    <a:pt x="5925" y="8923"/>
                  </a:lnTo>
                  <a:lnTo>
                    <a:pt x="6413" y="8784"/>
                  </a:lnTo>
                  <a:lnTo>
                    <a:pt x="6762" y="8575"/>
                  </a:lnTo>
                  <a:lnTo>
                    <a:pt x="7180" y="8366"/>
                  </a:lnTo>
                  <a:lnTo>
                    <a:pt x="7529" y="8087"/>
                  </a:lnTo>
                  <a:lnTo>
                    <a:pt x="7808" y="7808"/>
                  </a:lnTo>
                  <a:lnTo>
                    <a:pt x="8156" y="7529"/>
                  </a:lnTo>
                  <a:lnTo>
                    <a:pt x="8365" y="7111"/>
                  </a:lnTo>
                  <a:lnTo>
                    <a:pt x="8644" y="6762"/>
                  </a:lnTo>
                  <a:lnTo>
                    <a:pt x="8784" y="6344"/>
                  </a:lnTo>
                  <a:lnTo>
                    <a:pt x="8993" y="5926"/>
                  </a:lnTo>
                  <a:lnTo>
                    <a:pt x="9062" y="5507"/>
                  </a:lnTo>
                  <a:lnTo>
                    <a:pt x="9132" y="5020"/>
                  </a:lnTo>
                  <a:lnTo>
                    <a:pt x="9202" y="4601"/>
                  </a:lnTo>
                  <a:lnTo>
                    <a:pt x="9132" y="4113"/>
                  </a:lnTo>
                  <a:lnTo>
                    <a:pt x="9062" y="3625"/>
                  </a:lnTo>
                  <a:lnTo>
                    <a:pt x="8993" y="3207"/>
                  </a:lnTo>
                  <a:lnTo>
                    <a:pt x="8784" y="2789"/>
                  </a:lnTo>
                  <a:lnTo>
                    <a:pt x="8644" y="2371"/>
                  </a:lnTo>
                  <a:lnTo>
                    <a:pt x="8365" y="2022"/>
                  </a:lnTo>
                  <a:lnTo>
                    <a:pt x="8156" y="1673"/>
                  </a:lnTo>
                  <a:lnTo>
                    <a:pt x="7808" y="1325"/>
                  </a:lnTo>
                  <a:lnTo>
                    <a:pt x="7529" y="1046"/>
                  </a:lnTo>
                  <a:lnTo>
                    <a:pt x="7180" y="767"/>
                  </a:lnTo>
                  <a:lnTo>
                    <a:pt x="6762" y="558"/>
                  </a:lnTo>
                  <a:lnTo>
                    <a:pt x="6413" y="349"/>
                  </a:lnTo>
                  <a:lnTo>
                    <a:pt x="5925" y="209"/>
                  </a:lnTo>
                  <a:lnTo>
                    <a:pt x="5507" y="70"/>
                  </a:lnTo>
                  <a:lnTo>
                    <a:pt x="5089" y="0"/>
                  </a:lnTo>
                  <a:close/>
                </a:path>
              </a:pathLst>
            </a:custGeom>
            <a:solidFill>
              <a:srgbClr val="D2FF1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39;p4"/>
            <p:cNvSpPr/>
            <p:nvPr/>
          </p:nvSpPr>
          <p:spPr>
            <a:xfrm>
              <a:off x="3531150" y="600600"/>
              <a:ext cx="230075" cy="228325"/>
            </a:xfrm>
            <a:custGeom>
              <a:avLst/>
              <a:gdLst/>
              <a:ahLst/>
              <a:cxnLst/>
              <a:rect l="l" t="t" r="r" b="b"/>
              <a:pathLst>
                <a:path w="9203" h="9133" extrusionOk="0">
                  <a:moveTo>
                    <a:pt x="4113" y="1"/>
                  </a:moveTo>
                  <a:lnTo>
                    <a:pt x="3695" y="71"/>
                  </a:lnTo>
                  <a:lnTo>
                    <a:pt x="3207" y="210"/>
                  </a:lnTo>
                  <a:lnTo>
                    <a:pt x="2789" y="349"/>
                  </a:lnTo>
                  <a:lnTo>
                    <a:pt x="2440" y="558"/>
                  </a:lnTo>
                  <a:lnTo>
                    <a:pt x="2022" y="768"/>
                  </a:lnTo>
                  <a:lnTo>
                    <a:pt x="1673" y="1046"/>
                  </a:lnTo>
                  <a:lnTo>
                    <a:pt x="1325" y="1325"/>
                  </a:lnTo>
                  <a:lnTo>
                    <a:pt x="1046" y="1674"/>
                  </a:lnTo>
                  <a:lnTo>
                    <a:pt x="767" y="2022"/>
                  </a:lnTo>
                  <a:lnTo>
                    <a:pt x="558" y="2371"/>
                  </a:lnTo>
                  <a:lnTo>
                    <a:pt x="349" y="2789"/>
                  </a:lnTo>
                  <a:lnTo>
                    <a:pt x="209" y="3207"/>
                  </a:lnTo>
                  <a:lnTo>
                    <a:pt x="70" y="3626"/>
                  </a:lnTo>
                  <a:lnTo>
                    <a:pt x="0" y="4114"/>
                  </a:lnTo>
                  <a:lnTo>
                    <a:pt x="0" y="4602"/>
                  </a:lnTo>
                  <a:lnTo>
                    <a:pt x="0" y="5020"/>
                  </a:lnTo>
                  <a:lnTo>
                    <a:pt x="70" y="5508"/>
                  </a:lnTo>
                  <a:lnTo>
                    <a:pt x="209" y="5926"/>
                  </a:lnTo>
                  <a:lnTo>
                    <a:pt x="349" y="6344"/>
                  </a:lnTo>
                  <a:lnTo>
                    <a:pt x="558" y="6763"/>
                  </a:lnTo>
                  <a:lnTo>
                    <a:pt x="767" y="7111"/>
                  </a:lnTo>
                  <a:lnTo>
                    <a:pt x="1046" y="7460"/>
                  </a:lnTo>
                  <a:lnTo>
                    <a:pt x="1325" y="7808"/>
                  </a:lnTo>
                  <a:lnTo>
                    <a:pt x="1673" y="8087"/>
                  </a:lnTo>
                  <a:lnTo>
                    <a:pt x="2022" y="8366"/>
                  </a:lnTo>
                  <a:lnTo>
                    <a:pt x="2440" y="8575"/>
                  </a:lnTo>
                  <a:lnTo>
                    <a:pt x="2789" y="8784"/>
                  </a:lnTo>
                  <a:lnTo>
                    <a:pt x="3207" y="8924"/>
                  </a:lnTo>
                  <a:lnTo>
                    <a:pt x="3695" y="9063"/>
                  </a:lnTo>
                  <a:lnTo>
                    <a:pt x="4113" y="9133"/>
                  </a:lnTo>
                  <a:lnTo>
                    <a:pt x="5089" y="9133"/>
                  </a:lnTo>
                  <a:lnTo>
                    <a:pt x="5507" y="9063"/>
                  </a:lnTo>
                  <a:lnTo>
                    <a:pt x="5926" y="8924"/>
                  </a:lnTo>
                  <a:lnTo>
                    <a:pt x="6344" y="8784"/>
                  </a:lnTo>
                  <a:lnTo>
                    <a:pt x="6762" y="8575"/>
                  </a:lnTo>
                  <a:lnTo>
                    <a:pt x="7181" y="8366"/>
                  </a:lnTo>
                  <a:lnTo>
                    <a:pt x="7529" y="8087"/>
                  </a:lnTo>
                  <a:lnTo>
                    <a:pt x="7808" y="7808"/>
                  </a:lnTo>
                  <a:lnTo>
                    <a:pt x="8156" y="7460"/>
                  </a:lnTo>
                  <a:lnTo>
                    <a:pt x="8366" y="7111"/>
                  </a:lnTo>
                  <a:lnTo>
                    <a:pt x="8644" y="6763"/>
                  </a:lnTo>
                  <a:lnTo>
                    <a:pt x="8784" y="6344"/>
                  </a:lnTo>
                  <a:lnTo>
                    <a:pt x="8993" y="5926"/>
                  </a:lnTo>
                  <a:lnTo>
                    <a:pt x="9063" y="5508"/>
                  </a:lnTo>
                  <a:lnTo>
                    <a:pt x="9132" y="5020"/>
                  </a:lnTo>
                  <a:lnTo>
                    <a:pt x="9202" y="4602"/>
                  </a:lnTo>
                  <a:lnTo>
                    <a:pt x="9132" y="4114"/>
                  </a:lnTo>
                  <a:lnTo>
                    <a:pt x="9063" y="3626"/>
                  </a:lnTo>
                  <a:lnTo>
                    <a:pt x="8993" y="3207"/>
                  </a:lnTo>
                  <a:lnTo>
                    <a:pt x="8784" y="2789"/>
                  </a:lnTo>
                  <a:lnTo>
                    <a:pt x="8644" y="2371"/>
                  </a:lnTo>
                  <a:lnTo>
                    <a:pt x="8366" y="2022"/>
                  </a:lnTo>
                  <a:lnTo>
                    <a:pt x="8156" y="1674"/>
                  </a:lnTo>
                  <a:lnTo>
                    <a:pt x="7808" y="1325"/>
                  </a:lnTo>
                  <a:lnTo>
                    <a:pt x="7529" y="1046"/>
                  </a:lnTo>
                  <a:lnTo>
                    <a:pt x="7181" y="768"/>
                  </a:lnTo>
                  <a:lnTo>
                    <a:pt x="6762" y="558"/>
                  </a:lnTo>
                  <a:lnTo>
                    <a:pt x="6344" y="349"/>
                  </a:lnTo>
                  <a:lnTo>
                    <a:pt x="5926" y="210"/>
                  </a:lnTo>
                  <a:lnTo>
                    <a:pt x="5507" y="71"/>
                  </a:lnTo>
                  <a:lnTo>
                    <a:pt x="5089"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40;p4"/>
            <p:cNvSpPr/>
            <p:nvPr/>
          </p:nvSpPr>
          <p:spPr>
            <a:xfrm>
              <a:off x="3860525" y="246825"/>
              <a:ext cx="228325" cy="228325"/>
            </a:xfrm>
            <a:custGeom>
              <a:avLst/>
              <a:gdLst/>
              <a:ahLst/>
              <a:cxnLst/>
              <a:rect l="l" t="t" r="r" b="b"/>
              <a:pathLst>
                <a:path w="9133" h="9133" extrusionOk="0">
                  <a:moveTo>
                    <a:pt x="4114" y="1"/>
                  </a:moveTo>
                  <a:lnTo>
                    <a:pt x="3626" y="70"/>
                  </a:lnTo>
                  <a:lnTo>
                    <a:pt x="3207" y="210"/>
                  </a:lnTo>
                  <a:lnTo>
                    <a:pt x="2789" y="349"/>
                  </a:lnTo>
                  <a:lnTo>
                    <a:pt x="2371" y="558"/>
                  </a:lnTo>
                  <a:lnTo>
                    <a:pt x="2022" y="767"/>
                  </a:lnTo>
                  <a:lnTo>
                    <a:pt x="1674" y="1046"/>
                  </a:lnTo>
                  <a:lnTo>
                    <a:pt x="1325" y="1325"/>
                  </a:lnTo>
                  <a:lnTo>
                    <a:pt x="1046" y="1674"/>
                  </a:lnTo>
                  <a:lnTo>
                    <a:pt x="767" y="2022"/>
                  </a:lnTo>
                  <a:lnTo>
                    <a:pt x="558" y="2371"/>
                  </a:lnTo>
                  <a:lnTo>
                    <a:pt x="349" y="2789"/>
                  </a:lnTo>
                  <a:lnTo>
                    <a:pt x="210" y="3207"/>
                  </a:lnTo>
                  <a:lnTo>
                    <a:pt x="70" y="3626"/>
                  </a:lnTo>
                  <a:lnTo>
                    <a:pt x="1" y="4113"/>
                  </a:lnTo>
                  <a:lnTo>
                    <a:pt x="1" y="4532"/>
                  </a:lnTo>
                  <a:lnTo>
                    <a:pt x="1" y="5020"/>
                  </a:lnTo>
                  <a:lnTo>
                    <a:pt x="70" y="5508"/>
                  </a:lnTo>
                  <a:lnTo>
                    <a:pt x="210" y="5926"/>
                  </a:lnTo>
                  <a:lnTo>
                    <a:pt x="349" y="6344"/>
                  </a:lnTo>
                  <a:lnTo>
                    <a:pt x="558" y="6762"/>
                  </a:lnTo>
                  <a:lnTo>
                    <a:pt x="767" y="7111"/>
                  </a:lnTo>
                  <a:lnTo>
                    <a:pt x="1046" y="7460"/>
                  </a:lnTo>
                  <a:lnTo>
                    <a:pt x="1325" y="7808"/>
                  </a:lnTo>
                  <a:lnTo>
                    <a:pt x="1674" y="8087"/>
                  </a:lnTo>
                  <a:lnTo>
                    <a:pt x="2022" y="8366"/>
                  </a:lnTo>
                  <a:lnTo>
                    <a:pt x="2371" y="8575"/>
                  </a:lnTo>
                  <a:lnTo>
                    <a:pt x="2789" y="8784"/>
                  </a:lnTo>
                  <a:lnTo>
                    <a:pt x="3207" y="8924"/>
                  </a:lnTo>
                  <a:lnTo>
                    <a:pt x="3626" y="9063"/>
                  </a:lnTo>
                  <a:lnTo>
                    <a:pt x="4114" y="9133"/>
                  </a:lnTo>
                  <a:lnTo>
                    <a:pt x="5020" y="9133"/>
                  </a:lnTo>
                  <a:lnTo>
                    <a:pt x="5508" y="9063"/>
                  </a:lnTo>
                  <a:lnTo>
                    <a:pt x="5926" y="8924"/>
                  </a:lnTo>
                  <a:lnTo>
                    <a:pt x="6344" y="8784"/>
                  </a:lnTo>
                  <a:lnTo>
                    <a:pt x="6763" y="8575"/>
                  </a:lnTo>
                  <a:lnTo>
                    <a:pt x="7111" y="8366"/>
                  </a:lnTo>
                  <a:lnTo>
                    <a:pt x="7529" y="8087"/>
                  </a:lnTo>
                  <a:lnTo>
                    <a:pt x="7808" y="7808"/>
                  </a:lnTo>
                  <a:lnTo>
                    <a:pt x="8087" y="7460"/>
                  </a:lnTo>
                  <a:lnTo>
                    <a:pt x="8366" y="7111"/>
                  </a:lnTo>
                  <a:lnTo>
                    <a:pt x="8645" y="6762"/>
                  </a:lnTo>
                  <a:lnTo>
                    <a:pt x="8784" y="6344"/>
                  </a:lnTo>
                  <a:lnTo>
                    <a:pt x="8924" y="5926"/>
                  </a:lnTo>
                  <a:lnTo>
                    <a:pt x="9063" y="5508"/>
                  </a:lnTo>
                  <a:lnTo>
                    <a:pt x="9133" y="5020"/>
                  </a:lnTo>
                  <a:lnTo>
                    <a:pt x="9133" y="4532"/>
                  </a:lnTo>
                  <a:lnTo>
                    <a:pt x="9133" y="4113"/>
                  </a:lnTo>
                  <a:lnTo>
                    <a:pt x="9063" y="3626"/>
                  </a:lnTo>
                  <a:lnTo>
                    <a:pt x="8924" y="3207"/>
                  </a:lnTo>
                  <a:lnTo>
                    <a:pt x="8784" y="2789"/>
                  </a:lnTo>
                  <a:lnTo>
                    <a:pt x="8645" y="2371"/>
                  </a:lnTo>
                  <a:lnTo>
                    <a:pt x="8366" y="2022"/>
                  </a:lnTo>
                  <a:lnTo>
                    <a:pt x="8087" y="1674"/>
                  </a:lnTo>
                  <a:lnTo>
                    <a:pt x="7808" y="1325"/>
                  </a:lnTo>
                  <a:lnTo>
                    <a:pt x="7529" y="1046"/>
                  </a:lnTo>
                  <a:lnTo>
                    <a:pt x="7111" y="767"/>
                  </a:lnTo>
                  <a:lnTo>
                    <a:pt x="6763" y="558"/>
                  </a:lnTo>
                  <a:lnTo>
                    <a:pt x="6344" y="349"/>
                  </a:lnTo>
                  <a:lnTo>
                    <a:pt x="5926" y="210"/>
                  </a:lnTo>
                  <a:lnTo>
                    <a:pt x="5508" y="70"/>
                  </a:lnTo>
                  <a:lnTo>
                    <a:pt x="5020" y="1"/>
                  </a:lnTo>
                  <a:close/>
                </a:path>
              </a:pathLst>
            </a:custGeom>
            <a:solidFill>
              <a:srgbClr val="D2FF1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41;p4"/>
            <p:cNvSpPr/>
            <p:nvPr/>
          </p:nvSpPr>
          <p:spPr>
            <a:xfrm>
              <a:off x="4189900" y="1219300"/>
              <a:ext cx="228325" cy="230050"/>
            </a:xfrm>
            <a:custGeom>
              <a:avLst/>
              <a:gdLst/>
              <a:ahLst/>
              <a:cxnLst/>
              <a:rect l="l" t="t" r="r" b="b"/>
              <a:pathLst>
                <a:path w="9133" h="9202" extrusionOk="0">
                  <a:moveTo>
                    <a:pt x="4602" y="0"/>
                  </a:moveTo>
                  <a:lnTo>
                    <a:pt x="4114" y="70"/>
                  </a:lnTo>
                  <a:lnTo>
                    <a:pt x="3626" y="139"/>
                  </a:lnTo>
                  <a:lnTo>
                    <a:pt x="3208" y="209"/>
                  </a:lnTo>
                  <a:lnTo>
                    <a:pt x="2789" y="418"/>
                  </a:lnTo>
                  <a:lnTo>
                    <a:pt x="2371" y="558"/>
                  </a:lnTo>
                  <a:lnTo>
                    <a:pt x="2022" y="837"/>
                  </a:lnTo>
                  <a:lnTo>
                    <a:pt x="1674" y="1046"/>
                  </a:lnTo>
                  <a:lnTo>
                    <a:pt x="1325" y="1394"/>
                  </a:lnTo>
                  <a:lnTo>
                    <a:pt x="1047" y="1673"/>
                  </a:lnTo>
                  <a:lnTo>
                    <a:pt x="768" y="2022"/>
                  </a:lnTo>
                  <a:lnTo>
                    <a:pt x="559" y="2440"/>
                  </a:lnTo>
                  <a:lnTo>
                    <a:pt x="349" y="2858"/>
                  </a:lnTo>
                  <a:lnTo>
                    <a:pt x="210" y="3276"/>
                  </a:lnTo>
                  <a:lnTo>
                    <a:pt x="71" y="3695"/>
                  </a:lnTo>
                  <a:lnTo>
                    <a:pt x="1" y="4113"/>
                  </a:lnTo>
                  <a:lnTo>
                    <a:pt x="1" y="4601"/>
                  </a:lnTo>
                  <a:lnTo>
                    <a:pt x="1" y="5089"/>
                  </a:lnTo>
                  <a:lnTo>
                    <a:pt x="71" y="5507"/>
                  </a:lnTo>
                  <a:lnTo>
                    <a:pt x="210" y="5995"/>
                  </a:lnTo>
                  <a:lnTo>
                    <a:pt x="349" y="6413"/>
                  </a:lnTo>
                  <a:lnTo>
                    <a:pt x="559" y="6762"/>
                  </a:lnTo>
                  <a:lnTo>
                    <a:pt x="768" y="7180"/>
                  </a:lnTo>
                  <a:lnTo>
                    <a:pt x="1047" y="7529"/>
                  </a:lnTo>
                  <a:lnTo>
                    <a:pt x="1325" y="7877"/>
                  </a:lnTo>
                  <a:lnTo>
                    <a:pt x="1674" y="8156"/>
                  </a:lnTo>
                  <a:lnTo>
                    <a:pt x="2022" y="8435"/>
                  </a:lnTo>
                  <a:lnTo>
                    <a:pt x="2371" y="8644"/>
                  </a:lnTo>
                  <a:lnTo>
                    <a:pt x="2789" y="8853"/>
                  </a:lnTo>
                  <a:lnTo>
                    <a:pt x="3208" y="8993"/>
                  </a:lnTo>
                  <a:lnTo>
                    <a:pt x="3626" y="9062"/>
                  </a:lnTo>
                  <a:lnTo>
                    <a:pt x="4114" y="9132"/>
                  </a:lnTo>
                  <a:lnTo>
                    <a:pt x="4602" y="9202"/>
                  </a:lnTo>
                  <a:lnTo>
                    <a:pt x="5020" y="9132"/>
                  </a:lnTo>
                  <a:lnTo>
                    <a:pt x="5508" y="9062"/>
                  </a:lnTo>
                  <a:lnTo>
                    <a:pt x="5926" y="8993"/>
                  </a:lnTo>
                  <a:lnTo>
                    <a:pt x="6345" y="8853"/>
                  </a:lnTo>
                  <a:lnTo>
                    <a:pt x="6763" y="8644"/>
                  </a:lnTo>
                  <a:lnTo>
                    <a:pt x="7111" y="8435"/>
                  </a:lnTo>
                  <a:lnTo>
                    <a:pt x="7460" y="8156"/>
                  </a:lnTo>
                  <a:lnTo>
                    <a:pt x="7808" y="7877"/>
                  </a:lnTo>
                  <a:lnTo>
                    <a:pt x="8087" y="7529"/>
                  </a:lnTo>
                  <a:lnTo>
                    <a:pt x="8366" y="7180"/>
                  </a:lnTo>
                  <a:lnTo>
                    <a:pt x="8575" y="6762"/>
                  </a:lnTo>
                  <a:lnTo>
                    <a:pt x="8784" y="6413"/>
                  </a:lnTo>
                  <a:lnTo>
                    <a:pt x="8924" y="5995"/>
                  </a:lnTo>
                  <a:lnTo>
                    <a:pt x="9063" y="5507"/>
                  </a:lnTo>
                  <a:lnTo>
                    <a:pt x="9133" y="5089"/>
                  </a:lnTo>
                  <a:lnTo>
                    <a:pt x="9133" y="4601"/>
                  </a:lnTo>
                  <a:lnTo>
                    <a:pt x="9133" y="4113"/>
                  </a:lnTo>
                  <a:lnTo>
                    <a:pt x="9063" y="3695"/>
                  </a:lnTo>
                  <a:lnTo>
                    <a:pt x="8924" y="3276"/>
                  </a:lnTo>
                  <a:lnTo>
                    <a:pt x="8784" y="2858"/>
                  </a:lnTo>
                  <a:lnTo>
                    <a:pt x="8575" y="2440"/>
                  </a:lnTo>
                  <a:lnTo>
                    <a:pt x="8366" y="2022"/>
                  </a:lnTo>
                  <a:lnTo>
                    <a:pt x="8087" y="1673"/>
                  </a:lnTo>
                  <a:lnTo>
                    <a:pt x="7808" y="1394"/>
                  </a:lnTo>
                  <a:lnTo>
                    <a:pt x="7460" y="1046"/>
                  </a:lnTo>
                  <a:lnTo>
                    <a:pt x="7111" y="837"/>
                  </a:lnTo>
                  <a:lnTo>
                    <a:pt x="6763" y="558"/>
                  </a:lnTo>
                  <a:lnTo>
                    <a:pt x="6345" y="418"/>
                  </a:lnTo>
                  <a:lnTo>
                    <a:pt x="5926" y="209"/>
                  </a:lnTo>
                  <a:lnTo>
                    <a:pt x="5508" y="139"/>
                  </a:lnTo>
                  <a:lnTo>
                    <a:pt x="5020" y="70"/>
                  </a:lnTo>
                  <a:lnTo>
                    <a:pt x="4602"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42;p4"/>
            <p:cNvSpPr/>
            <p:nvPr/>
          </p:nvSpPr>
          <p:spPr>
            <a:xfrm>
              <a:off x="4519300" y="1689825"/>
              <a:ext cx="228325" cy="228325"/>
            </a:xfrm>
            <a:custGeom>
              <a:avLst/>
              <a:gdLst/>
              <a:ahLst/>
              <a:cxnLst/>
              <a:rect l="l" t="t" r="r" b="b"/>
              <a:pathLst>
                <a:path w="9133" h="9133" extrusionOk="0">
                  <a:moveTo>
                    <a:pt x="4113" y="1"/>
                  </a:moveTo>
                  <a:lnTo>
                    <a:pt x="3625" y="71"/>
                  </a:lnTo>
                  <a:lnTo>
                    <a:pt x="3207" y="210"/>
                  </a:lnTo>
                  <a:lnTo>
                    <a:pt x="2789" y="349"/>
                  </a:lnTo>
                  <a:lnTo>
                    <a:pt x="2370" y="559"/>
                  </a:lnTo>
                  <a:lnTo>
                    <a:pt x="2022" y="768"/>
                  </a:lnTo>
                  <a:lnTo>
                    <a:pt x="1673" y="1047"/>
                  </a:lnTo>
                  <a:lnTo>
                    <a:pt x="1325" y="1325"/>
                  </a:lnTo>
                  <a:lnTo>
                    <a:pt x="1046" y="1604"/>
                  </a:lnTo>
                  <a:lnTo>
                    <a:pt x="767" y="2023"/>
                  </a:lnTo>
                  <a:lnTo>
                    <a:pt x="558" y="2371"/>
                  </a:lnTo>
                  <a:lnTo>
                    <a:pt x="349" y="2789"/>
                  </a:lnTo>
                  <a:lnTo>
                    <a:pt x="209" y="3208"/>
                  </a:lnTo>
                  <a:lnTo>
                    <a:pt x="70" y="3626"/>
                  </a:lnTo>
                  <a:lnTo>
                    <a:pt x="0" y="4114"/>
                  </a:lnTo>
                  <a:lnTo>
                    <a:pt x="0" y="4532"/>
                  </a:lnTo>
                  <a:lnTo>
                    <a:pt x="0" y="5020"/>
                  </a:lnTo>
                  <a:lnTo>
                    <a:pt x="70" y="5508"/>
                  </a:lnTo>
                  <a:lnTo>
                    <a:pt x="209" y="5926"/>
                  </a:lnTo>
                  <a:lnTo>
                    <a:pt x="349" y="6345"/>
                  </a:lnTo>
                  <a:lnTo>
                    <a:pt x="558" y="6763"/>
                  </a:lnTo>
                  <a:lnTo>
                    <a:pt x="767" y="7111"/>
                  </a:lnTo>
                  <a:lnTo>
                    <a:pt x="1046" y="7460"/>
                  </a:lnTo>
                  <a:lnTo>
                    <a:pt x="1325" y="7809"/>
                  </a:lnTo>
                  <a:lnTo>
                    <a:pt x="1673" y="8087"/>
                  </a:lnTo>
                  <a:lnTo>
                    <a:pt x="2022" y="8366"/>
                  </a:lnTo>
                  <a:lnTo>
                    <a:pt x="2370" y="8575"/>
                  </a:lnTo>
                  <a:lnTo>
                    <a:pt x="2789" y="8784"/>
                  </a:lnTo>
                  <a:lnTo>
                    <a:pt x="3207" y="8924"/>
                  </a:lnTo>
                  <a:lnTo>
                    <a:pt x="3625" y="9063"/>
                  </a:lnTo>
                  <a:lnTo>
                    <a:pt x="4113" y="9133"/>
                  </a:lnTo>
                  <a:lnTo>
                    <a:pt x="5019" y="9133"/>
                  </a:lnTo>
                  <a:lnTo>
                    <a:pt x="5507" y="9063"/>
                  </a:lnTo>
                  <a:lnTo>
                    <a:pt x="5926" y="8924"/>
                  </a:lnTo>
                  <a:lnTo>
                    <a:pt x="6344" y="8784"/>
                  </a:lnTo>
                  <a:lnTo>
                    <a:pt x="6762" y="8575"/>
                  </a:lnTo>
                  <a:lnTo>
                    <a:pt x="7111" y="8366"/>
                  </a:lnTo>
                  <a:lnTo>
                    <a:pt x="7459" y="8087"/>
                  </a:lnTo>
                  <a:lnTo>
                    <a:pt x="7808" y="7809"/>
                  </a:lnTo>
                  <a:lnTo>
                    <a:pt x="8087" y="7460"/>
                  </a:lnTo>
                  <a:lnTo>
                    <a:pt x="8365" y="7111"/>
                  </a:lnTo>
                  <a:lnTo>
                    <a:pt x="8575" y="6763"/>
                  </a:lnTo>
                  <a:lnTo>
                    <a:pt x="8784" y="6345"/>
                  </a:lnTo>
                  <a:lnTo>
                    <a:pt x="8923" y="5926"/>
                  </a:lnTo>
                  <a:lnTo>
                    <a:pt x="9062" y="5508"/>
                  </a:lnTo>
                  <a:lnTo>
                    <a:pt x="9132" y="5020"/>
                  </a:lnTo>
                  <a:lnTo>
                    <a:pt x="9132" y="4532"/>
                  </a:lnTo>
                  <a:lnTo>
                    <a:pt x="9132" y="4114"/>
                  </a:lnTo>
                  <a:lnTo>
                    <a:pt x="9062" y="3626"/>
                  </a:lnTo>
                  <a:lnTo>
                    <a:pt x="8923" y="3208"/>
                  </a:lnTo>
                  <a:lnTo>
                    <a:pt x="8784" y="2789"/>
                  </a:lnTo>
                  <a:lnTo>
                    <a:pt x="8575" y="2371"/>
                  </a:lnTo>
                  <a:lnTo>
                    <a:pt x="8365" y="2023"/>
                  </a:lnTo>
                  <a:lnTo>
                    <a:pt x="8087" y="1604"/>
                  </a:lnTo>
                  <a:lnTo>
                    <a:pt x="7808" y="1325"/>
                  </a:lnTo>
                  <a:lnTo>
                    <a:pt x="7459" y="1047"/>
                  </a:lnTo>
                  <a:lnTo>
                    <a:pt x="7111" y="768"/>
                  </a:lnTo>
                  <a:lnTo>
                    <a:pt x="6762" y="559"/>
                  </a:lnTo>
                  <a:lnTo>
                    <a:pt x="6344" y="349"/>
                  </a:lnTo>
                  <a:lnTo>
                    <a:pt x="5926" y="210"/>
                  </a:lnTo>
                  <a:lnTo>
                    <a:pt x="5507" y="71"/>
                  </a:lnTo>
                  <a:lnTo>
                    <a:pt x="5019" y="1"/>
                  </a:lnTo>
                  <a:close/>
                </a:path>
              </a:pathLst>
            </a:custGeom>
            <a:solidFill>
              <a:srgbClr val="FFB7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43;p4"/>
            <p:cNvSpPr/>
            <p:nvPr/>
          </p:nvSpPr>
          <p:spPr>
            <a:xfrm>
              <a:off x="4848675" y="921275"/>
              <a:ext cx="228325" cy="228325"/>
            </a:xfrm>
            <a:custGeom>
              <a:avLst/>
              <a:gdLst/>
              <a:ahLst/>
              <a:cxnLst/>
              <a:rect l="l" t="t" r="r" b="b"/>
              <a:pathLst>
                <a:path w="9133" h="9133" extrusionOk="0">
                  <a:moveTo>
                    <a:pt x="4113" y="1"/>
                  </a:moveTo>
                  <a:lnTo>
                    <a:pt x="3625" y="70"/>
                  </a:lnTo>
                  <a:lnTo>
                    <a:pt x="3207" y="210"/>
                  </a:lnTo>
                  <a:lnTo>
                    <a:pt x="2789" y="349"/>
                  </a:lnTo>
                  <a:lnTo>
                    <a:pt x="2371" y="558"/>
                  </a:lnTo>
                  <a:lnTo>
                    <a:pt x="2022" y="767"/>
                  </a:lnTo>
                  <a:lnTo>
                    <a:pt x="1673" y="1046"/>
                  </a:lnTo>
                  <a:lnTo>
                    <a:pt x="1325" y="1325"/>
                  </a:lnTo>
                  <a:lnTo>
                    <a:pt x="1046" y="1674"/>
                  </a:lnTo>
                  <a:lnTo>
                    <a:pt x="767" y="2022"/>
                  </a:lnTo>
                  <a:lnTo>
                    <a:pt x="558" y="2371"/>
                  </a:lnTo>
                  <a:lnTo>
                    <a:pt x="349" y="2789"/>
                  </a:lnTo>
                  <a:lnTo>
                    <a:pt x="210" y="3207"/>
                  </a:lnTo>
                  <a:lnTo>
                    <a:pt x="70" y="3625"/>
                  </a:lnTo>
                  <a:lnTo>
                    <a:pt x="0" y="4113"/>
                  </a:lnTo>
                  <a:lnTo>
                    <a:pt x="0" y="4532"/>
                  </a:lnTo>
                  <a:lnTo>
                    <a:pt x="0" y="5020"/>
                  </a:lnTo>
                  <a:lnTo>
                    <a:pt x="70" y="5508"/>
                  </a:lnTo>
                  <a:lnTo>
                    <a:pt x="210" y="5926"/>
                  </a:lnTo>
                  <a:lnTo>
                    <a:pt x="349" y="6344"/>
                  </a:lnTo>
                  <a:lnTo>
                    <a:pt x="558" y="6762"/>
                  </a:lnTo>
                  <a:lnTo>
                    <a:pt x="767" y="7111"/>
                  </a:lnTo>
                  <a:lnTo>
                    <a:pt x="1046" y="7460"/>
                  </a:lnTo>
                  <a:lnTo>
                    <a:pt x="1325" y="7808"/>
                  </a:lnTo>
                  <a:lnTo>
                    <a:pt x="1673" y="8087"/>
                  </a:lnTo>
                  <a:lnTo>
                    <a:pt x="2022" y="8366"/>
                  </a:lnTo>
                  <a:lnTo>
                    <a:pt x="2371" y="8575"/>
                  </a:lnTo>
                  <a:lnTo>
                    <a:pt x="2789" y="8784"/>
                  </a:lnTo>
                  <a:lnTo>
                    <a:pt x="3207" y="8924"/>
                  </a:lnTo>
                  <a:lnTo>
                    <a:pt x="3625" y="9063"/>
                  </a:lnTo>
                  <a:lnTo>
                    <a:pt x="4113" y="9133"/>
                  </a:lnTo>
                  <a:lnTo>
                    <a:pt x="5020" y="9133"/>
                  </a:lnTo>
                  <a:lnTo>
                    <a:pt x="5508" y="9063"/>
                  </a:lnTo>
                  <a:lnTo>
                    <a:pt x="5926" y="8924"/>
                  </a:lnTo>
                  <a:lnTo>
                    <a:pt x="6344" y="8784"/>
                  </a:lnTo>
                  <a:lnTo>
                    <a:pt x="6762" y="8575"/>
                  </a:lnTo>
                  <a:lnTo>
                    <a:pt x="7111" y="8366"/>
                  </a:lnTo>
                  <a:lnTo>
                    <a:pt x="7459" y="8087"/>
                  </a:lnTo>
                  <a:lnTo>
                    <a:pt x="7808" y="7808"/>
                  </a:lnTo>
                  <a:lnTo>
                    <a:pt x="8087" y="7460"/>
                  </a:lnTo>
                  <a:lnTo>
                    <a:pt x="8366" y="7111"/>
                  </a:lnTo>
                  <a:lnTo>
                    <a:pt x="8575" y="6762"/>
                  </a:lnTo>
                  <a:lnTo>
                    <a:pt x="8784" y="6344"/>
                  </a:lnTo>
                  <a:lnTo>
                    <a:pt x="8923" y="5926"/>
                  </a:lnTo>
                  <a:lnTo>
                    <a:pt x="9063" y="5508"/>
                  </a:lnTo>
                  <a:lnTo>
                    <a:pt x="9132" y="5020"/>
                  </a:lnTo>
                  <a:lnTo>
                    <a:pt x="9132" y="4532"/>
                  </a:lnTo>
                  <a:lnTo>
                    <a:pt x="9132" y="4113"/>
                  </a:lnTo>
                  <a:lnTo>
                    <a:pt x="9063" y="3625"/>
                  </a:lnTo>
                  <a:lnTo>
                    <a:pt x="8923" y="3207"/>
                  </a:lnTo>
                  <a:lnTo>
                    <a:pt x="8784" y="2789"/>
                  </a:lnTo>
                  <a:lnTo>
                    <a:pt x="8575" y="2371"/>
                  </a:lnTo>
                  <a:lnTo>
                    <a:pt x="8366" y="2022"/>
                  </a:lnTo>
                  <a:lnTo>
                    <a:pt x="8087" y="1674"/>
                  </a:lnTo>
                  <a:lnTo>
                    <a:pt x="7808" y="1325"/>
                  </a:lnTo>
                  <a:lnTo>
                    <a:pt x="7459" y="1046"/>
                  </a:lnTo>
                  <a:lnTo>
                    <a:pt x="7111" y="767"/>
                  </a:lnTo>
                  <a:lnTo>
                    <a:pt x="6762" y="558"/>
                  </a:lnTo>
                  <a:lnTo>
                    <a:pt x="6344" y="349"/>
                  </a:lnTo>
                  <a:lnTo>
                    <a:pt x="5926" y="210"/>
                  </a:lnTo>
                  <a:lnTo>
                    <a:pt x="5508" y="70"/>
                  </a:lnTo>
                  <a:lnTo>
                    <a:pt x="5020" y="1"/>
                  </a:lnTo>
                  <a:close/>
                </a:path>
              </a:pathLst>
            </a:custGeom>
            <a:solidFill>
              <a:srgbClr val="D2FF1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44;p4"/>
            <p:cNvSpPr/>
            <p:nvPr/>
          </p:nvSpPr>
          <p:spPr>
            <a:xfrm>
              <a:off x="2536025" y="238125"/>
              <a:ext cx="2549675" cy="1688750"/>
            </a:xfrm>
            <a:custGeom>
              <a:avLst/>
              <a:gdLst/>
              <a:ahLst/>
              <a:cxnLst/>
              <a:rect l="l" t="t" r="r" b="b"/>
              <a:pathLst>
                <a:path w="101987" h="67550" extrusionOk="0">
                  <a:moveTo>
                    <a:pt x="58000" y="697"/>
                  </a:moveTo>
                  <a:lnTo>
                    <a:pt x="58418" y="767"/>
                  </a:lnTo>
                  <a:lnTo>
                    <a:pt x="58836" y="837"/>
                  </a:lnTo>
                  <a:lnTo>
                    <a:pt x="59185" y="976"/>
                  </a:lnTo>
                  <a:lnTo>
                    <a:pt x="59952" y="1394"/>
                  </a:lnTo>
                  <a:lnTo>
                    <a:pt x="60579" y="1882"/>
                  </a:lnTo>
                  <a:lnTo>
                    <a:pt x="61067" y="2510"/>
                  </a:lnTo>
                  <a:lnTo>
                    <a:pt x="61485" y="3276"/>
                  </a:lnTo>
                  <a:lnTo>
                    <a:pt x="61625" y="3625"/>
                  </a:lnTo>
                  <a:lnTo>
                    <a:pt x="61694" y="4043"/>
                  </a:lnTo>
                  <a:lnTo>
                    <a:pt x="61764" y="4461"/>
                  </a:lnTo>
                  <a:lnTo>
                    <a:pt x="61834" y="4880"/>
                  </a:lnTo>
                  <a:lnTo>
                    <a:pt x="61764" y="5368"/>
                  </a:lnTo>
                  <a:lnTo>
                    <a:pt x="61694" y="5786"/>
                  </a:lnTo>
                  <a:lnTo>
                    <a:pt x="61625" y="6204"/>
                  </a:lnTo>
                  <a:lnTo>
                    <a:pt x="61485" y="6553"/>
                  </a:lnTo>
                  <a:lnTo>
                    <a:pt x="61067" y="7320"/>
                  </a:lnTo>
                  <a:lnTo>
                    <a:pt x="60579" y="7947"/>
                  </a:lnTo>
                  <a:lnTo>
                    <a:pt x="59952" y="8435"/>
                  </a:lnTo>
                  <a:lnTo>
                    <a:pt x="59185" y="8853"/>
                  </a:lnTo>
                  <a:lnTo>
                    <a:pt x="58836" y="8993"/>
                  </a:lnTo>
                  <a:lnTo>
                    <a:pt x="58418" y="9062"/>
                  </a:lnTo>
                  <a:lnTo>
                    <a:pt x="58000" y="9132"/>
                  </a:lnTo>
                  <a:lnTo>
                    <a:pt x="57163" y="9132"/>
                  </a:lnTo>
                  <a:lnTo>
                    <a:pt x="56675" y="9062"/>
                  </a:lnTo>
                  <a:lnTo>
                    <a:pt x="56327" y="8993"/>
                  </a:lnTo>
                  <a:lnTo>
                    <a:pt x="55908" y="8853"/>
                  </a:lnTo>
                  <a:lnTo>
                    <a:pt x="55211" y="8435"/>
                  </a:lnTo>
                  <a:lnTo>
                    <a:pt x="54584" y="7947"/>
                  </a:lnTo>
                  <a:lnTo>
                    <a:pt x="54026" y="7320"/>
                  </a:lnTo>
                  <a:lnTo>
                    <a:pt x="53678" y="6553"/>
                  </a:lnTo>
                  <a:lnTo>
                    <a:pt x="53538" y="6204"/>
                  </a:lnTo>
                  <a:lnTo>
                    <a:pt x="53399" y="5786"/>
                  </a:lnTo>
                  <a:lnTo>
                    <a:pt x="53329" y="5368"/>
                  </a:lnTo>
                  <a:lnTo>
                    <a:pt x="53329" y="4880"/>
                  </a:lnTo>
                  <a:lnTo>
                    <a:pt x="53329" y="4461"/>
                  </a:lnTo>
                  <a:lnTo>
                    <a:pt x="53399" y="4043"/>
                  </a:lnTo>
                  <a:lnTo>
                    <a:pt x="53538" y="3625"/>
                  </a:lnTo>
                  <a:lnTo>
                    <a:pt x="53678" y="3276"/>
                  </a:lnTo>
                  <a:lnTo>
                    <a:pt x="54026" y="2510"/>
                  </a:lnTo>
                  <a:lnTo>
                    <a:pt x="54584" y="1882"/>
                  </a:lnTo>
                  <a:lnTo>
                    <a:pt x="55211" y="1394"/>
                  </a:lnTo>
                  <a:lnTo>
                    <a:pt x="55908" y="976"/>
                  </a:lnTo>
                  <a:lnTo>
                    <a:pt x="56327" y="837"/>
                  </a:lnTo>
                  <a:lnTo>
                    <a:pt x="56675" y="767"/>
                  </a:lnTo>
                  <a:lnTo>
                    <a:pt x="57163" y="697"/>
                  </a:lnTo>
                  <a:close/>
                  <a:moveTo>
                    <a:pt x="57094" y="0"/>
                  </a:moveTo>
                  <a:lnTo>
                    <a:pt x="56606" y="70"/>
                  </a:lnTo>
                  <a:lnTo>
                    <a:pt x="56118" y="209"/>
                  </a:lnTo>
                  <a:lnTo>
                    <a:pt x="55630" y="418"/>
                  </a:lnTo>
                  <a:lnTo>
                    <a:pt x="55211" y="627"/>
                  </a:lnTo>
                  <a:lnTo>
                    <a:pt x="54793" y="837"/>
                  </a:lnTo>
                  <a:lnTo>
                    <a:pt x="54445" y="1115"/>
                  </a:lnTo>
                  <a:lnTo>
                    <a:pt x="54096" y="1464"/>
                  </a:lnTo>
                  <a:lnTo>
                    <a:pt x="53747" y="1812"/>
                  </a:lnTo>
                  <a:lnTo>
                    <a:pt x="53469" y="2161"/>
                  </a:lnTo>
                  <a:lnTo>
                    <a:pt x="53259" y="2579"/>
                  </a:lnTo>
                  <a:lnTo>
                    <a:pt x="53050" y="2998"/>
                  </a:lnTo>
                  <a:lnTo>
                    <a:pt x="52841" y="3486"/>
                  </a:lnTo>
                  <a:lnTo>
                    <a:pt x="52771" y="3904"/>
                  </a:lnTo>
                  <a:lnTo>
                    <a:pt x="52702" y="4392"/>
                  </a:lnTo>
                  <a:lnTo>
                    <a:pt x="52632" y="4880"/>
                  </a:lnTo>
                  <a:lnTo>
                    <a:pt x="52702" y="5437"/>
                  </a:lnTo>
                  <a:lnTo>
                    <a:pt x="52771" y="5925"/>
                  </a:lnTo>
                  <a:lnTo>
                    <a:pt x="52841" y="6344"/>
                  </a:lnTo>
                  <a:lnTo>
                    <a:pt x="53050" y="6832"/>
                  </a:lnTo>
                  <a:lnTo>
                    <a:pt x="53259" y="7250"/>
                  </a:lnTo>
                  <a:lnTo>
                    <a:pt x="53469" y="7668"/>
                  </a:lnTo>
                  <a:lnTo>
                    <a:pt x="53747" y="8017"/>
                  </a:lnTo>
                  <a:lnTo>
                    <a:pt x="54096" y="8365"/>
                  </a:lnTo>
                  <a:lnTo>
                    <a:pt x="54445" y="8714"/>
                  </a:lnTo>
                  <a:lnTo>
                    <a:pt x="54793" y="8993"/>
                  </a:lnTo>
                  <a:lnTo>
                    <a:pt x="55211" y="9202"/>
                  </a:lnTo>
                  <a:lnTo>
                    <a:pt x="55630" y="9411"/>
                  </a:lnTo>
                  <a:lnTo>
                    <a:pt x="56118" y="9620"/>
                  </a:lnTo>
                  <a:lnTo>
                    <a:pt x="56606" y="9759"/>
                  </a:lnTo>
                  <a:lnTo>
                    <a:pt x="57094" y="9829"/>
                  </a:lnTo>
                  <a:lnTo>
                    <a:pt x="58069" y="9829"/>
                  </a:lnTo>
                  <a:lnTo>
                    <a:pt x="58557" y="9759"/>
                  </a:lnTo>
                  <a:lnTo>
                    <a:pt x="59045" y="9620"/>
                  </a:lnTo>
                  <a:lnTo>
                    <a:pt x="59464" y="9411"/>
                  </a:lnTo>
                  <a:lnTo>
                    <a:pt x="59882" y="9202"/>
                  </a:lnTo>
                  <a:lnTo>
                    <a:pt x="60300" y="8993"/>
                  </a:lnTo>
                  <a:lnTo>
                    <a:pt x="60718" y="8714"/>
                  </a:lnTo>
                  <a:lnTo>
                    <a:pt x="61067" y="8365"/>
                  </a:lnTo>
                  <a:lnTo>
                    <a:pt x="61346" y="8017"/>
                  </a:lnTo>
                  <a:lnTo>
                    <a:pt x="61625" y="7668"/>
                  </a:lnTo>
                  <a:lnTo>
                    <a:pt x="61904" y="7250"/>
                  </a:lnTo>
                  <a:lnTo>
                    <a:pt x="62113" y="6832"/>
                  </a:lnTo>
                  <a:lnTo>
                    <a:pt x="62252" y="6344"/>
                  </a:lnTo>
                  <a:lnTo>
                    <a:pt x="62392" y="5925"/>
                  </a:lnTo>
                  <a:lnTo>
                    <a:pt x="62461" y="5437"/>
                  </a:lnTo>
                  <a:lnTo>
                    <a:pt x="62461" y="4880"/>
                  </a:lnTo>
                  <a:lnTo>
                    <a:pt x="62461" y="4392"/>
                  </a:lnTo>
                  <a:lnTo>
                    <a:pt x="62392" y="3904"/>
                  </a:lnTo>
                  <a:lnTo>
                    <a:pt x="62252" y="3486"/>
                  </a:lnTo>
                  <a:lnTo>
                    <a:pt x="62113" y="2998"/>
                  </a:lnTo>
                  <a:lnTo>
                    <a:pt x="61904" y="2579"/>
                  </a:lnTo>
                  <a:lnTo>
                    <a:pt x="61625" y="2161"/>
                  </a:lnTo>
                  <a:lnTo>
                    <a:pt x="61346" y="1812"/>
                  </a:lnTo>
                  <a:lnTo>
                    <a:pt x="61067" y="1464"/>
                  </a:lnTo>
                  <a:lnTo>
                    <a:pt x="60718" y="1115"/>
                  </a:lnTo>
                  <a:lnTo>
                    <a:pt x="60300" y="837"/>
                  </a:lnTo>
                  <a:lnTo>
                    <a:pt x="59882" y="627"/>
                  </a:lnTo>
                  <a:lnTo>
                    <a:pt x="59464" y="418"/>
                  </a:lnTo>
                  <a:lnTo>
                    <a:pt x="59045" y="209"/>
                  </a:lnTo>
                  <a:lnTo>
                    <a:pt x="58557" y="70"/>
                  </a:lnTo>
                  <a:lnTo>
                    <a:pt x="58069" y="0"/>
                  </a:lnTo>
                  <a:close/>
                  <a:moveTo>
                    <a:pt x="18474" y="11851"/>
                  </a:moveTo>
                  <a:lnTo>
                    <a:pt x="18892" y="11921"/>
                  </a:lnTo>
                  <a:lnTo>
                    <a:pt x="19310" y="12060"/>
                  </a:lnTo>
                  <a:lnTo>
                    <a:pt x="19729" y="12199"/>
                  </a:lnTo>
                  <a:lnTo>
                    <a:pt x="20426" y="12618"/>
                  </a:lnTo>
                  <a:lnTo>
                    <a:pt x="21053" y="13106"/>
                  </a:lnTo>
                  <a:lnTo>
                    <a:pt x="21611" y="13733"/>
                  </a:lnTo>
                  <a:lnTo>
                    <a:pt x="21959" y="14430"/>
                  </a:lnTo>
                  <a:lnTo>
                    <a:pt x="22099" y="14848"/>
                  </a:lnTo>
                  <a:lnTo>
                    <a:pt x="22238" y="15267"/>
                  </a:lnTo>
                  <a:lnTo>
                    <a:pt x="22308" y="15685"/>
                  </a:lnTo>
                  <a:lnTo>
                    <a:pt x="22308" y="16103"/>
                  </a:lnTo>
                  <a:lnTo>
                    <a:pt x="22308" y="16521"/>
                  </a:lnTo>
                  <a:lnTo>
                    <a:pt x="22238" y="16940"/>
                  </a:lnTo>
                  <a:lnTo>
                    <a:pt x="22099" y="17358"/>
                  </a:lnTo>
                  <a:lnTo>
                    <a:pt x="21959" y="17776"/>
                  </a:lnTo>
                  <a:lnTo>
                    <a:pt x="21611" y="18473"/>
                  </a:lnTo>
                  <a:lnTo>
                    <a:pt x="21053" y="19101"/>
                  </a:lnTo>
                  <a:lnTo>
                    <a:pt x="20426" y="19658"/>
                  </a:lnTo>
                  <a:lnTo>
                    <a:pt x="19729" y="20007"/>
                  </a:lnTo>
                  <a:lnTo>
                    <a:pt x="19310" y="20146"/>
                  </a:lnTo>
                  <a:lnTo>
                    <a:pt x="18892" y="20286"/>
                  </a:lnTo>
                  <a:lnTo>
                    <a:pt x="18474" y="20355"/>
                  </a:lnTo>
                  <a:lnTo>
                    <a:pt x="17637" y="20355"/>
                  </a:lnTo>
                  <a:lnTo>
                    <a:pt x="17219" y="20286"/>
                  </a:lnTo>
                  <a:lnTo>
                    <a:pt x="16801" y="20146"/>
                  </a:lnTo>
                  <a:lnTo>
                    <a:pt x="16383" y="20007"/>
                  </a:lnTo>
                  <a:lnTo>
                    <a:pt x="15686" y="19658"/>
                  </a:lnTo>
                  <a:lnTo>
                    <a:pt x="15058" y="19101"/>
                  </a:lnTo>
                  <a:lnTo>
                    <a:pt x="14570" y="18473"/>
                  </a:lnTo>
                  <a:lnTo>
                    <a:pt x="14152" y="17776"/>
                  </a:lnTo>
                  <a:lnTo>
                    <a:pt x="14013" y="17358"/>
                  </a:lnTo>
                  <a:lnTo>
                    <a:pt x="13873" y="16940"/>
                  </a:lnTo>
                  <a:lnTo>
                    <a:pt x="13803" y="16521"/>
                  </a:lnTo>
                  <a:lnTo>
                    <a:pt x="13803" y="16103"/>
                  </a:lnTo>
                  <a:lnTo>
                    <a:pt x="13803" y="15685"/>
                  </a:lnTo>
                  <a:lnTo>
                    <a:pt x="13873" y="15267"/>
                  </a:lnTo>
                  <a:lnTo>
                    <a:pt x="14013" y="14848"/>
                  </a:lnTo>
                  <a:lnTo>
                    <a:pt x="14152" y="14430"/>
                  </a:lnTo>
                  <a:lnTo>
                    <a:pt x="14570" y="13733"/>
                  </a:lnTo>
                  <a:lnTo>
                    <a:pt x="15058" y="13106"/>
                  </a:lnTo>
                  <a:lnTo>
                    <a:pt x="15686" y="12618"/>
                  </a:lnTo>
                  <a:lnTo>
                    <a:pt x="16383" y="12199"/>
                  </a:lnTo>
                  <a:lnTo>
                    <a:pt x="16801" y="12060"/>
                  </a:lnTo>
                  <a:lnTo>
                    <a:pt x="17219" y="11921"/>
                  </a:lnTo>
                  <a:lnTo>
                    <a:pt x="17637" y="11851"/>
                  </a:lnTo>
                  <a:close/>
                  <a:moveTo>
                    <a:pt x="17568" y="11223"/>
                  </a:moveTo>
                  <a:lnTo>
                    <a:pt x="17080" y="11293"/>
                  </a:lnTo>
                  <a:lnTo>
                    <a:pt x="16592" y="11433"/>
                  </a:lnTo>
                  <a:lnTo>
                    <a:pt x="16174" y="11572"/>
                  </a:lnTo>
                  <a:lnTo>
                    <a:pt x="15686" y="11781"/>
                  </a:lnTo>
                  <a:lnTo>
                    <a:pt x="15337" y="12060"/>
                  </a:lnTo>
                  <a:lnTo>
                    <a:pt x="14919" y="12339"/>
                  </a:lnTo>
                  <a:lnTo>
                    <a:pt x="14570" y="12618"/>
                  </a:lnTo>
                  <a:lnTo>
                    <a:pt x="14291" y="12966"/>
                  </a:lnTo>
                  <a:lnTo>
                    <a:pt x="14013" y="13384"/>
                  </a:lnTo>
                  <a:lnTo>
                    <a:pt x="13734" y="13733"/>
                  </a:lnTo>
                  <a:lnTo>
                    <a:pt x="13525" y="14221"/>
                  </a:lnTo>
                  <a:lnTo>
                    <a:pt x="13385" y="14639"/>
                  </a:lnTo>
                  <a:lnTo>
                    <a:pt x="13246" y="15127"/>
                  </a:lnTo>
                  <a:lnTo>
                    <a:pt x="13176" y="15615"/>
                  </a:lnTo>
                  <a:lnTo>
                    <a:pt x="13176" y="16103"/>
                  </a:lnTo>
                  <a:lnTo>
                    <a:pt x="13176" y="16591"/>
                  </a:lnTo>
                  <a:lnTo>
                    <a:pt x="13246" y="17079"/>
                  </a:lnTo>
                  <a:lnTo>
                    <a:pt x="13385" y="17567"/>
                  </a:lnTo>
                  <a:lnTo>
                    <a:pt x="13525" y="17985"/>
                  </a:lnTo>
                  <a:lnTo>
                    <a:pt x="13734" y="18473"/>
                  </a:lnTo>
                  <a:lnTo>
                    <a:pt x="14013" y="18822"/>
                  </a:lnTo>
                  <a:lnTo>
                    <a:pt x="14291" y="19240"/>
                  </a:lnTo>
                  <a:lnTo>
                    <a:pt x="14570" y="19589"/>
                  </a:lnTo>
                  <a:lnTo>
                    <a:pt x="14919" y="19868"/>
                  </a:lnTo>
                  <a:lnTo>
                    <a:pt x="15337" y="20146"/>
                  </a:lnTo>
                  <a:lnTo>
                    <a:pt x="15686" y="20425"/>
                  </a:lnTo>
                  <a:lnTo>
                    <a:pt x="16174" y="20634"/>
                  </a:lnTo>
                  <a:lnTo>
                    <a:pt x="16592" y="20774"/>
                  </a:lnTo>
                  <a:lnTo>
                    <a:pt x="17080" y="20913"/>
                  </a:lnTo>
                  <a:lnTo>
                    <a:pt x="17568" y="20983"/>
                  </a:lnTo>
                  <a:lnTo>
                    <a:pt x="18544" y="20983"/>
                  </a:lnTo>
                  <a:lnTo>
                    <a:pt x="19032" y="20913"/>
                  </a:lnTo>
                  <a:lnTo>
                    <a:pt x="19520" y="20774"/>
                  </a:lnTo>
                  <a:lnTo>
                    <a:pt x="19938" y="20634"/>
                  </a:lnTo>
                  <a:lnTo>
                    <a:pt x="20426" y="20425"/>
                  </a:lnTo>
                  <a:lnTo>
                    <a:pt x="20774" y="20146"/>
                  </a:lnTo>
                  <a:lnTo>
                    <a:pt x="21193" y="19868"/>
                  </a:lnTo>
                  <a:lnTo>
                    <a:pt x="21541" y="19589"/>
                  </a:lnTo>
                  <a:lnTo>
                    <a:pt x="21820" y="19240"/>
                  </a:lnTo>
                  <a:lnTo>
                    <a:pt x="22099" y="18822"/>
                  </a:lnTo>
                  <a:lnTo>
                    <a:pt x="22378" y="18473"/>
                  </a:lnTo>
                  <a:lnTo>
                    <a:pt x="22587" y="17985"/>
                  </a:lnTo>
                  <a:lnTo>
                    <a:pt x="22726" y="17567"/>
                  </a:lnTo>
                  <a:lnTo>
                    <a:pt x="22866" y="17079"/>
                  </a:lnTo>
                  <a:lnTo>
                    <a:pt x="22935" y="16591"/>
                  </a:lnTo>
                  <a:lnTo>
                    <a:pt x="22935" y="16103"/>
                  </a:lnTo>
                  <a:lnTo>
                    <a:pt x="22935" y="15615"/>
                  </a:lnTo>
                  <a:lnTo>
                    <a:pt x="22866" y="15127"/>
                  </a:lnTo>
                  <a:lnTo>
                    <a:pt x="22726" y="14639"/>
                  </a:lnTo>
                  <a:lnTo>
                    <a:pt x="22587" y="14221"/>
                  </a:lnTo>
                  <a:lnTo>
                    <a:pt x="22378" y="13733"/>
                  </a:lnTo>
                  <a:lnTo>
                    <a:pt x="22099" y="13384"/>
                  </a:lnTo>
                  <a:lnTo>
                    <a:pt x="21820" y="12966"/>
                  </a:lnTo>
                  <a:lnTo>
                    <a:pt x="21541" y="12618"/>
                  </a:lnTo>
                  <a:lnTo>
                    <a:pt x="21193" y="12339"/>
                  </a:lnTo>
                  <a:lnTo>
                    <a:pt x="20774" y="12060"/>
                  </a:lnTo>
                  <a:lnTo>
                    <a:pt x="20426" y="11781"/>
                  </a:lnTo>
                  <a:lnTo>
                    <a:pt x="19938" y="11572"/>
                  </a:lnTo>
                  <a:lnTo>
                    <a:pt x="19520" y="11433"/>
                  </a:lnTo>
                  <a:lnTo>
                    <a:pt x="19032" y="11293"/>
                  </a:lnTo>
                  <a:lnTo>
                    <a:pt x="18544" y="11223"/>
                  </a:lnTo>
                  <a:close/>
                  <a:moveTo>
                    <a:pt x="44824" y="14848"/>
                  </a:moveTo>
                  <a:lnTo>
                    <a:pt x="45243" y="14918"/>
                  </a:lnTo>
                  <a:lnTo>
                    <a:pt x="45661" y="14988"/>
                  </a:lnTo>
                  <a:lnTo>
                    <a:pt x="46079" y="15127"/>
                  </a:lnTo>
                  <a:lnTo>
                    <a:pt x="46776" y="15545"/>
                  </a:lnTo>
                  <a:lnTo>
                    <a:pt x="47404" y="16033"/>
                  </a:lnTo>
                  <a:lnTo>
                    <a:pt x="47892" y="16661"/>
                  </a:lnTo>
                  <a:lnTo>
                    <a:pt x="48310" y="17428"/>
                  </a:lnTo>
                  <a:lnTo>
                    <a:pt x="48449" y="17776"/>
                  </a:lnTo>
                  <a:lnTo>
                    <a:pt x="48589" y="18194"/>
                  </a:lnTo>
                  <a:lnTo>
                    <a:pt x="48589" y="18613"/>
                  </a:lnTo>
                  <a:lnTo>
                    <a:pt x="48659" y="19101"/>
                  </a:lnTo>
                  <a:lnTo>
                    <a:pt x="48589" y="19519"/>
                  </a:lnTo>
                  <a:lnTo>
                    <a:pt x="48589" y="19937"/>
                  </a:lnTo>
                  <a:lnTo>
                    <a:pt x="48449" y="20355"/>
                  </a:lnTo>
                  <a:lnTo>
                    <a:pt x="48310" y="20704"/>
                  </a:lnTo>
                  <a:lnTo>
                    <a:pt x="47892" y="21471"/>
                  </a:lnTo>
                  <a:lnTo>
                    <a:pt x="47404" y="22098"/>
                  </a:lnTo>
                  <a:lnTo>
                    <a:pt x="46776" y="22586"/>
                  </a:lnTo>
                  <a:lnTo>
                    <a:pt x="46079" y="23004"/>
                  </a:lnTo>
                  <a:lnTo>
                    <a:pt x="45661" y="23144"/>
                  </a:lnTo>
                  <a:lnTo>
                    <a:pt x="45243" y="23214"/>
                  </a:lnTo>
                  <a:lnTo>
                    <a:pt x="44824" y="23283"/>
                  </a:lnTo>
                  <a:lnTo>
                    <a:pt x="43988" y="23283"/>
                  </a:lnTo>
                  <a:lnTo>
                    <a:pt x="43570" y="23214"/>
                  </a:lnTo>
                  <a:lnTo>
                    <a:pt x="43151" y="23144"/>
                  </a:lnTo>
                  <a:lnTo>
                    <a:pt x="42733" y="23004"/>
                  </a:lnTo>
                  <a:lnTo>
                    <a:pt x="42036" y="22586"/>
                  </a:lnTo>
                  <a:lnTo>
                    <a:pt x="41409" y="22098"/>
                  </a:lnTo>
                  <a:lnTo>
                    <a:pt x="40851" y="21471"/>
                  </a:lnTo>
                  <a:lnTo>
                    <a:pt x="40502" y="20704"/>
                  </a:lnTo>
                  <a:lnTo>
                    <a:pt x="40363" y="20355"/>
                  </a:lnTo>
                  <a:lnTo>
                    <a:pt x="40224" y="19937"/>
                  </a:lnTo>
                  <a:lnTo>
                    <a:pt x="40154" y="19519"/>
                  </a:lnTo>
                  <a:lnTo>
                    <a:pt x="40154" y="19101"/>
                  </a:lnTo>
                  <a:lnTo>
                    <a:pt x="40154" y="18613"/>
                  </a:lnTo>
                  <a:lnTo>
                    <a:pt x="40224" y="18194"/>
                  </a:lnTo>
                  <a:lnTo>
                    <a:pt x="40363" y="17776"/>
                  </a:lnTo>
                  <a:lnTo>
                    <a:pt x="40502" y="17428"/>
                  </a:lnTo>
                  <a:lnTo>
                    <a:pt x="40851" y="16661"/>
                  </a:lnTo>
                  <a:lnTo>
                    <a:pt x="41409" y="16033"/>
                  </a:lnTo>
                  <a:lnTo>
                    <a:pt x="42036" y="15545"/>
                  </a:lnTo>
                  <a:lnTo>
                    <a:pt x="42733" y="15127"/>
                  </a:lnTo>
                  <a:lnTo>
                    <a:pt x="43151" y="14988"/>
                  </a:lnTo>
                  <a:lnTo>
                    <a:pt x="43570" y="14918"/>
                  </a:lnTo>
                  <a:lnTo>
                    <a:pt x="43988" y="14848"/>
                  </a:lnTo>
                  <a:close/>
                  <a:moveTo>
                    <a:pt x="43918" y="14151"/>
                  </a:moveTo>
                  <a:lnTo>
                    <a:pt x="43430" y="14221"/>
                  </a:lnTo>
                  <a:lnTo>
                    <a:pt x="42942" y="14360"/>
                  </a:lnTo>
                  <a:lnTo>
                    <a:pt x="42454" y="14570"/>
                  </a:lnTo>
                  <a:lnTo>
                    <a:pt x="42036" y="14779"/>
                  </a:lnTo>
                  <a:lnTo>
                    <a:pt x="41618" y="14988"/>
                  </a:lnTo>
                  <a:lnTo>
                    <a:pt x="41269" y="15267"/>
                  </a:lnTo>
                  <a:lnTo>
                    <a:pt x="40921" y="15615"/>
                  </a:lnTo>
                  <a:lnTo>
                    <a:pt x="40572" y="15964"/>
                  </a:lnTo>
                  <a:lnTo>
                    <a:pt x="40293" y="16312"/>
                  </a:lnTo>
                  <a:lnTo>
                    <a:pt x="40084" y="16731"/>
                  </a:lnTo>
                  <a:lnTo>
                    <a:pt x="39875" y="17149"/>
                  </a:lnTo>
                  <a:lnTo>
                    <a:pt x="39736" y="17637"/>
                  </a:lnTo>
                  <a:lnTo>
                    <a:pt x="39596" y="18055"/>
                  </a:lnTo>
                  <a:lnTo>
                    <a:pt x="39527" y="18543"/>
                  </a:lnTo>
                  <a:lnTo>
                    <a:pt x="39457" y="19101"/>
                  </a:lnTo>
                  <a:lnTo>
                    <a:pt x="39527" y="19589"/>
                  </a:lnTo>
                  <a:lnTo>
                    <a:pt x="39596" y="20077"/>
                  </a:lnTo>
                  <a:lnTo>
                    <a:pt x="39736" y="20495"/>
                  </a:lnTo>
                  <a:lnTo>
                    <a:pt x="39875" y="20983"/>
                  </a:lnTo>
                  <a:lnTo>
                    <a:pt x="40084" y="21401"/>
                  </a:lnTo>
                  <a:lnTo>
                    <a:pt x="40293" y="21819"/>
                  </a:lnTo>
                  <a:lnTo>
                    <a:pt x="40572" y="22168"/>
                  </a:lnTo>
                  <a:lnTo>
                    <a:pt x="40921" y="22517"/>
                  </a:lnTo>
                  <a:lnTo>
                    <a:pt x="41269" y="22865"/>
                  </a:lnTo>
                  <a:lnTo>
                    <a:pt x="41618" y="23144"/>
                  </a:lnTo>
                  <a:lnTo>
                    <a:pt x="42036" y="23353"/>
                  </a:lnTo>
                  <a:lnTo>
                    <a:pt x="42454" y="23562"/>
                  </a:lnTo>
                  <a:lnTo>
                    <a:pt x="42942" y="23771"/>
                  </a:lnTo>
                  <a:lnTo>
                    <a:pt x="43430" y="23911"/>
                  </a:lnTo>
                  <a:lnTo>
                    <a:pt x="43918" y="23980"/>
                  </a:lnTo>
                  <a:lnTo>
                    <a:pt x="44894" y="23980"/>
                  </a:lnTo>
                  <a:lnTo>
                    <a:pt x="45382" y="23911"/>
                  </a:lnTo>
                  <a:lnTo>
                    <a:pt x="45870" y="23771"/>
                  </a:lnTo>
                  <a:lnTo>
                    <a:pt x="46288" y="23562"/>
                  </a:lnTo>
                  <a:lnTo>
                    <a:pt x="46707" y="23353"/>
                  </a:lnTo>
                  <a:lnTo>
                    <a:pt x="47125" y="23144"/>
                  </a:lnTo>
                  <a:lnTo>
                    <a:pt x="47543" y="22865"/>
                  </a:lnTo>
                  <a:lnTo>
                    <a:pt x="47892" y="22517"/>
                  </a:lnTo>
                  <a:lnTo>
                    <a:pt x="48171" y="22168"/>
                  </a:lnTo>
                  <a:lnTo>
                    <a:pt x="48449" y="21819"/>
                  </a:lnTo>
                  <a:lnTo>
                    <a:pt x="48728" y="21401"/>
                  </a:lnTo>
                  <a:lnTo>
                    <a:pt x="48937" y="20983"/>
                  </a:lnTo>
                  <a:lnTo>
                    <a:pt x="49077" y="20495"/>
                  </a:lnTo>
                  <a:lnTo>
                    <a:pt x="49216" y="20077"/>
                  </a:lnTo>
                  <a:lnTo>
                    <a:pt x="49286" y="19589"/>
                  </a:lnTo>
                  <a:lnTo>
                    <a:pt x="49286" y="19101"/>
                  </a:lnTo>
                  <a:lnTo>
                    <a:pt x="49286" y="18543"/>
                  </a:lnTo>
                  <a:lnTo>
                    <a:pt x="49216" y="18055"/>
                  </a:lnTo>
                  <a:lnTo>
                    <a:pt x="49077" y="17637"/>
                  </a:lnTo>
                  <a:lnTo>
                    <a:pt x="48937" y="17149"/>
                  </a:lnTo>
                  <a:lnTo>
                    <a:pt x="48728" y="16731"/>
                  </a:lnTo>
                  <a:lnTo>
                    <a:pt x="48449" y="16312"/>
                  </a:lnTo>
                  <a:lnTo>
                    <a:pt x="48171" y="15964"/>
                  </a:lnTo>
                  <a:lnTo>
                    <a:pt x="47892" y="15615"/>
                  </a:lnTo>
                  <a:lnTo>
                    <a:pt x="47543" y="15267"/>
                  </a:lnTo>
                  <a:lnTo>
                    <a:pt x="47125" y="14988"/>
                  </a:lnTo>
                  <a:lnTo>
                    <a:pt x="46707" y="14779"/>
                  </a:lnTo>
                  <a:lnTo>
                    <a:pt x="46288" y="14570"/>
                  </a:lnTo>
                  <a:lnTo>
                    <a:pt x="45870" y="14360"/>
                  </a:lnTo>
                  <a:lnTo>
                    <a:pt x="45382" y="14221"/>
                  </a:lnTo>
                  <a:lnTo>
                    <a:pt x="44894" y="14151"/>
                  </a:lnTo>
                  <a:close/>
                  <a:moveTo>
                    <a:pt x="5299" y="22726"/>
                  </a:moveTo>
                  <a:lnTo>
                    <a:pt x="5717" y="22795"/>
                  </a:lnTo>
                  <a:lnTo>
                    <a:pt x="6135" y="22935"/>
                  </a:lnTo>
                  <a:lnTo>
                    <a:pt x="6553" y="23074"/>
                  </a:lnTo>
                  <a:lnTo>
                    <a:pt x="7251" y="23423"/>
                  </a:lnTo>
                  <a:lnTo>
                    <a:pt x="7878" y="23980"/>
                  </a:lnTo>
                  <a:lnTo>
                    <a:pt x="8436" y="24608"/>
                  </a:lnTo>
                  <a:lnTo>
                    <a:pt x="8784" y="25305"/>
                  </a:lnTo>
                  <a:lnTo>
                    <a:pt x="8924" y="25723"/>
                  </a:lnTo>
                  <a:lnTo>
                    <a:pt x="9063" y="26141"/>
                  </a:lnTo>
                  <a:lnTo>
                    <a:pt x="9133" y="26560"/>
                  </a:lnTo>
                  <a:lnTo>
                    <a:pt x="9133" y="26978"/>
                  </a:lnTo>
                  <a:lnTo>
                    <a:pt x="9133" y="27396"/>
                  </a:lnTo>
                  <a:lnTo>
                    <a:pt x="9063" y="27815"/>
                  </a:lnTo>
                  <a:lnTo>
                    <a:pt x="8924" y="28233"/>
                  </a:lnTo>
                  <a:lnTo>
                    <a:pt x="8784" y="28651"/>
                  </a:lnTo>
                  <a:lnTo>
                    <a:pt x="8436" y="29348"/>
                  </a:lnTo>
                  <a:lnTo>
                    <a:pt x="7878" y="29976"/>
                  </a:lnTo>
                  <a:lnTo>
                    <a:pt x="7251" y="30464"/>
                  </a:lnTo>
                  <a:lnTo>
                    <a:pt x="6553" y="30882"/>
                  </a:lnTo>
                  <a:lnTo>
                    <a:pt x="6135" y="31021"/>
                  </a:lnTo>
                  <a:lnTo>
                    <a:pt x="5717" y="31161"/>
                  </a:lnTo>
                  <a:lnTo>
                    <a:pt x="5299" y="31230"/>
                  </a:lnTo>
                  <a:lnTo>
                    <a:pt x="4462" y="31230"/>
                  </a:lnTo>
                  <a:lnTo>
                    <a:pt x="4044" y="31161"/>
                  </a:lnTo>
                  <a:lnTo>
                    <a:pt x="3626" y="31021"/>
                  </a:lnTo>
                  <a:lnTo>
                    <a:pt x="3207" y="30882"/>
                  </a:lnTo>
                  <a:lnTo>
                    <a:pt x="2510" y="30464"/>
                  </a:lnTo>
                  <a:lnTo>
                    <a:pt x="1883" y="29976"/>
                  </a:lnTo>
                  <a:lnTo>
                    <a:pt x="1395" y="29348"/>
                  </a:lnTo>
                  <a:lnTo>
                    <a:pt x="977" y="28651"/>
                  </a:lnTo>
                  <a:lnTo>
                    <a:pt x="837" y="28233"/>
                  </a:lnTo>
                  <a:lnTo>
                    <a:pt x="698" y="27815"/>
                  </a:lnTo>
                  <a:lnTo>
                    <a:pt x="628" y="27396"/>
                  </a:lnTo>
                  <a:lnTo>
                    <a:pt x="628" y="26978"/>
                  </a:lnTo>
                  <a:lnTo>
                    <a:pt x="628" y="26560"/>
                  </a:lnTo>
                  <a:lnTo>
                    <a:pt x="698" y="26141"/>
                  </a:lnTo>
                  <a:lnTo>
                    <a:pt x="837" y="25723"/>
                  </a:lnTo>
                  <a:lnTo>
                    <a:pt x="977" y="25305"/>
                  </a:lnTo>
                  <a:lnTo>
                    <a:pt x="1395" y="24608"/>
                  </a:lnTo>
                  <a:lnTo>
                    <a:pt x="1883" y="23980"/>
                  </a:lnTo>
                  <a:lnTo>
                    <a:pt x="2510" y="23423"/>
                  </a:lnTo>
                  <a:lnTo>
                    <a:pt x="3207" y="23074"/>
                  </a:lnTo>
                  <a:lnTo>
                    <a:pt x="3626" y="22935"/>
                  </a:lnTo>
                  <a:lnTo>
                    <a:pt x="4044" y="22795"/>
                  </a:lnTo>
                  <a:lnTo>
                    <a:pt x="4462" y="22726"/>
                  </a:lnTo>
                  <a:close/>
                  <a:moveTo>
                    <a:pt x="4880" y="22029"/>
                  </a:moveTo>
                  <a:lnTo>
                    <a:pt x="4392" y="22098"/>
                  </a:lnTo>
                  <a:lnTo>
                    <a:pt x="3904" y="22168"/>
                  </a:lnTo>
                  <a:lnTo>
                    <a:pt x="3417" y="22307"/>
                  </a:lnTo>
                  <a:lnTo>
                    <a:pt x="2998" y="22447"/>
                  </a:lnTo>
                  <a:lnTo>
                    <a:pt x="2580" y="22656"/>
                  </a:lnTo>
                  <a:lnTo>
                    <a:pt x="2162" y="22865"/>
                  </a:lnTo>
                  <a:lnTo>
                    <a:pt x="1743" y="23214"/>
                  </a:lnTo>
                  <a:lnTo>
                    <a:pt x="1395" y="23492"/>
                  </a:lnTo>
                  <a:lnTo>
                    <a:pt x="1116" y="23841"/>
                  </a:lnTo>
                  <a:lnTo>
                    <a:pt x="837" y="24259"/>
                  </a:lnTo>
                  <a:lnTo>
                    <a:pt x="558" y="24608"/>
                  </a:lnTo>
                  <a:lnTo>
                    <a:pt x="349" y="25026"/>
                  </a:lnTo>
                  <a:lnTo>
                    <a:pt x="210" y="25514"/>
                  </a:lnTo>
                  <a:lnTo>
                    <a:pt x="70" y="26002"/>
                  </a:lnTo>
                  <a:lnTo>
                    <a:pt x="1" y="26490"/>
                  </a:lnTo>
                  <a:lnTo>
                    <a:pt x="1" y="26978"/>
                  </a:lnTo>
                  <a:lnTo>
                    <a:pt x="1" y="27466"/>
                  </a:lnTo>
                  <a:lnTo>
                    <a:pt x="70" y="27954"/>
                  </a:lnTo>
                  <a:lnTo>
                    <a:pt x="210" y="28442"/>
                  </a:lnTo>
                  <a:lnTo>
                    <a:pt x="349" y="28860"/>
                  </a:lnTo>
                  <a:lnTo>
                    <a:pt x="558" y="29278"/>
                  </a:lnTo>
                  <a:lnTo>
                    <a:pt x="837" y="29697"/>
                  </a:lnTo>
                  <a:lnTo>
                    <a:pt x="1116" y="30115"/>
                  </a:lnTo>
                  <a:lnTo>
                    <a:pt x="1395" y="30464"/>
                  </a:lnTo>
                  <a:lnTo>
                    <a:pt x="1743" y="30742"/>
                  </a:lnTo>
                  <a:lnTo>
                    <a:pt x="2162" y="31021"/>
                  </a:lnTo>
                  <a:lnTo>
                    <a:pt x="2580" y="31300"/>
                  </a:lnTo>
                  <a:lnTo>
                    <a:pt x="2998" y="31509"/>
                  </a:lnTo>
                  <a:lnTo>
                    <a:pt x="3417" y="31649"/>
                  </a:lnTo>
                  <a:lnTo>
                    <a:pt x="3904" y="31788"/>
                  </a:lnTo>
                  <a:lnTo>
                    <a:pt x="4392" y="31858"/>
                  </a:lnTo>
                  <a:lnTo>
                    <a:pt x="5368" y="31858"/>
                  </a:lnTo>
                  <a:lnTo>
                    <a:pt x="5856" y="31788"/>
                  </a:lnTo>
                  <a:lnTo>
                    <a:pt x="6344" y="31649"/>
                  </a:lnTo>
                  <a:lnTo>
                    <a:pt x="6832" y="31509"/>
                  </a:lnTo>
                  <a:lnTo>
                    <a:pt x="7251" y="31300"/>
                  </a:lnTo>
                  <a:lnTo>
                    <a:pt x="7599" y="31021"/>
                  </a:lnTo>
                  <a:lnTo>
                    <a:pt x="8017" y="30742"/>
                  </a:lnTo>
                  <a:lnTo>
                    <a:pt x="8366" y="30464"/>
                  </a:lnTo>
                  <a:lnTo>
                    <a:pt x="8645" y="30115"/>
                  </a:lnTo>
                  <a:lnTo>
                    <a:pt x="8993" y="29697"/>
                  </a:lnTo>
                  <a:lnTo>
                    <a:pt x="9202" y="29278"/>
                  </a:lnTo>
                  <a:lnTo>
                    <a:pt x="9412" y="28860"/>
                  </a:lnTo>
                  <a:lnTo>
                    <a:pt x="9551" y="28442"/>
                  </a:lnTo>
                  <a:lnTo>
                    <a:pt x="9690" y="27954"/>
                  </a:lnTo>
                  <a:lnTo>
                    <a:pt x="9760" y="27466"/>
                  </a:lnTo>
                  <a:lnTo>
                    <a:pt x="9830" y="26978"/>
                  </a:lnTo>
                  <a:lnTo>
                    <a:pt x="9760" y="26490"/>
                  </a:lnTo>
                  <a:lnTo>
                    <a:pt x="9690" y="26002"/>
                  </a:lnTo>
                  <a:lnTo>
                    <a:pt x="9551" y="25514"/>
                  </a:lnTo>
                  <a:lnTo>
                    <a:pt x="9412" y="25026"/>
                  </a:lnTo>
                  <a:lnTo>
                    <a:pt x="9202" y="24608"/>
                  </a:lnTo>
                  <a:lnTo>
                    <a:pt x="8993" y="24259"/>
                  </a:lnTo>
                  <a:lnTo>
                    <a:pt x="8645" y="23841"/>
                  </a:lnTo>
                  <a:lnTo>
                    <a:pt x="8366" y="23492"/>
                  </a:lnTo>
                  <a:lnTo>
                    <a:pt x="8017" y="23214"/>
                  </a:lnTo>
                  <a:lnTo>
                    <a:pt x="7599" y="22865"/>
                  </a:lnTo>
                  <a:lnTo>
                    <a:pt x="7251" y="22656"/>
                  </a:lnTo>
                  <a:lnTo>
                    <a:pt x="6832" y="22447"/>
                  </a:lnTo>
                  <a:lnTo>
                    <a:pt x="6344" y="22307"/>
                  </a:lnTo>
                  <a:lnTo>
                    <a:pt x="5856" y="22168"/>
                  </a:lnTo>
                  <a:lnTo>
                    <a:pt x="5368" y="22098"/>
                  </a:lnTo>
                  <a:lnTo>
                    <a:pt x="4880" y="22029"/>
                  </a:lnTo>
                  <a:close/>
                  <a:moveTo>
                    <a:pt x="97038" y="27605"/>
                  </a:moveTo>
                  <a:lnTo>
                    <a:pt x="97526" y="27675"/>
                  </a:lnTo>
                  <a:lnTo>
                    <a:pt x="97944" y="27745"/>
                  </a:lnTo>
                  <a:lnTo>
                    <a:pt x="98362" y="27815"/>
                  </a:lnTo>
                  <a:lnTo>
                    <a:pt x="98711" y="27954"/>
                  </a:lnTo>
                  <a:lnTo>
                    <a:pt x="99408" y="28372"/>
                  </a:lnTo>
                  <a:lnTo>
                    <a:pt x="100105" y="28860"/>
                  </a:lnTo>
                  <a:lnTo>
                    <a:pt x="100593" y="29488"/>
                  </a:lnTo>
                  <a:lnTo>
                    <a:pt x="101011" y="30254"/>
                  </a:lnTo>
                  <a:lnTo>
                    <a:pt x="101150" y="30603"/>
                  </a:lnTo>
                  <a:lnTo>
                    <a:pt x="101220" y="31021"/>
                  </a:lnTo>
                  <a:lnTo>
                    <a:pt x="101290" y="31439"/>
                  </a:lnTo>
                  <a:lnTo>
                    <a:pt x="101290" y="31858"/>
                  </a:lnTo>
                  <a:lnTo>
                    <a:pt x="101290" y="32346"/>
                  </a:lnTo>
                  <a:lnTo>
                    <a:pt x="101220" y="32764"/>
                  </a:lnTo>
                  <a:lnTo>
                    <a:pt x="101150" y="33113"/>
                  </a:lnTo>
                  <a:lnTo>
                    <a:pt x="101011" y="33531"/>
                  </a:lnTo>
                  <a:lnTo>
                    <a:pt x="100593" y="34228"/>
                  </a:lnTo>
                  <a:lnTo>
                    <a:pt x="100105" y="34855"/>
                  </a:lnTo>
                  <a:lnTo>
                    <a:pt x="99408" y="35413"/>
                  </a:lnTo>
                  <a:lnTo>
                    <a:pt x="98711" y="35762"/>
                  </a:lnTo>
                  <a:lnTo>
                    <a:pt x="98362" y="35971"/>
                  </a:lnTo>
                  <a:lnTo>
                    <a:pt x="97944" y="36040"/>
                  </a:lnTo>
                  <a:lnTo>
                    <a:pt x="97526" y="36110"/>
                  </a:lnTo>
                  <a:lnTo>
                    <a:pt x="96619" y="36110"/>
                  </a:lnTo>
                  <a:lnTo>
                    <a:pt x="96201" y="36040"/>
                  </a:lnTo>
                  <a:lnTo>
                    <a:pt x="95783" y="35971"/>
                  </a:lnTo>
                  <a:lnTo>
                    <a:pt x="95434" y="35762"/>
                  </a:lnTo>
                  <a:lnTo>
                    <a:pt x="94667" y="35413"/>
                  </a:lnTo>
                  <a:lnTo>
                    <a:pt x="94040" y="34855"/>
                  </a:lnTo>
                  <a:lnTo>
                    <a:pt x="93552" y="34228"/>
                  </a:lnTo>
                  <a:lnTo>
                    <a:pt x="93134" y="33531"/>
                  </a:lnTo>
                  <a:lnTo>
                    <a:pt x="92994" y="33113"/>
                  </a:lnTo>
                  <a:lnTo>
                    <a:pt x="92925" y="32764"/>
                  </a:lnTo>
                  <a:lnTo>
                    <a:pt x="92855" y="32346"/>
                  </a:lnTo>
                  <a:lnTo>
                    <a:pt x="92785" y="31858"/>
                  </a:lnTo>
                  <a:lnTo>
                    <a:pt x="92855" y="31439"/>
                  </a:lnTo>
                  <a:lnTo>
                    <a:pt x="92925" y="31021"/>
                  </a:lnTo>
                  <a:lnTo>
                    <a:pt x="92994" y="30603"/>
                  </a:lnTo>
                  <a:lnTo>
                    <a:pt x="93134" y="30254"/>
                  </a:lnTo>
                  <a:lnTo>
                    <a:pt x="93552" y="29488"/>
                  </a:lnTo>
                  <a:lnTo>
                    <a:pt x="94040" y="28860"/>
                  </a:lnTo>
                  <a:lnTo>
                    <a:pt x="94667" y="28372"/>
                  </a:lnTo>
                  <a:lnTo>
                    <a:pt x="95434" y="27954"/>
                  </a:lnTo>
                  <a:lnTo>
                    <a:pt x="95783" y="27815"/>
                  </a:lnTo>
                  <a:lnTo>
                    <a:pt x="96201" y="27745"/>
                  </a:lnTo>
                  <a:lnTo>
                    <a:pt x="96619" y="27675"/>
                  </a:lnTo>
                  <a:lnTo>
                    <a:pt x="97038" y="27605"/>
                  </a:lnTo>
                  <a:close/>
                  <a:moveTo>
                    <a:pt x="96550" y="26978"/>
                  </a:moveTo>
                  <a:lnTo>
                    <a:pt x="96062" y="27048"/>
                  </a:lnTo>
                  <a:lnTo>
                    <a:pt x="95643" y="27187"/>
                  </a:lnTo>
                  <a:lnTo>
                    <a:pt x="95155" y="27327"/>
                  </a:lnTo>
                  <a:lnTo>
                    <a:pt x="94737" y="27536"/>
                  </a:lnTo>
                  <a:lnTo>
                    <a:pt x="94319" y="27815"/>
                  </a:lnTo>
                  <a:lnTo>
                    <a:pt x="93970" y="28093"/>
                  </a:lnTo>
                  <a:lnTo>
                    <a:pt x="93622" y="28442"/>
                  </a:lnTo>
                  <a:lnTo>
                    <a:pt x="93273" y="28790"/>
                  </a:lnTo>
                  <a:lnTo>
                    <a:pt x="92994" y="29139"/>
                  </a:lnTo>
                  <a:lnTo>
                    <a:pt x="92716" y="29557"/>
                  </a:lnTo>
                  <a:lnTo>
                    <a:pt x="92576" y="29976"/>
                  </a:lnTo>
                  <a:lnTo>
                    <a:pt x="92367" y="30394"/>
                  </a:lnTo>
                  <a:lnTo>
                    <a:pt x="92228" y="30882"/>
                  </a:lnTo>
                  <a:lnTo>
                    <a:pt x="92158" y="31370"/>
                  </a:lnTo>
                  <a:lnTo>
                    <a:pt x="92158" y="31858"/>
                  </a:lnTo>
                  <a:lnTo>
                    <a:pt x="92158" y="32415"/>
                  </a:lnTo>
                  <a:lnTo>
                    <a:pt x="92228" y="32903"/>
                  </a:lnTo>
                  <a:lnTo>
                    <a:pt x="92367" y="33322"/>
                  </a:lnTo>
                  <a:lnTo>
                    <a:pt x="92576" y="33810"/>
                  </a:lnTo>
                  <a:lnTo>
                    <a:pt x="92716" y="34228"/>
                  </a:lnTo>
                  <a:lnTo>
                    <a:pt x="92994" y="34646"/>
                  </a:lnTo>
                  <a:lnTo>
                    <a:pt x="93273" y="34995"/>
                  </a:lnTo>
                  <a:lnTo>
                    <a:pt x="93622" y="35343"/>
                  </a:lnTo>
                  <a:lnTo>
                    <a:pt x="93970" y="35692"/>
                  </a:lnTo>
                  <a:lnTo>
                    <a:pt x="94319" y="35971"/>
                  </a:lnTo>
                  <a:lnTo>
                    <a:pt x="94737" y="36180"/>
                  </a:lnTo>
                  <a:lnTo>
                    <a:pt x="95155" y="36389"/>
                  </a:lnTo>
                  <a:lnTo>
                    <a:pt x="95643" y="36598"/>
                  </a:lnTo>
                  <a:lnTo>
                    <a:pt x="96062" y="36668"/>
                  </a:lnTo>
                  <a:lnTo>
                    <a:pt x="96550" y="36737"/>
                  </a:lnTo>
                  <a:lnTo>
                    <a:pt x="97038" y="36807"/>
                  </a:lnTo>
                  <a:lnTo>
                    <a:pt x="97595" y="36737"/>
                  </a:lnTo>
                  <a:lnTo>
                    <a:pt x="98083" y="36668"/>
                  </a:lnTo>
                  <a:lnTo>
                    <a:pt x="98501" y="36598"/>
                  </a:lnTo>
                  <a:lnTo>
                    <a:pt x="98989" y="36389"/>
                  </a:lnTo>
                  <a:lnTo>
                    <a:pt x="99408" y="36180"/>
                  </a:lnTo>
                  <a:lnTo>
                    <a:pt x="99826" y="35971"/>
                  </a:lnTo>
                  <a:lnTo>
                    <a:pt x="100175" y="35692"/>
                  </a:lnTo>
                  <a:lnTo>
                    <a:pt x="100523" y="35343"/>
                  </a:lnTo>
                  <a:lnTo>
                    <a:pt x="100872" y="34995"/>
                  </a:lnTo>
                  <a:lnTo>
                    <a:pt x="101150" y="34646"/>
                  </a:lnTo>
                  <a:lnTo>
                    <a:pt x="101360" y="34228"/>
                  </a:lnTo>
                  <a:lnTo>
                    <a:pt x="101569" y="33810"/>
                  </a:lnTo>
                  <a:lnTo>
                    <a:pt x="101778" y="33322"/>
                  </a:lnTo>
                  <a:lnTo>
                    <a:pt x="101848" y="32903"/>
                  </a:lnTo>
                  <a:lnTo>
                    <a:pt x="101987" y="32415"/>
                  </a:lnTo>
                  <a:lnTo>
                    <a:pt x="101987" y="31858"/>
                  </a:lnTo>
                  <a:lnTo>
                    <a:pt x="101987" y="31370"/>
                  </a:lnTo>
                  <a:lnTo>
                    <a:pt x="101848" y="30882"/>
                  </a:lnTo>
                  <a:lnTo>
                    <a:pt x="101778" y="30394"/>
                  </a:lnTo>
                  <a:lnTo>
                    <a:pt x="101569" y="29976"/>
                  </a:lnTo>
                  <a:lnTo>
                    <a:pt x="101360" y="29557"/>
                  </a:lnTo>
                  <a:lnTo>
                    <a:pt x="101150" y="29139"/>
                  </a:lnTo>
                  <a:lnTo>
                    <a:pt x="100872" y="28790"/>
                  </a:lnTo>
                  <a:lnTo>
                    <a:pt x="100523" y="28442"/>
                  </a:lnTo>
                  <a:lnTo>
                    <a:pt x="100175" y="28093"/>
                  </a:lnTo>
                  <a:lnTo>
                    <a:pt x="99826" y="27815"/>
                  </a:lnTo>
                  <a:lnTo>
                    <a:pt x="99408" y="27536"/>
                  </a:lnTo>
                  <a:lnTo>
                    <a:pt x="98989" y="27327"/>
                  </a:lnTo>
                  <a:lnTo>
                    <a:pt x="98501" y="27187"/>
                  </a:lnTo>
                  <a:lnTo>
                    <a:pt x="98083" y="27048"/>
                  </a:lnTo>
                  <a:lnTo>
                    <a:pt x="97595" y="26978"/>
                  </a:lnTo>
                  <a:close/>
                  <a:moveTo>
                    <a:pt x="31649" y="39526"/>
                  </a:moveTo>
                  <a:lnTo>
                    <a:pt x="32067" y="39596"/>
                  </a:lnTo>
                  <a:lnTo>
                    <a:pt x="32486" y="39735"/>
                  </a:lnTo>
                  <a:lnTo>
                    <a:pt x="32904" y="39874"/>
                  </a:lnTo>
                  <a:lnTo>
                    <a:pt x="33601" y="40223"/>
                  </a:lnTo>
                  <a:lnTo>
                    <a:pt x="34229" y="40781"/>
                  </a:lnTo>
                  <a:lnTo>
                    <a:pt x="34716" y="41408"/>
                  </a:lnTo>
                  <a:lnTo>
                    <a:pt x="35135" y="42105"/>
                  </a:lnTo>
                  <a:lnTo>
                    <a:pt x="35274" y="42523"/>
                  </a:lnTo>
                  <a:lnTo>
                    <a:pt x="35414" y="42872"/>
                  </a:lnTo>
                  <a:lnTo>
                    <a:pt x="35483" y="43290"/>
                  </a:lnTo>
                  <a:lnTo>
                    <a:pt x="35483" y="43778"/>
                  </a:lnTo>
                  <a:lnTo>
                    <a:pt x="35483" y="44197"/>
                  </a:lnTo>
                  <a:lnTo>
                    <a:pt x="35414" y="44615"/>
                  </a:lnTo>
                  <a:lnTo>
                    <a:pt x="35274" y="45033"/>
                  </a:lnTo>
                  <a:lnTo>
                    <a:pt x="35135" y="45382"/>
                  </a:lnTo>
                  <a:lnTo>
                    <a:pt x="34716" y="46148"/>
                  </a:lnTo>
                  <a:lnTo>
                    <a:pt x="34229" y="46776"/>
                  </a:lnTo>
                  <a:lnTo>
                    <a:pt x="33601" y="47264"/>
                  </a:lnTo>
                  <a:lnTo>
                    <a:pt x="32904" y="47682"/>
                  </a:lnTo>
                  <a:lnTo>
                    <a:pt x="32486" y="47821"/>
                  </a:lnTo>
                  <a:lnTo>
                    <a:pt x="32067" y="47891"/>
                  </a:lnTo>
                  <a:lnTo>
                    <a:pt x="31649" y="47961"/>
                  </a:lnTo>
                  <a:lnTo>
                    <a:pt x="31231" y="48031"/>
                  </a:lnTo>
                  <a:lnTo>
                    <a:pt x="30813" y="47961"/>
                  </a:lnTo>
                  <a:lnTo>
                    <a:pt x="30394" y="47891"/>
                  </a:lnTo>
                  <a:lnTo>
                    <a:pt x="29976" y="47821"/>
                  </a:lnTo>
                  <a:lnTo>
                    <a:pt x="29558" y="47682"/>
                  </a:lnTo>
                  <a:lnTo>
                    <a:pt x="28861" y="47264"/>
                  </a:lnTo>
                  <a:lnTo>
                    <a:pt x="28233" y="46776"/>
                  </a:lnTo>
                  <a:lnTo>
                    <a:pt x="27676" y="46148"/>
                  </a:lnTo>
                  <a:lnTo>
                    <a:pt x="27327" y="45382"/>
                  </a:lnTo>
                  <a:lnTo>
                    <a:pt x="27188" y="45033"/>
                  </a:lnTo>
                  <a:lnTo>
                    <a:pt x="27048" y="44615"/>
                  </a:lnTo>
                  <a:lnTo>
                    <a:pt x="26979" y="44197"/>
                  </a:lnTo>
                  <a:lnTo>
                    <a:pt x="26979" y="43778"/>
                  </a:lnTo>
                  <a:lnTo>
                    <a:pt x="26979" y="43290"/>
                  </a:lnTo>
                  <a:lnTo>
                    <a:pt x="27048" y="42872"/>
                  </a:lnTo>
                  <a:lnTo>
                    <a:pt x="27188" y="42523"/>
                  </a:lnTo>
                  <a:lnTo>
                    <a:pt x="27327" y="42105"/>
                  </a:lnTo>
                  <a:lnTo>
                    <a:pt x="27676" y="41408"/>
                  </a:lnTo>
                  <a:lnTo>
                    <a:pt x="28233" y="40781"/>
                  </a:lnTo>
                  <a:lnTo>
                    <a:pt x="28861" y="40223"/>
                  </a:lnTo>
                  <a:lnTo>
                    <a:pt x="29558" y="39874"/>
                  </a:lnTo>
                  <a:lnTo>
                    <a:pt x="29976" y="39735"/>
                  </a:lnTo>
                  <a:lnTo>
                    <a:pt x="30394" y="39596"/>
                  </a:lnTo>
                  <a:lnTo>
                    <a:pt x="30813" y="39526"/>
                  </a:lnTo>
                  <a:close/>
                  <a:moveTo>
                    <a:pt x="71175" y="39596"/>
                  </a:moveTo>
                  <a:lnTo>
                    <a:pt x="71593" y="39665"/>
                  </a:lnTo>
                  <a:lnTo>
                    <a:pt x="72012" y="39805"/>
                  </a:lnTo>
                  <a:lnTo>
                    <a:pt x="72360" y="39944"/>
                  </a:lnTo>
                  <a:lnTo>
                    <a:pt x="73127" y="40362"/>
                  </a:lnTo>
                  <a:lnTo>
                    <a:pt x="73754" y="40850"/>
                  </a:lnTo>
                  <a:lnTo>
                    <a:pt x="74242" y="41478"/>
                  </a:lnTo>
                  <a:lnTo>
                    <a:pt x="74661" y="42175"/>
                  </a:lnTo>
                  <a:lnTo>
                    <a:pt x="74800" y="42593"/>
                  </a:lnTo>
                  <a:lnTo>
                    <a:pt x="74870" y="43011"/>
                  </a:lnTo>
                  <a:lnTo>
                    <a:pt x="74939" y="43430"/>
                  </a:lnTo>
                  <a:lnTo>
                    <a:pt x="75009" y="43848"/>
                  </a:lnTo>
                  <a:lnTo>
                    <a:pt x="74939" y="44266"/>
                  </a:lnTo>
                  <a:lnTo>
                    <a:pt x="74870" y="44684"/>
                  </a:lnTo>
                  <a:lnTo>
                    <a:pt x="74800" y="45103"/>
                  </a:lnTo>
                  <a:lnTo>
                    <a:pt x="74661" y="45521"/>
                  </a:lnTo>
                  <a:lnTo>
                    <a:pt x="74242" y="46218"/>
                  </a:lnTo>
                  <a:lnTo>
                    <a:pt x="73754" y="46846"/>
                  </a:lnTo>
                  <a:lnTo>
                    <a:pt x="73127" y="47403"/>
                  </a:lnTo>
                  <a:lnTo>
                    <a:pt x="72360" y="47752"/>
                  </a:lnTo>
                  <a:lnTo>
                    <a:pt x="72012" y="47891"/>
                  </a:lnTo>
                  <a:lnTo>
                    <a:pt x="71593" y="48031"/>
                  </a:lnTo>
                  <a:lnTo>
                    <a:pt x="71175" y="48100"/>
                  </a:lnTo>
                  <a:lnTo>
                    <a:pt x="70269" y="48100"/>
                  </a:lnTo>
                  <a:lnTo>
                    <a:pt x="69851" y="48031"/>
                  </a:lnTo>
                  <a:lnTo>
                    <a:pt x="69502" y="47891"/>
                  </a:lnTo>
                  <a:lnTo>
                    <a:pt x="69084" y="47752"/>
                  </a:lnTo>
                  <a:lnTo>
                    <a:pt x="68387" y="47403"/>
                  </a:lnTo>
                  <a:lnTo>
                    <a:pt x="67759" y="46846"/>
                  </a:lnTo>
                  <a:lnTo>
                    <a:pt x="67202" y="46218"/>
                  </a:lnTo>
                  <a:lnTo>
                    <a:pt x="66783" y="45521"/>
                  </a:lnTo>
                  <a:lnTo>
                    <a:pt x="66644" y="45103"/>
                  </a:lnTo>
                  <a:lnTo>
                    <a:pt x="66574" y="44684"/>
                  </a:lnTo>
                  <a:lnTo>
                    <a:pt x="66504" y="44266"/>
                  </a:lnTo>
                  <a:lnTo>
                    <a:pt x="66504" y="43848"/>
                  </a:lnTo>
                  <a:lnTo>
                    <a:pt x="66504" y="43430"/>
                  </a:lnTo>
                  <a:lnTo>
                    <a:pt x="66574" y="43011"/>
                  </a:lnTo>
                  <a:lnTo>
                    <a:pt x="66644" y="42593"/>
                  </a:lnTo>
                  <a:lnTo>
                    <a:pt x="66783" y="42175"/>
                  </a:lnTo>
                  <a:lnTo>
                    <a:pt x="67202" y="41478"/>
                  </a:lnTo>
                  <a:lnTo>
                    <a:pt x="67759" y="40850"/>
                  </a:lnTo>
                  <a:lnTo>
                    <a:pt x="68387" y="40362"/>
                  </a:lnTo>
                  <a:lnTo>
                    <a:pt x="69084" y="39944"/>
                  </a:lnTo>
                  <a:lnTo>
                    <a:pt x="69502" y="39805"/>
                  </a:lnTo>
                  <a:lnTo>
                    <a:pt x="69851" y="39665"/>
                  </a:lnTo>
                  <a:lnTo>
                    <a:pt x="70269" y="39596"/>
                  </a:lnTo>
                  <a:close/>
                  <a:moveTo>
                    <a:pt x="31231" y="38829"/>
                  </a:moveTo>
                  <a:lnTo>
                    <a:pt x="30743" y="38899"/>
                  </a:lnTo>
                  <a:lnTo>
                    <a:pt x="30255" y="38968"/>
                  </a:lnTo>
                  <a:lnTo>
                    <a:pt x="29767" y="39038"/>
                  </a:lnTo>
                  <a:lnTo>
                    <a:pt x="29349" y="39247"/>
                  </a:lnTo>
                  <a:lnTo>
                    <a:pt x="28861" y="39456"/>
                  </a:lnTo>
                  <a:lnTo>
                    <a:pt x="28512" y="39665"/>
                  </a:lnTo>
                  <a:lnTo>
                    <a:pt x="28094" y="39944"/>
                  </a:lnTo>
                  <a:lnTo>
                    <a:pt x="27745" y="40293"/>
                  </a:lnTo>
                  <a:lnTo>
                    <a:pt x="27467" y="40641"/>
                  </a:lnTo>
                  <a:lnTo>
                    <a:pt x="27188" y="40990"/>
                  </a:lnTo>
                  <a:lnTo>
                    <a:pt x="26909" y="41408"/>
                  </a:lnTo>
                  <a:lnTo>
                    <a:pt x="26700" y="41826"/>
                  </a:lnTo>
                  <a:lnTo>
                    <a:pt x="26560" y="42314"/>
                  </a:lnTo>
                  <a:lnTo>
                    <a:pt x="26421" y="42802"/>
                  </a:lnTo>
                  <a:lnTo>
                    <a:pt x="26351" y="43290"/>
                  </a:lnTo>
                  <a:lnTo>
                    <a:pt x="26282" y="43778"/>
                  </a:lnTo>
                  <a:lnTo>
                    <a:pt x="26351" y="44266"/>
                  </a:lnTo>
                  <a:lnTo>
                    <a:pt x="26421" y="44754"/>
                  </a:lnTo>
                  <a:lnTo>
                    <a:pt x="26560" y="45242"/>
                  </a:lnTo>
                  <a:lnTo>
                    <a:pt x="26700" y="45660"/>
                  </a:lnTo>
                  <a:lnTo>
                    <a:pt x="26909" y="46079"/>
                  </a:lnTo>
                  <a:lnTo>
                    <a:pt x="27188" y="46497"/>
                  </a:lnTo>
                  <a:lnTo>
                    <a:pt x="27467" y="46915"/>
                  </a:lnTo>
                  <a:lnTo>
                    <a:pt x="27745" y="47264"/>
                  </a:lnTo>
                  <a:lnTo>
                    <a:pt x="28094" y="47543"/>
                  </a:lnTo>
                  <a:lnTo>
                    <a:pt x="28512" y="47821"/>
                  </a:lnTo>
                  <a:lnTo>
                    <a:pt x="28861" y="48100"/>
                  </a:lnTo>
                  <a:lnTo>
                    <a:pt x="29349" y="48309"/>
                  </a:lnTo>
                  <a:lnTo>
                    <a:pt x="29767" y="48449"/>
                  </a:lnTo>
                  <a:lnTo>
                    <a:pt x="30255" y="48588"/>
                  </a:lnTo>
                  <a:lnTo>
                    <a:pt x="30743" y="48658"/>
                  </a:lnTo>
                  <a:lnTo>
                    <a:pt x="31719" y="48658"/>
                  </a:lnTo>
                  <a:lnTo>
                    <a:pt x="32207" y="48588"/>
                  </a:lnTo>
                  <a:lnTo>
                    <a:pt x="32695" y="48449"/>
                  </a:lnTo>
                  <a:lnTo>
                    <a:pt x="33113" y="48309"/>
                  </a:lnTo>
                  <a:lnTo>
                    <a:pt x="33531" y="48100"/>
                  </a:lnTo>
                  <a:lnTo>
                    <a:pt x="33950" y="47821"/>
                  </a:lnTo>
                  <a:lnTo>
                    <a:pt x="34368" y="47543"/>
                  </a:lnTo>
                  <a:lnTo>
                    <a:pt x="34716" y="47264"/>
                  </a:lnTo>
                  <a:lnTo>
                    <a:pt x="34995" y="46915"/>
                  </a:lnTo>
                  <a:lnTo>
                    <a:pt x="35274" y="46497"/>
                  </a:lnTo>
                  <a:lnTo>
                    <a:pt x="35553" y="46079"/>
                  </a:lnTo>
                  <a:lnTo>
                    <a:pt x="35762" y="45660"/>
                  </a:lnTo>
                  <a:lnTo>
                    <a:pt x="35902" y="45242"/>
                  </a:lnTo>
                  <a:lnTo>
                    <a:pt x="36041" y="44754"/>
                  </a:lnTo>
                  <a:lnTo>
                    <a:pt x="36111" y="44266"/>
                  </a:lnTo>
                  <a:lnTo>
                    <a:pt x="36111" y="43778"/>
                  </a:lnTo>
                  <a:lnTo>
                    <a:pt x="36111" y="43290"/>
                  </a:lnTo>
                  <a:lnTo>
                    <a:pt x="36041" y="42802"/>
                  </a:lnTo>
                  <a:lnTo>
                    <a:pt x="35902" y="42314"/>
                  </a:lnTo>
                  <a:lnTo>
                    <a:pt x="35762" y="41826"/>
                  </a:lnTo>
                  <a:lnTo>
                    <a:pt x="35553" y="41408"/>
                  </a:lnTo>
                  <a:lnTo>
                    <a:pt x="35274" y="40990"/>
                  </a:lnTo>
                  <a:lnTo>
                    <a:pt x="34995" y="40641"/>
                  </a:lnTo>
                  <a:lnTo>
                    <a:pt x="34716" y="40293"/>
                  </a:lnTo>
                  <a:lnTo>
                    <a:pt x="34368" y="39944"/>
                  </a:lnTo>
                  <a:lnTo>
                    <a:pt x="33950" y="39665"/>
                  </a:lnTo>
                  <a:lnTo>
                    <a:pt x="33531" y="39456"/>
                  </a:lnTo>
                  <a:lnTo>
                    <a:pt x="33113" y="39247"/>
                  </a:lnTo>
                  <a:lnTo>
                    <a:pt x="32695" y="39038"/>
                  </a:lnTo>
                  <a:lnTo>
                    <a:pt x="32207" y="38968"/>
                  </a:lnTo>
                  <a:lnTo>
                    <a:pt x="31719" y="38899"/>
                  </a:lnTo>
                  <a:lnTo>
                    <a:pt x="31231" y="38829"/>
                  </a:lnTo>
                  <a:close/>
                  <a:moveTo>
                    <a:pt x="70199" y="38968"/>
                  </a:moveTo>
                  <a:lnTo>
                    <a:pt x="69711" y="39038"/>
                  </a:lnTo>
                  <a:lnTo>
                    <a:pt x="69293" y="39177"/>
                  </a:lnTo>
                  <a:lnTo>
                    <a:pt x="68805" y="39317"/>
                  </a:lnTo>
                  <a:lnTo>
                    <a:pt x="68387" y="39526"/>
                  </a:lnTo>
                  <a:lnTo>
                    <a:pt x="67968" y="39805"/>
                  </a:lnTo>
                  <a:lnTo>
                    <a:pt x="67620" y="40084"/>
                  </a:lnTo>
                  <a:lnTo>
                    <a:pt x="67271" y="40362"/>
                  </a:lnTo>
                  <a:lnTo>
                    <a:pt x="66923" y="40711"/>
                  </a:lnTo>
                  <a:lnTo>
                    <a:pt x="66644" y="41129"/>
                  </a:lnTo>
                  <a:lnTo>
                    <a:pt x="66435" y="41548"/>
                  </a:lnTo>
                  <a:lnTo>
                    <a:pt x="66226" y="41966"/>
                  </a:lnTo>
                  <a:lnTo>
                    <a:pt x="66016" y="42384"/>
                  </a:lnTo>
                  <a:lnTo>
                    <a:pt x="65947" y="42872"/>
                  </a:lnTo>
                  <a:lnTo>
                    <a:pt x="65877" y="43360"/>
                  </a:lnTo>
                  <a:lnTo>
                    <a:pt x="65807" y="43848"/>
                  </a:lnTo>
                  <a:lnTo>
                    <a:pt x="65877" y="44336"/>
                  </a:lnTo>
                  <a:lnTo>
                    <a:pt x="65947" y="44824"/>
                  </a:lnTo>
                  <a:lnTo>
                    <a:pt x="66016" y="45312"/>
                  </a:lnTo>
                  <a:lnTo>
                    <a:pt x="66226" y="45730"/>
                  </a:lnTo>
                  <a:lnTo>
                    <a:pt x="66435" y="46218"/>
                  </a:lnTo>
                  <a:lnTo>
                    <a:pt x="66644" y="46567"/>
                  </a:lnTo>
                  <a:lnTo>
                    <a:pt x="66923" y="46985"/>
                  </a:lnTo>
                  <a:lnTo>
                    <a:pt x="67271" y="47333"/>
                  </a:lnTo>
                  <a:lnTo>
                    <a:pt x="67620" y="47612"/>
                  </a:lnTo>
                  <a:lnTo>
                    <a:pt x="67968" y="47891"/>
                  </a:lnTo>
                  <a:lnTo>
                    <a:pt x="68387" y="48170"/>
                  </a:lnTo>
                  <a:lnTo>
                    <a:pt x="68805" y="48379"/>
                  </a:lnTo>
                  <a:lnTo>
                    <a:pt x="69293" y="48519"/>
                  </a:lnTo>
                  <a:lnTo>
                    <a:pt x="69711" y="48658"/>
                  </a:lnTo>
                  <a:lnTo>
                    <a:pt x="70199" y="48728"/>
                  </a:lnTo>
                  <a:lnTo>
                    <a:pt x="70757" y="48797"/>
                  </a:lnTo>
                  <a:lnTo>
                    <a:pt x="71245" y="48728"/>
                  </a:lnTo>
                  <a:lnTo>
                    <a:pt x="71733" y="48658"/>
                  </a:lnTo>
                  <a:lnTo>
                    <a:pt x="72221" y="48519"/>
                  </a:lnTo>
                  <a:lnTo>
                    <a:pt x="72639" y="48379"/>
                  </a:lnTo>
                  <a:lnTo>
                    <a:pt x="73057" y="48170"/>
                  </a:lnTo>
                  <a:lnTo>
                    <a:pt x="73475" y="47891"/>
                  </a:lnTo>
                  <a:lnTo>
                    <a:pt x="73824" y="47612"/>
                  </a:lnTo>
                  <a:lnTo>
                    <a:pt x="74173" y="47333"/>
                  </a:lnTo>
                  <a:lnTo>
                    <a:pt x="74521" y="46985"/>
                  </a:lnTo>
                  <a:lnTo>
                    <a:pt x="74800" y="46567"/>
                  </a:lnTo>
                  <a:lnTo>
                    <a:pt x="75079" y="46218"/>
                  </a:lnTo>
                  <a:lnTo>
                    <a:pt x="75288" y="45730"/>
                  </a:lnTo>
                  <a:lnTo>
                    <a:pt x="75427" y="45312"/>
                  </a:lnTo>
                  <a:lnTo>
                    <a:pt x="75567" y="44824"/>
                  </a:lnTo>
                  <a:lnTo>
                    <a:pt x="75636" y="44336"/>
                  </a:lnTo>
                  <a:lnTo>
                    <a:pt x="75636" y="43848"/>
                  </a:lnTo>
                  <a:lnTo>
                    <a:pt x="75636" y="43360"/>
                  </a:lnTo>
                  <a:lnTo>
                    <a:pt x="75567" y="42872"/>
                  </a:lnTo>
                  <a:lnTo>
                    <a:pt x="75427" y="42384"/>
                  </a:lnTo>
                  <a:lnTo>
                    <a:pt x="75288" y="41966"/>
                  </a:lnTo>
                  <a:lnTo>
                    <a:pt x="75079" y="41548"/>
                  </a:lnTo>
                  <a:lnTo>
                    <a:pt x="74800" y="41129"/>
                  </a:lnTo>
                  <a:lnTo>
                    <a:pt x="74521" y="40711"/>
                  </a:lnTo>
                  <a:lnTo>
                    <a:pt x="74173" y="40362"/>
                  </a:lnTo>
                  <a:lnTo>
                    <a:pt x="73824" y="40084"/>
                  </a:lnTo>
                  <a:lnTo>
                    <a:pt x="73475" y="39805"/>
                  </a:lnTo>
                  <a:lnTo>
                    <a:pt x="73057" y="39526"/>
                  </a:lnTo>
                  <a:lnTo>
                    <a:pt x="72639" y="39317"/>
                  </a:lnTo>
                  <a:lnTo>
                    <a:pt x="72221" y="39177"/>
                  </a:lnTo>
                  <a:lnTo>
                    <a:pt x="71733" y="39038"/>
                  </a:lnTo>
                  <a:lnTo>
                    <a:pt x="71245" y="38968"/>
                  </a:lnTo>
                  <a:close/>
                  <a:moveTo>
                    <a:pt x="83932" y="58348"/>
                  </a:moveTo>
                  <a:lnTo>
                    <a:pt x="84350" y="58417"/>
                  </a:lnTo>
                  <a:lnTo>
                    <a:pt x="84769" y="58487"/>
                  </a:lnTo>
                  <a:lnTo>
                    <a:pt x="85187" y="58557"/>
                  </a:lnTo>
                  <a:lnTo>
                    <a:pt x="85535" y="58696"/>
                  </a:lnTo>
                  <a:lnTo>
                    <a:pt x="86302" y="59115"/>
                  </a:lnTo>
                  <a:lnTo>
                    <a:pt x="86930" y="59603"/>
                  </a:lnTo>
                  <a:lnTo>
                    <a:pt x="87418" y="60230"/>
                  </a:lnTo>
                  <a:lnTo>
                    <a:pt x="87836" y="60997"/>
                  </a:lnTo>
                  <a:lnTo>
                    <a:pt x="87975" y="61345"/>
                  </a:lnTo>
                  <a:lnTo>
                    <a:pt x="88045" y="61764"/>
                  </a:lnTo>
                  <a:lnTo>
                    <a:pt x="88115" y="62182"/>
                  </a:lnTo>
                  <a:lnTo>
                    <a:pt x="88115" y="62600"/>
                  </a:lnTo>
                  <a:lnTo>
                    <a:pt x="88115" y="63088"/>
                  </a:lnTo>
                  <a:lnTo>
                    <a:pt x="88045" y="63506"/>
                  </a:lnTo>
                  <a:lnTo>
                    <a:pt x="87975" y="63855"/>
                  </a:lnTo>
                  <a:lnTo>
                    <a:pt x="87836" y="64273"/>
                  </a:lnTo>
                  <a:lnTo>
                    <a:pt x="87418" y="64970"/>
                  </a:lnTo>
                  <a:lnTo>
                    <a:pt x="86930" y="65598"/>
                  </a:lnTo>
                  <a:lnTo>
                    <a:pt x="86302" y="66155"/>
                  </a:lnTo>
                  <a:lnTo>
                    <a:pt x="85535" y="66504"/>
                  </a:lnTo>
                  <a:lnTo>
                    <a:pt x="85187" y="66643"/>
                  </a:lnTo>
                  <a:lnTo>
                    <a:pt x="84769" y="66783"/>
                  </a:lnTo>
                  <a:lnTo>
                    <a:pt x="84350" y="66852"/>
                  </a:lnTo>
                  <a:lnTo>
                    <a:pt x="83444" y="66852"/>
                  </a:lnTo>
                  <a:lnTo>
                    <a:pt x="83026" y="66783"/>
                  </a:lnTo>
                  <a:lnTo>
                    <a:pt x="82608" y="66643"/>
                  </a:lnTo>
                  <a:lnTo>
                    <a:pt x="82259" y="66504"/>
                  </a:lnTo>
                  <a:lnTo>
                    <a:pt x="81492" y="66155"/>
                  </a:lnTo>
                  <a:lnTo>
                    <a:pt x="80865" y="65598"/>
                  </a:lnTo>
                  <a:lnTo>
                    <a:pt x="80377" y="64970"/>
                  </a:lnTo>
                  <a:lnTo>
                    <a:pt x="79959" y="64273"/>
                  </a:lnTo>
                  <a:lnTo>
                    <a:pt x="79819" y="63855"/>
                  </a:lnTo>
                  <a:lnTo>
                    <a:pt x="79749" y="63506"/>
                  </a:lnTo>
                  <a:lnTo>
                    <a:pt x="79680" y="63088"/>
                  </a:lnTo>
                  <a:lnTo>
                    <a:pt x="79680" y="62600"/>
                  </a:lnTo>
                  <a:lnTo>
                    <a:pt x="79680" y="62182"/>
                  </a:lnTo>
                  <a:lnTo>
                    <a:pt x="79749" y="61764"/>
                  </a:lnTo>
                  <a:lnTo>
                    <a:pt x="79819" y="61345"/>
                  </a:lnTo>
                  <a:lnTo>
                    <a:pt x="79959" y="60997"/>
                  </a:lnTo>
                  <a:lnTo>
                    <a:pt x="80377" y="60230"/>
                  </a:lnTo>
                  <a:lnTo>
                    <a:pt x="80865" y="59603"/>
                  </a:lnTo>
                  <a:lnTo>
                    <a:pt x="81492" y="59115"/>
                  </a:lnTo>
                  <a:lnTo>
                    <a:pt x="82259" y="58696"/>
                  </a:lnTo>
                  <a:lnTo>
                    <a:pt x="82608" y="58557"/>
                  </a:lnTo>
                  <a:lnTo>
                    <a:pt x="83026" y="58487"/>
                  </a:lnTo>
                  <a:lnTo>
                    <a:pt x="83444" y="58417"/>
                  </a:lnTo>
                  <a:lnTo>
                    <a:pt x="83932" y="58348"/>
                  </a:lnTo>
                  <a:close/>
                  <a:moveTo>
                    <a:pt x="83374" y="57720"/>
                  </a:moveTo>
                  <a:lnTo>
                    <a:pt x="82886" y="57790"/>
                  </a:lnTo>
                  <a:lnTo>
                    <a:pt x="82468" y="57929"/>
                  </a:lnTo>
                  <a:lnTo>
                    <a:pt x="81980" y="58069"/>
                  </a:lnTo>
                  <a:lnTo>
                    <a:pt x="81562" y="58278"/>
                  </a:lnTo>
                  <a:lnTo>
                    <a:pt x="81144" y="58557"/>
                  </a:lnTo>
                  <a:lnTo>
                    <a:pt x="80795" y="58836"/>
                  </a:lnTo>
                  <a:lnTo>
                    <a:pt x="80446" y="59115"/>
                  </a:lnTo>
                  <a:lnTo>
                    <a:pt x="80098" y="59463"/>
                  </a:lnTo>
                  <a:lnTo>
                    <a:pt x="79819" y="59881"/>
                  </a:lnTo>
                  <a:lnTo>
                    <a:pt x="79610" y="60300"/>
                  </a:lnTo>
                  <a:lnTo>
                    <a:pt x="79401" y="60718"/>
                  </a:lnTo>
                  <a:lnTo>
                    <a:pt x="79192" y="61136"/>
                  </a:lnTo>
                  <a:lnTo>
                    <a:pt x="79122" y="61624"/>
                  </a:lnTo>
                  <a:lnTo>
                    <a:pt x="78983" y="62112"/>
                  </a:lnTo>
                  <a:lnTo>
                    <a:pt x="78983" y="62600"/>
                  </a:lnTo>
                  <a:lnTo>
                    <a:pt x="78983" y="63088"/>
                  </a:lnTo>
                  <a:lnTo>
                    <a:pt x="79122" y="63576"/>
                  </a:lnTo>
                  <a:lnTo>
                    <a:pt x="79192" y="64064"/>
                  </a:lnTo>
                  <a:lnTo>
                    <a:pt x="79401" y="64552"/>
                  </a:lnTo>
                  <a:lnTo>
                    <a:pt x="79610" y="64970"/>
                  </a:lnTo>
                  <a:lnTo>
                    <a:pt x="79819" y="65389"/>
                  </a:lnTo>
                  <a:lnTo>
                    <a:pt x="80098" y="65737"/>
                  </a:lnTo>
                  <a:lnTo>
                    <a:pt x="80446" y="66086"/>
                  </a:lnTo>
                  <a:lnTo>
                    <a:pt x="80795" y="66434"/>
                  </a:lnTo>
                  <a:lnTo>
                    <a:pt x="81144" y="66713"/>
                  </a:lnTo>
                  <a:lnTo>
                    <a:pt x="81562" y="66922"/>
                  </a:lnTo>
                  <a:lnTo>
                    <a:pt x="81980" y="67131"/>
                  </a:lnTo>
                  <a:lnTo>
                    <a:pt x="82468" y="67340"/>
                  </a:lnTo>
                  <a:lnTo>
                    <a:pt x="82886" y="67410"/>
                  </a:lnTo>
                  <a:lnTo>
                    <a:pt x="83374" y="67480"/>
                  </a:lnTo>
                  <a:lnTo>
                    <a:pt x="83932" y="67550"/>
                  </a:lnTo>
                  <a:lnTo>
                    <a:pt x="84420" y="67480"/>
                  </a:lnTo>
                  <a:lnTo>
                    <a:pt x="84908" y="67410"/>
                  </a:lnTo>
                  <a:lnTo>
                    <a:pt x="85326" y="67340"/>
                  </a:lnTo>
                  <a:lnTo>
                    <a:pt x="85814" y="67131"/>
                  </a:lnTo>
                  <a:lnTo>
                    <a:pt x="86232" y="66922"/>
                  </a:lnTo>
                  <a:lnTo>
                    <a:pt x="86651" y="66713"/>
                  </a:lnTo>
                  <a:lnTo>
                    <a:pt x="86999" y="66434"/>
                  </a:lnTo>
                  <a:lnTo>
                    <a:pt x="87348" y="66086"/>
                  </a:lnTo>
                  <a:lnTo>
                    <a:pt x="87696" y="65737"/>
                  </a:lnTo>
                  <a:lnTo>
                    <a:pt x="87975" y="65389"/>
                  </a:lnTo>
                  <a:lnTo>
                    <a:pt x="88184" y="64970"/>
                  </a:lnTo>
                  <a:lnTo>
                    <a:pt x="88393" y="64552"/>
                  </a:lnTo>
                  <a:lnTo>
                    <a:pt x="88603" y="64064"/>
                  </a:lnTo>
                  <a:lnTo>
                    <a:pt x="88742" y="63576"/>
                  </a:lnTo>
                  <a:lnTo>
                    <a:pt x="88812" y="63088"/>
                  </a:lnTo>
                  <a:lnTo>
                    <a:pt x="88812" y="62600"/>
                  </a:lnTo>
                  <a:lnTo>
                    <a:pt x="88812" y="62112"/>
                  </a:lnTo>
                  <a:lnTo>
                    <a:pt x="88742" y="61624"/>
                  </a:lnTo>
                  <a:lnTo>
                    <a:pt x="88603" y="61136"/>
                  </a:lnTo>
                  <a:lnTo>
                    <a:pt x="88393" y="60718"/>
                  </a:lnTo>
                  <a:lnTo>
                    <a:pt x="88184" y="60300"/>
                  </a:lnTo>
                  <a:lnTo>
                    <a:pt x="87975" y="59881"/>
                  </a:lnTo>
                  <a:lnTo>
                    <a:pt x="87696" y="59463"/>
                  </a:lnTo>
                  <a:lnTo>
                    <a:pt x="87348" y="59115"/>
                  </a:lnTo>
                  <a:lnTo>
                    <a:pt x="86999" y="58836"/>
                  </a:lnTo>
                  <a:lnTo>
                    <a:pt x="86651" y="58557"/>
                  </a:lnTo>
                  <a:lnTo>
                    <a:pt x="86232" y="58278"/>
                  </a:lnTo>
                  <a:lnTo>
                    <a:pt x="85814" y="58069"/>
                  </a:lnTo>
                  <a:lnTo>
                    <a:pt x="85326" y="57929"/>
                  </a:lnTo>
                  <a:lnTo>
                    <a:pt x="84908" y="57790"/>
                  </a:lnTo>
                  <a:lnTo>
                    <a:pt x="84420" y="57720"/>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p:cSld name="SECTION_HEADER_1">
    <p:bg>
      <p:bgPr>
        <a:solidFill>
          <a:schemeClr val="dk1"/>
        </a:solidFill>
        <a:effectLst/>
      </p:bgPr>
    </p:bg>
    <p:spTree>
      <p:nvGrpSpPr>
        <p:cNvPr id="1" name="Shape 45"/>
        <p:cNvGrpSpPr/>
        <p:nvPr/>
      </p:nvGrpSpPr>
      <p:grpSpPr>
        <a:xfrm>
          <a:off x="0" y="0"/>
          <a:ext cx="0" cy="0"/>
          <a:chOff x="0" y="0"/>
          <a:chExt cx="0" cy="0"/>
        </a:xfrm>
      </p:grpSpPr>
      <p:sp>
        <p:nvSpPr>
          <p:cNvPr id="46" name="Google Shape;46;p5"/>
          <p:cNvSpPr/>
          <p:nvPr/>
        </p:nvSpPr>
        <p:spPr>
          <a:xfrm>
            <a:off x="1596850" y="1885850"/>
            <a:ext cx="6112200" cy="1100700"/>
          </a:xfrm>
          <a:prstGeom prst="roundRect">
            <a:avLst>
              <a:gd name="adj" fmla="val 16667"/>
            </a:avLst>
          </a:prstGeom>
          <a:solidFill>
            <a:srgbClr val="FC5D0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47;p5"/>
          <p:cNvSpPr/>
          <p:nvPr/>
        </p:nvSpPr>
        <p:spPr>
          <a:xfrm>
            <a:off x="1365700" y="1733450"/>
            <a:ext cx="6112200" cy="1100700"/>
          </a:xfrm>
          <a:prstGeom prst="roundRect">
            <a:avLst>
              <a:gd name="adj" fmla="val 16667"/>
            </a:avLst>
          </a:prstGeom>
          <a:solidFill>
            <a:srgbClr val="F7F7F7"/>
          </a:solidFill>
          <a:ln w="3810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48;p5"/>
          <p:cNvSpPr txBox="1">
            <a:spLocks noGrp="1"/>
          </p:cNvSpPr>
          <p:nvPr>
            <p:ph type="title"/>
          </p:nvPr>
        </p:nvSpPr>
        <p:spPr>
          <a:xfrm>
            <a:off x="1476296" y="2015750"/>
            <a:ext cx="5915700" cy="688500"/>
          </a:xfrm>
          <a:prstGeom prst="rect">
            <a:avLst/>
          </a:prstGeom>
        </p:spPr>
        <p:txBody>
          <a:bodyPr spcFirstLastPara="1" wrap="square" lIns="0" tIns="0" rIns="0" bIns="0" anchor="t" anchorCtr="0">
            <a:normAutofit/>
          </a:bodyPr>
          <a:lstStyle>
            <a:lvl1pPr lvl="0" algn="ctr" rtl="0">
              <a:spcBef>
                <a:spcPts val="0"/>
              </a:spcBef>
              <a:spcAft>
                <a:spcPts val="0"/>
              </a:spcAft>
              <a:buSzPts val="3100"/>
              <a:buNone/>
              <a:defRPr sz="3100"/>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amp; body - Simple" type="tx">
  <p:cSld name="TITLE_AND_BODY">
    <p:spTree>
      <p:nvGrpSpPr>
        <p:cNvPr id="1" name="Shape 49"/>
        <p:cNvGrpSpPr/>
        <p:nvPr/>
      </p:nvGrpSpPr>
      <p:grpSpPr>
        <a:xfrm>
          <a:off x="0" y="0"/>
          <a:ext cx="0" cy="0"/>
          <a:chOff x="0" y="0"/>
          <a:chExt cx="0" cy="0"/>
        </a:xfrm>
      </p:grpSpPr>
      <p:sp>
        <p:nvSpPr>
          <p:cNvPr id="50" name="Google Shape;50;p6"/>
          <p:cNvSpPr txBox="1">
            <a:spLocks noGrp="1"/>
          </p:cNvSpPr>
          <p:nvPr>
            <p:ph type="title"/>
          </p:nvPr>
        </p:nvSpPr>
        <p:spPr>
          <a:xfrm>
            <a:off x="457200" y="114300"/>
            <a:ext cx="8229600" cy="903300"/>
          </a:xfrm>
          <a:prstGeom prst="rect">
            <a:avLst/>
          </a:prstGeom>
        </p:spPr>
        <p:txBody>
          <a:bodyPr spcFirstLastPara="1" wrap="square" lIns="0" tIns="0" rIns="0" bIns="0" anchor="t" anchorCtr="0">
            <a:normAutofit/>
          </a:bodyPr>
          <a:lstStyle>
            <a:lvl1pPr lvl="0">
              <a:spcBef>
                <a:spcPts val="0"/>
              </a:spcBef>
              <a:spcAft>
                <a:spcPts val="0"/>
              </a:spcAft>
              <a:buSzPts val="34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51" name="Google Shape;51;p6"/>
          <p:cNvSpPr txBox="1">
            <a:spLocks noGrp="1"/>
          </p:cNvSpPr>
          <p:nvPr>
            <p:ph type="body" idx="1"/>
          </p:nvPr>
        </p:nvSpPr>
        <p:spPr>
          <a:xfrm>
            <a:off x="457200" y="1152475"/>
            <a:ext cx="8229600" cy="3416400"/>
          </a:xfrm>
          <a:prstGeom prst="rect">
            <a:avLst/>
          </a:prstGeom>
        </p:spPr>
        <p:txBody>
          <a:bodyPr spcFirstLastPara="1" wrap="square" lIns="0" tIns="0" rIns="0" bIns="0" anchor="t" anchorCtr="0">
            <a:normAutofit/>
          </a:bodyPr>
          <a:lstStyle>
            <a:lvl1pPr marL="457200" lvl="0" indent="-330200">
              <a:spcBef>
                <a:spcPts val="0"/>
              </a:spcBef>
              <a:spcAft>
                <a:spcPts val="0"/>
              </a:spcAft>
              <a:buSzPts val="16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pic>
        <p:nvPicPr>
          <p:cNvPr id="52" name="Google Shape;52;p6"/>
          <p:cNvPicPr preferRelativeResize="0"/>
          <p:nvPr/>
        </p:nvPicPr>
        <p:blipFill>
          <a:blip r:embed="rId2">
            <a:alphaModFix/>
          </a:blip>
          <a:stretch>
            <a:fillRect/>
          </a:stretch>
        </p:blipFill>
        <p:spPr>
          <a:xfrm>
            <a:off x="8544852" y="62010"/>
            <a:ext cx="599140" cy="599141"/>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amp; body - Black">
  <p:cSld name="TITLE_AND_BODY_3">
    <p:bg>
      <p:bgPr>
        <a:solidFill>
          <a:schemeClr val="dk1"/>
        </a:solidFill>
        <a:effectLst/>
      </p:bgPr>
    </p:bg>
    <p:spTree>
      <p:nvGrpSpPr>
        <p:cNvPr id="1" name="Shape 53"/>
        <p:cNvGrpSpPr/>
        <p:nvPr/>
      </p:nvGrpSpPr>
      <p:grpSpPr>
        <a:xfrm>
          <a:off x="0" y="0"/>
          <a:ext cx="0" cy="0"/>
          <a:chOff x="0" y="0"/>
          <a:chExt cx="0" cy="0"/>
        </a:xfrm>
      </p:grpSpPr>
      <p:sp>
        <p:nvSpPr>
          <p:cNvPr id="54" name="Google Shape;54;p7"/>
          <p:cNvSpPr txBox="1">
            <a:spLocks noGrp="1"/>
          </p:cNvSpPr>
          <p:nvPr>
            <p:ph type="title"/>
          </p:nvPr>
        </p:nvSpPr>
        <p:spPr>
          <a:xfrm>
            <a:off x="457200" y="114300"/>
            <a:ext cx="8229600" cy="903300"/>
          </a:xfrm>
          <a:prstGeom prst="rect">
            <a:avLst/>
          </a:prstGeom>
        </p:spPr>
        <p:txBody>
          <a:bodyPr spcFirstLastPara="1" wrap="square" lIns="0" tIns="0" rIns="0" bIns="0" anchor="t" anchorCtr="0">
            <a:normAutofit/>
          </a:bodyPr>
          <a:lstStyle>
            <a:lvl1pPr lvl="0" rtl="0">
              <a:spcBef>
                <a:spcPts val="0"/>
              </a:spcBef>
              <a:spcAft>
                <a:spcPts val="0"/>
              </a:spcAft>
              <a:buClr>
                <a:schemeClr val="lt1"/>
              </a:buClr>
              <a:buSzPts val="3400"/>
              <a:buNone/>
              <a:defRPr>
                <a:solidFill>
                  <a:schemeClr val="lt1"/>
                </a:solidFill>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55" name="Google Shape;55;p7"/>
          <p:cNvSpPr txBox="1">
            <a:spLocks noGrp="1"/>
          </p:cNvSpPr>
          <p:nvPr>
            <p:ph type="body" idx="1"/>
          </p:nvPr>
        </p:nvSpPr>
        <p:spPr>
          <a:xfrm>
            <a:off x="457200" y="1152475"/>
            <a:ext cx="8229600" cy="3416400"/>
          </a:xfrm>
          <a:prstGeom prst="rect">
            <a:avLst/>
          </a:prstGeom>
        </p:spPr>
        <p:txBody>
          <a:bodyPr spcFirstLastPara="1" wrap="square" lIns="0" tIns="0" rIns="0" bIns="0" anchor="t" anchorCtr="0">
            <a:normAutofit/>
          </a:bodyPr>
          <a:lstStyle>
            <a:lvl1pPr marL="457200" lvl="0" indent="-330200" rtl="0">
              <a:spcBef>
                <a:spcPts val="0"/>
              </a:spcBef>
              <a:spcAft>
                <a:spcPts val="0"/>
              </a:spcAft>
              <a:buClr>
                <a:schemeClr val="lt1"/>
              </a:buClr>
              <a:buSzPts val="1600"/>
              <a:buChar char="■"/>
              <a:defRPr>
                <a:solidFill>
                  <a:schemeClr val="lt1"/>
                </a:solidFill>
              </a:defRPr>
            </a:lvl1pPr>
            <a:lvl2pPr marL="914400" lvl="1" indent="-317500" rtl="0">
              <a:spcBef>
                <a:spcPts val="0"/>
              </a:spcBef>
              <a:spcAft>
                <a:spcPts val="0"/>
              </a:spcAft>
              <a:buSzPts val="1400"/>
              <a:buChar char="■"/>
              <a:defRPr>
                <a:solidFill>
                  <a:schemeClr val="lt1"/>
                </a:solidFill>
              </a:defRPr>
            </a:lvl2pPr>
            <a:lvl3pPr marL="1371600" lvl="2" indent="-317500" rtl="0">
              <a:spcBef>
                <a:spcPts val="0"/>
              </a:spcBef>
              <a:spcAft>
                <a:spcPts val="0"/>
              </a:spcAft>
              <a:buClr>
                <a:schemeClr val="lt1"/>
              </a:buClr>
              <a:buSzPts val="1400"/>
              <a:buChar char="■"/>
              <a:defRPr>
                <a:solidFill>
                  <a:schemeClr val="lt1"/>
                </a:solidFill>
              </a:defRPr>
            </a:lvl3pPr>
            <a:lvl4pPr marL="1828800" lvl="3" indent="-317500" rtl="0">
              <a:spcBef>
                <a:spcPts val="0"/>
              </a:spcBef>
              <a:spcAft>
                <a:spcPts val="0"/>
              </a:spcAft>
              <a:buClr>
                <a:schemeClr val="lt1"/>
              </a:buClr>
              <a:buSzPts val="1400"/>
              <a:buChar char="●"/>
              <a:defRPr>
                <a:solidFill>
                  <a:schemeClr val="lt1"/>
                </a:solidFill>
              </a:defRPr>
            </a:lvl4pPr>
            <a:lvl5pPr marL="2286000" lvl="4" indent="-317500" rtl="0">
              <a:spcBef>
                <a:spcPts val="0"/>
              </a:spcBef>
              <a:spcAft>
                <a:spcPts val="0"/>
              </a:spcAft>
              <a:buClr>
                <a:schemeClr val="lt1"/>
              </a:buClr>
              <a:buSzPts val="1400"/>
              <a:buChar char="○"/>
              <a:defRPr>
                <a:solidFill>
                  <a:schemeClr val="lt1"/>
                </a:solidFill>
              </a:defRPr>
            </a:lvl5pPr>
            <a:lvl6pPr marL="2743200" lvl="5" indent="-317500" rtl="0">
              <a:spcBef>
                <a:spcPts val="0"/>
              </a:spcBef>
              <a:spcAft>
                <a:spcPts val="0"/>
              </a:spcAft>
              <a:buClr>
                <a:schemeClr val="lt1"/>
              </a:buClr>
              <a:buSzPts val="1400"/>
              <a:buChar char="■"/>
              <a:defRPr>
                <a:solidFill>
                  <a:schemeClr val="lt1"/>
                </a:solidFill>
              </a:defRPr>
            </a:lvl6pPr>
            <a:lvl7pPr marL="3200400" lvl="6" indent="-317500" rtl="0">
              <a:spcBef>
                <a:spcPts val="0"/>
              </a:spcBef>
              <a:spcAft>
                <a:spcPts val="0"/>
              </a:spcAft>
              <a:buClr>
                <a:schemeClr val="lt1"/>
              </a:buClr>
              <a:buSzPts val="1400"/>
              <a:buChar char="●"/>
              <a:defRPr>
                <a:solidFill>
                  <a:schemeClr val="lt1"/>
                </a:solidFill>
              </a:defRPr>
            </a:lvl7pPr>
            <a:lvl8pPr marL="3657600" lvl="7" indent="-317500" rtl="0">
              <a:spcBef>
                <a:spcPts val="0"/>
              </a:spcBef>
              <a:spcAft>
                <a:spcPts val="0"/>
              </a:spcAft>
              <a:buClr>
                <a:schemeClr val="lt1"/>
              </a:buClr>
              <a:buSzPts val="1400"/>
              <a:buChar char="○"/>
              <a:defRPr>
                <a:solidFill>
                  <a:schemeClr val="lt1"/>
                </a:solidFill>
              </a:defRPr>
            </a:lvl8pPr>
            <a:lvl9pPr marL="4114800" lvl="8" indent="-317500" rtl="0">
              <a:spcBef>
                <a:spcPts val="0"/>
              </a:spcBef>
              <a:spcAft>
                <a:spcPts val="0"/>
              </a:spcAft>
              <a:buClr>
                <a:schemeClr val="lt1"/>
              </a:buClr>
              <a:buSzPts val="1400"/>
              <a:buChar char="■"/>
              <a:defRPr>
                <a:solidFill>
                  <a:schemeClr val="lt1"/>
                </a:solidFill>
              </a:defRPr>
            </a:lvl9pPr>
          </a:lstStyle>
          <a:p>
            <a:endParaRPr/>
          </a:p>
        </p:txBody>
      </p:sp>
      <p:pic>
        <p:nvPicPr>
          <p:cNvPr id="56" name="Google Shape;56;p7"/>
          <p:cNvPicPr preferRelativeResize="0"/>
          <p:nvPr/>
        </p:nvPicPr>
        <p:blipFill>
          <a:blip r:embed="rId2">
            <a:alphaModFix/>
          </a:blip>
          <a:stretch>
            <a:fillRect/>
          </a:stretch>
        </p:blipFill>
        <p:spPr>
          <a:xfrm>
            <a:off x="8544859" y="62003"/>
            <a:ext cx="599140" cy="599141"/>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Introduction - Individual">
  <p:cSld name="TITLE_AND_BODY_3_3">
    <p:spTree>
      <p:nvGrpSpPr>
        <p:cNvPr id="1" name="Shape 57"/>
        <p:cNvGrpSpPr/>
        <p:nvPr/>
      </p:nvGrpSpPr>
      <p:grpSpPr>
        <a:xfrm>
          <a:off x="0" y="0"/>
          <a:ext cx="0" cy="0"/>
          <a:chOff x="0" y="0"/>
          <a:chExt cx="0" cy="0"/>
        </a:xfrm>
      </p:grpSpPr>
      <p:sp>
        <p:nvSpPr>
          <p:cNvPr id="58" name="Google Shape;58;p8"/>
          <p:cNvSpPr/>
          <p:nvPr/>
        </p:nvSpPr>
        <p:spPr>
          <a:xfrm rot="10800000">
            <a:off x="880000" y="1378685"/>
            <a:ext cx="1782900" cy="1782900"/>
          </a:xfrm>
          <a:prstGeom prst="roundRect">
            <a:avLst>
              <a:gd name="adj" fmla="val 16667"/>
            </a:avLst>
          </a:prstGeom>
          <a:noFill/>
          <a:ln w="19050"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59;p8"/>
          <p:cNvSpPr txBox="1">
            <a:spLocks noGrp="1"/>
          </p:cNvSpPr>
          <p:nvPr>
            <p:ph type="title"/>
          </p:nvPr>
        </p:nvSpPr>
        <p:spPr>
          <a:xfrm>
            <a:off x="457200" y="114300"/>
            <a:ext cx="8229600" cy="903300"/>
          </a:xfrm>
          <a:prstGeom prst="rect">
            <a:avLst/>
          </a:prstGeom>
        </p:spPr>
        <p:txBody>
          <a:bodyPr spcFirstLastPara="1" wrap="square" lIns="0" tIns="0" rIns="0" bIns="0" anchor="t" anchorCtr="0">
            <a:normAutofit/>
          </a:bodyPr>
          <a:lstStyle>
            <a:lvl1pPr lvl="0" rtl="0">
              <a:spcBef>
                <a:spcPts val="0"/>
              </a:spcBef>
              <a:spcAft>
                <a:spcPts val="0"/>
              </a:spcAft>
              <a:buSzPts val="34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60" name="Google Shape;60;p8"/>
          <p:cNvSpPr txBox="1">
            <a:spLocks noGrp="1"/>
          </p:cNvSpPr>
          <p:nvPr>
            <p:ph type="body" idx="1"/>
          </p:nvPr>
        </p:nvSpPr>
        <p:spPr>
          <a:xfrm>
            <a:off x="3907600" y="1304875"/>
            <a:ext cx="4468200" cy="3264000"/>
          </a:xfrm>
          <a:prstGeom prst="rect">
            <a:avLst/>
          </a:prstGeom>
        </p:spPr>
        <p:txBody>
          <a:bodyPr spcFirstLastPara="1" wrap="square" lIns="0" tIns="0" rIns="0" bIns="0" anchor="t" anchorCtr="0">
            <a:normAutofit/>
          </a:bodyPr>
          <a:lstStyle>
            <a:lvl1pPr marL="457200" lvl="0" indent="-330200" rtl="0">
              <a:spcBef>
                <a:spcPts val="0"/>
              </a:spcBef>
              <a:spcAft>
                <a:spcPts val="0"/>
              </a:spcAft>
              <a:buSzPts val="1600"/>
              <a:buChar char="■"/>
              <a:defRPr/>
            </a:lvl1pPr>
            <a:lvl2pPr marL="914400" lvl="1" indent="-317500" rtl="0">
              <a:spcBef>
                <a:spcPts val="0"/>
              </a:spcBef>
              <a:spcAft>
                <a:spcPts val="0"/>
              </a:spcAft>
              <a:buSzPts val="1400"/>
              <a:buChar char="■"/>
              <a:defRPr/>
            </a:lvl2pPr>
            <a:lvl3pPr marL="1371600" lvl="2" indent="-317500" rtl="0">
              <a:spcBef>
                <a:spcPts val="0"/>
              </a:spcBef>
              <a:spcAft>
                <a:spcPts val="0"/>
              </a:spcAft>
              <a:buSzPts val="1400"/>
              <a:buChar char="■"/>
              <a:defRPr/>
            </a:lvl3pPr>
            <a:lvl4pPr marL="1828800" lvl="3" indent="-317500" rtl="0">
              <a:spcBef>
                <a:spcPts val="0"/>
              </a:spcBef>
              <a:spcAft>
                <a:spcPts val="0"/>
              </a:spcAft>
              <a:buSzPts val="1400"/>
              <a:buChar char="●"/>
              <a:defRPr/>
            </a:lvl4pPr>
            <a:lvl5pPr marL="2286000" lvl="4" indent="-317500" rtl="0">
              <a:spcBef>
                <a:spcPts val="0"/>
              </a:spcBef>
              <a:spcAft>
                <a:spcPts val="0"/>
              </a:spcAft>
              <a:buSzPts val="1400"/>
              <a:buChar char="○"/>
              <a:defRPr/>
            </a:lvl5pPr>
            <a:lvl6pPr marL="2743200" lvl="5" indent="-317500" rtl="0">
              <a:spcBef>
                <a:spcPts val="0"/>
              </a:spcBef>
              <a:spcAft>
                <a:spcPts val="0"/>
              </a:spcAft>
              <a:buSzPts val="1400"/>
              <a:buChar char="■"/>
              <a:defRPr/>
            </a:lvl6pPr>
            <a:lvl7pPr marL="3200400" lvl="6" indent="-317500" rtl="0">
              <a:spcBef>
                <a:spcPts val="0"/>
              </a:spcBef>
              <a:spcAft>
                <a:spcPts val="0"/>
              </a:spcAft>
              <a:buSzPts val="1400"/>
              <a:buChar char="●"/>
              <a:defRPr/>
            </a:lvl7pPr>
            <a:lvl8pPr marL="3657600" lvl="7" indent="-317500" rtl="0">
              <a:spcBef>
                <a:spcPts val="0"/>
              </a:spcBef>
              <a:spcAft>
                <a:spcPts val="0"/>
              </a:spcAft>
              <a:buSzPts val="1400"/>
              <a:buChar char="○"/>
              <a:defRPr/>
            </a:lvl8pPr>
            <a:lvl9pPr marL="4114800" lvl="8" indent="-317500" rtl="0">
              <a:spcBef>
                <a:spcPts val="0"/>
              </a:spcBef>
              <a:spcAft>
                <a:spcPts val="0"/>
              </a:spcAft>
              <a:buSzPts val="1400"/>
              <a:buChar char="■"/>
              <a:defRPr/>
            </a:lvl9pPr>
          </a:lstStyle>
          <a:p>
            <a:endParaRPr/>
          </a:p>
        </p:txBody>
      </p:sp>
      <p:sp>
        <p:nvSpPr>
          <p:cNvPr id="61" name="Google Shape;61;p8"/>
          <p:cNvSpPr>
            <a:spLocks noGrp="1"/>
          </p:cNvSpPr>
          <p:nvPr>
            <p:ph type="pic" idx="2"/>
          </p:nvPr>
        </p:nvSpPr>
        <p:spPr>
          <a:xfrm>
            <a:off x="986225" y="1472110"/>
            <a:ext cx="1851000" cy="1851000"/>
          </a:xfrm>
          <a:prstGeom prst="roundRect">
            <a:avLst>
              <a:gd name="adj" fmla="val 16667"/>
            </a:avLst>
          </a:prstGeom>
          <a:noFill/>
          <a:ln>
            <a:noFill/>
          </a:ln>
        </p:spPr>
      </p:sp>
      <p:sp>
        <p:nvSpPr>
          <p:cNvPr id="62" name="Google Shape;62;p8"/>
          <p:cNvSpPr txBox="1">
            <a:spLocks noGrp="1"/>
          </p:cNvSpPr>
          <p:nvPr>
            <p:ph type="subTitle" idx="3"/>
          </p:nvPr>
        </p:nvSpPr>
        <p:spPr>
          <a:xfrm>
            <a:off x="591725" y="3505884"/>
            <a:ext cx="2640000" cy="280800"/>
          </a:xfrm>
          <a:prstGeom prst="rect">
            <a:avLst/>
          </a:prstGeom>
        </p:spPr>
        <p:txBody>
          <a:bodyPr spcFirstLastPara="1" wrap="square" lIns="0" tIns="0" rIns="0" bIns="0" anchor="t" anchorCtr="0">
            <a:spAutoFit/>
          </a:bodyPr>
          <a:lstStyle>
            <a:lvl1pPr lvl="0" algn="ctr" rtl="0">
              <a:spcBef>
                <a:spcPts val="0"/>
              </a:spcBef>
              <a:spcAft>
                <a:spcPts val="0"/>
              </a:spcAft>
              <a:buSzPts val="1600"/>
              <a:buNone/>
              <a:defRPr b="1">
                <a:solidFill>
                  <a:schemeClr val="accent1"/>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3" name="Google Shape;63;p8"/>
          <p:cNvSpPr txBox="1">
            <a:spLocks noGrp="1"/>
          </p:cNvSpPr>
          <p:nvPr>
            <p:ph type="subTitle" idx="4"/>
          </p:nvPr>
        </p:nvSpPr>
        <p:spPr>
          <a:xfrm>
            <a:off x="591725" y="3802414"/>
            <a:ext cx="2640000" cy="256800"/>
          </a:xfrm>
          <a:prstGeom prst="rect">
            <a:avLst/>
          </a:prstGeom>
        </p:spPr>
        <p:txBody>
          <a:bodyPr spcFirstLastPara="1" wrap="square" lIns="0" tIns="0" rIns="0" bIns="0" anchor="t" anchorCtr="0">
            <a:normAutofit/>
          </a:bodyPr>
          <a:lstStyle>
            <a:lvl1pPr lvl="0" algn="ctr" rtl="0">
              <a:spcBef>
                <a:spcPts val="0"/>
              </a:spcBef>
              <a:spcAft>
                <a:spcPts val="0"/>
              </a:spcAft>
              <a:buClr>
                <a:srgbClr val="1F2A44"/>
              </a:buClr>
              <a:buSzPts val="1400"/>
              <a:buFont typeface="IBM Plex Sans Medium"/>
              <a:buNone/>
              <a:defRPr sz="1400">
                <a:solidFill>
                  <a:srgbClr val="1F2A44"/>
                </a:solidFill>
                <a:latin typeface="IBM Plex Sans Medium"/>
                <a:ea typeface="IBM Plex Sans Medium"/>
                <a:cs typeface="IBM Plex Sans Medium"/>
                <a:sym typeface="IBM Plex Sans Medium"/>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4" name="Google Shape;64;p8"/>
          <p:cNvSpPr txBox="1">
            <a:spLocks noGrp="1"/>
          </p:cNvSpPr>
          <p:nvPr>
            <p:ph type="subTitle" idx="5"/>
          </p:nvPr>
        </p:nvSpPr>
        <p:spPr>
          <a:xfrm>
            <a:off x="591725" y="4068041"/>
            <a:ext cx="2640000" cy="256800"/>
          </a:xfrm>
          <a:prstGeom prst="rect">
            <a:avLst/>
          </a:prstGeom>
        </p:spPr>
        <p:txBody>
          <a:bodyPr spcFirstLastPara="1" wrap="square" lIns="0" tIns="0" rIns="0" bIns="0" anchor="t" anchorCtr="0">
            <a:normAutofit/>
          </a:bodyPr>
          <a:lstStyle>
            <a:lvl1pPr lvl="0" algn="ctr" rtl="0">
              <a:spcBef>
                <a:spcPts val="0"/>
              </a:spcBef>
              <a:spcAft>
                <a:spcPts val="0"/>
              </a:spcAft>
              <a:buClr>
                <a:schemeClr val="accent4"/>
              </a:buClr>
              <a:buSzPts val="1400"/>
              <a:buNone/>
              <a:defRPr sz="1400">
                <a:solidFill>
                  <a:schemeClr val="accent4"/>
                </a:solidFill>
              </a:defRPr>
            </a:lvl1pPr>
            <a:lvl2pPr lvl="1" rtl="0">
              <a:spcBef>
                <a:spcPts val="0"/>
              </a:spcBef>
              <a:spcAft>
                <a:spcPts val="0"/>
              </a:spcAft>
              <a:buSzPts val="1200"/>
              <a:buNone/>
              <a:defRPr sz="1200">
                <a:solidFill>
                  <a:schemeClr val="accent1"/>
                </a:solidFill>
              </a:defRPr>
            </a:lvl2pPr>
            <a:lvl3pPr lvl="2" rtl="0">
              <a:spcBef>
                <a:spcPts val="0"/>
              </a:spcBef>
              <a:spcAft>
                <a:spcPts val="0"/>
              </a:spcAft>
              <a:buSzPts val="1200"/>
              <a:buNone/>
              <a:defRPr sz="1200">
                <a:solidFill>
                  <a:schemeClr val="accent1"/>
                </a:solidFill>
              </a:defRPr>
            </a:lvl3pPr>
            <a:lvl4pPr lvl="3" rtl="0">
              <a:spcBef>
                <a:spcPts val="0"/>
              </a:spcBef>
              <a:spcAft>
                <a:spcPts val="0"/>
              </a:spcAft>
              <a:buSzPts val="1200"/>
              <a:buNone/>
              <a:defRPr sz="1200">
                <a:solidFill>
                  <a:schemeClr val="accent1"/>
                </a:solidFill>
              </a:defRPr>
            </a:lvl4pPr>
            <a:lvl5pPr lvl="4" rtl="0">
              <a:spcBef>
                <a:spcPts val="0"/>
              </a:spcBef>
              <a:spcAft>
                <a:spcPts val="0"/>
              </a:spcAft>
              <a:buClr>
                <a:schemeClr val="accent1"/>
              </a:buClr>
              <a:buSzPts val="1200"/>
              <a:buNone/>
              <a:defRPr sz="1200">
                <a:solidFill>
                  <a:schemeClr val="accent1"/>
                </a:solidFill>
              </a:defRPr>
            </a:lvl5pPr>
            <a:lvl6pPr lvl="5" rtl="0">
              <a:spcBef>
                <a:spcPts val="0"/>
              </a:spcBef>
              <a:spcAft>
                <a:spcPts val="0"/>
              </a:spcAft>
              <a:buClr>
                <a:schemeClr val="accent1"/>
              </a:buClr>
              <a:buSzPts val="1200"/>
              <a:buNone/>
              <a:defRPr sz="1200">
                <a:solidFill>
                  <a:schemeClr val="accent1"/>
                </a:solidFill>
              </a:defRPr>
            </a:lvl6pPr>
            <a:lvl7pPr lvl="6" rtl="0">
              <a:spcBef>
                <a:spcPts val="0"/>
              </a:spcBef>
              <a:spcAft>
                <a:spcPts val="0"/>
              </a:spcAft>
              <a:buClr>
                <a:schemeClr val="accent1"/>
              </a:buClr>
              <a:buSzPts val="1200"/>
              <a:buNone/>
              <a:defRPr sz="1200">
                <a:solidFill>
                  <a:schemeClr val="accent1"/>
                </a:solidFill>
              </a:defRPr>
            </a:lvl7pPr>
            <a:lvl8pPr lvl="7" rtl="0">
              <a:spcBef>
                <a:spcPts val="0"/>
              </a:spcBef>
              <a:spcAft>
                <a:spcPts val="0"/>
              </a:spcAft>
              <a:buClr>
                <a:schemeClr val="accent1"/>
              </a:buClr>
              <a:buSzPts val="1200"/>
              <a:buNone/>
              <a:defRPr sz="1200">
                <a:solidFill>
                  <a:schemeClr val="accent1"/>
                </a:solidFill>
              </a:defRPr>
            </a:lvl8pPr>
            <a:lvl9pPr lvl="8" rtl="0">
              <a:spcBef>
                <a:spcPts val="0"/>
              </a:spcBef>
              <a:spcAft>
                <a:spcPts val="0"/>
              </a:spcAft>
              <a:buClr>
                <a:schemeClr val="accent1"/>
              </a:buClr>
              <a:buSzPts val="1200"/>
              <a:buNone/>
              <a:defRPr sz="1200">
                <a:solidFill>
                  <a:schemeClr val="accent1"/>
                </a:solidFill>
              </a:defRPr>
            </a:lvl9pPr>
          </a:lstStyle>
          <a:p>
            <a:endParaRPr/>
          </a:p>
        </p:txBody>
      </p:sp>
      <p:pic>
        <p:nvPicPr>
          <p:cNvPr id="65" name="Google Shape;65;p8"/>
          <p:cNvPicPr preferRelativeResize="0"/>
          <p:nvPr/>
        </p:nvPicPr>
        <p:blipFill>
          <a:blip r:embed="rId2">
            <a:alphaModFix/>
          </a:blip>
          <a:stretch>
            <a:fillRect/>
          </a:stretch>
        </p:blipFill>
        <p:spPr>
          <a:xfrm>
            <a:off x="8565901" y="154374"/>
            <a:ext cx="424850" cy="428253"/>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Introduction - Team">
  <p:cSld name="TITLE_AND_BODY_3_2">
    <p:spTree>
      <p:nvGrpSpPr>
        <p:cNvPr id="1" name="Shape 66"/>
        <p:cNvGrpSpPr/>
        <p:nvPr/>
      </p:nvGrpSpPr>
      <p:grpSpPr>
        <a:xfrm>
          <a:off x="0" y="0"/>
          <a:ext cx="0" cy="0"/>
          <a:chOff x="0" y="0"/>
          <a:chExt cx="0" cy="0"/>
        </a:xfrm>
      </p:grpSpPr>
      <p:sp>
        <p:nvSpPr>
          <p:cNvPr id="67" name="Google Shape;67;p9"/>
          <p:cNvSpPr/>
          <p:nvPr/>
        </p:nvSpPr>
        <p:spPr>
          <a:xfrm>
            <a:off x="1075875" y="1657821"/>
            <a:ext cx="1536000" cy="1536000"/>
          </a:xfrm>
          <a:prstGeom prst="roundRect">
            <a:avLst>
              <a:gd name="adj" fmla="val 16667"/>
            </a:avLst>
          </a:prstGeom>
          <a:noFill/>
          <a:ln w="19050"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 name="Google Shape;68;p9"/>
          <p:cNvSpPr txBox="1">
            <a:spLocks noGrp="1"/>
          </p:cNvSpPr>
          <p:nvPr>
            <p:ph type="title"/>
          </p:nvPr>
        </p:nvSpPr>
        <p:spPr>
          <a:xfrm>
            <a:off x="457200" y="114300"/>
            <a:ext cx="8229600" cy="903300"/>
          </a:xfrm>
          <a:prstGeom prst="rect">
            <a:avLst/>
          </a:prstGeom>
        </p:spPr>
        <p:txBody>
          <a:bodyPr spcFirstLastPara="1" wrap="square" lIns="0" tIns="0" rIns="0" bIns="0" anchor="t" anchorCtr="0">
            <a:normAutofit/>
          </a:bodyPr>
          <a:lstStyle>
            <a:lvl1pPr lvl="0" rtl="0">
              <a:spcBef>
                <a:spcPts val="0"/>
              </a:spcBef>
              <a:spcAft>
                <a:spcPts val="0"/>
              </a:spcAft>
              <a:buSzPts val="34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69" name="Google Shape;69;p9"/>
          <p:cNvSpPr>
            <a:spLocks noGrp="1"/>
          </p:cNvSpPr>
          <p:nvPr>
            <p:ph type="pic" idx="2"/>
          </p:nvPr>
        </p:nvSpPr>
        <p:spPr>
          <a:xfrm>
            <a:off x="1134325" y="1709250"/>
            <a:ext cx="1422300" cy="1422300"/>
          </a:xfrm>
          <a:prstGeom prst="roundRect">
            <a:avLst>
              <a:gd name="adj" fmla="val 16667"/>
            </a:avLst>
          </a:prstGeom>
          <a:noFill/>
          <a:ln>
            <a:noFill/>
          </a:ln>
        </p:spPr>
      </p:sp>
      <p:sp>
        <p:nvSpPr>
          <p:cNvPr id="70" name="Google Shape;70;p9"/>
          <p:cNvSpPr txBox="1">
            <a:spLocks noGrp="1"/>
          </p:cNvSpPr>
          <p:nvPr>
            <p:ph type="subTitle" idx="1"/>
          </p:nvPr>
        </p:nvSpPr>
        <p:spPr>
          <a:xfrm>
            <a:off x="525475" y="3330200"/>
            <a:ext cx="2640000" cy="206400"/>
          </a:xfrm>
          <a:prstGeom prst="rect">
            <a:avLst/>
          </a:prstGeom>
        </p:spPr>
        <p:txBody>
          <a:bodyPr spcFirstLastPara="1" wrap="square" lIns="0" tIns="0" rIns="0" bIns="0" anchor="t" anchorCtr="0">
            <a:spAutoFit/>
          </a:bodyPr>
          <a:lstStyle>
            <a:lvl1pPr lvl="0" algn="ctr" rtl="0">
              <a:spcBef>
                <a:spcPts val="0"/>
              </a:spcBef>
              <a:spcAft>
                <a:spcPts val="0"/>
              </a:spcAft>
              <a:buSzPts val="1300"/>
              <a:buNone/>
              <a:defRPr sz="1300" b="1">
                <a:solidFill>
                  <a:schemeClr val="accent1"/>
                </a:solidFill>
              </a:defRPr>
            </a:lvl1pPr>
            <a:lvl2pPr lvl="1" rtl="0">
              <a:spcBef>
                <a:spcPts val="0"/>
              </a:spcBef>
              <a:spcAft>
                <a:spcPts val="0"/>
              </a:spcAft>
              <a:buSzPts val="1100"/>
              <a:buNone/>
              <a:defRPr sz="1100" b="1"/>
            </a:lvl2pPr>
            <a:lvl3pPr lvl="2" rtl="0">
              <a:spcBef>
                <a:spcPts val="0"/>
              </a:spcBef>
              <a:spcAft>
                <a:spcPts val="0"/>
              </a:spcAft>
              <a:buSzPts val="1100"/>
              <a:buNone/>
              <a:defRPr sz="1100" b="1"/>
            </a:lvl3pPr>
            <a:lvl4pPr lvl="3" rtl="0">
              <a:spcBef>
                <a:spcPts val="0"/>
              </a:spcBef>
              <a:spcAft>
                <a:spcPts val="0"/>
              </a:spcAft>
              <a:buSzPts val="1100"/>
              <a:buNone/>
              <a:defRPr sz="1100" b="1"/>
            </a:lvl4pPr>
            <a:lvl5pPr lvl="4" rtl="0">
              <a:spcBef>
                <a:spcPts val="0"/>
              </a:spcBef>
              <a:spcAft>
                <a:spcPts val="0"/>
              </a:spcAft>
              <a:buSzPts val="1100"/>
              <a:buNone/>
              <a:defRPr sz="1100" b="1"/>
            </a:lvl5pPr>
            <a:lvl6pPr lvl="5" rtl="0">
              <a:spcBef>
                <a:spcPts val="0"/>
              </a:spcBef>
              <a:spcAft>
                <a:spcPts val="0"/>
              </a:spcAft>
              <a:buSzPts val="1100"/>
              <a:buNone/>
              <a:defRPr sz="1100" b="1"/>
            </a:lvl6pPr>
            <a:lvl7pPr lvl="6" rtl="0">
              <a:spcBef>
                <a:spcPts val="0"/>
              </a:spcBef>
              <a:spcAft>
                <a:spcPts val="0"/>
              </a:spcAft>
              <a:buSzPts val="1100"/>
              <a:buNone/>
              <a:defRPr sz="1100" b="1"/>
            </a:lvl7pPr>
            <a:lvl8pPr lvl="7" rtl="0">
              <a:spcBef>
                <a:spcPts val="0"/>
              </a:spcBef>
              <a:spcAft>
                <a:spcPts val="0"/>
              </a:spcAft>
              <a:buSzPts val="1100"/>
              <a:buNone/>
              <a:defRPr sz="1100" b="1"/>
            </a:lvl8pPr>
            <a:lvl9pPr lvl="8" rtl="0">
              <a:spcBef>
                <a:spcPts val="0"/>
              </a:spcBef>
              <a:spcAft>
                <a:spcPts val="0"/>
              </a:spcAft>
              <a:buSzPts val="1100"/>
              <a:buNone/>
              <a:defRPr sz="1100" b="1"/>
            </a:lvl9pPr>
          </a:lstStyle>
          <a:p>
            <a:endParaRPr/>
          </a:p>
        </p:txBody>
      </p:sp>
      <p:sp>
        <p:nvSpPr>
          <p:cNvPr id="71" name="Google Shape;71;p9"/>
          <p:cNvSpPr txBox="1">
            <a:spLocks noGrp="1"/>
          </p:cNvSpPr>
          <p:nvPr>
            <p:ph type="subTitle" idx="3"/>
          </p:nvPr>
        </p:nvSpPr>
        <p:spPr>
          <a:xfrm>
            <a:off x="525475" y="3558447"/>
            <a:ext cx="2640000" cy="145200"/>
          </a:xfrm>
          <a:prstGeom prst="rect">
            <a:avLst/>
          </a:prstGeom>
        </p:spPr>
        <p:txBody>
          <a:bodyPr spcFirstLastPara="1" wrap="square" lIns="0" tIns="0" rIns="0" bIns="0" anchor="t" anchorCtr="0">
            <a:normAutofit/>
          </a:bodyPr>
          <a:lstStyle>
            <a:lvl1pPr lvl="0" algn="ctr" rtl="0">
              <a:spcBef>
                <a:spcPts val="0"/>
              </a:spcBef>
              <a:spcAft>
                <a:spcPts val="0"/>
              </a:spcAft>
              <a:buClr>
                <a:srgbClr val="1F2A44"/>
              </a:buClr>
              <a:buSzPts val="1100"/>
              <a:buFont typeface="IBM Plex Sans Medium"/>
              <a:buNone/>
              <a:defRPr sz="1100">
                <a:solidFill>
                  <a:srgbClr val="1F2A44"/>
                </a:solidFill>
                <a:latin typeface="IBM Plex Sans Medium"/>
                <a:ea typeface="IBM Plex Sans Medium"/>
                <a:cs typeface="IBM Plex Sans Medium"/>
                <a:sym typeface="IBM Plex Sans Medium"/>
              </a:defRPr>
            </a:lvl1pPr>
            <a:lvl2pPr lvl="1" rtl="0">
              <a:spcBef>
                <a:spcPts val="0"/>
              </a:spcBef>
              <a:spcAft>
                <a:spcPts val="0"/>
              </a:spcAft>
              <a:buSzPts val="1100"/>
              <a:buFont typeface="IBM Plex Sans Medium"/>
              <a:buNone/>
              <a:defRPr sz="1100">
                <a:latin typeface="IBM Plex Sans Medium"/>
                <a:ea typeface="IBM Plex Sans Medium"/>
                <a:cs typeface="IBM Plex Sans Medium"/>
                <a:sym typeface="IBM Plex Sans Medium"/>
              </a:defRPr>
            </a:lvl2pPr>
            <a:lvl3pPr lvl="2" rtl="0">
              <a:spcBef>
                <a:spcPts val="0"/>
              </a:spcBef>
              <a:spcAft>
                <a:spcPts val="0"/>
              </a:spcAft>
              <a:buSzPts val="1100"/>
              <a:buFont typeface="IBM Plex Sans Medium"/>
              <a:buNone/>
              <a:defRPr sz="1100">
                <a:latin typeface="IBM Plex Sans Medium"/>
                <a:ea typeface="IBM Plex Sans Medium"/>
                <a:cs typeface="IBM Plex Sans Medium"/>
                <a:sym typeface="IBM Plex Sans Medium"/>
              </a:defRPr>
            </a:lvl3pPr>
            <a:lvl4pPr lvl="3" rtl="0">
              <a:spcBef>
                <a:spcPts val="0"/>
              </a:spcBef>
              <a:spcAft>
                <a:spcPts val="0"/>
              </a:spcAft>
              <a:buSzPts val="1100"/>
              <a:buFont typeface="IBM Plex Sans Medium"/>
              <a:buNone/>
              <a:defRPr sz="1100">
                <a:latin typeface="IBM Plex Sans Medium"/>
                <a:ea typeface="IBM Plex Sans Medium"/>
                <a:cs typeface="IBM Plex Sans Medium"/>
                <a:sym typeface="IBM Plex Sans Medium"/>
              </a:defRPr>
            </a:lvl4pPr>
            <a:lvl5pPr lvl="4" rtl="0">
              <a:spcBef>
                <a:spcPts val="0"/>
              </a:spcBef>
              <a:spcAft>
                <a:spcPts val="0"/>
              </a:spcAft>
              <a:buSzPts val="1100"/>
              <a:buFont typeface="IBM Plex Sans Medium"/>
              <a:buNone/>
              <a:defRPr sz="1100">
                <a:latin typeface="IBM Plex Sans Medium"/>
                <a:ea typeface="IBM Plex Sans Medium"/>
                <a:cs typeface="IBM Plex Sans Medium"/>
                <a:sym typeface="IBM Plex Sans Medium"/>
              </a:defRPr>
            </a:lvl5pPr>
            <a:lvl6pPr lvl="5" rtl="0">
              <a:spcBef>
                <a:spcPts val="0"/>
              </a:spcBef>
              <a:spcAft>
                <a:spcPts val="0"/>
              </a:spcAft>
              <a:buSzPts val="1100"/>
              <a:buFont typeface="IBM Plex Sans Medium"/>
              <a:buNone/>
              <a:defRPr sz="1100">
                <a:latin typeface="IBM Plex Sans Medium"/>
                <a:ea typeface="IBM Plex Sans Medium"/>
                <a:cs typeface="IBM Plex Sans Medium"/>
                <a:sym typeface="IBM Plex Sans Medium"/>
              </a:defRPr>
            </a:lvl6pPr>
            <a:lvl7pPr lvl="6" rtl="0">
              <a:spcBef>
                <a:spcPts val="0"/>
              </a:spcBef>
              <a:spcAft>
                <a:spcPts val="0"/>
              </a:spcAft>
              <a:buSzPts val="1100"/>
              <a:buFont typeface="IBM Plex Sans Medium"/>
              <a:buNone/>
              <a:defRPr sz="1100">
                <a:latin typeface="IBM Plex Sans Medium"/>
                <a:ea typeface="IBM Plex Sans Medium"/>
                <a:cs typeface="IBM Plex Sans Medium"/>
                <a:sym typeface="IBM Plex Sans Medium"/>
              </a:defRPr>
            </a:lvl7pPr>
            <a:lvl8pPr lvl="7" rtl="0">
              <a:spcBef>
                <a:spcPts val="0"/>
              </a:spcBef>
              <a:spcAft>
                <a:spcPts val="0"/>
              </a:spcAft>
              <a:buSzPts val="1100"/>
              <a:buFont typeface="IBM Plex Sans Medium"/>
              <a:buNone/>
              <a:defRPr sz="1100">
                <a:latin typeface="IBM Plex Sans Medium"/>
                <a:ea typeface="IBM Plex Sans Medium"/>
                <a:cs typeface="IBM Plex Sans Medium"/>
                <a:sym typeface="IBM Plex Sans Medium"/>
              </a:defRPr>
            </a:lvl8pPr>
            <a:lvl9pPr lvl="8" rtl="0">
              <a:spcBef>
                <a:spcPts val="0"/>
              </a:spcBef>
              <a:spcAft>
                <a:spcPts val="0"/>
              </a:spcAft>
              <a:buSzPts val="1100"/>
              <a:buFont typeface="IBM Plex Sans Medium"/>
              <a:buNone/>
              <a:defRPr sz="1100">
                <a:latin typeface="IBM Plex Sans Medium"/>
                <a:ea typeface="IBM Plex Sans Medium"/>
                <a:cs typeface="IBM Plex Sans Medium"/>
                <a:sym typeface="IBM Plex Sans Medium"/>
              </a:defRPr>
            </a:lvl9pPr>
          </a:lstStyle>
          <a:p>
            <a:endParaRPr/>
          </a:p>
        </p:txBody>
      </p:sp>
      <p:sp>
        <p:nvSpPr>
          <p:cNvPr id="72" name="Google Shape;72;p9"/>
          <p:cNvSpPr txBox="1">
            <a:spLocks noGrp="1"/>
          </p:cNvSpPr>
          <p:nvPr>
            <p:ph type="subTitle" idx="4"/>
          </p:nvPr>
        </p:nvSpPr>
        <p:spPr>
          <a:xfrm>
            <a:off x="525475" y="3745874"/>
            <a:ext cx="2640000" cy="145200"/>
          </a:xfrm>
          <a:prstGeom prst="rect">
            <a:avLst/>
          </a:prstGeom>
        </p:spPr>
        <p:txBody>
          <a:bodyPr spcFirstLastPara="1" wrap="square" lIns="0" tIns="0" rIns="0" bIns="0" anchor="t" anchorCtr="0">
            <a:normAutofit/>
          </a:bodyPr>
          <a:lstStyle>
            <a:lvl1pPr lvl="0" algn="ctr" rtl="0">
              <a:spcBef>
                <a:spcPts val="0"/>
              </a:spcBef>
              <a:spcAft>
                <a:spcPts val="0"/>
              </a:spcAft>
              <a:buClr>
                <a:schemeClr val="accent4"/>
              </a:buClr>
              <a:buSzPts val="1100"/>
              <a:buFont typeface="IBM Plex Sans Medium"/>
              <a:buNone/>
              <a:defRPr sz="1100">
                <a:solidFill>
                  <a:schemeClr val="accent4"/>
                </a:solidFill>
                <a:latin typeface="IBM Plex Sans Medium"/>
                <a:ea typeface="IBM Plex Sans Medium"/>
                <a:cs typeface="IBM Plex Sans Medium"/>
                <a:sym typeface="IBM Plex Sans Medium"/>
              </a:defRPr>
            </a:lvl1pPr>
            <a:lvl2pPr lvl="1" rtl="0">
              <a:spcBef>
                <a:spcPts val="0"/>
              </a:spcBef>
              <a:spcAft>
                <a:spcPts val="0"/>
              </a:spcAft>
              <a:buClr>
                <a:schemeClr val="accent4"/>
              </a:buClr>
              <a:buSzPts val="1100"/>
              <a:buFont typeface="IBM Plex Sans Medium"/>
              <a:buNone/>
              <a:defRPr sz="1100">
                <a:solidFill>
                  <a:schemeClr val="accent4"/>
                </a:solidFill>
                <a:latin typeface="IBM Plex Sans Medium"/>
                <a:ea typeface="IBM Plex Sans Medium"/>
                <a:cs typeface="IBM Plex Sans Medium"/>
                <a:sym typeface="IBM Plex Sans Medium"/>
              </a:defRPr>
            </a:lvl2pPr>
            <a:lvl3pPr lvl="2" rtl="0">
              <a:spcBef>
                <a:spcPts val="0"/>
              </a:spcBef>
              <a:spcAft>
                <a:spcPts val="0"/>
              </a:spcAft>
              <a:buClr>
                <a:schemeClr val="accent4"/>
              </a:buClr>
              <a:buSzPts val="1100"/>
              <a:buFont typeface="IBM Plex Sans Medium"/>
              <a:buNone/>
              <a:defRPr sz="1100">
                <a:solidFill>
                  <a:schemeClr val="accent4"/>
                </a:solidFill>
                <a:latin typeface="IBM Plex Sans Medium"/>
                <a:ea typeface="IBM Plex Sans Medium"/>
                <a:cs typeface="IBM Plex Sans Medium"/>
                <a:sym typeface="IBM Plex Sans Medium"/>
              </a:defRPr>
            </a:lvl3pPr>
            <a:lvl4pPr lvl="3" rtl="0">
              <a:spcBef>
                <a:spcPts val="0"/>
              </a:spcBef>
              <a:spcAft>
                <a:spcPts val="0"/>
              </a:spcAft>
              <a:buClr>
                <a:schemeClr val="accent4"/>
              </a:buClr>
              <a:buSzPts val="1100"/>
              <a:buFont typeface="IBM Plex Sans Medium"/>
              <a:buNone/>
              <a:defRPr sz="1100">
                <a:solidFill>
                  <a:schemeClr val="accent4"/>
                </a:solidFill>
                <a:latin typeface="IBM Plex Sans Medium"/>
                <a:ea typeface="IBM Plex Sans Medium"/>
                <a:cs typeface="IBM Plex Sans Medium"/>
                <a:sym typeface="IBM Plex Sans Medium"/>
              </a:defRPr>
            </a:lvl4pPr>
            <a:lvl5pPr lvl="4" rtl="0">
              <a:spcBef>
                <a:spcPts val="0"/>
              </a:spcBef>
              <a:spcAft>
                <a:spcPts val="0"/>
              </a:spcAft>
              <a:buClr>
                <a:schemeClr val="accent4"/>
              </a:buClr>
              <a:buSzPts val="1100"/>
              <a:buFont typeface="IBM Plex Sans Medium"/>
              <a:buNone/>
              <a:defRPr sz="1100">
                <a:solidFill>
                  <a:schemeClr val="accent4"/>
                </a:solidFill>
                <a:latin typeface="IBM Plex Sans Medium"/>
                <a:ea typeface="IBM Plex Sans Medium"/>
                <a:cs typeface="IBM Plex Sans Medium"/>
                <a:sym typeface="IBM Plex Sans Medium"/>
              </a:defRPr>
            </a:lvl5pPr>
            <a:lvl6pPr lvl="5" rtl="0">
              <a:spcBef>
                <a:spcPts val="0"/>
              </a:spcBef>
              <a:spcAft>
                <a:spcPts val="0"/>
              </a:spcAft>
              <a:buClr>
                <a:schemeClr val="accent4"/>
              </a:buClr>
              <a:buSzPts val="1100"/>
              <a:buFont typeface="IBM Plex Sans Medium"/>
              <a:buNone/>
              <a:defRPr sz="1100">
                <a:solidFill>
                  <a:schemeClr val="accent4"/>
                </a:solidFill>
                <a:latin typeface="IBM Plex Sans Medium"/>
                <a:ea typeface="IBM Plex Sans Medium"/>
                <a:cs typeface="IBM Plex Sans Medium"/>
                <a:sym typeface="IBM Plex Sans Medium"/>
              </a:defRPr>
            </a:lvl6pPr>
            <a:lvl7pPr lvl="6" rtl="0">
              <a:spcBef>
                <a:spcPts val="0"/>
              </a:spcBef>
              <a:spcAft>
                <a:spcPts val="0"/>
              </a:spcAft>
              <a:buClr>
                <a:schemeClr val="accent4"/>
              </a:buClr>
              <a:buSzPts val="1100"/>
              <a:buFont typeface="IBM Plex Sans Medium"/>
              <a:buNone/>
              <a:defRPr sz="1100">
                <a:solidFill>
                  <a:schemeClr val="accent4"/>
                </a:solidFill>
                <a:latin typeface="IBM Plex Sans Medium"/>
                <a:ea typeface="IBM Plex Sans Medium"/>
                <a:cs typeface="IBM Plex Sans Medium"/>
                <a:sym typeface="IBM Plex Sans Medium"/>
              </a:defRPr>
            </a:lvl7pPr>
            <a:lvl8pPr lvl="7" rtl="0">
              <a:spcBef>
                <a:spcPts val="0"/>
              </a:spcBef>
              <a:spcAft>
                <a:spcPts val="0"/>
              </a:spcAft>
              <a:buClr>
                <a:schemeClr val="accent4"/>
              </a:buClr>
              <a:buSzPts val="1100"/>
              <a:buFont typeface="IBM Plex Sans Medium"/>
              <a:buNone/>
              <a:defRPr sz="1100">
                <a:solidFill>
                  <a:schemeClr val="accent4"/>
                </a:solidFill>
                <a:latin typeface="IBM Plex Sans Medium"/>
                <a:ea typeface="IBM Plex Sans Medium"/>
                <a:cs typeface="IBM Plex Sans Medium"/>
                <a:sym typeface="IBM Plex Sans Medium"/>
              </a:defRPr>
            </a:lvl8pPr>
            <a:lvl9pPr lvl="8" rtl="0">
              <a:spcBef>
                <a:spcPts val="0"/>
              </a:spcBef>
              <a:spcAft>
                <a:spcPts val="0"/>
              </a:spcAft>
              <a:buClr>
                <a:schemeClr val="accent4"/>
              </a:buClr>
              <a:buSzPts val="1100"/>
              <a:buFont typeface="IBM Plex Sans Medium"/>
              <a:buNone/>
              <a:defRPr sz="1100">
                <a:solidFill>
                  <a:schemeClr val="accent4"/>
                </a:solidFill>
                <a:latin typeface="IBM Plex Sans Medium"/>
                <a:ea typeface="IBM Plex Sans Medium"/>
                <a:cs typeface="IBM Plex Sans Medium"/>
                <a:sym typeface="IBM Plex Sans Medium"/>
              </a:defRPr>
            </a:lvl9pPr>
          </a:lstStyle>
          <a:p>
            <a:endParaRPr/>
          </a:p>
        </p:txBody>
      </p:sp>
      <p:sp>
        <p:nvSpPr>
          <p:cNvPr id="73" name="Google Shape;73;p9"/>
          <p:cNvSpPr>
            <a:spLocks noGrp="1"/>
          </p:cNvSpPr>
          <p:nvPr>
            <p:ph type="pic" idx="5"/>
          </p:nvPr>
        </p:nvSpPr>
        <p:spPr>
          <a:xfrm>
            <a:off x="3860850" y="1709250"/>
            <a:ext cx="1422300" cy="1422300"/>
          </a:xfrm>
          <a:prstGeom prst="roundRect">
            <a:avLst>
              <a:gd name="adj" fmla="val 16667"/>
            </a:avLst>
          </a:prstGeom>
          <a:noFill/>
          <a:ln>
            <a:noFill/>
          </a:ln>
        </p:spPr>
      </p:sp>
      <p:sp>
        <p:nvSpPr>
          <p:cNvPr id="74" name="Google Shape;74;p9"/>
          <p:cNvSpPr txBox="1">
            <a:spLocks noGrp="1"/>
          </p:cNvSpPr>
          <p:nvPr>
            <p:ph type="subTitle" idx="6"/>
          </p:nvPr>
        </p:nvSpPr>
        <p:spPr>
          <a:xfrm>
            <a:off x="3252000" y="3330200"/>
            <a:ext cx="2640000" cy="206400"/>
          </a:xfrm>
          <a:prstGeom prst="rect">
            <a:avLst/>
          </a:prstGeom>
        </p:spPr>
        <p:txBody>
          <a:bodyPr spcFirstLastPara="1" wrap="square" lIns="0" tIns="0" rIns="0" bIns="0" anchor="t" anchorCtr="0">
            <a:spAutoFit/>
          </a:bodyPr>
          <a:lstStyle>
            <a:lvl1pPr lvl="0" algn="ctr" rtl="0">
              <a:spcBef>
                <a:spcPts val="0"/>
              </a:spcBef>
              <a:spcAft>
                <a:spcPts val="0"/>
              </a:spcAft>
              <a:buSzPts val="1300"/>
              <a:buNone/>
              <a:defRPr sz="1300" b="1">
                <a:solidFill>
                  <a:schemeClr val="accent1"/>
                </a:solidFill>
              </a:defRPr>
            </a:lvl1pPr>
            <a:lvl2pPr lvl="1" rtl="0">
              <a:spcBef>
                <a:spcPts val="0"/>
              </a:spcBef>
              <a:spcAft>
                <a:spcPts val="0"/>
              </a:spcAft>
              <a:buSzPts val="1100"/>
              <a:buNone/>
              <a:defRPr sz="1100" b="1"/>
            </a:lvl2pPr>
            <a:lvl3pPr lvl="2" rtl="0">
              <a:spcBef>
                <a:spcPts val="0"/>
              </a:spcBef>
              <a:spcAft>
                <a:spcPts val="0"/>
              </a:spcAft>
              <a:buSzPts val="1100"/>
              <a:buNone/>
              <a:defRPr sz="1100" b="1"/>
            </a:lvl3pPr>
            <a:lvl4pPr lvl="3" rtl="0">
              <a:spcBef>
                <a:spcPts val="0"/>
              </a:spcBef>
              <a:spcAft>
                <a:spcPts val="0"/>
              </a:spcAft>
              <a:buSzPts val="1100"/>
              <a:buNone/>
              <a:defRPr sz="1100" b="1"/>
            </a:lvl4pPr>
            <a:lvl5pPr lvl="4" rtl="0">
              <a:spcBef>
                <a:spcPts val="0"/>
              </a:spcBef>
              <a:spcAft>
                <a:spcPts val="0"/>
              </a:spcAft>
              <a:buSzPts val="1100"/>
              <a:buNone/>
              <a:defRPr sz="1100" b="1"/>
            </a:lvl5pPr>
            <a:lvl6pPr lvl="5" rtl="0">
              <a:spcBef>
                <a:spcPts val="0"/>
              </a:spcBef>
              <a:spcAft>
                <a:spcPts val="0"/>
              </a:spcAft>
              <a:buSzPts val="1100"/>
              <a:buNone/>
              <a:defRPr sz="1100" b="1"/>
            </a:lvl6pPr>
            <a:lvl7pPr lvl="6" rtl="0">
              <a:spcBef>
                <a:spcPts val="0"/>
              </a:spcBef>
              <a:spcAft>
                <a:spcPts val="0"/>
              </a:spcAft>
              <a:buSzPts val="1100"/>
              <a:buNone/>
              <a:defRPr sz="1100" b="1"/>
            </a:lvl7pPr>
            <a:lvl8pPr lvl="7" rtl="0">
              <a:spcBef>
                <a:spcPts val="0"/>
              </a:spcBef>
              <a:spcAft>
                <a:spcPts val="0"/>
              </a:spcAft>
              <a:buSzPts val="1100"/>
              <a:buNone/>
              <a:defRPr sz="1100" b="1"/>
            </a:lvl8pPr>
            <a:lvl9pPr lvl="8" rtl="0">
              <a:spcBef>
                <a:spcPts val="0"/>
              </a:spcBef>
              <a:spcAft>
                <a:spcPts val="0"/>
              </a:spcAft>
              <a:buSzPts val="1100"/>
              <a:buNone/>
              <a:defRPr sz="1100" b="1"/>
            </a:lvl9pPr>
          </a:lstStyle>
          <a:p>
            <a:endParaRPr/>
          </a:p>
        </p:txBody>
      </p:sp>
      <p:sp>
        <p:nvSpPr>
          <p:cNvPr id="75" name="Google Shape;75;p9"/>
          <p:cNvSpPr txBox="1">
            <a:spLocks noGrp="1"/>
          </p:cNvSpPr>
          <p:nvPr>
            <p:ph type="subTitle" idx="7"/>
          </p:nvPr>
        </p:nvSpPr>
        <p:spPr>
          <a:xfrm>
            <a:off x="3252000" y="3558447"/>
            <a:ext cx="2640000" cy="145200"/>
          </a:xfrm>
          <a:prstGeom prst="rect">
            <a:avLst/>
          </a:prstGeom>
        </p:spPr>
        <p:txBody>
          <a:bodyPr spcFirstLastPara="1" wrap="square" lIns="0" tIns="0" rIns="0" bIns="0" anchor="t" anchorCtr="0">
            <a:normAutofit/>
          </a:bodyPr>
          <a:lstStyle>
            <a:lvl1pPr lvl="0" algn="ctr" rtl="0">
              <a:spcBef>
                <a:spcPts val="0"/>
              </a:spcBef>
              <a:spcAft>
                <a:spcPts val="0"/>
              </a:spcAft>
              <a:buClr>
                <a:srgbClr val="1F2A44"/>
              </a:buClr>
              <a:buSzPts val="1100"/>
              <a:buFont typeface="IBM Plex Sans Medium"/>
              <a:buNone/>
              <a:defRPr sz="1100">
                <a:solidFill>
                  <a:srgbClr val="1F2A44"/>
                </a:solidFill>
                <a:latin typeface="IBM Plex Sans Medium"/>
                <a:ea typeface="IBM Plex Sans Medium"/>
                <a:cs typeface="IBM Plex Sans Medium"/>
                <a:sym typeface="IBM Plex Sans Medium"/>
              </a:defRPr>
            </a:lvl1pPr>
            <a:lvl2pPr lvl="1" rtl="0">
              <a:spcBef>
                <a:spcPts val="0"/>
              </a:spcBef>
              <a:spcAft>
                <a:spcPts val="0"/>
              </a:spcAft>
              <a:buSzPts val="1100"/>
              <a:buFont typeface="IBM Plex Sans Medium"/>
              <a:buNone/>
              <a:defRPr sz="1100">
                <a:latin typeface="IBM Plex Sans Medium"/>
                <a:ea typeface="IBM Plex Sans Medium"/>
                <a:cs typeface="IBM Plex Sans Medium"/>
                <a:sym typeface="IBM Plex Sans Medium"/>
              </a:defRPr>
            </a:lvl2pPr>
            <a:lvl3pPr lvl="2" rtl="0">
              <a:spcBef>
                <a:spcPts val="0"/>
              </a:spcBef>
              <a:spcAft>
                <a:spcPts val="0"/>
              </a:spcAft>
              <a:buSzPts val="1100"/>
              <a:buFont typeface="IBM Plex Sans Medium"/>
              <a:buNone/>
              <a:defRPr sz="1100">
                <a:latin typeface="IBM Plex Sans Medium"/>
                <a:ea typeface="IBM Plex Sans Medium"/>
                <a:cs typeface="IBM Plex Sans Medium"/>
                <a:sym typeface="IBM Plex Sans Medium"/>
              </a:defRPr>
            </a:lvl3pPr>
            <a:lvl4pPr lvl="3" rtl="0">
              <a:spcBef>
                <a:spcPts val="0"/>
              </a:spcBef>
              <a:spcAft>
                <a:spcPts val="0"/>
              </a:spcAft>
              <a:buSzPts val="1100"/>
              <a:buFont typeface="IBM Plex Sans Medium"/>
              <a:buNone/>
              <a:defRPr sz="1100">
                <a:latin typeface="IBM Plex Sans Medium"/>
                <a:ea typeface="IBM Plex Sans Medium"/>
                <a:cs typeface="IBM Plex Sans Medium"/>
                <a:sym typeface="IBM Plex Sans Medium"/>
              </a:defRPr>
            </a:lvl4pPr>
            <a:lvl5pPr lvl="4" rtl="0">
              <a:spcBef>
                <a:spcPts val="0"/>
              </a:spcBef>
              <a:spcAft>
                <a:spcPts val="0"/>
              </a:spcAft>
              <a:buSzPts val="1100"/>
              <a:buFont typeface="IBM Plex Sans Medium"/>
              <a:buNone/>
              <a:defRPr sz="1100">
                <a:latin typeface="IBM Plex Sans Medium"/>
                <a:ea typeface="IBM Plex Sans Medium"/>
                <a:cs typeface="IBM Plex Sans Medium"/>
                <a:sym typeface="IBM Plex Sans Medium"/>
              </a:defRPr>
            </a:lvl5pPr>
            <a:lvl6pPr lvl="5" rtl="0">
              <a:spcBef>
                <a:spcPts val="0"/>
              </a:spcBef>
              <a:spcAft>
                <a:spcPts val="0"/>
              </a:spcAft>
              <a:buSzPts val="1100"/>
              <a:buFont typeface="IBM Plex Sans Medium"/>
              <a:buNone/>
              <a:defRPr sz="1100">
                <a:latin typeface="IBM Plex Sans Medium"/>
                <a:ea typeface="IBM Plex Sans Medium"/>
                <a:cs typeface="IBM Plex Sans Medium"/>
                <a:sym typeface="IBM Plex Sans Medium"/>
              </a:defRPr>
            </a:lvl6pPr>
            <a:lvl7pPr lvl="6" rtl="0">
              <a:spcBef>
                <a:spcPts val="0"/>
              </a:spcBef>
              <a:spcAft>
                <a:spcPts val="0"/>
              </a:spcAft>
              <a:buSzPts val="1100"/>
              <a:buFont typeface="IBM Plex Sans Medium"/>
              <a:buNone/>
              <a:defRPr sz="1100">
                <a:latin typeface="IBM Plex Sans Medium"/>
                <a:ea typeface="IBM Plex Sans Medium"/>
                <a:cs typeface="IBM Plex Sans Medium"/>
                <a:sym typeface="IBM Plex Sans Medium"/>
              </a:defRPr>
            </a:lvl7pPr>
            <a:lvl8pPr lvl="7" rtl="0">
              <a:spcBef>
                <a:spcPts val="0"/>
              </a:spcBef>
              <a:spcAft>
                <a:spcPts val="0"/>
              </a:spcAft>
              <a:buSzPts val="1100"/>
              <a:buFont typeface="IBM Plex Sans Medium"/>
              <a:buNone/>
              <a:defRPr sz="1100">
                <a:latin typeface="IBM Plex Sans Medium"/>
                <a:ea typeface="IBM Plex Sans Medium"/>
                <a:cs typeface="IBM Plex Sans Medium"/>
                <a:sym typeface="IBM Plex Sans Medium"/>
              </a:defRPr>
            </a:lvl8pPr>
            <a:lvl9pPr lvl="8" rtl="0">
              <a:spcBef>
                <a:spcPts val="0"/>
              </a:spcBef>
              <a:spcAft>
                <a:spcPts val="0"/>
              </a:spcAft>
              <a:buSzPts val="1100"/>
              <a:buFont typeface="IBM Plex Sans Medium"/>
              <a:buNone/>
              <a:defRPr sz="1100">
                <a:latin typeface="IBM Plex Sans Medium"/>
                <a:ea typeface="IBM Plex Sans Medium"/>
                <a:cs typeface="IBM Plex Sans Medium"/>
                <a:sym typeface="IBM Plex Sans Medium"/>
              </a:defRPr>
            </a:lvl9pPr>
          </a:lstStyle>
          <a:p>
            <a:endParaRPr/>
          </a:p>
        </p:txBody>
      </p:sp>
      <p:sp>
        <p:nvSpPr>
          <p:cNvPr id="76" name="Google Shape;76;p9"/>
          <p:cNvSpPr txBox="1">
            <a:spLocks noGrp="1"/>
          </p:cNvSpPr>
          <p:nvPr>
            <p:ph type="subTitle" idx="8"/>
          </p:nvPr>
        </p:nvSpPr>
        <p:spPr>
          <a:xfrm>
            <a:off x="3252000" y="3745875"/>
            <a:ext cx="2640000" cy="145200"/>
          </a:xfrm>
          <a:prstGeom prst="rect">
            <a:avLst/>
          </a:prstGeom>
        </p:spPr>
        <p:txBody>
          <a:bodyPr spcFirstLastPara="1" wrap="square" lIns="0" tIns="0" rIns="0" bIns="0" anchor="t" anchorCtr="0">
            <a:normAutofit/>
          </a:bodyPr>
          <a:lstStyle>
            <a:lvl1pPr lvl="0" algn="ctr" rtl="0">
              <a:spcBef>
                <a:spcPts val="0"/>
              </a:spcBef>
              <a:spcAft>
                <a:spcPts val="0"/>
              </a:spcAft>
              <a:buClr>
                <a:schemeClr val="accent4"/>
              </a:buClr>
              <a:buSzPts val="1100"/>
              <a:buFont typeface="IBM Plex Sans Medium"/>
              <a:buNone/>
              <a:defRPr sz="1100">
                <a:solidFill>
                  <a:schemeClr val="accent4"/>
                </a:solidFill>
                <a:latin typeface="IBM Plex Sans Medium"/>
                <a:ea typeface="IBM Plex Sans Medium"/>
                <a:cs typeface="IBM Plex Sans Medium"/>
                <a:sym typeface="IBM Plex Sans Medium"/>
              </a:defRPr>
            </a:lvl1pPr>
            <a:lvl2pPr lvl="1" rtl="0">
              <a:spcBef>
                <a:spcPts val="0"/>
              </a:spcBef>
              <a:spcAft>
                <a:spcPts val="0"/>
              </a:spcAft>
              <a:buClr>
                <a:schemeClr val="accent4"/>
              </a:buClr>
              <a:buSzPts val="1100"/>
              <a:buFont typeface="IBM Plex Sans Medium"/>
              <a:buNone/>
              <a:defRPr sz="1100">
                <a:solidFill>
                  <a:schemeClr val="accent4"/>
                </a:solidFill>
                <a:latin typeface="IBM Plex Sans Medium"/>
                <a:ea typeface="IBM Plex Sans Medium"/>
                <a:cs typeface="IBM Plex Sans Medium"/>
                <a:sym typeface="IBM Plex Sans Medium"/>
              </a:defRPr>
            </a:lvl2pPr>
            <a:lvl3pPr lvl="2" rtl="0">
              <a:spcBef>
                <a:spcPts val="0"/>
              </a:spcBef>
              <a:spcAft>
                <a:spcPts val="0"/>
              </a:spcAft>
              <a:buClr>
                <a:schemeClr val="accent4"/>
              </a:buClr>
              <a:buSzPts val="1100"/>
              <a:buFont typeface="IBM Plex Sans Medium"/>
              <a:buNone/>
              <a:defRPr sz="1100">
                <a:solidFill>
                  <a:schemeClr val="accent4"/>
                </a:solidFill>
                <a:latin typeface="IBM Plex Sans Medium"/>
                <a:ea typeface="IBM Plex Sans Medium"/>
                <a:cs typeface="IBM Plex Sans Medium"/>
                <a:sym typeface="IBM Plex Sans Medium"/>
              </a:defRPr>
            </a:lvl3pPr>
            <a:lvl4pPr lvl="3" rtl="0">
              <a:spcBef>
                <a:spcPts val="0"/>
              </a:spcBef>
              <a:spcAft>
                <a:spcPts val="0"/>
              </a:spcAft>
              <a:buClr>
                <a:schemeClr val="accent4"/>
              </a:buClr>
              <a:buSzPts val="1100"/>
              <a:buFont typeface="IBM Plex Sans Medium"/>
              <a:buNone/>
              <a:defRPr sz="1100">
                <a:solidFill>
                  <a:schemeClr val="accent4"/>
                </a:solidFill>
                <a:latin typeface="IBM Plex Sans Medium"/>
                <a:ea typeface="IBM Plex Sans Medium"/>
                <a:cs typeface="IBM Plex Sans Medium"/>
                <a:sym typeface="IBM Plex Sans Medium"/>
              </a:defRPr>
            </a:lvl4pPr>
            <a:lvl5pPr lvl="4" rtl="0">
              <a:spcBef>
                <a:spcPts val="0"/>
              </a:spcBef>
              <a:spcAft>
                <a:spcPts val="0"/>
              </a:spcAft>
              <a:buClr>
                <a:schemeClr val="accent4"/>
              </a:buClr>
              <a:buSzPts val="1100"/>
              <a:buFont typeface="IBM Plex Sans Medium"/>
              <a:buNone/>
              <a:defRPr sz="1100">
                <a:solidFill>
                  <a:schemeClr val="accent4"/>
                </a:solidFill>
                <a:latin typeface="IBM Plex Sans Medium"/>
                <a:ea typeface="IBM Plex Sans Medium"/>
                <a:cs typeface="IBM Plex Sans Medium"/>
                <a:sym typeface="IBM Plex Sans Medium"/>
              </a:defRPr>
            </a:lvl5pPr>
            <a:lvl6pPr lvl="5" rtl="0">
              <a:spcBef>
                <a:spcPts val="0"/>
              </a:spcBef>
              <a:spcAft>
                <a:spcPts val="0"/>
              </a:spcAft>
              <a:buClr>
                <a:schemeClr val="accent4"/>
              </a:buClr>
              <a:buSzPts val="1100"/>
              <a:buFont typeface="IBM Plex Sans Medium"/>
              <a:buNone/>
              <a:defRPr sz="1100">
                <a:solidFill>
                  <a:schemeClr val="accent4"/>
                </a:solidFill>
                <a:latin typeface="IBM Plex Sans Medium"/>
                <a:ea typeface="IBM Plex Sans Medium"/>
                <a:cs typeface="IBM Plex Sans Medium"/>
                <a:sym typeface="IBM Plex Sans Medium"/>
              </a:defRPr>
            </a:lvl6pPr>
            <a:lvl7pPr lvl="6" rtl="0">
              <a:spcBef>
                <a:spcPts val="0"/>
              </a:spcBef>
              <a:spcAft>
                <a:spcPts val="0"/>
              </a:spcAft>
              <a:buClr>
                <a:schemeClr val="accent4"/>
              </a:buClr>
              <a:buSzPts val="1100"/>
              <a:buFont typeface="IBM Plex Sans Medium"/>
              <a:buNone/>
              <a:defRPr sz="1100">
                <a:solidFill>
                  <a:schemeClr val="accent4"/>
                </a:solidFill>
                <a:latin typeface="IBM Plex Sans Medium"/>
                <a:ea typeface="IBM Plex Sans Medium"/>
                <a:cs typeface="IBM Plex Sans Medium"/>
                <a:sym typeface="IBM Plex Sans Medium"/>
              </a:defRPr>
            </a:lvl7pPr>
            <a:lvl8pPr lvl="7" rtl="0">
              <a:spcBef>
                <a:spcPts val="0"/>
              </a:spcBef>
              <a:spcAft>
                <a:spcPts val="0"/>
              </a:spcAft>
              <a:buClr>
                <a:schemeClr val="accent4"/>
              </a:buClr>
              <a:buSzPts val="1100"/>
              <a:buFont typeface="IBM Plex Sans Medium"/>
              <a:buNone/>
              <a:defRPr sz="1100">
                <a:solidFill>
                  <a:schemeClr val="accent4"/>
                </a:solidFill>
                <a:latin typeface="IBM Plex Sans Medium"/>
                <a:ea typeface="IBM Plex Sans Medium"/>
                <a:cs typeface="IBM Plex Sans Medium"/>
                <a:sym typeface="IBM Plex Sans Medium"/>
              </a:defRPr>
            </a:lvl8pPr>
            <a:lvl9pPr lvl="8" rtl="0">
              <a:spcBef>
                <a:spcPts val="0"/>
              </a:spcBef>
              <a:spcAft>
                <a:spcPts val="0"/>
              </a:spcAft>
              <a:buClr>
                <a:schemeClr val="accent4"/>
              </a:buClr>
              <a:buSzPts val="1100"/>
              <a:buFont typeface="IBM Plex Sans Medium"/>
              <a:buNone/>
              <a:defRPr sz="1100">
                <a:solidFill>
                  <a:schemeClr val="accent4"/>
                </a:solidFill>
                <a:latin typeface="IBM Plex Sans Medium"/>
                <a:ea typeface="IBM Plex Sans Medium"/>
                <a:cs typeface="IBM Plex Sans Medium"/>
                <a:sym typeface="IBM Plex Sans Medium"/>
              </a:defRPr>
            </a:lvl9pPr>
          </a:lstStyle>
          <a:p>
            <a:endParaRPr/>
          </a:p>
        </p:txBody>
      </p:sp>
      <p:sp>
        <p:nvSpPr>
          <p:cNvPr id="77" name="Google Shape;77;p9"/>
          <p:cNvSpPr>
            <a:spLocks noGrp="1"/>
          </p:cNvSpPr>
          <p:nvPr>
            <p:ph type="pic" idx="9"/>
          </p:nvPr>
        </p:nvSpPr>
        <p:spPr>
          <a:xfrm>
            <a:off x="6587375" y="1709250"/>
            <a:ext cx="1422300" cy="1422300"/>
          </a:xfrm>
          <a:prstGeom prst="roundRect">
            <a:avLst>
              <a:gd name="adj" fmla="val 16667"/>
            </a:avLst>
          </a:prstGeom>
          <a:noFill/>
          <a:ln>
            <a:noFill/>
          </a:ln>
        </p:spPr>
      </p:sp>
      <p:sp>
        <p:nvSpPr>
          <p:cNvPr id="78" name="Google Shape;78;p9"/>
          <p:cNvSpPr txBox="1">
            <a:spLocks noGrp="1"/>
          </p:cNvSpPr>
          <p:nvPr>
            <p:ph type="subTitle" idx="13"/>
          </p:nvPr>
        </p:nvSpPr>
        <p:spPr>
          <a:xfrm>
            <a:off x="5978525" y="3330200"/>
            <a:ext cx="2640000" cy="215400"/>
          </a:xfrm>
          <a:prstGeom prst="rect">
            <a:avLst/>
          </a:prstGeom>
        </p:spPr>
        <p:txBody>
          <a:bodyPr spcFirstLastPara="1" wrap="square" lIns="0" tIns="0" rIns="0" bIns="0" anchor="t" anchorCtr="0">
            <a:spAutoFit/>
          </a:bodyPr>
          <a:lstStyle>
            <a:lvl1pPr lvl="0" algn="ctr" rtl="0">
              <a:spcBef>
                <a:spcPts val="0"/>
              </a:spcBef>
              <a:spcAft>
                <a:spcPts val="0"/>
              </a:spcAft>
              <a:buSzPts val="1300"/>
              <a:buNone/>
              <a:defRPr sz="1300" b="1">
                <a:solidFill>
                  <a:schemeClr val="accent1"/>
                </a:solidFill>
              </a:defRPr>
            </a:lvl1pPr>
            <a:lvl2pPr lvl="1" rtl="0">
              <a:spcBef>
                <a:spcPts val="0"/>
              </a:spcBef>
              <a:spcAft>
                <a:spcPts val="0"/>
              </a:spcAft>
              <a:buSzPts val="1100"/>
              <a:buNone/>
              <a:defRPr sz="1100" b="1"/>
            </a:lvl2pPr>
            <a:lvl3pPr lvl="2" rtl="0">
              <a:spcBef>
                <a:spcPts val="0"/>
              </a:spcBef>
              <a:spcAft>
                <a:spcPts val="0"/>
              </a:spcAft>
              <a:buSzPts val="1100"/>
              <a:buNone/>
              <a:defRPr sz="1100" b="1"/>
            </a:lvl3pPr>
            <a:lvl4pPr lvl="3" rtl="0">
              <a:spcBef>
                <a:spcPts val="0"/>
              </a:spcBef>
              <a:spcAft>
                <a:spcPts val="0"/>
              </a:spcAft>
              <a:buSzPts val="1100"/>
              <a:buNone/>
              <a:defRPr sz="1100" b="1"/>
            </a:lvl4pPr>
            <a:lvl5pPr lvl="4" rtl="0">
              <a:spcBef>
                <a:spcPts val="0"/>
              </a:spcBef>
              <a:spcAft>
                <a:spcPts val="0"/>
              </a:spcAft>
              <a:buSzPts val="1100"/>
              <a:buNone/>
              <a:defRPr sz="1100" b="1"/>
            </a:lvl5pPr>
            <a:lvl6pPr lvl="5" rtl="0">
              <a:spcBef>
                <a:spcPts val="0"/>
              </a:spcBef>
              <a:spcAft>
                <a:spcPts val="0"/>
              </a:spcAft>
              <a:buSzPts val="1100"/>
              <a:buNone/>
              <a:defRPr sz="1100" b="1"/>
            </a:lvl6pPr>
            <a:lvl7pPr lvl="6" rtl="0">
              <a:spcBef>
                <a:spcPts val="0"/>
              </a:spcBef>
              <a:spcAft>
                <a:spcPts val="0"/>
              </a:spcAft>
              <a:buSzPts val="1100"/>
              <a:buNone/>
              <a:defRPr sz="1100" b="1"/>
            </a:lvl7pPr>
            <a:lvl8pPr lvl="7" rtl="0">
              <a:spcBef>
                <a:spcPts val="0"/>
              </a:spcBef>
              <a:spcAft>
                <a:spcPts val="0"/>
              </a:spcAft>
              <a:buSzPts val="1100"/>
              <a:buNone/>
              <a:defRPr sz="1100" b="1"/>
            </a:lvl8pPr>
            <a:lvl9pPr lvl="8" rtl="0">
              <a:spcBef>
                <a:spcPts val="0"/>
              </a:spcBef>
              <a:spcAft>
                <a:spcPts val="0"/>
              </a:spcAft>
              <a:buSzPts val="1100"/>
              <a:buNone/>
              <a:defRPr sz="1100" b="1"/>
            </a:lvl9pPr>
          </a:lstStyle>
          <a:p>
            <a:endParaRPr/>
          </a:p>
        </p:txBody>
      </p:sp>
      <p:sp>
        <p:nvSpPr>
          <p:cNvPr id="79" name="Google Shape;79;p9"/>
          <p:cNvSpPr txBox="1">
            <a:spLocks noGrp="1"/>
          </p:cNvSpPr>
          <p:nvPr>
            <p:ph type="subTitle" idx="14"/>
          </p:nvPr>
        </p:nvSpPr>
        <p:spPr>
          <a:xfrm>
            <a:off x="5978525" y="3558447"/>
            <a:ext cx="2640000" cy="145200"/>
          </a:xfrm>
          <a:prstGeom prst="rect">
            <a:avLst/>
          </a:prstGeom>
        </p:spPr>
        <p:txBody>
          <a:bodyPr spcFirstLastPara="1" wrap="square" lIns="0" tIns="0" rIns="0" bIns="0" anchor="t" anchorCtr="0">
            <a:normAutofit/>
          </a:bodyPr>
          <a:lstStyle>
            <a:lvl1pPr lvl="0" algn="ctr" rtl="0">
              <a:spcBef>
                <a:spcPts val="0"/>
              </a:spcBef>
              <a:spcAft>
                <a:spcPts val="0"/>
              </a:spcAft>
              <a:buClr>
                <a:srgbClr val="1F2A44"/>
              </a:buClr>
              <a:buSzPts val="1100"/>
              <a:buFont typeface="IBM Plex Sans Medium"/>
              <a:buNone/>
              <a:defRPr sz="1100">
                <a:solidFill>
                  <a:srgbClr val="1F2A44"/>
                </a:solidFill>
                <a:latin typeface="IBM Plex Sans Medium"/>
                <a:ea typeface="IBM Plex Sans Medium"/>
                <a:cs typeface="IBM Plex Sans Medium"/>
                <a:sym typeface="IBM Plex Sans Medium"/>
              </a:defRPr>
            </a:lvl1pPr>
            <a:lvl2pPr lvl="1" rtl="0">
              <a:spcBef>
                <a:spcPts val="0"/>
              </a:spcBef>
              <a:spcAft>
                <a:spcPts val="0"/>
              </a:spcAft>
              <a:buSzPts val="1100"/>
              <a:buFont typeface="IBM Plex Sans Medium"/>
              <a:buNone/>
              <a:defRPr sz="1100">
                <a:latin typeface="IBM Plex Sans Medium"/>
                <a:ea typeface="IBM Plex Sans Medium"/>
                <a:cs typeface="IBM Plex Sans Medium"/>
                <a:sym typeface="IBM Plex Sans Medium"/>
              </a:defRPr>
            </a:lvl2pPr>
            <a:lvl3pPr lvl="2" rtl="0">
              <a:spcBef>
                <a:spcPts val="0"/>
              </a:spcBef>
              <a:spcAft>
                <a:spcPts val="0"/>
              </a:spcAft>
              <a:buSzPts val="1100"/>
              <a:buFont typeface="IBM Plex Sans Medium"/>
              <a:buNone/>
              <a:defRPr sz="1100">
                <a:latin typeface="IBM Plex Sans Medium"/>
                <a:ea typeface="IBM Plex Sans Medium"/>
                <a:cs typeface="IBM Plex Sans Medium"/>
                <a:sym typeface="IBM Plex Sans Medium"/>
              </a:defRPr>
            </a:lvl3pPr>
            <a:lvl4pPr lvl="3" rtl="0">
              <a:spcBef>
                <a:spcPts val="0"/>
              </a:spcBef>
              <a:spcAft>
                <a:spcPts val="0"/>
              </a:spcAft>
              <a:buSzPts val="1100"/>
              <a:buFont typeface="IBM Plex Sans Medium"/>
              <a:buNone/>
              <a:defRPr sz="1100">
                <a:latin typeface="IBM Plex Sans Medium"/>
                <a:ea typeface="IBM Plex Sans Medium"/>
                <a:cs typeface="IBM Plex Sans Medium"/>
                <a:sym typeface="IBM Plex Sans Medium"/>
              </a:defRPr>
            </a:lvl4pPr>
            <a:lvl5pPr lvl="4" rtl="0">
              <a:spcBef>
                <a:spcPts val="0"/>
              </a:spcBef>
              <a:spcAft>
                <a:spcPts val="0"/>
              </a:spcAft>
              <a:buSzPts val="1100"/>
              <a:buFont typeface="IBM Plex Sans Medium"/>
              <a:buNone/>
              <a:defRPr sz="1100">
                <a:latin typeface="IBM Plex Sans Medium"/>
                <a:ea typeface="IBM Plex Sans Medium"/>
                <a:cs typeface="IBM Plex Sans Medium"/>
                <a:sym typeface="IBM Plex Sans Medium"/>
              </a:defRPr>
            </a:lvl5pPr>
            <a:lvl6pPr lvl="5" rtl="0">
              <a:spcBef>
                <a:spcPts val="0"/>
              </a:spcBef>
              <a:spcAft>
                <a:spcPts val="0"/>
              </a:spcAft>
              <a:buSzPts val="1100"/>
              <a:buFont typeface="IBM Plex Sans Medium"/>
              <a:buNone/>
              <a:defRPr sz="1100">
                <a:latin typeface="IBM Plex Sans Medium"/>
                <a:ea typeface="IBM Plex Sans Medium"/>
                <a:cs typeface="IBM Plex Sans Medium"/>
                <a:sym typeface="IBM Plex Sans Medium"/>
              </a:defRPr>
            </a:lvl6pPr>
            <a:lvl7pPr lvl="6" rtl="0">
              <a:spcBef>
                <a:spcPts val="0"/>
              </a:spcBef>
              <a:spcAft>
                <a:spcPts val="0"/>
              </a:spcAft>
              <a:buSzPts val="1100"/>
              <a:buFont typeface="IBM Plex Sans Medium"/>
              <a:buNone/>
              <a:defRPr sz="1100">
                <a:latin typeface="IBM Plex Sans Medium"/>
                <a:ea typeface="IBM Plex Sans Medium"/>
                <a:cs typeface="IBM Plex Sans Medium"/>
                <a:sym typeface="IBM Plex Sans Medium"/>
              </a:defRPr>
            </a:lvl7pPr>
            <a:lvl8pPr lvl="7" rtl="0">
              <a:spcBef>
                <a:spcPts val="0"/>
              </a:spcBef>
              <a:spcAft>
                <a:spcPts val="0"/>
              </a:spcAft>
              <a:buSzPts val="1100"/>
              <a:buFont typeface="IBM Plex Sans Medium"/>
              <a:buNone/>
              <a:defRPr sz="1100">
                <a:latin typeface="IBM Plex Sans Medium"/>
                <a:ea typeface="IBM Plex Sans Medium"/>
                <a:cs typeface="IBM Plex Sans Medium"/>
                <a:sym typeface="IBM Plex Sans Medium"/>
              </a:defRPr>
            </a:lvl8pPr>
            <a:lvl9pPr lvl="8" rtl="0">
              <a:spcBef>
                <a:spcPts val="0"/>
              </a:spcBef>
              <a:spcAft>
                <a:spcPts val="0"/>
              </a:spcAft>
              <a:buSzPts val="1100"/>
              <a:buFont typeface="IBM Plex Sans Medium"/>
              <a:buNone/>
              <a:defRPr sz="1100">
                <a:latin typeface="IBM Plex Sans Medium"/>
                <a:ea typeface="IBM Plex Sans Medium"/>
                <a:cs typeface="IBM Plex Sans Medium"/>
                <a:sym typeface="IBM Plex Sans Medium"/>
              </a:defRPr>
            </a:lvl9pPr>
          </a:lstStyle>
          <a:p>
            <a:endParaRPr/>
          </a:p>
        </p:txBody>
      </p:sp>
      <p:sp>
        <p:nvSpPr>
          <p:cNvPr id="80" name="Google Shape;80;p9"/>
          <p:cNvSpPr txBox="1">
            <a:spLocks noGrp="1"/>
          </p:cNvSpPr>
          <p:nvPr>
            <p:ph type="subTitle" idx="15"/>
          </p:nvPr>
        </p:nvSpPr>
        <p:spPr>
          <a:xfrm>
            <a:off x="5978525" y="3745875"/>
            <a:ext cx="2640000" cy="145200"/>
          </a:xfrm>
          <a:prstGeom prst="rect">
            <a:avLst/>
          </a:prstGeom>
        </p:spPr>
        <p:txBody>
          <a:bodyPr spcFirstLastPara="1" wrap="square" lIns="0" tIns="0" rIns="0" bIns="0" anchor="t" anchorCtr="0">
            <a:normAutofit/>
          </a:bodyPr>
          <a:lstStyle>
            <a:lvl1pPr lvl="0" algn="ctr" rtl="0">
              <a:spcBef>
                <a:spcPts val="0"/>
              </a:spcBef>
              <a:spcAft>
                <a:spcPts val="0"/>
              </a:spcAft>
              <a:buClr>
                <a:schemeClr val="accent4"/>
              </a:buClr>
              <a:buSzPts val="1100"/>
              <a:buFont typeface="IBM Plex Sans Medium"/>
              <a:buNone/>
              <a:defRPr sz="1100">
                <a:solidFill>
                  <a:schemeClr val="accent4"/>
                </a:solidFill>
                <a:latin typeface="IBM Plex Sans Medium"/>
                <a:ea typeface="IBM Plex Sans Medium"/>
                <a:cs typeface="IBM Plex Sans Medium"/>
                <a:sym typeface="IBM Plex Sans Medium"/>
              </a:defRPr>
            </a:lvl1pPr>
            <a:lvl2pPr lvl="1" rtl="0">
              <a:spcBef>
                <a:spcPts val="0"/>
              </a:spcBef>
              <a:spcAft>
                <a:spcPts val="0"/>
              </a:spcAft>
              <a:buClr>
                <a:schemeClr val="accent4"/>
              </a:buClr>
              <a:buSzPts val="1100"/>
              <a:buFont typeface="IBM Plex Sans Medium"/>
              <a:buNone/>
              <a:defRPr sz="1100">
                <a:solidFill>
                  <a:schemeClr val="accent4"/>
                </a:solidFill>
                <a:latin typeface="IBM Plex Sans Medium"/>
                <a:ea typeface="IBM Plex Sans Medium"/>
                <a:cs typeface="IBM Plex Sans Medium"/>
                <a:sym typeface="IBM Plex Sans Medium"/>
              </a:defRPr>
            </a:lvl2pPr>
            <a:lvl3pPr lvl="2" rtl="0">
              <a:spcBef>
                <a:spcPts val="0"/>
              </a:spcBef>
              <a:spcAft>
                <a:spcPts val="0"/>
              </a:spcAft>
              <a:buClr>
                <a:schemeClr val="accent4"/>
              </a:buClr>
              <a:buSzPts val="1100"/>
              <a:buFont typeface="IBM Plex Sans Medium"/>
              <a:buNone/>
              <a:defRPr sz="1100">
                <a:solidFill>
                  <a:schemeClr val="accent4"/>
                </a:solidFill>
                <a:latin typeface="IBM Plex Sans Medium"/>
                <a:ea typeface="IBM Plex Sans Medium"/>
                <a:cs typeface="IBM Plex Sans Medium"/>
                <a:sym typeface="IBM Plex Sans Medium"/>
              </a:defRPr>
            </a:lvl3pPr>
            <a:lvl4pPr lvl="3" rtl="0">
              <a:spcBef>
                <a:spcPts val="0"/>
              </a:spcBef>
              <a:spcAft>
                <a:spcPts val="0"/>
              </a:spcAft>
              <a:buClr>
                <a:schemeClr val="accent4"/>
              </a:buClr>
              <a:buSzPts val="1100"/>
              <a:buFont typeface="IBM Plex Sans Medium"/>
              <a:buNone/>
              <a:defRPr sz="1100">
                <a:solidFill>
                  <a:schemeClr val="accent4"/>
                </a:solidFill>
                <a:latin typeface="IBM Plex Sans Medium"/>
                <a:ea typeface="IBM Plex Sans Medium"/>
                <a:cs typeface="IBM Plex Sans Medium"/>
                <a:sym typeface="IBM Plex Sans Medium"/>
              </a:defRPr>
            </a:lvl4pPr>
            <a:lvl5pPr lvl="4" rtl="0">
              <a:spcBef>
                <a:spcPts val="0"/>
              </a:spcBef>
              <a:spcAft>
                <a:spcPts val="0"/>
              </a:spcAft>
              <a:buClr>
                <a:schemeClr val="accent4"/>
              </a:buClr>
              <a:buSzPts val="1100"/>
              <a:buFont typeface="IBM Plex Sans Medium"/>
              <a:buNone/>
              <a:defRPr sz="1100">
                <a:solidFill>
                  <a:schemeClr val="accent4"/>
                </a:solidFill>
                <a:latin typeface="IBM Plex Sans Medium"/>
                <a:ea typeface="IBM Plex Sans Medium"/>
                <a:cs typeface="IBM Plex Sans Medium"/>
                <a:sym typeface="IBM Plex Sans Medium"/>
              </a:defRPr>
            </a:lvl5pPr>
            <a:lvl6pPr lvl="5" rtl="0">
              <a:spcBef>
                <a:spcPts val="0"/>
              </a:spcBef>
              <a:spcAft>
                <a:spcPts val="0"/>
              </a:spcAft>
              <a:buClr>
                <a:schemeClr val="accent4"/>
              </a:buClr>
              <a:buSzPts val="1100"/>
              <a:buFont typeface="IBM Plex Sans Medium"/>
              <a:buNone/>
              <a:defRPr sz="1100">
                <a:solidFill>
                  <a:schemeClr val="accent4"/>
                </a:solidFill>
                <a:latin typeface="IBM Plex Sans Medium"/>
                <a:ea typeface="IBM Plex Sans Medium"/>
                <a:cs typeface="IBM Plex Sans Medium"/>
                <a:sym typeface="IBM Plex Sans Medium"/>
              </a:defRPr>
            </a:lvl6pPr>
            <a:lvl7pPr lvl="6" rtl="0">
              <a:spcBef>
                <a:spcPts val="0"/>
              </a:spcBef>
              <a:spcAft>
                <a:spcPts val="0"/>
              </a:spcAft>
              <a:buClr>
                <a:schemeClr val="accent4"/>
              </a:buClr>
              <a:buSzPts val="1100"/>
              <a:buFont typeface="IBM Plex Sans Medium"/>
              <a:buNone/>
              <a:defRPr sz="1100">
                <a:solidFill>
                  <a:schemeClr val="accent4"/>
                </a:solidFill>
                <a:latin typeface="IBM Plex Sans Medium"/>
                <a:ea typeface="IBM Plex Sans Medium"/>
                <a:cs typeface="IBM Plex Sans Medium"/>
                <a:sym typeface="IBM Plex Sans Medium"/>
              </a:defRPr>
            </a:lvl7pPr>
            <a:lvl8pPr lvl="7" rtl="0">
              <a:spcBef>
                <a:spcPts val="0"/>
              </a:spcBef>
              <a:spcAft>
                <a:spcPts val="0"/>
              </a:spcAft>
              <a:buClr>
                <a:schemeClr val="accent4"/>
              </a:buClr>
              <a:buSzPts val="1100"/>
              <a:buFont typeface="IBM Plex Sans Medium"/>
              <a:buNone/>
              <a:defRPr sz="1100">
                <a:solidFill>
                  <a:schemeClr val="accent4"/>
                </a:solidFill>
                <a:latin typeface="IBM Plex Sans Medium"/>
                <a:ea typeface="IBM Plex Sans Medium"/>
                <a:cs typeface="IBM Plex Sans Medium"/>
                <a:sym typeface="IBM Plex Sans Medium"/>
              </a:defRPr>
            </a:lvl8pPr>
            <a:lvl9pPr lvl="8" rtl="0">
              <a:spcBef>
                <a:spcPts val="0"/>
              </a:spcBef>
              <a:spcAft>
                <a:spcPts val="0"/>
              </a:spcAft>
              <a:buClr>
                <a:schemeClr val="accent4"/>
              </a:buClr>
              <a:buSzPts val="1100"/>
              <a:buFont typeface="IBM Plex Sans Medium"/>
              <a:buNone/>
              <a:defRPr sz="1100">
                <a:solidFill>
                  <a:schemeClr val="accent4"/>
                </a:solidFill>
                <a:latin typeface="IBM Plex Sans Medium"/>
                <a:ea typeface="IBM Plex Sans Medium"/>
                <a:cs typeface="IBM Plex Sans Medium"/>
                <a:sym typeface="IBM Plex Sans Medium"/>
              </a:defRPr>
            </a:lvl9pPr>
          </a:lstStyle>
          <a:p>
            <a:endParaRPr/>
          </a:p>
        </p:txBody>
      </p:sp>
      <p:pic>
        <p:nvPicPr>
          <p:cNvPr id="81" name="Google Shape;81;p9"/>
          <p:cNvPicPr preferRelativeResize="0"/>
          <p:nvPr/>
        </p:nvPicPr>
        <p:blipFill>
          <a:blip r:embed="rId2">
            <a:alphaModFix/>
          </a:blip>
          <a:stretch>
            <a:fillRect/>
          </a:stretch>
        </p:blipFill>
        <p:spPr>
          <a:xfrm>
            <a:off x="8565901" y="154374"/>
            <a:ext cx="424850" cy="428253"/>
          </a:xfrm>
          <a:prstGeom prst="rect">
            <a:avLst/>
          </a:prstGeom>
          <a:noFill/>
          <a:ln>
            <a:noFill/>
          </a:ln>
        </p:spPr>
      </p:pic>
      <p:sp>
        <p:nvSpPr>
          <p:cNvPr id="82" name="Google Shape;82;p9"/>
          <p:cNvSpPr/>
          <p:nvPr/>
        </p:nvSpPr>
        <p:spPr>
          <a:xfrm>
            <a:off x="3804000" y="1657821"/>
            <a:ext cx="1536000" cy="1536000"/>
          </a:xfrm>
          <a:prstGeom prst="roundRect">
            <a:avLst>
              <a:gd name="adj" fmla="val 16667"/>
            </a:avLst>
          </a:prstGeom>
          <a:no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 name="Google Shape;83;p9"/>
          <p:cNvSpPr/>
          <p:nvPr/>
        </p:nvSpPr>
        <p:spPr>
          <a:xfrm>
            <a:off x="6532125" y="1657821"/>
            <a:ext cx="1536000" cy="1536000"/>
          </a:xfrm>
          <a:prstGeom prst="roundRect">
            <a:avLst>
              <a:gd name="adj" fmla="val 16667"/>
            </a:avLst>
          </a:prstGeom>
          <a:noFill/>
          <a:ln w="19050" cap="flat" cmpd="sng">
            <a:solidFill>
              <a:srgbClr val="FFB7C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body - Black">
  <p:cSld name="TITLE_AND_BODY_2">
    <p:bg>
      <p:bgPr>
        <a:solidFill>
          <a:schemeClr val="dk1"/>
        </a:solidFill>
        <a:effectLst/>
      </p:bgPr>
    </p:bg>
    <p:spTree>
      <p:nvGrpSpPr>
        <p:cNvPr id="1" name="Shape 84"/>
        <p:cNvGrpSpPr/>
        <p:nvPr/>
      </p:nvGrpSpPr>
      <p:grpSpPr>
        <a:xfrm>
          <a:off x="0" y="0"/>
          <a:ext cx="0" cy="0"/>
          <a:chOff x="0" y="0"/>
          <a:chExt cx="0" cy="0"/>
        </a:xfrm>
      </p:grpSpPr>
      <p:sp>
        <p:nvSpPr>
          <p:cNvPr id="85" name="Google Shape;85;p10"/>
          <p:cNvSpPr/>
          <p:nvPr/>
        </p:nvSpPr>
        <p:spPr>
          <a:xfrm>
            <a:off x="457175" y="1158725"/>
            <a:ext cx="8229600" cy="3984600"/>
          </a:xfrm>
          <a:prstGeom prst="round2SameRect">
            <a:avLst>
              <a:gd name="adj1" fmla="val 6967"/>
              <a:gd name="adj2" fmla="val 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 name="Google Shape;86;p10"/>
          <p:cNvSpPr txBox="1">
            <a:spLocks noGrp="1"/>
          </p:cNvSpPr>
          <p:nvPr>
            <p:ph type="title"/>
          </p:nvPr>
        </p:nvSpPr>
        <p:spPr>
          <a:xfrm>
            <a:off x="457200" y="114300"/>
            <a:ext cx="8229600" cy="903300"/>
          </a:xfrm>
          <a:prstGeom prst="rect">
            <a:avLst/>
          </a:prstGeom>
        </p:spPr>
        <p:txBody>
          <a:bodyPr spcFirstLastPara="1" wrap="square" lIns="0" tIns="0" rIns="0" bIns="0" anchor="t" anchorCtr="0">
            <a:normAutofit/>
          </a:bodyPr>
          <a:lstStyle>
            <a:lvl1pPr lvl="0" rtl="0">
              <a:spcBef>
                <a:spcPts val="0"/>
              </a:spcBef>
              <a:spcAft>
                <a:spcPts val="0"/>
              </a:spcAft>
              <a:buClr>
                <a:schemeClr val="lt2"/>
              </a:buClr>
              <a:buSzPts val="3400"/>
              <a:buNone/>
              <a:defRPr>
                <a:solidFill>
                  <a:schemeClr val="lt2"/>
                </a:solidFill>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87" name="Google Shape;87;p10"/>
          <p:cNvSpPr txBox="1">
            <a:spLocks noGrp="1"/>
          </p:cNvSpPr>
          <p:nvPr>
            <p:ph type="body" idx="1"/>
          </p:nvPr>
        </p:nvSpPr>
        <p:spPr>
          <a:xfrm>
            <a:off x="682650" y="1482275"/>
            <a:ext cx="7778700" cy="3010500"/>
          </a:xfrm>
          <a:prstGeom prst="rect">
            <a:avLst/>
          </a:prstGeom>
        </p:spPr>
        <p:txBody>
          <a:bodyPr spcFirstLastPara="1" wrap="square" lIns="0" tIns="0" rIns="0" bIns="0" anchor="t" anchorCtr="0">
            <a:normAutofit/>
          </a:bodyPr>
          <a:lstStyle>
            <a:lvl1pPr marL="457200" lvl="0" indent="-330200" rtl="0">
              <a:spcBef>
                <a:spcPts val="0"/>
              </a:spcBef>
              <a:spcAft>
                <a:spcPts val="0"/>
              </a:spcAft>
              <a:buSzPts val="1600"/>
              <a:buChar char="■"/>
              <a:defRPr/>
            </a:lvl1pPr>
            <a:lvl2pPr marL="914400" lvl="1" indent="-317500" rtl="0">
              <a:spcBef>
                <a:spcPts val="0"/>
              </a:spcBef>
              <a:spcAft>
                <a:spcPts val="0"/>
              </a:spcAft>
              <a:buSzPts val="1400"/>
              <a:buChar char="■"/>
              <a:defRPr/>
            </a:lvl2pPr>
            <a:lvl3pPr marL="1371600" lvl="2" indent="-317500" rtl="0">
              <a:spcBef>
                <a:spcPts val="0"/>
              </a:spcBef>
              <a:spcAft>
                <a:spcPts val="0"/>
              </a:spcAft>
              <a:buSzPts val="1400"/>
              <a:buChar char="■"/>
              <a:defRPr/>
            </a:lvl3pPr>
            <a:lvl4pPr marL="1828800" lvl="3" indent="-317500" rtl="0">
              <a:spcBef>
                <a:spcPts val="0"/>
              </a:spcBef>
              <a:spcAft>
                <a:spcPts val="0"/>
              </a:spcAft>
              <a:buSzPts val="1400"/>
              <a:buChar char="●"/>
              <a:defRPr/>
            </a:lvl4pPr>
            <a:lvl5pPr marL="2286000" lvl="4" indent="-317500" rtl="0">
              <a:spcBef>
                <a:spcPts val="0"/>
              </a:spcBef>
              <a:spcAft>
                <a:spcPts val="0"/>
              </a:spcAft>
              <a:buSzPts val="1400"/>
              <a:buChar char="○"/>
              <a:defRPr/>
            </a:lvl5pPr>
            <a:lvl6pPr marL="2743200" lvl="5" indent="-317500" rtl="0">
              <a:spcBef>
                <a:spcPts val="0"/>
              </a:spcBef>
              <a:spcAft>
                <a:spcPts val="0"/>
              </a:spcAft>
              <a:buSzPts val="1400"/>
              <a:buChar char="■"/>
              <a:defRPr/>
            </a:lvl6pPr>
            <a:lvl7pPr marL="3200400" lvl="6" indent="-317500" rtl="0">
              <a:spcBef>
                <a:spcPts val="0"/>
              </a:spcBef>
              <a:spcAft>
                <a:spcPts val="0"/>
              </a:spcAft>
              <a:buSzPts val="1400"/>
              <a:buChar char="●"/>
              <a:defRPr/>
            </a:lvl7pPr>
            <a:lvl8pPr marL="3657600" lvl="7" indent="-317500" rtl="0">
              <a:spcBef>
                <a:spcPts val="0"/>
              </a:spcBef>
              <a:spcAft>
                <a:spcPts val="0"/>
              </a:spcAft>
              <a:buSzPts val="1400"/>
              <a:buChar char="○"/>
              <a:defRPr/>
            </a:lvl8pPr>
            <a:lvl9pPr marL="4114800" lvl="8" indent="-317500" rtl="0">
              <a:spcBef>
                <a:spcPts val="0"/>
              </a:spcBef>
              <a:spcAft>
                <a:spcPts val="0"/>
              </a:spcAft>
              <a:buSzPts val="1400"/>
              <a:buChar char="■"/>
              <a:defRPr/>
            </a:lvl9pPr>
          </a:lstStyle>
          <a:p>
            <a:endParaRPr/>
          </a:p>
        </p:txBody>
      </p:sp>
      <p:pic>
        <p:nvPicPr>
          <p:cNvPr id="88" name="Google Shape;88;p10"/>
          <p:cNvPicPr preferRelativeResize="0"/>
          <p:nvPr/>
        </p:nvPicPr>
        <p:blipFill>
          <a:blip r:embed="rId2">
            <a:alphaModFix/>
          </a:blip>
          <a:stretch>
            <a:fillRect/>
          </a:stretch>
        </p:blipFill>
        <p:spPr>
          <a:xfrm>
            <a:off x="8565901" y="154375"/>
            <a:ext cx="424850" cy="428248"/>
          </a:xfrm>
          <a:prstGeom prst="rect">
            <a:avLst/>
          </a:prstGeom>
          <a:noFill/>
          <a:ln>
            <a:noFill/>
          </a:ln>
        </p:spPr>
      </p:pic>
      <p:grpSp>
        <p:nvGrpSpPr>
          <p:cNvPr id="89" name="Google Shape;89;p10"/>
          <p:cNvGrpSpPr/>
          <p:nvPr/>
        </p:nvGrpSpPr>
        <p:grpSpPr>
          <a:xfrm>
            <a:off x="8291156" y="3943362"/>
            <a:ext cx="1079965" cy="1077539"/>
            <a:chOff x="4999950" y="1343050"/>
            <a:chExt cx="2381925" cy="2376050"/>
          </a:xfrm>
        </p:grpSpPr>
        <p:sp>
          <p:nvSpPr>
            <p:cNvPr id="90" name="Google Shape;90;p10"/>
            <p:cNvSpPr/>
            <p:nvPr/>
          </p:nvSpPr>
          <p:spPr>
            <a:xfrm>
              <a:off x="5078375" y="1427350"/>
              <a:ext cx="2303500" cy="2291750"/>
            </a:xfrm>
            <a:custGeom>
              <a:avLst/>
              <a:gdLst/>
              <a:ahLst/>
              <a:cxnLst/>
              <a:rect l="l" t="t" r="r" b="b"/>
              <a:pathLst>
                <a:path w="92140" h="91670" extrusionOk="0">
                  <a:moveTo>
                    <a:pt x="89631" y="550"/>
                  </a:moveTo>
                  <a:lnTo>
                    <a:pt x="90101" y="706"/>
                  </a:lnTo>
                  <a:lnTo>
                    <a:pt x="90493" y="942"/>
                  </a:lnTo>
                  <a:lnTo>
                    <a:pt x="90885" y="1255"/>
                  </a:lnTo>
                  <a:lnTo>
                    <a:pt x="91121" y="1647"/>
                  </a:lnTo>
                  <a:lnTo>
                    <a:pt x="91356" y="2039"/>
                  </a:lnTo>
                  <a:lnTo>
                    <a:pt x="91513" y="2510"/>
                  </a:lnTo>
                  <a:lnTo>
                    <a:pt x="91591" y="2980"/>
                  </a:lnTo>
                  <a:lnTo>
                    <a:pt x="91591" y="3686"/>
                  </a:lnTo>
                  <a:lnTo>
                    <a:pt x="91513" y="4157"/>
                  </a:lnTo>
                  <a:lnTo>
                    <a:pt x="91356" y="4549"/>
                  </a:lnTo>
                  <a:lnTo>
                    <a:pt x="91121" y="5019"/>
                  </a:lnTo>
                  <a:lnTo>
                    <a:pt x="90885" y="5333"/>
                  </a:lnTo>
                  <a:lnTo>
                    <a:pt x="90493" y="5647"/>
                  </a:lnTo>
                  <a:lnTo>
                    <a:pt x="90101" y="5882"/>
                  </a:lnTo>
                  <a:lnTo>
                    <a:pt x="89631" y="6039"/>
                  </a:lnTo>
                  <a:lnTo>
                    <a:pt x="2510" y="6039"/>
                  </a:lnTo>
                  <a:lnTo>
                    <a:pt x="2118" y="5882"/>
                  </a:lnTo>
                  <a:lnTo>
                    <a:pt x="1647" y="5647"/>
                  </a:lnTo>
                  <a:lnTo>
                    <a:pt x="1334" y="5333"/>
                  </a:lnTo>
                  <a:lnTo>
                    <a:pt x="1020" y="5019"/>
                  </a:lnTo>
                  <a:lnTo>
                    <a:pt x="785" y="4627"/>
                  </a:lnTo>
                  <a:lnTo>
                    <a:pt x="628" y="4157"/>
                  </a:lnTo>
                  <a:lnTo>
                    <a:pt x="628" y="3686"/>
                  </a:lnTo>
                  <a:lnTo>
                    <a:pt x="628" y="2980"/>
                  </a:lnTo>
                  <a:lnTo>
                    <a:pt x="628" y="2510"/>
                  </a:lnTo>
                  <a:lnTo>
                    <a:pt x="785" y="2039"/>
                  </a:lnTo>
                  <a:lnTo>
                    <a:pt x="1020" y="1647"/>
                  </a:lnTo>
                  <a:lnTo>
                    <a:pt x="1334" y="1255"/>
                  </a:lnTo>
                  <a:lnTo>
                    <a:pt x="1647" y="942"/>
                  </a:lnTo>
                  <a:lnTo>
                    <a:pt x="2118" y="706"/>
                  </a:lnTo>
                  <a:lnTo>
                    <a:pt x="2510" y="550"/>
                  </a:lnTo>
                  <a:close/>
                  <a:moveTo>
                    <a:pt x="2431" y="1"/>
                  </a:moveTo>
                  <a:lnTo>
                    <a:pt x="1883" y="236"/>
                  </a:lnTo>
                  <a:lnTo>
                    <a:pt x="1334" y="471"/>
                  </a:lnTo>
                  <a:lnTo>
                    <a:pt x="942" y="863"/>
                  </a:lnTo>
                  <a:lnTo>
                    <a:pt x="549" y="1334"/>
                  </a:lnTo>
                  <a:lnTo>
                    <a:pt x="236" y="1804"/>
                  </a:lnTo>
                  <a:lnTo>
                    <a:pt x="79" y="2353"/>
                  </a:lnTo>
                  <a:lnTo>
                    <a:pt x="1" y="2980"/>
                  </a:lnTo>
                  <a:lnTo>
                    <a:pt x="1" y="3686"/>
                  </a:lnTo>
                  <a:lnTo>
                    <a:pt x="79" y="4235"/>
                  </a:lnTo>
                  <a:lnTo>
                    <a:pt x="236" y="4784"/>
                  </a:lnTo>
                  <a:lnTo>
                    <a:pt x="549" y="5333"/>
                  </a:lnTo>
                  <a:lnTo>
                    <a:pt x="942" y="5803"/>
                  </a:lnTo>
                  <a:lnTo>
                    <a:pt x="1334" y="6117"/>
                  </a:lnTo>
                  <a:lnTo>
                    <a:pt x="1883" y="6431"/>
                  </a:lnTo>
                  <a:lnTo>
                    <a:pt x="2431" y="6588"/>
                  </a:lnTo>
                  <a:lnTo>
                    <a:pt x="2980" y="6666"/>
                  </a:lnTo>
                  <a:lnTo>
                    <a:pt x="89160" y="6666"/>
                  </a:lnTo>
                  <a:lnTo>
                    <a:pt x="89709" y="6588"/>
                  </a:lnTo>
                  <a:lnTo>
                    <a:pt x="90258" y="6431"/>
                  </a:lnTo>
                  <a:lnTo>
                    <a:pt x="90807" y="6117"/>
                  </a:lnTo>
                  <a:lnTo>
                    <a:pt x="91277" y="5803"/>
                  </a:lnTo>
                  <a:lnTo>
                    <a:pt x="91591" y="5333"/>
                  </a:lnTo>
                  <a:lnTo>
                    <a:pt x="91905" y="4784"/>
                  </a:lnTo>
                  <a:lnTo>
                    <a:pt x="92062" y="4235"/>
                  </a:lnTo>
                  <a:lnTo>
                    <a:pt x="92140" y="3686"/>
                  </a:lnTo>
                  <a:lnTo>
                    <a:pt x="92140" y="2980"/>
                  </a:lnTo>
                  <a:lnTo>
                    <a:pt x="92062" y="2353"/>
                  </a:lnTo>
                  <a:lnTo>
                    <a:pt x="91905" y="1804"/>
                  </a:lnTo>
                  <a:lnTo>
                    <a:pt x="91591" y="1334"/>
                  </a:lnTo>
                  <a:lnTo>
                    <a:pt x="91277" y="863"/>
                  </a:lnTo>
                  <a:lnTo>
                    <a:pt x="90807" y="471"/>
                  </a:lnTo>
                  <a:lnTo>
                    <a:pt x="90258" y="236"/>
                  </a:lnTo>
                  <a:lnTo>
                    <a:pt x="89709" y="1"/>
                  </a:lnTo>
                  <a:close/>
                  <a:moveTo>
                    <a:pt x="89631" y="17566"/>
                  </a:moveTo>
                  <a:lnTo>
                    <a:pt x="90101" y="17723"/>
                  </a:lnTo>
                  <a:lnTo>
                    <a:pt x="90493" y="17958"/>
                  </a:lnTo>
                  <a:lnTo>
                    <a:pt x="90885" y="18272"/>
                  </a:lnTo>
                  <a:lnTo>
                    <a:pt x="91121" y="18585"/>
                  </a:lnTo>
                  <a:lnTo>
                    <a:pt x="91356" y="19056"/>
                  </a:lnTo>
                  <a:lnTo>
                    <a:pt x="91513" y="19448"/>
                  </a:lnTo>
                  <a:lnTo>
                    <a:pt x="91591" y="19918"/>
                  </a:lnTo>
                  <a:lnTo>
                    <a:pt x="91591" y="20703"/>
                  </a:lnTo>
                  <a:lnTo>
                    <a:pt x="91513" y="21173"/>
                  </a:lnTo>
                  <a:lnTo>
                    <a:pt x="91356" y="21565"/>
                  </a:lnTo>
                  <a:lnTo>
                    <a:pt x="91121" y="22036"/>
                  </a:lnTo>
                  <a:lnTo>
                    <a:pt x="90885" y="22349"/>
                  </a:lnTo>
                  <a:lnTo>
                    <a:pt x="90493" y="22663"/>
                  </a:lnTo>
                  <a:lnTo>
                    <a:pt x="90101" y="22898"/>
                  </a:lnTo>
                  <a:lnTo>
                    <a:pt x="89631" y="23055"/>
                  </a:lnTo>
                  <a:lnTo>
                    <a:pt x="2510" y="23055"/>
                  </a:lnTo>
                  <a:lnTo>
                    <a:pt x="2118" y="22898"/>
                  </a:lnTo>
                  <a:lnTo>
                    <a:pt x="1647" y="22663"/>
                  </a:lnTo>
                  <a:lnTo>
                    <a:pt x="1334" y="22349"/>
                  </a:lnTo>
                  <a:lnTo>
                    <a:pt x="1020" y="22036"/>
                  </a:lnTo>
                  <a:lnTo>
                    <a:pt x="785" y="21565"/>
                  </a:lnTo>
                  <a:lnTo>
                    <a:pt x="628" y="21173"/>
                  </a:lnTo>
                  <a:lnTo>
                    <a:pt x="628" y="20703"/>
                  </a:lnTo>
                  <a:lnTo>
                    <a:pt x="628" y="19918"/>
                  </a:lnTo>
                  <a:lnTo>
                    <a:pt x="628" y="19448"/>
                  </a:lnTo>
                  <a:lnTo>
                    <a:pt x="785" y="19056"/>
                  </a:lnTo>
                  <a:lnTo>
                    <a:pt x="1020" y="18585"/>
                  </a:lnTo>
                  <a:lnTo>
                    <a:pt x="1334" y="18272"/>
                  </a:lnTo>
                  <a:lnTo>
                    <a:pt x="1647" y="17958"/>
                  </a:lnTo>
                  <a:lnTo>
                    <a:pt x="2118" y="17723"/>
                  </a:lnTo>
                  <a:lnTo>
                    <a:pt x="2510" y="17566"/>
                  </a:lnTo>
                  <a:close/>
                  <a:moveTo>
                    <a:pt x="2980" y="16939"/>
                  </a:moveTo>
                  <a:lnTo>
                    <a:pt x="2431" y="17017"/>
                  </a:lnTo>
                  <a:lnTo>
                    <a:pt x="1883" y="17174"/>
                  </a:lnTo>
                  <a:lnTo>
                    <a:pt x="1334" y="17488"/>
                  </a:lnTo>
                  <a:lnTo>
                    <a:pt x="942" y="17880"/>
                  </a:lnTo>
                  <a:lnTo>
                    <a:pt x="549" y="18272"/>
                  </a:lnTo>
                  <a:lnTo>
                    <a:pt x="236" y="18821"/>
                  </a:lnTo>
                  <a:lnTo>
                    <a:pt x="79" y="19370"/>
                  </a:lnTo>
                  <a:lnTo>
                    <a:pt x="1" y="19918"/>
                  </a:lnTo>
                  <a:lnTo>
                    <a:pt x="1" y="20703"/>
                  </a:lnTo>
                  <a:lnTo>
                    <a:pt x="79" y="21252"/>
                  </a:lnTo>
                  <a:lnTo>
                    <a:pt x="236" y="21800"/>
                  </a:lnTo>
                  <a:lnTo>
                    <a:pt x="549" y="22349"/>
                  </a:lnTo>
                  <a:lnTo>
                    <a:pt x="942" y="22741"/>
                  </a:lnTo>
                  <a:lnTo>
                    <a:pt x="1334" y="23134"/>
                  </a:lnTo>
                  <a:lnTo>
                    <a:pt x="1883" y="23447"/>
                  </a:lnTo>
                  <a:lnTo>
                    <a:pt x="2431" y="23604"/>
                  </a:lnTo>
                  <a:lnTo>
                    <a:pt x="2980" y="23682"/>
                  </a:lnTo>
                  <a:lnTo>
                    <a:pt x="89160" y="23682"/>
                  </a:lnTo>
                  <a:lnTo>
                    <a:pt x="89709" y="23604"/>
                  </a:lnTo>
                  <a:lnTo>
                    <a:pt x="90258" y="23447"/>
                  </a:lnTo>
                  <a:lnTo>
                    <a:pt x="90807" y="23134"/>
                  </a:lnTo>
                  <a:lnTo>
                    <a:pt x="91277" y="22741"/>
                  </a:lnTo>
                  <a:lnTo>
                    <a:pt x="91591" y="22349"/>
                  </a:lnTo>
                  <a:lnTo>
                    <a:pt x="91905" y="21800"/>
                  </a:lnTo>
                  <a:lnTo>
                    <a:pt x="92062" y="21252"/>
                  </a:lnTo>
                  <a:lnTo>
                    <a:pt x="92140" y="20703"/>
                  </a:lnTo>
                  <a:lnTo>
                    <a:pt x="92140" y="19918"/>
                  </a:lnTo>
                  <a:lnTo>
                    <a:pt x="92062" y="19370"/>
                  </a:lnTo>
                  <a:lnTo>
                    <a:pt x="91905" y="18821"/>
                  </a:lnTo>
                  <a:lnTo>
                    <a:pt x="91591" y="18272"/>
                  </a:lnTo>
                  <a:lnTo>
                    <a:pt x="91277" y="17880"/>
                  </a:lnTo>
                  <a:lnTo>
                    <a:pt x="90807" y="17488"/>
                  </a:lnTo>
                  <a:lnTo>
                    <a:pt x="90258" y="17174"/>
                  </a:lnTo>
                  <a:lnTo>
                    <a:pt x="89709" y="17017"/>
                  </a:lnTo>
                  <a:lnTo>
                    <a:pt x="89160" y="16939"/>
                  </a:lnTo>
                  <a:close/>
                  <a:moveTo>
                    <a:pt x="89631" y="34582"/>
                  </a:moveTo>
                  <a:lnTo>
                    <a:pt x="90101" y="34739"/>
                  </a:lnTo>
                  <a:lnTo>
                    <a:pt x="90493" y="34974"/>
                  </a:lnTo>
                  <a:lnTo>
                    <a:pt x="90885" y="35288"/>
                  </a:lnTo>
                  <a:lnTo>
                    <a:pt x="91121" y="35602"/>
                  </a:lnTo>
                  <a:lnTo>
                    <a:pt x="91356" y="36072"/>
                  </a:lnTo>
                  <a:lnTo>
                    <a:pt x="91513" y="36464"/>
                  </a:lnTo>
                  <a:lnTo>
                    <a:pt x="91591" y="36935"/>
                  </a:lnTo>
                  <a:lnTo>
                    <a:pt x="91591" y="37641"/>
                  </a:lnTo>
                  <a:lnTo>
                    <a:pt x="91513" y="38111"/>
                  </a:lnTo>
                  <a:lnTo>
                    <a:pt x="91356" y="38582"/>
                  </a:lnTo>
                  <a:lnTo>
                    <a:pt x="91121" y="38974"/>
                  </a:lnTo>
                  <a:lnTo>
                    <a:pt x="90885" y="39366"/>
                  </a:lnTo>
                  <a:lnTo>
                    <a:pt x="90493" y="39679"/>
                  </a:lnTo>
                  <a:lnTo>
                    <a:pt x="90101" y="39915"/>
                  </a:lnTo>
                  <a:lnTo>
                    <a:pt x="89631" y="40071"/>
                  </a:lnTo>
                  <a:lnTo>
                    <a:pt x="2510" y="40071"/>
                  </a:lnTo>
                  <a:lnTo>
                    <a:pt x="2118" y="39915"/>
                  </a:lnTo>
                  <a:lnTo>
                    <a:pt x="1647" y="39679"/>
                  </a:lnTo>
                  <a:lnTo>
                    <a:pt x="1334" y="39366"/>
                  </a:lnTo>
                  <a:lnTo>
                    <a:pt x="1020" y="39052"/>
                  </a:lnTo>
                  <a:lnTo>
                    <a:pt x="785" y="38582"/>
                  </a:lnTo>
                  <a:lnTo>
                    <a:pt x="628" y="38111"/>
                  </a:lnTo>
                  <a:lnTo>
                    <a:pt x="628" y="37641"/>
                  </a:lnTo>
                  <a:lnTo>
                    <a:pt x="628" y="36935"/>
                  </a:lnTo>
                  <a:lnTo>
                    <a:pt x="628" y="36464"/>
                  </a:lnTo>
                  <a:lnTo>
                    <a:pt x="785" y="36072"/>
                  </a:lnTo>
                  <a:lnTo>
                    <a:pt x="1020" y="35602"/>
                  </a:lnTo>
                  <a:lnTo>
                    <a:pt x="1334" y="35288"/>
                  </a:lnTo>
                  <a:lnTo>
                    <a:pt x="1647" y="34974"/>
                  </a:lnTo>
                  <a:lnTo>
                    <a:pt x="2118" y="34739"/>
                  </a:lnTo>
                  <a:lnTo>
                    <a:pt x="2510" y="34582"/>
                  </a:lnTo>
                  <a:close/>
                  <a:moveTo>
                    <a:pt x="2980" y="33955"/>
                  </a:moveTo>
                  <a:lnTo>
                    <a:pt x="2431" y="34033"/>
                  </a:lnTo>
                  <a:lnTo>
                    <a:pt x="1883" y="34190"/>
                  </a:lnTo>
                  <a:lnTo>
                    <a:pt x="1334" y="34504"/>
                  </a:lnTo>
                  <a:lnTo>
                    <a:pt x="942" y="34818"/>
                  </a:lnTo>
                  <a:lnTo>
                    <a:pt x="549" y="35288"/>
                  </a:lnTo>
                  <a:lnTo>
                    <a:pt x="236" y="35837"/>
                  </a:lnTo>
                  <a:lnTo>
                    <a:pt x="79" y="36386"/>
                  </a:lnTo>
                  <a:lnTo>
                    <a:pt x="1" y="36935"/>
                  </a:lnTo>
                  <a:lnTo>
                    <a:pt x="1" y="37641"/>
                  </a:lnTo>
                  <a:lnTo>
                    <a:pt x="79" y="38268"/>
                  </a:lnTo>
                  <a:lnTo>
                    <a:pt x="236" y="38817"/>
                  </a:lnTo>
                  <a:lnTo>
                    <a:pt x="549" y="39366"/>
                  </a:lnTo>
                  <a:lnTo>
                    <a:pt x="942" y="39758"/>
                  </a:lnTo>
                  <a:lnTo>
                    <a:pt x="1334" y="40150"/>
                  </a:lnTo>
                  <a:lnTo>
                    <a:pt x="1883" y="40464"/>
                  </a:lnTo>
                  <a:lnTo>
                    <a:pt x="2431" y="40620"/>
                  </a:lnTo>
                  <a:lnTo>
                    <a:pt x="89709" y="40620"/>
                  </a:lnTo>
                  <a:lnTo>
                    <a:pt x="90258" y="40464"/>
                  </a:lnTo>
                  <a:lnTo>
                    <a:pt x="90807" y="40150"/>
                  </a:lnTo>
                  <a:lnTo>
                    <a:pt x="91277" y="39758"/>
                  </a:lnTo>
                  <a:lnTo>
                    <a:pt x="91591" y="39287"/>
                  </a:lnTo>
                  <a:lnTo>
                    <a:pt x="91905" y="38817"/>
                  </a:lnTo>
                  <a:lnTo>
                    <a:pt x="92062" y="38268"/>
                  </a:lnTo>
                  <a:lnTo>
                    <a:pt x="92140" y="37641"/>
                  </a:lnTo>
                  <a:lnTo>
                    <a:pt x="92140" y="36935"/>
                  </a:lnTo>
                  <a:lnTo>
                    <a:pt x="92062" y="36386"/>
                  </a:lnTo>
                  <a:lnTo>
                    <a:pt x="91905" y="35837"/>
                  </a:lnTo>
                  <a:lnTo>
                    <a:pt x="91591" y="35288"/>
                  </a:lnTo>
                  <a:lnTo>
                    <a:pt x="91277" y="34818"/>
                  </a:lnTo>
                  <a:lnTo>
                    <a:pt x="90807" y="34504"/>
                  </a:lnTo>
                  <a:lnTo>
                    <a:pt x="90258" y="34190"/>
                  </a:lnTo>
                  <a:lnTo>
                    <a:pt x="89709" y="34033"/>
                  </a:lnTo>
                  <a:lnTo>
                    <a:pt x="89160" y="33955"/>
                  </a:lnTo>
                  <a:close/>
                  <a:moveTo>
                    <a:pt x="89160" y="51520"/>
                  </a:moveTo>
                  <a:lnTo>
                    <a:pt x="89631" y="51599"/>
                  </a:lnTo>
                  <a:lnTo>
                    <a:pt x="90101" y="51756"/>
                  </a:lnTo>
                  <a:lnTo>
                    <a:pt x="90493" y="51991"/>
                  </a:lnTo>
                  <a:lnTo>
                    <a:pt x="90885" y="52226"/>
                  </a:lnTo>
                  <a:lnTo>
                    <a:pt x="91121" y="52618"/>
                  </a:lnTo>
                  <a:lnTo>
                    <a:pt x="91356" y="53010"/>
                  </a:lnTo>
                  <a:lnTo>
                    <a:pt x="91513" y="53481"/>
                  </a:lnTo>
                  <a:lnTo>
                    <a:pt x="91591" y="53951"/>
                  </a:lnTo>
                  <a:lnTo>
                    <a:pt x="91591" y="54657"/>
                  </a:lnTo>
                  <a:lnTo>
                    <a:pt x="91513" y="55127"/>
                  </a:lnTo>
                  <a:lnTo>
                    <a:pt x="91356" y="55598"/>
                  </a:lnTo>
                  <a:lnTo>
                    <a:pt x="91121" y="55990"/>
                  </a:lnTo>
                  <a:lnTo>
                    <a:pt x="90885" y="56382"/>
                  </a:lnTo>
                  <a:lnTo>
                    <a:pt x="90493" y="56696"/>
                  </a:lnTo>
                  <a:lnTo>
                    <a:pt x="90101" y="56931"/>
                  </a:lnTo>
                  <a:lnTo>
                    <a:pt x="89631" y="57009"/>
                  </a:lnTo>
                  <a:lnTo>
                    <a:pt x="89160" y="57088"/>
                  </a:lnTo>
                  <a:lnTo>
                    <a:pt x="2980" y="57088"/>
                  </a:lnTo>
                  <a:lnTo>
                    <a:pt x="2510" y="57009"/>
                  </a:lnTo>
                  <a:lnTo>
                    <a:pt x="2118" y="56931"/>
                  </a:lnTo>
                  <a:lnTo>
                    <a:pt x="1647" y="56696"/>
                  </a:lnTo>
                  <a:lnTo>
                    <a:pt x="1334" y="56382"/>
                  </a:lnTo>
                  <a:lnTo>
                    <a:pt x="1020" y="55990"/>
                  </a:lnTo>
                  <a:lnTo>
                    <a:pt x="785" y="55598"/>
                  </a:lnTo>
                  <a:lnTo>
                    <a:pt x="628" y="55127"/>
                  </a:lnTo>
                  <a:lnTo>
                    <a:pt x="628" y="54657"/>
                  </a:lnTo>
                  <a:lnTo>
                    <a:pt x="628" y="53951"/>
                  </a:lnTo>
                  <a:lnTo>
                    <a:pt x="628" y="53481"/>
                  </a:lnTo>
                  <a:lnTo>
                    <a:pt x="785" y="53010"/>
                  </a:lnTo>
                  <a:lnTo>
                    <a:pt x="1020" y="52618"/>
                  </a:lnTo>
                  <a:lnTo>
                    <a:pt x="1334" y="52226"/>
                  </a:lnTo>
                  <a:lnTo>
                    <a:pt x="1647" y="51991"/>
                  </a:lnTo>
                  <a:lnTo>
                    <a:pt x="2118" y="51756"/>
                  </a:lnTo>
                  <a:lnTo>
                    <a:pt x="2510" y="51599"/>
                  </a:lnTo>
                  <a:lnTo>
                    <a:pt x="2980" y="51520"/>
                  </a:lnTo>
                  <a:close/>
                  <a:moveTo>
                    <a:pt x="2980" y="50971"/>
                  </a:moveTo>
                  <a:lnTo>
                    <a:pt x="2431" y="51050"/>
                  </a:lnTo>
                  <a:lnTo>
                    <a:pt x="1883" y="51207"/>
                  </a:lnTo>
                  <a:lnTo>
                    <a:pt x="1334" y="51520"/>
                  </a:lnTo>
                  <a:lnTo>
                    <a:pt x="942" y="51834"/>
                  </a:lnTo>
                  <a:lnTo>
                    <a:pt x="549" y="52304"/>
                  </a:lnTo>
                  <a:lnTo>
                    <a:pt x="236" y="52853"/>
                  </a:lnTo>
                  <a:lnTo>
                    <a:pt x="79" y="53402"/>
                  </a:lnTo>
                  <a:lnTo>
                    <a:pt x="1" y="53951"/>
                  </a:lnTo>
                  <a:lnTo>
                    <a:pt x="1" y="54657"/>
                  </a:lnTo>
                  <a:lnTo>
                    <a:pt x="79" y="55284"/>
                  </a:lnTo>
                  <a:lnTo>
                    <a:pt x="236" y="55833"/>
                  </a:lnTo>
                  <a:lnTo>
                    <a:pt x="549" y="56304"/>
                  </a:lnTo>
                  <a:lnTo>
                    <a:pt x="942" y="56774"/>
                  </a:lnTo>
                  <a:lnTo>
                    <a:pt x="1334" y="57166"/>
                  </a:lnTo>
                  <a:lnTo>
                    <a:pt x="1883" y="57402"/>
                  </a:lnTo>
                  <a:lnTo>
                    <a:pt x="2431" y="57637"/>
                  </a:lnTo>
                  <a:lnTo>
                    <a:pt x="89709" y="57637"/>
                  </a:lnTo>
                  <a:lnTo>
                    <a:pt x="90258" y="57402"/>
                  </a:lnTo>
                  <a:lnTo>
                    <a:pt x="90807" y="57166"/>
                  </a:lnTo>
                  <a:lnTo>
                    <a:pt x="91277" y="56774"/>
                  </a:lnTo>
                  <a:lnTo>
                    <a:pt x="91591" y="56304"/>
                  </a:lnTo>
                  <a:lnTo>
                    <a:pt x="91905" y="55833"/>
                  </a:lnTo>
                  <a:lnTo>
                    <a:pt x="92062" y="55284"/>
                  </a:lnTo>
                  <a:lnTo>
                    <a:pt x="92140" y="54657"/>
                  </a:lnTo>
                  <a:lnTo>
                    <a:pt x="92140" y="53951"/>
                  </a:lnTo>
                  <a:lnTo>
                    <a:pt x="92062" y="53402"/>
                  </a:lnTo>
                  <a:lnTo>
                    <a:pt x="91905" y="52853"/>
                  </a:lnTo>
                  <a:lnTo>
                    <a:pt x="91591" y="52304"/>
                  </a:lnTo>
                  <a:lnTo>
                    <a:pt x="91277" y="51834"/>
                  </a:lnTo>
                  <a:lnTo>
                    <a:pt x="90807" y="51520"/>
                  </a:lnTo>
                  <a:lnTo>
                    <a:pt x="90258" y="51207"/>
                  </a:lnTo>
                  <a:lnTo>
                    <a:pt x="89709" y="51050"/>
                  </a:lnTo>
                  <a:lnTo>
                    <a:pt x="89160" y="50971"/>
                  </a:lnTo>
                  <a:close/>
                  <a:moveTo>
                    <a:pt x="89160" y="68537"/>
                  </a:moveTo>
                  <a:lnTo>
                    <a:pt x="89631" y="68615"/>
                  </a:lnTo>
                  <a:lnTo>
                    <a:pt x="90101" y="68772"/>
                  </a:lnTo>
                  <a:lnTo>
                    <a:pt x="90493" y="68929"/>
                  </a:lnTo>
                  <a:lnTo>
                    <a:pt x="90885" y="69242"/>
                  </a:lnTo>
                  <a:lnTo>
                    <a:pt x="91121" y="69635"/>
                  </a:lnTo>
                  <a:lnTo>
                    <a:pt x="91356" y="70027"/>
                  </a:lnTo>
                  <a:lnTo>
                    <a:pt x="91513" y="70497"/>
                  </a:lnTo>
                  <a:lnTo>
                    <a:pt x="91591" y="70968"/>
                  </a:lnTo>
                  <a:lnTo>
                    <a:pt x="91591" y="71673"/>
                  </a:lnTo>
                  <a:lnTo>
                    <a:pt x="91513" y="72144"/>
                  </a:lnTo>
                  <a:lnTo>
                    <a:pt x="91356" y="72614"/>
                  </a:lnTo>
                  <a:lnTo>
                    <a:pt x="91121" y="73006"/>
                  </a:lnTo>
                  <a:lnTo>
                    <a:pt x="90885" y="73399"/>
                  </a:lnTo>
                  <a:lnTo>
                    <a:pt x="90493" y="73712"/>
                  </a:lnTo>
                  <a:lnTo>
                    <a:pt x="90101" y="73947"/>
                  </a:lnTo>
                  <a:lnTo>
                    <a:pt x="89631" y="74026"/>
                  </a:lnTo>
                  <a:lnTo>
                    <a:pt x="89160" y="74104"/>
                  </a:lnTo>
                  <a:lnTo>
                    <a:pt x="2980" y="74104"/>
                  </a:lnTo>
                  <a:lnTo>
                    <a:pt x="2510" y="74026"/>
                  </a:lnTo>
                  <a:lnTo>
                    <a:pt x="2118" y="73947"/>
                  </a:lnTo>
                  <a:lnTo>
                    <a:pt x="1647" y="73712"/>
                  </a:lnTo>
                  <a:lnTo>
                    <a:pt x="1334" y="73399"/>
                  </a:lnTo>
                  <a:lnTo>
                    <a:pt x="1020" y="73006"/>
                  </a:lnTo>
                  <a:lnTo>
                    <a:pt x="785" y="72614"/>
                  </a:lnTo>
                  <a:lnTo>
                    <a:pt x="628" y="72144"/>
                  </a:lnTo>
                  <a:lnTo>
                    <a:pt x="628" y="71673"/>
                  </a:lnTo>
                  <a:lnTo>
                    <a:pt x="628" y="70968"/>
                  </a:lnTo>
                  <a:lnTo>
                    <a:pt x="628" y="70497"/>
                  </a:lnTo>
                  <a:lnTo>
                    <a:pt x="785" y="70027"/>
                  </a:lnTo>
                  <a:lnTo>
                    <a:pt x="1020" y="69635"/>
                  </a:lnTo>
                  <a:lnTo>
                    <a:pt x="1334" y="69242"/>
                  </a:lnTo>
                  <a:lnTo>
                    <a:pt x="1647" y="68929"/>
                  </a:lnTo>
                  <a:lnTo>
                    <a:pt x="2118" y="68772"/>
                  </a:lnTo>
                  <a:lnTo>
                    <a:pt x="2510" y="68615"/>
                  </a:lnTo>
                  <a:lnTo>
                    <a:pt x="2980" y="68537"/>
                  </a:lnTo>
                  <a:close/>
                  <a:moveTo>
                    <a:pt x="2980" y="67988"/>
                  </a:moveTo>
                  <a:lnTo>
                    <a:pt x="2431" y="68066"/>
                  </a:lnTo>
                  <a:lnTo>
                    <a:pt x="1883" y="68223"/>
                  </a:lnTo>
                  <a:lnTo>
                    <a:pt x="1334" y="68458"/>
                  </a:lnTo>
                  <a:lnTo>
                    <a:pt x="942" y="68850"/>
                  </a:lnTo>
                  <a:lnTo>
                    <a:pt x="549" y="69321"/>
                  </a:lnTo>
                  <a:lnTo>
                    <a:pt x="236" y="69870"/>
                  </a:lnTo>
                  <a:lnTo>
                    <a:pt x="79" y="70419"/>
                  </a:lnTo>
                  <a:lnTo>
                    <a:pt x="1" y="70968"/>
                  </a:lnTo>
                  <a:lnTo>
                    <a:pt x="1" y="71673"/>
                  </a:lnTo>
                  <a:lnTo>
                    <a:pt x="79" y="72301"/>
                  </a:lnTo>
                  <a:lnTo>
                    <a:pt x="236" y="72850"/>
                  </a:lnTo>
                  <a:lnTo>
                    <a:pt x="549" y="73320"/>
                  </a:lnTo>
                  <a:lnTo>
                    <a:pt x="942" y="73791"/>
                  </a:lnTo>
                  <a:lnTo>
                    <a:pt x="1334" y="74183"/>
                  </a:lnTo>
                  <a:lnTo>
                    <a:pt x="1883" y="74418"/>
                  </a:lnTo>
                  <a:lnTo>
                    <a:pt x="2431" y="74575"/>
                  </a:lnTo>
                  <a:lnTo>
                    <a:pt x="2980" y="74653"/>
                  </a:lnTo>
                  <a:lnTo>
                    <a:pt x="89631" y="74653"/>
                  </a:lnTo>
                  <a:lnTo>
                    <a:pt x="90180" y="74496"/>
                  </a:lnTo>
                  <a:lnTo>
                    <a:pt x="90650" y="74261"/>
                  </a:lnTo>
                  <a:lnTo>
                    <a:pt x="91042" y="73947"/>
                  </a:lnTo>
                  <a:lnTo>
                    <a:pt x="91042" y="74026"/>
                  </a:lnTo>
                  <a:lnTo>
                    <a:pt x="91199" y="73869"/>
                  </a:lnTo>
                  <a:lnTo>
                    <a:pt x="91277" y="73791"/>
                  </a:lnTo>
                  <a:lnTo>
                    <a:pt x="91277" y="73712"/>
                  </a:lnTo>
                  <a:lnTo>
                    <a:pt x="91434" y="73555"/>
                  </a:lnTo>
                  <a:lnTo>
                    <a:pt x="91748" y="73163"/>
                  </a:lnTo>
                  <a:lnTo>
                    <a:pt x="91905" y="72693"/>
                  </a:lnTo>
                  <a:lnTo>
                    <a:pt x="92062" y="72222"/>
                  </a:lnTo>
                  <a:lnTo>
                    <a:pt x="92140" y="71673"/>
                  </a:lnTo>
                  <a:lnTo>
                    <a:pt x="92140" y="70968"/>
                  </a:lnTo>
                  <a:lnTo>
                    <a:pt x="92062" y="70419"/>
                  </a:lnTo>
                  <a:lnTo>
                    <a:pt x="91905" y="69870"/>
                  </a:lnTo>
                  <a:lnTo>
                    <a:pt x="91591" y="69321"/>
                  </a:lnTo>
                  <a:lnTo>
                    <a:pt x="91277" y="68850"/>
                  </a:lnTo>
                  <a:lnTo>
                    <a:pt x="90807" y="68458"/>
                  </a:lnTo>
                  <a:lnTo>
                    <a:pt x="90258" y="68223"/>
                  </a:lnTo>
                  <a:lnTo>
                    <a:pt x="89709" y="68066"/>
                  </a:lnTo>
                  <a:lnTo>
                    <a:pt x="89160" y="67988"/>
                  </a:lnTo>
                  <a:close/>
                  <a:moveTo>
                    <a:pt x="89160" y="85553"/>
                  </a:moveTo>
                  <a:lnTo>
                    <a:pt x="89631" y="85631"/>
                  </a:lnTo>
                  <a:lnTo>
                    <a:pt x="90101" y="85788"/>
                  </a:lnTo>
                  <a:lnTo>
                    <a:pt x="90493" y="85945"/>
                  </a:lnTo>
                  <a:lnTo>
                    <a:pt x="90885" y="86259"/>
                  </a:lnTo>
                  <a:lnTo>
                    <a:pt x="91121" y="86651"/>
                  </a:lnTo>
                  <a:lnTo>
                    <a:pt x="91356" y="87043"/>
                  </a:lnTo>
                  <a:lnTo>
                    <a:pt x="91513" y="87513"/>
                  </a:lnTo>
                  <a:lnTo>
                    <a:pt x="91591" y="87984"/>
                  </a:lnTo>
                  <a:lnTo>
                    <a:pt x="91591" y="88690"/>
                  </a:lnTo>
                  <a:lnTo>
                    <a:pt x="91513" y="89160"/>
                  </a:lnTo>
                  <a:lnTo>
                    <a:pt x="91356" y="89631"/>
                  </a:lnTo>
                  <a:lnTo>
                    <a:pt x="91121" y="90023"/>
                  </a:lnTo>
                  <a:lnTo>
                    <a:pt x="90885" y="90415"/>
                  </a:lnTo>
                  <a:lnTo>
                    <a:pt x="90493" y="90729"/>
                  </a:lnTo>
                  <a:lnTo>
                    <a:pt x="90101" y="90885"/>
                  </a:lnTo>
                  <a:lnTo>
                    <a:pt x="89631" y="91042"/>
                  </a:lnTo>
                  <a:lnTo>
                    <a:pt x="89160" y="91121"/>
                  </a:lnTo>
                  <a:lnTo>
                    <a:pt x="2980" y="91121"/>
                  </a:lnTo>
                  <a:lnTo>
                    <a:pt x="2510" y="91042"/>
                  </a:lnTo>
                  <a:lnTo>
                    <a:pt x="2118" y="90885"/>
                  </a:lnTo>
                  <a:lnTo>
                    <a:pt x="1647" y="90729"/>
                  </a:lnTo>
                  <a:lnTo>
                    <a:pt x="1334" y="90415"/>
                  </a:lnTo>
                  <a:lnTo>
                    <a:pt x="1020" y="90023"/>
                  </a:lnTo>
                  <a:lnTo>
                    <a:pt x="785" y="89631"/>
                  </a:lnTo>
                  <a:lnTo>
                    <a:pt x="628" y="89160"/>
                  </a:lnTo>
                  <a:lnTo>
                    <a:pt x="628" y="88690"/>
                  </a:lnTo>
                  <a:lnTo>
                    <a:pt x="628" y="87984"/>
                  </a:lnTo>
                  <a:lnTo>
                    <a:pt x="628" y="87513"/>
                  </a:lnTo>
                  <a:lnTo>
                    <a:pt x="785" y="87043"/>
                  </a:lnTo>
                  <a:lnTo>
                    <a:pt x="1020" y="86651"/>
                  </a:lnTo>
                  <a:lnTo>
                    <a:pt x="1334" y="86259"/>
                  </a:lnTo>
                  <a:lnTo>
                    <a:pt x="1647" y="85945"/>
                  </a:lnTo>
                  <a:lnTo>
                    <a:pt x="2118" y="85788"/>
                  </a:lnTo>
                  <a:lnTo>
                    <a:pt x="2510" y="85631"/>
                  </a:lnTo>
                  <a:lnTo>
                    <a:pt x="2980" y="85553"/>
                  </a:lnTo>
                  <a:close/>
                  <a:moveTo>
                    <a:pt x="2980" y="85004"/>
                  </a:moveTo>
                  <a:lnTo>
                    <a:pt x="2431" y="85083"/>
                  </a:lnTo>
                  <a:lnTo>
                    <a:pt x="1883" y="85239"/>
                  </a:lnTo>
                  <a:lnTo>
                    <a:pt x="1334" y="85475"/>
                  </a:lnTo>
                  <a:lnTo>
                    <a:pt x="942" y="85867"/>
                  </a:lnTo>
                  <a:lnTo>
                    <a:pt x="549" y="86337"/>
                  </a:lnTo>
                  <a:lnTo>
                    <a:pt x="236" y="86808"/>
                  </a:lnTo>
                  <a:lnTo>
                    <a:pt x="79" y="87357"/>
                  </a:lnTo>
                  <a:lnTo>
                    <a:pt x="1" y="87984"/>
                  </a:lnTo>
                  <a:lnTo>
                    <a:pt x="1" y="88690"/>
                  </a:lnTo>
                  <a:lnTo>
                    <a:pt x="79" y="89239"/>
                  </a:lnTo>
                  <a:lnTo>
                    <a:pt x="236" y="89866"/>
                  </a:lnTo>
                  <a:lnTo>
                    <a:pt x="549" y="90336"/>
                  </a:lnTo>
                  <a:lnTo>
                    <a:pt x="942" y="90807"/>
                  </a:lnTo>
                  <a:lnTo>
                    <a:pt x="1334" y="91199"/>
                  </a:lnTo>
                  <a:lnTo>
                    <a:pt x="1883" y="91434"/>
                  </a:lnTo>
                  <a:lnTo>
                    <a:pt x="2431" y="91591"/>
                  </a:lnTo>
                  <a:lnTo>
                    <a:pt x="2980" y="91670"/>
                  </a:lnTo>
                  <a:lnTo>
                    <a:pt x="89160" y="91670"/>
                  </a:lnTo>
                  <a:lnTo>
                    <a:pt x="89709" y="91591"/>
                  </a:lnTo>
                  <a:lnTo>
                    <a:pt x="90258" y="91434"/>
                  </a:lnTo>
                  <a:lnTo>
                    <a:pt x="90807" y="91199"/>
                  </a:lnTo>
                  <a:lnTo>
                    <a:pt x="91277" y="90807"/>
                  </a:lnTo>
                  <a:lnTo>
                    <a:pt x="91591" y="90336"/>
                  </a:lnTo>
                  <a:lnTo>
                    <a:pt x="91905" y="89866"/>
                  </a:lnTo>
                  <a:lnTo>
                    <a:pt x="92062" y="89239"/>
                  </a:lnTo>
                  <a:lnTo>
                    <a:pt x="92140" y="88690"/>
                  </a:lnTo>
                  <a:lnTo>
                    <a:pt x="92140" y="87984"/>
                  </a:lnTo>
                  <a:lnTo>
                    <a:pt x="92062" y="87357"/>
                  </a:lnTo>
                  <a:lnTo>
                    <a:pt x="91905" y="86808"/>
                  </a:lnTo>
                  <a:lnTo>
                    <a:pt x="91591" y="86337"/>
                  </a:lnTo>
                  <a:lnTo>
                    <a:pt x="91277" y="85867"/>
                  </a:lnTo>
                  <a:lnTo>
                    <a:pt x="90807" y="85475"/>
                  </a:lnTo>
                  <a:lnTo>
                    <a:pt x="90258" y="85239"/>
                  </a:lnTo>
                  <a:lnTo>
                    <a:pt x="89709" y="85083"/>
                  </a:lnTo>
                  <a:lnTo>
                    <a:pt x="89160" y="85004"/>
                  </a:lnTo>
                  <a:close/>
                </a:path>
              </a:pathLst>
            </a:custGeom>
            <a:solidFill>
              <a:srgbClr val="D2FF1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 name="Google Shape;91;p10"/>
            <p:cNvSpPr/>
            <p:nvPr/>
          </p:nvSpPr>
          <p:spPr>
            <a:xfrm>
              <a:off x="4999950" y="1343050"/>
              <a:ext cx="2301550" cy="2291750"/>
            </a:xfrm>
            <a:custGeom>
              <a:avLst/>
              <a:gdLst/>
              <a:ahLst/>
              <a:cxnLst/>
              <a:rect l="l" t="t" r="r" b="b"/>
              <a:pathLst>
                <a:path w="92062" h="91670" extrusionOk="0">
                  <a:moveTo>
                    <a:pt x="1" y="2981"/>
                  </a:moveTo>
                  <a:lnTo>
                    <a:pt x="1" y="2981"/>
                  </a:lnTo>
                  <a:lnTo>
                    <a:pt x="79" y="2432"/>
                  </a:lnTo>
                  <a:lnTo>
                    <a:pt x="236" y="1883"/>
                  </a:lnTo>
                  <a:lnTo>
                    <a:pt x="471" y="1334"/>
                  </a:lnTo>
                  <a:lnTo>
                    <a:pt x="863" y="863"/>
                  </a:lnTo>
                  <a:lnTo>
                    <a:pt x="863" y="863"/>
                  </a:lnTo>
                  <a:lnTo>
                    <a:pt x="1334" y="471"/>
                  </a:lnTo>
                  <a:lnTo>
                    <a:pt x="1804" y="236"/>
                  </a:lnTo>
                  <a:lnTo>
                    <a:pt x="2432" y="79"/>
                  </a:lnTo>
                  <a:lnTo>
                    <a:pt x="2981" y="1"/>
                  </a:lnTo>
                  <a:lnTo>
                    <a:pt x="89082" y="1"/>
                  </a:lnTo>
                  <a:lnTo>
                    <a:pt x="89082" y="1"/>
                  </a:lnTo>
                  <a:lnTo>
                    <a:pt x="89709" y="79"/>
                  </a:lnTo>
                  <a:lnTo>
                    <a:pt x="90258" y="236"/>
                  </a:lnTo>
                  <a:lnTo>
                    <a:pt x="90258" y="236"/>
                  </a:lnTo>
                  <a:lnTo>
                    <a:pt x="90729" y="471"/>
                  </a:lnTo>
                  <a:lnTo>
                    <a:pt x="91199" y="863"/>
                  </a:lnTo>
                  <a:lnTo>
                    <a:pt x="91199" y="863"/>
                  </a:lnTo>
                  <a:lnTo>
                    <a:pt x="91591" y="1334"/>
                  </a:lnTo>
                  <a:lnTo>
                    <a:pt x="91827" y="1883"/>
                  </a:lnTo>
                  <a:lnTo>
                    <a:pt x="91827" y="1883"/>
                  </a:lnTo>
                  <a:lnTo>
                    <a:pt x="92062" y="2432"/>
                  </a:lnTo>
                  <a:lnTo>
                    <a:pt x="92062" y="2981"/>
                  </a:lnTo>
                  <a:lnTo>
                    <a:pt x="92062" y="3686"/>
                  </a:lnTo>
                  <a:lnTo>
                    <a:pt x="92062" y="3686"/>
                  </a:lnTo>
                  <a:lnTo>
                    <a:pt x="92062" y="4314"/>
                  </a:lnTo>
                  <a:lnTo>
                    <a:pt x="91827" y="4863"/>
                  </a:lnTo>
                  <a:lnTo>
                    <a:pt x="91591" y="5333"/>
                  </a:lnTo>
                  <a:lnTo>
                    <a:pt x="91199" y="5804"/>
                  </a:lnTo>
                  <a:lnTo>
                    <a:pt x="91199" y="5804"/>
                  </a:lnTo>
                  <a:lnTo>
                    <a:pt x="90729" y="6196"/>
                  </a:lnTo>
                  <a:lnTo>
                    <a:pt x="90258" y="6431"/>
                  </a:lnTo>
                  <a:lnTo>
                    <a:pt x="89709" y="6588"/>
                  </a:lnTo>
                  <a:lnTo>
                    <a:pt x="89082" y="6666"/>
                  </a:lnTo>
                  <a:lnTo>
                    <a:pt x="2981" y="6666"/>
                  </a:lnTo>
                  <a:lnTo>
                    <a:pt x="2981" y="6666"/>
                  </a:lnTo>
                  <a:lnTo>
                    <a:pt x="2432" y="6588"/>
                  </a:lnTo>
                  <a:lnTo>
                    <a:pt x="1804" y="6431"/>
                  </a:lnTo>
                  <a:lnTo>
                    <a:pt x="1334" y="6196"/>
                  </a:lnTo>
                  <a:lnTo>
                    <a:pt x="863" y="5804"/>
                  </a:lnTo>
                  <a:lnTo>
                    <a:pt x="863" y="5804"/>
                  </a:lnTo>
                  <a:lnTo>
                    <a:pt x="471" y="5333"/>
                  </a:lnTo>
                  <a:lnTo>
                    <a:pt x="236" y="4863"/>
                  </a:lnTo>
                  <a:lnTo>
                    <a:pt x="79" y="4314"/>
                  </a:lnTo>
                  <a:lnTo>
                    <a:pt x="1" y="3686"/>
                  </a:lnTo>
                  <a:lnTo>
                    <a:pt x="1" y="2981"/>
                  </a:lnTo>
                  <a:close/>
                  <a:moveTo>
                    <a:pt x="1" y="20703"/>
                  </a:moveTo>
                  <a:lnTo>
                    <a:pt x="1" y="20703"/>
                  </a:lnTo>
                  <a:lnTo>
                    <a:pt x="79" y="21252"/>
                  </a:lnTo>
                  <a:lnTo>
                    <a:pt x="236" y="21879"/>
                  </a:lnTo>
                  <a:lnTo>
                    <a:pt x="471" y="22349"/>
                  </a:lnTo>
                  <a:lnTo>
                    <a:pt x="863" y="22820"/>
                  </a:lnTo>
                  <a:lnTo>
                    <a:pt x="863" y="22820"/>
                  </a:lnTo>
                  <a:lnTo>
                    <a:pt x="1334" y="23212"/>
                  </a:lnTo>
                  <a:lnTo>
                    <a:pt x="1804" y="23447"/>
                  </a:lnTo>
                  <a:lnTo>
                    <a:pt x="2432" y="23604"/>
                  </a:lnTo>
                  <a:lnTo>
                    <a:pt x="2981" y="23683"/>
                  </a:lnTo>
                  <a:lnTo>
                    <a:pt x="89082" y="23683"/>
                  </a:lnTo>
                  <a:lnTo>
                    <a:pt x="89082" y="23683"/>
                  </a:lnTo>
                  <a:lnTo>
                    <a:pt x="89709" y="23604"/>
                  </a:lnTo>
                  <a:lnTo>
                    <a:pt x="90258" y="23447"/>
                  </a:lnTo>
                  <a:lnTo>
                    <a:pt x="90729" y="23212"/>
                  </a:lnTo>
                  <a:lnTo>
                    <a:pt x="91199" y="22820"/>
                  </a:lnTo>
                  <a:lnTo>
                    <a:pt x="91199" y="22820"/>
                  </a:lnTo>
                  <a:lnTo>
                    <a:pt x="91591" y="22349"/>
                  </a:lnTo>
                  <a:lnTo>
                    <a:pt x="91827" y="21879"/>
                  </a:lnTo>
                  <a:lnTo>
                    <a:pt x="92062" y="21252"/>
                  </a:lnTo>
                  <a:lnTo>
                    <a:pt x="92062" y="20703"/>
                  </a:lnTo>
                  <a:lnTo>
                    <a:pt x="92062" y="19997"/>
                  </a:lnTo>
                  <a:lnTo>
                    <a:pt x="92062" y="19997"/>
                  </a:lnTo>
                  <a:lnTo>
                    <a:pt x="92062" y="19448"/>
                  </a:lnTo>
                  <a:lnTo>
                    <a:pt x="91827" y="18821"/>
                  </a:lnTo>
                  <a:lnTo>
                    <a:pt x="91827" y="18821"/>
                  </a:lnTo>
                  <a:lnTo>
                    <a:pt x="91591" y="18350"/>
                  </a:lnTo>
                  <a:lnTo>
                    <a:pt x="91199" y="17880"/>
                  </a:lnTo>
                  <a:lnTo>
                    <a:pt x="91199" y="17880"/>
                  </a:lnTo>
                  <a:lnTo>
                    <a:pt x="90729" y="17488"/>
                  </a:lnTo>
                  <a:lnTo>
                    <a:pt x="90258" y="17252"/>
                  </a:lnTo>
                  <a:lnTo>
                    <a:pt x="90258" y="17252"/>
                  </a:lnTo>
                  <a:lnTo>
                    <a:pt x="89709" y="17096"/>
                  </a:lnTo>
                  <a:lnTo>
                    <a:pt x="89082" y="17017"/>
                  </a:lnTo>
                  <a:lnTo>
                    <a:pt x="2981" y="17017"/>
                  </a:lnTo>
                  <a:lnTo>
                    <a:pt x="2981" y="17017"/>
                  </a:lnTo>
                  <a:lnTo>
                    <a:pt x="2432" y="17096"/>
                  </a:lnTo>
                  <a:lnTo>
                    <a:pt x="1804" y="17252"/>
                  </a:lnTo>
                  <a:lnTo>
                    <a:pt x="1334" y="17488"/>
                  </a:lnTo>
                  <a:lnTo>
                    <a:pt x="863" y="17880"/>
                  </a:lnTo>
                  <a:lnTo>
                    <a:pt x="863" y="17880"/>
                  </a:lnTo>
                  <a:lnTo>
                    <a:pt x="471" y="18350"/>
                  </a:lnTo>
                  <a:lnTo>
                    <a:pt x="236" y="18821"/>
                  </a:lnTo>
                  <a:lnTo>
                    <a:pt x="79" y="19448"/>
                  </a:lnTo>
                  <a:lnTo>
                    <a:pt x="1" y="19997"/>
                  </a:lnTo>
                  <a:lnTo>
                    <a:pt x="1" y="20703"/>
                  </a:lnTo>
                  <a:close/>
                  <a:moveTo>
                    <a:pt x="1" y="37719"/>
                  </a:moveTo>
                  <a:lnTo>
                    <a:pt x="1" y="37719"/>
                  </a:lnTo>
                  <a:lnTo>
                    <a:pt x="79" y="38268"/>
                  </a:lnTo>
                  <a:lnTo>
                    <a:pt x="236" y="38817"/>
                  </a:lnTo>
                  <a:lnTo>
                    <a:pt x="471" y="39366"/>
                  </a:lnTo>
                  <a:lnTo>
                    <a:pt x="863" y="39836"/>
                  </a:lnTo>
                  <a:lnTo>
                    <a:pt x="863" y="39836"/>
                  </a:lnTo>
                  <a:lnTo>
                    <a:pt x="1334" y="40228"/>
                  </a:lnTo>
                  <a:lnTo>
                    <a:pt x="1804" y="40464"/>
                  </a:lnTo>
                  <a:lnTo>
                    <a:pt x="2432" y="40620"/>
                  </a:lnTo>
                  <a:lnTo>
                    <a:pt x="2981" y="40699"/>
                  </a:lnTo>
                  <a:lnTo>
                    <a:pt x="89082" y="40699"/>
                  </a:lnTo>
                  <a:lnTo>
                    <a:pt x="89082" y="40699"/>
                  </a:lnTo>
                  <a:lnTo>
                    <a:pt x="89709" y="40620"/>
                  </a:lnTo>
                  <a:lnTo>
                    <a:pt x="90258" y="40464"/>
                  </a:lnTo>
                  <a:lnTo>
                    <a:pt x="90729" y="40228"/>
                  </a:lnTo>
                  <a:lnTo>
                    <a:pt x="91199" y="39836"/>
                  </a:lnTo>
                  <a:lnTo>
                    <a:pt x="91199" y="39836"/>
                  </a:lnTo>
                  <a:lnTo>
                    <a:pt x="91591" y="39366"/>
                  </a:lnTo>
                  <a:lnTo>
                    <a:pt x="91827" y="38817"/>
                  </a:lnTo>
                  <a:lnTo>
                    <a:pt x="92062" y="38268"/>
                  </a:lnTo>
                  <a:lnTo>
                    <a:pt x="92062" y="37719"/>
                  </a:lnTo>
                  <a:lnTo>
                    <a:pt x="92062" y="37013"/>
                  </a:lnTo>
                  <a:lnTo>
                    <a:pt x="92062" y="37013"/>
                  </a:lnTo>
                  <a:lnTo>
                    <a:pt x="92062" y="36386"/>
                  </a:lnTo>
                  <a:lnTo>
                    <a:pt x="91827" y="35837"/>
                  </a:lnTo>
                  <a:lnTo>
                    <a:pt x="91591" y="35367"/>
                  </a:lnTo>
                  <a:lnTo>
                    <a:pt x="91199" y="34896"/>
                  </a:lnTo>
                  <a:lnTo>
                    <a:pt x="91199" y="34896"/>
                  </a:lnTo>
                  <a:lnTo>
                    <a:pt x="90729" y="34504"/>
                  </a:lnTo>
                  <a:lnTo>
                    <a:pt x="90258" y="34269"/>
                  </a:lnTo>
                  <a:lnTo>
                    <a:pt x="89709" y="34112"/>
                  </a:lnTo>
                  <a:lnTo>
                    <a:pt x="89082" y="34034"/>
                  </a:lnTo>
                  <a:lnTo>
                    <a:pt x="2981" y="34034"/>
                  </a:lnTo>
                  <a:lnTo>
                    <a:pt x="2981" y="34034"/>
                  </a:lnTo>
                  <a:lnTo>
                    <a:pt x="2432" y="34112"/>
                  </a:lnTo>
                  <a:lnTo>
                    <a:pt x="1804" y="34269"/>
                  </a:lnTo>
                  <a:lnTo>
                    <a:pt x="1334" y="34504"/>
                  </a:lnTo>
                  <a:lnTo>
                    <a:pt x="863" y="34896"/>
                  </a:lnTo>
                  <a:lnTo>
                    <a:pt x="863" y="34896"/>
                  </a:lnTo>
                  <a:lnTo>
                    <a:pt x="471" y="35367"/>
                  </a:lnTo>
                  <a:lnTo>
                    <a:pt x="236" y="35837"/>
                  </a:lnTo>
                  <a:lnTo>
                    <a:pt x="79" y="36386"/>
                  </a:lnTo>
                  <a:lnTo>
                    <a:pt x="1" y="37013"/>
                  </a:lnTo>
                  <a:lnTo>
                    <a:pt x="1" y="37719"/>
                  </a:lnTo>
                  <a:close/>
                  <a:moveTo>
                    <a:pt x="1" y="54735"/>
                  </a:moveTo>
                  <a:lnTo>
                    <a:pt x="1" y="54735"/>
                  </a:lnTo>
                  <a:lnTo>
                    <a:pt x="79" y="55284"/>
                  </a:lnTo>
                  <a:lnTo>
                    <a:pt x="236" y="55833"/>
                  </a:lnTo>
                  <a:lnTo>
                    <a:pt x="471" y="56382"/>
                  </a:lnTo>
                  <a:lnTo>
                    <a:pt x="863" y="56853"/>
                  </a:lnTo>
                  <a:lnTo>
                    <a:pt x="863" y="56853"/>
                  </a:lnTo>
                  <a:lnTo>
                    <a:pt x="1334" y="57166"/>
                  </a:lnTo>
                  <a:lnTo>
                    <a:pt x="1804" y="57480"/>
                  </a:lnTo>
                  <a:lnTo>
                    <a:pt x="2432" y="57637"/>
                  </a:lnTo>
                  <a:lnTo>
                    <a:pt x="2981" y="57715"/>
                  </a:lnTo>
                  <a:lnTo>
                    <a:pt x="89082" y="57715"/>
                  </a:lnTo>
                  <a:lnTo>
                    <a:pt x="89082" y="57715"/>
                  </a:lnTo>
                  <a:lnTo>
                    <a:pt x="89709" y="57637"/>
                  </a:lnTo>
                  <a:lnTo>
                    <a:pt x="90258" y="57480"/>
                  </a:lnTo>
                  <a:lnTo>
                    <a:pt x="90729" y="57166"/>
                  </a:lnTo>
                  <a:lnTo>
                    <a:pt x="91199" y="56853"/>
                  </a:lnTo>
                  <a:lnTo>
                    <a:pt x="91199" y="56853"/>
                  </a:lnTo>
                  <a:lnTo>
                    <a:pt x="91591" y="56382"/>
                  </a:lnTo>
                  <a:lnTo>
                    <a:pt x="91827" y="55833"/>
                  </a:lnTo>
                  <a:lnTo>
                    <a:pt x="92062" y="55284"/>
                  </a:lnTo>
                  <a:lnTo>
                    <a:pt x="92062" y="54735"/>
                  </a:lnTo>
                  <a:lnTo>
                    <a:pt x="92062" y="54030"/>
                  </a:lnTo>
                  <a:lnTo>
                    <a:pt x="92062" y="54030"/>
                  </a:lnTo>
                  <a:lnTo>
                    <a:pt x="92062" y="53402"/>
                  </a:lnTo>
                  <a:lnTo>
                    <a:pt x="91827" y="52853"/>
                  </a:lnTo>
                  <a:lnTo>
                    <a:pt x="91591" y="52383"/>
                  </a:lnTo>
                  <a:lnTo>
                    <a:pt x="91199" y="51912"/>
                  </a:lnTo>
                  <a:lnTo>
                    <a:pt x="91199" y="51912"/>
                  </a:lnTo>
                  <a:lnTo>
                    <a:pt x="90729" y="51520"/>
                  </a:lnTo>
                  <a:lnTo>
                    <a:pt x="90258" y="51285"/>
                  </a:lnTo>
                  <a:lnTo>
                    <a:pt x="89709" y="51050"/>
                  </a:lnTo>
                  <a:lnTo>
                    <a:pt x="89082" y="51050"/>
                  </a:lnTo>
                  <a:lnTo>
                    <a:pt x="2981" y="51050"/>
                  </a:lnTo>
                  <a:lnTo>
                    <a:pt x="2981" y="51050"/>
                  </a:lnTo>
                  <a:lnTo>
                    <a:pt x="2432" y="51050"/>
                  </a:lnTo>
                  <a:lnTo>
                    <a:pt x="1804" y="51285"/>
                  </a:lnTo>
                  <a:lnTo>
                    <a:pt x="1334" y="51520"/>
                  </a:lnTo>
                  <a:lnTo>
                    <a:pt x="863" y="51912"/>
                  </a:lnTo>
                  <a:lnTo>
                    <a:pt x="863" y="51912"/>
                  </a:lnTo>
                  <a:lnTo>
                    <a:pt x="471" y="52383"/>
                  </a:lnTo>
                  <a:lnTo>
                    <a:pt x="236" y="52853"/>
                  </a:lnTo>
                  <a:lnTo>
                    <a:pt x="79" y="53402"/>
                  </a:lnTo>
                  <a:lnTo>
                    <a:pt x="1" y="54030"/>
                  </a:lnTo>
                  <a:lnTo>
                    <a:pt x="1" y="54735"/>
                  </a:lnTo>
                  <a:close/>
                  <a:moveTo>
                    <a:pt x="1" y="71752"/>
                  </a:moveTo>
                  <a:lnTo>
                    <a:pt x="1" y="71752"/>
                  </a:lnTo>
                  <a:lnTo>
                    <a:pt x="79" y="72301"/>
                  </a:lnTo>
                  <a:lnTo>
                    <a:pt x="236" y="72850"/>
                  </a:lnTo>
                  <a:lnTo>
                    <a:pt x="471" y="73399"/>
                  </a:lnTo>
                  <a:lnTo>
                    <a:pt x="863" y="73791"/>
                  </a:lnTo>
                  <a:lnTo>
                    <a:pt x="863" y="73791"/>
                  </a:lnTo>
                  <a:lnTo>
                    <a:pt x="1334" y="74183"/>
                  </a:lnTo>
                  <a:lnTo>
                    <a:pt x="1804" y="74496"/>
                  </a:lnTo>
                  <a:lnTo>
                    <a:pt x="2432" y="74653"/>
                  </a:lnTo>
                  <a:lnTo>
                    <a:pt x="2981" y="74732"/>
                  </a:lnTo>
                  <a:lnTo>
                    <a:pt x="89082" y="74732"/>
                  </a:lnTo>
                  <a:lnTo>
                    <a:pt x="89082" y="74732"/>
                  </a:lnTo>
                  <a:lnTo>
                    <a:pt x="89709" y="74653"/>
                  </a:lnTo>
                  <a:lnTo>
                    <a:pt x="90258" y="74496"/>
                  </a:lnTo>
                  <a:lnTo>
                    <a:pt x="90729" y="74183"/>
                  </a:lnTo>
                  <a:lnTo>
                    <a:pt x="91199" y="73791"/>
                  </a:lnTo>
                  <a:lnTo>
                    <a:pt x="91199" y="73791"/>
                  </a:lnTo>
                  <a:lnTo>
                    <a:pt x="91591" y="73399"/>
                  </a:lnTo>
                  <a:lnTo>
                    <a:pt x="91827" y="72850"/>
                  </a:lnTo>
                  <a:lnTo>
                    <a:pt x="92062" y="72301"/>
                  </a:lnTo>
                  <a:lnTo>
                    <a:pt x="92062" y="71752"/>
                  </a:lnTo>
                  <a:lnTo>
                    <a:pt x="92062" y="71046"/>
                  </a:lnTo>
                  <a:lnTo>
                    <a:pt x="92062" y="71046"/>
                  </a:lnTo>
                  <a:lnTo>
                    <a:pt x="92062" y="70419"/>
                  </a:lnTo>
                  <a:lnTo>
                    <a:pt x="91827" y="69870"/>
                  </a:lnTo>
                  <a:lnTo>
                    <a:pt x="91591" y="69321"/>
                  </a:lnTo>
                  <a:lnTo>
                    <a:pt x="91199" y="68929"/>
                  </a:lnTo>
                  <a:lnTo>
                    <a:pt x="91199" y="68929"/>
                  </a:lnTo>
                  <a:lnTo>
                    <a:pt x="90729" y="68537"/>
                  </a:lnTo>
                  <a:lnTo>
                    <a:pt x="90258" y="68223"/>
                  </a:lnTo>
                  <a:lnTo>
                    <a:pt x="89709" y="68066"/>
                  </a:lnTo>
                  <a:lnTo>
                    <a:pt x="89082" y="68066"/>
                  </a:lnTo>
                  <a:lnTo>
                    <a:pt x="2981" y="68066"/>
                  </a:lnTo>
                  <a:lnTo>
                    <a:pt x="2981" y="68066"/>
                  </a:lnTo>
                  <a:lnTo>
                    <a:pt x="2432" y="68066"/>
                  </a:lnTo>
                  <a:lnTo>
                    <a:pt x="1804" y="68223"/>
                  </a:lnTo>
                  <a:lnTo>
                    <a:pt x="1804" y="68223"/>
                  </a:lnTo>
                  <a:lnTo>
                    <a:pt x="1334" y="68537"/>
                  </a:lnTo>
                  <a:lnTo>
                    <a:pt x="863" y="68929"/>
                  </a:lnTo>
                  <a:lnTo>
                    <a:pt x="863" y="68929"/>
                  </a:lnTo>
                  <a:lnTo>
                    <a:pt x="471" y="69321"/>
                  </a:lnTo>
                  <a:lnTo>
                    <a:pt x="236" y="69870"/>
                  </a:lnTo>
                  <a:lnTo>
                    <a:pt x="236" y="69870"/>
                  </a:lnTo>
                  <a:lnTo>
                    <a:pt x="79" y="70419"/>
                  </a:lnTo>
                  <a:lnTo>
                    <a:pt x="1" y="71046"/>
                  </a:lnTo>
                  <a:lnTo>
                    <a:pt x="1" y="71752"/>
                  </a:lnTo>
                  <a:close/>
                  <a:moveTo>
                    <a:pt x="1" y="88690"/>
                  </a:moveTo>
                  <a:lnTo>
                    <a:pt x="1" y="88690"/>
                  </a:lnTo>
                  <a:lnTo>
                    <a:pt x="79" y="89317"/>
                  </a:lnTo>
                  <a:lnTo>
                    <a:pt x="236" y="89866"/>
                  </a:lnTo>
                  <a:lnTo>
                    <a:pt x="471" y="90415"/>
                  </a:lnTo>
                  <a:lnTo>
                    <a:pt x="863" y="90807"/>
                  </a:lnTo>
                  <a:lnTo>
                    <a:pt x="863" y="90807"/>
                  </a:lnTo>
                  <a:lnTo>
                    <a:pt x="1334" y="91199"/>
                  </a:lnTo>
                  <a:lnTo>
                    <a:pt x="1804" y="91513"/>
                  </a:lnTo>
                  <a:lnTo>
                    <a:pt x="2432" y="91670"/>
                  </a:lnTo>
                  <a:lnTo>
                    <a:pt x="2981" y="91670"/>
                  </a:lnTo>
                  <a:lnTo>
                    <a:pt x="89082" y="91670"/>
                  </a:lnTo>
                  <a:lnTo>
                    <a:pt x="89082" y="91670"/>
                  </a:lnTo>
                  <a:lnTo>
                    <a:pt x="89709" y="91670"/>
                  </a:lnTo>
                  <a:lnTo>
                    <a:pt x="90258" y="91513"/>
                  </a:lnTo>
                  <a:lnTo>
                    <a:pt x="90729" y="91199"/>
                  </a:lnTo>
                  <a:lnTo>
                    <a:pt x="91199" y="90807"/>
                  </a:lnTo>
                  <a:lnTo>
                    <a:pt x="91199" y="90807"/>
                  </a:lnTo>
                  <a:lnTo>
                    <a:pt x="91591" y="90415"/>
                  </a:lnTo>
                  <a:lnTo>
                    <a:pt x="91827" y="89866"/>
                  </a:lnTo>
                  <a:lnTo>
                    <a:pt x="92062" y="89317"/>
                  </a:lnTo>
                  <a:lnTo>
                    <a:pt x="92062" y="88690"/>
                  </a:lnTo>
                  <a:lnTo>
                    <a:pt x="92062" y="87984"/>
                  </a:lnTo>
                  <a:lnTo>
                    <a:pt x="92062" y="87984"/>
                  </a:lnTo>
                  <a:lnTo>
                    <a:pt x="92062" y="87435"/>
                  </a:lnTo>
                  <a:lnTo>
                    <a:pt x="91827" y="86886"/>
                  </a:lnTo>
                  <a:lnTo>
                    <a:pt x="91591" y="86337"/>
                  </a:lnTo>
                  <a:lnTo>
                    <a:pt x="91199" y="85945"/>
                  </a:lnTo>
                  <a:lnTo>
                    <a:pt x="91199" y="85945"/>
                  </a:lnTo>
                  <a:lnTo>
                    <a:pt x="90729" y="85553"/>
                  </a:lnTo>
                  <a:lnTo>
                    <a:pt x="90258" y="85240"/>
                  </a:lnTo>
                  <a:lnTo>
                    <a:pt x="89709" y="85083"/>
                  </a:lnTo>
                  <a:lnTo>
                    <a:pt x="89082" y="85004"/>
                  </a:lnTo>
                  <a:lnTo>
                    <a:pt x="2981" y="85004"/>
                  </a:lnTo>
                  <a:lnTo>
                    <a:pt x="2981" y="85004"/>
                  </a:lnTo>
                  <a:lnTo>
                    <a:pt x="2432" y="85083"/>
                  </a:lnTo>
                  <a:lnTo>
                    <a:pt x="1804" y="85240"/>
                  </a:lnTo>
                  <a:lnTo>
                    <a:pt x="1334" y="85553"/>
                  </a:lnTo>
                  <a:lnTo>
                    <a:pt x="863" y="85945"/>
                  </a:lnTo>
                  <a:lnTo>
                    <a:pt x="863" y="85945"/>
                  </a:lnTo>
                  <a:lnTo>
                    <a:pt x="471" y="86337"/>
                  </a:lnTo>
                  <a:lnTo>
                    <a:pt x="236" y="86886"/>
                  </a:lnTo>
                  <a:lnTo>
                    <a:pt x="79" y="87435"/>
                  </a:lnTo>
                  <a:lnTo>
                    <a:pt x="1" y="87984"/>
                  </a:lnTo>
                  <a:lnTo>
                    <a:pt x="1" y="88690"/>
                  </a:lnTo>
                  <a:close/>
                </a:path>
              </a:pathLst>
            </a:custGeom>
            <a:solidFill>
              <a:srgbClr val="D0B08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mp; body - Orangemunda">
  <p:cSld name="TITLE_AND_BODY_2_1">
    <p:bg>
      <p:bgPr>
        <a:solidFill>
          <a:schemeClr val="accent6"/>
        </a:solidFill>
        <a:effectLst/>
      </p:bgPr>
    </p:bg>
    <p:spTree>
      <p:nvGrpSpPr>
        <p:cNvPr id="1" name="Shape 92"/>
        <p:cNvGrpSpPr/>
        <p:nvPr/>
      </p:nvGrpSpPr>
      <p:grpSpPr>
        <a:xfrm>
          <a:off x="0" y="0"/>
          <a:ext cx="0" cy="0"/>
          <a:chOff x="0" y="0"/>
          <a:chExt cx="0" cy="0"/>
        </a:xfrm>
      </p:grpSpPr>
      <p:sp>
        <p:nvSpPr>
          <p:cNvPr id="93" name="Google Shape;93;p11"/>
          <p:cNvSpPr/>
          <p:nvPr/>
        </p:nvSpPr>
        <p:spPr>
          <a:xfrm>
            <a:off x="457175" y="1158725"/>
            <a:ext cx="8229600" cy="3984600"/>
          </a:xfrm>
          <a:prstGeom prst="round2SameRect">
            <a:avLst>
              <a:gd name="adj1" fmla="val 6967"/>
              <a:gd name="adj2" fmla="val 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 name="Google Shape;94;p11"/>
          <p:cNvSpPr/>
          <p:nvPr/>
        </p:nvSpPr>
        <p:spPr>
          <a:xfrm>
            <a:off x="8425899" y="1616216"/>
            <a:ext cx="729628" cy="1502280"/>
          </a:xfrm>
          <a:custGeom>
            <a:avLst/>
            <a:gdLst/>
            <a:ahLst/>
            <a:cxnLst/>
            <a:rect l="l" t="t" r="r" b="b"/>
            <a:pathLst>
              <a:path w="25251" h="51991" extrusionOk="0">
                <a:moveTo>
                  <a:pt x="23917" y="1"/>
                </a:moveTo>
                <a:lnTo>
                  <a:pt x="22662" y="158"/>
                </a:lnTo>
                <a:lnTo>
                  <a:pt x="21408" y="315"/>
                </a:lnTo>
                <a:lnTo>
                  <a:pt x="20153" y="550"/>
                </a:lnTo>
                <a:lnTo>
                  <a:pt x="18898" y="785"/>
                </a:lnTo>
                <a:lnTo>
                  <a:pt x="17722" y="1177"/>
                </a:lnTo>
                <a:lnTo>
                  <a:pt x="16546" y="1569"/>
                </a:lnTo>
                <a:lnTo>
                  <a:pt x="15370" y="2040"/>
                </a:lnTo>
                <a:lnTo>
                  <a:pt x="14272" y="2589"/>
                </a:lnTo>
                <a:lnTo>
                  <a:pt x="13174" y="3138"/>
                </a:lnTo>
                <a:lnTo>
                  <a:pt x="12155" y="3765"/>
                </a:lnTo>
                <a:lnTo>
                  <a:pt x="11135" y="4471"/>
                </a:lnTo>
                <a:lnTo>
                  <a:pt x="10116" y="5176"/>
                </a:lnTo>
                <a:lnTo>
                  <a:pt x="9175" y="5961"/>
                </a:lnTo>
                <a:lnTo>
                  <a:pt x="8234" y="6745"/>
                </a:lnTo>
                <a:lnTo>
                  <a:pt x="7371" y="7607"/>
                </a:lnTo>
                <a:lnTo>
                  <a:pt x="6509" y="8548"/>
                </a:lnTo>
                <a:lnTo>
                  <a:pt x="5724" y="9489"/>
                </a:lnTo>
                <a:lnTo>
                  <a:pt x="5019" y="10430"/>
                </a:lnTo>
                <a:lnTo>
                  <a:pt x="4313" y="11450"/>
                </a:lnTo>
                <a:lnTo>
                  <a:pt x="3607" y="12469"/>
                </a:lnTo>
                <a:lnTo>
                  <a:pt x="3058" y="13567"/>
                </a:lnTo>
                <a:lnTo>
                  <a:pt x="2509" y="14743"/>
                </a:lnTo>
                <a:lnTo>
                  <a:pt x="1960" y="15841"/>
                </a:lnTo>
                <a:lnTo>
                  <a:pt x="1490" y="17017"/>
                </a:lnTo>
                <a:lnTo>
                  <a:pt x="1098" y="18272"/>
                </a:lnTo>
                <a:lnTo>
                  <a:pt x="784" y="19527"/>
                </a:lnTo>
                <a:lnTo>
                  <a:pt x="470" y="20781"/>
                </a:lnTo>
                <a:lnTo>
                  <a:pt x="314" y="22036"/>
                </a:lnTo>
                <a:lnTo>
                  <a:pt x="157" y="23291"/>
                </a:lnTo>
                <a:lnTo>
                  <a:pt x="0" y="24624"/>
                </a:lnTo>
                <a:lnTo>
                  <a:pt x="0" y="25957"/>
                </a:lnTo>
                <a:lnTo>
                  <a:pt x="0" y="27290"/>
                </a:lnTo>
                <a:lnTo>
                  <a:pt x="157" y="28623"/>
                </a:lnTo>
                <a:lnTo>
                  <a:pt x="314" y="29956"/>
                </a:lnTo>
                <a:lnTo>
                  <a:pt x="470" y="31211"/>
                </a:lnTo>
                <a:lnTo>
                  <a:pt x="784" y="32465"/>
                </a:lnTo>
                <a:lnTo>
                  <a:pt x="1098" y="33720"/>
                </a:lnTo>
                <a:lnTo>
                  <a:pt x="1490" y="34896"/>
                </a:lnTo>
                <a:lnTo>
                  <a:pt x="1960" y="36072"/>
                </a:lnTo>
                <a:lnTo>
                  <a:pt x="2509" y="37249"/>
                </a:lnTo>
                <a:lnTo>
                  <a:pt x="3058" y="38347"/>
                </a:lnTo>
                <a:lnTo>
                  <a:pt x="3607" y="39444"/>
                </a:lnTo>
                <a:lnTo>
                  <a:pt x="4313" y="40542"/>
                </a:lnTo>
                <a:lnTo>
                  <a:pt x="5019" y="41562"/>
                </a:lnTo>
                <a:lnTo>
                  <a:pt x="5724" y="42503"/>
                </a:lnTo>
                <a:lnTo>
                  <a:pt x="6509" y="43444"/>
                </a:lnTo>
                <a:lnTo>
                  <a:pt x="7371" y="44385"/>
                </a:lnTo>
                <a:lnTo>
                  <a:pt x="8234" y="45247"/>
                </a:lnTo>
                <a:lnTo>
                  <a:pt x="9175" y="46031"/>
                </a:lnTo>
                <a:lnTo>
                  <a:pt x="10116" y="46816"/>
                </a:lnTo>
                <a:lnTo>
                  <a:pt x="11135" y="47521"/>
                </a:lnTo>
                <a:lnTo>
                  <a:pt x="12155" y="48227"/>
                </a:lnTo>
                <a:lnTo>
                  <a:pt x="13174" y="48854"/>
                </a:lnTo>
                <a:lnTo>
                  <a:pt x="14272" y="49403"/>
                </a:lnTo>
                <a:lnTo>
                  <a:pt x="15370" y="49952"/>
                </a:lnTo>
                <a:lnTo>
                  <a:pt x="16546" y="50423"/>
                </a:lnTo>
                <a:lnTo>
                  <a:pt x="17722" y="50815"/>
                </a:lnTo>
                <a:lnTo>
                  <a:pt x="18898" y="51128"/>
                </a:lnTo>
                <a:lnTo>
                  <a:pt x="20153" y="51442"/>
                </a:lnTo>
                <a:lnTo>
                  <a:pt x="21408" y="51677"/>
                </a:lnTo>
                <a:lnTo>
                  <a:pt x="22662" y="51834"/>
                </a:lnTo>
                <a:lnTo>
                  <a:pt x="23917" y="51913"/>
                </a:lnTo>
                <a:lnTo>
                  <a:pt x="25250" y="51991"/>
                </a:lnTo>
                <a:lnTo>
                  <a:pt x="25250"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 name="Google Shape;95;p11"/>
          <p:cNvSpPr txBox="1">
            <a:spLocks noGrp="1"/>
          </p:cNvSpPr>
          <p:nvPr>
            <p:ph type="title"/>
          </p:nvPr>
        </p:nvSpPr>
        <p:spPr>
          <a:xfrm>
            <a:off x="457200" y="114300"/>
            <a:ext cx="8229600" cy="903300"/>
          </a:xfrm>
          <a:prstGeom prst="rect">
            <a:avLst/>
          </a:prstGeom>
        </p:spPr>
        <p:txBody>
          <a:bodyPr spcFirstLastPara="1" wrap="square" lIns="0" tIns="0" rIns="0" bIns="0" anchor="t" anchorCtr="0">
            <a:normAutofit/>
          </a:bodyPr>
          <a:lstStyle>
            <a:lvl1pPr lvl="0" rtl="0">
              <a:spcBef>
                <a:spcPts val="0"/>
              </a:spcBef>
              <a:spcAft>
                <a:spcPts val="0"/>
              </a:spcAft>
              <a:buClr>
                <a:schemeClr val="lt1"/>
              </a:buClr>
              <a:buSzPts val="3400"/>
              <a:buNone/>
              <a:defRPr>
                <a:solidFill>
                  <a:schemeClr val="lt1"/>
                </a:solidFill>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96" name="Google Shape;96;p11"/>
          <p:cNvSpPr txBox="1">
            <a:spLocks noGrp="1"/>
          </p:cNvSpPr>
          <p:nvPr>
            <p:ph type="body" idx="1"/>
          </p:nvPr>
        </p:nvSpPr>
        <p:spPr>
          <a:xfrm>
            <a:off x="682650" y="1482075"/>
            <a:ext cx="7778700" cy="3010800"/>
          </a:xfrm>
          <a:prstGeom prst="rect">
            <a:avLst/>
          </a:prstGeom>
        </p:spPr>
        <p:txBody>
          <a:bodyPr spcFirstLastPara="1" wrap="square" lIns="0" tIns="0" rIns="0" bIns="0" anchor="t" anchorCtr="0">
            <a:normAutofit/>
          </a:bodyPr>
          <a:lstStyle>
            <a:lvl1pPr marL="457200" lvl="0" indent="-330200" rtl="0">
              <a:spcBef>
                <a:spcPts val="0"/>
              </a:spcBef>
              <a:spcAft>
                <a:spcPts val="0"/>
              </a:spcAft>
              <a:buSzPts val="1600"/>
              <a:buChar char="■"/>
              <a:defRPr/>
            </a:lvl1pPr>
            <a:lvl2pPr marL="914400" lvl="1" indent="-317500" rtl="0">
              <a:spcBef>
                <a:spcPts val="0"/>
              </a:spcBef>
              <a:spcAft>
                <a:spcPts val="0"/>
              </a:spcAft>
              <a:buSzPts val="1400"/>
              <a:buChar char="■"/>
              <a:defRPr/>
            </a:lvl2pPr>
            <a:lvl3pPr marL="1371600" lvl="2" indent="-317500" rtl="0">
              <a:spcBef>
                <a:spcPts val="0"/>
              </a:spcBef>
              <a:spcAft>
                <a:spcPts val="0"/>
              </a:spcAft>
              <a:buSzPts val="1400"/>
              <a:buChar char="■"/>
              <a:defRPr/>
            </a:lvl3pPr>
            <a:lvl4pPr marL="1828800" lvl="3" indent="-317500" rtl="0">
              <a:spcBef>
                <a:spcPts val="0"/>
              </a:spcBef>
              <a:spcAft>
                <a:spcPts val="0"/>
              </a:spcAft>
              <a:buSzPts val="1400"/>
              <a:buChar char="●"/>
              <a:defRPr/>
            </a:lvl4pPr>
            <a:lvl5pPr marL="2286000" lvl="4" indent="-317500" rtl="0">
              <a:spcBef>
                <a:spcPts val="0"/>
              </a:spcBef>
              <a:spcAft>
                <a:spcPts val="0"/>
              </a:spcAft>
              <a:buSzPts val="1400"/>
              <a:buChar char="○"/>
              <a:defRPr/>
            </a:lvl5pPr>
            <a:lvl6pPr marL="2743200" lvl="5" indent="-317500" rtl="0">
              <a:spcBef>
                <a:spcPts val="0"/>
              </a:spcBef>
              <a:spcAft>
                <a:spcPts val="0"/>
              </a:spcAft>
              <a:buSzPts val="1400"/>
              <a:buChar char="■"/>
              <a:defRPr/>
            </a:lvl6pPr>
            <a:lvl7pPr marL="3200400" lvl="6" indent="-317500" rtl="0">
              <a:spcBef>
                <a:spcPts val="0"/>
              </a:spcBef>
              <a:spcAft>
                <a:spcPts val="0"/>
              </a:spcAft>
              <a:buSzPts val="1400"/>
              <a:buChar char="●"/>
              <a:defRPr/>
            </a:lvl7pPr>
            <a:lvl8pPr marL="3657600" lvl="7" indent="-317500" rtl="0">
              <a:spcBef>
                <a:spcPts val="0"/>
              </a:spcBef>
              <a:spcAft>
                <a:spcPts val="0"/>
              </a:spcAft>
              <a:buSzPts val="1400"/>
              <a:buChar char="○"/>
              <a:defRPr/>
            </a:lvl8pPr>
            <a:lvl9pPr marL="4114800" lvl="8" indent="-317500" rtl="0">
              <a:spcBef>
                <a:spcPts val="0"/>
              </a:spcBef>
              <a:spcAft>
                <a:spcPts val="0"/>
              </a:spcAft>
              <a:buSzPts val="1400"/>
              <a:buChar char="■"/>
              <a:defRPr/>
            </a:lvl9pPr>
          </a:lstStyle>
          <a:p>
            <a:endParaRPr/>
          </a:p>
        </p:txBody>
      </p:sp>
      <p:grpSp>
        <p:nvGrpSpPr>
          <p:cNvPr id="97" name="Google Shape;97;p11"/>
          <p:cNvGrpSpPr/>
          <p:nvPr/>
        </p:nvGrpSpPr>
        <p:grpSpPr>
          <a:xfrm rot="-5400000">
            <a:off x="8028787" y="1991811"/>
            <a:ext cx="1502331" cy="751165"/>
            <a:chOff x="238125" y="1071550"/>
            <a:chExt cx="7143750" cy="3571875"/>
          </a:xfrm>
        </p:grpSpPr>
        <p:sp>
          <p:nvSpPr>
            <p:cNvPr id="98" name="Google Shape;98;p11"/>
            <p:cNvSpPr/>
            <p:nvPr/>
          </p:nvSpPr>
          <p:spPr>
            <a:xfrm>
              <a:off x="2633750" y="3467175"/>
              <a:ext cx="2352500" cy="1176250"/>
            </a:xfrm>
            <a:custGeom>
              <a:avLst/>
              <a:gdLst/>
              <a:ahLst/>
              <a:cxnLst/>
              <a:rect l="l" t="t" r="r" b="b"/>
              <a:pathLst>
                <a:path w="94100" h="47050" extrusionOk="0">
                  <a:moveTo>
                    <a:pt x="44604" y="1"/>
                  </a:moveTo>
                  <a:lnTo>
                    <a:pt x="42302" y="288"/>
                  </a:lnTo>
                  <a:lnTo>
                    <a:pt x="39856" y="576"/>
                  </a:lnTo>
                  <a:lnTo>
                    <a:pt x="37554" y="864"/>
                  </a:lnTo>
                  <a:lnTo>
                    <a:pt x="35396" y="1439"/>
                  </a:lnTo>
                  <a:lnTo>
                    <a:pt x="33093" y="2159"/>
                  </a:lnTo>
                  <a:lnTo>
                    <a:pt x="30935" y="2878"/>
                  </a:lnTo>
                  <a:lnTo>
                    <a:pt x="28777" y="3741"/>
                  </a:lnTo>
                  <a:lnTo>
                    <a:pt x="26763" y="4605"/>
                  </a:lnTo>
                  <a:lnTo>
                    <a:pt x="24604" y="5612"/>
                  </a:lnTo>
                  <a:lnTo>
                    <a:pt x="22734" y="6763"/>
                  </a:lnTo>
                  <a:lnTo>
                    <a:pt x="20720" y="8058"/>
                  </a:lnTo>
                  <a:lnTo>
                    <a:pt x="18993" y="9353"/>
                  </a:lnTo>
                  <a:lnTo>
                    <a:pt x="17123" y="10792"/>
                  </a:lnTo>
                  <a:lnTo>
                    <a:pt x="15396" y="12231"/>
                  </a:lnTo>
                  <a:lnTo>
                    <a:pt x="13813" y="13813"/>
                  </a:lnTo>
                  <a:lnTo>
                    <a:pt x="12231" y="15396"/>
                  </a:lnTo>
                  <a:lnTo>
                    <a:pt x="10792" y="17123"/>
                  </a:lnTo>
                  <a:lnTo>
                    <a:pt x="9353" y="18849"/>
                  </a:lnTo>
                  <a:lnTo>
                    <a:pt x="8058" y="20720"/>
                  </a:lnTo>
                  <a:lnTo>
                    <a:pt x="6907" y="22590"/>
                  </a:lnTo>
                  <a:lnTo>
                    <a:pt x="5756" y="24604"/>
                  </a:lnTo>
                  <a:lnTo>
                    <a:pt x="4749" y="26619"/>
                  </a:lnTo>
                  <a:lnTo>
                    <a:pt x="3741" y="28777"/>
                  </a:lnTo>
                  <a:lnTo>
                    <a:pt x="2878" y="30791"/>
                  </a:lnTo>
                  <a:lnTo>
                    <a:pt x="2159" y="33093"/>
                  </a:lnTo>
                  <a:lnTo>
                    <a:pt x="1583" y="35252"/>
                  </a:lnTo>
                  <a:lnTo>
                    <a:pt x="1008" y="37554"/>
                  </a:lnTo>
                  <a:lnTo>
                    <a:pt x="576" y="39856"/>
                  </a:lnTo>
                  <a:lnTo>
                    <a:pt x="288" y="42158"/>
                  </a:lnTo>
                  <a:lnTo>
                    <a:pt x="144" y="44604"/>
                  </a:lnTo>
                  <a:lnTo>
                    <a:pt x="1" y="47050"/>
                  </a:lnTo>
                  <a:lnTo>
                    <a:pt x="5324" y="47050"/>
                  </a:lnTo>
                  <a:lnTo>
                    <a:pt x="5468" y="44892"/>
                  </a:lnTo>
                  <a:lnTo>
                    <a:pt x="5612" y="42734"/>
                  </a:lnTo>
                  <a:lnTo>
                    <a:pt x="5900" y="40719"/>
                  </a:lnTo>
                  <a:lnTo>
                    <a:pt x="6187" y="38561"/>
                  </a:lnTo>
                  <a:lnTo>
                    <a:pt x="6763" y="36547"/>
                  </a:lnTo>
                  <a:lnTo>
                    <a:pt x="7339" y="34676"/>
                  </a:lnTo>
                  <a:lnTo>
                    <a:pt x="7914" y="32662"/>
                  </a:lnTo>
                  <a:lnTo>
                    <a:pt x="8633" y="30791"/>
                  </a:lnTo>
                  <a:lnTo>
                    <a:pt x="9497" y="28921"/>
                  </a:lnTo>
                  <a:lnTo>
                    <a:pt x="10504" y="27194"/>
                  </a:lnTo>
                  <a:lnTo>
                    <a:pt x="11367" y="25468"/>
                  </a:lnTo>
                  <a:lnTo>
                    <a:pt x="12518" y="23741"/>
                  </a:lnTo>
                  <a:lnTo>
                    <a:pt x="13669" y="22158"/>
                  </a:lnTo>
                  <a:lnTo>
                    <a:pt x="14964" y="20576"/>
                  </a:lnTo>
                  <a:lnTo>
                    <a:pt x="16259" y="18993"/>
                  </a:lnTo>
                  <a:lnTo>
                    <a:pt x="17554" y="17554"/>
                  </a:lnTo>
                  <a:lnTo>
                    <a:pt x="18993" y="16115"/>
                  </a:lnTo>
                  <a:lnTo>
                    <a:pt x="20576" y="14820"/>
                  </a:lnTo>
                  <a:lnTo>
                    <a:pt x="22158" y="13669"/>
                  </a:lnTo>
                  <a:lnTo>
                    <a:pt x="23741" y="12518"/>
                  </a:lnTo>
                  <a:lnTo>
                    <a:pt x="25468" y="11367"/>
                  </a:lnTo>
                  <a:lnTo>
                    <a:pt x="27194" y="10360"/>
                  </a:lnTo>
                  <a:lnTo>
                    <a:pt x="29065" y="9497"/>
                  </a:lnTo>
                  <a:lnTo>
                    <a:pt x="30791" y="8633"/>
                  </a:lnTo>
                  <a:lnTo>
                    <a:pt x="32806" y="7914"/>
                  </a:lnTo>
                  <a:lnTo>
                    <a:pt x="34676" y="7195"/>
                  </a:lnTo>
                  <a:lnTo>
                    <a:pt x="36690" y="6619"/>
                  </a:lnTo>
                  <a:lnTo>
                    <a:pt x="38705" y="6187"/>
                  </a:lnTo>
                  <a:lnTo>
                    <a:pt x="40719" y="5756"/>
                  </a:lnTo>
                  <a:lnTo>
                    <a:pt x="42877" y="5612"/>
                  </a:lnTo>
                  <a:lnTo>
                    <a:pt x="44892" y="5324"/>
                  </a:lnTo>
                  <a:lnTo>
                    <a:pt x="49208" y="5324"/>
                  </a:lnTo>
                  <a:lnTo>
                    <a:pt x="51366" y="5612"/>
                  </a:lnTo>
                  <a:lnTo>
                    <a:pt x="53381" y="5756"/>
                  </a:lnTo>
                  <a:lnTo>
                    <a:pt x="55395" y="6187"/>
                  </a:lnTo>
                  <a:lnTo>
                    <a:pt x="57410" y="6619"/>
                  </a:lnTo>
                  <a:lnTo>
                    <a:pt x="59424" y="7195"/>
                  </a:lnTo>
                  <a:lnTo>
                    <a:pt x="61438" y="7914"/>
                  </a:lnTo>
                  <a:lnTo>
                    <a:pt x="63309" y="8633"/>
                  </a:lnTo>
                  <a:lnTo>
                    <a:pt x="65179" y="9497"/>
                  </a:lnTo>
                  <a:lnTo>
                    <a:pt x="66906" y="10360"/>
                  </a:lnTo>
                  <a:lnTo>
                    <a:pt x="68632" y="11367"/>
                  </a:lnTo>
                  <a:lnTo>
                    <a:pt x="70359" y="12518"/>
                  </a:lnTo>
                  <a:lnTo>
                    <a:pt x="71942" y="13669"/>
                  </a:lnTo>
                  <a:lnTo>
                    <a:pt x="73524" y="14820"/>
                  </a:lnTo>
                  <a:lnTo>
                    <a:pt x="75107" y="16115"/>
                  </a:lnTo>
                  <a:lnTo>
                    <a:pt x="76546" y="17554"/>
                  </a:lnTo>
                  <a:lnTo>
                    <a:pt x="77841" y="18993"/>
                  </a:lnTo>
                  <a:lnTo>
                    <a:pt x="79280" y="20576"/>
                  </a:lnTo>
                  <a:lnTo>
                    <a:pt x="80431" y="22158"/>
                  </a:lnTo>
                  <a:lnTo>
                    <a:pt x="81582" y="23741"/>
                  </a:lnTo>
                  <a:lnTo>
                    <a:pt x="82733" y="25468"/>
                  </a:lnTo>
                  <a:lnTo>
                    <a:pt x="83740" y="27194"/>
                  </a:lnTo>
                  <a:lnTo>
                    <a:pt x="84603" y="28921"/>
                  </a:lnTo>
                  <a:lnTo>
                    <a:pt x="85467" y="30791"/>
                  </a:lnTo>
                  <a:lnTo>
                    <a:pt x="86186" y="32662"/>
                  </a:lnTo>
                  <a:lnTo>
                    <a:pt x="86905" y="34676"/>
                  </a:lnTo>
                  <a:lnTo>
                    <a:pt x="87481" y="36547"/>
                  </a:lnTo>
                  <a:lnTo>
                    <a:pt x="87913" y="38561"/>
                  </a:lnTo>
                  <a:lnTo>
                    <a:pt x="88200" y="40719"/>
                  </a:lnTo>
                  <a:lnTo>
                    <a:pt x="88488" y="42734"/>
                  </a:lnTo>
                  <a:lnTo>
                    <a:pt x="88632" y="44892"/>
                  </a:lnTo>
                  <a:lnTo>
                    <a:pt x="88776" y="47050"/>
                  </a:lnTo>
                  <a:lnTo>
                    <a:pt x="94099" y="47050"/>
                  </a:lnTo>
                  <a:lnTo>
                    <a:pt x="94099" y="44604"/>
                  </a:lnTo>
                  <a:lnTo>
                    <a:pt x="93812" y="42158"/>
                  </a:lnTo>
                  <a:lnTo>
                    <a:pt x="93524" y="39856"/>
                  </a:lnTo>
                  <a:lnTo>
                    <a:pt x="93092" y="37554"/>
                  </a:lnTo>
                  <a:lnTo>
                    <a:pt x="92661" y="35252"/>
                  </a:lnTo>
                  <a:lnTo>
                    <a:pt x="91941" y="33093"/>
                  </a:lnTo>
                  <a:lnTo>
                    <a:pt x="91222" y="30791"/>
                  </a:lnTo>
                  <a:lnTo>
                    <a:pt x="90359" y="28777"/>
                  </a:lnTo>
                  <a:lnTo>
                    <a:pt x="89495" y="26619"/>
                  </a:lnTo>
                  <a:lnTo>
                    <a:pt x="88488" y="24604"/>
                  </a:lnTo>
                  <a:lnTo>
                    <a:pt x="87337" y="22590"/>
                  </a:lnTo>
                  <a:lnTo>
                    <a:pt x="86042" y="20720"/>
                  </a:lnTo>
                  <a:lnTo>
                    <a:pt x="84747" y="18849"/>
                  </a:lnTo>
                  <a:lnTo>
                    <a:pt x="83308" y="17123"/>
                  </a:lnTo>
                  <a:lnTo>
                    <a:pt x="81869" y="15396"/>
                  </a:lnTo>
                  <a:lnTo>
                    <a:pt x="80287" y="13813"/>
                  </a:lnTo>
                  <a:lnTo>
                    <a:pt x="78704" y="12231"/>
                  </a:lnTo>
                  <a:lnTo>
                    <a:pt x="76978" y="10792"/>
                  </a:lnTo>
                  <a:lnTo>
                    <a:pt x="75251" y="9353"/>
                  </a:lnTo>
                  <a:lnTo>
                    <a:pt x="73380" y="8058"/>
                  </a:lnTo>
                  <a:lnTo>
                    <a:pt x="71366" y="6763"/>
                  </a:lnTo>
                  <a:lnTo>
                    <a:pt x="69496" y="5612"/>
                  </a:lnTo>
                  <a:lnTo>
                    <a:pt x="67481" y="4605"/>
                  </a:lnTo>
                  <a:lnTo>
                    <a:pt x="65323" y="3741"/>
                  </a:lnTo>
                  <a:lnTo>
                    <a:pt x="63165" y="2878"/>
                  </a:lnTo>
                  <a:lnTo>
                    <a:pt x="61007" y="2159"/>
                  </a:lnTo>
                  <a:lnTo>
                    <a:pt x="58848" y="1439"/>
                  </a:lnTo>
                  <a:lnTo>
                    <a:pt x="56546" y="864"/>
                  </a:lnTo>
                  <a:lnTo>
                    <a:pt x="54244" y="576"/>
                  </a:lnTo>
                  <a:lnTo>
                    <a:pt x="51798" y="288"/>
                  </a:lnTo>
                  <a:lnTo>
                    <a:pt x="4949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 name="Google Shape;99;p11"/>
            <p:cNvSpPr/>
            <p:nvPr/>
          </p:nvSpPr>
          <p:spPr>
            <a:xfrm>
              <a:off x="1835200" y="2668625"/>
              <a:ext cx="3949600" cy="1974800"/>
            </a:xfrm>
            <a:custGeom>
              <a:avLst/>
              <a:gdLst/>
              <a:ahLst/>
              <a:cxnLst/>
              <a:rect l="l" t="t" r="r" b="b"/>
              <a:pathLst>
                <a:path w="157984" h="78992" extrusionOk="0">
                  <a:moveTo>
                    <a:pt x="78992" y="1"/>
                  </a:moveTo>
                  <a:lnTo>
                    <a:pt x="74963" y="145"/>
                  </a:lnTo>
                  <a:lnTo>
                    <a:pt x="70935" y="432"/>
                  </a:lnTo>
                  <a:lnTo>
                    <a:pt x="67050" y="864"/>
                  </a:lnTo>
                  <a:lnTo>
                    <a:pt x="63165" y="1583"/>
                  </a:lnTo>
                  <a:lnTo>
                    <a:pt x="59280" y="2447"/>
                  </a:lnTo>
                  <a:lnTo>
                    <a:pt x="55539" y="3598"/>
                  </a:lnTo>
                  <a:lnTo>
                    <a:pt x="51942" y="4749"/>
                  </a:lnTo>
                  <a:lnTo>
                    <a:pt x="48345" y="6188"/>
                  </a:lnTo>
                  <a:lnTo>
                    <a:pt x="44748" y="7770"/>
                  </a:lnTo>
                  <a:lnTo>
                    <a:pt x="41439" y="9497"/>
                  </a:lnTo>
                  <a:lnTo>
                    <a:pt x="38129" y="11367"/>
                  </a:lnTo>
                  <a:lnTo>
                    <a:pt x="34820" y="13526"/>
                  </a:lnTo>
                  <a:lnTo>
                    <a:pt x="31799" y="15684"/>
                  </a:lnTo>
                  <a:lnTo>
                    <a:pt x="28777" y="17986"/>
                  </a:lnTo>
                  <a:lnTo>
                    <a:pt x="25899" y="20576"/>
                  </a:lnTo>
                  <a:lnTo>
                    <a:pt x="23166" y="23166"/>
                  </a:lnTo>
                  <a:lnTo>
                    <a:pt x="20576" y="25899"/>
                  </a:lnTo>
                  <a:lnTo>
                    <a:pt x="18130" y="28777"/>
                  </a:lnTo>
                  <a:lnTo>
                    <a:pt x="15684" y="31799"/>
                  </a:lnTo>
                  <a:lnTo>
                    <a:pt x="13526" y="34820"/>
                  </a:lnTo>
                  <a:lnTo>
                    <a:pt x="11511" y="37986"/>
                  </a:lnTo>
                  <a:lnTo>
                    <a:pt x="9641" y="41295"/>
                  </a:lnTo>
                  <a:lnTo>
                    <a:pt x="7770" y="44748"/>
                  </a:lnTo>
                  <a:lnTo>
                    <a:pt x="6188" y="48201"/>
                  </a:lnTo>
                  <a:lnTo>
                    <a:pt x="4893" y="51798"/>
                  </a:lnTo>
                  <a:lnTo>
                    <a:pt x="3598" y="55539"/>
                  </a:lnTo>
                  <a:lnTo>
                    <a:pt x="2591" y="59280"/>
                  </a:lnTo>
                  <a:lnTo>
                    <a:pt x="1583" y="63021"/>
                  </a:lnTo>
                  <a:lnTo>
                    <a:pt x="1008" y="66906"/>
                  </a:lnTo>
                  <a:lnTo>
                    <a:pt x="432" y="70935"/>
                  </a:lnTo>
                  <a:lnTo>
                    <a:pt x="145" y="74963"/>
                  </a:lnTo>
                  <a:lnTo>
                    <a:pt x="1" y="78992"/>
                  </a:lnTo>
                  <a:lnTo>
                    <a:pt x="5468" y="78992"/>
                  </a:lnTo>
                  <a:lnTo>
                    <a:pt x="5468" y="75107"/>
                  </a:lnTo>
                  <a:lnTo>
                    <a:pt x="5756" y="71366"/>
                  </a:lnTo>
                  <a:lnTo>
                    <a:pt x="6188" y="67769"/>
                  </a:lnTo>
                  <a:lnTo>
                    <a:pt x="6907" y="64172"/>
                  </a:lnTo>
                  <a:lnTo>
                    <a:pt x="7770" y="60575"/>
                  </a:lnTo>
                  <a:lnTo>
                    <a:pt x="8778" y="57122"/>
                  </a:lnTo>
                  <a:lnTo>
                    <a:pt x="9929" y="53669"/>
                  </a:lnTo>
                  <a:lnTo>
                    <a:pt x="11223" y="50359"/>
                  </a:lnTo>
                  <a:lnTo>
                    <a:pt x="12662" y="47050"/>
                  </a:lnTo>
                  <a:lnTo>
                    <a:pt x="14245" y="43885"/>
                  </a:lnTo>
                  <a:lnTo>
                    <a:pt x="16115" y="40863"/>
                  </a:lnTo>
                  <a:lnTo>
                    <a:pt x="17986" y="37842"/>
                  </a:lnTo>
                  <a:lnTo>
                    <a:pt x="20000" y="34964"/>
                  </a:lnTo>
                  <a:lnTo>
                    <a:pt x="22302" y="32086"/>
                  </a:lnTo>
                  <a:lnTo>
                    <a:pt x="24605" y="29497"/>
                  </a:lnTo>
                  <a:lnTo>
                    <a:pt x="27051" y="26907"/>
                  </a:lnTo>
                  <a:lnTo>
                    <a:pt x="29497" y="24461"/>
                  </a:lnTo>
                  <a:lnTo>
                    <a:pt x="32230" y="22159"/>
                  </a:lnTo>
                  <a:lnTo>
                    <a:pt x="34964" y="20000"/>
                  </a:lnTo>
                  <a:lnTo>
                    <a:pt x="37842" y="17986"/>
                  </a:lnTo>
                  <a:lnTo>
                    <a:pt x="40863" y="15972"/>
                  </a:lnTo>
                  <a:lnTo>
                    <a:pt x="43885" y="14245"/>
                  </a:lnTo>
                  <a:lnTo>
                    <a:pt x="47194" y="12662"/>
                  </a:lnTo>
                  <a:lnTo>
                    <a:pt x="50359" y="11080"/>
                  </a:lnTo>
                  <a:lnTo>
                    <a:pt x="53669" y="9785"/>
                  </a:lnTo>
                  <a:lnTo>
                    <a:pt x="57122" y="8634"/>
                  </a:lnTo>
                  <a:lnTo>
                    <a:pt x="60575" y="7626"/>
                  </a:lnTo>
                  <a:lnTo>
                    <a:pt x="64172" y="6907"/>
                  </a:lnTo>
                  <a:lnTo>
                    <a:pt x="67769" y="6188"/>
                  </a:lnTo>
                  <a:lnTo>
                    <a:pt x="71510" y="5756"/>
                  </a:lnTo>
                  <a:lnTo>
                    <a:pt x="75251" y="5468"/>
                  </a:lnTo>
                  <a:lnTo>
                    <a:pt x="78992" y="5324"/>
                  </a:lnTo>
                  <a:lnTo>
                    <a:pt x="82733" y="5468"/>
                  </a:lnTo>
                  <a:lnTo>
                    <a:pt x="86474" y="5756"/>
                  </a:lnTo>
                  <a:lnTo>
                    <a:pt x="90215" y="6188"/>
                  </a:lnTo>
                  <a:lnTo>
                    <a:pt x="93812" y="6907"/>
                  </a:lnTo>
                  <a:lnTo>
                    <a:pt x="97409" y="7626"/>
                  </a:lnTo>
                  <a:lnTo>
                    <a:pt x="100862" y="8634"/>
                  </a:lnTo>
                  <a:lnTo>
                    <a:pt x="104315" y="9785"/>
                  </a:lnTo>
                  <a:lnTo>
                    <a:pt x="107625" y="11080"/>
                  </a:lnTo>
                  <a:lnTo>
                    <a:pt x="110934" y="12662"/>
                  </a:lnTo>
                  <a:lnTo>
                    <a:pt x="114099" y="14245"/>
                  </a:lnTo>
                  <a:lnTo>
                    <a:pt x="117121" y="15972"/>
                  </a:lnTo>
                  <a:lnTo>
                    <a:pt x="120142" y="17986"/>
                  </a:lnTo>
                  <a:lnTo>
                    <a:pt x="123020" y="20000"/>
                  </a:lnTo>
                  <a:lnTo>
                    <a:pt x="125754" y="22159"/>
                  </a:lnTo>
                  <a:lnTo>
                    <a:pt x="128487" y="24461"/>
                  </a:lnTo>
                  <a:lnTo>
                    <a:pt x="131077" y="26907"/>
                  </a:lnTo>
                  <a:lnTo>
                    <a:pt x="133523" y="29497"/>
                  </a:lnTo>
                  <a:lnTo>
                    <a:pt x="135825" y="32086"/>
                  </a:lnTo>
                  <a:lnTo>
                    <a:pt x="137984" y="34964"/>
                  </a:lnTo>
                  <a:lnTo>
                    <a:pt x="139998" y="37842"/>
                  </a:lnTo>
                  <a:lnTo>
                    <a:pt x="142012" y="40863"/>
                  </a:lnTo>
                  <a:lnTo>
                    <a:pt x="143739" y="43885"/>
                  </a:lnTo>
                  <a:lnTo>
                    <a:pt x="145322" y="47050"/>
                  </a:lnTo>
                  <a:lnTo>
                    <a:pt x="146761" y="50359"/>
                  </a:lnTo>
                  <a:lnTo>
                    <a:pt x="148199" y="53669"/>
                  </a:lnTo>
                  <a:lnTo>
                    <a:pt x="149350" y="57122"/>
                  </a:lnTo>
                  <a:lnTo>
                    <a:pt x="150358" y="60575"/>
                  </a:lnTo>
                  <a:lnTo>
                    <a:pt x="151077" y="64172"/>
                  </a:lnTo>
                  <a:lnTo>
                    <a:pt x="151796" y="67769"/>
                  </a:lnTo>
                  <a:lnTo>
                    <a:pt x="152228" y="71366"/>
                  </a:lnTo>
                  <a:lnTo>
                    <a:pt x="152516" y="75107"/>
                  </a:lnTo>
                  <a:lnTo>
                    <a:pt x="152660" y="78992"/>
                  </a:lnTo>
                  <a:lnTo>
                    <a:pt x="157983" y="78992"/>
                  </a:lnTo>
                  <a:lnTo>
                    <a:pt x="157839" y="74963"/>
                  </a:lnTo>
                  <a:lnTo>
                    <a:pt x="157552" y="70935"/>
                  </a:lnTo>
                  <a:lnTo>
                    <a:pt x="157120" y="66906"/>
                  </a:lnTo>
                  <a:lnTo>
                    <a:pt x="156401" y="63021"/>
                  </a:lnTo>
                  <a:lnTo>
                    <a:pt x="155537" y="59280"/>
                  </a:lnTo>
                  <a:lnTo>
                    <a:pt x="154386" y="55539"/>
                  </a:lnTo>
                  <a:lnTo>
                    <a:pt x="153235" y="51798"/>
                  </a:lnTo>
                  <a:lnTo>
                    <a:pt x="151796" y="48201"/>
                  </a:lnTo>
                  <a:lnTo>
                    <a:pt x="150214" y="44748"/>
                  </a:lnTo>
                  <a:lnTo>
                    <a:pt x="148487" y="41295"/>
                  </a:lnTo>
                  <a:lnTo>
                    <a:pt x="146473" y="37986"/>
                  </a:lnTo>
                  <a:lnTo>
                    <a:pt x="144458" y="34820"/>
                  </a:lnTo>
                  <a:lnTo>
                    <a:pt x="142300" y="31799"/>
                  </a:lnTo>
                  <a:lnTo>
                    <a:pt x="139854" y="28777"/>
                  </a:lnTo>
                  <a:lnTo>
                    <a:pt x="137408" y="25899"/>
                  </a:lnTo>
                  <a:lnTo>
                    <a:pt x="134818" y="23166"/>
                  </a:lnTo>
                  <a:lnTo>
                    <a:pt x="132085" y="20576"/>
                  </a:lnTo>
                  <a:lnTo>
                    <a:pt x="129207" y="17986"/>
                  </a:lnTo>
                  <a:lnTo>
                    <a:pt x="126185" y="15684"/>
                  </a:lnTo>
                  <a:lnTo>
                    <a:pt x="123164" y="13526"/>
                  </a:lnTo>
                  <a:lnTo>
                    <a:pt x="119855" y="11367"/>
                  </a:lnTo>
                  <a:lnTo>
                    <a:pt x="116689" y="9497"/>
                  </a:lnTo>
                  <a:lnTo>
                    <a:pt x="113236" y="7770"/>
                  </a:lnTo>
                  <a:lnTo>
                    <a:pt x="109783" y="6188"/>
                  </a:lnTo>
                  <a:lnTo>
                    <a:pt x="106186" y="4749"/>
                  </a:lnTo>
                  <a:lnTo>
                    <a:pt x="102445" y="3598"/>
                  </a:lnTo>
                  <a:lnTo>
                    <a:pt x="98704" y="2447"/>
                  </a:lnTo>
                  <a:lnTo>
                    <a:pt x="94963" y="1583"/>
                  </a:lnTo>
                  <a:lnTo>
                    <a:pt x="91078" y="864"/>
                  </a:lnTo>
                  <a:lnTo>
                    <a:pt x="87049" y="432"/>
                  </a:lnTo>
                  <a:lnTo>
                    <a:pt x="83021" y="145"/>
                  </a:lnTo>
                  <a:lnTo>
                    <a:pt x="78992"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 name="Google Shape;100;p11"/>
            <p:cNvSpPr/>
            <p:nvPr/>
          </p:nvSpPr>
          <p:spPr>
            <a:xfrm>
              <a:off x="1036650" y="1870075"/>
              <a:ext cx="5546700" cy="2773350"/>
            </a:xfrm>
            <a:custGeom>
              <a:avLst/>
              <a:gdLst/>
              <a:ahLst/>
              <a:cxnLst/>
              <a:rect l="l" t="t" r="r" b="b"/>
              <a:pathLst>
                <a:path w="221868" h="110934" extrusionOk="0">
                  <a:moveTo>
                    <a:pt x="110934" y="1"/>
                  </a:moveTo>
                  <a:lnTo>
                    <a:pt x="105323" y="145"/>
                  </a:lnTo>
                  <a:lnTo>
                    <a:pt x="99567" y="576"/>
                  </a:lnTo>
                  <a:lnTo>
                    <a:pt x="94100" y="1296"/>
                  </a:lnTo>
                  <a:lnTo>
                    <a:pt x="88632" y="2303"/>
                  </a:lnTo>
                  <a:lnTo>
                    <a:pt x="83309" y="3454"/>
                  </a:lnTo>
                  <a:lnTo>
                    <a:pt x="77985" y="5037"/>
                  </a:lnTo>
                  <a:lnTo>
                    <a:pt x="72805" y="6763"/>
                  </a:lnTo>
                  <a:lnTo>
                    <a:pt x="67769" y="8778"/>
                  </a:lnTo>
                  <a:lnTo>
                    <a:pt x="62877" y="10936"/>
                  </a:lnTo>
                  <a:lnTo>
                    <a:pt x="58129" y="13382"/>
                  </a:lnTo>
                  <a:lnTo>
                    <a:pt x="53525" y="16116"/>
                  </a:lnTo>
                  <a:lnTo>
                    <a:pt x="48921" y="18993"/>
                  </a:lnTo>
                  <a:lnTo>
                    <a:pt x="44604" y="22015"/>
                  </a:lnTo>
                  <a:lnTo>
                    <a:pt x="40432" y="25324"/>
                  </a:lnTo>
                  <a:lnTo>
                    <a:pt x="36403" y="28777"/>
                  </a:lnTo>
                  <a:lnTo>
                    <a:pt x="32518" y="32518"/>
                  </a:lnTo>
                  <a:lnTo>
                    <a:pt x="28921" y="36403"/>
                  </a:lnTo>
                  <a:lnTo>
                    <a:pt x="25468" y="40432"/>
                  </a:lnTo>
                  <a:lnTo>
                    <a:pt x="22159" y="44604"/>
                  </a:lnTo>
                  <a:lnTo>
                    <a:pt x="18993" y="48921"/>
                  </a:lnTo>
                  <a:lnTo>
                    <a:pt x="16116" y="53381"/>
                  </a:lnTo>
                  <a:lnTo>
                    <a:pt x="13382" y="58129"/>
                  </a:lnTo>
                  <a:lnTo>
                    <a:pt x="10936" y="62877"/>
                  </a:lnTo>
                  <a:lnTo>
                    <a:pt x="8778" y="67769"/>
                  </a:lnTo>
                  <a:lnTo>
                    <a:pt x="6763" y="72805"/>
                  </a:lnTo>
                  <a:lnTo>
                    <a:pt x="5037" y="77985"/>
                  </a:lnTo>
                  <a:lnTo>
                    <a:pt x="3598" y="83165"/>
                  </a:lnTo>
                  <a:lnTo>
                    <a:pt x="2303" y="88632"/>
                  </a:lnTo>
                  <a:lnTo>
                    <a:pt x="1296" y="93956"/>
                  </a:lnTo>
                  <a:lnTo>
                    <a:pt x="576" y="99567"/>
                  </a:lnTo>
                  <a:lnTo>
                    <a:pt x="145" y="105179"/>
                  </a:lnTo>
                  <a:lnTo>
                    <a:pt x="1" y="110934"/>
                  </a:lnTo>
                  <a:lnTo>
                    <a:pt x="5468" y="110934"/>
                  </a:lnTo>
                  <a:lnTo>
                    <a:pt x="5612" y="105466"/>
                  </a:lnTo>
                  <a:lnTo>
                    <a:pt x="5900" y="100143"/>
                  </a:lnTo>
                  <a:lnTo>
                    <a:pt x="6619" y="94819"/>
                  </a:lnTo>
                  <a:lnTo>
                    <a:pt x="7627" y="89639"/>
                  </a:lnTo>
                  <a:lnTo>
                    <a:pt x="8778" y="84604"/>
                  </a:lnTo>
                  <a:lnTo>
                    <a:pt x="10216" y="79568"/>
                  </a:lnTo>
                  <a:lnTo>
                    <a:pt x="11799" y="74676"/>
                  </a:lnTo>
                  <a:lnTo>
                    <a:pt x="13670" y="69784"/>
                  </a:lnTo>
                  <a:lnTo>
                    <a:pt x="15828" y="65179"/>
                  </a:lnTo>
                  <a:lnTo>
                    <a:pt x="18130" y="60575"/>
                  </a:lnTo>
                  <a:lnTo>
                    <a:pt x="20720" y="56259"/>
                  </a:lnTo>
                  <a:lnTo>
                    <a:pt x="23454" y="51942"/>
                  </a:lnTo>
                  <a:lnTo>
                    <a:pt x="26475" y="47770"/>
                  </a:lnTo>
                  <a:lnTo>
                    <a:pt x="29497" y="43741"/>
                  </a:lnTo>
                  <a:lnTo>
                    <a:pt x="32806" y="40000"/>
                  </a:lnTo>
                  <a:lnTo>
                    <a:pt x="36403" y="36259"/>
                  </a:lnTo>
                  <a:lnTo>
                    <a:pt x="40000" y="32806"/>
                  </a:lnTo>
                  <a:lnTo>
                    <a:pt x="43885" y="29497"/>
                  </a:lnTo>
                  <a:lnTo>
                    <a:pt x="47914" y="26331"/>
                  </a:lnTo>
                  <a:lnTo>
                    <a:pt x="51942" y="23454"/>
                  </a:lnTo>
                  <a:lnTo>
                    <a:pt x="56259" y="20720"/>
                  </a:lnTo>
                  <a:lnTo>
                    <a:pt x="60719" y="18130"/>
                  </a:lnTo>
                  <a:lnTo>
                    <a:pt x="65179" y="15828"/>
                  </a:lnTo>
                  <a:lnTo>
                    <a:pt x="69928" y="13670"/>
                  </a:lnTo>
                  <a:lnTo>
                    <a:pt x="74676" y="11799"/>
                  </a:lnTo>
                  <a:lnTo>
                    <a:pt x="79568" y="10073"/>
                  </a:lnTo>
                  <a:lnTo>
                    <a:pt x="84604" y="8634"/>
                  </a:lnTo>
                  <a:lnTo>
                    <a:pt x="89639" y="7483"/>
                  </a:lnTo>
                  <a:lnTo>
                    <a:pt x="94963" y="6619"/>
                  </a:lnTo>
                  <a:lnTo>
                    <a:pt x="100143" y="5900"/>
                  </a:lnTo>
                  <a:lnTo>
                    <a:pt x="105466" y="5468"/>
                  </a:lnTo>
                  <a:lnTo>
                    <a:pt x="110934" y="5324"/>
                  </a:lnTo>
                  <a:lnTo>
                    <a:pt x="116402" y="5468"/>
                  </a:lnTo>
                  <a:lnTo>
                    <a:pt x="121725" y="5900"/>
                  </a:lnTo>
                  <a:lnTo>
                    <a:pt x="127049" y="6619"/>
                  </a:lnTo>
                  <a:lnTo>
                    <a:pt x="132229" y="7483"/>
                  </a:lnTo>
                  <a:lnTo>
                    <a:pt x="137264" y="8634"/>
                  </a:lnTo>
                  <a:lnTo>
                    <a:pt x="142300" y="10073"/>
                  </a:lnTo>
                  <a:lnTo>
                    <a:pt x="147192" y="11799"/>
                  </a:lnTo>
                  <a:lnTo>
                    <a:pt x="151940" y="13670"/>
                  </a:lnTo>
                  <a:lnTo>
                    <a:pt x="156689" y="15828"/>
                  </a:lnTo>
                  <a:lnTo>
                    <a:pt x="161149" y="18130"/>
                  </a:lnTo>
                  <a:lnTo>
                    <a:pt x="165609" y="20720"/>
                  </a:lnTo>
                  <a:lnTo>
                    <a:pt x="169926" y="23454"/>
                  </a:lnTo>
                  <a:lnTo>
                    <a:pt x="174098" y="26331"/>
                  </a:lnTo>
                  <a:lnTo>
                    <a:pt x="177983" y="29497"/>
                  </a:lnTo>
                  <a:lnTo>
                    <a:pt x="181868" y="32806"/>
                  </a:lnTo>
                  <a:lnTo>
                    <a:pt x="185609" y="36259"/>
                  </a:lnTo>
                  <a:lnTo>
                    <a:pt x="189062" y="40000"/>
                  </a:lnTo>
                  <a:lnTo>
                    <a:pt x="192371" y="43741"/>
                  </a:lnTo>
                  <a:lnTo>
                    <a:pt x="195537" y="47770"/>
                  </a:lnTo>
                  <a:lnTo>
                    <a:pt x="198414" y="51942"/>
                  </a:lnTo>
                  <a:lnTo>
                    <a:pt x="201148" y="56259"/>
                  </a:lnTo>
                  <a:lnTo>
                    <a:pt x="203738" y="60575"/>
                  </a:lnTo>
                  <a:lnTo>
                    <a:pt x="206040" y="65179"/>
                  </a:lnTo>
                  <a:lnTo>
                    <a:pt x="208198" y="69784"/>
                  </a:lnTo>
                  <a:lnTo>
                    <a:pt x="210069" y="74676"/>
                  </a:lnTo>
                  <a:lnTo>
                    <a:pt x="211795" y="79568"/>
                  </a:lnTo>
                  <a:lnTo>
                    <a:pt x="213234" y="84604"/>
                  </a:lnTo>
                  <a:lnTo>
                    <a:pt x="214385" y="89639"/>
                  </a:lnTo>
                  <a:lnTo>
                    <a:pt x="215249" y="94819"/>
                  </a:lnTo>
                  <a:lnTo>
                    <a:pt x="215968" y="100143"/>
                  </a:lnTo>
                  <a:lnTo>
                    <a:pt x="216400" y="105466"/>
                  </a:lnTo>
                  <a:lnTo>
                    <a:pt x="216544" y="110934"/>
                  </a:lnTo>
                  <a:lnTo>
                    <a:pt x="221867" y="110934"/>
                  </a:lnTo>
                  <a:lnTo>
                    <a:pt x="221723" y="105179"/>
                  </a:lnTo>
                  <a:lnTo>
                    <a:pt x="221292" y="99567"/>
                  </a:lnTo>
                  <a:lnTo>
                    <a:pt x="220572" y="93956"/>
                  </a:lnTo>
                  <a:lnTo>
                    <a:pt x="219565" y="88632"/>
                  </a:lnTo>
                  <a:lnTo>
                    <a:pt x="218414" y="83165"/>
                  </a:lnTo>
                  <a:lnTo>
                    <a:pt x="216831" y="77985"/>
                  </a:lnTo>
                  <a:lnTo>
                    <a:pt x="215105" y="72805"/>
                  </a:lnTo>
                  <a:lnTo>
                    <a:pt x="213090" y="67769"/>
                  </a:lnTo>
                  <a:lnTo>
                    <a:pt x="210932" y="62877"/>
                  </a:lnTo>
                  <a:lnTo>
                    <a:pt x="208486" y="58129"/>
                  </a:lnTo>
                  <a:lnTo>
                    <a:pt x="205752" y="53381"/>
                  </a:lnTo>
                  <a:lnTo>
                    <a:pt x="202875" y="48921"/>
                  </a:lnTo>
                  <a:lnTo>
                    <a:pt x="199853" y="44604"/>
                  </a:lnTo>
                  <a:lnTo>
                    <a:pt x="196544" y="40432"/>
                  </a:lnTo>
                  <a:lnTo>
                    <a:pt x="192947" y="36403"/>
                  </a:lnTo>
                  <a:lnTo>
                    <a:pt x="189350" y="32518"/>
                  </a:lnTo>
                  <a:lnTo>
                    <a:pt x="185465" y="28777"/>
                  </a:lnTo>
                  <a:lnTo>
                    <a:pt x="181436" y="25324"/>
                  </a:lnTo>
                  <a:lnTo>
                    <a:pt x="177264" y="22015"/>
                  </a:lnTo>
                  <a:lnTo>
                    <a:pt x="172947" y="18993"/>
                  </a:lnTo>
                  <a:lnTo>
                    <a:pt x="168343" y="16116"/>
                  </a:lnTo>
                  <a:lnTo>
                    <a:pt x="163739" y="13382"/>
                  </a:lnTo>
                  <a:lnTo>
                    <a:pt x="158991" y="10936"/>
                  </a:lnTo>
                  <a:lnTo>
                    <a:pt x="154099" y="8778"/>
                  </a:lnTo>
                  <a:lnTo>
                    <a:pt x="149063" y="6763"/>
                  </a:lnTo>
                  <a:lnTo>
                    <a:pt x="143883" y="5037"/>
                  </a:lnTo>
                  <a:lnTo>
                    <a:pt x="138703" y="3454"/>
                  </a:lnTo>
                  <a:lnTo>
                    <a:pt x="133236" y="2303"/>
                  </a:lnTo>
                  <a:lnTo>
                    <a:pt x="127768" y="1296"/>
                  </a:lnTo>
                  <a:lnTo>
                    <a:pt x="122301" y="576"/>
                  </a:lnTo>
                  <a:lnTo>
                    <a:pt x="116689" y="145"/>
                  </a:lnTo>
                  <a:lnTo>
                    <a:pt x="110934"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 name="Google Shape;101;p11"/>
            <p:cNvSpPr/>
            <p:nvPr/>
          </p:nvSpPr>
          <p:spPr>
            <a:xfrm>
              <a:off x="238125" y="1071550"/>
              <a:ext cx="7143750" cy="3571875"/>
            </a:xfrm>
            <a:custGeom>
              <a:avLst/>
              <a:gdLst/>
              <a:ahLst/>
              <a:cxnLst/>
              <a:rect l="l" t="t" r="r" b="b"/>
              <a:pathLst>
                <a:path w="285750" h="142875" extrusionOk="0">
                  <a:moveTo>
                    <a:pt x="139278" y="0"/>
                  </a:moveTo>
                  <a:lnTo>
                    <a:pt x="135825" y="144"/>
                  </a:lnTo>
                  <a:lnTo>
                    <a:pt x="132228" y="432"/>
                  </a:lnTo>
                  <a:lnTo>
                    <a:pt x="128775" y="719"/>
                  </a:lnTo>
                  <a:lnTo>
                    <a:pt x="125178" y="1007"/>
                  </a:lnTo>
                  <a:lnTo>
                    <a:pt x="121724" y="1583"/>
                  </a:lnTo>
                  <a:lnTo>
                    <a:pt x="114818" y="2734"/>
                  </a:lnTo>
                  <a:lnTo>
                    <a:pt x="108056" y="4316"/>
                  </a:lnTo>
                  <a:lnTo>
                    <a:pt x="101293" y="6187"/>
                  </a:lnTo>
                  <a:lnTo>
                    <a:pt x="94674" y="8345"/>
                  </a:lnTo>
                  <a:lnTo>
                    <a:pt x="88200" y="10791"/>
                  </a:lnTo>
                  <a:lnTo>
                    <a:pt x="81869" y="13669"/>
                  </a:lnTo>
                  <a:lnTo>
                    <a:pt x="75682" y="16690"/>
                  </a:lnTo>
                  <a:lnTo>
                    <a:pt x="69639" y="20144"/>
                  </a:lnTo>
                  <a:lnTo>
                    <a:pt x="63740" y="23884"/>
                  </a:lnTo>
                  <a:lnTo>
                    <a:pt x="57985" y="27913"/>
                  </a:lnTo>
                  <a:lnTo>
                    <a:pt x="55107" y="30071"/>
                  </a:lnTo>
                  <a:lnTo>
                    <a:pt x="52373" y="32230"/>
                  </a:lnTo>
                  <a:lnTo>
                    <a:pt x="49639" y="34532"/>
                  </a:lnTo>
                  <a:lnTo>
                    <a:pt x="47049" y="36978"/>
                  </a:lnTo>
                  <a:lnTo>
                    <a:pt x="44460" y="39280"/>
                  </a:lnTo>
                  <a:lnTo>
                    <a:pt x="41870" y="41870"/>
                  </a:lnTo>
                  <a:lnTo>
                    <a:pt x="39424" y="44460"/>
                  </a:lnTo>
                  <a:lnTo>
                    <a:pt x="36978" y="47049"/>
                  </a:lnTo>
                  <a:lnTo>
                    <a:pt x="34676" y="49639"/>
                  </a:lnTo>
                  <a:lnTo>
                    <a:pt x="32373" y="52373"/>
                  </a:lnTo>
                  <a:lnTo>
                    <a:pt x="30215" y="55107"/>
                  </a:lnTo>
                  <a:lnTo>
                    <a:pt x="28057" y="57841"/>
                  </a:lnTo>
                  <a:lnTo>
                    <a:pt x="24028" y="63596"/>
                  </a:lnTo>
                  <a:lnTo>
                    <a:pt x="20287" y="69495"/>
                  </a:lnTo>
                  <a:lnTo>
                    <a:pt x="16834" y="75538"/>
                  </a:lnTo>
                  <a:lnTo>
                    <a:pt x="13669" y="81725"/>
                  </a:lnTo>
                  <a:lnTo>
                    <a:pt x="10791" y="88200"/>
                  </a:lnTo>
                  <a:lnTo>
                    <a:pt x="8345" y="94674"/>
                  </a:lnTo>
                  <a:lnTo>
                    <a:pt x="6187" y="101293"/>
                  </a:lnTo>
                  <a:lnTo>
                    <a:pt x="4316" y="107912"/>
                  </a:lnTo>
                  <a:lnTo>
                    <a:pt x="2734" y="114818"/>
                  </a:lnTo>
                  <a:lnTo>
                    <a:pt x="1583" y="121724"/>
                  </a:lnTo>
                  <a:lnTo>
                    <a:pt x="1151" y="125178"/>
                  </a:lnTo>
                  <a:lnTo>
                    <a:pt x="719" y="128631"/>
                  </a:lnTo>
                  <a:lnTo>
                    <a:pt x="432" y="132228"/>
                  </a:lnTo>
                  <a:lnTo>
                    <a:pt x="288" y="135681"/>
                  </a:lnTo>
                  <a:lnTo>
                    <a:pt x="144" y="139278"/>
                  </a:lnTo>
                  <a:lnTo>
                    <a:pt x="0" y="142875"/>
                  </a:lnTo>
                  <a:lnTo>
                    <a:pt x="5468" y="142875"/>
                  </a:lnTo>
                  <a:lnTo>
                    <a:pt x="5611" y="135969"/>
                  </a:lnTo>
                  <a:lnTo>
                    <a:pt x="6043" y="129206"/>
                  </a:lnTo>
                  <a:lnTo>
                    <a:pt x="6906" y="122444"/>
                  </a:lnTo>
                  <a:lnTo>
                    <a:pt x="8057" y="115825"/>
                  </a:lnTo>
                  <a:lnTo>
                    <a:pt x="9496" y="109207"/>
                  </a:lnTo>
                  <a:lnTo>
                    <a:pt x="11367" y="102732"/>
                  </a:lnTo>
                  <a:lnTo>
                    <a:pt x="13381" y="96401"/>
                  </a:lnTo>
                  <a:lnTo>
                    <a:pt x="15827" y="90214"/>
                  </a:lnTo>
                  <a:lnTo>
                    <a:pt x="18561" y="84027"/>
                  </a:lnTo>
                  <a:lnTo>
                    <a:pt x="21582" y="78128"/>
                  </a:lnTo>
                  <a:lnTo>
                    <a:pt x="24892" y="72229"/>
                  </a:lnTo>
                  <a:lnTo>
                    <a:pt x="28489" y="66617"/>
                  </a:lnTo>
                  <a:lnTo>
                    <a:pt x="32373" y="61150"/>
                  </a:lnTo>
                  <a:lnTo>
                    <a:pt x="36546" y="55682"/>
                  </a:lnTo>
                  <a:lnTo>
                    <a:pt x="41006" y="50647"/>
                  </a:lnTo>
                  <a:lnTo>
                    <a:pt x="45755" y="45611"/>
                  </a:lnTo>
                  <a:lnTo>
                    <a:pt x="50647" y="40863"/>
                  </a:lnTo>
                  <a:lnTo>
                    <a:pt x="55826" y="36402"/>
                  </a:lnTo>
                  <a:lnTo>
                    <a:pt x="61150" y="32230"/>
                  </a:lnTo>
                  <a:lnTo>
                    <a:pt x="66617" y="28345"/>
                  </a:lnTo>
                  <a:lnTo>
                    <a:pt x="72373" y="24748"/>
                  </a:lnTo>
                  <a:lnTo>
                    <a:pt x="78128" y="21438"/>
                  </a:lnTo>
                  <a:lnTo>
                    <a:pt x="84171" y="18417"/>
                  </a:lnTo>
                  <a:lnTo>
                    <a:pt x="90214" y="15683"/>
                  </a:lnTo>
                  <a:lnTo>
                    <a:pt x="96545" y="13381"/>
                  </a:lnTo>
                  <a:lnTo>
                    <a:pt x="102876" y="11223"/>
                  </a:lnTo>
                  <a:lnTo>
                    <a:pt x="109350" y="9496"/>
                  </a:lnTo>
                  <a:lnTo>
                    <a:pt x="115825" y="8057"/>
                  </a:lnTo>
                  <a:lnTo>
                    <a:pt x="122444" y="6906"/>
                  </a:lnTo>
                  <a:lnTo>
                    <a:pt x="129206" y="6043"/>
                  </a:lnTo>
                  <a:lnTo>
                    <a:pt x="135969" y="5468"/>
                  </a:lnTo>
                  <a:lnTo>
                    <a:pt x="142875" y="5324"/>
                  </a:lnTo>
                  <a:lnTo>
                    <a:pt x="149781" y="5468"/>
                  </a:lnTo>
                  <a:lnTo>
                    <a:pt x="156544" y="6043"/>
                  </a:lnTo>
                  <a:lnTo>
                    <a:pt x="163306" y="6906"/>
                  </a:lnTo>
                  <a:lnTo>
                    <a:pt x="169925" y="8057"/>
                  </a:lnTo>
                  <a:lnTo>
                    <a:pt x="176543" y="9496"/>
                  </a:lnTo>
                  <a:lnTo>
                    <a:pt x="182874" y="11223"/>
                  </a:lnTo>
                  <a:lnTo>
                    <a:pt x="189349" y="13381"/>
                  </a:lnTo>
                  <a:lnTo>
                    <a:pt x="195536" y="15683"/>
                  </a:lnTo>
                  <a:lnTo>
                    <a:pt x="201579" y="18417"/>
                  </a:lnTo>
                  <a:lnTo>
                    <a:pt x="207622" y="21438"/>
                  </a:lnTo>
                  <a:lnTo>
                    <a:pt x="213377" y="24748"/>
                  </a:lnTo>
                  <a:lnTo>
                    <a:pt x="219133" y="28345"/>
                  </a:lnTo>
                  <a:lnTo>
                    <a:pt x="224600" y="32230"/>
                  </a:lnTo>
                  <a:lnTo>
                    <a:pt x="229924" y="36402"/>
                  </a:lnTo>
                  <a:lnTo>
                    <a:pt x="235103" y="40863"/>
                  </a:lnTo>
                  <a:lnTo>
                    <a:pt x="240139" y="45611"/>
                  </a:lnTo>
                  <a:lnTo>
                    <a:pt x="244887" y="50647"/>
                  </a:lnTo>
                  <a:lnTo>
                    <a:pt x="249348" y="55682"/>
                  </a:lnTo>
                  <a:lnTo>
                    <a:pt x="253520" y="61150"/>
                  </a:lnTo>
                  <a:lnTo>
                    <a:pt x="257405" y="66617"/>
                  </a:lnTo>
                  <a:lnTo>
                    <a:pt x="261002" y="72229"/>
                  </a:lnTo>
                  <a:lnTo>
                    <a:pt x="264312" y="78128"/>
                  </a:lnTo>
                  <a:lnTo>
                    <a:pt x="267333" y="84027"/>
                  </a:lnTo>
                  <a:lnTo>
                    <a:pt x="269923" y="90214"/>
                  </a:lnTo>
                  <a:lnTo>
                    <a:pt x="272369" y="96401"/>
                  </a:lnTo>
                  <a:lnTo>
                    <a:pt x="274527" y="102732"/>
                  </a:lnTo>
                  <a:lnTo>
                    <a:pt x="276254" y="109207"/>
                  </a:lnTo>
                  <a:lnTo>
                    <a:pt x="277693" y="115825"/>
                  </a:lnTo>
                  <a:lnTo>
                    <a:pt x="278844" y="122444"/>
                  </a:lnTo>
                  <a:lnTo>
                    <a:pt x="279707" y="129206"/>
                  </a:lnTo>
                  <a:lnTo>
                    <a:pt x="280139" y="135969"/>
                  </a:lnTo>
                  <a:lnTo>
                    <a:pt x="280426" y="142875"/>
                  </a:lnTo>
                  <a:lnTo>
                    <a:pt x="285750" y="142875"/>
                  </a:lnTo>
                  <a:lnTo>
                    <a:pt x="285750" y="139278"/>
                  </a:lnTo>
                  <a:lnTo>
                    <a:pt x="285606" y="135681"/>
                  </a:lnTo>
                  <a:lnTo>
                    <a:pt x="285318" y="132228"/>
                  </a:lnTo>
                  <a:lnTo>
                    <a:pt x="285031" y="128631"/>
                  </a:lnTo>
                  <a:lnTo>
                    <a:pt x="284599" y="125178"/>
                  </a:lnTo>
                  <a:lnTo>
                    <a:pt x="284167" y="121724"/>
                  </a:lnTo>
                  <a:lnTo>
                    <a:pt x="283016" y="114818"/>
                  </a:lnTo>
                  <a:lnTo>
                    <a:pt x="281434" y="107912"/>
                  </a:lnTo>
                  <a:lnTo>
                    <a:pt x="279563" y="101293"/>
                  </a:lnTo>
                  <a:lnTo>
                    <a:pt x="277405" y="94674"/>
                  </a:lnTo>
                  <a:lnTo>
                    <a:pt x="274959" y="88200"/>
                  </a:lnTo>
                  <a:lnTo>
                    <a:pt x="272081" y="81725"/>
                  </a:lnTo>
                  <a:lnTo>
                    <a:pt x="268916" y="75538"/>
                  </a:lnTo>
                  <a:lnTo>
                    <a:pt x="265607" y="69495"/>
                  </a:lnTo>
                  <a:lnTo>
                    <a:pt x="261866" y="63596"/>
                  </a:lnTo>
                  <a:lnTo>
                    <a:pt x="257837" y="57841"/>
                  </a:lnTo>
                  <a:lnTo>
                    <a:pt x="255679" y="55107"/>
                  </a:lnTo>
                  <a:lnTo>
                    <a:pt x="253377" y="52373"/>
                  </a:lnTo>
                  <a:lnTo>
                    <a:pt x="251218" y="49639"/>
                  </a:lnTo>
                  <a:lnTo>
                    <a:pt x="248772" y="47049"/>
                  </a:lnTo>
                  <a:lnTo>
                    <a:pt x="246326" y="44316"/>
                  </a:lnTo>
                  <a:lnTo>
                    <a:pt x="243880" y="41870"/>
                  </a:lnTo>
                  <a:lnTo>
                    <a:pt x="241290" y="39280"/>
                  </a:lnTo>
                  <a:lnTo>
                    <a:pt x="238701" y="36978"/>
                  </a:lnTo>
                  <a:lnTo>
                    <a:pt x="236111" y="34532"/>
                  </a:lnTo>
                  <a:lnTo>
                    <a:pt x="233377" y="32230"/>
                  </a:lnTo>
                  <a:lnTo>
                    <a:pt x="230643" y="30071"/>
                  </a:lnTo>
                  <a:lnTo>
                    <a:pt x="227765" y="27913"/>
                  </a:lnTo>
                  <a:lnTo>
                    <a:pt x="222154" y="23884"/>
                  </a:lnTo>
                  <a:lnTo>
                    <a:pt x="216255" y="20144"/>
                  </a:lnTo>
                  <a:lnTo>
                    <a:pt x="210212" y="16690"/>
                  </a:lnTo>
                  <a:lnTo>
                    <a:pt x="203881" y="13669"/>
                  </a:lnTo>
                  <a:lnTo>
                    <a:pt x="197550" y="10791"/>
                  </a:lnTo>
                  <a:lnTo>
                    <a:pt x="191076" y="8345"/>
                  </a:lnTo>
                  <a:lnTo>
                    <a:pt x="184457" y="6187"/>
                  </a:lnTo>
                  <a:lnTo>
                    <a:pt x="177838" y="4316"/>
                  </a:lnTo>
                  <a:lnTo>
                    <a:pt x="170932" y="2734"/>
                  </a:lnTo>
                  <a:lnTo>
                    <a:pt x="164026" y="1583"/>
                  </a:lnTo>
                  <a:lnTo>
                    <a:pt x="160573" y="1007"/>
                  </a:lnTo>
                  <a:lnTo>
                    <a:pt x="157119" y="719"/>
                  </a:lnTo>
                  <a:lnTo>
                    <a:pt x="153522" y="432"/>
                  </a:lnTo>
                  <a:lnTo>
                    <a:pt x="150069" y="144"/>
                  </a:lnTo>
                  <a:lnTo>
                    <a:pt x="146472"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mp; body - 2 column Simple">
  <p:cSld name="TITLE_AND_BODY_1">
    <p:spTree>
      <p:nvGrpSpPr>
        <p:cNvPr id="1" name="Shape 102"/>
        <p:cNvGrpSpPr/>
        <p:nvPr/>
      </p:nvGrpSpPr>
      <p:grpSpPr>
        <a:xfrm>
          <a:off x="0" y="0"/>
          <a:ext cx="0" cy="0"/>
          <a:chOff x="0" y="0"/>
          <a:chExt cx="0" cy="0"/>
        </a:xfrm>
      </p:grpSpPr>
      <p:sp>
        <p:nvSpPr>
          <p:cNvPr id="103" name="Google Shape;103;p12"/>
          <p:cNvSpPr txBox="1">
            <a:spLocks noGrp="1"/>
          </p:cNvSpPr>
          <p:nvPr>
            <p:ph type="title"/>
          </p:nvPr>
        </p:nvSpPr>
        <p:spPr>
          <a:xfrm>
            <a:off x="457200" y="114300"/>
            <a:ext cx="8229600" cy="903300"/>
          </a:xfrm>
          <a:prstGeom prst="rect">
            <a:avLst/>
          </a:prstGeom>
        </p:spPr>
        <p:txBody>
          <a:bodyPr spcFirstLastPara="1" wrap="square" lIns="0" tIns="0" rIns="0" bIns="0" anchor="t" anchorCtr="0">
            <a:normAutofit/>
          </a:bodyPr>
          <a:lstStyle>
            <a:lvl1pPr lvl="0" rtl="0">
              <a:spcBef>
                <a:spcPts val="0"/>
              </a:spcBef>
              <a:spcAft>
                <a:spcPts val="0"/>
              </a:spcAft>
              <a:buSzPts val="34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104" name="Google Shape;104;p12"/>
          <p:cNvSpPr txBox="1">
            <a:spLocks noGrp="1"/>
          </p:cNvSpPr>
          <p:nvPr>
            <p:ph type="body" idx="1"/>
          </p:nvPr>
        </p:nvSpPr>
        <p:spPr>
          <a:xfrm>
            <a:off x="457200" y="1733450"/>
            <a:ext cx="4016100" cy="2835300"/>
          </a:xfrm>
          <a:prstGeom prst="rect">
            <a:avLst/>
          </a:prstGeom>
        </p:spPr>
        <p:txBody>
          <a:bodyPr spcFirstLastPara="1" wrap="square" lIns="0" tIns="0" rIns="0" bIns="0" anchor="t" anchorCtr="0">
            <a:normAutofit/>
          </a:bodyPr>
          <a:lstStyle>
            <a:lvl1pPr marL="457200" lvl="0" indent="-330200" rtl="0">
              <a:spcBef>
                <a:spcPts val="0"/>
              </a:spcBef>
              <a:spcAft>
                <a:spcPts val="0"/>
              </a:spcAft>
              <a:buSzPts val="1600"/>
              <a:buChar char="■"/>
              <a:defRPr/>
            </a:lvl1pPr>
            <a:lvl2pPr marL="914400" lvl="1" indent="-317500" rtl="0">
              <a:spcBef>
                <a:spcPts val="0"/>
              </a:spcBef>
              <a:spcAft>
                <a:spcPts val="0"/>
              </a:spcAft>
              <a:buSzPts val="1400"/>
              <a:buChar char="■"/>
              <a:defRPr/>
            </a:lvl2pPr>
            <a:lvl3pPr marL="1371600" lvl="2" indent="-317500" rtl="0">
              <a:spcBef>
                <a:spcPts val="0"/>
              </a:spcBef>
              <a:spcAft>
                <a:spcPts val="0"/>
              </a:spcAft>
              <a:buSzPts val="1400"/>
              <a:buChar char="■"/>
              <a:defRPr/>
            </a:lvl3pPr>
            <a:lvl4pPr marL="1828800" lvl="3" indent="-317500" rtl="0">
              <a:spcBef>
                <a:spcPts val="0"/>
              </a:spcBef>
              <a:spcAft>
                <a:spcPts val="0"/>
              </a:spcAft>
              <a:buSzPts val="1400"/>
              <a:buChar char="●"/>
              <a:defRPr/>
            </a:lvl4pPr>
            <a:lvl5pPr marL="2286000" lvl="4" indent="-317500" rtl="0">
              <a:spcBef>
                <a:spcPts val="0"/>
              </a:spcBef>
              <a:spcAft>
                <a:spcPts val="0"/>
              </a:spcAft>
              <a:buSzPts val="1400"/>
              <a:buChar char="○"/>
              <a:defRPr/>
            </a:lvl5pPr>
            <a:lvl6pPr marL="2743200" lvl="5" indent="-317500" rtl="0">
              <a:spcBef>
                <a:spcPts val="0"/>
              </a:spcBef>
              <a:spcAft>
                <a:spcPts val="0"/>
              </a:spcAft>
              <a:buSzPts val="1400"/>
              <a:buChar char="■"/>
              <a:defRPr/>
            </a:lvl6pPr>
            <a:lvl7pPr marL="3200400" lvl="6" indent="-317500" rtl="0">
              <a:spcBef>
                <a:spcPts val="0"/>
              </a:spcBef>
              <a:spcAft>
                <a:spcPts val="0"/>
              </a:spcAft>
              <a:buSzPts val="1400"/>
              <a:buChar char="●"/>
              <a:defRPr/>
            </a:lvl7pPr>
            <a:lvl8pPr marL="3657600" lvl="7" indent="-317500" rtl="0">
              <a:spcBef>
                <a:spcPts val="0"/>
              </a:spcBef>
              <a:spcAft>
                <a:spcPts val="0"/>
              </a:spcAft>
              <a:buSzPts val="1400"/>
              <a:buChar char="○"/>
              <a:defRPr/>
            </a:lvl8pPr>
            <a:lvl9pPr marL="4114800" lvl="8" indent="-317500" rtl="0">
              <a:spcBef>
                <a:spcPts val="0"/>
              </a:spcBef>
              <a:spcAft>
                <a:spcPts val="0"/>
              </a:spcAft>
              <a:buSzPts val="1400"/>
              <a:buChar char="■"/>
              <a:defRPr/>
            </a:lvl9pPr>
          </a:lstStyle>
          <a:p>
            <a:endParaRPr/>
          </a:p>
        </p:txBody>
      </p:sp>
      <p:sp>
        <p:nvSpPr>
          <p:cNvPr id="105" name="Google Shape;105;p12"/>
          <p:cNvSpPr txBox="1">
            <a:spLocks noGrp="1"/>
          </p:cNvSpPr>
          <p:nvPr>
            <p:ph type="body" idx="2"/>
          </p:nvPr>
        </p:nvSpPr>
        <p:spPr>
          <a:xfrm>
            <a:off x="4670700" y="1733450"/>
            <a:ext cx="4016100" cy="2835300"/>
          </a:xfrm>
          <a:prstGeom prst="rect">
            <a:avLst/>
          </a:prstGeom>
        </p:spPr>
        <p:txBody>
          <a:bodyPr spcFirstLastPara="1" wrap="square" lIns="0" tIns="0" rIns="0" bIns="0" anchor="t" anchorCtr="0">
            <a:normAutofit/>
          </a:bodyPr>
          <a:lstStyle>
            <a:lvl1pPr marL="457200" lvl="0" indent="-330200" rtl="0">
              <a:spcBef>
                <a:spcPts val="0"/>
              </a:spcBef>
              <a:spcAft>
                <a:spcPts val="0"/>
              </a:spcAft>
              <a:buSzPts val="1600"/>
              <a:buChar char="■"/>
              <a:defRPr/>
            </a:lvl1pPr>
            <a:lvl2pPr marL="914400" lvl="1" indent="-317500" rtl="0">
              <a:spcBef>
                <a:spcPts val="0"/>
              </a:spcBef>
              <a:spcAft>
                <a:spcPts val="0"/>
              </a:spcAft>
              <a:buSzPts val="1400"/>
              <a:buChar char="■"/>
              <a:defRPr/>
            </a:lvl2pPr>
            <a:lvl3pPr marL="1371600" lvl="2" indent="-317500" rtl="0">
              <a:spcBef>
                <a:spcPts val="0"/>
              </a:spcBef>
              <a:spcAft>
                <a:spcPts val="0"/>
              </a:spcAft>
              <a:buSzPts val="1400"/>
              <a:buChar char="■"/>
              <a:defRPr/>
            </a:lvl3pPr>
            <a:lvl4pPr marL="1828800" lvl="3" indent="-317500" rtl="0">
              <a:spcBef>
                <a:spcPts val="0"/>
              </a:spcBef>
              <a:spcAft>
                <a:spcPts val="0"/>
              </a:spcAft>
              <a:buSzPts val="1400"/>
              <a:buChar char="●"/>
              <a:defRPr/>
            </a:lvl4pPr>
            <a:lvl5pPr marL="2286000" lvl="4" indent="-317500" rtl="0">
              <a:spcBef>
                <a:spcPts val="0"/>
              </a:spcBef>
              <a:spcAft>
                <a:spcPts val="0"/>
              </a:spcAft>
              <a:buSzPts val="1400"/>
              <a:buChar char="○"/>
              <a:defRPr/>
            </a:lvl5pPr>
            <a:lvl6pPr marL="2743200" lvl="5" indent="-317500" rtl="0">
              <a:spcBef>
                <a:spcPts val="0"/>
              </a:spcBef>
              <a:spcAft>
                <a:spcPts val="0"/>
              </a:spcAft>
              <a:buSzPts val="1400"/>
              <a:buChar char="■"/>
              <a:defRPr/>
            </a:lvl6pPr>
            <a:lvl7pPr marL="3200400" lvl="6" indent="-317500" rtl="0">
              <a:spcBef>
                <a:spcPts val="0"/>
              </a:spcBef>
              <a:spcAft>
                <a:spcPts val="0"/>
              </a:spcAft>
              <a:buSzPts val="1400"/>
              <a:buChar char="●"/>
              <a:defRPr/>
            </a:lvl7pPr>
            <a:lvl8pPr marL="3657600" lvl="7" indent="-317500" rtl="0">
              <a:spcBef>
                <a:spcPts val="0"/>
              </a:spcBef>
              <a:spcAft>
                <a:spcPts val="0"/>
              </a:spcAft>
              <a:buSzPts val="1400"/>
              <a:buChar char="○"/>
              <a:defRPr/>
            </a:lvl8pPr>
            <a:lvl9pPr marL="4114800" lvl="8" indent="-317500" rtl="0">
              <a:spcBef>
                <a:spcPts val="0"/>
              </a:spcBef>
              <a:spcAft>
                <a:spcPts val="0"/>
              </a:spcAft>
              <a:buSzPts val="1400"/>
              <a:buChar char="■"/>
              <a:defRPr/>
            </a:lvl9pPr>
          </a:lstStyle>
          <a:p>
            <a:endParaRPr/>
          </a:p>
        </p:txBody>
      </p:sp>
      <p:sp>
        <p:nvSpPr>
          <p:cNvPr id="106" name="Google Shape;106;p12"/>
          <p:cNvSpPr txBox="1">
            <a:spLocks noGrp="1"/>
          </p:cNvSpPr>
          <p:nvPr>
            <p:ph type="subTitle" idx="3"/>
          </p:nvPr>
        </p:nvSpPr>
        <p:spPr>
          <a:xfrm>
            <a:off x="467075" y="1149725"/>
            <a:ext cx="4016100" cy="450600"/>
          </a:xfrm>
          <a:prstGeom prst="rect">
            <a:avLst/>
          </a:prstGeom>
        </p:spPr>
        <p:txBody>
          <a:bodyPr spcFirstLastPara="1" wrap="square" lIns="0" tIns="0" rIns="0" bIns="0" anchor="t" anchorCtr="0">
            <a:normAutofit/>
          </a:bodyPr>
          <a:lstStyle>
            <a:lvl1pPr lvl="0">
              <a:lnSpc>
                <a:spcPct val="100000"/>
              </a:lnSpc>
              <a:spcBef>
                <a:spcPts val="0"/>
              </a:spcBef>
              <a:spcAft>
                <a:spcPts val="0"/>
              </a:spcAft>
              <a:buClr>
                <a:schemeClr val="accent6"/>
              </a:buClr>
              <a:buSzPts val="2000"/>
              <a:buFont typeface="IBM Plex Sans Medium"/>
              <a:buNone/>
              <a:defRPr sz="2000">
                <a:solidFill>
                  <a:schemeClr val="accent6"/>
                </a:solidFill>
                <a:latin typeface="IBM Plex Sans Medium"/>
                <a:ea typeface="IBM Plex Sans Medium"/>
                <a:cs typeface="IBM Plex Sans Medium"/>
                <a:sym typeface="IBM Plex Sans Medium"/>
              </a:defRPr>
            </a:lvl1pPr>
            <a:lvl2pPr lvl="1">
              <a:lnSpc>
                <a:spcPct val="100000"/>
              </a:lnSpc>
              <a:spcBef>
                <a:spcPts val="0"/>
              </a:spcBef>
              <a:spcAft>
                <a:spcPts val="0"/>
              </a:spcAft>
              <a:buClr>
                <a:schemeClr val="accent6"/>
              </a:buClr>
              <a:buSzPts val="2000"/>
              <a:buFont typeface="IBM Plex Sans Medium"/>
              <a:buNone/>
              <a:defRPr sz="2000">
                <a:solidFill>
                  <a:schemeClr val="accent6"/>
                </a:solidFill>
                <a:latin typeface="IBM Plex Sans Medium"/>
                <a:ea typeface="IBM Plex Sans Medium"/>
                <a:cs typeface="IBM Plex Sans Medium"/>
                <a:sym typeface="IBM Plex Sans Medium"/>
              </a:defRPr>
            </a:lvl2pPr>
            <a:lvl3pPr lvl="2">
              <a:lnSpc>
                <a:spcPct val="100000"/>
              </a:lnSpc>
              <a:spcBef>
                <a:spcPts val="0"/>
              </a:spcBef>
              <a:spcAft>
                <a:spcPts val="0"/>
              </a:spcAft>
              <a:buClr>
                <a:schemeClr val="accent6"/>
              </a:buClr>
              <a:buSzPts val="2000"/>
              <a:buFont typeface="IBM Plex Sans Medium"/>
              <a:buNone/>
              <a:defRPr sz="2000">
                <a:solidFill>
                  <a:schemeClr val="accent6"/>
                </a:solidFill>
                <a:latin typeface="IBM Plex Sans Medium"/>
                <a:ea typeface="IBM Plex Sans Medium"/>
                <a:cs typeface="IBM Plex Sans Medium"/>
                <a:sym typeface="IBM Plex Sans Medium"/>
              </a:defRPr>
            </a:lvl3pPr>
            <a:lvl4pPr lvl="3">
              <a:lnSpc>
                <a:spcPct val="100000"/>
              </a:lnSpc>
              <a:spcBef>
                <a:spcPts val="0"/>
              </a:spcBef>
              <a:spcAft>
                <a:spcPts val="0"/>
              </a:spcAft>
              <a:buClr>
                <a:schemeClr val="accent6"/>
              </a:buClr>
              <a:buSzPts val="2000"/>
              <a:buFont typeface="IBM Plex Sans Medium"/>
              <a:buNone/>
              <a:defRPr sz="2000">
                <a:solidFill>
                  <a:schemeClr val="accent6"/>
                </a:solidFill>
                <a:latin typeface="IBM Plex Sans Medium"/>
                <a:ea typeface="IBM Plex Sans Medium"/>
                <a:cs typeface="IBM Plex Sans Medium"/>
                <a:sym typeface="IBM Plex Sans Medium"/>
              </a:defRPr>
            </a:lvl4pPr>
            <a:lvl5pPr lvl="4">
              <a:lnSpc>
                <a:spcPct val="100000"/>
              </a:lnSpc>
              <a:spcBef>
                <a:spcPts val="0"/>
              </a:spcBef>
              <a:spcAft>
                <a:spcPts val="0"/>
              </a:spcAft>
              <a:buClr>
                <a:schemeClr val="accent6"/>
              </a:buClr>
              <a:buSzPts val="2000"/>
              <a:buFont typeface="IBM Plex Sans Medium"/>
              <a:buNone/>
              <a:defRPr sz="2000">
                <a:solidFill>
                  <a:schemeClr val="accent6"/>
                </a:solidFill>
                <a:latin typeface="IBM Plex Sans Medium"/>
                <a:ea typeface="IBM Plex Sans Medium"/>
                <a:cs typeface="IBM Plex Sans Medium"/>
                <a:sym typeface="IBM Plex Sans Medium"/>
              </a:defRPr>
            </a:lvl5pPr>
            <a:lvl6pPr lvl="5">
              <a:lnSpc>
                <a:spcPct val="100000"/>
              </a:lnSpc>
              <a:spcBef>
                <a:spcPts val="0"/>
              </a:spcBef>
              <a:spcAft>
                <a:spcPts val="0"/>
              </a:spcAft>
              <a:buClr>
                <a:schemeClr val="accent6"/>
              </a:buClr>
              <a:buSzPts val="2000"/>
              <a:buFont typeface="IBM Plex Sans Medium"/>
              <a:buNone/>
              <a:defRPr sz="2000">
                <a:solidFill>
                  <a:schemeClr val="accent6"/>
                </a:solidFill>
                <a:latin typeface="IBM Plex Sans Medium"/>
                <a:ea typeface="IBM Plex Sans Medium"/>
                <a:cs typeface="IBM Plex Sans Medium"/>
                <a:sym typeface="IBM Plex Sans Medium"/>
              </a:defRPr>
            </a:lvl6pPr>
            <a:lvl7pPr lvl="6">
              <a:lnSpc>
                <a:spcPct val="100000"/>
              </a:lnSpc>
              <a:spcBef>
                <a:spcPts val="0"/>
              </a:spcBef>
              <a:spcAft>
                <a:spcPts val="0"/>
              </a:spcAft>
              <a:buClr>
                <a:schemeClr val="accent6"/>
              </a:buClr>
              <a:buSzPts val="2000"/>
              <a:buFont typeface="IBM Plex Sans Medium"/>
              <a:buNone/>
              <a:defRPr sz="2000">
                <a:solidFill>
                  <a:schemeClr val="accent6"/>
                </a:solidFill>
                <a:latin typeface="IBM Plex Sans Medium"/>
                <a:ea typeface="IBM Plex Sans Medium"/>
                <a:cs typeface="IBM Plex Sans Medium"/>
                <a:sym typeface="IBM Plex Sans Medium"/>
              </a:defRPr>
            </a:lvl7pPr>
            <a:lvl8pPr lvl="7">
              <a:lnSpc>
                <a:spcPct val="100000"/>
              </a:lnSpc>
              <a:spcBef>
                <a:spcPts val="0"/>
              </a:spcBef>
              <a:spcAft>
                <a:spcPts val="0"/>
              </a:spcAft>
              <a:buClr>
                <a:schemeClr val="accent6"/>
              </a:buClr>
              <a:buSzPts val="2000"/>
              <a:buFont typeface="IBM Plex Sans Medium"/>
              <a:buNone/>
              <a:defRPr sz="2000">
                <a:solidFill>
                  <a:schemeClr val="accent6"/>
                </a:solidFill>
                <a:latin typeface="IBM Plex Sans Medium"/>
                <a:ea typeface="IBM Plex Sans Medium"/>
                <a:cs typeface="IBM Plex Sans Medium"/>
                <a:sym typeface="IBM Plex Sans Medium"/>
              </a:defRPr>
            </a:lvl8pPr>
            <a:lvl9pPr lvl="8">
              <a:lnSpc>
                <a:spcPct val="100000"/>
              </a:lnSpc>
              <a:spcBef>
                <a:spcPts val="0"/>
              </a:spcBef>
              <a:spcAft>
                <a:spcPts val="0"/>
              </a:spcAft>
              <a:buClr>
                <a:schemeClr val="accent6"/>
              </a:buClr>
              <a:buSzPts val="2000"/>
              <a:buFont typeface="IBM Plex Sans Medium"/>
              <a:buNone/>
              <a:defRPr sz="2000">
                <a:solidFill>
                  <a:schemeClr val="accent6"/>
                </a:solidFill>
                <a:latin typeface="IBM Plex Sans Medium"/>
                <a:ea typeface="IBM Plex Sans Medium"/>
                <a:cs typeface="IBM Plex Sans Medium"/>
                <a:sym typeface="IBM Plex Sans Medium"/>
              </a:defRPr>
            </a:lvl9pPr>
          </a:lstStyle>
          <a:p>
            <a:endParaRPr/>
          </a:p>
        </p:txBody>
      </p:sp>
      <p:sp>
        <p:nvSpPr>
          <p:cNvPr id="107" name="Google Shape;107;p12"/>
          <p:cNvSpPr txBox="1">
            <a:spLocks noGrp="1"/>
          </p:cNvSpPr>
          <p:nvPr>
            <p:ph type="subTitle" idx="4"/>
          </p:nvPr>
        </p:nvSpPr>
        <p:spPr>
          <a:xfrm>
            <a:off x="4670700" y="1149725"/>
            <a:ext cx="4016100" cy="450600"/>
          </a:xfrm>
          <a:prstGeom prst="rect">
            <a:avLst/>
          </a:prstGeom>
        </p:spPr>
        <p:txBody>
          <a:bodyPr spcFirstLastPara="1" wrap="square" lIns="0" tIns="0" rIns="0" bIns="0" anchor="t" anchorCtr="0">
            <a:normAutofit/>
          </a:bodyPr>
          <a:lstStyle>
            <a:lvl1pPr lvl="0" rtl="0">
              <a:lnSpc>
                <a:spcPct val="100000"/>
              </a:lnSpc>
              <a:spcBef>
                <a:spcPts val="0"/>
              </a:spcBef>
              <a:spcAft>
                <a:spcPts val="0"/>
              </a:spcAft>
              <a:buClr>
                <a:schemeClr val="accent6"/>
              </a:buClr>
              <a:buSzPts val="2000"/>
              <a:buFont typeface="IBM Plex Sans Medium"/>
              <a:buNone/>
              <a:defRPr sz="2000">
                <a:solidFill>
                  <a:schemeClr val="accent6"/>
                </a:solidFill>
                <a:latin typeface="IBM Plex Sans Medium"/>
                <a:ea typeface="IBM Plex Sans Medium"/>
                <a:cs typeface="IBM Plex Sans Medium"/>
                <a:sym typeface="IBM Plex Sans Medium"/>
              </a:defRPr>
            </a:lvl1pPr>
            <a:lvl2pPr lvl="1" rtl="0">
              <a:lnSpc>
                <a:spcPct val="100000"/>
              </a:lnSpc>
              <a:spcBef>
                <a:spcPts val="0"/>
              </a:spcBef>
              <a:spcAft>
                <a:spcPts val="0"/>
              </a:spcAft>
              <a:buClr>
                <a:schemeClr val="accent6"/>
              </a:buClr>
              <a:buSzPts val="2000"/>
              <a:buFont typeface="IBM Plex Sans Medium"/>
              <a:buNone/>
              <a:defRPr sz="2000">
                <a:solidFill>
                  <a:schemeClr val="accent6"/>
                </a:solidFill>
                <a:latin typeface="IBM Plex Sans Medium"/>
                <a:ea typeface="IBM Plex Sans Medium"/>
                <a:cs typeface="IBM Plex Sans Medium"/>
                <a:sym typeface="IBM Plex Sans Medium"/>
              </a:defRPr>
            </a:lvl2pPr>
            <a:lvl3pPr lvl="2" rtl="0">
              <a:lnSpc>
                <a:spcPct val="100000"/>
              </a:lnSpc>
              <a:spcBef>
                <a:spcPts val="0"/>
              </a:spcBef>
              <a:spcAft>
                <a:spcPts val="0"/>
              </a:spcAft>
              <a:buClr>
                <a:schemeClr val="accent6"/>
              </a:buClr>
              <a:buSzPts val="2000"/>
              <a:buFont typeface="IBM Plex Sans Medium"/>
              <a:buNone/>
              <a:defRPr sz="2000">
                <a:solidFill>
                  <a:schemeClr val="accent6"/>
                </a:solidFill>
                <a:latin typeface="IBM Plex Sans Medium"/>
                <a:ea typeface="IBM Plex Sans Medium"/>
                <a:cs typeface="IBM Plex Sans Medium"/>
                <a:sym typeface="IBM Plex Sans Medium"/>
              </a:defRPr>
            </a:lvl3pPr>
            <a:lvl4pPr lvl="3" rtl="0">
              <a:lnSpc>
                <a:spcPct val="100000"/>
              </a:lnSpc>
              <a:spcBef>
                <a:spcPts val="0"/>
              </a:spcBef>
              <a:spcAft>
                <a:spcPts val="0"/>
              </a:spcAft>
              <a:buClr>
                <a:schemeClr val="accent6"/>
              </a:buClr>
              <a:buSzPts val="2000"/>
              <a:buFont typeface="IBM Plex Sans Medium"/>
              <a:buNone/>
              <a:defRPr sz="2000">
                <a:solidFill>
                  <a:schemeClr val="accent6"/>
                </a:solidFill>
                <a:latin typeface="IBM Plex Sans Medium"/>
                <a:ea typeface="IBM Plex Sans Medium"/>
                <a:cs typeface="IBM Plex Sans Medium"/>
                <a:sym typeface="IBM Plex Sans Medium"/>
              </a:defRPr>
            </a:lvl4pPr>
            <a:lvl5pPr lvl="4" rtl="0">
              <a:lnSpc>
                <a:spcPct val="100000"/>
              </a:lnSpc>
              <a:spcBef>
                <a:spcPts val="0"/>
              </a:spcBef>
              <a:spcAft>
                <a:spcPts val="0"/>
              </a:spcAft>
              <a:buClr>
                <a:schemeClr val="accent6"/>
              </a:buClr>
              <a:buSzPts val="2000"/>
              <a:buFont typeface="IBM Plex Sans Medium"/>
              <a:buNone/>
              <a:defRPr sz="2000">
                <a:solidFill>
                  <a:schemeClr val="accent6"/>
                </a:solidFill>
                <a:latin typeface="IBM Plex Sans Medium"/>
                <a:ea typeface="IBM Plex Sans Medium"/>
                <a:cs typeface="IBM Plex Sans Medium"/>
                <a:sym typeface="IBM Plex Sans Medium"/>
              </a:defRPr>
            </a:lvl5pPr>
            <a:lvl6pPr lvl="5" rtl="0">
              <a:lnSpc>
                <a:spcPct val="100000"/>
              </a:lnSpc>
              <a:spcBef>
                <a:spcPts val="0"/>
              </a:spcBef>
              <a:spcAft>
                <a:spcPts val="0"/>
              </a:spcAft>
              <a:buClr>
                <a:schemeClr val="accent6"/>
              </a:buClr>
              <a:buSzPts val="2000"/>
              <a:buFont typeface="IBM Plex Sans Medium"/>
              <a:buNone/>
              <a:defRPr sz="2000">
                <a:solidFill>
                  <a:schemeClr val="accent6"/>
                </a:solidFill>
                <a:latin typeface="IBM Plex Sans Medium"/>
                <a:ea typeface="IBM Plex Sans Medium"/>
                <a:cs typeface="IBM Plex Sans Medium"/>
                <a:sym typeface="IBM Plex Sans Medium"/>
              </a:defRPr>
            </a:lvl6pPr>
            <a:lvl7pPr lvl="6" rtl="0">
              <a:lnSpc>
                <a:spcPct val="100000"/>
              </a:lnSpc>
              <a:spcBef>
                <a:spcPts val="0"/>
              </a:spcBef>
              <a:spcAft>
                <a:spcPts val="0"/>
              </a:spcAft>
              <a:buClr>
                <a:schemeClr val="accent6"/>
              </a:buClr>
              <a:buSzPts val="2000"/>
              <a:buFont typeface="IBM Plex Sans Medium"/>
              <a:buNone/>
              <a:defRPr sz="2000">
                <a:solidFill>
                  <a:schemeClr val="accent6"/>
                </a:solidFill>
                <a:latin typeface="IBM Plex Sans Medium"/>
                <a:ea typeface="IBM Plex Sans Medium"/>
                <a:cs typeface="IBM Plex Sans Medium"/>
                <a:sym typeface="IBM Plex Sans Medium"/>
              </a:defRPr>
            </a:lvl7pPr>
            <a:lvl8pPr lvl="7" rtl="0">
              <a:lnSpc>
                <a:spcPct val="100000"/>
              </a:lnSpc>
              <a:spcBef>
                <a:spcPts val="0"/>
              </a:spcBef>
              <a:spcAft>
                <a:spcPts val="0"/>
              </a:spcAft>
              <a:buClr>
                <a:schemeClr val="accent6"/>
              </a:buClr>
              <a:buSzPts val="2000"/>
              <a:buFont typeface="IBM Plex Sans Medium"/>
              <a:buNone/>
              <a:defRPr sz="2000">
                <a:solidFill>
                  <a:schemeClr val="accent6"/>
                </a:solidFill>
                <a:latin typeface="IBM Plex Sans Medium"/>
                <a:ea typeface="IBM Plex Sans Medium"/>
                <a:cs typeface="IBM Plex Sans Medium"/>
                <a:sym typeface="IBM Plex Sans Medium"/>
              </a:defRPr>
            </a:lvl8pPr>
            <a:lvl9pPr lvl="8" rtl="0">
              <a:lnSpc>
                <a:spcPct val="100000"/>
              </a:lnSpc>
              <a:spcBef>
                <a:spcPts val="0"/>
              </a:spcBef>
              <a:spcAft>
                <a:spcPts val="0"/>
              </a:spcAft>
              <a:buClr>
                <a:schemeClr val="accent6"/>
              </a:buClr>
              <a:buSzPts val="2000"/>
              <a:buFont typeface="IBM Plex Sans Medium"/>
              <a:buNone/>
              <a:defRPr sz="2000">
                <a:solidFill>
                  <a:schemeClr val="accent6"/>
                </a:solidFill>
                <a:latin typeface="IBM Plex Sans Medium"/>
                <a:ea typeface="IBM Plex Sans Medium"/>
                <a:cs typeface="IBM Plex Sans Medium"/>
                <a:sym typeface="IBM Plex Sans Medium"/>
              </a:defRPr>
            </a:lvl9pPr>
          </a:lstStyle>
          <a:p>
            <a:endParaRPr/>
          </a:p>
        </p:txBody>
      </p:sp>
      <p:pic>
        <p:nvPicPr>
          <p:cNvPr id="108" name="Google Shape;108;p12"/>
          <p:cNvPicPr preferRelativeResize="0"/>
          <p:nvPr/>
        </p:nvPicPr>
        <p:blipFill>
          <a:blip r:embed="rId2">
            <a:alphaModFix/>
          </a:blip>
          <a:stretch>
            <a:fillRect/>
          </a:stretch>
        </p:blipFill>
        <p:spPr>
          <a:xfrm>
            <a:off x="8565901" y="154374"/>
            <a:ext cx="424850" cy="428253"/>
          </a:xfrm>
          <a:prstGeom prst="rect">
            <a:avLst/>
          </a:prstGeom>
          <a:noFill/>
          <a:ln>
            <a:noFill/>
          </a:ln>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2 column">
  <p:cSld name="TITLE_AND_BODY_1_1_2">
    <p:bg>
      <p:bgPr>
        <a:solidFill>
          <a:schemeClr val="dk1"/>
        </a:solidFill>
        <a:effectLst/>
      </p:bgPr>
    </p:bg>
    <p:spTree>
      <p:nvGrpSpPr>
        <p:cNvPr id="1" name="Shape 109"/>
        <p:cNvGrpSpPr/>
        <p:nvPr/>
      </p:nvGrpSpPr>
      <p:grpSpPr>
        <a:xfrm>
          <a:off x="0" y="0"/>
          <a:ext cx="0" cy="0"/>
          <a:chOff x="0" y="0"/>
          <a:chExt cx="0" cy="0"/>
        </a:xfrm>
      </p:grpSpPr>
      <p:sp>
        <p:nvSpPr>
          <p:cNvPr id="110" name="Google Shape;110;p13"/>
          <p:cNvSpPr/>
          <p:nvPr/>
        </p:nvSpPr>
        <p:spPr>
          <a:xfrm>
            <a:off x="4670400" y="1152475"/>
            <a:ext cx="4016100" cy="3410100"/>
          </a:xfrm>
          <a:prstGeom prst="round2SameRect">
            <a:avLst>
              <a:gd name="adj1" fmla="val 6462"/>
              <a:gd name="adj2" fmla="val 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 name="Google Shape;111;p13"/>
          <p:cNvSpPr/>
          <p:nvPr/>
        </p:nvSpPr>
        <p:spPr>
          <a:xfrm>
            <a:off x="4670400" y="1733450"/>
            <a:ext cx="4016100" cy="3410100"/>
          </a:xfrm>
          <a:prstGeom prst="round2SameRect">
            <a:avLst>
              <a:gd name="adj1" fmla="val 6462"/>
              <a:gd name="adj2" fmla="val 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 name="Google Shape;112;p13"/>
          <p:cNvSpPr/>
          <p:nvPr/>
        </p:nvSpPr>
        <p:spPr>
          <a:xfrm>
            <a:off x="457200" y="1152475"/>
            <a:ext cx="4016100" cy="3410100"/>
          </a:xfrm>
          <a:prstGeom prst="round2SameRect">
            <a:avLst>
              <a:gd name="adj1" fmla="val 6462"/>
              <a:gd name="adj2" fmla="val 0"/>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 name="Google Shape;113;p13"/>
          <p:cNvSpPr/>
          <p:nvPr/>
        </p:nvSpPr>
        <p:spPr>
          <a:xfrm>
            <a:off x="457200" y="1733450"/>
            <a:ext cx="4016100" cy="3410100"/>
          </a:xfrm>
          <a:prstGeom prst="round2SameRect">
            <a:avLst>
              <a:gd name="adj1" fmla="val 6462"/>
              <a:gd name="adj2" fmla="val 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 name="Google Shape;114;p13"/>
          <p:cNvSpPr txBox="1">
            <a:spLocks noGrp="1"/>
          </p:cNvSpPr>
          <p:nvPr>
            <p:ph type="title"/>
          </p:nvPr>
        </p:nvSpPr>
        <p:spPr>
          <a:xfrm>
            <a:off x="457200" y="114300"/>
            <a:ext cx="8229600" cy="903300"/>
          </a:xfrm>
          <a:prstGeom prst="rect">
            <a:avLst/>
          </a:prstGeom>
        </p:spPr>
        <p:txBody>
          <a:bodyPr spcFirstLastPara="1" wrap="square" lIns="0" tIns="0" rIns="0" bIns="0" anchor="t" anchorCtr="0">
            <a:normAutofit/>
          </a:bodyPr>
          <a:lstStyle>
            <a:lvl1pPr lvl="0" rtl="0">
              <a:spcBef>
                <a:spcPts val="0"/>
              </a:spcBef>
              <a:spcAft>
                <a:spcPts val="0"/>
              </a:spcAft>
              <a:buClr>
                <a:schemeClr val="lt2"/>
              </a:buClr>
              <a:buSzPts val="3400"/>
              <a:buNone/>
              <a:defRPr>
                <a:solidFill>
                  <a:schemeClr val="lt2"/>
                </a:solidFill>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115" name="Google Shape;115;p13"/>
          <p:cNvSpPr txBox="1">
            <a:spLocks noGrp="1"/>
          </p:cNvSpPr>
          <p:nvPr>
            <p:ph type="body" idx="1"/>
          </p:nvPr>
        </p:nvSpPr>
        <p:spPr>
          <a:xfrm>
            <a:off x="691650" y="1939351"/>
            <a:ext cx="3548400" cy="2697600"/>
          </a:xfrm>
          <a:prstGeom prst="rect">
            <a:avLst/>
          </a:prstGeom>
        </p:spPr>
        <p:txBody>
          <a:bodyPr spcFirstLastPara="1" wrap="square" lIns="0" tIns="0" rIns="0" bIns="0" anchor="t" anchorCtr="0">
            <a:normAutofit/>
          </a:bodyPr>
          <a:lstStyle>
            <a:lvl1pPr marL="457200" lvl="0" indent="-330200" rtl="0">
              <a:spcBef>
                <a:spcPts val="0"/>
              </a:spcBef>
              <a:spcAft>
                <a:spcPts val="0"/>
              </a:spcAft>
              <a:buSzPts val="1600"/>
              <a:buChar char="■"/>
              <a:defRPr sz="1600"/>
            </a:lvl1pPr>
            <a:lvl2pPr marL="914400" lvl="1" indent="-317500" rtl="0">
              <a:spcBef>
                <a:spcPts val="0"/>
              </a:spcBef>
              <a:spcAft>
                <a:spcPts val="0"/>
              </a:spcAft>
              <a:buSzPts val="1400"/>
              <a:buChar char="■"/>
              <a:defRPr/>
            </a:lvl2pPr>
            <a:lvl3pPr marL="1371600" lvl="2" indent="-317500" rtl="0">
              <a:spcBef>
                <a:spcPts val="0"/>
              </a:spcBef>
              <a:spcAft>
                <a:spcPts val="0"/>
              </a:spcAft>
              <a:buSzPts val="1400"/>
              <a:buChar char="■"/>
              <a:defRPr/>
            </a:lvl3pPr>
            <a:lvl4pPr marL="1828800" lvl="3" indent="-317500" rtl="0">
              <a:spcBef>
                <a:spcPts val="0"/>
              </a:spcBef>
              <a:spcAft>
                <a:spcPts val="0"/>
              </a:spcAft>
              <a:buSzPts val="1400"/>
              <a:buChar char="●"/>
              <a:defRPr/>
            </a:lvl4pPr>
            <a:lvl5pPr marL="2286000" lvl="4" indent="-317500" rtl="0">
              <a:spcBef>
                <a:spcPts val="0"/>
              </a:spcBef>
              <a:spcAft>
                <a:spcPts val="0"/>
              </a:spcAft>
              <a:buSzPts val="1400"/>
              <a:buChar char="○"/>
              <a:defRPr/>
            </a:lvl5pPr>
            <a:lvl6pPr marL="2743200" lvl="5" indent="-317500" rtl="0">
              <a:spcBef>
                <a:spcPts val="0"/>
              </a:spcBef>
              <a:spcAft>
                <a:spcPts val="0"/>
              </a:spcAft>
              <a:buSzPts val="1400"/>
              <a:buChar char="■"/>
              <a:defRPr/>
            </a:lvl6pPr>
            <a:lvl7pPr marL="3200400" lvl="6" indent="-317500" rtl="0">
              <a:spcBef>
                <a:spcPts val="0"/>
              </a:spcBef>
              <a:spcAft>
                <a:spcPts val="0"/>
              </a:spcAft>
              <a:buSzPts val="1400"/>
              <a:buChar char="●"/>
              <a:defRPr/>
            </a:lvl7pPr>
            <a:lvl8pPr marL="3657600" lvl="7" indent="-317500" rtl="0">
              <a:spcBef>
                <a:spcPts val="0"/>
              </a:spcBef>
              <a:spcAft>
                <a:spcPts val="0"/>
              </a:spcAft>
              <a:buSzPts val="1400"/>
              <a:buChar char="○"/>
              <a:defRPr/>
            </a:lvl8pPr>
            <a:lvl9pPr marL="4114800" lvl="8" indent="-317500" rtl="0">
              <a:spcBef>
                <a:spcPts val="0"/>
              </a:spcBef>
              <a:spcAft>
                <a:spcPts val="0"/>
              </a:spcAft>
              <a:buSzPts val="1400"/>
              <a:buChar char="■"/>
              <a:defRPr/>
            </a:lvl9pPr>
          </a:lstStyle>
          <a:p>
            <a:endParaRPr/>
          </a:p>
        </p:txBody>
      </p:sp>
      <p:sp>
        <p:nvSpPr>
          <p:cNvPr id="116" name="Google Shape;116;p13"/>
          <p:cNvSpPr txBox="1">
            <a:spLocks noGrp="1"/>
          </p:cNvSpPr>
          <p:nvPr>
            <p:ph type="subTitle" idx="2"/>
          </p:nvPr>
        </p:nvSpPr>
        <p:spPr>
          <a:xfrm>
            <a:off x="700375" y="1218001"/>
            <a:ext cx="3548400" cy="450600"/>
          </a:xfrm>
          <a:prstGeom prst="rect">
            <a:avLst/>
          </a:prstGeom>
        </p:spPr>
        <p:txBody>
          <a:bodyPr spcFirstLastPara="1" wrap="square" lIns="0" tIns="0" rIns="0" bIns="0" anchor="ctr" anchorCtr="0">
            <a:normAutofit/>
          </a:bodyPr>
          <a:lstStyle>
            <a:lvl1pPr lvl="0" algn="ctr" rtl="0">
              <a:lnSpc>
                <a:spcPct val="100000"/>
              </a:lnSpc>
              <a:spcBef>
                <a:spcPts val="0"/>
              </a:spcBef>
              <a:spcAft>
                <a:spcPts val="0"/>
              </a:spcAft>
              <a:buClr>
                <a:schemeClr val="lt2"/>
              </a:buClr>
              <a:buSzPts val="2000"/>
              <a:buFont typeface="IBM Plex Sans Medium"/>
              <a:buNone/>
              <a:defRPr sz="2000">
                <a:solidFill>
                  <a:schemeClr val="lt2"/>
                </a:solidFill>
                <a:latin typeface="IBM Plex Sans Medium"/>
                <a:ea typeface="IBM Plex Sans Medium"/>
                <a:cs typeface="IBM Plex Sans Medium"/>
                <a:sym typeface="IBM Plex Sans Medium"/>
              </a:defRPr>
            </a:lvl1pPr>
            <a:lvl2pPr lvl="1" algn="ctr" rtl="0">
              <a:lnSpc>
                <a:spcPct val="100000"/>
              </a:lnSpc>
              <a:spcBef>
                <a:spcPts val="0"/>
              </a:spcBef>
              <a:spcAft>
                <a:spcPts val="0"/>
              </a:spcAft>
              <a:buSzPts val="2000"/>
              <a:buFont typeface="IBM Plex Sans Medium"/>
              <a:buNone/>
              <a:defRPr sz="2000">
                <a:latin typeface="IBM Plex Sans Medium"/>
                <a:ea typeface="IBM Plex Sans Medium"/>
                <a:cs typeface="IBM Plex Sans Medium"/>
                <a:sym typeface="IBM Plex Sans Medium"/>
              </a:defRPr>
            </a:lvl2pPr>
            <a:lvl3pPr lvl="2" algn="ctr" rtl="0">
              <a:lnSpc>
                <a:spcPct val="100000"/>
              </a:lnSpc>
              <a:spcBef>
                <a:spcPts val="0"/>
              </a:spcBef>
              <a:spcAft>
                <a:spcPts val="0"/>
              </a:spcAft>
              <a:buSzPts val="2000"/>
              <a:buFont typeface="IBM Plex Sans Medium"/>
              <a:buNone/>
              <a:defRPr sz="2000">
                <a:latin typeface="IBM Plex Sans Medium"/>
                <a:ea typeface="IBM Plex Sans Medium"/>
                <a:cs typeface="IBM Plex Sans Medium"/>
                <a:sym typeface="IBM Plex Sans Medium"/>
              </a:defRPr>
            </a:lvl3pPr>
            <a:lvl4pPr lvl="3" algn="ctr" rtl="0">
              <a:lnSpc>
                <a:spcPct val="100000"/>
              </a:lnSpc>
              <a:spcBef>
                <a:spcPts val="0"/>
              </a:spcBef>
              <a:spcAft>
                <a:spcPts val="0"/>
              </a:spcAft>
              <a:buSzPts val="2000"/>
              <a:buFont typeface="IBM Plex Sans Medium"/>
              <a:buNone/>
              <a:defRPr sz="2000">
                <a:latin typeface="IBM Plex Sans Medium"/>
                <a:ea typeface="IBM Plex Sans Medium"/>
                <a:cs typeface="IBM Plex Sans Medium"/>
                <a:sym typeface="IBM Plex Sans Medium"/>
              </a:defRPr>
            </a:lvl4pPr>
            <a:lvl5pPr lvl="4" algn="ctr" rtl="0">
              <a:lnSpc>
                <a:spcPct val="100000"/>
              </a:lnSpc>
              <a:spcBef>
                <a:spcPts val="0"/>
              </a:spcBef>
              <a:spcAft>
                <a:spcPts val="0"/>
              </a:spcAft>
              <a:buSzPts val="2000"/>
              <a:buFont typeface="IBM Plex Sans Medium"/>
              <a:buNone/>
              <a:defRPr sz="2000">
                <a:latin typeface="IBM Plex Sans Medium"/>
                <a:ea typeface="IBM Plex Sans Medium"/>
                <a:cs typeface="IBM Plex Sans Medium"/>
                <a:sym typeface="IBM Plex Sans Medium"/>
              </a:defRPr>
            </a:lvl5pPr>
            <a:lvl6pPr lvl="5" algn="ctr" rtl="0">
              <a:lnSpc>
                <a:spcPct val="100000"/>
              </a:lnSpc>
              <a:spcBef>
                <a:spcPts val="0"/>
              </a:spcBef>
              <a:spcAft>
                <a:spcPts val="0"/>
              </a:spcAft>
              <a:buSzPts val="2000"/>
              <a:buFont typeface="IBM Plex Sans Medium"/>
              <a:buNone/>
              <a:defRPr sz="2000">
                <a:latin typeface="IBM Plex Sans Medium"/>
                <a:ea typeface="IBM Plex Sans Medium"/>
                <a:cs typeface="IBM Plex Sans Medium"/>
                <a:sym typeface="IBM Plex Sans Medium"/>
              </a:defRPr>
            </a:lvl6pPr>
            <a:lvl7pPr lvl="6" algn="ctr" rtl="0">
              <a:lnSpc>
                <a:spcPct val="100000"/>
              </a:lnSpc>
              <a:spcBef>
                <a:spcPts val="0"/>
              </a:spcBef>
              <a:spcAft>
                <a:spcPts val="0"/>
              </a:spcAft>
              <a:buSzPts val="2000"/>
              <a:buFont typeface="IBM Plex Sans Medium"/>
              <a:buNone/>
              <a:defRPr sz="2000">
                <a:latin typeface="IBM Plex Sans Medium"/>
                <a:ea typeface="IBM Plex Sans Medium"/>
                <a:cs typeface="IBM Plex Sans Medium"/>
                <a:sym typeface="IBM Plex Sans Medium"/>
              </a:defRPr>
            </a:lvl7pPr>
            <a:lvl8pPr lvl="7" algn="ctr" rtl="0">
              <a:lnSpc>
                <a:spcPct val="100000"/>
              </a:lnSpc>
              <a:spcBef>
                <a:spcPts val="0"/>
              </a:spcBef>
              <a:spcAft>
                <a:spcPts val="0"/>
              </a:spcAft>
              <a:buSzPts val="2000"/>
              <a:buFont typeface="IBM Plex Sans Medium"/>
              <a:buNone/>
              <a:defRPr sz="2000">
                <a:latin typeface="IBM Plex Sans Medium"/>
                <a:ea typeface="IBM Plex Sans Medium"/>
                <a:cs typeface="IBM Plex Sans Medium"/>
                <a:sym typeface="IBM Plex Sans Medium"/>
              </a:defRPr>
            </a:lvl8pPr>
            <a:lvl9pPr lvl="8" algn="ctr" rtl="0">
              <a:lnSpc>
                <a:spcPct val="100000"/>
              </a:lnSpc>
              <a:spcBef>
                <a:spcPts val="0"/>
              </a:spcBef>
              <a:spcAft>
                <a:spcPts val="0"/>
              </a:spcAft>
              <a:buSzPts val="2000"/>
              <a:buFont typeface="IBM Plex Sans Medium"/>
              <a:buNone/>
              <a:defRPr sz="2000">
                <a:latin typeface="IBM Plex Sans Medium"/>
                <a:ea typeface="IBM Plex Sans Medium"/>
                <a:cs typeface="IBM Plex Sans Medium"/>
                <a:sym typeface="IBM Plex Sans Medium"/>
              </a:defRPr>
            </a:lvl9pPr>
          </a:lstStyle>
          <a:p>
            <a:endParaRPr/>
          </a:p>
        </p:txBody>
      </p:sp>
      <p:sp>
        <p:nvSpPr>
          <p:cNvPr id="117" name="Google Shape;117;p13"/>
          <p:cNvSpPr txBox="1">
            <a:spLocks noGrp="1"/>
          </p:cNvSpPr>
          <p:nvPr>
            <p:ph type="body" idx="3"/>
          </p:nvPr>
        </p:nvSpPr>
        <p:spPr>
          <a:xfrm>
            <a:off x="4904250" y="1939351"/>
            <a:ext cx="3548400" cy="2697600"/>
          </a:xfrm>
          <a:prstGeom prst="rect">
            <a:avLst/>
          </a:prstGeom>
        </p:spPr>
        <p:txBody>
          <a:bodyPr spcFirstLastPara="1" wrap="square" lIns="0" tIns="0" rIns="0" bIns="0" anchor="t" anchorCtr="0">
            <a:normAutofit/>
          </a:bodyPr>
          <a:lstStyle>
            <a:lvl1pPr marL="457200" lvl="0" indent="-330200" rtl="0">
              <a:spcBef>
                <a:spcPts val="0"/>
              </a:spcBef>
              <a:spcAft>
                <a:spcPts val="0"/>
              </a:spcAft>
              <a:buSzPts val="1600"/>
              <a:buChar char="■"/>
              <a:defRPr sz="1600"/>
            </a:lvl1pPr>
            <a:lvl2pPr marL="914400" lvl="1" indent="-317500" rtl="0">
              <a:spcBef>
                <a:spcPts val="0"/>
              </a:spcBef>
              <a:spcAft>
                <a:spcPts val="0"/>
              </a:spcAft>
              <a:buSzPts val="1400"/>
              <a:buChar char="■"/>
              <a:defRPr/>
            </a:lvl2pPr>
            <a:lvl3pPr marL="1371600" lvl="2" indent="-317500" rtl="0">
              <a:spcBef>
                <a:spcPts val="0"/>
              </a:spcBef>
              <a:spcAft>
                <a:spcPts val="0"/>
              </a:spcAft>
              <a:buSzPts val="1400"/>
              <a:buChar char="■"/>
              <a:defRPr/>
            </a:lvl3pPr>
            <a:lvl4pPr marL="1828800" lvl="3" indent="-317500" rtl="0">
              <a:spcBef>
                <a:spcPts val="0"/>
              </a:spcBef>
              <a:spcAft>
                <a:spcPts val="0"/>
              </a:spcAft>
              <a:buSzPts val="1400"/>
              <a:buChar char="●"/>
              <a:defRPr/>
            </a:lvl4pPr>
            <a:lvl5pPr marL="2286000" lvl="4" indent="-317500" rtl="0">
              <a:spcBef>
                <a:spcPts val="0"/>
              </a:spcBef>
              <a:spcAft>
                <a:spcPts val="0"/>
              </a:spcAft>
              <a:buSzPts val="1400"/>
              <a:buChar char="○"/>
              <a:defRPr/>
            </a:lvl5pPr>
            <a:lvl6pPr marL="2743200" lvl="5" indent="-317500" rtl="0">
              <a:spcBef>
                <a:spcPts val="0"/>
              </a:spcBef>
              <a:spcAft>
                <a:spcPts val="0"/>
              </a:spcAft>
              <a:buSzPts val="1400"/>
              <a:buChar char="■"/>
              <a:defRPr/>
            </a:lvl6pPr>
            <a:lvl7pPr marL="3200400" lvl="6" indent="-317500" rtl="0">
              <a:spcBef>
                <a:spcPts val="0"/>
              </a:spcBef>
              <a:spcAft>
                <a:spcPts val="0"/>
              </a:spcAft>
              <a:buSzPts val="1400"/>
              <a:buChar char="●"/>
              <a:defRPr/>
            </a:lvl7pPr>
            <a:lvl8pPr marL="3657600" lvl="7" indent="-317500" rtl="0">
              <a:spcBef>
                <a:spcPts val="0"/>
              </a:spcBef>
              <a:spcAft>
                <a:spcPts val="0"/>
              </a:spcAft>
              <a:buSzPts val="1400"/>
              <a:buChar char="○"/>
              <a:defRPr/>
            </a:lvl8pPr>
            <a:lvl9pPr marL="4114800" lvl="8" indent="-317500" rtl="0">
              <a:spcBef>
                <a:spcPts val="0"/>
              </a:spcBef>
              <a:spcAft>
                <a:spcPts val="0"/>
              </a:spcAft>
              <a:buSzPts val="1400"/>
              <a:buChar char="■"/>
              <a:defRPr/>
            </a:lvl9pPr>
          </a:lstStyle>
          <a:p>
            <a:endParaRPr/>
          </a:p>
        </p:txBody>
      </p:sp>
      <p:sp>
        <p:nvSpPr>
          <p:cNvPr id="118" name="Google Shape;118;p13"/>
          <p:cNvSpPr txBox="1">
            <a:spLocks noGrp="1"/>
          </p:cNvSpPr>
          <p:nvPr>
            <p:ph type="subTitle" idx="4"/>
          </p:nvPr>
        </p:nvSpPr>
        <p:spPr>
          <a:xfrm>
            <a:off x="4912975" y="1218001"/>
            <a:ext cx="3548400" cy="450600"/>
          </a:xfrm>
          <a:prstGeom prst="rect">
            <a:avLst/>
          </a:prstGeom>
        </p:spPr>
        <p:txBody>
          <a:bodyPr spcFirstLastPara="1" wrap="square" lIns="0" tIns="0" rIns="0" bIns="0" anchor="ctr" anchorCtr="0">
            <a:normAutofit/>
          </a:bodyPr>
          <a:lstStyle>
            <a:lvl1pPr lvl="0" algn="ctr" rtl="0">
              <a:lnSpc>
                <a:spcPct val="100000"/>
              </a:lnSpc>
              <a:spcBef>
                <a:spcPts val="0"/>
              </a:spcBef>
              <a:spcAft>
                <a:spcPts val="0"/>
              </a:spcAft>
              <a:buClr>
                <a:schemeClr val="lt2"/>
              </a:buClr>
              <a:buSzPts val="2000"/>
              <a:buFont typeface="IBM Plex Sans Medium"/>
              <a:buNone/>
              <a:defRPr sz="2000">
                <a:solidFill>
                  <a:schemeClr val="lt2"/>
                </a:solidFill>
                <a:latin typeface="IBM Plex Sans Medium"/>
                <a:ea typeface="IBM Plex Sans Medium"/>
                <a:cs typeface="IBM Plex Sans Medium"/>
                <a:sym typeface="IBM Plex Sans Medium"/>
              </a:defRPr>
            </a:lvl1pPr>
            <a:lvl2pPr lvl="1" algn="ctr" rtl="0">
              <a:lnSpc>
                <a:spcPct val="100000"/>
              </a:lnSpc>
              <a:spcBef>
                <a:spcPts val="0"/>
              </a:spcBef>
              <a:spcAft>
                <a:spcPts val="0"/>
              </a:spcAft>
              <a:buSzPts val="2000"/>
              <a:buFont typeface="IBM Plex Sans Medium"/>
              <a:buNone/>
              <a:defRPr sz="2000">
                <a:latin typeface="IBM Plex Sans Medium"/>
                <a:ea typeface="IBM Plex Sans Medium"/>
                <a:cs typeface="IBM Plex Sans Medium"/>
                <a:sym typeface="IBM Plex Sans Medium"/>
              </a:defRPr>
            </a:lvl2pPr>
            <a:lvl3pPr lvl="2" algn="ctr" rtl="0">
              <a:lnSpc>
                <a:spcPct val="100000"/>
              </a:lnSpc>
              <a:spcBef>
                <a:spcPts val="0"/>
              </a:spcBef>
              <a:spcAft>
                <a:spcPts val="0"/>
              </a:spcAft>
              <a:buSzPts val="2000"/>
              <a:buFont typeface="IBM Plex Sans Medium"/>
              <a:buNone/>
              <a:defRPr sz="2000">
                <a:latin typeface="IBM Plex Sans Medium"/>
                <a:ea typeface="IBM Plex Sans Medium"/>
                <a:cs typeface="IBM Plex Sans Medium"/>
                <a:sym typeface="IBM Plex Sans Medium"/>
              </a:defRPr>
            </a:lvl3pPr>
            <a:lvl4pPr lvl="3" algn="ctr" rtl="0">
              <a:lnSpc>
                <a:spcPct val="100000"/>
              </a:lnSpc>
              <a:spcBef>
                <a:spcPts val="0"/>
              </a:spcBef>
              <a:spcAft>
                <a:spcPts val="0"/>
              </a:spcAft>
              <a:buSzPts val="2000"/>
              <a:buFont typeface="IBM Plex Sans Medium"/>
              <a:buNone/>
              <a:defRPr sz="2000">
                <a:latin typeface="IBM Plex Sans Medium"/>
                <a:ea typeface="IBM Plex Sans Medium"/>
                <a:cs typeface="IBM Plex Sans Medium"/>
                <a:sym typeface="IBM Plex Sans Medium"/>
              </a:defRPr>
            </a:lvl4pPr>
            <a:lvl5pPr lvl="4" algn="ctr" rtl="0">
              <a:lnSpc>
                <a:spcPct val="100000"/>
              </a:lnSpc>
              <a:spcBef>
                <a:spcPts val="0"/>
              </a:spcBef>
              <a:spcAft>
                <a:spcPts val="0"/>
              </a:spcAft>
              <a:buSzPts val="2000"/>
              <a:buFont typeface="IBM Plex Sans Medium"/>
              <a:buNone/>
              <a:defRPr sz="2000">
                <a:latin typeface="IBM Plex Sans Medium"/>
                <a:ea typeface="IBM Plex Sans Medium"/>
                <a:cs typeface="IBM Plex Sans Medium"/>
                <a:sym typeface="IBM Plex Sans Medium"/>
              </a:defRPr>
            </a:lvl5pPr>
            <a:lvl6pPr lvl="5" algn="ctr" rtl="0">
              <a:lnSpc>
                <a:spcPct val="100000"/>
              </a:lnSpc>
              <a:spcBef>
                <a:spcPts val="0"/>
              </a:spcBef>
              <a:spcAft>
                <a:spcPts val="0"/>
              </a:spcAft>
              <a:buSzPts val="2000"/>
              <a:buFont typeface="IBM Plex Sans Medium"/>
              <a:buNone/>
              <a:defRPr sz="2000">
                <a:latin typeface="IBM Plex Sans Medium"/>
                <a:ea typeface="IBM Plex Sans Medium"/>
                <a:cs typeface="IBM Plex Sans Medium"/>
                <a:sym typeface="IBM Plex Sans Medium"/>
              </a:defRPr>
            </a:lvl6pPr>
            <a:lvl7pPr lvl="6" algn="ctr" rtl="0">
              <a:lnSpc>
                <a:spcPct val="100000"/>
              </a:lnSpc>
              <a:spcBef>
                <a:spcPts val="0"/>
              </a:spcBef>
              <a:spcAft>
                <a:spcPts val="0"/>
              </a:spcAft>
              <a:buSzPts val="2000"/>
              <a:buFont typeface="IBM Plex Sans Medium"/>
              <a:buNone/>
              <a:defRPr sz="2000">
                <a:latin typeface="IBM Plex Sans Medium"/>
                <a:ea typeface="IBM Plex Sans Medium"/>
                <a:cs typeface="IBM Plex Sans Medium"/>
                <a:sym typeface="IBM Plex Sans Medium"/>
              </a:defRPr>
            </a:lvl7pPr>
            <a:lvl8pPr lvl="7" algn="ctr" rtl="0">
              <a:lnSpc>
                <a:spcPct val="100000"/>
              </a:lnSpc>
              <a:spcBef>
                <a:spcPts val="0"/>
              </a:spcBef>
              <a:spcAft>
                <a:spcPts val="0"/>
              </a:spcAft>
              <a:buSzPts val="2000"/>
              <a:buFont typeface="IBM Plex Sans Medium"/>
              <a:buNone/>
              <a:defRPr sz="2000">
                <a:latin typeface="IBM Plex Sans Medium"/>
                <a:ea typeface="IBM Plex Sans Medium"/>
                <a:cs typeface="IBM Plex Sans Medium"/>
                <a:sym typeface="IBM Plex Sans Medium"/>
              </a:defRPr>
            </a:lvl8pPr>
            <a:lvl9pPr lvl="8" algn="ctr" rtl="0">
              <a:lnSpc>
                <a:spcPct val="100000"/>
              </a:lnSpc>
              <a:spcBef>
                <a:spcPts val="0"/>
              </a:spcBef>
              <a:spcAft>
                <a:spcPts val="0"/>
              </a:spcAft>
              <a:buSzPts val="2000"/>
              <a:buFont typeface="IBM Plex Sans Medium"/>
              <a:buNone/>
              <a:defRPr sz="2000">
                <a:latin typeface="IBM Plex Sans Medium"/>
                <a:ea typeface="IBM Plex Sans Medium"/>
                <a:cs typeface="IBM Plex Sans Medium"/>
                <a:sym typeface="IBM Plex Sans Medium"/>
              </a:defRPr>
            </a:lvl9pPr>
          </a:lstStyle>
          <a:p>
            <a:endParaRPr/>
          </a:p>
        </p:txBody>
      </p:sp>
      <p:pic>
        <p:nvPicPr>
          <p:cNvPr id="119" name="Google Shape;119;p13"/>
          <p:cNvPicPr preferRelativeResize="0"/>
          <p:nvPr/>
        </p:nvPicPr>
        <p:blipFill>
          <a:blip r:embed="rId2">
            <a:alphaModFix/>
          </a:blip>
          <a:stretch>
            <a:fillRect/>
          </a:stretch>
        </p:blipFill>
        <p:spPr>
          <a:xfrm>
            <a:off x="8565901" y="154375"/>
            <a:ext cx="424850" cy="428248"/>
          </a:xfrm>
          <a:prstGeom prst="rect">
            <a:avLst/>
          </a:prstGeom>
          <a:noFill/>
          <a:ln>
            <a:noFill/>
          </a:ln>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mp; body - 2 Topic Grey">
  <p:cSld name="TITLE_AND_BODY_1_1_1">
    <p:bg>
      <p:bgPr>
        <a:solidFill>
          <a:schemeClr val="accent6"/>
        </a:solidFill>
        <a:effectLst/>
      </p:bgPr>
    </p:bg>
    <p:spTree>
      <p:nvGrpSpPr>
        <p:cNvPr id="1" name="Shape 120"/>
        <p:cNvGrpSpPr/>
        <p:nvPr/>
      </p:nvGrpSpPr>
      <p:grpSpPr>
        <a:xfrm>
          <a:off x="0" y="0"/>
          <a:ext cx="0" cy="0"/>
          <a:chOff x="0" y="0"/>
          <a:chExt cx="0" cy="0"/>
        </a:xfrm>
      </p:grpSpPr>
      <p:sp>
        <p:nvSpPr>
          <p:cNvPr id="121" name="Google Shape;121;p14"/>
          <p:cNvSpPr/>
          <p:nvPr/>
        </p:nvSpPr>
        <p:spPr>
          <a:xfrm>
            <a:off x="4905795" y="1304875"/>
            <a:ext cx="3669300" cy="3653100"/>
          </a:xfrm>
          <a:prstGeom prst="roundRect">
            <a:avLst>
              <a:gd name="adj" fmla="val 7490"/>
            </a:avLst>
          </a:prstGeom>
          <a:no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 name="Google Shape;122;p14"/>
          <p:cNvSpPr/>
          <p:nvPr/>
        </p:nvSpPr>
        <p:spPr>
          <a:xfrm>
            <a:off x="731618" y="1304875"/>
            <a:ext cx="3669300" cy="3653100"/>
          </a:xfrm>
          <a:prstGeom prst="roundRect">
            <a:avLst>
              <a:gd name="adj" fmla="val 7554"/>
            </a:avLst>
          </a:prstGeom>
          <a:no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 name="Google Shape;123;p14"/>
          <p:cNvSpPr/>
          <p:nvPr/>
        </p:nvSpPr>
        <p:spPr>
          <a:xfrm>
            <a:off x="568900" y="1152475"/>
            <a:ext cx="3669300" cy="3653100"/>
          </a:xfrm>
          <a:prstGeom prst="roundRect">
            <a:avLst>
              <a:gd name="adj" fmla="val 7545"/>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 name="Google Shape;124;p14"/>
          <p:cNvSpPr txBox="1">
            <a:spLocks noGrp="1"/>
          </p:cNvSpPr>
          <p:nvPr>
            <p:ph type="title"/>
          </p:nvPr>
        </p:nvSpPr>
        <p:spPr>
          <a:xfrm>
            <a:off x="457200" y="114300"/>
            <a:ext cx="8229600" cy="903300"/>
          </a:xfrm>
          <a:prstGeom prst="rect">
            <a:avLst/>
          </a:prstGeom>
        </p:spPr>
        <p:txBody>
          <a:bodyPr spcFirstLastPara="1" wrap="square" lIns="0" tIns="0" rIns="0" bIns="0" anchor="t" anchorCtr="0">
            <a:normAutofit/>
          </a:bodyPr>
          <a:lstStyle>
            <a:lvl1pPr lvl="0" rtl="0">
              <a:spcBef>
                <a:spcPts val="0"/>
              </a:spcBef>
              <a:spcAft>
                <a:spcPts val="0"/>
              </a:spcAft>
              <a:buClr>
                <a:schemeClr val="lt2"/>
              </a:buClr>
              <a:buSzPts val="3400"/>
              <a:buNone/>
              <a:defRPr>
                <a:solidFill>
                  <a:schemeClr val="lt2"/>
                </a:solidFill>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125" name="Google Shape;125;p14"/>
          <p:cNvSpPr txBox="1">
            <a:spLocks noGrp="1"/>
          </p:cNvSpPr>
          <p:nvPr>
            <p:ph type="body" idx="1"/>
          </p:nvPr>
        </p:nvSpPr>
        <p:spPr>
          <a:xfrm>
            <a:off x="844314" y="2521650"/>
            <a:ext cx="3118200" cy="2141400"/>
          </a:xfrm>
          <a:prstGeom prst="rect">
            <a:avLst/>
          </a:prstGeom>
        </p:spPr>
        <p:txBody>
          <a:bodyPr spcFirstLastPara="1" wrap="square" lIns="91425" tIns="91425" rIns="0" bIns="0" anchor="t" anchorCtr="0">
            <a:normAutofit/>
          </a:bodyPr>
          <a:lstStyle>
            <a:lvl1pPr marL="457200" lvl="0" indent="-317500" rtl="0">
              <a:spcBef>
                <a:spcPts val="0"/>
              </a:spcBef>
              <a:spcAft>
                <a:spcPts val="0"/>
              </a:spcAft>
              <a:buSzPts val="1400"/>
              <a:buChar char="■"/>
              <a:defRPr sz="1400"/>
            </a:lvl1pPr>
            <a:lvl2pPr marL="914400" lvl="1" indent="-304800" rtl="0">
              <a:spcBef>
                <a:spcPts val="0"/>
              </a:spcBef>
              <a:spcAft>
                <a:spcPts val="0"/>
              </a:spcAft>
              <a:buSzPts val="1200"/>
              <a:buChar char="■"/>
              <a:defRPr sz="1200"/>
            </a:lvl2pPr>
            <a:lvl3pPr marL="1371600" lvl="2" indent="-304800" rtl="0">
              <a:spcBef>
                <a:spcPts val="0"/>
              </a:spcBef>
              <a:spcAft>
                <a:spcPts val="0"/>
              </a:spcAft>
              <a:buSzPts val="1200"/>
              <a:buChar char="■"/>
              <a:defRPr sz="1200"/>
            </a:lvl3pPr>
            <a:lvl4pPr marL="1828800" lvl="3" indent="-304800" rtl="0">
              <a:spcBef>
                <a:spcPts val="0"/>
              </a:spcBef>
              <a:spcAft>
                <a:spcPts val="0"/>
              </a:spcAft>
              <a:buSzPts val="1200"/>
              <a:buChar char="●"/>
              <a:defRPr sz="1200"/>
            </a:lvl4pPr>
            <a:lvl5pPr marL="2286000" lvl="4" indent="-304800" rtl="0">
              <a:spcBef>
                <a:spcPts val="0"/>
              </a:spcBef>
              <a:spcAft>
                <a:spcPts val="0"/>
              </a:spcAft>
              <a:buSzPts val="1200"/>
              <a:buChar char="○"/>
              <a:defRPr sz="1200"/>
            </a:lvl5pPr>
            <a:lvl6pPr marL="2743200" lvl="5" indent="-304800" rtl="0">
              <a:spcBef>
                <a:spcPts val="0"/>
              </a:spcBef>
              <a:spcAft>
                <a:spcPts val="0"/>
              </a:spcAft>
              <a:buSzPts val="1200"/>
              <a:buChar char="■"/>
              <a:defRPr sz="1200"/>
            </a:lvl6pPr>
            <a:lvl7pPr marL="3200400" lvl="6" indent="-304800" rtl="0">
              <a:spcBef>
                <a:spcPts val="0"/>
              </a:spcBef>
              <a:spcAft>
                <a:spcPts val="0"/>
              </a:spcAft>
              <a:buSzPts val="1200"/>
              <a:buChar char="●"/>
              <a:defRPr sz="1200"/>
            </a:lvl7pPr>
            <a:lvl8pPr marL="3657600" lvl="7" indent="-304800" rtl="0">
              <a:spcBef>
                <a:spcPts val="0"/>
              </a:spcBef>
              <a:spcAft>
                <a:spcPts val="0"/>
              </a:spcAft>
              <a:buSzPts val="1200"/>
              <a:buChar char="○"/>
              <a:defRPr sz="1200"/>
            </a:lvl8pPr>
            <a:lvl9pPr marL="4114800" lvl="8" indent="-304800" rtl="0">
              <a:spcBef>
                <a:spcPts val="0"/>
              </a:spcBef>
              <a:spcAft>
                <a:spcPts val="0"/>
              </a:spcAft>
              <a:buSzPts val="1200"/>
              <a:buChar char="■"/>
              <a:defRPr sz="1200"/>
            </a:lvl9pPr>
          </a:lstStyle>
          <a:p>
            <a:endParaRPr/>
          </a:p>
        </p:txBody>
      </p:sp>
      <p:sp>
        <p:nvSpPr>
          <p:cNvPr id="126" name="Google Shape;126;p14"/>
          <p:cNvSpPr/>
          <p:nvPr/>
        </p:nvSpPr>
        <p:spPr>
          <a:xfrm>
            <a:off x="4743074" y="1152475"/>
            <a:ext cx="3669300" cy="3653100"/>
          </a:xfrm>
          <a:prstGeom prst="roundRect">
            <a:avLst>
              <a:gd name="adj" fmla="val 7482"/>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 name="Google Shape;127;p14"/>
          <p:cNvSpPr txBox="1">
            <a:spLocks noGrp="1"/>
          </p:cNvSpPr>
          <p:nvPr>
            <p:ph type="body" idx="2"/>
          </p:nvPr>
        </p:nvSpPr>
        <p:spPr>
          <a:xfrm>
            <a:off x="4969644" y="2521650"/>
            <a:ext cx="3216000" cy="2141400"/>
          </a:xfrm>
          <a:prstGeom prst="rect">
            <a:avLst/>
          </a:prstGeom>
        </p:spPr>
        <p:txBody>
          <a:bodyPr spcFirstLastPara="1" wrap="square" lIns="91425" tIns="91425" rIns="0" bIns="0" anchor="t" anchorCtr="0">
            <a:normAutofit/>
          </a:bodyPr>
          <a:lstStyle>
            <a:lvl1pPr marL="457200" lvl="0" indent="-317500" rtl="0">
              <a:spcBef>
                <a:spcPts val="0"/>
              </a:spcBef>
              <a:spcAft>
                <a:spcPts val="0"/>
              </a:spcAft>
              <a:buSzPts val="1400"/>
              <a:buChar char="■"/>
              <a:defRPr sz="1400"/>
            </a:lvl1pPr>
            <a:lvl2pPr marL="914400" lvl="1" indent="-304800" rtl="0">
              <a:spcBef>
                <a:spcPts val="0"/>
              </a:spcBef>
              <a:spcAft>
                <a:spcPts val="0"/>
              </a:spcAft>
              <a:buSzPts val="1200"/>
              <a:buChar char="■"/>
              <a:defRPr sz="1200"/>
            </a:lvl2pPr>
            <a:lvl3pPr marL="1371600" lvl="2" indent="-304800" rtl="0">
              <a:spcBef>
                <a:spcPts val="0"/>
              </a:spcBef>
              <a:spcAft>
                <a:spcPts val="0"/>
              </a:spcAft>
              <a:buSzPts val="1200"/>
              <a:buChar char="■"/>
              <a:defRPr sz="1200"/>
            </a:lvl3pPr>
            <a:lvl4pPr marL="1828800" lvl="3" indent="-304800" rtl="0">
              <a:spcBef>
                <a:spcPts val="0"/>
              </a:spcBef>
              <a:spcAft>
                <a:spcPts val="0"/>
              </a:spcAft>
              <a:buSzPts val="1200"/>
              <a:buChar char="●"/>
              <a:defRPr sz="1200"/>
            </a:lvl4pPr>
            <a:lvl5pPr marL="2286000" lvl="4" indent="-304800" rtl="0">
              <a:spcBef>
                <a:spcPts val="0"/>
              </a:spcBef>
              <a:spcAft>
                <a:spcPts val="0"/>
              </a:spcAft>
              <a:buSzPts val="1200"/>
              <a:buChar char="○"/>
              <a:defRPr sz="1200"/>
            </a:lvl5pPr>
            <a:lvl6pPr marL="2743200" lvl="5" indent="-304800" rtl="0">
              <a:spcBef>
                <a:spcPts val="0"/>
              </a:spcBef>
              <a:spcAft>
                <a:spcPts val="0"/>
              </a:spcAft>
              <a:buSzPts val="1200"/>
              <a:buChar char="■"/>
              <a:defRPr sz="1200"/>
            </a:lvl6pPr>
            <a:lvl7pPr marL="3200400" lvl="6" indent="-304800" rtl="0">
              <a:spcBef>
                <a:spcPts val="0"/>
              </a:spcBef>
              <a:spcAft>
                <a:spcPts val="0"/>
              </a:spcAft>
              <a:buSzPts val="1200"/>
              <a:buChar char="●"/>
              <a:defRPr sz="1200"/>
            </a:lvl7pPr>
            <a:lvl8pPr marL="3657600" lvl="7" indent="-304800" rtl="0">
              <a:spcBef>
                <a:spcPts val="0"/>
              </a:spcBef>
              <a:spcAft>
                <a:spcPts val="0"/>
              </a:spcAft>
              <a:buSzPts val="1200"/>
              <a:buChar char="○"/>
              <a:defRPr sz="1200"/>
            </a:lvl8pPr>
            <a:lvl9pPr marL="4114800" lvl="8" indent="-304800" rtl="0">
              <a:spcBef>
                <a:spcPts val="0"/>
              </a:spcBef>
              <a:spcAft>
                <a:spcPts val="0"/>
              </a:spcAft>
              <a:buSzPts val="1200"/>
              <a:buChar char="■"/>
              <a:defRPr sz="1200"/>
            </a:lvl9pPr>
          </a:lstStyle>
          <a:p>
            <a:endParaRPr/>
          </a:p>
        </p:txBody>
      </p:sp>
      <p:sp>
        <p:nvSpPr>
          <p:cNvPr id="128" name="Google Shape;128;p14"/>
          <p:cNvSpPr txBox="1">
            <a:spLocks noGrp="1"/>
          </p:cNvSpPr>
          <p:nvPr>
            <p:ph type="subTitle" idx="3"/>
          </p:nvPr>
        </p:nvSpPr>
        <p:spPr>
          <a:xfrm>
            <a:off x="844314" y="2134050"/>
            <a:ext cx="3118200" cy="311400"/>
          </a:xfrm>
          <a:prstGeom prst="rect">
            <a:avLst/>
          </a:prstGeom>
        </p:spPr>
        <p:txBody>
          <a:bodyPr spcFirstLastPara="1" wrap="square" lIns="0" tIns="0" rIns="0" bIns="0" anchor="t" anchorCtr="0">
            <a:normAutofit/>
          </a:bodyPr>
          <a:lstStyle>
            <a:lvl1pPr lvl="0" algn="ctr" rtl="0">
              <a:lnSpc>
                <a:spcPct val="100000"/>
              </a:lnSpc>
              <a:spcBef>
                <a:spcPts val="0"/>
              </a:spcBef>
              <a:spcAft>
                <a:spcPts val="0"/>
              </a:spcAft>
              <a:buClr>
                <a:schemeClr val="accent4"/>
              </a:buClr>
              <a:buSzPts val="1800"/>
              <a:buFont typeface="IBM Plex Sans Medium"/>
              <a:buNone/>
              <a:defRPr sz="1800">
                <a:solidFill>
                  <a:schemeClr val="accent4"/>
                </a:solidFill>
                <a:latin typeface="IBM Plex Sans Medium"/>
                <a:ea typeface="IBM Plex Sans Medium"/>
                <a:cs typeface="IBM Plex Sans Medium"/>
                <a:sym typeface="IBM Plex Sans Medium"/>
              </a:defRPr>
            </a:lvl1pPr>
            <a:lvl2pPr lvl="1" algn="ctr" rtl="0">
              <a:lnSpc>
                <a:spcPct val="100000"/>
              </a:lnSpc>
              <a:spcBef>
                <a:spcPts val="0"/>
              </a:spcBef>
              <a:spcAft>
                <a:spcPts val="0"/>
              </a:spcAft>
              <a:buClr>
                <a:schemeClr val="accent4"/>
              </a:buClr>
              <a:buSzPts val="1800"/>
              <a:buFont typeface="IBM Plex Sans Medium"/>
              <a:buNone/>
              <a:defRPr sz="1800">
                <a:solidFill>
                  <a:schemeClr val="accent4"/>
                </a:solidFill>
                <a:latin typeface="IBM Plex Sans Medium"/>
                <a:ea typeface="IBM Plex Sans Medium"/>
                <a:cs typeface="IBM Plex Sans Medium"/>
                <a:sym typeface="IBM Plex Sans Medium"/>
              </a:defRPr>
            </a:lvl2pPr>
            <a:lvl3pPr lvl="2" algn="ctr" rtl="0">
              <a:lnSpc>
                <a:spcPct val="100000"/>
              </a:lnSpc>
              <a:spcBef>
                <a:spcPts val="0"/>
              </a:spcBef>
              <a:spcAft>
                <a:spcPts val="0"/>
              </a:spcAft>
              <a:buClr>
                <a:schemeClr val="accent4"/>
              </a:buClr>
              <a:buSzPts val="1800"/>
              <a:buFont typeface="IBM Plex Sans Medium"/>
              <a:buNone/>
              <a:defRPr sz="1800">
                <a:solidFill>
                  <a:schemeClr val="accent4"/>
                </a:solidFill>
                <a:latin typeface="IBM Plex Sans Medium"/>
                <a:ea typeface="IBM Plex Sans Medium"/>
                <a:cs typeface="IBM Plex Sans Medium"/>
                <a:sym typeface="IBM Plex Sans Medium"/>
              </a:defRPr>
            </a:lvl3pPr>
            <a:lvl4pPr lvl="3" algn="ctr" rtl="0">
              <a:lnSpc>
                <a:spcPct val="100000"/>
              </a:lnSpc>
              <a:spcBef>
                <a:spcPts val="0"/>
              </a:spcBef>
              <a:spcAft>
                <a:spcPts val="0"/>
              </a:spcAft>
              <a:buClr>
                <a:schemeClr val="accent4"/>
              </a:buClr>
              <a:buSzPts val="1800"/>
              <a:buFont typeface="IBM Plex Sans Medium"/>
              <a:buNone/>
              <a:defRPr sz="1800">
                <a:solidFill>
                  <a:schemeClr val="accent4"/>
                </a:solidFill>
                <a:latin typeface="IBM Plex Sans Medium"/>
                <a:ea typeface="IBM Plex Sans Medium"/>
                <a:cs typeface="IBM Plex Sans Medium"/>
                <a:sym typeface="IBM Plex Sans Medium"/>
              </a:defRPr>
            </a:lvl4pPr>
            <a:lvl5pPr lvl="4" algn="ctr" rtl="0">
              <a:lnSpc>
                <a:spcPct val="100000"/>
              </a:lnSpc>
              <a:spcBef>
                <a:spcPts val="0"/>
              </a:spcBef>
              <a:spcAft>
                <a:spcPts val="0"/>
              </a:spcAft>
              <a:buClr>
                <a:schemeClr val="accent4"/>
              </a:buClr>
              <a:buSzPts val="1800"/>
              <a:buFont typeface="IBM Plex Sans Medium"/>
              <a:buNone/>
              <a:defRPr sz="1800">
                <a:solidFill>
                  <a:schemeClr val="accent4"/>
                </a:solidFill>
                <a:latin typeface="IBM Plex Sans Medium"/>
                <a:ea typeface="IBM Plex Sans Medium"/>
                <a:cs typeface="IBM Plex Sans Medium"/>
                <a:sym typeface="IBM Plex Sans Medium"/>
              </a:defRPr>
            </a:lvl5pPr>
            <a:lvl6pPr lvl="5" algn="ctr" rtl="0">
              <a:lnSpc>
                <a:spcPct val="100000"/>
              </a:lnSpc>
              <a:spcBef>
                <a:spcPts val="0"/>
              </a:spcBef>
              <a:spcAft>
                <a:spcPts val="0"/>
              </a:spcAft>
              <a:buClr>
                <a:schemeClr val="accent4"/>
              </a:buClr>
              <a:buSzPts val="1800"/>
              <a:buFont typeface="IBM Plex Sans Medium"/>
              <a:buNone/>
              <a:defRPr sz="1800">
                <a:solidFill>
                  <a:schemeClr val="accent4"/>
                </a:solidFill>
                <a:latin typeface="IBM Plex Sans Medium"/>
                <a:ea typeface="IBM Plex Sans Medium"/>
                <a:cs typeface="IBM Plex Sans Medium"/>
                <a:sym typeface="IBM Plex Sans Medium"/>
              </a:defRPr>
            </a:lvl6pPr>
            <a:lvl7pPr lvl="6" algn="ctr" rtl="0">
              <a:lnSpc>
                <a:spcPct val="100000"/>
              </a:lnSpc>
              <a:spcBef>
                <a:spcPts val="0"/>
              </a:spcBef>
              <a:spcAft>
                <a:spcPts val="0"/>
              </a:spcAft>
              <a:buClr>
                <a:schemeClr val="accent4"/>
              </a:buClr>
              <a:buSzPts val="1800"/>
              <a:buFont typeface="IBM Plex Sans Medium"/>
              <a:buNone/>
              <a:defRPr sz="1800">
                <a:solidFill>
                  <a:schemeClr val="accent4"/>
                </a:solidFill>
                <a:latin typeface="IBM Plex Sans Medium"/>
                <a:ea typeface="IBM Plex Sans Medium"/>
                <a:cs typeface="IBM Plex Sans Medium"/>
                <a:sym typeface="IBM Plex Sans Medium"/>
              </a:defRPr>
            </a:lvl7pPr>
            <a:lvl8pPr lvl="7" algn="ctr" rtl="0">
              <a:lnSpc>
                <a:spcPct val="100000"/>
              </a:lnSpc>
              <a:spcBef>
                <a:spcPts val="0"/>
              </a:spcBef>
              <a:spcAft>
                <a:spcPts val="0"/>
              </a:spcAft>
              <a:buClr>
                <a:schemeClr val="accent4"/>
              </a:buClr>
              <a:buSzPts val="1800"/>
              <a:buFont typeface="IBM Plex Sans Medium"/>
              <a:buNone/>
              <a:defRPr sz="1800">
                <a:solidFill>
                  <a:schemeClr val="accent4"/>
                </a:solidFill>
                <a:latin typeface="IBM Plex Sans Medium"/>
                <a:ea typeface="IBM Plex Sans Medium"/>
                <a:cs typeface="IBM Plex Sans Medium"/>
                <a:sym typeface="IBM Plex Sans Medium"/>
              </a:defRPr>
            </a:lvl8pPr>
            <a:lvl9pPr lvl="8" algn="ctr" rtl="0">
              <a:lnSpc>
                <a:spcPct val="100000"/>
              </a:lnSpc>
              <a:spcBef>
                <a:spcPts val="0"/>
              </a:spcBef>
              <a:spcAft>
                <a:spcPts val="0"/>
              </a:spcAft>
              <a:buClr>
                <a:schemeClr val="accent4"/>
              </a:buClr>
              <a:buSzPts val="1800"/>
              <a:buFont typeface="IBM Plex Sans Medium"/>
              <a:buNone/>
              <a:defRPr sz="1800">
                <a:solidFill>
                  <a:schemeClr val="accent4"/>
                </a:solidFill>
                <a:latin typeface="IBM Plex Sans Medium"/>
                <a:ea typeface="IBM Plex Sans Medium"/>
                <a:cs typeface="IBM Plex Sans Medium"/>
                <a:sym typeface="IBM Plex Sans Medium"/>
              </a:defRPr>
            </a:lvl9pPr>
          </a:lstStyle>
          <a:p>
            <a:endParaRPr/>
          </a:p>
        </p:txBody>
      </p:sp>
      <p:sp>
        <p:nvSpPr>
          <p:cNvPr id="129" name="Google Shape;129;p14"/>
          <p:cNvSpPr txBox="1">
            <a:spLocks noGrp="1"/>
          </p:cNvSpPr>
          <p:nvPr>
            <p:ph type="subTitle" idx="4"/>
          </p:nvPr>
        </p:nvSpPr>
        <p:spPr>
          <a:xfrm>
            <a:off x="4969651" y="2134050"/>
            <a:ext cx="3118200" cy="311400"/>
          </a:xfrm>
          <a:prstGeom prst="rect">
            <a:avLst/>
          </a:prstGeom>
        </p:spPr>
        <p:txBody>
          <a:bodyPr spcFirstLastPara="1" wrap="square" lIns="0" tIns="0" rIns="0" bIns="0" anchor="t" anchorCtr="0">
            <a:normAutofit/>
          </a:bodyPr>
          <a:lstStyle>
            <a:lvl1pPr lvl="0" algn="ctr" rtl="0">
              <a:lnSpc>
                <a:spcPct val="100000"/>
              </a:lnSpc>
              <a:spcBef>
                <a:spcPts val="0"/>
              </a:spcBef>
              <a:spcAft>
                <a:spcPts val="0"/>
              </a:spcAft>
              <a:buClr>
                <a:schemeClr val="accent4"/>
              </a:buClr>
              <a:buSzPts val="1800"/>
              <a:buFont typeface="IBM Plex Sans Medium"/>
              <a:buNone/>
              <a:defRPr sz="1800">
                <a:solidFill>
                  <a:schemeClr val="accent4"/>
                </a:solidFill>
                <a:latin typeface="IBM Plex Sans Medium"/>
                <a:ea typeface="IBM Plex Sans Medium"/>
                <a:cs typeface="IBM Plex Sans Medium"/>
                <a:sym typeface="IBM Plex Sans Medium"/>
              </a:defRPr>
            </a:lvl1pPr>
            <a:lvl2pPr lvl="1" algn="ctr" rtl="0">
              <a:lnSpc>
                <a:spcPct val="100000"/>
              </a:lnSpc>
              <a:spcBef>
                <a:spcPts val="0"/>
              </a:spcBef>
              <a:spcAft>
                <a:spcPts val="0"/>
              </a:spcAft>
              <a:buClr>
                <a:schemeClr val="accent4"/>
              </a:buClr>
              <a:buSzPts val="1800"/>
              <a:buFont typeface="IBM Plex Sans Medium"/>
              <a:buNone/>
              <a:defRPr sz="1800">
                <a:solidFill>
                  <a:schemeClr val="accent4"/>
                </a:solidFill>
                <a:latin typeface="IBM Plex Sans Medium"/>
                <a:ea typeface="IBM Plex Sans Medium"/>
                <a:cs typeface="IBM Plex Sans Medium"/>
                <a:sym typeface="IBM Plex Sans Medium"/>
              </a:defRPr>
            </a:lvl2pPr>
            <a:lvl3pPr lvl="2" algn="ctr" rtl="0">
              <a:lnSpc>
                <a:spcPct val="100000"/>
              </a:lnSpc>
              <a:spcBef>
                <a:spcPts val="0"/>
              </a:spcBef>
              <a:spcAft>
                <a:spcPts val="0"/>
              </a:spcAft>
              <a:buClr>
                <a:schemeClr val="accent4"/>
              </a:buClr>
              <a:buSzPts val="1800"/>
              <a:buFont typeface="IBM Plex Sans Medium"/>
              <a:buNone/>
              <a:defRPr sz="1800">
                <a:solidFill>
                  <a:schemeClr val="accent4"/>
                </a:solidFill>
                <a:latin typeface="IBM Plex Sans Medium"/>
                <a:ea typeface="IBM Plex Sans Medium"/>
                <a:cs typeface="IBM Plex Sans Medium"/>
                <a:sym typeface="IBM Plex Sans Medium"/>
              </a:defRPr>
            </a:lvl3pPr>
            <a:lvl4pPr lvl="3" algn="ctr" rtl="0">
              <a:lnSpc>
                <a:spcPct val="100000"/>
              </a:lnSpc>
              <a:spcBef>
                <a:spcPts val="0"/>
              </a:spcBef>
              <a:spcAft>
                <a:spcPts val="0"/>
              </a:spcAft>
              <a:buClr>
                <a:schemeClr val="accent4"/>
              </a:buClr>
              <a:buSzPts val="1800"/>
              <a:buFont typeface="IBM Plex Sans Medium"/>
              <a:buNone/>
              <a:defRPr sz="1800">
                <a:solidFill>
                  <a:schemeClr val="accent4"/>
                </a:solidFill>
                <a:latin typeface="IBM Plex Sans Medium"/>
                <a:ea typeface="IBM Plex Sans Medium"/>
                <a:cs typeface="IBM Plex Sans Medium"/>
                <a:sym typeface="IBM Plex Sans Medium"/>
              </a:defRPr>
            </a:lvl4pPr>
            <a:lvl5pPr lvl="4" algn="ctr" rtl="0">
              <a:lnSpc>
                <a:spcPct val="100000"/>
              </a:lnSpc>
              <a:spcBef>
                <a:spcPts val="0"/>
              </a:spcBef>
              <a:spcAft>
                <a:spcPts val="0"/>
              </a:spcAft>
              <a:buClr>
                <a:schemeClr val="accent4"/>
              </a:buClr>
              <a:buSzPts val="1800"/>
              <a:buFont typeface="IBM Plex Sans Medium"/>
              <a:buNone/>
              <a:defRPr sz="1800">
                <a:solidFill>
                  <a:schemeClr val="accent4"/>
                </a:solidFill>
                <a:latin typeface="IBM Plex Sans Medium"/>
                <a:ea typeface="IBM Plex Sans Medium"/>
                <a:cs typeface="IBM Plex Sans Medium"/>
                <a:sym typeface="IBM Plex Sans Medium"/>
              </a:defRPr>
            </a:lvl5pPr>
            <a:lvl6pPr lvl="5" algn="ctr" rtl="0">
              <a:lnSpc>
                <a:spcPct val="100000"/>
              </a:lnSpc>
              <a:spcBef>
                <a:spcPts val="0"/>
              </a:spcBef>
              <a:spcAft>
                <a:spcPts val="0"/>
              </a:spcAft>
              <a:buClr>
                <a:schemeClr val="accent4"/>
              </a:buClr>
              <a:buSzPts val="1800"/>
              <a:buFont typeface="IBM Plex Sans Medium"/>
              <a:buNone/>
              <a:defRPr sz="1800">
                <a:solidFill>
                  <a:schemeClr val="accent4"/>
                </a:solidFill>
                <a:latin typeface="IBM Plex Sans Medium"/>
                <a:ea typeface="IBM Plex Sans Medium"/>
                <a:cs typeface="IBM Plex Sans Medium"/>
                <a:sym typeface="IBM Plex Sans Medium"/>
              </a:defRPr>
            </a:lvl6pPr>
            <a:lvl7pPr lvl="6" algn="ctr" rtl="0">
              <a:lnSpc>
                <a:spcPct val="100000"/>
              </a:lnSpc>
              <a:spcBef>
                <a:spcPts val="0"/>
              </a:spcBef>
              <a:spcAft>
                <a:spcPts val="0"/>
              </a:spcAft>
              <a:buClr>
                <a:schemeClr val="accent4"/>
              </a:buClr>
              <a:buSzPts val="1800"/>
              <a:buFont typeface="IBM Plex Sans Medium"/>
              <a:buNone/>
              <a:defRPr sz="1800">
                <a:solidFill>
                  <a:schemeClr val="accent4"/>
                </a:solidFill>
                <a:latin typeface="IBM Plex Sans Medium"/>
                <a:ea typeface="IBM Plex Sans Medium"/>
                <a:cs typeface="IBM Plex Sans Medium"/>
                <a:sym typeface="IBM Plex Sans Medium"/>
              </a:defRPr>
            </a:lvl7pPr>
            <a:lvl8pPr lvl="7" algn="ctr" rtl="0">
              <a:lnSpc>
                <a:spcPct val="100000"/>
              </a:lnSpc>
              <a:spcBef>
                <a:spcPts val="0"/>
              </a:spcBef>
              <a:spcAft>
                <a:spcPts val="0"/>
              </a:spcAft>
              <a:buClr>
                <a:schemeClr val="accent4"/>
              </a:buClr>
              <a:buSzPts val="1800"/>
              <a:buFont typeface="IBM Plex Sans Medium"/>
              <a:buNone/>
              <a:defRPr sz="1800">
                <a:solidFill>
                  <a:schemeClr val="accent4"/>
                </a:solidFill>
                <a:latin typeface="IBM Plex Sans Medium"/>
                <a:ea typeface="IBM Plex Sans Medium"/>
                <a:cs typeface="IBM Plex Sans Medium"/>
                <a:sym typeface="IBM Plex Sans Medium"/>
              </a:defRPr>
            </a:lvl8pPr>
            <a:lvl9pPr lvl="8" algn="ctr" rtl="0">
              <a:lnSpc>
                <a:spcPct val="100000"/>
              </a:lnSpc>
              <a:spcBef>
                <a:spcPts val="0"/>
              </a:spcBef>
              <a:spcAft>
                <a:spcPts val="0"/>
              </a:spcAft>
              <a:buClr>
                <a:schemeClr val="accent4"/>
              </a:buClr>
              <a:buSzPts val="1800"/>
              <a:buFont typeface="IBM Plex Sans Medium"/>
              <a:buNone/>
              <a:defRPr sz="1800">
                <a:solidFill>
                  <a:schemeClr val="accent4"/>
                </a:solidFill>
                <a:latin typeface="IBM Plex Sans Medium"/>
                <a:ea typeface="IBM Plex Sans Medium"/>
                <a:cs typeface="IBM Plex Sans Medium"/>
                <a:sym typeface="IBM Plex Sans Medium"/>
              </a:defRPr>
            </a:lvl9pPr>
          </a:lstStyle>
          <a:p>
            <a:endParaRPr/>
          </a:p>
        </p:txBody>
      </p:sp>
      <p:pic>
        <p:nvPicPr>
          <p:cNvPr id="130" name="Google Shape;130;p14"/>
          <p:cNvPicPr preferRelativeResize="0"/>
          <p:nvPr/>
        </p:nvPicPr>
        <p:blipFill>
          <a:blip r:embed="rId2">
            <a:alphaModFix/>
          </a:blip>
          <a:stretch>
            <a:fillRect/>
          </a:stretch>
        </p:blipFill>
        <p:spPr>
          <a:xfrm>
            <a:off x="8565901" y="154375"/>
            <a:ext cx="424850" cy="428248"/>
          </a:xfrm>
          <a:prstGeom prst="rect">
            <a:avLst/>
          </a:prstGeom>
          <a:noFill/>
          <a:ln>
            <a:noFill/>
          </a:ln>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3 Column">
  <p:cSld name="TITLE_ONLY_1_6_1_1">
    <p:bg>
      <p:bgPr>
        <a:solidFill>
          <a:schemeClr val="dk1"/>
        </a:solidFill>
        <a:effectLst/>
      </p:bgPr>
    </p:bg>
    <p:spTree>
      <p:nvGrpSpPr>
        <p:cNvPr id="1" name="Shape 131"/>
        <p:cNvGrpSpPr/>
        <p:nvPr/>
      </p:nvGrpSpPr>
      <p:grpSpPr>
        <a:xfrm>
          <a:off x="0" y="0"/>
          <a:ext cx="0" cy="0"/>
          <a:chOff x="0" y="0"/>
          <a:chExt cx="0" cy="0"/>
        </a:xfrm>
      </p:grpSpPr>
      <p:sp>
        <p:nvSpPr>
          <p:cNvPr id="132" name="Google Shape;132;p15"/>
          <p:cNvSpPr/>
          <p:nvPr/>
        </p:nvSpPr>
        <p:spPr>
          <a:xfrm>
            <a:off x="457200" y="1066800"/>
            <a:ext cx="2446500" cy="2311200"/>
          </a:xfrm>
          <a:prstGeom prst="roundRect">
            <a:avLst>
              <a:gd name="adj" fmla="val 10000"/>
            </a:avLst>
          </a:prstGeom>
          <a:solidFill>
            <a:schemeClr val="accent1"/>
          </a:solidFill>
          <a:ln>
            <a:noFill/>
          </a:ln>
        </p:spPr>
        <p:txBody>
          <a:bodyPr spcFirstLastPara="1" wrap="square" lIns="57150" tIns="57150" rIns="57150" bIns="57150" anchor="t" anchorCtr="0">
            <a:noAutofit/>
          </a:bodyPr>
          <a:lstStyle/>
          <a:p>
            <a:pPr marL="0" lvl="0" indent="0" algn="ctr" rtl="0">
              <a:spcBef>
                <a:spcPts val="0"/>
              </a:spcBef>
              <a:spcAft>
                <a:spcPts val="0"/>
              </a:spcAft>
              <a:buNone/>
            </a:pPr>
            <a:endParaRPr sz="1200"/>
          </a:p>
        </p:txBody>
      </p:sp>
      <p:sp>
        <p:nvSpPr>
          <p:cNvPr id="133" name="Google Shape;133;p15"/>
          <p:cNvSpPr/>
          <p:nvPr/>
        </p:nvSpPr>
        <p:spPr>
          <a:xfrm>
            <a:off x="3348709" y="1066800"/>
            <a:ext cx="2446500" cy="2311200"/>
          </a:xfrm>
          <a:prstGeom prst="roundRect">
            <a:avLst>
              <a:gd name="adj" fmla="val 10000"/>
            </a:avLst>
          </a:prstGeom>
          <a:solidFill>
            <a:schemeClr val="accent6"/>
          </a:solidFill>
          <a:ln>
            <a:noFill/>
          </a:ln>
        </p:spPr>
        <p:txBody>
          <a:bodyPr spcFirstLastPara="1" wrap="square" lIns="57150" tIns="57150" rIns="57150" bIns="57150" anchor="t" anchorCtr="0">
            <a:noAutofit/>
          </a:bodyPr>
          <a:lstStyle/>
          <a:p>
            <a:pPr marL="0" lvl="0" indent="0" algn="ctr" rtl="0">
              <a:spcBef>
                <a:spcPts val="0"/>
              </a:spcBef>
              <a:spcAft>
                <a:spcPts val="0"/>
              </a:spcAft>
              <a:buNone/>
            </a:pPr>
            <a:endParaRPr sz="1200" b="1">
              <a:solidFill>
                <a:srgbClr val="FFFFFF"/>
              </a:solidFill>
              <a:latin typeface="IBM Plex Sans"/>
              <a:ea typeface="IBM Plex Sans"/>
              <a:cs typeface="IBM Plex Sans"/>
              <a:sym typeface="IBM Plex Sans"/>
            </a:endParaRPr>
          </a:p>
        </p:txBody>
      </p:sp>
      <p:sp>
        <p:nvSpPr>
          <p:cNvPr id="134" name="Google Shape;134;p15"/>
          <p:cNvSpPr/>
          <p:nvPr/>
        </p:nvSpPr>
        <p:spPr>
          <a:xfrm>
            <a:off x="6240191" y="1066800"/>
            <a:ext cx="2446500" cy="2311200"/>
          </a:xfrm>
          <a:prstGeom prst="roundRect">
            <a:avLst>
              <a:gd name="adj" fmla="val 10000"/>
            </a:avLst>
          </a:prstGeom>
          <a:solidFill>
            <a:schemeClr val="accent2"/>
          </a:solidFill>
          <a:ln>
            <a:noFill/>
          </a:ln>
        </p:spPr>
        <p:txBody>
          <a:bodyPr spcFirstLastPara="1" wrap="square" lIns="57150" tIns="57150" rIns="57150" bIns="57150" anchor="t" anchorCtr="0">
            <a:noAutofit/>
          </a:bodyPr>
          <a:lstStyle/>
          <a:p>
            <a:pPr marL="0" lvl="0" indent="0" algn="ctr" rtl="0">
              <a:spcBef>
                <a:spcPts val="0"/>
              </a:spcBef>
              <a:spcAft>
                <a:spcPts val="0"/>
              </a:spcAft>
              <a:buNone/>
            </a:pPr>
            <a:endParaRPr sz="1200" b="1">
              <a:solidFill>
                <a:srgbClr val="FFFFFF"/>
              </a:solidFill>
              <a:latin typeface="IBM Plex Sans"/>
              <a:ea typeface="IBM Plex Sans"/>
              <a:cs typeface="IBM Plex Sans"/>
              <a:sym typeface="IBM Plex Sans"/>
            </a:endParaRPr>
          </a:p>
        </p:txBody>
      </p:sp>
      <p:sp>
        <p:nvSpPr>
          <p:cNvPr id="135" name="Google Shape;135;p15"/>
          <p:cNvSpPr/>
          <p:nvPr/>
        </p:nvSpPr>
        <p:spPr>
          <a:xfrm>
            <a:off x="457200" y="1506325"/>
            <a:ext cx="2446500" cy="3332700"/>
          </a:xfrm>
          <a:prstGeom prst="roundRect">
            <a:avLst>
              <a:gd name="adj" fmla="val 10000"/>
            </a:avLst>
          </a:prstGeom>
          <a:solidFill>
            <a:schemeClr val="lt2"/>
          </a:solidFill>
          <a:ln>
            <a:noFill/>
          </a:ln>
        </p:spPr>
        <p:txBody>
          <a:bodyPr spcFirstLastPara="1" wrap="square" lIns="57150" tIns="57150" rIns="57150" bIns="57150" anchor="t" anchorCtr="0">
            <a:noAutofit/>
          </a:bodyPr>
          <a:lstStyle/>
          <a:p>
            <a:pPr marL="0" lvl="0" indent="0" algn="l" rtl="0">
              <a:spcBef>
                <a:spcPts val="0"/>
              </a:spcBef>
              <a:spcAft>
                <a:spcPts val="0"/>
              </a:spcAft>
              <a:buNone/>
            </a:pPr>
            <a:endParaRPr sz="1100">
              <a:solidFill>
                <a:schemeClr val="dk1"/>
              </a:solidFill>
              <a:latin typeface="IBM Plex Sans"/>
              <a:ea typeface="IBM Plex Sans"/>
              <a:cs typeface="IBM Plex Sans"/>
              <a:sym typeface="IBM Plex Sans"/>
            </a:endParaRPr>
          </a:p>
        </p:txBody>
      </p:sp>
      <p:sp>
        <p:nvSpPr>
          <p:cNvPr id="136" name="Google Shape;136;p15"/>
          <p:cNvSpPr/>
          <p:nvPr/>
        </p:nvSpPr>
        <p:spPr>
          <a:xfrm>
            <a:off x="3348700" y="1506324"/>
            <a:ext cx="2446500" cy="3332700"/>
          </a:xfrm>
          <a:prstGeom prst="roundRect">
            <a:avLst>
              <a:gd name="adj" fmla="val 10000"/>
            </a:avLst>
          </a:prstGeom>
          <a:solidFill>
            <a:schemeClr val="lt2"/>
          </a:solidFill>
          <a:ln>
            <a:noFill/>
          </a:ln>
        </p:spPr>
        <p:txBody>
          <a:bodyPr spcFirstLastPara="1" wrap="square" lIns="57150" tIns="57150" rIns="57150" bIns="57150" anchor="t" anchorCtr="0">
            <a:noAutofit/>
          </a:bodyPr>
          <a:lstStyle/>
          <a:p>
            <a:pPr marL="0" lvl="0" indent="0" algn="l" rtl="0">
              <a:spcBef>
                <a:spcPts val="0"/>
              </a:spcBef>
              <a:spcAft>
                <a:spcPts val="0"/>
              </a:spcAft>
              <a:buNone/>
            </a:pPr>
            <a:endParaRPr sz="1100">
              <a:solidFill>
                <a:schemeClr val="dk1"/>
              </a:solidFill>
              <a:latin typeface="IBM Plex Sans"/>
              <a:ea typeface="IBM Plex Sans"/>
              <a:cs typeface="IBM Plex Sans"/>
              <a:sym typeface="IBM Plex Sans"/>
            </a:endParaRPr>
          </a:p>
        </p:txBody>
      </p:sp>
      <p:sp>
        <p:nvSpPr>
          <p:cNvPr id="137" name="Google Shape;137;p15"/>
          <p:cNvSpPr/>
          <p:nvPr/>
        </p:nvSpPr>
        <p:spPr>
          <a:xfrm>
            <a:off x="6240176" y="1506325"/>
            <a:ext cx="2446500" cy="3332700"/>
          </a:xfrm>
          <a:prstGeom prst="roundRect">
            <a:avLst>
              <a:gd name="adj" fmla="val 10000"/>
            </a:avLst>
          </a:prstGeom>
          <a:solidFill>
            <a:schemeClr val="lt2"/>
          </a:solidFill>
          <a:ln>
            <a:noFill/>
          </a:ln>
        </p:spPr>
        <p:txBody>
          <a:bodyPr spcFirstLastPara="1" wrap="square" lIns="57150" tIns="57150" rIns="57150" bIns="57150" anchor="t" anchorCtr="0">
            <a:noAutofit/>
          </a:bodyPr>
          <a:lstStyle/>
          <a:p>
            <a:pPr marL="0" lvl="0" indent="0" algn="l" rtl="0">
              <a:spcBef>
                <a:spcPts val="0"/>
              </a:spcBef>
              <a:spcAft>
                <a:spcPts val="0"/>
              </a:spcAft>
              <a:buNone/>
            </a:pPr>
            <a:endParaRPr sz="1100">
              <a:solidFill>
                <a:schemeClr val="dk1"/>
              </a:solidFill>
              <a:latin typeface="IBM Plex Sans"/>
              <a:ea typeface="IBM Plex Sans"/>
              <a:cs typeface="IBM Plex Sans"/>
              <a:sym typeface="IBM Plex Sans"/>
            </a:endParaRPr>
          </a:p>
        </p:txBody>
      </p:sp>
      <p:sp>
        <p:nvSpPr>
          <p:cNvPr id="138" name="Google Shape;138;p15"/>
          <p:cNvSpPr txBox="1">
            <a:spLocks noGrp="1"/>
          </p:cNvSpPr>
          <p:nvPr>
            <p:ph type="title"/>
          </p:nvPr>
        </p:nvSpPr>
        <p:spPr>
          <a:xfrm>
            <a:off x="457200" y="114300"/>
            <a:ext cx="8229600" cy="903300"/>
          </a:xfrm>
          <a:prstGeom prst="rect">
            <a:avLst/>
          </a:prstGeom>
        </p:spPr>
        <p:txBody>
          <a:bodyPr spcFirstLastPara="1" wrap="square" lIns="0" tIns="0" rIns="0" bIns="0" anchor="t" anchorCtr="0">
            <a:normAutofit/>
          </a:bodyPr>
          <a:lstStyle>
            <a:lvl1pPr lvl="0" rtl="0">
              <a:spcBef>
                <a:spcPts val="0"/>
              </a:spcBef>
              <a:spcAft>
                <a:spcPts val="0"/>
              </a:spcAft>
              <a:buClr>
                <a:schemeClr val="lt2"/>
              </a:buClr>
              <a:buSzPts val="3400"/>
              <a:buNone/>
              <a:defRPr>
                <a:solidFill>
                  <a:schemeClr val="lt2"/>
                </a:solidFill>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139" name="Google Shape;139;p15"/>
          <p:cNvSpPr txBox="1">
            <a:spLocks noGrp="1"/>
          </p:cNvSpPr>
          <p:nvPr>
            <p:ph type="subTitle" idx="1"/>
          </p:nvPr>
        </p:nvSpPr>
        <p:spPr>
          <a:xfrm>
            <a:off x="444675" y="1087375"/>
            <a:ext cx="2497200" cy="436500"/>
          </a:xfrm>
          <a:prstGeom prst="rect">
            <a:avLst/>
          </a:prstGeom>
        </p:spPr>
        <p:txBody>
          <a:bodyPr spcFirstLastPara="1" wrap="square" lIns="0" tIns="0" rIns="0" bIns="0" anchor="ctr" anchorCtr="0">
            <a:normAutofit/>
          </a:bodyPr>
          <a:lstStyle>
            <a:lvl1pPr lvl="0" algn="ctr" rtl="0">
              <a:spcBef>
                <a:spcPts val="0"/>
              </a:spcBef>
              <a:spcAft>
                <a:spcPts val="0"/>
              </a:spcAft>
              <a:buClr>
                <a:schemeClr val="lt2"/>
              </a:buClr>
              <a:buSzPts val="1400"/>
              <a:buNone/>
              <a:defRPr sz="1400" b="1">
                <a:solidFill>
                  <a:schemeClr val="lt2"/>
                </a:solidFill>
              </a:defRPr>
            </a:lvl1pPr>
            <a:lvl2pPr lvl="1" rtl="0">
              <a:spcBef>
                <a:spcPts val="0"/>
              </a:spcBef>
              <a:spcAft>
                <a:spcPts val="0"/>
              </a:spcAft>
              <a:buSzPts val="1400"/>
              <a:buNone/>
              <a:defRPr b="1"/>
            </a:lvl2pPr>
            <a:lvl3pPr lvl="2" rtl="0">
              <a:spcBef>
                <a:spcPts val="0"/>
              </a:spcBef>
              <a:spcAft>
                <a:spcPts val="0"/>
              </a:spcAft>
              <a:buSzPts val="1400"/>
              <a:buNone/>
              <a:defRPr b="1"/>
            </a:lvl3pPr>
            <a:lvl4pPr lvl="3" rtl="0">
              <a:spcBef>
                <a:spcPts val="0"/>
              </a:spcBef>
              <a:spcAft>
                <a:spcPts val="0"/>
              </a:spcAft>
              <a:buSzPts val="1400"/>
              <a:buNone/>
              <a:defRPr b="1"/>
            </a:lvl4pPr>
            <a:lvl5pPr lvl="4" rtl="0">
              <a:spcBef>
                <a:spcPts val="0"/>
              </a:spcBef>
              <a:spcAft>
                <a:spcPts val="0"/>
              </a:spcAft>
              <a:buSzPts val="1400"/>
              <a:buNone/>
              <a:defRPr b="1"/>
            </a:lvl5pPr>
            <a:lvl6pPr lvl="5" rtl="0">
              <a:spcBef>
                <a:spcPts val="0"/>
              </a:spcBef>
              <a:spcAft>
                <a:spcPts val="0"/>
              </a:spcAft>
              <a:buSzPts val="1400"/>
              <a:buNone/>
              <a:defRPr b="1"/>
            </a:lvl6pPr>
            <a:lvl7pPr lvl="6" rtl="0">
              <a:spcBef>
                <a:spcPts val="0"/>
              </a:spcBef>
              <a:spcAft>
                <a:spcPts val="0"/>
              </a:spcAft>
              <a:buSzPts val="1400"/>
              <a:buNone/>
              <a:defRPr b="1"/>
            </a:lvl7pPr>
            <a:lvl8pPr lvl="7" rtl="0">
              <a:spcBef>
                <a:spcPts val="0"/>
              </a:spcBef>
              <a:spcAft>
                <a:spcPts val="0"/>
              </a:spcAft>
              <a:buSzPts val="1400"/>
              <a:buNone/>
              <a:defRPr b="1"/>
            </a:lvl8pPr>
            <a:lvl9pPr lvl="8" rtl="0">
              <a:spcBef>
                <a:spcPts val="0"/>
              </a:spcBef>
              <a:spcAft>
                <a:spcPts val="0"/>
              </a:spcAft>
              <a:buSzPts val="1400"/>
              <a:buNone/>
              <a:defRPr b="1"/>
            </a:lvl9pPr>
          </a:lstStyle>
          <a:p>
            <a:endParaRPr/>
          </a:p>
        </p:txBody>
      </p:sp>
      <p:sp>
        <p:nvSpPr>
          <p:cNvPr id="140" name="Google Shape;140;p15"/>
          <p:cNvSpPr txBox="1">
            <a:spLocks noGrp="1"/>
          </p:cNvSpPr>
          <p:nvPr>
            <p:ph type="subTitle" idx="2"/>
          </p:nvPr>
        </p:nvSpPr>
        <p:spPr>
          <a:xfrm>
            <a:off x="6177175" y="1087375"/>
            <a:ext cx="2497200" cy="436500"/>
          </a:xfrm>
          <a:prstGeom prst="rect">
            <a:avLst/>
          </a:prstGeom>
        </p:spPr>
        <p:txBody>
          <a:bodyPr spcFirstLastPara="1" wrap="square" lIns="0" tIns="0" rIns="0" bIns="0" anchor="ctr" anchorCtr="0">
            <a:normAutofit/>
          </a:bodyPr>
          <a:lstStyle>
            <a:lvl1pPr lvl="0" algn="ctr" rtl="0">
              <a:spcBef>
                <a:spcPts val="0"/>
              </a:spcBef>
              <a:spcAft>
                <a:spcPts val="0"/>
              </a:spcAft>
              <a:buClr>
                <a:schemeClr val="lt2"/>
              </a:buClr>
              <a:buSzPts val="1400"/>
              <a:buNone/>
              <a:defRPr sz="1400" b="1">
                <a:solidFill>
                  <a:schemeClr val="lt2"/>
                </a:solidFill>
              </a:defRPr>
            </a:lvl1pPr>
            <a:lvl2pPr lvl="1" rtl="0">
              <a:spcBef>
                <a:spcPts val="0"/>
              </a:spcBef>
              <a:spcAft>
                <a:spcPts val="0"/>
              </a:spcAft>
              <a:buSzPts val="1400"/>
              <a:buNone/>
              <a:defRPr b="1"/>
            </a:lvl2pPr>
            <a:lvl3pPr lvl="2" rtl="0">
              <a:spcBef>
                <a:spcPts val="0"/>
              </a:spcBef>
              <a:spcAft>
                <a:spcPts val="0"/>
              </a:spcAft>
              <a:buSzPts val="1400"/>
              <a:buNone/>
              <a:defRPr b="1"/>
            </a:lvl3pPr>
            <a:lvl4pPr lvl="3" rtl="0">
              <a:spcBef>
                <a:spcPts val="0"/>
              </a:spcBef>
              <a:spcAft>
                <a:spcPts val="0"/>
              </a:spcAft>
              <a:buSzPts val="1400"/>
              <a:buNone/>
              <a:defRPr b="1"/>
            </a:lvl4pPr>
            <a:lvl5pPr lvl="4" rtl="0">
              <a:spcBef>
                <a:spcPts val="0"/>
              </a:spcBef>
              <a:spcAft>
                <a:spcPts val="0"/>
              </a:spcAft>
              <a:buSzPts val="1400"/>
              <a:buNone/>
              <a:defRPr b="1"/>
            </a:lvl5pPr>
            <a:lvl6pPr lvl="5" rtl="0">
              <a:spcBef>
                <a:spcPts val="0"/>
              </a:spcBef>
              <a:spcAft>
                <a:spcPts val="0"/>
              </a:spcAft>
              <a:buSzPts val="1400"/>
              <a:buNone/>
              <a:defRPr b="1"/>
            </a:lvl6pPr>
            <a:lvl7pPr lvl="6" rtl="0">
              <a:spcBef>
                <a:spcPts val="0"/>
              </a:spcBef>
              <a:spcAft>
                <a:spcPts val="0"/>
              </a:spcAft>
              <a:buSzPts val="1400"/>
              <a:buNone/>
              <a:defRPr b="1"/>
            </a:lvl7pPr>
            <a:lvl8pPr lvl="7" rtl="0">
              <a:spcBef>
                <a:spcPts val="0"/>
              </a:spcBef>
              <a:spcAft>
                <a:spcPts val="0"/>
              </a:spcAft>
              <a:buSzPts val="1400"/>
              <a:buNone/>
              <a:defRPr b="1"/>
            </a:lvl8pPr>
            <a:lvl9pPr lvl="8" rtl="0">
              <a:spcBef>
                <a:spcPts val="0"/>
              </a:spcBef>
              <a:spcAft>
                <a:spcPts val="0"/>
              </a:spcAft>
              <a:buSzPts val="1400"/>
              <a:buNone/>
              <a:defRPr b="1"/>
            </a:lvl9pPr>
          </a:lstStyle>
          <a:p>
            <a:endParaRPr/>
          </a:p>
        </p:txBody>
      </p:sp>
      <p:sp>
        <p:nvSpPr>
          <p:cNvPr id="141" name="Google Shape;141;p15"/>
          <p:cNvSpPr txBox="1">
            <a:spLocks noGrp="1"/>
          </p:cNvSpPr>
          <p:nvPr>
            <p:ph type="subTitle" idx="3"/>
          </p:nvPr>
        </p:nvSpPr>
        <p:spPr>
          <a:xfrm>
            <a:off x="3304713" y="1087375"/>
            <a:ext cx="2497200" cy="436500"/>
          </a:xfrm>
          <a:prstGeom prst="rect">
            <a:avLst/>
          </a:prstGeom>
        </p:spPr>
        <p:txBody>
          <a:bodyPr spcFirstLastPara="1" wrap="square" lIns="0" tIns="0" rIns="0" bIns="0" anchor="ctr" anchorCtr="0">
            <a:normAutofit/>
          </a:bodyPr>
          <a:lstStyle>
            <a:lvl1pPr lvl="0" algn="ctr" rtl="0">
              <a:spcBef>
                <a:spcPts val="0"/>
              </a:spcBef>
              <a:spcAft>
                <a:spcPts val="0"/>
              </a:spcAft>
              <a:buClr>
                <a:schemeClr val="lt2"/>
              </a:buClr>
              <a:buSzPts val="1400"/>
              <a:buNone/>
              <a:defRPr sz="1400" b="1">
                <a:solidFill>
                  <a:schemeClr val="lt2"/>
                </a:solidFill>
              </a:defRPr>
            </a:lvl1pPr>
            <a:lvl2pPr lvl="1" rtl="0">
              <a:spcBef>
                <a:spcPts val="0"/>
              </a:spcBef>
              <a:spcAft>
                <a:spcPts val="0"/>
              </a:spcAft>
              <a:buSzPts val="1400"/>
              <a:buNone/>
              <a:defRPr b="1"/>
            </a:lvl2pPr>
            <a:lvl3pPr lvl="2" rtl="0">
              <a:spcBef>
                <a:spcPts val="0"/>
              </a:spcBef>
              <a:spcAft>
                <a:spcPts val="0"/>
              </a:spcAft>
              <a:buSzPts val="1400"/>
              <a:buNone/>
              <a:defRPr b="1"/>
            </a:lvl3pPr>
            <a:lvl4pPr lvl="3" rtl="0">
              <a:spcBef>
                <a:spcPts val="0"/>
              </a:spcBef>
              <a:spcAft>
                <a:spcPts val="0"/>
              </a:spcAft>
              <a:buSzPts val="1400"/>
              <a:buNone/>
              <a:defRPr b="1"/>
            </a:lvl4pPr>
            <a:lvl5pPr lvl="4" rtl="0">
              <a:spcBef>
                <a:spcPts val="0"/>
              </a:spcBef>
              <a:spcAft>
                <a:spcPts val="0"/>
              </a:spcAft>
              <a:buSzPts val="1400"/>
              <a:buNone/>
              <a:defRPr b="1"/>
            </a:lvl5pPr>
            <a:lvl6pPr lvl="5" rtl="0">
              <a:spcBef>
                <a:spcPts val="0"/>
              </a:spcBef>
              <a:spcAft>
                <a:spcPts val="0"/>
              </a:spcAft>
              <a:buSzPts val="1400"/>
              <a:buNone/>
              <a:defRPr b="1"/>
            </a:lvl6pPr>
            <a:lvl7pPr lvl="6" rtl="0">
              <a:spcBef>
                <a:spcPts val="0"/>
              </a:spcBef>
              <a:spcAft>
                <a:spcPts val="0"/>
              </a:spcAft>
              <a:buSzPts val="1400"/>
              <a:buNone/>
              <a:defRPr b="1"/>
            </a:lvl7pPr>
            <a:lvl8pPr lvl="7" rtl="0">
              <a:spcBef>
                <a:spcPts val="0"/>
              </a:spcBef>
              <a:spcAft>
                <a:spcPts val="0"/>
              </a:spcAft>
              <a:buSzPts val="1400"/>
              <a:buNone/>
              <a:defRPr b="1"/>
            </a:lvl8pPr>
            <a:lvl9pPr lvl="8" rtl="0">
              <a:spcBef>
                <a:spcPts val="0"/>
              </a:spcBef>
              <a:spcAft>
                <a:spcPts val="0"/>
              </a:spcAft>
              <a:buSzPts val="1400"/>
              <a:buNone/>
              <a:defRPr b="1"/>
            </a:lvl9pPr>
          </a:lstStyle>
          <a:p>
            <a:endParaRPr/>
          </a:p>
        </p:txBody>
      </p:sp>
      <p:sp>
        <p:nvSpPr>
          <p:cNvPr id="142" name="Google Shape;142;p15"/>
          <p:cNvSpPr txBox="1">
            <a:spLocks noGrp="1"/>
          </p:cNvSpPr>
          <p:nvPr>
            <p:ph type="body" idx="4"/>
          </p:nvPr>
        </p:nvSpPr>
        <p:spPr>
          <a:xfrm>
            <a:off x="578100" y="1665475"/>
            <a:ext cx="2282700" cy="2586600"/>
          </a:xfrm>
          <a:prstGeom prst="rect">
            <a:avLst/>
          </a:prstGeom>
        </p:spPr>
        <p:txBody>
          <a:bodyPr spcFirstLastPara="1" wrap="square" lIns="0" tIns="0" rIns="0" bIns="0" anchor="t" anchorCtr="0">
            <a:normAutofit/>
          </a:bodyPr>
          <a:lstStyle>
            <a:lvl1pPr marL="457200" lvl="0" indent="-317500" rtl="0">
              <a:spcBef>
                <a:spcPts val="0"/>
              </a:spcBef>
              <a:spcAft>
                <a:spcPts val="0"/>
              </a:spcAft>
              <a:buSzPts val="1400"/>
              <a:buChar char="■"/>
              <a:defRPr sz="1400"/>
            </a:lvl1pPr>
            <a:lvl2pPr marL="914400" lvl="1" indent="-304800" rtl="0">
              <a:spcBef>
                <a:spcPts val="0"/>
              </a:spcBef>
              <a:spcAft>
                <a:spcPts val="0"/>
              </a:spcAft>
              <a:buSzPts val="1200"/>
              <a:buChar char="■"/>
              <a:defRPr sz="1200"/>
            </a:lvl2pPr>
            <a:lvl3pPr marL="1371600" lvl="2" indent="-304800" rtl="0">
              <a:spcBef>
                <a:spcPts val="0"/>
              </a:spcBef>
              <a:spcAft>
                <a:spcPts val="0"/>
              </a:spcAft>
              <a:buClr>
                <a:schemeClr val="dk1"/>
              </a:buClr>
              <a:buSzPts val="1200"/>
              <a:buChar char="■"/>
              <a:defRPr sz="1200"/>
            </a:lvl3pPr>
            <a:lvl4pPr marL="1828800" lvl="3" indent="-304800" rtl="0">
              <a:spcBef>
                <a:spcPts val="0"/>
              </a:spcBef>
              <a:spcAft>
                <a:spcPts val="0"/>
              </a:spcAft>
              <a:buClr>
                <a:schemeClr val="dk1"/>
              </a:buClr>
              <a:buSzPts val="1200"/>
              <a:buChar char="●"/>
              <a:defRPr sz="1200"/>
            </a:lvl4pPr>
            <a:lvl5pPr marL="2286000" lvl="4" indent="-304800" rtl="0">
              <a:spcBef>
                <a:spcPts val="0"/>
              </a:spcBef>
              <a:spcAft>
                <a:spcPts val="0"/>
              </a:spcAft>
              <a:buSzPts val="1200"/>
              <a:buChar char="○"/>
              <a:defRPr sz="1200"/>
            </a:lvl5pPr>
            <a:lvl6pPr marL="2743200" lvl="5" indent="-304800" rtl="0">
              <a:spcBef>
                <a:spcPts val="0"/>
              </a:spcBef>
              <a:spcAft>
                <a:spcPts val="0"/>
              </a:spcAft>
              <a:buSzPts val="1200"/>
              <a:buChar char="■"/>
              <a:defRPr sz="1200"/>
            </a:lvl6pPr>
            <a:lvl7pPr marL="3200400" lvl="6" indent="-304800" rtl="0">
              <a:spcBef>
                <a:spcPts val="0"/>
              </a:spcBef>
              <a:spcAft>
                <a:spcPts val="0"/>
              </a:spcAft>
              <a:buSzPts val="1200"/>
              <a:buChar char="●"/>
              <a:defRPr sz="1200"/>
            </a:lvl7pPr>
            <a:lvl8pPr marL="3657600" lvl="7" indent="-304800" rtl="0">
              <a:spcBef>
                <a:spcPts val="0"/>
              </a:spcBef>
              <a:spcAft>
                <a:spcPts val="0"/>
              </a:spcAft>
              <a:buSzPts val="1200"/>
              <a:buChar char="○"/>
              <a:defRPr sz="1200"/>
            </a:lvl8pPr>
            <a:lvl9pPr marL="4114800" lvl="8" indent="-304800" rtl="0">
              <a:spcBef>
                <a:spcPts val="0"/>
              </a:spcBef>
              <a:spcAft>
                <a:spcPts val="0"/>
              </a:spcAft>
              <a:buSzPts val="1200"/>
              <a:buChar char="■"/>
              <a:defRPr sz="1200"/>
            </a:lvl9pPr>
          </a:lstStyle>
          <a:p>
            <a:endParaRPr/>
          </a:p>
        </p:txBody>
      </p:sp>
      <p:sp>
        <p:nvSpPr>
          <p:cNvPr id="143" name="Google Shape;143;p15"/>
          <p:cNvSpPr txBox="1">
            <a:spLocks noGrp="1"/>
          </p:cNvSpPr>
          <p:nvPr>
            <p:ph type="body" idx="5"/>
          </p:nvPr>
        </p:nvSpPr>
        <p:spPr>
          <a:xfrm>
            <a:off x="3430600" y="1665475"/>
            <a:ext cx="2282700" cy="2586600"/>
          </a:xfrm>
          <a:prstGeom prst="rect">
            <a:avLst/>
          </a:prstGeom>
        </p:spPr>
        <p:txBody>
          <a:bodyPr spcFirstLastPara="1" wrap="square" lIns="0" tIns="0" rIns="0" bIns="0" anchor="t" anchorCtr="0">
            <a:normAutofit/>
          </a:bodyPr>
          <a:lstStyle>
            <a:lvl1pPr marL="457200" lvl="0" indent="-317500" rtl="0">
              <a:spcBef>
                <a:spcPts val="0"/>
              </a:spcBef>
              <a:spcAft>
                <a:spcPts val="0"/>
              </a:spcAft>
              <a:buSzPts val="1400"/>
              <a:buChar char="■"/>
              <a:defRPr sz="1400"/>
            </a:lvl1pPr>
            <a:lvl2pPr marL="914400" lvl="1" indent="-304800" rtl="0">
              <a:spcBef>
                <a:spcPts val="0"/>
              </a:spcBef>
              <a:spcAft>
                <a:spcPts val="0"/>
              </a:spcAft>
              <a:buSzPts val="1200"/>
              <a:buChar char="■"/>
              <a:defRPr sz="1200"/>
            </a:lvl2pPr>
            <a:lvl3pPr marL="1371600" lvl="2" indent="-304800" rtl="0">
              <a:spcBef>
                <a:spcPts val="0"/>
              </a:spcBef>
              <a:spcAft>
                <a:spcPts val="0"/>
              </a:spcAft>
              <a:buSzPts val="1200"/>
              <a:buChar char="■"/>
              <a:defRPr sz="1200"/>
            </a:lvl3pPr>
            <a:lvl4pPr marL="1828800" lvl="3" indent="-304800" rtl="0">
              <a:spcBef>
                <a:spcPts val="0"/>
              </a:spcBef>
              <a:spcAft>
                <a:spcPts val="0"/>
              </a:spcAft>
              <a:buSzPts val="1200"/>
              <a:buChar char="●"/>
              <a:defRPr sz="1200"/>
            </a:lvl4pPr>
            <a:lvl5pPr marL="2286000" lvl="4" indent="-304800" rtl="0">
              <a:spcBef>
                <a:spcPts val="0"/>
              </a:spcBef>
              <a:spcAft>
                <a:spcPts val="0"/>
              </a:spcAft>
              <a:buSzPts val="1200"/>
              <a:buChar char="○"/>
              <a:defRPr sz="1200"/>
            </a:lvl5pPr>
            <a:lvl6pPr marL="2743200" lvl="5" indent="-304800" rtl="0">
              <a:spcBef>
                <a:spcPts val="0"/>
              </a:spcBef>
              <a:spcAft>
                <a:spcPts val="0"/>
              </a:spcAft>
              <a:buSzPts val="1200"/>
              <a:buChar char="■"/>
              <a:defRPr sz="1200"/>
            </a:lvl6pPr>
            <a:lvl7pPr marL="3200400" lvl="6" indent="-304800" rtl="0">
              <a:spcBef>
                <a:spcPts val="0"/>
              </a:spcBef>
              <a:spcAft>
                <a:spcPts val="0"/>
              </a:spcAft>
              <a:buSzPts val="1200"/>
              <a:buChar char="●"/>
              <a:defRPr sz="1200"/>
            </a:lvl7pPr>
            <a:lvl8pPr marL="3657600" lvl="7" indent="-304800" rtl="0">
              <a:spcBef>
                <a:spcPts val="0"/>
              </a:spcBef>
              <a:spcAft>
                <a:spcPts val="0"/>
              </a:spcAft>
              <a:buSzPts val="1200"/>
              <a:buChar char="○"/>
              <a:defRPr sz="1200"/>
            </a:lvl8pPr>
            <a:lvl9pPr marL="4114800" lvl="8" indent="-304800" rtl="0">
              <a:spcBef>
                <a:spcPts val="0"/>
              </a:spcBef>
              <a:spcAft>
                <a:spcPts val="0"/>
              </a:spcAft>
              <a:buSzPts val="1200"/>
              <a:buChar char="■"/>
              <a:defRPr sz="1200"/>
            </a:lvl9pPr>
          </a:lstStyle>
          <a:p>
            <a:endParaRPr/>
          </a:p>
        </p:txBody>
      </p:sp>
      <p:sp>
        <p:nvSpPr>
          <p:cNvPr id="144" name="Google Shape;144;p15"/>
          <p:cNvSpPr txBox="1">
            <a:spLocks noGrp="1"/>
          </p:cNvSpPr>
          <p:nvPr>
            <p:ph type="body" idx="6"/>
          </p:nvPr>
        </p:nvSpPr>
        <p:spPr>
          <a:xfrm>
            <a:off x="6296850" y="1665475"/>
            <a:ext cx="2282700" cy="2586600"/>
          </a:xfrm>
          <a:prstGeom prst="rect">
            <a:avLst/>
          </a:prstGeom>
        </p:spPr>
        <p:txBody>
          <a:bodyPr spcFirstLastPara="1" wrap="square" lIns="0" tIns="0" rIns="0" bIns="0" anchor="t" anchorCtr="0">
            <a:normAutofit/>
          </a:bodyPr>
          <a:lstStyle>
            <a:lvl1pPr marL="457200" lvl="0" indent="-317500" rtl="0">
              <a:spcBef>
                <a:spcPts val="0"/>
              </a:spcBef>
              <a:spcAft>
                <a:spcPts val="0"/>
              </a:spcAft>
              <a:buSzPts val="1400"/>
              <a:buChar char="■"/>
              <a:defRPr sz="1400"/>
            </a:lvl1pPr>
            <a:lvl2pPr marL="914400" lvl="1" indent="-304800" rtl="0">
              <a:spcBef>
                <a:spcPts val="0"/>
              </a:spcBef>
              <a:spcAft>
                <a:spcPts val="0"/>
              </a:spcAft>
              <a:buSzPts val="1200"/>
              <a:buChar char="■"/>
              <a:defRPr sz="1200"/>
            </a:lvl2pPr>
            <a:lvl3pPr marL="1371600" lvl="2" indent="-304800" rtl="0">
              <a:spcBef>
                <a:spcPts val="0"/>
              </a:spcBef>
              <a:spcAft>
                <a:spcPts val="0"/>
              </a:spcAft>
              <a:buClr>
                <a:schemeClr val="dk2"/>
              </a:buClr>
              <a:buSzPts val="1200"/>
              <a:buChar char="■"/>
              <a:defRPr sz="1200"/>
            </a:lvl3pPr>
            <a:lvl4pPr marL="1828800" lvl="3" indent="-304800" rtl="0">
              <a:spcBef>
                <a:spcPts val="0"/>
              </a:spcBef>
              <a:spcAft>
                <a:spcPts val="0"/>
              </a:spcAft>
              <a:buClr>
                <a:schemeClr val="dk1"/>
              </a:buClr>
              <a:buSzPts val="1200"/>
              <a:buChar char="●"/>
              <a:defRPr sz="1200"/>
            </a:lvl4pPr>
            <a:lvl5pPr marL="2286000" lvl="4" indent="-304800" rtl="0">
              <a:spcBef>
                <a:spcPts val="0"/>
              </a:spcBef>
              <a:spcAft>
                <a:spcPts val="0"/>
              </a:spcAft>
              <a:buSzPts val="1200"/>
              <a:buChar char="○"/>
              <a:defRPr sz="1200"/>
            </a:lvl5pPr>
            <a:lvl6pPr marL="2743200" lvl="5" indent="-304800" rtl="0">
              <a:spcBef>
                <a:spcPts val="0"/>
              </a:spcBef>
              <a:spcAft>
                <a:spcPts val="0"/>
              </a:spcAft>
              <a:buSzPts val="1200"/>
              <a:buChar char="■"/>
              <a:defRPr sz="1200"/>
            </a:lvl6pPr>
            <a:lvl7pPr marL="3200400" lvl="6" indent="-304800" rtl="0">
              <a:spcBef>
                <a:spcPts val="0"/>
              </a:spcBef>
              <a:spcAft>
                <a:spcPts val="0"/>
              </a:spcAft>
              <a:buSzPts val="1200"/>
              <a:buChar char="●"/>
              <a:defRPr sz="1200"/>
            </a:lvl7pPr>
            <a:lvl8pPr marL="3657600" lvl="7" indent="-304800" rtl="0">
              <a:spcBef>
                <a:spcPts val="0"/>
              </a:spcBef>
              <a:spcAft>
                <a:spcPts val="0"/>
              </a:spcAft>
              <a:buSzPts val="1200"/>
              <a:buChar char="○"/>
              <a:defRPr sz="1200"/>
            </a:lvl8pPr>
            <a:lvl9pPr marL="4114800" lvl="8" indent="-304800" rtl="0">
              <a:spcBef>
                <a:spcPts val="0"/>
              </a:spcBef>
              <a:spcAft>
                <a:spcPts val="0"/>
              </a:spcAft>
              <a:buSzPts val="1200"/>
              <a:buChar char="■"/>
              <a:defRPr sz="1200"/>
            </a:lvl9pPr>
          </a:lstStyle>
          <a:p>
            <a:endParaRPr/>
          </a:p>
        </p:txBody>
      </p:sp>
      <p:pic>
        <p:nvPicPr>
          <p:cNvPr id="145" name="Google Shape;145;p15"/>
          <p:cNvPicPr preferRelativeResize="0"/>
          <p:nvPr/>
        </p:nvPicPr>
        <p:blipFill>
          <a:blip r:embed="rId2">
            <a:alphaModFix/>
          </a:blip>
          <a:stretch>
            <a:fillRect/>
          </a:stretch>
        </p:blipFill>
        <p:spPr>
          <a:xfrm>
            <a:off x="8565901" y="154375"/>
            <a:ext cx="424850" cy="428248"/>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only - Spacecraft" type="titleOnly">
  <p:cSld name="TITLE_ONLY">
    <p:spTree>
      <p:nvGrpSpPr>
        <p:cNvPr id="1" name="Shape 146"/>
        <p:cNvGrpSpPr/>
        <p:nvPr/>
      </p:nvGrpSpPr>
      <p:grpSpPr>
        <a:xfrm>
          <a:off x="0" y="0"/>
          <a:ext cx="0" cy="0"/>
          <a:chOff x="0" y="0"/>
          <a:chExt cx="0" cy="0"/>
        </a:xfrm>
      </p:grpSpPr>
      <p:sp>
        <p:nvSpPr>
          <p:cNvPr id="147" name="Google Shape;147;p16"/>
          <p:cNvSpPr txBox="1">
            <a:spLocks noGrp="1"/>
          </p:cNvSpPr>
          <p:nvPr>
            <p:ph type="title"/>
          </p:nvPr>
        </p:nvSpPr>
        <p:spPr>
          <a:xfrm>
            <a:off x="457200" y="114300"/>
            <a:ext cx="8229600" cy="903300"/>
          </a:xfrm>
          <a:prstGeom prst="rect">
            <a:avLst/>
          </a:prstGeom>
        </p:spPr>
        <p:txBody>
          <a:bodyPr spcFirstLastPara="1" wrap="square" lIns="0" tIns="0" rIns="0" bIns="0" anchor="t" anchorCtr="0">
            <a:normAutofit/>
          </a:bodyPr>
          <a:lstStyle>
            <a:lvl1pPr lvl="0">
              <a:spcBef>
                <a:spcPts val="0"/>
              </a:spcBef>
              <a:spcAft>
                <a:spcPts val="0"/>
              </a:spcAft>
              <a:buSzPts val="34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pic>
        <p:nvPicPr>
          <p:cNvPr id="148" name="Google Shape;148;p16"/>
          <p:cNvPicPr preferRelativeResize="0"/>
          <p:nvPr/>
        </p:nvPicPr>
        <p:blipFill>
          <a:blip r:embed="rId2">
            <a:alphaModFix/>
          </a:blip>
          <a:stretch>
            <a:fillRect/>
          </a:stretch>
        </p:blipFill>
        <p:spPr>
          <a:xfrm>
            <a:off x="8544852" y="62010"/>
            <a:ext cx="599140" cy="599141"/>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only - Black">
  <p:cSld name="TITLE_ONLY_1">
    <p:bg>
      <p:bgPr>
        <a:solidFill>
          <a:schemeClr val="dk1"/>
        </a:solidFill>
        <a:effectLst/>
      </p:bgPr>
    </p:bg>
    <p:spTree>
      <p:nvGrpSpPr>
        <p:cNvPr id="1" name="Shape 149"/>
        <p:cNvGrpSpPr/>
        <p:nvPr/>
      </p:nvGrpSpPr>
      <p:grpSpPr>
        <a:xfrm>
          <a:off x="0" y="0"/>
          <a:ext cx="0" cy="0"/>
          <a:chOff x="0" y="0"/>
          <a:chExt cx="0" cy="0"/>
        </a:xfrm>
      </p:grpSpPr>
      <p:sp>
        <p:nvSpPr>
          <p:cNvPr id="150" name="Google Shape;150;p17"/>
          <p:cNvSpPr txBox="1">
            <a:spLocks noGrp="1"/>
          </p:cNvSpPr>
          <p:nvPr>
            <p:ph type="title"/>
          </p:nvPr>
        </p:nvSpPr>
        <p:spPr>
          <a:xfrm>
            <a:off x="457200" y="114300"/>
            <a:ext cx="8229600" cy="903300"/>
          </a:xfrm>
          <a:prstGeom prst="rect">
            <a:avLst/>
          </a:prstGeom>
        </p:spPr>
        <p:txBody>
          <a:bodyPr spcFirstLastPara="1" wrap="square" lIns="0" tIns="0" rIns="0" bIns="0" anchor="t" anchorCtr="0">
            <a:normAutofit/>
          </a:bodyPr>
          <a:lstStyle>
            <a:lvl1pPr lvl="0" rtl="0">
              <a:spcBef>
                <a:spcPts val="0"/>
              </a:spcBef>
              <a:spcAft>
                <a:spcPts val="0"/>
              </a:spcAft>
              <a:buClr>
                <a:schemeClr val="lt2"/>
              </a:buClr>
              <a:buSzPts val="3400"/>
              <a:buNone/>
              <a:defRPr>
                <a:solidFill>
                  <a:schemeClr val="lt2"/>
                </a:solidFill>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pic>
        <p:nvPicPr>
          <p:cNvPr id="151" name="Google Shape;151;p17"/>
          <p:cNvPicPr preferRelativeResize="0"/>
          <p:nvPr/>
        </p:nvPicPr>
        <p:blipFill>
          <a:blip r:embed="rId2">
            <a:alphaModFix/>
          </a:blip>
          <a:stretch>
            <a:fillRect/>
          </a:stretch>
        </p:blipFill>
        <p:spPr>
          <a:xfrm>
            <a:off x="8544859" y="62003"/>
            <a:ext cx="599140" cy="599141"/>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4 Topics - 3">
  <p:cSld name="TITLE_ONLY_1_7_2">
    <p:bg>
      <p:bgPr>
        <a:solidFill>
          <a:schemeClr val="accent6"/>
        </a:solidFill>
        <a:effectLst/>
      </p:bgPr>
    </p:bg>
    <p:spTree>
      <p:nvGrpSpPr>
        <p:cNvPr id="1" name="Shape 152"/>
        <p:cNvGrpSpPr/>
        <p:nvPr/>
      </p:nvGrpSpPr>
      <p:grpSpPr>
        <a:xfrm>
          <a:off x="0" y="0"/>
          <a:ext cx="0" cy="0"/>
          <a:chOff x="0" y="0"/>
          <a:chExt cx="0" cy="0"/>
        </a:xfrm>
      </p:grpSpPr>
      <p:sp>
        <p:nvSpPr>
          <p:cNvPr id="153" name="Google Shape;153;p18"/>
          <p:cNvSpPr/>
          <p:nvPr/>
        </p:nvSpPr>
        <p:spPr>
          <a:xfrm>
            <a:off x="-21000" y="-14000"/>
            <a:ext cx="9165000" cy="7983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 name="Google Shape;154;p18"/>
          <p:cNvSpPr txBox="1">
            <a:spLocks noGrp="1"/>
          </p:cNvSpPr>
          <p:nvPr>
            <p:ph type="title"/>
          </p:nvPr>
        </p:nvSpPr>
        <p:spPr>
          <a:xfrm>
            <a:off x="457200" y="114300"/>
            <a:ext cx="8229600" cy="903300"/>
          </a:xfrm>
          <a:prstGeom prst="rect">
            <a:avLst/>
          </a:prstGeom>
        </p:spPr>
        <p:txBody>
          <a:bodyPr spcFirstLastPara="1" wrap="square" lIns="0" tIns="0" rIns="0" bIns="0" anchor="t" anchorCtr="0">
            <a:normAutofit/>
          </a:bodyPr>
          <a:lstStyle>
            <a:lvl1pPr lvl="0" rtl="0">
              <a:spcBef>
                <a:spcPts val="0"/>
              </a:spcBef>
              <a:spcAft>
                <a:spcPts val="0"/>
              </a:spcAft>
              <a:buClr>
                <a:schemeClr val="lt2"/>
              </a:buClr>
              <a:buSzPts val="3400"/>
              <a:buNone/>
              <a:defRPr>
                <a:solidFill>
                  <a:schemeClr val="lt2"/>
                </a:solidFill>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155" name="Google Shape;155;p18"/>
          <p:cNvSpPr txBox="1">
            <a:spLocks noGrp="1"/>
          </p:cNvSpPr>
          <p:nvPr>
            <p:ph type="subTitle" idx="1"/>
          </p:nvPr>
        </p:nvSpPr>
        <p:spPr>
          <a:xfrm>
            <a:off x="1075850" y="1028700"/>
            <a:ext cx="7596900" cy="260400"/>
          </a:xfrm>
          <a:prstGeom prst="rect">
            <a:avLst/>
          </a:prstGeom>
        </p:spPr>
        <p:txBody>
          <a:bodyPr spcFirstLastPara="1" wrap="square" lIns="0" tIns="0" rIns="0" bIns="0" anchor="t" anchorCtr="0">
            <a:normAutofit/>
          </a:bodyPr>
          <a:lstStyle>
            <a:lvl1pPr lvl="0" rtl="0">
              <a:lnSpc>
                <a:spcPct val="100000"/>
              </a:lnSpc>
              <a:spcBef>
                <a:spcPts val="0"/>
              </a:spcBef>
              <a:spcAft>
                <a:spcPts val="0"/>
              </a:spcAft>
              <a:buClr>
                <a:schemeClr val="lt1"/>
              </a:buClr>
              <a:buSzPts val="1600"/>
              <a:buFont typeface="IBM Plex Sans Medium"/>
              <a:buNone/>
              <a:defRPr>
                <a:solidFill>
                  <a:schemeClr val="lt1"/>
                </a:solidFill>
                <a:latin typeface="IBM Plex Sans Medium"/>
                <a:ea typeface="IBM Plex Sans Medium"/>
                <a:cs typeface="IBM Plex Sans Medium"/>
                <a:sym typeface="IBM Plex Sans Medium"/>
              </a:defRPr>
            </a:lvl1pPr>
            <a:lvl2pPr lvl="1" rtl="0">
              <a:lnSpc>
                <a:spcPct val="100000"/>
              </a:lnSpc>
              <a:spcBef>
                <a:spcPts val="0"/>
              </a:spcBef>
              <a:spcAft>
                <a:spcPts val="0"/>
              </a:spcAft>
              <a:buClr>
                <a:schemeClr val="lt1"/>
              </a:buClr>
              <a:buSzPts val="1800"/>
              <a:buFont typeface="IBM Plex Sans Medium"/>
              <a:buNone/>
              <a:defRPr sz="1800">
                <a:solidFill>
                  <a:schemeClr val="lt1"/>
                </a:solidFill>
                <a:latin typeface="IBM Plex Sans Medium"/>
                <a:ea typeface="IBM Plex Sans Medium"/>
                <a:cs typeface="IBM Plex Sans Medium"/>
                <a:sym typeface="IBM Plex Sans Medium"/>
              </a:defRPr>
            </a:lvl2pPr>
            <a:lvl3pPr lvl="2" rtl="0">
              <a:lnSpc>
                <a:spcPct val="100000"/>
              </a:lnSpc>
              <a:spcBef>
                <a:spcPts val="0"/>
              </a:spcBef>
              <a:spcAft>
                <a:spcPts val="0"/>
              </a:spcAft>
              <a:buClr>
                <a:schemeClr val="lt1"/>
              </a:buClr>
              <a:buSzPts val="1800"/>
              <a:buFont typeface="IBM Plex Sans Medium"/>
              <a:buNone/>
              <a:defRPr sz="1800">
                <a:solidFill>
                  <a:schemeClr val="lt1"/>
                </a:solidFill>
                <a:latin typeface="IBM Plex Sans Medium"/>
                <a:ea typeface="IBM Plex Sans Medium"/>
                <a:cs typeface="IBM Plex Sans Medium"/>
                <a:sym typeface="IBM Plex Sans Medium"/>
              </a:defRPr>
            </a:lvl3pPr>
            <a:lvl4pPr lvl="3" rtl="0">
              <a:lnSpc>
                <a:spcPct val="100000"/>
              </a:lnSpc>
              <a:spcBef>
                <a:spcPts val="0"/>
              </a:spcBef>
              <a:spcAft>
                <a:spcPts val="0"/>
              </a:spcAft>
              <a:buClr>
                <a:schemeClr val="lt1"/>
              </a:buClr>
              <a:buSzPts val="1800"/>
              <a:buFont typeface="IBM Plex Sans Medium"/>
              <a:buNone/>
              <a:defRPr sz="1800">
                <a:solidFill>
                  <a:schemeClr val="lt1"/>
                </a:solidFill>
                <a:latin typeface="IBM Plex Sans Medium"/>
                <a:ea typeface="IBM Plex Sans Medium"/>
                <a:cs typeface="IBM Plex Sans Medium"/>
                <a:sym typeface="IBM Plex Sans Medium"/>
              </a:defRPr>
            </a:lvl4pPr>
            <a:lvl5pPr lvl="4" rtl="0">
              <a:lnSpc>
                <a:spcPct val="100000"/>
              </a:lnSpc>
              <a:spcBef>
                <a:spcPts val="0"/>
              </a:spcBef>
              <a:spcAft>
                <a:spcPts val="0"/>
              </a:spcAft>
              <a:buClr>
                <a:schemeClr val="lt1"/>
              </a:buClr>
              <a:buSzPts val="1800"/>
              <a:buFont typeface="IBM Plex Sans Medium"/>
              <a:buNone/>
              <a:defRPr sz="1800">
                <a:solidFill>
                  <a:schemeClr val="lt1"/>
                </a:solidFill>
                <a:latin typeface="IBM Plex Sans Medium"/>
                <a:ea typeface="IBM Plex Sans Medium"/>
                <a:cs typeface="IBM Plex Sans Medium"/>
                <a:sym typeface="IBM Plex Sans Medium"/>
              </a:defRPr>
            </a:lvl5pPr>
            <a:lvl6pPr lvl="5" rtl="0">
              <a:lnSpc>
                <a:spcPct val="100000"/>
              </a:lnSpc>
              <a:spcBef>
                <a:spcPts val="0"/>
              </a:spcBef>
              <a:spcAft>
                <a:spcPts val="0"/>
              </a:spcAft>
              <a:buClr>
                <a:schemeClr val="lt1"/>
              </a:buClr>
              <a:buSzPts val="1800"/>
              <a:buFont typeface="IBM Plex Sans Medium"/>
              <a:buNone/>
              <a:defRPr sz="1800">
                <a:solidFill>
                  <a:schemeClr val="lt1"/>
                </a:solidFill>
                <a:latin typeface="IBM Plex Sans Medium"/>
                <a:ea typeface="IBM Plex Sans Medium"/>
                <a:cs typeface="IBM Plex Sans Medium"/>
                <a:sym typeface="IBM Plex Sans Medium"/>
              </a:defRPr>
            </a:lvl6pPr>
            <a:lvl7pPr lvl="6" rtl="0">
              <a:lnSpc>
                <a:spcPct val="100000"/>
              </a:lnSpc>
              <a:spcBef>
                <a:spcPts val="0"/>
              </a:spcBef>
              <a:spcAft>
                <a:spcPts val="0"/>
              </a:spcAft>
              <a:buClr>
                <a:schemeClr val="lt1"/>
              </a:buClr>
              <a:buSzPts val="1800"/>
              <a:buFont typeface="IBM Plex Sans Medium"/>
              <a:buNone/>
              <a:defRPr sz="1800">
                <a:solidFill>
                  <a:schemeClr val="lt1"/>
                </a:solidFill>
                <a:latin typeface="IBM Plex Sans Medium"/>
                <a:ea typeface="IBM Plex Sans Medium"/>
                <a:cs typeface="IBM Plex Sans Medium"/>
                <a:sym typeface="IBM Plex Sans Medium"/>
              </a:defRPr>
            </a:lvl7pPr>
            <a:lvl8pPr lvl="7" rtl="0">
              <a:lnSpc>
                <a:spcPct val="100000"/>
              </a:lnSpc>
              <a:spcBef>
                <a:spcPts val="0"/>
              </a:spcBef>
              <a:spcAft>
                <a:spcPts val="0"/>
              </a:spcAft>
              <a:buClr>
                <a:schemeClr val="lt1"/>
              </a:buClr>
              <a:buSzPts val="1800"/>
              <a:buFont typeface="IBM Plex Sans Medium"/>
              <a:buNone/>
              <a:defRPr sz="1800">
                <a:solidFill>
                  <a:schemeClr val="lt1"/>
                </a:solidFill>
                <a:latin typeface="IBM Plex Sans Medium"/>
                <a:ea typeface="IBM Plex Sans Medium"/>
                <a:cs typeface="IBM Plex Sans Medium"/>
                <a:sym typeface="IBM Plex Sans Medium"/>
              </a:defRPr>
            </a:lvl8pPr>
            <a:lvl9pPr lvl="8" rtl="0">
              <a:lnSpc>
                <a:spcPct val="100000"/>
              </a:lnSpc>
              <a:spcBef>
                <a:spcPts val="0"/>
              </a:spcBef>
              <a:spcAft>
                <a:spcPts val="0"/>
              </a:spcAft>
              <a:buClr>
                <a:schemeClr val="lt1"/>
              </a:buClr>
              <a:buSzPts val="1800"/>
              <a:buFont typeface="IBM Plex Sans Medium"/>
              <a:buNone/>
              <a:defRPr sz="1800">
                <a:solidFill>
                  <a:schemeClr val="lt1"/>
                </a:solidFill>
                <a:latin typeface="IBM Plex Sans Medium"/>
                <a:ea typeface="IBM Plex Sans Medium"/>
                <a:cs typeface="IBM Plex Sans Medium"/>
                <a:sym typeface="IBM Plex Sans Medium"/>
              </a:defRPr>
            </a:lvl9pPr>
          </a:lstStyle>
          <a:p>
            <a:endParaRPr/>
          </a:p>
        </p:txBody>
      </p:sp>
      <p:sp>
        <p:nvSpPr>
          <p:cNvPr id="156" name="Google Shape;156;p18"/>
          <p:cNvSpPr txBox="1">
            <a:spLocks noGrp="1"/>
          </p:cNvSpPr>
          <p:nvPr>
            <p:ph type="body" idx="2"/>
          </p:nvPr>
        </p:nvSpPr>
        <p:spPr>
          <a:xfrm>
            <a:off x="1090825" y="1354425"/>
            <a:ext cx="7596900" cy="504300"/>
          </a:xfrm>
          <a:prstGeom prst="rect">
            <a:avLst/>
          </a:prstGeom>
        </p:spPr>
        <p:txBody>
          <a:bodyPr spcFirstLastPara="1" wrap="square" lIns="0" tIns="0" rIns="0" bIns="0" anchor="t" anchorCtr="0">
            <a:normAutofit/>
          </a:bodyPr>
          <a:lstStyle>
            <a:lvl1pPr marL="457200" lvl="0" indent="-304800" rtl="0">
              <a:lnSpc>
                <a:spcPct val="100000"/>
              </a:lnSpc>
              <a:spcBef>
                <a:spcPts val="0"/>
              </a:spcBef>
              <a:spcAft>
                <a:spcPts val="0"/>
              </a:spcAft>
              <a:buClr>
                <a:srgbClr val="D2FF1D"/>
              </a:buClr>
              <a:buSzPts val="1200"/>
              <a:buChar char="■"/>
              <a:defRPr sz="1200">
                <a:solidFill>
                  <a:schemeClr val="lt2"/>
                </a:solidFill>
              </a:defRPr>
            </a:lvl1pPr>
            <a:lvl2pPr marL="914400" lvl="1" indent="-304800" rtl="0">
              <a:lnSpc>
                <a:spcPct val="100000"/>
              </a:lnSpc>
              <a:spcBef>
                <a:spcPts val="0"/>
              </a:spcBef>
              <a:spcAft>
                <a:spcPts val="0"/>
              </a:spcAft>
              <a:buClr>
                <a:schemeClr val="lt2"/>
              </a:buClr>
              <a:buSzPts val="1200"/>
              <a:buChar char="■"/>
              <a:defRPr sz="1200">
                <a:solidFill>
                  <a:schemeClr val="lt2"/>
                </a:solidFill>
              </a:defRPr>
            </a:lvl2pPr>
            <a:lvl3pPr marL="1371600" lvl="2" indent="-304800" rtl="0">
              <a:lnSpc>
                <a:spcPct val="100000"/>
              </a:lnSpc>
              <a:spcBef>
                <a:spcPts val="0"/>
              </a:spcBef>
              <a:spcAft>
                <a:spcPts val="0"/>
              </a:spcAft>
              <a:buClr>
                <a:schemeClr val="lt2"/>
              </a:buClr>
              <a:buSzPts val="1200"/>
              <a:buChar char="■"/>
              <a:defRPr sz="1200">
                <a:solidFill>
                  <a:schemeClr val="lt2"/>
                </a:solidFill>
              </a:defRPr>
            </a:lvl3pPr>
            <a:lvl4pPr marL="1828800" lvl="3" indent="-304800" rtl="0">
              <a:lnSpc>
                <a:spcPct val="100000"/>
              </a:lnSpc>
              <a:spcBef>
                <a:spcPts val="0"/>
              </a:spcBef>
              <a:spcAft>
                <a:spcPts val="0"/>
              </a:spcAft>
              <a:buClr>
                <a:schemeClr val="lt2"/>
              </a:buClr>
              <a:buSzPts val="1200"/>
              <a:buChar char="●"/>
              <a:defRPr sz="1200">
                <a:solidFill>
                  <a:schemeClr val="lt2"/>
                </a:solidFill>
              </a:defRPr>
            </a:lvl4pPr>
            <a:lvl5pPr marL="2286000" lvl="4" indent="-304800" rtl="0">
              <a:lnSpc>
                <a:spcPct val="100000"/>
              </a:lnSpc>
              <a:spcBef>
                <a:spcPts val="0"/>
              </a:spcBef>
              <a:spcAft>
                <a:spcPts val="0"/>
              </a:spcAft>
              <a:buClr>
                <a:schemeClr val="lt2"/>
              </a:buClr>
              <a:buSzPts val="1200"/>
              <a:buChar char="○"/>
              <a:defRPr sz="1200">
                <a:solidFill>
                  <a:schemeClr val="lt2"/>
                </a:solidFill>
              </a:defRPr>
            </a:lvl5pPr>
            <a:lvl6pPr marL="2743200" lvl="5" indent="-304800" rtl="0">
              <a:lnSpc>
                <a:spcPct val="100000"/>
              </a:lnSpc>
              <a:spcBef>
                <a:spcPts val="0"/>
              </a:spcBef>
              <a:spcAft>
                <a:spcPts val="0"/>
              </a:spcAft>
              <a:buClr>
                <a:schemeClr val="lt2"/>
              </a:buClr>
              <a:buSzPts val="1200"/>
              <a:buChar char="■"/>
              <a:defRPr sz="1200">
                <a:solidFill>
                  <a:schemeClr val="lt2"/>
                </a:solidFill>
              </a:defRPr>
            </a:lvl6pPr>
            <a:lvl7pPr marL="3200400" lvl="6" indent="-304800" rtl="0">
              <a:lnSpc>
                <a:spcPct val="100000"/>
              </a:lnSpc>
              <a:spcBef>
                <a:spcPts val="0"/>
              </a:spcBef>
              <a:spcAft>
                <a:spcPts val="0"/>
              </a:spcAft>
              <a:buClr>
                <a:schemeClr val="lt2"/>
              </a:buClr>
              <a:buSzPts val="1200"/>
              <a:buChar char="●"/>
              <a:defRPr sz="1200">
                <a:solidFill>
                  <a:schemeClr val="lt2"/>
                </a:solidFill>
              </a:defRPr>
            </a:lvl7pPr>
            <a:lvl8pPr marL="3657600" lvl="7" indent="-304800" rtl="0">
              <a:lnSpc>
                <a:spcPct val="100000"/>
              </a:lnSpc>
              <a:spcBef>
                <a:spcPts val="0"/>
              </a:spcBef>
              <a:spcAft>
                <a:spcPts val="0"/>
              </a:spcAft>
              <a:buClr>
                <a:schemeClr val="lt2"/>
              </a:buClr>
              <a:buSzPts val="1200"/>
              <a:buChar char="○"/>
              <a:defRPr sz="1200">
                <a:solidFill>
                  <a:schemeClr val="lt2"/>
                </a:solidFill>
              </a:defRPr>
            </a:lvl8pPr>
            <a:lvl9pPr marL="4114800" lvl="8" indent="-304800" rtl="0">
              <a:lnSpc>
                <a:spcPct val="100000"/>
              </a:lnSpc>
              <a:spcBef>
                <a:spcPts val="0"/>
              </a:spcBef>
              <a:spcAft>
                <a:spcPts val="0"/>
              </a:spcAft>
              <a:buClr>
                <a:schemeClr val="lt2"/>
              </a:buClr>
              <a:buSzPts val="1200"/>
              <a:buChar char="■"/>
              <a:defRPr sz="1200">
                <a:solidFill>
                  <a:schemeClr val="lt2"/>
                </a:solidFill>
              </a:defRPr>
            </a:lvl9pPr>
          </a:lstStyle>
          <a:p>
            <a:endParaRPr/>
          </a:p>
        </p:txBody>
      </p:sp>
      <p:sp>
        <p:nvSpPr>
          <p:cNvPr id="157" name="Google Shape;157;p18"/>
          <p:cNvSpPr txBox="1">
            <a:spLocks noGrp="1"/>
          </p:cNvSpPr>
          <p:nvPr>
            <p:ph type="subTitle" idx="3"/>
          </p:nvPr>
        </p:nvSpPr>
        <p:spPr>
          <a:xfrm>
            <a:off x="1075850" y="2060371"/>
            <a:ext cx="7596900" cy="260400"/>
          </a:xfrm>
          <a:prstGeom prst="rect">
            <a:avLst/>
          </a:prstGeom>
        </p:spPr>
        <p:txBody>
          <a:bodyPr spcFirstLastPara="1" wrap="square" lIns="0" tIns="0" rIns="0" bIns="0" anchor="t" anchorCtr="0">
            <a:normAutofit/>
          </a:bodyPr>
          <a:lstStyle>
            <a:lvl1pPr lvl="0" rtl="0">
              <a:lnSpc>
                <a:spcPct val="100000"/>
              </a:lnSpc>
              <a:spcBef>
                <a:spcPts val="0"/>
              </a:spcBef>
              <a:spcAft>
                <a:spcPts val="0"/>
              </a:spcAft>
              <a:buClr>
                <a:schemeClr val="lt1"/>
              </a:buClr>
              <a:buSzPts val="1600"/>
              <a:buFont typeface="IBM Plex Sans Medium"/>
              <a:buNone/>
              <a:defRPr>
                <a:solidFill>
                  <a:schemeClr val="lt1"/>
                </a:solidFill>
                <a:latin typeface="IBM Plex Sans Medium"/>
                <a:ea typeface="IBM Plex Sans Medium"/>
                <a:cs typeface="IBM Plex Sans Medium"/>
                <a:sym typeface="IBM Plex Sans Medium"/>
              </a:defRPr>
            </a:lvl1pPr>
            <a:lvl2pPr lvl="1" rtl="0">
              <a:lnSpc>
                <a:spcPct val="100000"/>
              </a:lnSpc>
              <a:spcBef>
                <a:spcPts val="0"/>
              </a:spcBef>
              <a:spcAft>
                <a:spcPts val="0"/>
              </a:spcAft>
              <a:buClr>
                <a:schemeClr val="lt1"/>
              </a:buClr>
              <a:buSzPts val="1800"/>
              <a:buFont typeface="IBM Plex Sans Medium"/>
              <a:buNone/>
              <a:defRPr sz="1800">
                <a:solidFill>
                  <a:schemeClr val="lt1"/>
                </a:solidFill>
                <a:latin typeface="IBM Plex Sans Medium"/>
                <a:ea typeface="IBM Plex Sans Medium"/>
                <a:cs typeface="IBM Plex Sans Medium"/>
                <a:sym typeface="IBM Plex Sans Medium"/>
              </a:defRPr>
            </a:lvl2pPr>
            <a:lvl3pPr lvl="2" rtl="0">
              <a:lnSpc>
                <a:spcPct val="100000"/>
              </a:lnSpc>
              <a:spcBef>
                <a:spcPts val="0"/>
              </a:spcBef>
              <a:spcAft>
                <a:spcPts val="0"/>
              </a:spcAft>
              <a:buClr>
                <a:schemeClr val="lt1"/>
              </a:buClr>
              <a:buSzPts val="1800"/>
              <a:buFont typeface="IBM Plex Sans Medium"/>
              <a:buNone/>
              <a:defRPr sz="1800">
                <a:solidFill>
                  <a:schemeClr val="lt1"/>
                </a:solidFill>
                <a:latin typeface="IBM Plex Sans Medium"/>
                <a:ea typeface="IBM Plex Sans Medium"/>
                <a:cs typeface="IBM Plex Sans Medium"/>
                <a:sym typeface="IBM Plex Sans Medium"/>
              </a:defRPr>
            </a:lvl3pPr>
            <a:lvl4pPr lvl="3" rtl="0">
              <a:lnSpc>
                <a:spcPct val="100000"/>
              </a:lnSpc>
              <a:spcBef>
                <a:spcPts val="0"/>
              </a:spcBef>
              <a:spcAft>
                <a:spcPts val="0"/>
              </a:spcAft>
              <a:buClr>
                <a:schemeClr val="lt1"/>
              </a:buClr>
              <a:buSzPts val="1800"/>
              <a:buFont typeface="IBM Plex Sans Medium"/>
              <a:buNone/>
              <a:defRPr sz="1800">
                <a:solidFill>
                  <a:schemeClr val="lt1"/>
                </a:solidFill>
                <a:latin typeface="IBM Plex Sans Medium"/>
                <a:ea typeface="IBM Plex Sans Medium"/>
                <a:cs typeface="IBM Plex Sans Medium"/>
                <a:sym typeface="IBM Plex Sans Medium"/>
              </a:defRPr>
            </a:lvl4pPr>
            <a:lvl5pPr lvl="4" rtl="0">
              <a:lnSpc>
                <a:spcPct val="100000"/>
              </a:lnSpc>
              <a:spcBef>
                <a:spcPts val="0"/>
              </a:spcBef>
              <a:spcAft>
                <a:spcPts val="0"/>
              </a:spcAft>
              <a:buClr>
                <a:schemeClr val="lt1"/>
              </a:buClr>
              <a:buSzPts val="1800"/>
              <a:buFont typeface="IBM Plex Sans Medium"/>
              <a:buNone/>
              <a:defRPr sz="1800">
                <a:solidFill>
                  <a:schemeClr val="lt1"/>
                </a:solidFill>
                <a:latin typeface="IBM Plex Sans Medium"/>
                <a:ea typeface="IBM Plex Sans Medium"/>
                <a:cs typeface="IBM Plex Sans Medium"/>
                <a:sym typeface="IBM Plex Sans Medium"/>
              </a:defRPr>
            </a:lvl5pPr>
            <a:lvl6pPr lvl="5" rtl="0">
              <a:lnSpc>
                <a:spcPct val="100000"/>
              </a:lnSpc>
              <a:spcBef>
                <a:spcPts val="0"/>
              </a:spcBef>
              <a:spcAft>
                <a:spcPts val="0"/>
              </a:spcAft>
              <a:buClr>
                <a:schemeClr val="lt1"/>
              </a:buClr>
              <a:buSzPts val="1800"/>
              <a:buFont typeface="IBM Plex Sans Medium"/>
              <a:buNone/>
              <a:defRPr sz="1800">
                <a:solidFill>
                  <a:schemeClr val="lt1"/>
                </a:solidFill>
                <a:latin typeface="IBM Plex Sans Medium"/>
                <a:ea typeface="IBM Plex Sans Medium"/>
                <a:cs typeface="IBM Plex Sans Medium"/>
                <a:sym typeface="IBM Plex Sans Medium"/>
              </a:defRPr>
            </a:lvl6pPr>
            <a:lvl7pPr lvl="6" rtl="0">
              <a:lnSpc>
                <a:spcPct val="100000"/>
              </a:lnSpc>
              <a:spcBef>
                <a:spcPts val="0"/>
              </a:spcBef>
              <a:spcAft>
                <a:spcPts val="0"/>
              </a:spcAft>
              <a:buClr>
                <a:schemeClr val="lt1"/>
              </a:buClr>
              <a:buSzPts val="1800"/>
              <a:buFont typeface="IBM Plex Sans Medium"/>
              <a:buNone/>
              <a:defRPr sz="1800">
                <a:solidFill>
                  <a:schemeClr val="lt1"/>
                </a:solidFill>
                <a:latin typeface="IBM Plex Sans Medium"/>
                <a:ea typeface="IBM Plex Sans Medium"/>
                <a:cs typeface="IBM Plex Sans Medium"/>
                <a:sym typeface="IBM Plex Sans Medium"/>
              </a:defRPr>
            </a:lvl7pPr>
            <a:lvl8pPr lvl="7" rtl="0">
              <a:lnSpc>
                <a:spcPct val="100000"/>
              </a:lnSpc>
              <a:spcBef>
                <a:spcPts val="0"/>
              </a:spcBef>
              <a:spcAft>
                <a:spcPts val="0"/>
              </a:spcAft>
              <a:buClr>
                <a:schemeClr val="lt1"/>
              </a:buClr>
              <a:buSzPts val="1800"/>
              <a:buFont typeface="IBM Plex Sans Medium"/>
              <a:buNone/>
              <a:defRPr sz="1800">
                <a:solidFill>
                  <a:schemeClr val="lt1"/>
                </a:solidFill>
                <a:latin typeface="IBM Plex Sans Medium"/>
                <a:ea typeface="IBM Plex Sans Medium"/>
                <a:cs typeface="IBM Plex Sans Medium"/>
                <a:sym typeface="IBM Plex Sans Medium"/>
              </a:defRPr>
            </a:lvl8pPr>
            <a:lvl9pPr lvl="8" rtl="0">
              <a:lnSpc>
                <a:spcPct val="100000"/>
              </a:lnSpc>
              <a:spcBef>
                <a:spcPts val="0"/>
              </a:spcBef>
              <a:spcAft>
                <a:spcPts val="0"/>
              </a:spcAft>
              <a:buClr>
                <a:schemeClr val="lt1"/>
              </a:buClr>
              <a:buSzPts val="1800"/>
              <a:buFont typeface="IBM Plex Sans Medium"/>
              <a:buNone/>
              <a:defRPr sz="1800">
                <a:solidFill>
                  <a:schemeClr val="lt1"/>
                </a:solidFill>
                <a:latin typeface="IBM Plex Sans Medium"/>
                <a:ea typeface="IBM Plex Sans Medium"/>
                <a:cs typeface="IBM Plex Sans Medium"/>
                <a:sym typeface="IBM Plex Sans Medium"/>
              </a:defRPr>
            </a:lvl9pPr>
          </a:lstStyle>
          <a:p>
            <a:endParaRPr/>
          </a:p>
        </p:txBody>
      </p:sp>
      <p:sp>
        <p:nvSpPr>
          <p:cNvPr id="158" name="Google Shape;158;p18"/>
          <p:cNvSpPr txBox="1">
            <a:spLocks noGrp="1"/>
          </p:cNvSpPr>
          <p:nvPr>
            <p:ph type="body" idx="4"/>
          </p:nvPr>
        </p:nvSpPr>
        <p:spPr>
          <a:xfrm>
            <a:off x="1090825" y="2386101"/>
            <a:ext cx="7596900" cy="504300"/>
          </a:xfrm>
          <a:prstGeom prst="rect">
            <a:avLst/>
          </a:prstGeom>
        </p:spPr>
        <p:txBody>
          <a:bodyPr spcFirstLastPara="1" wrap="square" lIns="0" tIns="0" rIns="0" bIns="0" anchor="t" anchorCtr="0">
            <a:normAutofit/>
          </a:bodyPr>
          <a:lstStyle>
            <a:lvl1pPr marL="457200" lvl="0" indent="-304800" rtl="0">
              <a:lnSpc>
                <a:spcPct val="100000"/>
              </a:lnSpc>
              <a:spcBef>
                <a:spcPts val="0"/>
              </a:spcBef>
              <a:spcAft>
                <a:spcPts val="0"/>
              </a:spcAft>
              <a:buClr>
                <a:srgbClr val="D2FF1D"/>
              </a:buClr>
              <a:buSzPts val="1200"/>
              <a:buChar char="■"/>
              <a:defRPr sz="1200">
                <a:solidFill>
                  <a:schemeClr val="lt2"/>
                </a:solidFill>
              </a:defRPr>
            </a:lvl1pPr>
            <a:lvl2pPr marL="914400" lvl="1" indent="-304800" rtl="0">
              <a:lnSpc>
                <a:spcPct val="100000"/>
              </a:lnSpc>
              <a:spcBef>
                <a:spcPts val="0"/>
              </a:spcBef>
              <a:spcAft>
                <a:spcPts val="0"/>
              </a:spcAft>
              <a:buClr>
                <a:schemeClr val="lt2"/>
              </a:buClr>
              <a:buSzPts val="1200"/>
              <a:buChar char="■"/>
              <a:defRPr sz="1200">
                <a:solidFill>
                  <a:schemeClr val="lt2"/>
                </a:solidFill>
              </a:defRPr>
            </a:lvl2pPr>
            <a:lvl3pPr marL="1371600" lvl="2" indent="-304800" rtl="0">
              <a:lnSpc>
                <a:spcPct val="100000"/>
              </a:lnSpc>
              <a:spcBef>
                <a:spcPts val="0"/>
              </a:spcBef>
              <a:spcAft>
                <a:spcPts val="0"/>
              </a:spcAft>
              <a:buClr>
                <a:schemeClr val="lt2"/>
              </a:buClr>
              <a:buSzPts val="1200"/>
              <a:buChar char="■"/>
              <a:defRPr sz="1200">
                <a:solidFill>
                  <a:schemeClr val="lt2"/>
                </a:solidFill>
              </a:defRPr>
            </a:lvl3pPr>
            <a:lvl4pPr marL="1828800" lvl="3" indent="-304800" rtl="0">
              <a:lnSpc>
                <a:spcPct val="100000"/>
              </a:lnSpc>
              <a:spcBef>
                <a:spcPts val="0"/>
              </a:spcBef>
              <a:spcAft>
                <a:spcPts val="0"/>
              </a:spcAft>
              <a:buClr>
                <a:schemeClr val="lt2"/>
              </a:buClr>
              <a:buSzPts val="1200"/>
              <a:buChar char="●"/>
              <a:defRPr sz="1200">
                <a:solidFill>
                  <a:schemeClr val="lt2"/>
                </a:solidFill>
              </a:defRPr>
            </a:lvl4pPr>
            <a:lvl5pPr marL="2286000" lvl="4" indent="-304800" rtl="0">
              <a:lnSpc>
                <a:spcPct val="100000"/>
              </a:lnSpc>
              <a:spcBef>
                <a:spcPts val="0"/>
              </a:spcBef>
              <a:spcAft>
                <a:spcPts val="0"/>
              </a:spcAft>
              <a:buClr>
                <a:schemeClr val="lt2"/>
              </a:buClr>
              <a:buSzPts val="1200"/>
              <a:buChar char="○"/>
              <a:defRPr sz="1200">
                <a:solidFill>
                  <a:schemeClr val="lt2"/>
                </a:solidFill>
              </a:defRPr>
            </a:lvl5pPr>
            <a:lvl6pPr marL="2743200" lvl="5" indent="-304800" rtl="0">
              <a:lnSpc>
                <a:spcPct val="100000"/>
              </a:lnSpc>
              <a:spcBef>
                <a:spcPts val="0"/>
              </a:spcBef>
              <a:spcAft>
                <a:spcPts val="0"/>
              </a:spcAft>
              <a:buClr>
                <a:schemeClr val="lt2"/>
              </a:buClr>
              <a:buSzPts val="1200"/>
              <a:buChar char="■"/>
              <a:defRPr sz="1200">
                <a:solidFill>
                  <a:schemeClr val="lt2"/>
                </a:solidFill>
              </a:defRPr>
            </a:lvl6pPr>
            <a:lvl7pPr marL="3200400" lvl="6" indent="-304800" rtl="0">
              <a:lnSpc>
                <a:spcPct val="100000"/>
              </a:lnSpc>
              <a:spcBef>
                <a:spcPts val="0"/>
              </a:spcBef>
              <a:spcAft>
                <a:spcPts val="0"/>
              </a:spcAft>
              <a:buClr>
                <a:schemeClr val="lt2"/>
              </a:buClr>
              <a:buSzPts val="1200"/>
              <a:buChar char="●"/>
              <a:defRPr sz="1200">
                <a:solidFill>
                  <a:schemeClr val="lt2"/>
                </a:solidFill>
              </a:defRPr>
            </a:lvl7pPr>
            <a:lvl8pPr marL="3657600" lvl="7" indent="-304800" rtl="0">
              <a:lnSpc>
                <a:spcPct val="100000"/>
              </a:lnSpc>
              <a:spcBef>
                <a:spcPts val="0"/>
              </a:spcBef>
              <a:spcAft>
                <a:spcPts val="0"/>
              </a:spcAft>
              <a:buClr>
                <a:schemeClr val="lt2"/>
              </a:buClr>
              <a:buSzPts val="1200"/>
              <a:buChar char="○"/>
              <a:defRPr sz="1200">
                <a:solidFill>
                  <a:schemeClr val="lt2"/>
                </a:solidFill>
              </a:defRPr>
            </a:lvl8pPr>
            <a:lvl9pPr marL="4114800" lvl="8" indent="-304800" rtl="0">
              <a:lnSpc>
                <a:spcPct val="100000"/>
              </a:lnSpc>
              <a:spcBef>
                <a:spcPts val="0"/>
              </a:spcBef>
              <a:spcAft>
                <a:spcPts val="0"/>
              </a:spcAft>
              <a:buClr>
                <a:schemeClr val="lt2"/>
              </a:buClr>
              <a:buSzPts val="1200"/>
              <a:buChar char="■"/>
              <a:defRPr sz="1200">
                <a:solidFill>
                  <a:schemeClr val="lt2"/>
                </a:solidFill>
              </a:defRPr>
            </a:lvl9pPr>
          </a:lstStyle>
          <a:p>
            <a:endParaRPr/>
          </a:p>
        </p:txBody>
      </p:sp>
      <p:sp>
        <p:nvSpPr>
          <p:cNvPr id="159" name="Google Shape;159;p18"/>
          <p:cNvSpPr txBox="1">
            <a:spLocks noGrp="1"/>
          </p:cNvSpPr>
          <p:nvPr>
            <p:ph type="subTitle" idx="5"/>
          </p:nvPr>
        </p:nvSpPr>
        <p:spPr>
          <a:xfrm>
            <a:off x="1075850" y="3092042"/>
            <a:ext cx="7596900" cy="260400"/>
          </a:xfrm>
          <a:prstGeom prst="rect">
            <a:avLst/>
          </a:prstGeom>
        </p:spPr>
        <p:txBody>
          <a:bodyPr spcFirstLastPara="1" wrap="square" lIns="0" tIns="0" rIns="0" bIns="0" anchor="t" anchorCtr="0">
            <a:normAutofit/>
          </a:bodyPr>
          <a:lstStyle>
            <a:lvl1pPr lvl="0" rtl="0">
              <a:lnSpc>
                <a:spcPct val="100000"/>
              </a:lnSpc>
              <a:spcBef>
                <a:spcPts val="0"/>
              </a:spcBef>
              <a:spcAft>
                <a:spcPts val="0"/>
              </a:spcAft>
              <a:buClr>
                <a:schemeClr val="lt1"/>
              </a:buClr>
              <a:buSzPts val="1600"/>
              <a:buFont typeface="IBM Plex Sans Medium"/>
              <a:buNone/>
              <a:defRPr>
                <a:solidFill>
                  <a:schemeClr val="lt1"/>
                </a:solidFill>
                <a:latin typeface="IBM Plex Sans Medium"/>
                <a:ea typeface="IBM Plex Sans Medium"/>
                <a:cs typeface="IBM Plex Sans Medium"/>
                <a:sym typeface="IBM Plex Sans Medium"/>
              </a:defRPr>
            </a:lvl1pPr>
            <a:lvl2pPr lvl="1" rtl="0">
              <a:lnSpc>
                <a:spcPct val="100000"/>
              </a:lnSpc>
              <a:spcBef>
                <a:spcPts val="0"/>
              </a:spcBef>
              <a:spcAft>
                <a:spcPts val="0"/>
              </a:spcAft>
              <a:buClr>
                <a:schemeClr val="lt1"/>
              </a:buClr>
              <a:buSzPts val="1800"/>
              <a:buFont typeface="IBM Plex Sans Medium"/>
              <a:buNone/>
              <a:defRPr sz="1800">
                <a:solidFill>
                  <a:schemeClr val="lt1"/>
                </a:solidFill>
                <a:latin typeface="IBM Plex Sans Medium"/>
                <a:ea typeface="IBM Plex Sans Medium"/>
                <a:cs typeface="IBM Plex Sans Medium"/>
                <a:sym typeface="IBM Plex Sans Medium"/>
              </a:defRPr>
            </a:lvl2pPr>
            <a:lvl3pPr lvl="2" rtl="0">
              <a:lnSpc>
                <a:spcPct val="100000"/>
              </a:lnSpc>
              <a:spcBef>
                <a:spcPts val="0"/>
              </a:spcBef>
              <a:spcAft>
                <a:spcPts val="0"/>
              </a:spcAft>
              <a:buClr>
                <a:schemeClr val="lt1"/>
              </a:buClr>
              <a:buSzPts val="1800"/>
              <a:buFont typeface="IBM Plex Sans Medium"/>
              <a:buNone/>
              <a:defRPr sz="1800">
                <a:solidFill>
                  <a:schemeClr val="lt1"/>
                </a:solidFill>
                <a:latin typeface="IBM Plex Sans Medium"/>
                <a:ea typeface="IBM Plex Sans Medium"/>
                <a:cs typeface="IBM Plex Sans Medium"/>
                <a:sym typeface="IBM Plex Sans Medium"/>
              </a:defRPr>
            </a:lvl3pPr>
            <a:lvl4pPr lvl="3" rtl="0">
              <a:lnSpc>
                <a:spcPct val="100000"/>
              </a:lnSpc>
              <a:spcBef>
                <a:spcPts val="0"/>
              </a:spcBef>
              <a:spcAft>
                <a:spcPts val="0"/>
              </a:spcAft>
              <a:buClr>
                <a:schemeClr val="lt1"/>
              </a:buClr>
              <a:buSzPts val="1800"/>
              <a:buFont typeface="IBM Plex Sans Medium"/>
              <a:buNone/>
              <a:defRPr sz="1800">
                <a:solidFill>
                  <a:schemeClr val="lt1"/>
                </a:solidFill>
                <a:latin typeface="IBM Plex Sans Medium"/>
                <a:ea typeface="IBM Plex Sans Medium"/>
                <a:cs typeface="IBM Plex Sans Medium"/>
                <a:sym typeface="IBM Plex Sans Medium"/>
              </a:defRPr>
            </a:lvl4pPr>
            <a:lvl5pPr lvl="4" rtl="0">
              <a:lnSpc>
                <a:spcPct val="100000"/>
              </a:lnSpc>
              <a:spcBef>
                <a:spcPts val="0"/>
              </a:spcBef>
              <a:spcAft>
                <a:spcPts val="0"/>
              </a:spcAft>
              <a:buClr>
                <a:schemeClr val="lt1"/>
              </a:buClr>
              <a:buSzPts val="1800"/>
              <a:buFont typeface="IBM Plex Sans Medium"/>
              <a:buNone/>
              <a:defRPr sz="1800">
                <a:solidFill>
                  <a:schemeClr val="lt1"/>
                </a:solidFill>
                <a:latin typeface="IBM Plex Sans Medium"/>
                <a:ea typeface="IBM Plex Sans Medium"/>
                <a:cs typeface="IBM Plex Sans Medium"/>
                <a:sym typeface="IBM Plex Sans Medium"/>
              </a:defRPr>
            </a:lvl5pPr>
            <a:lvl6pPr lvl="5" rtl="0">
              <a:lnSpc>
                <a:spcPct val="100000"/>
              </a:lnSpc>
              <a:spcBef>
                <a:spcPts val="0"/>
              </a:spcBef>
              <a:spcAft>
                <a:spcPts val="0"/>
              </a:spcAft>
              <a:buClr>
                <a:schemeClr val="lt1"/>
              </a:buClr>
              <a:buSzPts val="1800"/>
              <a:buFont typeface="IBM Plex Sans Medium"/>
              <a:buNone/>
              <a:defRPr sz="1800">
                <a:solidFill>
                  <a:schemeClr val="lt1"/>
                </a:solidFill>
                <a:latin typeface="IBM Plex Sans Medium"/>
                <a:ea typeface="IBM Plex Sans Medium"/>
                <a:cs typeface="IBM Plex Sans Medium"/>
                <a:sym typeface="IBM Plex Sans Medium"/>
              </a:defRPr>
            </a:lvl6pPr>
            <a:lvl7pPr lvl="6" rtl="0">
              <a:lnSpc>
                <a:spcPct val="100000"/>
              </a:lnSpc>
              <a:spcBef>
                <a:spcPts val="0"/>
              </a:spcBef>
              <a:spcAft>
                <a:spcPts val="0"/>
              </a:spcAft>
              <a:buClr>
                <a:schemeClr val="lt1"/>
              </a:buClr>
              <a:buSzPts val="1800"/>
              <a:buFont typeface="IBM Plex Sans Medium"/>
              <a:buNone/>
              <a:defRPr sz="1800">
                <a:solidFill>
                  <a:schemeClr val="lt1"/>
                </a:solidFill>
                <a:latin typeface="IBM Plex Sans Medium"/>
                <a:ea typeface="IBM Plex Sans Medium"/>
                <a:cs typeface="IBM Plex Sans Medium"/>
                <a:sym typeface="IBM Plex Sans Medium"/>
              </a:defRPr>
            </a:lvl7pPr>
            <a:lvl8pPr lvl="7" rtl="0">
              <a:lnSpc>
                <a:spcPct val="100000"/>
              </a:lnSpc>
              <a:spcBef>
                <a:spcPts val="0"/>
              </a:spcBef>
              <a:spcAft>
                <a:spcPts val="0"/>
              </a:spcAft>
              <a:buClr>
                <a:schemeClr val="lt1"/>
              </a:buClr>
              <a:buSzPts val="1800"/>
              <a:buFont typeface="IBM Plex Sans Medium"/>
              <a:buNone/>
              <a:defRPr sz="1800">
                <a:solidFill>
                  <a:schemeClr val="lt1"/>
                </a:solidFill>
                <a:latin typeface="IBM Plex Sans Medium"/>
                <a:ea typeface="IBM Plex Sans Medium"/>
                <a:cs typeface="IBM Plex Sans Medium"/>
                <a:sym typeface="IBM Plex Sans Medium"/>
              </a:defRPr>
            </a:lvl8pPr>
            <a:lvl9pPr lvl="8" rtl="0">
              <a:lnSpc>
                <a:spcPct val="100000"/>
              </a:lnSpc>
              <a:spcBef>
                <a:spcPts val="0"/>
              </a:spcBef>
              <a:spcAft>
                <a:spcPts val="0"/>
              </a:spcAft>
              <a:buClr>
                <a:schemeClr val="lt1"/>
              </a:buClr>
              <a:buSzPts val="1800"/>
              <a:buFont typeface="IBM Plex Sans Medium"/>
              <a:buNone/>
              <a:defRPr sz="1800">
                <a:solidFill>
                  <a:schemeClr val="lt1"/>
                </a:solidFill>
                <a:latin typeface="IBM Plex Sans Medium"/>
                <a:ea typeface="IBM Plex Sans Medium"/>
                <a:cs typeface="IBM Plex Sans Medium"/>
                <a:sym typeface="IBM Plex Sans Medium"/>
              </a:defRPr>
            </a:lvl9pPr>
          </a:lstStyle>
          <a:p>
            <a:endParaRPr/>
          </a:p>
        </p:txBody>
      </p:sp>
      <p:sp>
        <p:nvSpPr>
          <p:cNvPr id="160" name="Google Shape;160;p18"/>
          <p:cNvSpPr txBox="1">
            <a:spLocks noGrp="1"/>
          </p:cNvSpPr>
          <p:nvPr>
            <p:ph type="body" idx="6"/>
          </p:nvPr>
        </p:nvSpPr>
        <p:spPr>
          <a:xfrm>
            <a:off x="1090825" y="3417777"/>
            <a:ext cx="7596900" cy="504300"/>
          </a:xfrm>
          <a:prstGeom prst="rect">
            <a:avLst/>
          </a:prstGeom>
        </p:spPr>
        <p:txBody>
          <a:bodyPr spcFirstLastPara="1" wrap="square" lIns="0" tIns="0" rIns="0" bIns="0" anchor="t" anchorCtr="0">
            <a:normAutofit/>
          </a:bodyPr>
          <a:lstStyle>
            <a:lvl1pPr marL="457200" lvl="0" indent="-304800" rtl="0">
              <a:lnSpc>
                <a:spcPct val="100000"/>
              </a:lnSpc>
              <a:spcBef>
                <a:spcPts val="0"/>
              </a:spcBef>
              <a:spcAft>
                <a:spcPts val="0"/>
              </a:spcAft>
              <a:buClr>
                <a:srgbClr val="D2FF1D"/>
              </a:buClr>
              <a:buSzPts val="1200"/>
              <a:buChar char="■"/>
              <a:defRPr sz="1200">
                <a:solidFill>
                  <a:schemeClr val="lt2"/>
                </a:solidFill>
              </a:defRPr>
            </a:lvl1pPr>
            <a:lvl2pPr marL="914400" lvl="1" indent="-304800" rtl="0">
              <a:lnSpc>
                <a:spcPct val="100000"/>
              </a:lnSpc>
              <a:spcBef>
                <a:spcPts val="0"/>
              </a:spcBef>
              <a:spcAft>
                <a:spcPts val="0"/>
              </a:spcAft>
              <a:buClr>
                <a:schemeClr val="lt2"/>
              </a:buClr>
              <a:buSzPts val="1200"/>
              <a:buChar char="■"/>
              <a:defRPr sz="1200">
                <a:solidFill>
                  <a:schemeClr val="lt2"/>
                </a:solidFill>
              </a:defRPr>
            </a:lvl2pPr>
            <a:lvl3pPr marL="1371600" lvl="2" indent="-304800" rtl="0">
              <a:lnSpc>
                <a:spcPct val="100000"/>
              </a:lnSpc>
              <a:spcBef>
                <a:spcPts val="0"/>
              </a:spcBef>
              <a:spcAft>
                <a:spcPts val="0"/>
              </a:spcAft>
              <a:buClr>
                <a:schemeClr val="lt2"/>
              </a:buClr>
              <a:buSzPts val="1200"/>
              <a:buChar char="■"/>
              <a:defRPr sz="1200">
                <a:solidFill>
                  <a:schemeClr val="lt2"/>
                </a:solidFill>
              </a:defRPr>
            </a:lvl3pPr>
            <a:lvl4pPr marL="1828800" lvl="3" indent="-304800" rtl="0">
              <a:lnSpc>
                <a:spcPct val="100000"/>
              </a:lnSpc>
              <a:spcBef>
                <a:spcPts val="0"/>
              </a:spcBef>
              <a:spcAft>
                <a:spcPts val="0"/>
              </a:spcAft>
              <a:buClr>
                <a:schemeClr val="lt2"/>
              </a:buClr>
              <a:buSzPts val="1200"/>
              <a:buChar char="●"/>
              <a:defRPr sz="1200">
                <a:solidFill>
                  <a:schemeClr val="lt2"/>
                </a:solidFill>
              </a:defRPr>
            </a:lvl4pPr>
            <a:lvl5pPr marL="2286000" lvl="4" indent="-304800" rtl="0">
              <a:lnSpc>
                <a:spcPct val="100000"/>
              </a:lnSpc>
              <a:spcBef>
                <a:spcPts val="0"/>
              </a:spcBef>
              <a:spcAft>
                <a:spcPts val="0"/>
              </a:spcAft>
              <a:buClr>
                <a:schemeClr val="lt2"/>
              </a:buClr>
              <a:buSzPts val="1200"/>
              <a:buChar char="○"/>
              <a:defRPr sz="1200">
                <a:solidFill>
                  <a:schemeClr val="lt2"/>
                </a:solidFill>
              </a:defRPr>
            </a:lvl5pPr>
            <a:lvl6pPr marL="2743200" lvl="5" indent="-304800" rtl="0">
              <a:lnSpc>
                <a:spcPct val="100000"/>
              </a:lnSpc>
              <a:spcBef>
                <a:spcPts val="0"/>
              </a:spcBef>
              <a:spcAft>
                <a:spcPts val="0"/>
              </a:spcAft>
              <a:buClr>
                <a:schemeClr val="lt2"/>
              </a:buClr>
              <a:buSzPts val="1200"/>
              <a:buChar char="■"/>
              <a:defRPr sz="1200">
                <a:solidFill>
                  <a:schemeClr val="lt2"/>
                </a:solidFill>
              </a:defRPr>
            </a:lvl6pPr>
            <a:lvl7pPr marL="3200400" lvl="6" indent="-304800" rtl="0">
              <a:lnSpc>
                <a:spcPct val="100000"/>
              </a:lnSpc>
              <a:spcBef>
                <a:spcPts val="0"/>
              </a:spcBef>
              <a:spcAft>
                <a:spcPts val="0"/>
              </a:spcAft>
              <a:buClr>
                <a:schemeClr val="lt2"/>
              </a:buClr>
              <a:buSzPts val="1200"/>
              <a:buChar char="●"/>
              <a:defRPr sz="1200">
                <a:solidFill>
                  <a:schemeClr val="lt2"/>
                </a:solidFill>
              </a:defRPr>
            </a:lvl7pPr>
            <a:lvl8pPr marL="3657600" lvl="7" indent="-304800" rtl="0">
              <a:lnSpc>
                <a:spcPct val="100000"/>
              </a:lnSpc>
              <a:spcBef>
                <a:spcPts val="0"/>
              </a:spcBef>
              <a:spcAft>
                <a:spcPts val="0"/>
              </a:spcAft>
              <a:buClr>
                <a:schemeClr val="lt2"/>
              </a:buClr>
              <a:buSzPts val="1200"/>
              <a:buChar char="○"/>
              <a:defRPr sz="1200">
                <a:solidFill>
                  <a:schemeClr val="lt2"/>
                </a:solidFill>
              </a:defRPr>
            </a:lvl8pPr>
            <a:lvl9pPr marL="4114800" lvl="8" indent="-304800" rtl="0">
              <a:lnSpc>
                <a:spcPct val="100000"/>
              </a:lnSpc>
              <a:spcBef>
                <a:spcPts val="0"/>
              </a:spcBef>
              <a:spcAft>
                <a:spcPts val="0"/>
              </a:spcAft>
              <a:buClr>
                <a:schemeClr val="lt2"/>
              </a:buClr>
              <a:buSzPts val="1200"/>
              <a:buChar char="■"/>
              <a:defRPr sz="1200">
                <a:solidFill>
                  <a:schemeClr val="lt2"/>
                </a:solidFill>
              </a:defRPr>
            </a:lvl9pPr>
          </a:lstStyle>
          <a:p>
            <a:endParaRPr/>
          </a:p>
        </p:txBody>
      </p:sp>
      <p:cxnSp>
        <p:nvCxnSpPr>
          <p:cNvPr id="161" name="Google Shape;161;p18"/>
          <p:cNvCxnSpPr/>
          <p:nvPr/>
        </p:nvCxnSpPr>
        <p:spPr>
          <a:xfrm>
            <a:off x="458100" y="1907233"/>
            <a:ext cx="8229000" cy="0"/>
          </a:xfrm>
          <a:prstGeom prst="straightConnector1">
            <a:avLst/>
          </a:prstGeom>
          <a:noFill/>
          <a:ln w="9525" cap="flat" cmpd="sng">
            <a:solidFill>
              <a:schemeClr val="lt2"/>
            </a:solidFill>
            <a:prstDash val="dash"/>
            <a:round/>
            <a:headEnd type="none" w="med" len="med"/>
            <a:tailEnd type="none" w="med" len="med"/>
          </a:ln>
        </p:spPr>
      </p:cxnSp>
      <p:cxnSp>
        <p:nvCxnSpPr>
          <p:cNvPr id="162" name="Google Shape;162;p18"/>
          <p:cNvCxnSpPr/>
          <p:nvPr/>
        </p:nvCxnSpPr>
        <p:spPr>
          <a:xfrm>
            <a:off x="458100" y="2933820"/>
            <a:ext cx="8229000" cy="0"/>
          </a:xfrm>
          <a:prstGeom prst="straightConnector1">
            <a:avLst/>
          </a:prstGeom>
          <a:noFill/>
          <a:ln w="9525" cap="flat" cmpd="sng">
            <a:solidFill>
              <a:schemeClr val="lt2"/>
            </a:solidFill>
            <a:prstDash val="dash"/>
            <a:round/>
            <a:headEnd type="none" w="med" len="med"/>
            <a:tailEnd type="none" w="med" len="med"/>
          </a:ln>
        </p:spPr>
      </p:cxnSp>
      <p:sp>
        <p:nvSpPr>
          <p:cNvPr id="163" name="Google Shape;163;p18"/>
          <p:cNvSpPr txBox="1">
            <a:spLocks noGrp="1"/>
          </p:cNvSpPr>
          <p:nvPr>
            <p:ph type="subTitle" idx="7"/>
          </p:nvPr>
        </p:nvSpPr>
        <p:spPr>
          <a:xfrm>
            <a:off x="1075850" y="4102050"/>
            <a:ext cx="7596900" cy="260400"/>
          </a:xfrm>
          <a:prstGeom prst="rect">
            <a:avLst/>
          </a:prstGeom>
        </p:spPr>
        <p:txBody>
          <a:bodyPr spcFirstLastPara="1" wrap="square" lIns="0" tIns="0" rIns="0" bIns="0" anchor="t" anchorCtr="0">
            <a:normAutofit/>
          </a:bodyPr>
          <a:lstStyle>
            <a:lvl1pPr lvl="0" rtl="0">
              <a:lnSpc>
                <a:spcPct val="100000"/>
              </a:lnSpc>
              <a:spcBef>
                <a:spcPts val="0"/>
              </a:spcBef>
              <a:spcAft>
                <a:spcPts val="0"/>
              </a:spcAft>
              <a:buClr>
                <a:schemeClr val="lt1"/>
              </a:buClr>
              <a:buSzPts val="1600"/>
              <a:buFont typeface="IBM Plex Sans Medium"/>
              <a:buNone/>
              <a:defRPr>
                <a:solidFill>
                  <a:schemeClr val="lt1"/>
                </a:solidFill>
                <a:latin typeface="IBM Plex Sans Medium"/>
                <a:ea typeface="IBM Plex Sans Medium"/>
                <a:cs typeface="IBM Plex Sans Medium"/>
                <a:sym typeface="IBM Plex Sans Medium"/>
              </a:defRPr>
            </a:lvl1pPr>
            <a:lvl2pPr lvl="1" rtl="0">
              <a:lnSpc>
                <a:spcPct val="100000"/>
              </a:lnSpc>
              <a:spcBef>
                <a:spcPts val="0"/>
              </a:spcBef>
              <a:spcAft>
                <a:spcPts val="0"/>
              </a:spcAft>
              <a:buClr>
                <a:schemeClr val="lt1"/>
              </a:buClr>
              <a:buSzPts val="1800"/>
              <a:buFont typeface="IBM Plex Sans Medium"/>
              <a:buNone/>
              <a:defRPr sz="1800">
                <a:solidFill>
                  <a:schemeClr val="lt1"/>
                </a:solidFill>
                <a:latin typeface="IBM Plex Sans Medium"/>
                <a:ea typeface="IBM Plex Sans Medium"/>
                <a:cs typeface="IBM Plex Sans Medium"/>
                <a:sym typeface="IBM Plex Sans Medium"/>
              </a:defRPr>
            </a:lvl2pPr>
            <a:lvl3pPr lvl="2" rtl="0">
              <a:lnSpc>
                <a:spcPct val="100000"/>
              </a:lnSpc>
              <a:spcBef>
                <a:spcPts val="0"/>
              </a:spcBef>
              <a:spcAft>
                <a:spcPts val="0"/>
              </a:spcAft>
              <a:buClr>
                <a:schemeClr val="lt1"/>
              </a:buClr>
              <a:buSzPts val="1800"/>
              <a:buFont typeface="IBM Plex Sans Medium"/>
              <a:buNone/>
              <a:defRPr sz="1800">
                <a:solidFill>
                  <a:schemeClr val="lt1"/>
                </a:solidFill>
                <a:latin typeface="IBM Plex Sans Medium"/>
                <a:ea typeface="IBM Plex Sans Medium"/>
                <a:cs typeface="IBM Plex Sans Medium"/>
                <a:sym typeface="IBM Plex Sans Medium"/>
              </a:defRPr>
            </a:lvl3pPr>
            <a:lvl4pPr lvl="3" rtl="0">
              <a:lnSpc>
                <a:spcPct val="100000"/>
              </a:lnSpc>
              <a:spcBef>
                <a:spcPts val="0"/>
              </a:spcBef>
              <a:spcAft>
                <a:spcPts val="0"/>
              </a:spcAft>
              <a:buClr>
                <a:schemeClr val="lt1"/>
              </a:buClr>
              <a:buSzPts val="1800"/>
              <a:buFont typeface="IBM Plex Sans Medium"/>
              <a:buNone/>
              <a:defRPr sz="1800">
                <a:solidFill>
                  <a:schemeClr val="lt1"/>
                </a:solidFill>
                <a:latin typeface="IBM Plex Sans Medium"/>
                <a:ea typeface="IBM Plex Sans Medium"/>
                <a:cs typeface="IBM Plex Sans Medium"/>
                <a:sym typeface="IBM Plex Sans Medium"/>
              </a:defRPr>
            </a:lvl4pPr>
            <a:lvl5pPr lvl="4" rtl="0">
              <a:lnSpc>
                <a:spcPct val="100000"/>
              </a:lnSpc>
              <a:spcBef>
                <a:spcPts val="0"/>
              </a:spcBef>
              <a:spcAft>
                <a:spcPts val="0"/>
              </a:spcAft>
              <a:buClr>
                <a:schemeClr val="lt1"/>
              </a:buClr>
              <a:buSzPts val="1800"/>
              <a:buFont typeface="IBM Plex Sans Medium"/>
              <a:buNone/>
              <a:defRPr sz="1800">
                <a:solidFill>
                  <a:schemeClr val="lt1"/>
                </a:solidFill>
                <a:latin typeface="IBM Plex Sans Medium"/>
                <a:ea typeface="IBM Plex Sans Medium"/>
                <a:cs typeface="IBM Plex Sans Medium"/>
                <a:sym typeface="IBM Plex Sans Medium"/>
              </a:defRPr>
            </a:lvl5pPr>
            <a:lvl6pPr lvl="5" rtl="0">
              <a:lnSpc>
                <a:spcPct val="100000"/>
              </a:lnSpc>
              <a:spcBef>
                <a:spcPts val="0"/>
              </a:spcBef>
              <a:spcAft>
                <a:spcPts val="0"/>
              </a:spcAft>
              <a:buClr>
                <a:schemeClr val="lt1"/>
              </a:buClr>
              <a:buSzPts val="1800"/>
              <a:buFont typeface="IBM Plex Sans Medium"/>
              <a:buNone/>
              <a:defRPr sz="1800">
                <a:solidFill>
                  <a:schemeClr val="lt1"/>
                </a:solidFill>
                <a:latin typeface="IBM Plex Sans Medium"/>
                <a:ea typeface="IBM Plex Sans Medium"/>
                <a:cs typeface="IBM Plex Sans Medium"/>
                <a:sym typeface="IBM Plex Sans Medium"/>
              </a:defRPr>
            </a:lvl6pPr>
            <a:lvl7pPr lvl="6" rtl="0">
              <a:lnSpc>
                <a:spcPct val="100000"/>
              </a:lnSpc>
              <a:spcBef>
                <a:spcPts val="0"/>
              </a:spcBef>
              <a:spcAft>
                <a:spcPts val="0"/>
              </a:spcAft>
              <a:buClr>
                <a:schemeClr val="lt1"/>
              </a:buClr>
              <a:buSzPts val="1800"/>
              <a:buFont typeface="IBM Plex Sans Medium"/>
              <a:buNone/>
              <a:defRPr sz="1800">
                <a:solidFill>
                  <a:schemeClr val="lt1"/>
                </a:solidFill>
                <a:latin typeface="IBM Plex Sans Medium"/>
                <a:ea typeface="IBM Plex Sans Medium"/>
                <a:cs typeface="IBM Plex Sans Medium"/>
                <a:sym typeface="IBM Plex Sans Medium"/>
              </a:defRPr>
            </a:lvl7pPr>
            <a:lvl8pPr lvl="7" rtl="0">
              <a:lnSpc>
                <a:spcPct val="100000"/>
              </a:lnSpc>
              <a:spcBef>
                <a:spcPts val="0"/>
              </a:spcBef>
              <a:spcAft>
                <a:spcPts val="0"/>
              </a:spcAft>
              <a:buClr>
                <a:schemeClr val="lt1"/>
              </a:buClr>
              <a:buSzPts val="1800"/>
              <a:buFont typeface="IBM Plex Sans Medium"/>
              <a:buNone/>
              <a:defRPr sz="1800">
                <a:solidFill>
                  <a:schemeClr val="lt1"/>
                </a:solidFill>
                <a:latin typeface="IBM Plex Sans Medium"/>
                <a:ea typeface="IBM Plex Sans Medium"/>
                <a:cs typeface="IBM Plex Sans Medium"/>
                <a:sym typeface="IBM Plex Sans Medium"/>
              </a:defRPr>
            </a:lvl8pPr>
            <a:lvl9pPr lvl="8" rtl="0">
              <a:lnSpc>
                <a:spcPct val="100000"/>
              </a:lnSpc>
              <a:spcBef>
                <a:spcPts val="0"/>
              </a:spcBef>
              <a:spcAft>
                <a:spcPts val="0"/>
              </a:spcAft>
              <a:buClr>
                <a:schemeClr val="lt1"/>
              </a:buClr>
              <a:buSzPts val="1800"/>
              <a:buFont typeface="IBM Plex Sans Medium"/>
              <a:buNone/>
              <a:defRPr sz="1800">
                <a:solidFill>
                  <a:schemeClr val="lt1"/>
                </a:solidFill>
                <a:latin typeface="IBM Plex Sans Medium"/>
                <a:ea typeface="IBM Plex Sans Medium"/>
                <a:cs typeface="IBM Plex Sans Medium"/>
                <a:sym typeface="IBM Plex Sans Medium"/>
              </a:defRPr>
            </a:lvl9pPr>
          </a:lstStyle>
          <a:p>
            <a:endParaRPr/>
          </a:p>
        </p:txBody>
      </p:sp>
      <p:sp>
        <p:nvSpPr>
          <p:cNvPr id="164" name="Google Shape;164;p18"/>
          <p:cNvSpPr txBox="1">
            <a:spLocks noGrp="1"/>
          </p:cNvSpPr>
          <p:nvPr>
            <p:ph type="body" idx="8"/>
          </p:nvPr>
        </p:nvSpPr>
        <p:spPr>
          <a:xfrm>
            <a:off x="1076333" y="4438650"/>
            <a:ext cx="7596000" cy="504300"/>
          </a:xfrm>
          <a:prstGeom prst="rect">
            <a:avLst/>
          </a:prstGeom>
        </p:spPr>
        <p:txBody>
          <a:bodyPr spcFirstLastPara="1" wrap="square" lIns="0" tIns="0" rIns="0" bIns="0" anchor="t" anchorCtr="0">
            <a:normAutofit/>
          </a:bodyPr>
          <a:lstStyle>
            <a:lvl1pPr marL="457200" lvl="0" indent="-304800" rtl="0">
              <a:lnSpc>
                <a:spcPct val="100000"/>
              </a:lnSpc>
              <a:spcBef>
                <a:spcPts val="0"/>
              </a:spcBef>
              <a:spcAft>
                <a:spcPts val="0"/>
              </a:spcAft>
              <a:buClr>
                <a:srgbClr val="D2FF1D"/>
              </a:buClr>
              <a:buSzPts val="1200"/>
              <a:buChar char="■"/>
              <a:defRPr sz="1200">
                <a:solidFill>
                  <a:schemeClr val="lt2"/>
                </a:solidFill>
              </a:defRPr>
            </a:lvl1pPr>
            <a:lvl2pPr marL="914400" lvl="1" indent="-304800" rtl="0">
              <a:lnSpc>
                <a:spcPct val="100000"/>
              </a:lnSpc>
              <a:spcBef>
                <a:spcPts val="0"/>
              </a:spcBef>
              <a:spcAft>
                <a:spcPts val="0"/>
              </a:spcAft>
              <a:buClr>
                <a:schemeClr val="lt2"/>
              </a:buClr>
              <a:buSzPts val="1200"/>
              <a:buChar char="■"/>
              <a:defRPr sz="1200">
                <a:solidFill>
                  <a:schemeClr val="lt2"/>
                </a:solidFill>
              </a:defRPr>
            </a:lvl2pPr>
            <a:lvl3pPr marL="1371600" lvl="2" indent="-304800" rtl="0">
              <a:lnSpc>
                <a:spcPct val="100000"/>
              </a:lnSpc>
              <a:spcBef>
                <a:spcPts val="0"/>
              </a:spcBef>
              <a:spcAft>
                <a:spcPts val="0"/>
              </a:spcAft>
              <a:buClr>
                <a:schemeClr val="lt2"/>
              </a:buClr>
              <a:buSzPts val="1200"/>
              <a:buChar char="■"/>
              <a:defRPr sz="1200">
                <a:solidFill>
                  <a:schemeClr val="lt2"/>
                </a:solidFill>
              </a:defRPr>
            </a:lvl3pPr>
            <a:lvl4pPr marL="1828800" lvl="3" indent="-304800" rtl="0">
              <a:lnSpc>
                <a:spcPct val="100000"/>
              </a:lnSpc>
              <a:spcBef>
                <a:spcPts val="0"/>
              </a:spcBef>
              <a:spcAft>
                <a:spcPts val="0"/>
              </a:spcAft>
              <a:buClr>
                <a:schemeClr val="lt2"/>
              </a:buClr>
              <a:buSzPts val="1200"/>
              <a:buChar char="●"/>
              <a:defRPr sz="1200">
                <a:solidFill>
                  <a:schemeClr val="lt2"/>
                </a:solidFill>
              </a:defRPr>
            </a:lvl4pPr>
            <a:lvl5pPr marL="2286000" lvl="4" indent="-304800" rtl="0">
              <a:lnSpc>
                <a:spcPct val="100000"/>
              </a:lnSpc>
              <a:spcBef>
                <a:spcPts val="0"/>
              </a:spcBef>
              <a:spcAft>
                <a:spcPts val="0"/>
              </a:spcAft>
              <a:buClr>
                <a:schemeClr val="lt2"/>
              </a:buClr>
              <a:buSzPts val="1200"/>
              <a:buChar char="○"/>
              <a:defRPr sz="1200">
                <a:solidFill>
                  <a:schemeClr val="lt2"/>
                </a:solidFill>
              </a:defRPr>
            </a:lvl5pPr>
            <a:lvl6pPr marL="2743200" lvl="5" indent="-304800" rtl="0">
              <a:lnSpc>
                <a:spcPct val="100000"/>
              </a:lnSpc>
              <a:spcBef>
                <a:spcPts val="0"/>
              </a:spcBef>
              <a:spcAft>
                <a:spcPts val="0"/>
              </a:spcAft>
              <a:buClr>
                <a:schemeClr val="lt2"/>
              </a:buClr>
              <a:buSzPts val="1200"/>
              <a:buChar char="■"/>
              <a:defRPr sz="1200">
                <a:solidFill>
                  <a:schemeClr val="lt2"/>
                </a:solidFill>
              </a:defRPr>
            </a:lvl6pPr>
            <a:lvl7pPr marL="3200400" lvl="6" indent="-304800" rtl="0">
              <a:lnSpc>
                <a:spcPct val="100000"/>
              </a:lnSpc>
              <a:spcBef>
                <a:spcPts val="0"/>
              </a:spcBef>
              <a:spcAft>
                <a:spcPts val="0"/>
              </a:spcAft>
              <a:buClr>
                <a:schemeClr val="lt2"/>
              </a:buClr>
              <a:buSzPts val="1200"/>
              <a:buChar char="●"/>
              <a:defRPr sz="1200">
                <a:solidFill>
                  <a:schemeClr val="lt2"/>
                </a:solidFill>
              </a:defRPr>
            </a:lvl7pPr>
            <a:lvl8pPr marL="3657600" lvl="7" indent="-304800" rtl="0">
              <a:lnSpc>
                <a:spcPct val="100000"/>
              </a:lnSpc>
              <a:spcBef>
                <a:spcPts val="0"/>
              </a:spcBef>
              <a:spcAft>
                <a:spcPts val="0"/>
              </a:spcAft>
              <a:buClr>
                <a:schemeClr val="lt2"/>
              </a:buClr>
              <a:buSzPts val="1200"/>
              <a:buChar char="○"/>
              <a:defRPr sz="1200">
                <a:solidFill>
                  <a:schemeClr val="lt2"/>
                </a:solidFill>
              </a:defRPr>
            </a:lvl8pPr>
            <a:lvl9pPr marL="4114800" lvl="8" indent="-304800" rtl="0">
              <a:lnSpc>
                <a:spcPct val="100000"/>
              </a:lnSpc>
              <a:spcBef>
                <a:spcPts val="0"/>
              </a:spcBef>
              <a:spcAft>
                <a:spcPts val="0"/>
              </a:spcAft>
              <a:buClr>
                <a:schemeClr val="lt2"/>
              </a:buClr>
              <a:buSzPts val="1200"/>
              <a:buChar char="■"/>
              <a:defRPr sz="1200">
                <a:solidFill>
                  <a:schemeClr val="lt2"/>
                </a:solidFill>
              </a:defRPr>
            </a:lvl9pPr>
          </a:lstStyle>
          <a:p>
            <a:endParaRPr/>
          </a:p>
        </p:txBody>
      </p:sp>
      <p:cxnSp>
        <p:nvCxnSpPr>
          <p:cNvPr id="165" name="Google Shape;165;p18"/>
          <p:cNvCxnSpPr/>
          <p:nvPr/>
        </p:nvCxnSpPr>
        <p:spPr>
          <a:xfrm>
            <a:off x="458100" y="3943828"/>
            <a:ext cx="8229000" cy="0"/>
          </a:xfrm>
          <a:prstGeom prst="straightConnector1">
            <a:avLst/>
          </a:prstGeom>
          <a:noFill/>
          <a:ln w="9525" cap="flat" cmpd="sng">
            <a:solidFill>
              <a:schemeClr val="lt2"/>
            </a:solidFill>
            <a:prstDash val="dash"/>
            <a:round/>
            <a:headEnd type="none" w="med" len="med"/>
            <a:tailEnd type="none" w="med" len="med"/>
          </a:ln>
        </p:spPr>
      </p:cxnSp>
      <p:pic>
        <p:nvPicPr>
          <p:cNvPr id="166" name="Google Shape;166;p18"/>
          <p:cNvPicPr preferRelativeResize="0"/>
          <p:nvPr/>
        </p:nvPicPr>
        <p:blipFill>
          <a:blip r:embed="rId2">
            <a:alphaModFix/>
          </a:blip>
          <a:stretch>
            <a:fillRect/>
          </a:stretch>
        </p:blipFill>
        <p:spPr>
          <a:xfrm>
            <a:off x="8565901" y="154375"/>
            <a:ext cx="424850" cy="428248"/>
          </a:xfrm>
          <a:prstGeom prst="rect">
            <a:avLst/>
          </a:prstGeom>
          <a:noFill/>
          <a:ln>
            <a:noFill/>
          </a:ln>
        </p:spPr>
      </p:pic>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Agenda - 1">
  <p:cSld name="TITLE_ONLY_1_1">
    <p:bg>
      <p:bgPr>
        <a:solidFill>
          <a:schemeClr val="dk1"/>
        </a:solidFill>
        <a:effectLst/>
      </p:bgPr>
    </p:bg>
    <p:spTree>
      <p:nvGrpSpPr>
        <p:cNvPr id="1" name="Shape 167"/>
        <p:cNvGrpSpPr/>
        <p:nvPr/>
      </p:nvGrpSpPr>
      <p:grpSpPr>
        <a:xfrm>
          <a:off x="0" y="0"/>
          <a:ext cx="0" cy="0"/>
          <a:chOff x="0" y="0"/>
          <a:chExt cx="0" cy="0"/>
        </a:xfrm>
      </p:grpSpPr>
      <p:sp>
        <p:nvSpPr>
          <p:cNvPr id="168" name="Google Shape;168;p19"/>
          <p:cNvSpPr/>
          <p:nvPr/>
        </p:nvSpPr>
        <p:spPr>
          <a:xfrm>
            <a:off x="317844" y="571500"/>
            <a:ext cx="2370900" cy="1100700"/>
          </a:xfrm>
          <a:prstGeom prst="roundRect">
            <a:avLst>
              <a:gd name="adj" fmla="val 16667"/>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 name="Google Shape;169;p19"/>
          <p:cNvSpPr/>
          <p:nvPr/>
        </p:nvSpPr>
        <p:spPr>
          <a:xfrm>
            <a:off x="228182" y="419100"/>
            <a:ext cx="2370900" cy="1100700"/>
          </a:xfrm>
          <a:prstGeom prst="roundRect">
            <a:avLst>
              <a:gd name="adj" fmla="val 16667"/>
            </a:avLst>
          </a:prstGeom>
          <a:solidFill>
            <a:srgbClr val="F7F7F7"/>
          </a:solidFill>
          <a:ln w="3810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 name="Google Shape;170;p19"/>
          <p:cNvSpPr/>
          <p:nvPr/>
        </p:nvSpPr>
        <p:spPr>
          <a:xfrm>
            <a:off x="2922774" y="116775"/>
            <a:ext cx="5486400" cy="5026800"/>
          </a:xfrm>
          <a:prstGeom prst="round2SameRect">
            <a:avLst>
              <a:gd name="adj1" fmla="val 5745"/>
              <a:gd name="adj2" fmla="val 0"/>
            </a:avLst>
          </a:prstGeom>
          <a:solidFill>
            <a:srgbClr val="F7F7F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 name="Google Shape;171;p19"/>
          <p:cNvSpPr txBox="1"/>
          <p:nvPr/>
        </p:nvSpPr>
        <p:spPr>
          <a:xfrm>
            <a:off x="247849" y="584619"/>
            <a:ext cx="2294400" cy="7080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3400" b="1">
                <a:latin typeface="IBM Plex Sans"/>
                <a:ea typeface="IBM Plex Sans"/>
                <a:cs typeface="IBM Plex Sans"/>
                <a:sym typeface="IBM Plex Sans"/>
              </a:rPr>
              <a:t>Agenda</a:t>
            </a:r>
            <a:endParaRPr sz="3400" b="1">
              <a:latin typeface="IBM Plex Sans"/>
              <a:ea typeface="IBM Plex Sans"/>
              <a:cs typeface="IBM Plex Sans"/>
              <a:sym typeface="IBM Plex Sans"/>
            </a:endParaRPr>
          </a:p>
        </p:txBody>
      </p:sp>
      <p:sp>
        <p:nvSpPr>
          <p:cNvPr id="172" name="Google Shape;172;p19"/>
          <p:cNvSpPr txBox="1">
            <a:spLocks noGrp="1"/>
          </p:cNvSpPr>
          <p:nvPr>
            <p:ph type="body" idx="1"/>
          </p:nvPr>
        </p:nvSpPr>
        <p:spPr>
          <a:xfrm>
            <a:off x="3149440" y="362400"/>
            <a:ext cx="5088300" cy="4418700"/>
          </a:xfrm>
          <a:prstGeom prst="rect">
            <a:avLst/>
          </a:prstGeom>
        </p:spPr>
        <p:txBody>
          <a:bodyPr spcFirstLastPara="1" wrap="square" lIns="0" tIns="0" rIns="0" bIns="0" anchor="t" anchorCtr="0">
            <a:normAutofit/>
          </a:bodyPr>
          <a:lstStyle>
            <a:lvl1pPr marL="457200" lvl="0" indent="-330200">
              <a:spcBef>
                <a:spcPts val="0"/>
              </a:spcBef>
              <a:spcAft>
                <a:spcPts val="0"/>
              </a:spcAft>
              <a:buSzPts val="16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pic>
        <p:nvPicPr>
          <p:cNvPr id="173" name="Google Shape;173;p19"/>
          <p:cNvPicPr preferRelativeResize="0"/>
          <p:nvPr/>
        </p:nvPicPr>
        <p:blipFill>
          <a:blip r:embed="rId2">
            <a:alphaModFix/>
          </a:blip>
          <a:stretch>
            <a:fillRect/>
          </a:stretch>
        </p:blipFill>
        <p:spPr>
          <a:xfrm>
            <a:off x="8565901" y="154375"/>
            <a:ext cx="424850" cy="428248"/>
          </a:xfrm>
          <a:prstGeom prst="rect">
            <a:avLst/>
          </a:prstGeom>
          <a:noFill/>
          <a:ln>
            <a:noFill/>
          </a:ln>
        </p:spPr>
      </p:pic>
    </p:spTree>
  </p:cSld>
  <p:clrMapOvr>
    <a:masterClrMapping/>
  </p:clrMapOvr>
  <p:extLst>
    <p:ext uri="{DCECCB84-F9BA-43D5-87BE-67443E8EF086}">
      <p15:sldGuideLst xmlns:p15="http://schemas.microsoft.com/office/powerpoint/2012/main">
        <p15:guide id="1" pos="1867">
          <p15:clr>
            <a:srgbClr val="FA7B17"/>
          </p15:clr>
        </p15:guide>
        <p15:guide id="2" pos="2016">
          <p15:clr>
            <a:srgbClr val="FA7B17"/>
          </p15:clr>
        </p15:guide>
        <p15:guide id="3" pos="2165">
          <p15:clr>
            <a:srgbClr val="FA7B17"/>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Agenda - 2">
  <p:cSld name="TITLE_ONLY_1_3_1_1">
    <p:bg>
      <p:bgPr>
        <a:solidFill>
          <a:schemeClr val="lt2"/>
        </a:solidFill>
        <a:effectLst/>
      </p:bgPr>
    </p:bg>
    <p:spTree>
      <p:nvGrpSpPr>
        <p:cNvPr id="1" name="Shape 174"/>
        <p:cNvGrpSpPr/>
        <p:nvPr/>
      </p:nvGrpSpPr>
      <p:grpSpPr>
        <a:xfrm>
          <a:off x="0" y="0"/>
          <a:ext cx="0" cy="0"/>
          <a:chOff x="0" y="0"/>
          <a:chExt cx="0" cy="0"/>
        </a:xfrm>
      </p:grpSpPr>
      <p:sp>
        <p:nvSpPr>
          <p:cNvPr id="175" name="Google Shape;175;p20"/>
          <p:cNvSpPr/>
          <p:nvPr/>
        </p:nvSpPr>
        <p:spPr>
          <a:xfrm>
            <a:off x="-7075" y="-19350"/>
            <a:ext cx="3082500" cy="51822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 name="Google Shape;176;p20"/>
          <p:cNvSpPr txBox="1">
            <a:spLocks noGrp="1"/>
          </p:cNvSpPr>
          <p:nvPr>
            <p:ph type="title"/>
          </p:nvPr>
        </p:nvSpPr>
        <p:spPr>
          <a:xfrm>
            <a:off x="457200" y="589300"/>
            <a:ext cx="2273400" cy="1619100"/>
          </a:xfrm>
          <a:prstGeom prst="rect">
            <a:avLst/>
          </a:prstGeom>
        </p:spPr>
        <p:txBody>
          <a:bodyPr spcFirstLastPara="1" wrap="square" lIns="0" tIns="0" rIns="0" bIns="0" anchor="t" anchorCtr="0">
            <a:normAutofit/>
          </a:bodyPr>
          <a:lstStyle>
            <a:lvl1pPr lvl="0" rtl="0">
              <a:spcBef>
                <a:spcPts val="0"/>
              </a:spcBef>
              <a:spcAft>
                <a:spcPts val="0"/>
              </a:spcAft>
              <a:buClr>
                <a:schemeClr val="lt1"/>
              </a:buClr>
              <a:buSzPts val="3400"/>
              <a:buNone/>
              <a:defRPr>
                <a:solidFill>
                  <a:schemeClr val="lt1"/>
                </a:solidFill>
              </a:defRPr>
            </a:lvl1pPr>
            <a:lvl2pPr lvl="1" rtl="0">
              <a:spcBef>
                <a:spcPts val="0"/>
              </a:spcBef>
              <a:spcAft>
                <a:spcPts val="0"/>
              </a:spcAft>
              <a:buClr>
                <a:schemeClr val="lt1"/>
              </a:buClr>
              <a:buSzPts val="2800"/>
              <a:buNone/>
              <a:defRPr>
                <a:solidFill>
                  <a:schemeClr val="lt1"/>
                </a:solidFill>
              </a:defRPr>
            </a:lvl2pPr>
            <a:lvl3pPr lvl="2" rtl="0">
              <a:spcBef>
                <a:spcPts val="0"/>
              </a:spcBef>
              <a:spcAft>
                <a:spcPts val="0"/>
              </a:spcAft>
              <a:buClr>
                <a:schemeClr val="lt1"/>
              </a:buClr>
              <a:buSzPts val="2800"/>
              <a:buNone/>
              <a:defRPr>
                <a:solidFill>
                  <a:schemeClr val="lt1"/>
                </a:solidFill>
              </a:defRPr>
            </a:lvl3pPr>
            <a:lvl4pPr lvl="3" rtl="0">
              <a:spcBef>
                <a:spcPts val="0"/>
              </a:spcBef>
              <a:spcAft>
                <a:spcPts val="0"/>
              </a:spcAft>
              <a:buClr>
                <a:schemeClr val="lt1"/>
              </a:buClr>
              <a:buSzPts val="2800"/>
              <a:buNone/>
              <a:defRPr>
                <a:solidFill>
                  <a:schemeClr val="lt1"/>
                </a:solidFill>
              </a:defRPr>
            </a:lvl4pPr>
            <a:lvl5pPr lvl="4" rtl="0">
              <a:spcBef>
                <a:spcPts val="0"/>
              </a:spcBef>
              <a:spcAft>
                <a:spcPts val="0"/>
              </a:spcAft>
              <a:buClr>
                <a:schemeClr val="lt1"/>
              </a:buClr>
              <a:buSzPts val="2800"/>
              <a:buNone/>
              <a:defRPr>
                <a:solidFill>
                  <a:schemeClr val="lt1"/>
                </a:solidFill>
              </a:defRPr>
            </a:lvl5pPr>
            <a:lvl6pPr lvl="5" rtl="0">
              <a:spcBef>
                <a:spcPts val="0"/>
              </a:spcBef>
              <a:spcAft>
                <a:spcPts val="0"/>
              </a:spcAft>
              <a:buClr>
                <a:schemeClr val="lt1"/>
              </a:buClr>
              <a:buSzPts val="2800"/>
              <a:buNone/>
              <a:defRPr>
                <a:solidFill>
                  <a:schemeClr val="lt1"/>
                </a:solidFill>
              </a:defRPr>
            </a:lvl6pPr>
            <a:lvl7pPr lvl="6" rtl="0">
              <a:spcBef>
                <a:spcPts val="0"/>
              </a:spcBef>
              <a:spcAft>
                <a:spcPts val="0"/>
              </a:spcAft>
              <a:buClr>
                <a:schemeClr val="lt1"/>
              </a:buClr>
              <a:buSzPts val="2800"/>
              <a:buNone/>
              <a:defRPr>
                <a:solidFill>
                  <a:schemeClr val="lt1"/>
                </a:solidFill>
              </a:defRPr>
            </a:lvl7pPr>
            <a:lvl8pPr lvl="7" rtl="0">
              <a:spcBef>
                <a:spcPts val="0"/>
              </a:spcBef>
              <a:spcAft>
                <a:spcPts val="0"/>
              </a:spcAft>
              <a:buClr>
                <a:schemeClr val="lt1"/>
              </a:buClr>
              <a:buSzPts val="2800"/>
              <a:buNone/>
              <a:defRPr>
                <a:solidFill>
                  <a:schemeClr val="lt1"/>
                </a:solidFill>
              </a:defRPr>
            </a:lvl8pPr>
            <a:lvl9pPr lvl="8" rtl="0">
              <a:spcBef>
                <a:spcPts val="0"/>
              </a:spcBef>
              <a:spcAft>
                <a:spcPts val="0"/>
              </a:spcAft>
              <a:buClr>
                <a:schemeClr val="lt1"/>
              </a:buClr>
              <a:buSzPts val="2800"/>
              <a:buNone/>
              <a:defRPr>
                <a:solidFill>
                  <a:schemeClr val="lt1"/>
                </a:solidFill>
              </a:defRPr>
            </a:lvl9pPr>
          </a:lstStyle>
          <a:p>
            <a:endParaRPr/>
          </a:p>
        </p:txBody>
      </p:sp>
      <p:sp>
        <p:nvSpPr>
          <p:cNvPr id="177" name="Google Shape;177;p20"/>
          <p:cNvSpPr txBox="1">
            <a:spLocks noGrp="1"/>
          </p:cNvSpPr>
          <p:nvPr>
            <p:ph type="body" idx="1"/>
          </p:nvPr>
        </p:nvSpPr>
        <p:spPr>
          <a:xfrm>
            <a:off x="3418650" y="589300"/>
            <a:ext cx="5158200" cy="4039500"/>
          </a:xfrm>
          <a:prstGeom prst="rect">
            <a:avLst/>
          </a:prstGeom>
        </p:spPr>
        <p:txBody>
          <a:bodyPr spcFirstLastPara="1" wrap="square" lIns="0" tIns="0" rIns="0" bIns="0" anchor="t" anchorCtr="0">
            <a:normAutofit/>
          </a:bodyPr>
          <a:lstStyle>
            <a:lvl1pPr marL="457200" lvl="0" indent="-330200" rtl="0">
              <a:spcBef>
                <a:spcPts val="0"/>
              </a:spcBef>
              <a:spcAft>
                <a:spcPts val="0"/>
              </a:spcAft>
              <a:buSzPts val="1600"/>
              <a:buChar char="■"/>
              <a:defRPr/>
            </a:lvl1pPr>
            <a:lvl2pPr marL="914400" lvl="1" indent="-317500" rtl="0">
              <a:spcBef>
                <a:spcPts val="0"/>
              </a:spcBef>
              <a:spcAft>
                <a:spcPts val="0"/>
              </a:spcAft>
              <a:buSzPts val="1400"/>
              <a:buChar char="■"/>
              <a:defRPr/>
            </a:lvl2pPr>
            <a:lvl3pPr marL="1371600" lvl="2" indent="-317500" rtl="0">
              <a:spcBef>
                <a:spcPts val="0"/>
              </a:spcBef>
              <a:spcAft>
                <a:spcPts val="0"/>
              </a:spcAft>
              <a:buSzPts val="1400"/>
              <a:buChar char="■"/>
              <a:defRPr/>
            </a:lvl3pPr>
            <a:lvl4pPr marL="1828800" lvl="3" indent="-317500" rtl="0">
              <a:spcBef>
                <a:spcPts val="0"/>
              </a:spcBef>
              <a:spcAft>
                <a:spcPts val="0"/>
              </a:spcAft>
              <a:buSzPts val="1400"/>
              <a:buChar char="●"/>
              <a:defRPr/>
            </a:lvl4pPr>
            <a:lvl5pPr marL="2286000" lvl="4" indent="-317500" rtl="0">
              <a:spcBef>
                <a:spcPts val="0"/>
              </a:spcBef>
              <a:spcAft>
                <a:spcPts val="0"/>
              </a:spcAft>
              <a:buSzPts val="1400"/>
              <a:buChar char="○"/>
              <a:defRPr/>
            </a:lvl5pPr>
            <a:lvl6pPr marL="2743200" lvl="5" indent="-317500" rtl="0">
              <a:spcBef>
                <a:spcPts val="0"/>
              </a:spcBef>
              <a:spcAft>
                <a:spcPts val="0"/>
              </a:spcAft>
              <a:buSzPts val="1400"/>
              <a:buChar char="■"/>
              <a:defRPr/>
            </a:lvl6pPr>
            <a:lvl7pPr marL="3200400" lvl="6" indent="-317500" rtl="0">
              <a:spcBef>
                <a:spcPts val="0"/>
              </a:spcBef>
              <a:spcAft>
                <a:spcPts val="0"/>
              </a:spcAft>
              <a:buSzPts val="1400"/>
              <a:buChar char="●"/>
              <a:defRPr/>
            </a:lvl7pPr>
            <a:lvl8pPr marL="3657600" lvl="7" indent="-317500" rtl="0">
              <a:spcBef>
                <a:spcPts val="0"/>
              </a:spcBef>
              <a:spcAft>
                <a:spcPts val="0"/>
              </a:spcAft>
              <a:buSzPts val="1400"/>
              <a:buChar char="○"/>
              <a:defRPr/>
            </a:lvl8pPr>
            <a:lvl9pPr marL="4114800" lvl="8" indent="-317500" rtl="0">
              <a:spcBef>
                <a:spcPts val="0"/>
              </a:spcBef>
              <a:spcAft>
                <a:spcPts val="0"/>
              </a:spcAft>
              <a:buSzPts val="1400"/>
              <a:buChar char="■"/>
              <a:defRPr/>
            </a:lvl9pPr>
          </a:lstStyle>
          <a:p>
            <a:endParaRPr/>
          </a:p>
        </p:txBody>
      </p:sp>
      <p:grpSp>
        <p:nvGrpSpPr>
          <p:cNvPr id="178" name="Google Shape;178;p20"/>
          <p:cNvGrpSpPr/>
          <p:nvPr/>
        </p:nvGrpSpPr>
        <p:grpSpPr>
          <a:xfrm>
            <a:off x="681451" y="2763118"/>
            <a:ext cx="1623840" cy="2574893"/>
            <a:chOff x="6107675" y="855075"/>
            <a:chExt cx="1274200" cy="2020475"/>
          </a:xfrm>
        </p:grpSpPr>
        <p:sp>
          <p:nvSpPr>
            <p:cNvPr id="179" name="Google Shape;179;p20"/>
            <p:cNvSpPr/>
            <p:nvPr/>
          </p:nvSpPr>
          <p:spPr>
            <a:xfrm>
              <a:off x="6534950" y="1282325"/>
              <a:ext cx="419675" cy="1593225"/>
            </a:xfrm>
            <a:custGeom>
              <a:avLst/>
              <a:gdLst/>
              <a:ahLst/>
              <a:cxnLst/>
              <a:rect l="l" t="t" r="r" b="b"/>
              <a:pathLst>
                <a:path w="16787" h="63729" extrusionOk="0">
                  <a:moveTo>
                    <a:pt x="7520" y="0"/>
                  </a:moveTo>
                  <a:lnTo>
                    <a:pt x="6684" y="152"/>
                  </a:lnTo>
                  <a:lnTo>
                    <a:pt x="5925" y="380"/>
                  </a:lnTo>
                  <a:lnTo>
                    <a:pt x="5165" y="684"/>
                  </a:lnTo>
                  <a:lnTo>
                    <a:pt x="4406" y="988"/>
                  </a:lnTo>
                  <a:lnTo>
                    <a:pt x="3722" y="1443"/>
                  </a:lnTo>
                  <a:lnTo>
                    <a:pt x="3038" y="1899"/>
                  </a:lnTo>
                  <a:lnTo>
                    <a:pt x="2431" y="2431"/>
                  </a:lnTo>
                  <a:lnTo>
                    <a:pt x="1899" y="3039"/>
                  </a:lnTo>
                  <a:lnTo>
                    <a:pt x="1443" y="3722"/>
                  </a:lnTo>
                  <a:lnTo>
                    <a:pt x="988" y="4406"/>
                  </a:lnTo>
                  <a:lnTo>
                    <a:pt x="684" y="5089"/>
                  </a:lnTo>
                  <a:lnTo>
                    <a:pt x="380" y="5925"/>
                  </a:lnTo>
                  <a:lnTo>
                    <a:pt x="152" y="6684"/>
                  </a:lnTo>
                  <a:lnTo>
                    <a:pt x="76" y="7520"/>
                  </a:lnTo>
                  <a:lnTo>
                    <a:pt x="0" y="8356"/>
                  </a:lnTo>
                  <a:lnTo>
                    <a:pt x="0" y="63728"/>
                  </a:lnTo>
                  <a:lnTo>
                    <a:pt x="988" y="63728"/>
                  </a:lnTo>
                  <a:lnTo>
                    <a:pt x="988" y="8356"/>
                  </a:lnTo>
                  <a:lnTo>
                    <a:pt x="988" y="7596"/>
                  </a:lnTo>
                  <a:lnTo>
                    <a:pt x="1140" y="6912"/>
                  </a:lnTo>
                  <a:lnTo>
                    <a:pt x="1291" y="6153"/>
                  </a:lnTo>
                  <a:lnTo>
                    <a:pt x="1519" y="5469"/>
                  </a:lnTo>
                  <a:lnTo>
                    <a:pt x="1899" y="4862"/>
                  </a:lnTo>
                  <a:lnTo>
                    <a:pt x="2203" y="4254"/>
                  </a:lnTo>
                  <a:lnTo>
                    <a:pt x="2659" y="3646"/>
                  </a:lnTo>
                  <a:lnTo>
                    <a:pt x="3114" y="3115"/>
                  </a:lnTo>
                  <a:lnTo>
                    <a:pt x="3646" y="2659"/>
                  </a:lnTo>
                  <a:lnTo>
                    <a:pt x="4254" y="2203"/>
                  </a:lnTo>
                  <a:lnTo>
                    <a:pt x="4861" y="1823"/>
                  </a:lnTo>
                  <a:lnTo>
                    <a:pt x="5545" y="1519"/>
                  </a:lnTo>
                  <a:lnTo>
                    <a:pt x="6229" y="1292"/>
                  </a:lnTo>
                  <a:lnTo>
                    <a:pt x="6912" y="1064"/>
                  </a:lnTo>
                  <a:lnTo>
                    <a:pt x="7672" y="988"/>
                  </a:lnTo>
                  <a:lnTo>
                    <a:pt x="9191" y="988"/>
                  </a:lnTo>
                  <a:lnTo>
                    <a:pt x="9875" y="1064"/>
                  </a:lnTo>
                  <a:lnTo>
                    <a:pt x="10634" y="1292"/>
                  </a:lnTo>
                  <a:lnTo>
                    <a:pt x="11318" y="1519"/>
                  </a:lnTo>
                  <a:lnTo>
                    <a:pt x="11925" y="1823"/>
                  </a:lnTo>
                  <a:lnTo>
                    <a:pt x="12533" y="2203"/>
                  </a:lnTo>
                  <a:lnTo>
                    <a:pt x="13141" y="2659"/>
                  </a:lnTo>
                  <a:lnTo>
                    <a:pt x="13672" y="3115"/>
                  </a:lnTo>
                  <a:lnTo>
                    <a:pt x="14128" y="3646"/>
                  </a:lnTo>
                  <a:lnTo>
                    <a:pt x="14584" y="4254"/>
                  </a:lnTo>
                  <a:lnTo>
                    <a:pt x="14964" y="4862"/>
                  </a:lnTo>
                  <a:lnTo>
                    <a:pt x="15268" y="5469"/>
                  </a:lnTo>
                  <a:lnTo>
                    <a:pt x="15495" y="6153"/>
                  </a:lnTo>
                  <a:lnTo>
                    <a:pt x="15723" y="6912"/>
                  </a:lnTo>
                  <a:lnTo>
                    <a:pt x="15799" y="7596"/>
                  </a:lnTo>
                  <a:lnTo>
                    <a:pt x="15875" y="8356"/>
                  </a:lnTo>
                  <a:lnTo>
                    <a:pt x="15875" y="63728"/>
                  </a:lnTo>
                  <a:lnTo>
                    <a:pt x="16787" y="63728"/>
                  </a:lnTo>
                  <a:lnTo>
                    <a:pt x="16787" y="8356"/>
                  </a:lnTo>
                  <a:lnTo>
                    <a:pt x="16787" y="7520"/>
                  </a:lnTo>
                  <a:lnTo>
                    <a:pt x="16635" y="6684"/>
                  </a:lnTo>
                  <a:lnTo>
                    <a:pt x="16407" y="5925"/>
                  </a:lnTo>
                  <a:lnTo>
                    <a:pt x="16103" y="5089"/>
                  </a:lnTo>
                  <a:lnTo>
                    <a:pt x="15799" y="4406"/>
                  </a:lnTo>
                  <a:lnTo>
                    <a:pt x="15344" y="3722"/>
                  </a:lnTo>
                  <a:lnTo>
                    <a:pt x="14888" y="3039"/>
                  </a:lnTo>
                  <a:lnTo>
                    <a:pt x="14356" y="2431"/>
                  </a:lnTo>
                  <a:lnTo>
                    <a:pt x="13748" y="1899"/>
                  </a:lnTo>
                  <a:lnTo>
                    <a:pt x="13065" y="1443"/>
                  </a:lnTo>
                  <a:lnTo>
                    <a:pt x="12381" y="988"/>
                  </a:lnTo>
                  <a:lnTo>
                    <a:pt x="11698" y="684"/>
                  </a:lnTo>
                  <a:lnTo>
                    <a:pt x="10862" y="380"/>
                  </a:lnTo>
                  <a:lnTo>
                    <a:pt x="10102" y="152"/>
                  </a:lnTo>
                  <a:lnTo>
                    <a:pt x="9267" y="0"/>
                  </a:lnTo>
                  <a:close/>
                </a:path>
              </a:pathLst>
            </a:custGeom>
            <a:solidFill>
              <a:srgbClr val="FFB7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 name="Google Shape;180;p20"/>
            <p:cNvSpPr/>
            <p:nvPr/>
          </p:nvSpPr>
          <p:spPr>
            <a:xfrm>
              <a:off x="6392525" y="1139900"/>
              <a:ext cx="704525" cy="1735650"/>
            </a:xfrm>
            <a:custGeom>
              <a:avLst/>
              <a:gdLst/>
              <a:ahLst/>
              <a:cxnLst/>
              <a:rect l="l" t="t" r="r" b="b"/>
              <a:pathLst>
                <a:path w="28181" h="69426" extrusionOk="0">
                  <a:moveTo>
                    <a:pt x="14128" y="1"/>
                  </a:moveTo>
                  <a:lnTo>
                    <a:pt x="12685" y="76"/>
                  </a:lnTo>
                  <a:lnTo>
                    <a:pt x="11242" y="304"/>
                  </a:lnTo>
                  <a:lnTo>
                    <a:pt x="9875" y="608"/>
                  </a:lnTo>
                  <a:lnTo>
                    <a:pt x="8584" y="1064"/>
                  </a:lnTo>
                  <a:lnTo>
                    <a:pt x="7368" y="1672"/>
                  </a:lnTo>
                  <a:lnTo>
                    <a:pt x="6229" y="2431"/>
                  </a:lnTo>
                  <a:lnTo>
                    <a:pt x="5166" y="3191"/>
                  </a:lnTo>
                  <a:lnTo>
                    <a:pt x="4102" y="4102"/>
                  </a:lnTo>
                  <a:lnTo>
                    <a:pt x="3191" y="5090"/>
                  </a:lnTo>
                  <a:lnTo>
                    <a:pt x="2431" y="6229"/>
                  </a:lnTo>
                  <a:lnTo>
                    <a:pt x="1671" y="7368"/>
                  </a:lnTo>
                  <a:lnTo>
                    <a:pt x="1140" y="8584"/>
                  </a:lnTo>
                  <a:lnTo>
                    <a:pt x="608" y="9875"/>
                  </a:lnTo>
                  <a:lnTo>
                    <a:pt x="304" y="11242"/>
                  </a:lnTo>
                  <a:lnTo>
                    <a:pt x="76" y="12685"/>
                  </a:lnTo>
                  <a:lnTo>
                    <a:pt x="0" y="14053"/>
                  </a:lnTo>
                  <a:lnTo>
                    <a:pt x="0" y="69425"/>
                  </a:lnTo>
                  <a:lnTo>
                    <a:pt x="988" y="69425"/>
                  </a:lnTo>
                  <a:lnTo>
                    <a:pt x="988" y="14053"/>
                  </a:lnTo>
                  <a:lnTo>
                    <a:pt x="988" y="12761"/>
                  </a:lnTo>
                  <a:lnTo>
                    <a:pt x="1216" y="11470"/>
                  </a:lnTo>
                  <a:lnTo>
                    <a:pt x="1520" y="10179"/>
                  </a:lnTo>
                  <a:lnTo>
                    <a:pt x="1975" y="8963"/>
                  </a:lnTo>
                  <a:lnTo>
                    <a:pt x="2507" y="7824"/>
                  </a:lnTo>
                  <a:lnTo>
                    <a:pt x="3191" y="6761"/>
                  </a:lnTo>
                  <a:lnTo>
                    <a:pt x="3950" y="5697"/>
                  </a:lnTo>
                  <a:lnTo>
                    <a:pt x="4786" y="4786"/>
                  </a:lnTo>
                  <a:lnTo>
                    <a:pt x="5773" y="3950"/>
                  </a:lnTo>
                  <a:lnTo>
                    <a:pt x="6761" y="3191"/>
                  </a:lnTo>
                  <a:lnTo>
                    <a:pt x="7824" y="2507"/>
                  </a:lnTo>
                  <a:lnTo>
                    <a:pt x="8963" y="1975"/>
                  </a:lnTo>
                  <a:lnTo>
                    <a:pt x="10179" y="1520"/>
                  </a:lnTo>
                  <a:lnTo>
                    <a:pt x="11470" y="1216"/>
                  </a:lnTo>
                  <a:lnTo>
                    <a:pt x="12761" y="988"/>
                  </a:lnTo>
                  <a:lnTo>
                    <a:pt x="14128" y="912"/>
                  </a:lnTo>
                  <a:lnTo>
                    <a:pt x="15420" y="988"/>
                  </a:lnTo>
                  <a:lnTo>
                    <a:pt x="16711" y="1216"/>
                  </a:lnTo>
                  <a:lnTo>
                    <a:pt x="18002" y="1520"/>
                  </a:lnTo>
                  <a:lnTo>
                    <a:pt x="19218" y="1975"/>
                  </a:lnTo>
                  <a:lnTo>
                    <a:pt x="20357" y="2507"/>
                  </a:lnTo>
                  <a:lnTo>
                    <a:pt x="21420" y="3191"/>
                  </a:lnTo>
                  <a:lnTo>
                    <a:pt x="22484" y="3950"/>
                  </a:lnTo>
                  <a:lnTo>
                    <a:pt x="23395" y="4786"/>
                  </a:lnTo>
                  <a:lnTo>
                    <a:pt x="24231" y="5697"/>
                  </a:lnTo>
                  <a:lnTo>
                    <a:pt x="24990" y="6761"/>
                  </a:lnTo>
                  <a:lnTo>
                    <a:pt x="25674" y="7824"/>
                  </a:lnTo>
                  <a:lnTo>
                    <a:pt x="26206" y="8963"/>
                  </a:lnTo>
                  <a:lnTo>
                    <a:pt x="26661" y="10179"/>
                  </a:lnTo>
                  <a:lnTo>
                    <a:pt x="26965" y="11470"/>
                  </a:lnTo>
                  <a:lnTo>
                    <a:pt x="27193" y="12761"/>
                  </a:lnTo>
                  <a:lnTo>
                    <a:pt x="27269" y="14053"/>
                  </a:lnTo>
                  <a:lnTo>
                    <a:pt x="27269" y="69425"/>
                  </a:lnTo>
                  <a:lnTo>
                    <a:pt x="28180" y="69425"/>
                  </a:lnTo>
                  <a:lnTo>
                    <a:pt x="28180" y="14053"/>
                  </a:lnTo>
                  <a:lnTo>
                    <a:pt x="28105" y="12685"/>
                  </a:lnTo>
                  <a:lnTo>
                    <a:pt x="27877" y="11242"/>
                  </a:lnTo>
                  <a:lnTo>
                    <a:pt x="27573" y="9875"/>
                  </a:lnTo>
                  <a:lnTo>
                    <a:pt x="27117" y="8584"/>
                  </a:lnTo>
                  <a:lnTo>
                    <a:pt x="26509" y="7368"/>
                  </a:lnTo>
                  <a:lnTo>
                    <a:pt x="25826" y="6229"/>
                  </a:lnTo>
                  <a:lnTo>
                    <a:pt x="24990" y="5090"/>
                  </a:lnTo>
                  <a:lnTo>
                    <a:pt x="24079" y="4102"/>
                  </a:lnTo>
                  <a:lnTo>
                    <a:pt x="23091" y="3191"/>
                  </a:lnTo>
                  <a:lnTo>
                    <a:pt x="21952" y="2431"/>
                  </a:lnTo>
                  <a:lnTo>
                    <a:pt x="20813" y="1672"/>
                  </a:lnTo>
                  <a:lnTo>
                    <a:pt x="19597" y="1064"/>
                  </a:lnTo>
                  <a:lnTo>
                    <a:pt x="18306" y="608"/>
                  </a:lnTo>
                  <a:lnTo>
                    <a:pt x="16939" y="304"/>
                  </a:lnTo>
                  <a:lnTo>
                    <a:pt x="15572" y="76"/>
                  </a:lnTo>
                  <a:lnTo>
                    <a:pt x="14128"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 name="Google Shape;181;p20"/>
            <p:cNvSpPr/>
            <p:nvPr/>
          </p:nvSpPr>
          <p:spPr>
            <a:xfrm>
              <a:off x="6250100" y="997475"/>
              <a:ext cx="989375" cy="1878075"/>
            </a:xfrm>
            <a:custGeom>
              <a:avLst/>
              <a:gdLst/>
              <a:ahLst/>
              <a:cxnLst/>
              <a:rect l="l" t="t" r="r" b="b"/>
              <a:pathLst>
                <a:path w="39575" h="75123" extrusionOk="0">
                  <a:moveTo>
                    <a:pt x="18762" y="1"/>
                  </a:moveTo>
                  <a:lnTo>
                    <a:pt x="17775" y="77"/>
                  </a:lnTo>
                  <a:lnTo>
                    <a:pt x="16787" y="229"/>
                  </a:lnTo>
                  <a:lnTo>
                    <a:pt x="15800" y="381"/>
                  </a:lnTo>
                  <a:lnTo>
                    <a:pt x="14888" y="608"/>
                  </a:lnTo>
                  <a:lnTo>
                    <a:pt x="13901" y="912"/>
                  </a:lnTo>
                  <a:lnTo>
                    <a:pt x="12989" y="1216"/>
                  </a:lnTo>
                  <a:lnTo>
                    <a:pt x="12078" y="1520"/>
                  </a:lnTo>
                  <a:lnTo>
                    <a:pt x="11242" y="1976"/>
                  </a:lnTo>
                  <a:lnTo>
                    <a:pt x="10331" y="2355"/>
                  </a:lnTo>
                  <a:lnTo>
                    <a:pt x="9571" y="2887"/>
                  </a:lnTo>
                  <a:lnTo>
                    <a:pt x="8736" y="3343"/>
                  </a:lnTo>
                  <a:lnTo>
                    <a:pt x="7976" y="3951"/>
                  </a:lnTo>
                  <a:lnTo>
                    <a:pt x="7217" y="4482"/>
                  </a:lnTo>
                  <a:lnTo>
                    <a:pt x="5773" y="5773"/>
                  </a:lnTo>
                  <a:lnTo>
                    <a:pt x="4558" y="7217"/>
                  </a:lnTo>
                  <a:lnTo>
                    <a:pt x="3950" y="7976"/>
                  </a:lnTo>
                  <a:lnTo>
                    <a:pt x="3343" y="8736"/>
                  </a:lnTo>
                  <a:lnTo>
                    <a:pt x="2887" y="9495"/>
                  </a:lnTo>
                  <a:lnTo>
                    <a:pt x="2355" y="10331"/>
                  </a:lnTo>
                  <a:lnTo>
                    <a:pt x="1976" y="11242"/>
                  </a:lnTo>
                  <a:lnTo>
                    <a:pt x="1520" y="12078"/>
                  </a:lnTo>
                  <a:lnTo>
                    <a:pt x="1216" y="12989"/>
                  </a:lnTo>
                  <a:lnTo>
                    <a:pt x="912" y="13901"/>
                  </a:lnTo>
                  <a:lnTo>
                    <a:pt x="608" y="14812"/>
                  </a:lnTo>
                  <a:lnTo>
                    <a:pt x="380" y="15800"/>
                  </a:lnTo>
                  <a:lnTo>
                    <a:pt x="229" y="16787"/>
                  </a:lnTo>
                  <a:lnTo>
                    <a:pt x="77" y="17775"/>
                  </a:lnTo>
                  <a:lnTo>
                    <a:pt x="1" y="18762"/>
                  </a:lnTo>
                  <a:lnTo>
                    <a:pt x="1" y="19750"/>
                  </a:lnTo>
                  <a:lnTo>
                    <a:pt x="1" y="75122"/>
                  </a:lnTo>
                  <a:lnTo>
                    <a:pt x="988" y="75122"/>
                  </a:lnTo>
                  <a:lnTo>
                    <a:pt x="988" y="19750"/>
                  </a:lnTo>
                  <a:lnTo>
                    <a:pt x="988" y="18838"/>
                  </a:lnTo>
                  <a:lnTo>
                    <a:pt x="1064" y="17851"/>
                  </a:lnTo>
                  <a:lnTo>
                    <a:pt x="1140" y="16939"/>
                  </a:lnTo>
                  <a:lnTo>
                    <a:pt x="1368" y="16028"/>
                  </a:lnTo>
                  <a:lnTo>
                    <a:pt x="1520" y="15116"/>
                  </a:lnTo>
                  <a:lnTo>
                    <a:pt x="1824" y="14205"/>
                  </a:lnTo>
                  <a:lnTo>
                    <a:pt x="2127" y="13293"/>
                  </a:lnTo>
                  <a:lnTo>
                    <a:pt x="2431" y="12458"/>
                  </a:lnTo>
                  <a:lnTo>
                    <a:pt x="3267" y="10787"/>
                  </a:lnTo>
                  <a:lnTo>
                    <a:pt x="4178" y="9268"/>
                  </a:lnTo>
                  <a:lnTo>
                    <a:pt x="5242" y="7824"/>
                  </a:lnTo>
                  <a:lnTo>
                    <a:pt x="6457" y="6457"/>
                  </a:lnTo>
                  <a:lnTo>
                    <a:pt x="7824" y="5242"/>
                  </a:lnTo>
                  <a:lnTo>
                    <a:pt x="9267" y="4178"/>
                  </a:lnTo>
                  <a:lnTo>
                    <a:pt x="10787" y="3191"/>
                  </a:lnTo>
                  <a:lnTo>
                    <a:pt x="12458" y="2431"/>
                  </a:lnTo>
                  <a:lnTo>
                    <a:pt x="13293" y="2052"/>
                  </a:lnTo>
                  <a:lnTo>
                    <a:pt x="14205" y="1824"/>
                  </a:lnTo>
                  <a:lnTo>
                    <a:pt x="15116" y="1520"/>
                  </a:lnTo>
                  <a:lnTo>
                    <a:pt x="16028" y="1292"/>
                  </a:lnTo>
                  <a:lnTo>
                    <a:pt x="16939" y="1140"/>
                  </a:lnTo>
                  <a:lnTo>
                    <a:pt x="17851" y="1064"/>
                  </a:lnTo>
                  <a:lnTo>
                    <a:pt x="18838" y="988"/>
                  </a:lnTo>
                  <a:lnTo>
                    <a:pt x="19825" y="912"/>
                  </a:lnTo>
                  <a:lnTo>
                    <a:pt x="20737" y="988"/>
                  </a:lnTo>
                  <a:lnTo>
                    <a:pt x="21724" y="1064"/>
                  </a:lnTo>
                  <a:lnTo>
                    <a:pt x="22636" y="1140"/>
                  </a:lnTo>
                  <a:lnTo>
                    <a:pt x="23623" y="1292"/>
                  </a:lnTo>
                  <a:lnTo>
                    <a:pt x="24535" y="1520"/>
                  </a:lnTo>
                  <a:lnTo>
                    <a:pt x="25370" y="1824"/>
                  </a:lnTo>
                  <a:lnTo>
                    <a:pt x="26282" y="2052"/>
                  </a:lnTo>
                  <a:lnTo>
                    <a:pt x="27117" y="2431"/>
                  </a:lnTo>
                  <a:lnTo>
                    <a:pt x="28788" y="3191"/>
                  </a:lnTo>
                  <a:lnTo>
                    <a:pt x="30307" y="4178"/>
                  </a:lnTo>
                  <a:lnTo>
                    <a:pt x="31751" y="5242"/>
                  </a:lnTo>
                  <a:lnTo>
                    <a:pt x="33118" y="6457"/>
                  </a:lnTo>
                  <a:lnTo>
                    <a:pt x="34333" y="7824"/>
                  </a:lnTo>
                  <a:lnTo>
                    <a:pt x="35397" y="9268"/>
                  </a:lnTo>
                  <a:lnTo>
                    <a:pt x="36384" y="10787"/>
                  </a:lnTo>
                  <a:lnTo>
                    <a:pt x="37144" y="12458"/>
                  </a:lnTo>
                  <a:lnTo>
                    <a:pt x="37523" y="13293"/>
                  </a:lnTo>
                  <a:lnTo>
                    <a:pt x="37827" y="14205"/>
                  </a:lnTo>
                  <a:lnTo>
                    <a:pt x="38055" y="15116"/>
                  </a:lnTo>
                  <a:lnTo>
                    <a:pt x="38283" y="16028"/>
                  </a:lnTo>
                  <a:lnTo>
                    <a:pt x="38435" y="16939"/>
                  </a:lnTo>
                  <a:lnTo>
                    <a:pt x="38511" y="17851"/>
                  </a:lnTo>
                  <a:lnTo>
                    <a:pt x="38587" y="18838"/>
                  </a:lnTo>
                  <a:lnTo>
                    <a:pt x="38663" y="19750"/>
                  </a:lnTo>
                  <a:lnTo>
                    <a:pt x="38663" y="75122"/>
                  </a:lnTo>
                  <a:lnTo>
                    <a:pt x="39574" y="75122"/>
                  </a:lnTo>
                  <a:lnTo>
                    <a:pt x="39574" y="19750"/>
                  </a:lnTo>
                  <a:lnTo>
                    <a:pt x="39574" y="18762"/>
                  </a:lnTo>
                  <a:lnTo>
                    <a:pt x="39498" y="17775"/>
                  </a:lnTo>
                  <a:lnTo>
                    <a:pt x="39346" y="16787"/>
                  </a:lnTo>
                  <a:lnTo>
                    <a:pt x="39194" y="15800"/>
                  </a:lnTo>
                  <a:lnTo>
                    <a:pt x="38967" y="14812"/>
                  </a:lnTo>
                  <a:lnTo>
                    <a:pt x="38739" y="13901"/>
                  </a:lnTo>
                  <a:lnTo>
                    <a:pt x="38435" y="12989"/>
                  </a:lnTo>
                  <a:lnTo>
                    <a:pt x="38055" y="12078"/>
                  </a:lnTo>
                  <a:lnTo>
                    <a:pt x="37675" y="11242"/>
                  </a:lnTo>
                  <a:lnTo>
                    <a:pt x="37220" y="10331"/>
                  </a:lnTo>
                  <a:lnTo>
                    <a:pt x="36764" y="9495"/>
                  </a:lnTo>
                  <a:lnTo>
                    <a:pt x="36232" y="8736"/>
                  </a:lnTo>
                  <a:lnTo>
                    <a:pt x="35624" y="7976"/>
                  </a:lnTo>
                  <a:lnTo>
                    <a:pt x="35093" y="7217"/>
                  </a:lnTo>
                  <a:lnTo>
                    <a:pt x="33802" y="5773"/>
                  </a:lnTo>
                  <a:lnTo>
                    <a:pt x="32358" y="4482"/>
                  </a:lnTo>
                  <a:lnTo>
                    <a:pt x="31675" y="3951"/>
                  </a:lnTo>
                  <a:lnTo>
                    <a:pt x="30839" y="3343"/>
                  </a:lnTo>
                  <a:lnTo>
                    <a:pt x="30080" y="2887"/>
                  </a:lnTo>
                  <a:lnTo>
                    <a:pt x="29244" y="2355"/>
                  </a:lnTo>
                  <a:lnTo>
                    <a:pt x="28409" y="1976"/>
                  </a:lnTo>
                  <a:lnTo>
                    <a:pt x="27497" y="1520"/>
                  </a:lnTo>
                  <a:lnTo>
                    <a:pt x="26586" y="1216"/>
                  </a:lnTo>
                  <a:lnTo>
                    <a:pt x="25674" y="912"/>
                  </a:lnTo>
                  <a:lnTo>
                    <a:pt x="24763" y="608"/>
                  </a:lnTo>
                  <a:lnTo>
                    <a:pt x="23775" y="381"/>
                  </a:lnTo>
                  <a:lnTo>
                    <a:pt x="22788" y="229"/>
                  </a:lnTo>
                  <a:lnTo>
                    <a:pt x="21800" y="77"/>
                  </a:lnTo>
                  <a:lnTo>
                    <a:pt x="20813" y="1"/>
                  </a:lnTo>
                  <a:close/>
                </a:path>
              </a:pathLst>
            </a:custGeom>
            <a:solidFill>
              <a:srgbClr val="D2FF1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 name="Google Shape;182;p20"/>
            <p:cNvSpPr/>
            <p:nvPr/>
          </p:nvSpPr>
          <p:spPr>
            <a:xfrm>
              <a:off x="6107675" y="855075"/>
              <a:ext cx="1274200" cy="2020475"/>
            </a:xfrm>
            <a:custGeom>
              <a:avLst/>
              <a:gdLst/>
              <a:ahLst/>
              <a:cxnLst/>
              <a:rect l="l" t="t" r="r" b="b"/>
              <a:pathLst>
                <a:path w="50968" h="80819" extrusionOk="0">
                  <a:moveTo>
                    <a:pt x="24155" y="0"/>
                  </a:moveTo>
                  <a:lnTo>
                    <a:pt x="22864" y="76"/>
                  </a:lnTo>
                  <a:lnTo>
                    <a:pt x="21649" y="304"/>
                  </a:lnTo>
                  <a:lnTo>
                    <a:pt x="20357" y="532"/>
                  </a:lnTo>
                  <a:lnTo>
                    <a:pt x="19142" y="760"/>
                  </a:lnTo>
                  <a:lnTo>
                    <a:pt x="17927" y="1139"/>
                  </a:lnTo>
                  <a:lnTo>
                    <a:pt x="16711" y="1519"/>
                  </a:lnTo>
                  <a:lnTo>
                    <a:pt x="15572" y="1975"/>
                  </a:lnTo>
                  <a:lnTo>
                    <a:pt x="14433" y="2507"/>
                  </a:lnTo>
                  <a:lnTo>
                    <a:pt x="13369" y="3038"/>
                  </a:lnTo>
                  <a:lnTo>
                    <a:pt x="12306" y="3646"/>
                  </a:lnTo>
                  <a:lnTo>
                    <a:pt x="11243" y="4330"/>
                  </a:lnTo>
                  <a:lnTo>
                    <a:pt x="10255" y="5013"/>
                  </a:lnTo>
                  <a:lnTo>
                    <a:pt x="9268" y="5773"/>
                  </a:lnTo>
                  <a:lnTo>
                    <a:pt x="8356" y="6608"/>
                  </a:lnTo>
                  <a:lnTo>
                    <a:pt x="7445" y="7444"/>
                  </a:lnTo>
                  <a:lnTo>
                    <a:pt x="6609" y="8355"/>
                  </a:lnTo>
                  <a:lnTo>
                    <a:pt x="5850" y="9267"/>
                  </a:lnTo>
                  <a:lnTo>
                    <a:pt x="5090" y="10254"/>
                  </a:lnTo>
                  <a:lnTo>
                    <a:pt x="4330" y="11242"/>
                  </a:lnTo>
                  <a:lnTo>
                    <a:pt x="3723" y="12229"/>
                  </a:lnTo>
                  <a:lnTo>
                    <a:pt x="3039" y="13368"/>
                  </a:lnTo>
                  <a:lnTo>
                    <a:pt x="2507" y="14432"/>
                  </a:lnTo>
                  <a:lnTo>
                    <a:pt x="1976" y="15571"/>
                  </a:lnTo>
                  <a:lnTo>
                    <a:pt x="1520" y="16711"/>
                  </a:lnTo>
                  <a:lnTo>
                    <a:pt x="1140" y="17926"/>
                  </a:lnTo>
                  <a:lnTo>
                    <a:pt x="760" y="19141"/>
                  </a:lnTo>
                  <a:lnTo>
                    <a:pt x="533" y="20356"/>
                  </a:lnTo>
                  <a:lnTo>
                    <a:pt x="305" y="21572"/>
                  </a:lnTo>
                  <a:lnTo>
                    <a:pt x="153" y="22863"/>
                  </a:lnTo>
                  <a:lnTo>
                    <a:pt x="1" y="24154"/>
                  </a:lnTo>
                  <a:lnTo>
                    <a:pt x="1" y="25446"/>
                  </a:lnTo>
                  <a:lnTo>
                    <a:pt x="1" y="80818"/>
                  </a:lnTo>
                  <a:lnTo>
                    <a:pt x="912" y="80818"/>
                  </a:lnTo>
                  <a:lnTo>
                    <a:pt x="912" y="25446"/>
                  </a:lnTo>
                  <a:lnTo>
                    <a:pt x="988" y="24230"/>
                  </a:lnTo>
                  <a:lnTo>
                    <a:pt x="1064" y="22939"/>
                  </a:lnTo>
                  <a:lnTo>
                    <a:pt x="1216" y="21724"/>
                  </a:lnTo>
                  <a:lnTo>
                    <a:pt x="1444" y="20508"/>
                  </a:lnTo>
                  <a:lnTo>
                    <a:pt x="1748" y="19369"/>
                  </a:lnTo>
                  <a:lnTo>
                    <a:pt x="2052" y="18154"/>
                  </a:lnTo>
                  <a:lnTo>
                    <a:pt x="2432" y="17014"/>
                  </a:lnTo>
                  <a:lnTo>
                    <a:pt x="2887" y="15951"/>
                  </a:lnTo>
                  <a:lnTo>
                    <a:pt x="3343" y="14812"/>
                  </a:lnTo>
                  <a:lnTo>
                    <a:pt x="3875" y="13824"/>
                  </a:lnTo>
                  <a:lnTo>
                    <a:pt x="4482" y="12761"/>
                  </a:lnTo>
                  <a:lnTo>
                    <a:pt x="5166" y="11773"/>
                  </a:lnTo>
                  <a:lnTo>
                    <a:pt x="5850" y="10786"/>
                  </a:lnTo>
                  <a:lnTo>
                    <a:pt x="6533" y="9874"/>
                  </a:lnTo>
                  <a:lnTo>
                    <a:pt x="7293" y="8963"/>
                  </a:lnTo>
                  <a:lnTo>
                    <a:pt x="8128" y="8127"/>
                  </a:lnTo>
                  <a:lnTo>
                    <a:pt x="8964" y="7292"/>
                  </a:lnTo>
                  <a:lnTo>
                    <a:pt x="9875" y="6532"/>
                  </a:lnTo>
                  <a:lnTo>
                    <a:pt x="10787" y="5849"/>
                  </a:lnTo>
                  <a:lnTo>
                    <a:pt x="11774" y="5165"/>
                  </a:lnTo>
                  <a:lnTo>
                    <a:pt x="12762" y="4481"/>
                  </a:lnTo>
                  <a:lnTo>
                    <a:pt x="13825" y="3874"/>
                  </a:lnTo>
                  <a:lnTo>
                    <a:pt x="14888" y="3342"/>
                  </a:lnTo>
                  <a:lnTo>
                    <a:pt x="15952" y="2886"/>
                  </a:lnTo>
                  <a:lnTo>
                    <a:pt x="17091" y="2431"/>
                  </a:lnTo>
                  <a:lnTo>
                    <a:pt x="18231" y="2051"/>
                  </a:lnTo>
                  <a:lnTo>
                    <a:pt x="19370" y="1671"/>
                  </a:lnTo>
                  <a:lnTo>
                    <a:pt x="20585" y="1443"/>
                  </a:lnTo>
                  <a:lnTo>
                    <a:pt x="21725" y="1215"/>
                  </a:lnTo>
                  <a:lnTo>
                    <a:pt x="23016" y="1063"/>
                  </a:lnTo>
                  <a:lnTo>
                    <a:pt x="24231" y="987"/>
                  </a:lnTo>
                  <a:lnTo>
                    <a:pt x="25522" y="911"/>
                  </a:lnTo>
                  <a:lnTo>
                    <a:pt x="26738" y="987"/>
                  </a:lnTo>
                  <a:lnTo>
                    <a:pt x="28029" y="1063"/>
                  </a:lnTo>
                  <a:lnTo>
                    <a:pt x="29244" y="1215"/>
                  </a:lnTo>
                  <a:lnTo>
                    <a:pt x="30460" y="1443"/>
                  </a:lnTo>
                  <a:lnTo>
                    <a:pt x="31599" y="1671"/>
                  </a:lnTo>
                  <a:lnTo>
                    <a:pt x="32814" y="2051"/>
                  </a:lnTo>
                  <a:lnTo>
                    <a:pt x="33954" y="2431"/>
                  </a:lnTo>
                  <a:lnTo>
                    <a:pt x="35017" y="2886"/>
                  </a:lnTo>
                  <a:lnTo>
                    <a:pt x="36156" y="3342"/>
                  </a:lnTo>
                  <a:lnTo>
                    <a:pt x="37220" y="3874"/>
                  </a:lnTo>
                  <a:lnTo>
                    <a:pt x="38207" y="4481"/>
                  </a:lnTo>
                  <a:lnTo>
                    <a:pt x="39195" y="5165"/>
                  </a:lnTo>
                  <a:lnTo>
                    <a:pt x="40182" y="5849"/>
                  </a:lnTo>
                  <a:lnTo>
                    <a:pt x="41094" y="6532"/>
                  </a:lnTo>
                  <a:lnTo>
                    <a:pt x="42005" y="7292"/>
                  </a:lnTo>
                  <a:lnTo>
                    <a:pt x="42841" y="8127"/>
                  </a:lnTo>
                  <a:lnTo>
                    <a:pt x="43676" y="8963"/>
                  </a:lnTo>
                  <a:lnTo>
                    <a:pt x="44436" y="9874"/>
                  </a:lnTo>
                  <a:lnTo>
                    <a:pt x="45195" y="10786"/>
                  </a:lnTo>
                  <a:lnTo>
                    <a:pt x="45879" y="11773"/>
                  </a:lnTo>
                  <a:lnTo>
                    <a:pt x="46487" y="12761"/>
                  </a:lnTo>
                  <a:lnTo>
                    <a:pt x="47094" y="13824"/>
                  </a:lnTo>
                  <a:lnTo>
                    <a:pt x="47626" y="14812"/>
                  </a:lnTo>
                  <a:lnTo>
                    <a:pt x="48082" y="15951"/>
                  </a:lnTo>
                  <a:lnTo>
                    <a:pt x="48537" y="17014"/>
                  </a:lnTo>
                  <a:lnTo>
                    <a:pt x="48917" y="18154"/>
                  </a:lnTo>
                  <a:lnTo>
                    <a:pt x="49297" y="19369"/>
                  </a:lnTo>
                  <a:lnTo>
                    <a:pt x="49525" y="20508"/>
                  </a:lnTo>
                  <a:lnTo>
                    <a:pt x="49753" y="21724"/>
                  </a:lnTo>
                  <a:lnTo>
                    <a:pt x="49905" y="22939"/>
                  </a:lnTo>
                  <a:lnTo>
                    <a:pt x="49981" y="24230"/>
                  </a:lnTo>
                  <a:lnTo>
                    <a:pt x="50057" y="25446"/>
                  </a:lnTo>
                  <a:lnTo>
                    <a:pt x="50057" y="80818"/>
                  </a:lnTo>
                  <a:lnTo>
                    <a:pt x="50968" y="80818"/>
                  </a:lnTo>
                  <a:lnTo>
                    <a:pt x="50968" y="25446"/>
                  </a:lnTo>
                  <a:lnTo>
                    <a:pt x="50968" y="24154"/>
                  </a:lnTo>
                  <a:lnTo>
                    <a:pt x="50892" y="22863"/>
                  </a:lnTo>
                  <a:lnTo>
                    <a:pt x="50740" y="21572"/>
                  </a:lnTo>
                  <a:lnTo>
                    <a:pt x="50512" y="20356"/>
                  </a:lnTo>
                  <a:lnTo>
                    <a:pt x="50208" y="19141"/>
                  </a:lnTo>
                  <a:lnTo>
                    <a:pt x="49829" y="17926"/>
                  </a:lnTo>
                  <a:lnTo>
                    <a:pt x="49449" y="16711"/>
                  </a:lnTo>
                  <a:lnTo>
                    <a:pt x="48993" y="15571"/>
                  </a:lnTo>
                  <a:lnTo>
                    <a:pt x="48461" y="14432"/>
                  </a:lnTo>
                  <a:lnTo>
                    <a:pt x="47930" y="13368"/>
                  </a:lnTo>
                  <a:lnTo>
                    <a:pt x="47322" y="12229"/>
                  </a:lnTo>
                  <a:lnTo>
                    <a:pt x="46638" y="11242"/>
                  </a:lnTo>
                  <a:lnTo>
                    <a:pt x="45955" y="10254"/>
                  </a:lnTo>
                  <a:lnTo>
                    <a:pt x="45195" y="9267"/>
                  </a:lnTo>
                  <a:lnTo>
                    <a:pt x="44360" y="8355"/>
                  </a:lnTo>
                  <a:lnTo>
                    <a:pt x="43524" y="7444"/>
                  </a:lnTo>
                  <a:lnTo>
                    <a:pt x="42613" y="6608"/>
                  </a:lnTo>
                  <a:lnTo>
                    <a:pt x="41701" y="5773"/>
                  </a:lnTo>
                  <a:lnTo>
                    <a:pt x="40714" y="5013"/>
                  </a:lnTo>
                  <a:lnTo>
                    <a:pt x="39726" y="4330"/>
                  </a:lnTo>
                  <a:lnTo>
                    <a:pt x="38739" y="3646"/>
                  </a:lnTo>
                  <a:lnTo>
                    <a:pt x="37676" y="3038"/>
                  </a:lnTo>
                  <a:lnTo>
                    <a:pt x="36536" y="2507"/>
                  </a:lnTo>
                  <a:lnTo>
                    <a:pt x="35397" y="1975"/>
                  </a:lnTo>
                  <a:lnTo>
                    <a:pt x="34257" y="1519"/>
                  </a:lnTo>
                  <a:lnTo>
                    <a:pt x="33042" y="1139"/>
                  </a:lnTo>
                  <a:lnTo>
                    <a:pt x="31827" y="760"/>
                  </a:lnTo>
                  <a:lnTo>
                    <a:pt x="30612" y="532"/>
                  </a:lnTo>
                  <a:lnTo>
                    <a:pt x="29396" y="304"/>
                  </a:lnTo>
                  <a:lnTo>
                    <a:pt x="28105" y="76"/>
                  </a:lnTo>
                  <a:lnTo>
                    <a:pt x="2681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extLst>
    <p:ext uri="{DCECCB84-F9BA-43D5-87BE-67443E8EF086}">
      <p15:sldGuideLst xmlns:p15="http://schemas.microsoft.com/office/powerpoint/2012/main">
        <p15:guide id="1" pos="1872">
          <p15:clr>
            <a:srgbClr val="FA7B17"/>
          </p15:clr>
        </p15:guide>
        <p15:guide id="2" pos="2016">
          <p15:clr>
            <a:srgbClr val="FA7B17"/>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4 Column 1">
  <p:cSld name="CUSTOM_8_1">
    <p:bg>
      <p:bgPr>
        <a:solidFill>
          <a:schemeClr val="dk1"/>
        </a:solidFill>
        <a:effectLst/>
      </p:bgPr>
    </p:bg>
    <p:spTree>
      <p:nvGrpSpPr>
        <p:cNvPr id="1" name="Shape 183"/>
        <p:cNvGrpSpPr/>
        <p:nvPr/>
      </p:nvGrpSpPr>
      <p:grpSpPr>
        <a:xfrm>
          <a:off x="0" y="0"/>
          <a:ext cx="0" cy="0"/>
          <a:chOff x="0" y="0"/>
          <a:chExt cx="0" cy="0"/>
        </a:xfrm>
      </p:grpSpPr>
      <p:sp>
        <p:nvSpPr>
          <p:cNvPr id="184" name="Google Shape;184;p21"/>
          <p:cNvSpPr txBox="1">
            <a:spLocks noGrp="1"/>
          </p:cNvSpPr>
          <p:nvPr>
            <p:ph type="title"/>
          </p:nvPr>
        </p:nvSpPr>
        <p:spPr>
          <a:xfrm>
            <a:off x="457200" y="114300"/>
            <a:ext cx="8229600" cy="903300"/>
          </a:xfrm>
          <a:prstGeom prst="rect">
            <a:avLst/>
          </a:prstGeom>
        </p:spPr>
        <p:txBody>
          <a:bodyPr spcFirstLastPara="1" wrap="square" lIns="0" tIns="0" rIns="0" bIns="0" anchor="t" anchorCtr="0">
            <a:normAutofit/>
          </a:bodyPr>
          <a:lstStyle>
            <a:lvl1pPr lvl="0" rtl="0">
              <a:spcBef>
                <a:spcPts val="0"/>
              </a:spcBef>
              <a:spcAft>
                <a:spcPts val="0"/>
              </a:spcAft>
              <a:buClr>
                <a:schemeClr val="lt1"/>
              </a:buClr>
              <a:buSzPts val="3400"/>
              <a:buNone/>
              <a:defRPr>
                <a:solidFill>
                  <a:schemeClr val="lt1"/>
                </a:solidFill>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185" name="Google Shape;185;p21"/>
          <p:cNvSpPr/>
          <p:nvPr/>
        </p:nvSpPr>
        <p:spPr>
          <a:xfrm rot="5400000">
            <a:off x="1468380" y="-168359"/>
            <a:ext cx="1874400" cy="3967800"/>
          </a:xfrm>
          <a:prstGeom prst="roundRect">
            <a:avLst>
              <a:gd name="adj" fmla="val 10000"/>
            </a:avLst>
          </a:prstGeom>
          <a:solidFill>
            <a:schemeClr val="lt2"/>
          </a:solidFill>
          <a:ln>
            <a:noFill/>
          </a:ln>
        </p:spPr>
        <p:txBody>
          <a:bodyPr spcFirstLastPara="1" wrap="square" lIns="57150" tIns="57150" rIns="57150" bIns="57150" anchor="t" anchorCtr="0">
            <a:noAutofit/>
          </a:bodyPr>
          <a:lstStyle/>
          <a:p>
            <a:pPr marL="0" lvl="0" indent="0" algn="l" rtl="0">
              <a:spcBef>
                <a:spcPts val="0"/>
              </a:spcBef>
              <a:spcAft>
                <a:spcPts val="0"/>
              </a:spcAft>
              <a:buNone/>
            </a:pPr>
            <a:endParaRPr sz="1100">
              <a:solidFill>
                <a:schemeClr val="dk1"/>
              </a:solidFill>
              <a:latin typeface="IBM Plex Sans"/>
              <a:ea typeface="IBM Plex Sans"/>
              <a:cs typeface="IBM Plex Sans"/>
              <a:sym typeface="IBM Plex Sans"/>
            </a:endParaRPr>
          </a:p>
        </p:txBody>
      </p:sp>
      <p:sp>
        <p:nvSpPr>
          <p:cNvPr id="186" name="Google Shape;186;p21"/>
          <p:cNvSpPr/>
          <p:nvPr/>
        </p:nvSpPr>
        <p:spPr>
          <a:xfrm rot="5400000">
            <a:off x="1468381" y="1979345"/>
            <a:ext cx="1874400" cy="3967800"/>
          </a:xfrm>
          <a:prstGeom prst="roundRect">
            <a:avLst>
              <a:gd name="adj" fmla="val 10000"/>
            </a:avLst>
          </a:prstGeom>
          <a:solidFill>
            <a:schemeClr val="lt2"/>
          </a:solidFill>
          <a:ln>
            <a:noFill/>
          </a:ln>
        </p:spPr>
        <p:txBody>
          <a:bodyPr spcFirstLastPara="1" wrap="square" lIns="57150" tIns="57150" rIns="57150" bIns="57150" anchor="t" anchorCtr="0">
            <a:noAutofit/>
          </a:bodyPr>
          <a:lstStyle/>
          <a:p>
            <a:pPr marL="0" lvl="0" indent="0" algn="l" rtl="0">
              <a:spcBef>
                <a:spcPts val="0"/>
              </a:spcBef>
              <a:spcAft>
                <a:spcPts val="0"/>
              </a:spcAft>
              <a:buNone/>
            </a:pPr>
            <a:endParaRPr sz="1100">
              <a:solidFill>
                <a:schemeClr val="dk1"/>
              </a:solidFill>
              <a:latin typeface="IBM Plex Sans"/>
              <a:ea typeface="IBM Plex Sans"/>
              <a:cs typeface="IBM Plex Sans"/>
              <a:sym typeface="IBM Plex Sans"/>
            </a:endParaRPr>
          </a:p>
        </p:txBody>
      </p:sp>
      <p:sp>
        <p:nvSpPr>
          <p:cNvPr id="187" name="Google Shape;187;p21"/>
          <p:cNvSpPr/>
          <p:nvPr/>
        </p:nvSpPr>
        <p:spPr>
          <a:xfrm rot="5400000">
            <a:off x="5801212" y="-168359"/>
            <a:ext cx="1874400" cy="3967800"/>
          </a:xfrm>
          <a:prstGeom prst="roundRect">
            <a:avLst>
              <a:gd name="adj" fmla="val 10000"/>
            </a:avLst>
          </a:prstGeom>
          <a:solidFill>
            <a:schemeClr val="lt2"/>
          </a:solidFill>
          <a:ln>
            <a:noFill/>
          </a:ln>
        </p:spPr>
        <p:txBody>
          <a:bodyPr spcFirstLastPara="1" wrap="square" lIns="57150" tIns="57150" rIns="57150" bIns="57150" anchor="t" anchorCtr="0">
            <a:noAutofit/>
          </a:bodyPr>
          <a:lstStyle/>
          <a:p>
            <a:pPr marL="0" lvl="0" indent="0" algn="l" rtl="0">
              <a:spcBef>
                <a:spcPts val="0"/>
              </a:spcBef>
              <a:spcAft>
                <a:spcPts val="0"/>
              </a:spcAft>
              <a:buNone/>
            </a:pPr>
            <a:endParaRPr sz="1100">
              <a:solidFill>
                <a:schemeClr val="dk1"/>
              </a:solidFill>
              <a:latin typeface="IBM Plex Sans"/>
              <a:ea typeface="IBM Plex Sans"/>
              <a:cs typeface="IBM Plex Sans"/>
              <a:sym typeface="IBM Plex Sans"/>
            </a:endParaRPr>
          </a:p>
        </p:txBody>
      </p:sp>
      <p:sp>
        <p:nvSpPr>
          <p:cNvPr id="188" name="Google Shape;188;p21"/>
          <p:cNvSpPr/>
          <p:nvPr/>
        </p:nvSpPr>
        <p:spPr>
          <a:xfrm rot="5400000">
            <a:off x="5801213" y="1979345"/>
            <a:ext cx="1874400" cy="3967800"/>
          </a:xfrm>
          <a:prstGeom prst="roundRect">
            <a:avLst>
              <a:gd name="adj" fmla="val 10000"/>
            </a:avLst>
          </a:prstGeom>
          <a:solidFill>
            <a:schemeClr val="lt2"/>
          </a:solidFill>
          <a:ln>
            <a:noFill/>
          </a:ln>
        </p:spPr>
        <p:txBody>
          <a:bodyPr spcFirstLastPara="1" wrap="square" lIns="57150" tIns="57150" rIns="57150" bIns="57150" anchor="t" anchorCtr="0">
            <a:noAutofit/>
          </a:bodyPr>
          <a:lstStyle/>
          <a:p>
            <a:pPr marL="0" lvl="0" indent="0" algn="l" rtl="0">
              <a:spcBef>
                <a:spcPts val="0"/>
              </a:spcBef>
              <a:spcAft>
                <a:spcPts val="0"/>
              </a:spcAft>
              <a:buNone/>
            </a:pPr>
            <a:endParaRPr sz="1100">
              <a:solidFill>
                <a:schemeClr val="dk1"/>
              </a:solidFill>
              <a:latin typeface="IBM Plex Sans"/>
              <a:ea typeface="IBM Plex Sans"/>
              <a:cs typeface="IBM Plex Sans"/>
              <a:sym typeface="IBM Plex Sans"/>
            </a:endParaRPr>
          </a:p>
        </p:txBody>
      </p:sp>
      <p:sp>
        <p:nvSpPr>
          <p:cNvPr id="189" name="Google Shape;189;p21"/>
          <p:cNvSpPr txBox="1">
            <a:spLocks noGrp="1"/>
          </p:cNvSpPr>
          <p:nvPr>
            <p:ph type="body" idx="1"/>
          </p:nvPr>
        </p:nvSpPr>
        <p:spPr>
          <a:xfrm>
            <a:off x="647575" y="1050925"/>
            <a:ext cx="3516000" cy="1579200"/>
          </a:xfrm>
          <a:prstGeom prst="rect">
            <a:avLst/>
          </a:prstGeom>
        </p:spPr>
        <p:txBody>
          <a:bodyPr spcFirstLastPara="1" wrap="square" lIns="0" tIns="0" rIns="0" bIns="0" anchor="t" anchorCtr="0">
            <a:normAutofit/>
          </a:bodyPr>
          <a:lstStyle>
            <a:lvl1pPr marL="457200" lvl="0" indent="-311150" rtl="0">
              <a:spcBef>
                <a:spcPts val="0"/>
              </a:spcBef>
              <a:spcAft>
                <a:spcPts val="0"/>
              </a:spcAft>
              <a:buSzPts val="1300"/>
              <a:buChar char="■"/>
              <a:defRPr sz="1300"/>
            </a:lvl1pPr>
            <a:lvl2pPr marL="914400" lvl="1" indent="-298450" rtl="0">
              <a:spcBef>
                <a:spcPts val="0"/>
              </a:spcBef>
              <a:spcAft>
                <a:spcPts val="0"/>
              </a:spcAft>
              <a:buSzPts val="1100"/>
              <a:buChar char="■"/>
              <a:defRPr sz="1100"/>
            </a:lvl2pPr>
            <a:lvl3pPr marL="1371600" lvl="2" indent="-298450" rtl="0">
              <a:spcBef>
                <a:spcPts val="0"/>
              </a:spcBef>
              <a:spcAft>
                <a:spcPts val="0"/>
              </a:spcAft>
              <a:buClr>
                <a:schemeClr val="dk1"/>
              </a:buClr>
              <a:buSzPts val="1100"/>
              <a:buChar char="■"/>
              <a:defRPr sz="1100"/>
            </a:lvl3pPr>
            <a:lvl4pPr marL="1828800" lvl="3" indent="-298450" rtl="0">
              <a:spcBef>
                <a:spcPts val="0"/>
              </a:spcBef>
              <a:spcAft>
                <a:spcPts val="0"/>
              </a:spcAft>
              <a:buClr>
                <a:schemeClr val="dk1"/>
              </a:buClr>
              <a:buSzPts val="1100"/>
              <a:buChar char="●"/>
              <a:defRPr sz="1100"/>
            </a:lvl4pPr>
            <a:lvl5pPr marL="2286000" lvl="4" indent="-298450" rtl="0">
              <a:spcBef>
                <a:spcPts val="0"/>
              </a:spcBef>
              <a:spcAft>
                <a:spcPts val="0"/>
              </a:spcAft>
              <a:buSzPts val="1100"/>
              <a:buChar char="○"/>
              <a:defRPr sz="1100"/>
            </a:lvl5pPr>
            <a:lvl6pPr marL="2743200" lvl="5" indent="-298450" rtl="0">
              <a:spcBef>
                <a:spcPts val="0"/>
              </a:spcBef>
              <a:spcAft>
                <a:spcPts val="0"/>
              </a:spcAft>
              <a:buSzPts val="1100"/>
              <a:buChar char="■"/>
              <a:defRPr sz="1100"/>
            </a:lvl6pPr>
            <a:lvl7pPr marL="3200400" lvl="6" indent="-298450" rtl="0">
              <a:spcBef>
                <a:spcPts val="0"/>
              </a:spcBef>
              <a:spcAft>
                <a:spcPts val="0"/>
              </a:spcAft>
              <a:buSzPts val="1100"/>
              <a:buChar char="●"/>
              <a:defRPr sz="1100"/>
            </a:lvl7pPr>
            <a:lvl8pPr marL="3657600" lvl="7" indent="-298450" rtl="0">
              <a:spcBef>
                <a:spcPts val="0"/>
              </a:spcBef>
              <a:spcAft>
                <a:spcPts val="0"/>
              </a:spcAft>
              <a:buSzPts val="1100"/>
              <a:buChar char="○"/>
              <a:defRPr sz="1100"/>
            </a:lvl8pPr>
            <a:lvl9pPr marL="4114800" lvl="8" indent="-298450" rtl="0">
              <a:spcBef>
                <a:spcPts val="0"/>
              </a:spcBef>
              <a:spcAft>
                <a:spcPts val="0"/>
              </a:spcAft>
              <a:buSzPts val="1100"/>
              <a:buChar char="■"/>
              <a:defRPr sz="1100"/>
            </a:lvl9pPr>
          </a:lstStyle>
          <a:p>
            <a:endParaRPr/>
          </a:p>
        </p:txBody>
      </p:sp>
      <p:sp>
        <p:nvSpPr>
          <p:cNvPr id="190" name="Google Shape;190;p21"/>
          <p:cNvSpPr txBox="1">
            <a:spLocks noGrp="1"/>
          </p:cNvSpPr>
          <p:nvPr>
            <p:ph type="body" idx="2"/>
          </p:nvPr>
        </p:nvSpPr>
        <p:spPr>
          <a:xfrm>
            <a:off x="4980425" y="1050925"/>
            <a:ext cx="3516000" cy="1579200"/>
          </a:xfrm>
          <a:prstGeom prst="rect">
            <a:avLst/>
          </a:prstGeom>
        </p:spPr>
        <p:txBody>
          <a:bodyPr spcFirstLastPara="1" wrap="square" lIns="0" tIns="0" rIns="0" bIns="0" anchor="t" anchorCtr="0">
            <a:normAutofit/>
          </a:bodyPr>
          <a:lstStyle>
            <a:lvl1pPr marL="457200" lvl="0" indent="-311150" rtl="0">
              <a:spcBef>
                <a:spcPts val="0"/>
              </a:spcBef>
              <a:spcAft>
                <a:spcPts val="0"/>
              </a:spcAft>
              <a:buSzPts val="1300"/>
              <a:buChar char="■"/>
              <a:defRPr sz="1300"/>
            </a:lvl1pPr>
            <a:lvl2pPr marL="914400" lvl="1" indent="-298450" rtl="0">
              <a:spcBef>
                <a:spcPts val="0"/>
              </a:spcBef>
              <a:spcAft>
                <a:spcPts val="0"/>
              </a:spcAft>
              <a:buSzPts val="1100"/>
              <a:buChar char="■"/>
              <a:defRPr sz="1100"/>
            </a:lvl2pPr>
            <a:lvl3pPr marL="1371600" lvl="2" indent="-298450" rtl="0">
              <a:spcBef>
                <a:spcPts val="0"/>
              </a:spcBef>
              <a:spcAft>
                <a:spcPts val="0"/>
              </a:spcAft>
              <a:buClr>
                <a:schemeClr val="dk1"/>
              </a:buClr>
              <a:buSzPts val="1100"/>
              <a:buChar char="■"/>
              <a:defRPr sz="1100"/>
            </a:lvl3pPr>
            <a:lvl4pPr marL="1828800" lvl="3" indent="-298450" rtl="0">
              <a:spcBef>
                <a:spcPts val="0"/>
              </a:spcBef>
              <a:spcAft>
                <a:spcPts val="0"/>
              </a:spcAft>
              <a:buClr>
                <a:schemeClr val="dk1"/>
              </a:buClr>
              <a:buSzPts val="1100"/>
              <a:buChar char="●"/>
              <a:defRPr sz="1100"/>
            </a:lvl4pPr>
            <a:lvl5pPr marL="2286000" lvl="4" indent="-298450" rtl="0">
              <a:spcBef>
                <a:spcPts val="0"/>
              </a:spcBef>
              <a:spcAft>
                <a:spcPts val="0"/>
              </a:spcAft>
              <a:buSzPts val="1100"/>
              <a:buChar char="○"/>
              <a:defRPr sz="1100"/>
            </a:lvl5pPr>
            <a:lvl6pPr marL="2743200" lvl="5" indent="-298450" rtl="0">
              <a:spcBef>
                <a:spcPts val="0"/>
              </a:spcBef>
              <a:spcAft>
                <a:spcPts val="0"/>
              </a:spcAft>
              <a:buSzPts val="1100"/>
              <a:buChar char="■"/>
              <a:defRPr sz="1100"/>
            </a:lvl6pPr>
            <a:lvl7pPr marL="3200400" lvl="6" indent="-298450" rtl="0">
              <a:spcBef>
                <a:spcPts val="0"/>
              </a:spcBef>
              <a:spcAft>
                <a:spcPts val="0"/>
              </a:spcAft>
              <a:buSzPts val="1100"/>
              <a:buChar char="●"/>
              <a:defRPr sz="1100"/>
            </a:lvl7pPr>
            <a:lvl8pPr marL="3657600" lvl="7" indent="-298450" rtl="0">
              <a:spcBef>
                <a:spcPts val="0"/>
              </a:spcBef>
              <a:spcAft>
                <a:spcPts val="0"/>
              </a:spcAft>
              <a:buSzPts val="1100"/>
              <a:buChar char="○"/>
              <a:defRPr sz="1100"/>
            </a:lvl8pPr>
            <a:lvl9pPr marL="4114800" lvl="8" indent="-298450" rtl="0">
              <a:spcBef>
                <a:spcPts val="0"/>
              </a:spcBef>
              <a:spcAft>
                <a:spcPts val="0"/>
              </a:spcAft>
              <a:buSzPts val="1100"/>
              <a:buChar char="■"/>
              <a:defRPr sz="1100"/>
            </a:lvl9pPr>
          </a:lstStyle>
          <a:p>
            <a:endParaRPr/>
          </a:p>
        </p:txBody>
      </p:sp>
      <p:sp>
        <p:nvSpPr>
          <p:cNvPr id="191" name="Google Shape;191;p21"/>
          <p:cNvSpPr txBox="1">
            <a:spLocks noGrp="1"/>
          </p:cNvSpPr>
          <p:nvPr>
            <p:ph type="body" idx="3"/>
          </p:nvPr>
        </p:nvSpPr>
        <p:spPr>
          <a:xfrm>
            <a:off x="647575" y="3207624"/>
            <a:ext cx="3516000" cy="1579200"/>
          </a:xfrm>
          <a:prstGeom prst="rect">
            <a:avLst/>
          </a:prstGeom>
        </p:spPr>
        <p:txBody>
          <a:bodyPr spcFirstLastPara="1" wrap="square" lIns="0" tIns="0" rIns="0" bIns="0" anchor="t" anchorCtr="0">
            <a:normAutofit/>
          </a:bodyPr>
          <a:lstStyle>
            <a:lvl1pPr marL="457200" lvl="0" indent="-311150" rtl="0">
              <a:spcBef>
                <a:spcPts val="0"/>
              </a:spcBef>
              <a:spcAft>
                <a:spcPts val="0"/>
              </a:spcAft>
              <a:buSzPts val="1300"/>
              <a:buChar char="■"/>
              <a:defRPr sz="1300"/>
            </a:lvl1pPr>
            <a:lvl2pPr marL="914400" lvl="1" indent="-298450" rtl="0">
              <a:spcBef>
                <a:spcPts val="0"/>
              </a:spcBef>
              <a:spcAft>
                <a:spcPts val="0"/>
              </a:spcAft>
              <a:buSzPts val="1100"/>
              <a:buChar char="■"/>
              <a:defRPr sz="1100"/>
            </a:lvl2pPr>
            <a:lvl3pPr marL="1371600" lvl="2" indent="-298450" rtl="0">
              <a:spcBef>
                <a:spcPts val="0"/>
              </a:spcBef>
              <a:spcAft>
                <a:spcPts val="0"/>
              </a:spcAft>
              <a:buClr>
                <a:schemeClr val="dk1"/>
              </a:buClr>
              <a:buSzPts val="1100"/>
              <a:buChar char="■"/>
              <a:defRPr sz="1100"/>
            </a:lvl3pPr>
            <a:lvl4pPr marL="1828800" lvl="3" indent="-298450" rtl="0">
              <a:spcBef>
                <a:spcPts val="0"/>
              </a:spcBef>
              <a:spcAft>
                <a:spcPts val="0"/>
              </a:spcAft>
              <a:buClr>
                <a:schemeClr val="dk1"/>
              </a:buClr>
              <a:buSzPts val="1100"/>
              <a:buChar char="●"/>
              <a:defRPr sz="1100"/>
            </a:lvl4pPr>
            <a:lvl5pPr marL="2286000" lvl="4" indent="-298450" rtl="0">
              <a:spcBef>
                <a:spcPts val="0"/>
              </a:spcBef>
              <a:spcAft>
                <a:spcPts val="0"/>
              </a:spcAft>
              <a:buSzPts val="1100"/>
              <a:buChar char="○"/>
              <a:defRPr sz="1100"/>
            </a:lvl5pPr>
            <a:lvl6pPr marL="2743200" lvl="5" indent="-298450" rtl="0">
              <a:spcBef>
                <a:spcPts val="0"/>
              </a:spcBef>
              <a:spcAft>
                <a:spcPts val="0"/>
              </a:spcAft>
              <a:buSzPts val="1100"/>
              <a:buChar char="■"/>
              <a:defRPr sz="1100"/>
            </a:lvl6pPr>
            <a:lvl7pPr marL="3200400" lvl="6" indent="-298450" rtl="0">
              <a:spcBef>
                <a:spcPts val="0"/>
              </a:spcBef>
              <a:spcAft>
                <a:spcPts val="0"/>
              </a:spcAft>
              <a:buSzPts val="1100"/>
              <a:buChar char="●"/>
              <a:defRPr sz="1100"/>
            </a:lvl7pPr>
            <a:lvl8pPr marL="3657600" lvl="7" indent="-298450" rtl="0">
              <a:spcBef>
                <a:spcPts val="0"/>
              </a:spcBef>
              <a:spcAft>
                <a:spcPts val="0"/>
              </a:spcAft>
              <a:buSzPts val="1100"/>
              <a:buChar char="○"/>
              <a:defRPr sz="1100"/>
            </a:lvl8pPr>
            <a:lvl9pPr marL="4114800" lvl="8" indent="-298450" rtl="0">
              <a:spcBef>
                <a:spcPts val="0"/>
              </a:spcBef>
              <a:spcAft>
                <a:spcPts val="0"/>
              </a:spcAft>
              <a:buSzPts val="1100"/>
              <a:buChar char="■"/>
              <a:defRPr sz="1100"/>
            </a:lvl9pPr>
          </a:lstStyle>
          <a:p>
            <a:endParaRPr/>
          </a:p>
        </p:txBody>
      </p:sp>
      <p:sp>
        <p:nvSpPr>
          <p:cNvPr id="192" name="Google Shape;192;p21"/>
          <p:cNvSpPr txBox="1">
            <a:spLocks noGrp="1"/>
          </p:cNvSpPr>
          <p:nvPr>
            <p:ph type="body" idx="4"/>
          </p:nvPr>
        </p:nvSpPr>
        <p:spPr>
          <a:xfrm>
            <a:off x="4980425" y="3207624"/>
            <a:ext cx="3516000" cy="1579200"/>
          </a:xfrm>
          <a:prstGeom prst="rect">
            <a:avLst/>
          </a:prstGeom>
        </p:spPr>
        <p:txBody>
          <a:bodyPr spcFirstLastPara="1" wrap="square" lIns="0" tIns="0" rIns="0" bIns="0" anchor="t" anchorCtr="0">
            <a:normAutofit/>
          </a:bodyPr>
          <a:lstStyle>
            <a:lvl1pPr marL="457200" lvl="0" indent="-311150" rtl="0">
              <a:spcBef>
                <a:spcPts val="0"/>
              </a:spcBef>
              <a:spcAft>
                <a:spcPts val="0"/>
              </a:spcAft>
              <a:buSzPts val="1300"/>
              <a:buChar char="■"/>
              <a:defRPr sz="1300"/>
            </a:lvl1pPr>
            <a:lvl2pPr marL="914400" lvl="1" indent="-298450" rtl="0">
              <a:spcBef>
                <a:spcPts val="0"/>
              </a:spcBef>
              <a:spcAft>
                <a:spcPts val="0"/>
              </a:spcAft>
              <a:buSzPts val="1100"/>
              <a:buChar char="■"/>
              <a:defRPr sz="1100"/>
            </a:lvl2pPr>
            <a:lvl3pPr marL="1371600" lvl="2" indent="-298450" rtl="0">
              <a:spcBef>
                <a:spcPts val="0"/>
              </a:spcBef>
              <a:spcAft>
                <a:spcPts val="0"/>
              </a:spcAft>
              <a:buClr>
                <a:schemeClr val="dk1"/>
              </a:buClr>
              <a:buSzPts val="1100"/>
              <a:buChar char="■"/>
              <a:defRPr sz="1100"/>
            </a:lvl3pPr>
            <a:lvl4pPr marL="1828800" lvl="3" indent="-298450" rtl="0">
              <a:spcBef>
                <a:spcPts val="0"/>
              </a:spcBef>
              <a:spcAft>
                <a:spcPts val="0"/>
              </a:spcAft>
              <a:buClr>
                <a:schemeClr val="dk1"/>
              </a:buClr>
              <a:buSzPts val="1100"/>
              <a:buChar char="●"/>
              <a:defRPr sz="1100"/>
            </a:lvl4pPr>
            <a:lvl5pPr marL="2286000" lvl="4" indent="-298450" rtl="0">
              <a:spcBef>
                <a:spcPts val="0"/>
              </a:spcBef>
              <a:spcAft>
                <a:spcPts val="0"/>
              </a:spcAft>
              <a:buSzPts val="1100"/>
              <a:buChar char="○"/>
              <a:defRPr sz="1100"/>
            </a:lvl5pPr>
            <a:lvl6pPr marL="2743200" lvl="5" indent="-298450" rtl="0">
              <a:spcBef>
                <a:spcPts val="0"/>
              </a:spcBef>
              <a:spcAft>
                <a:spcPts val="0"/>
              </a:spcAft>
              <a:buSzPts val="1100"/>
              <a:buChar char="■"/>
              <a:defRPr sz="1100"/>
            </a:lvl6pPr>
            <a:lvl7pPr marL="3200400" lvl="6" indent="-298450" rtl="0">
              <a:spcBef>
                <a:spcPts val="0"/>
              </a:spcBef>
              <a:spcAft>
                <a:spcPts val="0"/>
              </a:spcAft>
              <a:buSzPts val="1100"/>
              <a:buChar char="●"/>
              <a:defRPr sz="1100"/>
            </a:lvl7pPr>
            <a:lvl8pPr marL="3657600" lvl="7" indent="-298450" rtl="0">
              <a:spcBef>
                <a:spcPts val="0"/>
              </a:spcBef>
              <a:spcAft>
                <a:spcPts val="0"/>
              </a:spcAft>
              <a:buSzPts val="1100"/>
              <a:buChar char="○"/>
              <a:defRPr sz="1100"/>
            </a:lvl8pPr>
            <a:lvl9pPr marL="4114800" lvl="8" indent="-298450" rtl="0">
              <a:spcBef>
                <a:spcPts val="0"/>
              </a:spcBef>
              <a:spcAft>
                <a:spcPts val="0"/>
              </a:spcAft>
              <a:buSzPts val="1100"/>
              <a:buChar char="■"/>
              <a:defRPr sz="1100"/>
            </a:lvl9pPr>
          </a:lstStyle>
          <a:p>
            <a:endParaRPr/>
          </a:p>
        </p:txBody>
      </p:sp>
      <p:grpSp>
        <p:nvGrpSpPr>
          <p:cNvPr id="193" name="Google Shape;193;p21"/>
          <p:cNvGrpSpPr/>
          <p:nvPr/>
        </p:nvGrpSpPr>
        <p:grpSpPr>
          <a:xfrm rot="-5400000">
            <a:off x="-89986" y="1429639"/>
            <a:ext cx="682228" cy="341114"/>
            <a:chOff x="238125" y="1071550"/>
            <a:chExt cx="7143750" cy="3571875"/>
          </a:xfrm>
        </p:grpSpPr>
        <p:sp>
          <p:nvSpPr>
            <p:cNvPr id="194" name="Google Shape;194;p21"/>
            <p:cNvSpPr/>
            <p:nvPr/>
          </p:nvSpPr>
          <p:spPr>
            <a:xfrm>
              <a:off x="2633750" y="3467175"/>
              <a:ext cx="2352500" cy="1176250"/>
            </a:xfrm>
            <a:custGeom>
              <a:avLst/>
              <a:gdLst/>
              <a:ahLst/>
              <a:cxnLst/>
              <a:rect l="l" t="t" r="r" b="b"/>
              <a:pathLst>
                <a:path w="94100" h="47050" extrusionOk="0">
                  <a:moveTo>
                    <a:pt x="44604" y="1"/>
                  </a:moveTo>
                  <a:lnTo>
                    <a:pt x="42302" y="288"/>
                  </a:lnTo>
                  <a:lnTo>
                    <a:pt x="39856" y="576"/>
                  </a:lnTo>
                  <a:lnTo>
                    <a:pt x="37554" y="864"/>
                  </a:lnTo>
                  <a:lnTo>
                    <a:pt x="35396" y="1439"/>
                  </a:lnTo>
                  <a:lnTo>
                    <a:pt x="33093" y="2159"/>
                  </a:lnTo>
                  <a:lnTo>
                    <a:pt x="30935" y="2878"/>
                  </a:lnTo>
                  <a:lnTo>
                    <a:pt x="28777" y="3741"/>
                  </a:lnTo>
                  <a:lnTo>
                    <a:pt x="26763" y="4605"/>
                  </a:lnTo>
                  <a:lnTo>
                    <a:pt x="24604" y="5612"/>
                  </a:lnTo>
                  <a:lnTo>
                    <a:pt x="22734" y="6763"/>
                  </a:lnTo>
                  <a:lnTo>
                    <a:pt x="20720" y="8058"/>
                  </a:lnTo>
                  <a:lnTo>
                    <a:pt x="18993" y="9353"/>
                  </a:lnTo>
                  <a:lnTo>
                    <a:pt x="17123" y="10792"/>
                  </a:lnTo>
                  <a:lnTo>
                    <a:pt x="15396" y="12231"/>
                  </a:lnTo>
                  <a:lnTo>
                    <a:pt x="13813" y="13813"/>
                  </a:lnTo>
                  <a:lnTo>
                    <a:pt x="12231" y="15396"/>
                  </a:lnTo>
                  <a:lnTo>
                    <a:pt x="10792" y="17123"/>
                  </a:lnTo>
                  <a:lnTo>
                    <a:pt x="9353" y="18849"/>
                  </a:lnTo>
                  <a:lnTo>
                    <a:pt x="8058" y="20720"/>
                  </a:lnTo>
                  <a:lnTo>
                    <a:pt x="6907" y="22590"/>
                  </a:lnTo>
                  <a:lnTo>
                    <a:pt x="5756" y="24604"/>
                  </a:lnTo>
                  <a:lnTo>
                    <a:pt x="4749" y="26619"/>
                  </a:lnTo>
                  <a:lnTo>
                    <a:pt x="3741" y="28777"/>
                  </a:lnTo>
                  <a:lnTo>
                    <a:pt x="2878" y="30791"/>
                  </a:lnTo>
                  <a:lnTo>
                    <a:pt x="2159" y="33093"/>
                  </a:lnTo>
                  <a:lnTo>
                    <a:pt x="1583" y="35252"/>
                  </a:lnTo>
                  <a:lnTo>
                    <a:pt x="1008" y="37554"/>
                  </a:lnTo>
                  <a:lnTo>
                    <a:pt x="576" y="39856"/>
                  </a:lnTo>
                  <a:lnTo>
                    <a:pt x="288" y="42158"/>
                  </a:lnTo>
                  <a:lnTo>
                    <a:pt x="144" y="44604"/>
                  </a:lnTo>
                  <a:lnTo>
                    <a:pt x="1" y="47050"/>
                  </a:lnTo>
                  <a:lnTo>
                    <a:pt x="5324" y="47050"/>
                  </a:lnTo>
                  <a:lnTo>
                    <a:pt x="5468" y="44892"/>
                  </a:lnTo>
                  <a:lnTo>
                    <a:pt x="5612" y="42734"/>
                  </a:lnTo>
                  <a:lnTo>
                    <a:pt x="5900" y="40719"/>
                  </a:lnTo>
                  <a:lnTo>
                    <a:pt x="6187" y="38561"/>
                  </a:lnTo>
                  <a:lnTo>
                    <a:pt x="6763" y="36547"/>
                  </a:lnTo>
                  <a:lnTo>
                    <a:pt x="7339" y="34676"/>
                  </a:lnTo>
                  <a:lnTo>
                    <a:pt x="7914" y="32662"/>
                  </a:lnTo>
                  <a:lnTo>
                    <a:pt x="8633" y="30791"/>
                  </a:lnTo>
                  <a:lnTo>
                    <a:pt x="9497" y="28921"/>
                  </a:lnTo>
                  <a:lnTo>
                    <a:pt x="10504" y="27194"/>
                  </a:lnTo>
                  <a:lnTo>
                    <a:pt x="11367" y="25468"/>
                  </a:lnTo>
                  <a:lnTo>
                    <a:pt x="12518" y="23741"/>
                  </a:lnTo>
                  <a:lnTo>
                    <a:pt x="13669" y="22158"/>
                  </a:lnTo>
                  <a:lnTo>
                    <a:pt x="14964" y="20576"/>
                  </a:lnTo>
                  <a:lnTo>
                    <a:pt x="16259" y="18993"/>
                  </a:lnTo>
                  <a:lnTo>
                    <a:pt x="17554" y="17554"/>
                  </a:lnTo>
                  <a:lnTo>
                    <a:pt x="18993" y="16115"/>
                  </a:lnTo>
                  <a:lnTo>
                    <a:pt x="20576" y="14820"/>
                  </a:lnTo>
                  <a:lnTo>
                    <a:pt x="22158" y="13669"/>
                  </a:lnTo>
                  <a:lnTo>
                    <a:pt x="23741" y="12518"/>
                  </a:lnTo>
                  <a:lnTo>
                    <a:pt x="25468" y="11367"/>
                  </a:lnTo>
                  <a:lnTo>
                    <a:pt x="27194" y="10360"/>
                  </a:lnTo>
                  <a:lnTo>
                    <a:pt x="29065" y="9497"/>
                  </a:lnTo>
                  <a:lnTo>
                    <a:pt x="30791" y="8633"/>
                  </a:lnTo>
                  <a:lnTo>
                    <a:pt x="32806" y="7914"/>
                  </a:lnTo>
                  <a:lnTo>
                    <a:pt x="34676" y="7195"/>
                  </a:lnTo>
                  <a:lnTo>
                    <a:pt x="36690" y="6619"/>
                  </a:lnTo>
                  <a:lnTo>
                    <a:pt x="38705" y="6187"/>
                  </a:lnTo>
                  <a:lnTo>
                    <a:pt x="40719" y="5756"/>
                  </a:lnTo>
                  <a:lnTo>
                    <a:pt x="42877" y="5612"/>
                  </a:lnTo>
                  <a:lnTo>
                    <a:pt x="44892" y="5324"/>
                  </a:lnTo>
                  <a:lnTo>
                    <a:pt x="49208" y="5324"/>
                  </a:lnTo>
                  <a:lnTo>
                    <a:pt x="51366" y="5612"/>
                  </a:lnTo>
                  <a:lnTo>
                    <a:pt x="53381" y="5756"/>
                  </a:lnTo>
                  <a:lnTo>
                    <a:pt x="55395" y="6187"/>
                  </a:lnTo>
                  <a:lnTo>
                    <a:pt x="57410" y="6619"/>
                  </a:lnTo>
                  <a:lnTo>
                    <a:pt x="59424" y="7195"/>
                  </a:lnTo>
                  <a:lnTo>
                    <a:pt x="61438" y="7914"/>
                  </a:lnTo>
                  <a:lnTo>
                    <a:pt x="63309" y="8633"/>
                  </a:lnTo>
                  <a:lnTo>
                    <a:pt x="65179" y="9497"/>
                  </a:lnTo>
                  <a:lnTo>
                    <a:pt x="66906" y="10360"/>
                  </a:lnTo>
                  <a:lnTo>
                    <a:pt x="68632" y="11367"/>
                  </a:lnTo>
                  <a:lnTo>
                    <a:pt x="70359" y="12518"/>
                  </a:lnTo>
                  <a:lnTo>
                    <a:pt x="71942" y="13669"/>
                  </a:lnTo>
                  <a:lnTo>
                    <a:pt x="73524" y="14820"/>
                  </a:lnTo>
                  <a:lnTo>
                    <a:pt x="75107" y="16115"/>
                  </a:lnTo>
                  <a:lnTo>
                    <a:pt x="76546" y="17554"/>
                  </a:lnTo>
                  <a:lnTo>
                    <a:pt x="77841" y="18993"/>
                  </a:lnTo>
                  <a:lnTo>
                    <a:pt x="79280" y="20576"/>
                  </a:lnTo>
                  <a:lnTo>
                    <a:pt x="80431" y="22158"/>
                  </a:lnTo>
                  <a:lnTo>
                    <a:pt x="81582" y="23741"/>
                  </a:lnTo>
                  <a:lnTo>
                    <a:pt x="82733" y="25468"/>
                  </a:lnTo>
                  <a:lnTo>
                    <a:pt x="83740" y="27194"/>
                  </a:lnTo>
                  <a:lnTo>
                    <a:pt x="84603" y="28921"/>
                  </a:lnTo>
                  <a:lnTo>
                    <a:pt x="85467" y="30791"/>
                  </a:lnTo>
                  <a:lnTo>
                    <a:pt x="86186" y="32662"/>
                  </a:lnTo>
                  <a:lnTo>
                    <a:pt x="86905" y="34676"/>
                  </a:lnTo>
                  <a:lnTo>
                    <a:pt x="87481" y="36547"/>
                  </a:lnTo>
                  <a:lnTo>
                    <a:pt x="87913" y="38561"/>
                  </a:lnTo>
                  <a:lnTo>
                    <a:pt x="88200" y="40719"/>
                  </a:lnTo>
                  <a:lnTo>
                    <a:pt x="88488" y="42734"/>
                  </a:lnTo>
                  <a:lnTo>
                    <a:pt x="88632" y="44892"/>
                  </a:lnTo>
                  <a:lnTo>
                    <a:pt x="88776" y="47050"/>
                  </a:lnTo>
                  <a:lnTo>
                    <a:pt x="94099" y="47050"/>
                  </a:lnTo>
                  <a:lnTo>
                    <a:pt x="94099" y="44604"/>
                  </a:lnTo>
                  <a:lnTo>
                    <a:pt x="93812" y="42158"/>
                  </a:lnTo>
                  <a:lnTo>
                    <a:pt x="93524" y="39856"/>
                  </a:lnTo>
                  <a:lnTo>
                    <a:pt x="93092" y="37554"/>
                  </a:lnTo>
                  <a:lnTo>
                    <a:pt x="92661" y="35252"/>
                  </a:lnTo>
                  <a:lnTo>
                    <a:pt x="91941" y="33093"/>
                  </a:lnTo>
                  <a:lnTo>
                    <a:pt x="91222" y="30791"/>
                  </a:lnTo>
                  <a:lnTo>
                    <a:pt x="90359" y="28777"/>
                  </a:lnTo>
                  <a:lnTo>
                    <a:pt x="89495" y="26619"/>
                  </a:lnTo>
                  <a:lnTo>
                    <a:pt x="88488" y="24604"/>
                  </a:lnTo>
                  <a:lnTo>
                    <a:pt x="87337" y="22590"/>
                  </a:lnTo>
                  <a:lnTo>
                    <a:pt x="86042" y="20720"/>
                  </a:lnTo>
                  <a:lnTo>
                    <a:pt x="84747" y="18849"/>
                  </a:lnTo>
                  <a:lnTo>
                    <a:pt x="83308" y="17123"/>
                  </a:lnTo>
                  <a:lnTo>
                    <a:pt x="81869" y="15396"/>
                  </a:lnTo>
                  <a:lnTo>
                    <a:pt x="80287" y="13813"/>
                  </a:lnTo>
                  <a:lnTo>
                    <a:pt x="78704" y="12231"/>
                  </a:lnTo>
                  <a:lnTo>
                    <a:pt x="76978" y="10792"/>
                  </a:lnTo>
                  <a:lnTo>
                    <a:pt x="75251" y="9353"/>
                  </a:lnTo>
                  <a:lnTo>
                    <a:pt x="73380" y="8058"/>
                  </a:lnTo>
                  <a:lnTo>
                    <a:pt x="71366" y="6763"/>
                  </a:lnTo>
                  <a:lnTo>
                    <a:pt x="69496" y="5612"/>
                  </a:lnTo>
                  <a:lnTo>
                    <a:pt x="67481" y="4605"/>
                  </a:lnTo>
                  <a:lnTo>
                    <a:pt x="65323" y="3741"/>
                  </a:lnTo>
                  <a:lnTo>
                    <a:pt x="63165" y="2878"/>
                  </a:lnTo>
                  <a:lnTo>
                    <a:pt x="61007" y="2159"/>
                  </a:lnTo>
                  <a:lnTo>
                    <a:pt x="58848" y="1439"/>
                  </a:lnTo>
                  <a:lnTo>
                    <a:pt x="56546" y="864"/>
                  </a:lnTo>
                  <a:lnTo>
                    <a:pt x="54244" y="576"/>
                  </a:lnTo>
                  <a:lnTo>
                    <a:pt x="51798" y="288"/>
                  </a:lnTo>
                  <a:lnTo>
                    <a:pt x="49496" y="1"/>
                  </a:lnTo>
                  <a:close/>
                </a:path>
              </a:pathLst>
            </a:custGeom>
            <a:solidFill>
              <a:srgbClr val="7AC6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 name="Google Shape;195;p21"/>
            <p:cNvSpPr/>
            <p:nvPr/>
          </p:nvSpPr>
          <p:spPr>
            <a:xfrm>
              <a:off x="1835200" y="2668625"/>
              <a:ext cx="3949600" cy="1974800"/>
            </a:xfrm>
            <a:custGeom>
              <a:avLst/>
              <a:gdLst/>
              <a:ahLst/>
              <a:cxnLst/>
              <a:rect l="l" t="t" r="r" b="b"/>
              <a:pathLst>
                <a:path w="157984" h="78992" extrusionOk="0">
                  <a:moveTo>
                    <a:pt x="78992" y="1"/>
                  </a:moveTo>
                  <a:lnTo>
                    <a:pt x="74963" y="145"/>
                  </a:lnTo>
                  <a:lnTo>
                    <a:pt x="70935" y="432"/>
                  </a:lnTo>
                  <a:lnTo>
                    <a:pt x="67050" y="864"/>
                  </a:lnTo>
                  <a:lnTo>
                    <a:pt x="63165" y="1583"/>
                  </a:lnTo>
                  <a:lnTo>
                    <a:pt x="59280" y="2447"/>
                  </a:lnTo>
                  <a:lnTo>
                    <a:pt x="55539" y="3598"/>
                  </a:lnTo>
                  <a:lnTo>
                    <a:pt x="51942" y="4749"/>
                  </a:lnTo>
                  <a:lnTo>
                    <a:pt x="48345" y="6188"/>
                  </a:lnTo>
                  <a:lnTo>
                    <a:pt x="44748" y="7770"/>
                  </a:lnTo>
                  <a:lnTo>
                    <a:pt x="41439" y="9497"/>
                  </a:lnTo>
                  <a:lnTo>
                    <a:pt x="38129" y="11367"/>
                  </a:lnTo>
                  <a:lnTo>
                    <a:pt x="34820" y="13526"/>
                  </a:lnTo>
                  <a:lnTo>
                    <a:pt x="31799" y="15684"/>
                  </a:lnTo>
                  <a:lnTo>
                    <a:pt x="28777" y="17986"/>
                  </a:lnTo>
                  <a:lnTo>
                    <a:pt x="25899" y="20576"/>
                  </a:lnTo>
                  <a:lnTo>
                    <a:pt x="23166" y="23166"/>
                  </a:lnTo>
                  <a:lnTo>
                    <a:pt x="20576" y="25899"/>
                  </a:lnTo>
                  <a:lnTo>
                    <a:pt x="18130" y="28777"/>
                  </a:lnTo>
                  <a:lnTo>
                    <a:pt x="15684" y="31799"/>
                  </a:lnTo>
                  <a:lnTo>
                    <a:pt x="13526" y="34820"/>
                  </a:lnTo>
                  <a:lnTo>
                    <a:pt x="11511" y="37986"/>
                  </a:lnTo>
                  <a:lnTo>
                    <a:pt x="9641" y="41295"/>
                  </a:lnTo>
                  <a:lnTo>
                    <a:pt x="7770" y="44748"/>
                  </a:lnTo>
                  <a:lnTo>
                    <a:pt x="6188" y="48201"/>
                  </a:lnTo>
                  <a:lnTo>
                    <a:pt x="4893" y="51798"/>
                  </a:lnTo>
                  <a:lnTo>
                    <a:pt x="3598" y="55539"/>
                  </a:lnTo>
                  <a:lnTo>
                    <a:pt x="2591" y="59280"/>
                  </a:lnTo>
                  <a:lnTo>
                    <a:pt x="1583" y="63021"/>
                  </a:lnTo>
                  <a:lnTo>
                    <a:pt x="1008" y="66906"/>
                  </a:lnTo>
                  <a:lnTo>
                    <a:pt x="432" y="70935"/>
                  </a:lnTo>
                  <a:lnTo>
                    <a:pt x="145" y="74963"/>
                  </a:lnTo>
                  <a:lnTo>
                    <a:pt x="1" y="78992"/>
                  </a:lnTo>
                  <a:lnTo>
                    <a:pt x="5468" y="78992"/>
                  </a:lnTo>
                  <a:lnTo>
                    <a:pt x="5468" y="75107"/>
                  </a:lnTo>
                  <a:lnTo>
                    <a:pt x="5756" y="71366"/>
                  </a:lnTo>
                  <a:lnTo>
                    <a:pt x="6188" y="67769"/>
                  </a:lnTo>
                  <a:lnTo>
                    <a:pt x="6907" y="64172"/>
                  </a:lnTo>
                  <a:lnTo>
                    <a:pt x="7770" y="60575"/>
                  </a:lnTo>
                  <a:lnTo>
                    <a:pt x="8778" y="57122"/>
                  </a:lnTo>
                  <a:lnTo>
                    <a:pt x="9929" y="53669"/>
                  </a:lnTo>
                  <a:lnTo>
                    <a:pt x="11223" y="50359"/>
                  </a:lnTo>
                  <a:lnTo>
                    <a:pt x="12662" y="47050"/>
                  </a:lnTo>
                  <a:lnTo>
                    <a:pt x="14245" y="43885"/>
                  </a:lnTo>
                  <a:lnTo>
                    <a:pt x="16115" y="40863"/>
                  </a:lnTo>
                  <a:lnTo>
                    <a:pt x="17986" y="37842"/>
                  </a:lnTo>
                  <a:lnTo>
                    <a:pt x="20000" y="34964"/>
                  </a:lnTo>
                  <a:lnTo>
                    <a:pt x="22302" y="32086"/>
                  </a:lnTo>
                  <a:lnTo>
                    <a:pt x="24605" y="29497"/>
                  </a:lnTo>
                  <a:lnTo>
                    <a:pt x="27051" y="26907"/>
                  </a:lnTo>
                  <a:lnTo>
                    <a:pt x="29497" y="24461"/>
                  </a:lnTo>
                  <a:lnTo>
                    <a:pt x="32230" y="22159"/>
                  </a:lnTo>
                  <a:lnTo>
                    <a:pt x="34964" y="20000"/>
                  </a:lnTo>
                  <a:lnTo>
                    <a:pt x="37842" y="17986"/>
                  </a:lnTo>
                  <a:lnTo>
                    <a:pt x="40863" y="15972"/>
                  </a:lnTo>
                  <a:lnTo>
                    <a:pt x="43885" y="14245"/>
                  </a:lnTo>
                  <a:lnTo>
                    <a:pt x="47194" y="12662"/>
                  </a:lnTo>
                  <a:lnTo>
                    <a:pt x="50359" y="11080"/>
                  </a:lnTo>
                  <a:lnTo>
                    <a:pt x="53669" y="9785"/>
                  </a:lnTo>
                  <a:lnTo>
                    <a:pt x="57122" y="8634"/>
                  </a:lnTo>
                  <a:lnTo>
                    <a:pt x="60575" y="7626"/>
                  </a:lnTo>
                  <a:lnTo>
                    <a:pt x="64172" y="6907"/>
                  </a:lnTo>
                  <a:lnTo>
                    <a:pt x="67769" y="6188"/>
                  </a:lnTo>
                  <a:lnTo>
                    <a:pt x="71510" y="5756"/>
                  </a:lnTo>
                  <a:lnTo>
                    <a:pt x="75251" y="5468"/>
                  </a:lnTo>
                  <a:lnTo>
                    <a:pt x="78992" y="5324"/>
                  </a:lnTo>
                  <a:lnTo>
                    <a:pt x="82733" y="5468"/>
                  </a:lnTo>
                  <a:lnTo>
                    <a:pt x="86474" y="5756"/>
                  </a:lnTo>
                  <a:lnTo>
                    <a:pt x="90215" y="6188"/>
                  </a:lnTo>
                  <a:lnTo>
                    <a:pt x="93812" y="6907"/>
                  </a:lnTo>
                  <a:lnTo>
                    <a:pt x="97409" y="7626"/>
                  </a:lnTo>
                  <a:lnTo>
                    <a:pt x="100862" y="8634"/>
                  </a:lnTo>
                  <a:lnTo>
                    <a:pt x="104315" y="9785"/>
                  </a:lnTo>
                  <a:lnTo>
                    <a:pt x="107625" y="11080"/>
                  </a:lnTo>
                  <a:lnTo>
                    <a:pt x="110934" y="12662"/>
                  </a:lnTo>
                  <a:lnTo>
                    <a:pt x="114099" y="14245"/>
                  </a:lnTo>
                  <a:lnTo>
                    <a:pt x="117121" y="15972"/>
                  </a:lnTo>
                  <a:lnTo>
                    <a:pt x="120142" y="17986"/>
                  </a:lnTo>
                  <a:lnTo>
                    <a:pt x="123020" y="20000"/>
                  </a:lnTo>
                  <a:lnTo>
                    <a:pt x="125754" y="22159"/>
                  </a:lnTo>
                  <a:lnTo>
                    <a:pt x="128487" y="24461"/>
                  </a:lnTo>
                  <a:lnTo>
                    <a:pt x="131077" y="26907"/>
                  </a:lnTo>
                  <a:lnTo>
                    <a:pt x="133523" y="29497"/>
                  </a:lnTo>
                  <a:lnTo>
                    <a:pt x="135825" y="32086"/>
                  </a:lnTo>
                  <a:lnTo>
                    <a:pt x="137984" y="34964"/>
                  </a:lnTo>
                  <a:lnTo>
                    <a:pt x="139998" y="37842"/>
                  </a:lnTo>
                  <a:lnTo>
                    <a:pt x="142012" y="40863"/>
                  </a:lnTo>
                  <a:lnTo>
                    <a:pt x="143739" y="43885"/>
                  </a:lnTo>
                  <a:lnTo>
                    <a:pt x="145322" y="47050"/>
                  </a:lnTo>
                  <a:lnTo>
                    <a:pt x="146761" y="50359"/>
                  </a:lnTo>
                  <a:lnTo>
                    <a:pt x="148199" y="53669"/>
                  </a:lnTo>
                  <a:lnTo>
                    <a:pt x="149350" y="57122"/>
                  </a:lnTo>
                  <a:lnTo>
                    <a:pt x="150358" y="60575"/>
                  </a:lnTo>
                  <a:lnTo>
                    <a:pt x="151077" y="64172"/>
                  </a:lnTo>
                  <a:lnTo>
                    <a:pt x="151796" y="67769"/>
                  </a:lnTo>
                  <a:lnTo>
                    <a:pt x="152228" y="71366"/>
                  </a:lnTo>
                  <a:lnTo>
                    <a:pt x="152516" y="75107"/>
                  </a:lnTo>
                  <a:lnTo>
                    <a:pt x="152660" y="78992"/>
                  </a:lnTo>
                  <a:lnTo>
                    <a:pt x="157983" y="78992"/>
                  </a:lnTo>
                  <a:lnTo>
                    <a:pt x="157839" y="74963"/>
                  </a:lnTo>
                  <a:lnTo>
                    <a:pt x="157552" y="70935"/>
                  </a:lnTo>
                  <a:lnTo>
                    <a:pt x="157120" y="66906"/>
                  </a:lnTo>
                  <a:lnTo>
                    <a:pt x="156401" y="63021"/>
                  </a:lnTo>
                  <a:lnTo>
                    <a:pt x="155537" y="59280"/>
                  </a:lnTo>
                  <a:lnTo>
                    <a:pt x="154386" y="55539"/>
                  </a:lnTo>
                  <a:lnTo>
                    <a:pt x="153235" y="51798"/>
                  </a:lnTo>
                  <a:lnTo>
                    <a:pt x="151796" y="48201"/>
                  </a:lnTo>
                  <a:lnTo>
                    <a:pt x="150214" y="44748"/>
                  </a:lnTo>
                  <a:lnTo>
                    <a:pt x="148487" y="41295"/>
                  </a:lnTo>
                  <a:lnTo>
                    <a:pt x="146473" y="37986"/>
                  </a:lnTo>
                  <a:lnTo>
                    <a:pt x="144458" y="34820"/>
                  </a:lnTo>
                  <a:lnTo>
                    <a:pt x="142300" y="31799"/>
                  </a:lnTo>
                  <a:lnTo>
                    <a:pt x="139854" y="28777"/>
                  </a:lnTo>
                  <a:lnTo>
                    <a:pt x="137408" y="25899"/>
                  </a:lnTo>
                  <a:lnTo>
                    <a:pt x="134818" y="23166"/>
                  </a:lnTo>
                  <a:lnTo>
                    <a:pt x="132085" y="20576"/>
                  </a:lnTo>
                  <a:lnTo>
                    <a:pt x="129207" y="17986"/>
                  </a:lnTo>
                  <a:lnTo>
                    <a:pt x="126185" y="15684"/>
                  </a:lnTo>
                  <a:lnTo>
                    <a:pt x="123164" y="13526"/>
                  </a:lnTo>
                  <a:lnTo>
                    <a:pt x="119855" y="11367"/>
                  </a:lnTo>
                  <a:lnTo>
                    <a:pt x="116689" y="9497"/>
                  </a:lnTo>
                  <a:lnTo>
                    <a:pt x="113236" y="7770"/>
                  </a:lnTo>
                  <a:lnTo>
                    <a:pt x="109783" y="6188"/>
                  </a:lnTo>
                  <a:lnTo>
                    <a:pt x="106186" y="4749"/>
                  </a:lnTo>
                  <a:lnTo>
                    <a:pt x="102445" y="3598"/>
                  </a:lnTo>
                  <a:lnTo>
                    <a:pt x="98704" y="2447"/>
                  </a:lnTo>
                  <a:lnTo>
                    <a:pt x="94963" y="1583"/>
                  </a:lnTo>
                  <a:lnTo>
                    <a:pt x="91078" y="864"/>
                  </a:lnTo>
                  <a:lnTo>
                    <a:pt x="87049" y="432"/>
                  </a:lnTo>
                  <a:lnTo>
                    <a:pt x="83021" y="145"/>
                  </a:lnTo>
                  <a:lnTo>
                    <a:pt x="78992" y="1"/>
                  </a:lnTo>
                  <a:close/>
                </a:path>
              </a:pathLst>
            </a:custGeom>
            <a:solidFill>
              <a:srgbClr val="7AC6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 name="Google Shape;196;p21"/>
            <p:cNvSpPr/>
            <p:nvPr/>
          </p:nvSpPr>
          <p:spPr>
            <a:xfrm>
              <a:off x="1036650" y="1870075"/>
              <a:ext cx="5546700" cy="2773350"/>
            </a:xfrm>
            <a:custGeom>
              <a:avLst/>
              <a:gdLst/>
              <a:ahLst/>
              <a:cxnLst/>
              <a:rect l="l" t="t" r="r" b="b"/>
              <a:pathLst>
                <a:path w="221868" h="110934" extrusionOk="0">
                  <a:moveTo>
                    <a:pt x="110934" y="1"/>
                  </a:moveTo>
                  <a:lnTo>
                    <a:pt x="105323" y="145"/>
                  </a:lnTo>
                  <a:lnTo>
                    <a:pt x="99567" y="576"/>
                  </a:lnTo>
                  <a:lnTo>
                    <a:pt x="94100" y="1296"/>
                  </a:lnTo>
                  <a:lnTo>
                    <a:pt x="88632" y="2303"/>
                  </a:lnTo>
                  <a:lnTo>
                    <a:pt x="83309" y="3454"/>
                  </a:lnTo>
                  <a:lnTo>
                    <a:pt x="77985" y="5037"/>
                  </a:lnTo>
                  <a:lnTo>
                    <a:pt x="72805" y="6763"/>
                  </a:lnTo>
                  <a:lnTo>
                    <a:pt x="67769" y="8778"/>
                  </a:lnTo>
                  <a:lnTo>
                    <a:pt x="62877" y="10936"/>
                  </a:lnTo>
                  <a:lnTo>
                    <a:pt x="58129" y="13382"/>
                  </a:lnTo>
                  <a:lnTo>
                    <a:pt x="53525" y="16116"/>
                  </a:lnTo>
                  <a:lnTo>
                    <a:pt x="48921" y="18993"/>
                  </a:lnTo>
                  <a:lnTo>
                    <a:pt x="44604" y="22015"/>
                  </a:lnTo>
                  <a:lnTo>
                    <a:pt x="40432" y="25324"/>
                  </a:lnTo>
                  <a:lnTo>
                    <a:pt x="36403" y="28777"/>
                  </a:lnTo>
                  <a:lnTo>
                    <a:pt x="32518" y="32518"/>
                  </a:lnTo>
                  <a:lnTo>
                    <a:pt x="28921" y="36403"/>
                  </a:lnTo>
                  <a:lnTo>
                    <a:pt x="25468" y="40432"/>
                  </a:lnTo>
                  <a:lnTo>
                    <a:pt x="22159" y="44604"/>
                  </a:lnTo>
                  <a:lnTo>
                    <a:pt x="18993" y="48921"/>
                  </a:lnTo>
                  <a:lnTo>
                    <a:pt x="16116" y="53381"/>
                  </a:lnTo>
                  <a:lnTo>
                    <a:pt x="13382" y="58129"/>
                  </a:lnTo>
                  <a:lnTo>
                    <a:pt x="10936" y="62877"/>
                  </a:lnTo>
                  <a:lnTo>
                    <a:pt x="8778" y="67769"/>
                  </a:lnTo>
                  <a:lnTo>
                    <a:pt x="6763" y="72805"/>
                  </a:lnTo>
                  <a:lnTo>
                    <a:pt x="5037" y="77985"/>
                  </a:lnTo>
                  <a:lnTo>
                    <a:pt x="3598" y="83165"/>
                  </a:lnTo>
                  <a:lnTo>
                    <a:pt x="2303" y="88632"/>
                  </a:lnTo>
                  <a:lnTo>
                    <a:pt x="1296" y="93956"/>
                  </a:lnTo>
                  <a:lnTo>
                    <a:pt x="576" y="99567"/>
                  </a:lnTo>
                  <a:lnTo>
                    <a:pt x="145" y="105179"/>
                  </a:lnTo>
                  <a:lnTo>
                    <a:pt x="1" y="110934"/>
                  </a:lnTo>
                  <a:lnTo>
                    <a:pt x="5468" y="110934"/>
                  </a:lnTo>
                  <a:lnTo>
                    <a:pt x="5612" y="105466"/>
                  </a:lnTo>
                  <a:lnTo>
                    <a:pt x="5900" y="100143"/>
                  </a:lnTo>
                  <a:lnTo>
                    <a:pt x="6619" y="94819"/>
                  </a:lnTo>
                  <a:lnTo>
                    <a:pt x="7627" y="89639"/>
                  </a:lnTo>
                  <a:lnTo>
                    <a:pt x="8778" y="84604"/>
                  </a:lnTo>
                  <a:lnTo>
                    <a:pt x="10216" y="79568"/>
                  </a:lnTo>
                  <a:lnTo>
                    <a:pt x="11799" y="74676"/>
                  </a:lnTo>
                  <a:lnTo>
                    <a:pt x="13670" y="69784"/>
                  </a:lnTo>
                  <a:lnTo>
                    <a:pt x="15828" y="65179"/>
                  </a:lnTo>
                  <a:lnTo>
                    <a:pt x="18130" y="60575"/>
                  </a:lnTo>
                  <a:lnTo>
                    <a:pt x="20720" y="56259"/>
                  </a:lnTo>
                  <a:lnTo>
                    <a:pt x="23454" y="51942"/>
                  </a:lnTo>
                  <a:lnTo>
                    <a:pt x="26475" y="47770"/>
                  </a:lnTo>
                  <a:lnTo>
                    <a:pt x="29497" y="43741"/>
                  </a:lnTo>
                  <a:lnTo>
                    <a:pt x="32806" y="40000"/>
                  </a:lnTo>
                  <a:lnTo>
                    <a:pt x="36403" y="36259"/>
                  </a:lnTo>
                  <a:lnTo>
                    <a:pt x="40000" y="32806"/>
                  </a:lnTo>
                  <a:lnTo>
                    <a:pt x="43885" y="29497"/>
                  </a:lnTo>
                  <a:lnTo>
                    <a:pt x="47914" y="26331"/>
                  </a:lnTo>
                  <a:lnTo>
                    <a:pt x="51942" y="23454"/>
                  </a:lnTo>
                  <a:lnTo>
                    <a:pt x="56259" y="20720"/>
                  </a:lnTo>
                  <a:lnTo>
                    <a:pt x="60719" y="18130"/>
                  </a:lnTo>
                  <a:lnTo>
                    <a:pt x="65179" y="15828"/>
                  </a:lnTo>
                  <a:lnTo>
                    <a:pt x="69928" y="13670"/>
                  </a:lnTo>
                  <a:lnTo>
                    <a:pt x="74676" y="11799"/>
                  </a:lnTo>
                  <a:lnTo>
                    <a:pt x="79568" y="10073"/>
                  </a:lnTo>
                  <a:lnTo>
                    <a:pt x="84604" y="8634"/>
                  </a:lnTo>
                  <a:lnTo>
                    <a:pt x="89639" y="7483"/>
                  </a:lnTo>
                  <a:lnTo>
                    <a:pt x="94963" y="6619"/>
                  </a:lnTo>
                  <a:lnTo>
                    <a:pt x="100143" y="5900"/>
                  </a:lnTo>
                  <a:lnTo>
                    <a:pt x="105466" y="5468"/>
                  </a:lnTo>
                  <a:lnTo>
                    <a:pt x="110934" y="5324"/>
                  </a:lnTo>
                  <a:lnTo>
                    <a:pt x="116402" y="5468"/>
                  </a:lnTo>
                  <a:lnTo>
                    <a:pt x="121725" y="5900"/>
                  </a:lnTo>
                  <a:lnTo>
                    <a:pt x="127049" y="6619"/>
                  </a:lnTo>
                  <a:lnTo>
                    <a:pt x="132229" y="7483"/>
                  </a:lnTo>
                  <a:lnTo>
                    <a:pt x="137264" y="8634"/>
                  </a:lnTo>
                  <a:lnTo>
                    <a:pt x="142300" y="10073"/>
                  </a:lnTo>
                  <a:lnTo>
                    <a:pt x="147192" y="11799"/>
                  </a:lnTo>
                  <a:lnTo>
                    <a:pt x="151940" y="13670"/>
                  </a:lnTo>
                  <a:lnTo>
                    <a:pt x="156689" y="15828"/>
                  </a:lnTo>
                  <a:lnTo>
                    <a:pt x="161149" y="18130"/>
                  </a:lnTo>
                  <a:lnTo>
                    <a:pt x="165609" y="20720"/>
                  </a:lnTo>
                  <a:lnTo>
                    <a:pt x="169926" y="23454"/>
                  </a:lnTo>
                  <a:lnTo>
                    <a:pt x="174098" y="26331"/>
                  </a:lnTo>
                  <a:lnTo>
                    <a:pt x="177983" y="29497"/>
                  </a:lnTo>
                  <a:lnTo>
                    <a:pt x="181868" y="32806"/>
                  </a:lnTo>
                  <a:lnTo>
                    <a:pt x="185609" y="36259"/>
                  </a:lnTo>
                  <a:lnTo>
                    <a:pt x="189062" y="40000"/>
                  </a:lnTo>
                  <a:lnTo>
                    <a:pt x="192371" y="43741"/>
                  </a:lnTo>
                  <a:lnTo>
                    <a:pt x="195537" y="47770"/>
                  </a:lnTo>
                  <a:lnTo>
                    <a:pt x="198414" y="51942"/>
                  </a:lnTo>
                  <a:lnTo>
                    <a:pt x="201148" y="56259"/>
                  </a:lnTo>
                  <a:lnTo>
                    <a:pt x="203738" y="60575"/>
                  </a:lnTo>
                  <a:lnTo>
                    <a:pt x="206040" y="65179"/>
                  </a:lnTo>
                  <a:lnTo>
                    <a:pt x="208198" y="69784"/>
                  </a:lnTo>
                  <a:lnTo>
                    <a:pt x="210069" y="74676"/>
                  </a:lnTo>
                  <a:lnTo>
                    <a:pt x="211795" y="79568"/>
                  </a:lnTo>
                  <a:lnTo>
                    <a:pt x="213234" y="84604"/>
                  </a:lnTo>
                  <a:lnTo>
                    <a:pt x="214385" y="89639"/>
                  </a:lnTo>
                  <a:lnTo>
                    <a:pt x="215249" y="94819"/>
                  </a:lnTo>
                  <a:lnTo>
                    <a:pt x="215968" y="100143"/>
                  </a:lnTo>
                  <a:lnTo>
                    <a:pt x="216400" y="105466"/>
                  </a:lnTo>
                  <a:lnTo>
                    <a:pt x="216544" y="110934"/>
                  </a:lnTo>
                  <a:lnTo>
                    <a:pt x="221867" y="110934"/>
                  </a:lnTo>
                  <a:lnTo>
                    <a:pt x="221723" y="105179"/>
                  </a:lnTo>
                  <a:lnTo>
                    <a:pt x="221292" y="99567"/>
                  </a:lnTo>
                  <a:lnTo>
                    <a:pt x="220572" y="93956"/>
                  </a:lnTo>
                  <a:lnTo>
                    <a:pt x="219565" y="88632"/>
                  </a:lnTo>
                  <a:lnTo>
                    <a:pt x="218414" y="83165"/>
                  </a:lnTo>
                  <a:lnTo>
                    <a:pt x="216831" y="77985"/>
                  </a:lnTo>
                  <a:lnTo>
                    <a:pt x="215105" y="72805"/>
                  </a:lnTo>
                  <a:lnTo>
                    <a:pt x="213090" y="67769"/>
                  </a:lnTo>
                  <a:lnTo>
                    <a:pt x="210932" y="62877"/>
                  </a:lnTo>
                  <a:lnTo>
                    <a:pt x="208486" y="58129"/>
                  </a:lnTo>
                  <a:lnTo>
                    <a:pt x="205752" y="53381"/>
                  </a:lnTo>
                  <a:lnTo>
                    <a:pt x="202875" y="48921"/>
                  </a:lnTo>
                  <a:lnTo>
                    <a:pt x="199853" y="44604"/>
                  </a:lnTo>
                  <a:lnTo>
                    <a:pt x="196544" y="40432"/>
                  </a:lnTo>
                  <a:lnTo>
                    <a:pt x="192947" y="36403"/>
                  </a:lnTo>
                  <a:lnTo>
                    <a:pt x="189350" y="32518"/>
                  </a:lnTo>
                  <a:lnTo>
                    <a:pt x="185465" y="28777"/>
                  </a:lnTo>
                  <a:lnTo>
                    <a:pt x="181436" y="25324"/>
                  </a:lnTo>
                  <a:lnTo>
                    <a:pt x="177264" y="22015"/>
                  </a:lnTo>
                  <a:lnTo>
                    <a:pt x="172947" y="18993"/>
                  </a:lnTo>
                  <a:lnTo>
                    <a:pt x="168343" y="16116"/>
                  </a:lnTo>
                  <a:lnTo>
                    <a:pt x="163739" y="13382"/>
                  </a:lnTo>
                  <a:lnTo>
                    <a:pt x="158991" y="10936"/>
                  </a:lnTo>
                  <a:lnTo>
                    <a:pt x="154099" y="8778"/>
                  </a:lnTo>
                  <a:lnTo>
                    <a:pt x="149063" y="6763"/>
                  </a:lnTo>
                  <a:lnTo>
                    <a:pt x="143883" y="5037"/>
                  </a:lnTo>
                  <a:lnTo>
                    <a:pt x="138703" y="3454"/>
                  </a:lnTo>
                  <a:lnTo>
                    <a:pt x="133236" y="2303"/>
                  </a:lnTo>
                  <a:lnTo>
                    <a:pt x="127768" y="1296"/>
                  </a:lnTo>
                  <a:lnTo>
                    <a:pt x="122301" y="576"/>
                  </a:lnTo>
                  <a:lnTo>
                    <a:pt x="116689" y="145"/>
                  </a:lnTo>
                  <a:lnTo>
                    <a:pt x="110934" y="1"/>
                  </a:lnTo>
                  <a:close/>
                </a:path>
              </a:pathLst>
            </a:custGeom>
            <a:solidFill>
              <a:srgbClr val="7AC6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 name="Google Shape;197;p21"/>
            <p:cNvSpPr/>
            <p:nvPr/>
          </p:nvSpPr>
          <p:spPr>
            <a:xfrm>
              <a:off x="238125" y="1071550"/>
              <a:ext cx="7143750" cy="3571875"/>
            </a:xfrm>
            <a:custGeom>
              <a:avLst/>
              <a:gdLst/>
              <a:ahLst/>
              <a:cxnLst/>
              <a:rect l="l" t="t" r="r" b="b"/>
              <a:pathLst>
                <a:path w="285750" h="142875" extrusionOk="0">
                  <a:moveTo>
                    <a:pt x="139278" y="0"/>
                  </a:moveTo>
                  <a:lnTo>
                    <a:pt x="135825" y="144"/>
                  </a:lnTo>
                  <a:lnTo>
                    <a:pt x="132228" y="432"/>
                  </a:lnTo>
                  <a:lnTo>
                    <a:pt x="128775" y="719"/>
                  </a:lnTo>
                  <a:lnTo>
                    <a:pt x="125178" y="1007"/>
                  </a:lnTo>
                  <a:lnTo>
                    <a:pt x="121724" y="1583"/>
                  </a:lnTo>
                  <a:lnTo>
                    <a:pt x="114818" y="2734"/>
                  </a:lnTo>
                  <a:lnTo>
                    <a:pt x="108056" y="4316"/>
                  </a:lnTo>
                  <a:lnTo>
                    <a:pt x="101293" y="6187"/>
                  </a:lnTo>
                  <a:lnTo>
                    <a:pt x="94674" y="8345"/>
                  </a:lnTo>
                  <a:lnTo>
                    <a:pt x="88200" y="10791"/>
                  </a:lnTo>
                  <a:lnTo>
                    <a:pt x="81869" y="13669"/>
                  </a:lnTo>
                  <a:lnTo>
                    <a:pt x="75682" y="16690"/>
                  </a:lnTo>
                  <a:lnTo>
                    <a:pt x="69639" y="20144"/>
                  </a:lnTo>
                  <a:lnTo>
                    <a:pt x="63740" y="23884"/>
                  </a:lnTo>
                  <a:lnTo>
                    <a:pt x="57985" y="27913"/>
                  </a:lnTo>
                  <a:lnTo>
                    <a:pt x="55107" y="30071"/>
                  </a:lnTo>
                  <a:lnTo>
                    <a:pt x="52373" y="32230"/>
                  </a:lnTo>
                  <a:lnTo>
                    <a:pt x="49639" y="34532"/>
                  </a:lnTo>
                  <a:lnTo>
                    <a:pt x="47049" y="36978"/>
                  </a:lnTo>
                  <a:lnTo>
                    <a:pt x="44460" y="39280"/>
                  </a:lnTo>
                  <a:lnTo>
                    <a:pt x="41870" y="41870"/>
                  </a:lnTo>
                  <a:lnTo>
                    <a:pt x="39424" y="44460"/>
                  </a:lnTo>
                  <a:lnTo>
                    <a:pt x="36978" y="47049"/>
                  </a:lnTo>
                  <a:lnTo>
                    <a:pt x="34676" y="49639"/>
                  </a:lnTo>
                  <a:lnTo>
                    <a:pt x="32373" y="52373"/>
                  </a:lnTo>
                  <a:lnTo>
                    <a:pt x="30215" y="55107"/>
                  </a:lnTo>
                  <a:lnTo>
                    <a:pt x="28057" y="57841"/>
                  </a:lnTo>
                  <a:lnTo>
                    <a:pt x="24028" y="63596"/>
                  </a:lnTo>
                  <a:lnTo>
                    <a:pt x="20287" y="69495"/>
                  </a:lnTo>
                  <a:lnTo>
                    <a:pt x="16834" y="75538"/>
                  </a:lnTo>
                  <a:lnTo>
                    <a:pt x="13669" y="81725"/>
                  </a:lnTo>
                  <a:lnTo>
                    <a:pt x="10791" y="88200"/>
                  </a:lnTo>
                  <a:lnTo>
                    <a:pt x="8345" y="94674"/>
                  </a:lnTo>
                  <a:lnTo>
                    <a:pt x="6187" y="101293"/>
                  </a:lnTo>
                  <a:lnTo>
                    <a:pt x="4316" y="107912"/>
                  </a:lnTo>
                  <a:lnTo>
                    <a:pt x="2734" y="114818"/>
                  </a:lnTo>
                  <a:lnTo>
                    <a:pt x="1583" y="121724"/>
                  </a:lnTo>
                  <a:lnTo>
                    <a:pt x="1151" y="125178"/>
                  </a:lnTo>
                  <a:lnTo>
                    <a:pt x="719" y="128631"/>
                  </a:lnTo>
                  <a:lnTo>
                    <a:pt x="432" y="132228"/>
                  </a:lnTo>
                  <a:lnTo>
                    <a:pt x="288" y="135681"/>
                  </a:lnTo>
                  <a:lnTo>
                    <a:pt x="144" y="139278"/>
                  </a:lnTo>
                  <a:lnTo>
                    <a:pt x="0" y="142875"/>
                  </a:lnTo>
                  <a:lnTo>
                    <a:pt x="5468" y="142875"/>
                  </a:lnTo>
                  <a:lnTo>
                    <a:pt x="5611" y="135969"/>
                  </a:lnTo>
                  <a:lnTo>
                    <a:pt x="6043" y="129206"/>
                  </a:lnTo>
                  <a:lnTo>
                    <a:pt x="6906" y="122444"/>
                  </a:lnTo>
                  <a:lnTo>
                    <a:pt x="8057" y="115825"/>
                  </a:lnTo>
                  <a:lnTo>
                    <a:pt x="9496" y="109207"/>
                  </a:lnTo>
                  <a:lnTo>
                    <a:pt x="11367" y="102732"/>
                  </a:lnTo>
                  <a:lnTo>
                    <a:pt x="13381" y="96401"/>
                  </a:lnTo>
                  <a:lnTo>
                    <a:pt x="15827" y="90214"/>
                  </a:lnTo>
                  <a:lnTo>
                    <a:pt x="18561" y="84027"/>
                  </a:lnTo>
                  <a:lnTo>
                    <a:pt x="21582" y="78128"/>
                  </a:lnTo>
                  <a:lnTo>
                    <a:pt x="24892" y="72229"/>
                  </a:lnTo>
                  <a:lnTo>
                    <a:pt x="28489" y="66617"/>
                  </a:lnTo>
                  <a:lnTo>
                    <a:pt x="32373" y="61150"/>
                  </a:lnTo>
                  <a:lnTo>
                    <a:pt x="36546" y="55682"/>
                  </a:lnTo>
                  <a:lnTo>
                    <a:pt x="41006" y="50647"/>
                  </a:lnTo>
                  <a:lnTo>
                    <a:pt x="45755" y="45611"/>
                  </a:lnTo>
                  <a:lnTo>
                    <a:pt x="50647" y="40863"/>
                  </a:lnTo>
                  <a:lnTo>
                    <a:pt x="55826" y="36402"/>
                  </a:lnTo>
                  <a:lnTo>
                    <a:pt x="61150" y="32230"/>
                  </a:lnTo>
                  <a:lnTo>
                    <a:pt x="66617" y="28345"/>
                  </a:lnTo>
                  <a:lnTo>
                    <a:pt x="72373" y="24748"/>
                  </a:lnTo>
                  <a:lnTo>
                    <a:pt x="78128" y="21438"/>
                  </a:lnTo>
                  <a:lnTo>
                    <a:pt x="84171" y="18417"/>
                  </a:lnTo>
                  <a:lnTo>
                    <a:pt x="90214" y="15683"/>
                  </a:lnTo>
                  <a:lnTo>
                    <a:pt x="96545" y="13381"/>
                  </a:lnTo>
                  <a:lnTo>
                    <a:pt x="102876" y="11223"/>
                  </a:lnTo>
                  <a:lnTo>
                    <a:pt x="109350" y="9496"/>
                  </a:lnTo>
                  <a:lnTo>
                    <a:pt x="115825" y="8057"/>
                  </a:lnTo>
                  <a:lnTo>
                    <a:pt x="122444" y="6906"/>
                  </a:lnTo>
                  <a:lnTo>
                    <a:pt x="129206" y="6043"/>
                  </a:lnTo>
                  <a:lnTo>
                    <a:pt x="135969" y="5468"/>
                  </a:lnTo>
                  <a:lnTo>
                    <a:pt x="142875" y="5324"/>
                  </a:lnTo>
                  <a:lnTo>
                    <a:pt x="149781" y="5468"/>
                  </a:lnTo>
                  <a:lnTo>
                    <a:pt x="156544" y="6043"/>
                  </a:lnTo>
                  <a:lnTo>
                    <a:pt x="163306" y="6906"/>
                  </a:lnTo>
                  <a:lnTo>
                    <a:pt x="169925" y="8057"/>
                  </a:lnTo>
                  <a:lnTo>
                    <a:pt x="176543" y="9496"/>
                  </a:lnTo>
                  <a:lnTo>
                    <a:pt x="182874" y="11223"/>
                  </a:lnTo>
                  <a:lnTo>
                    <a:pt x="189349" y="13381"/>
                  </a:lnTo>
                  <a:lnTo>
                    <a:pt x="195536" y="15683"/>
                  </a:lnTo>
                  <a:lnTo>
                    <a:pt x="201579" y="18417"/>
                  </a:lnTo>
                  <a:lnTo>
                    <a:pt x="207622" y="21438"/>
                  </a:lnTo>
                  <a:lnTo>
                    <a:pt x="213377" y="24748"/>
                  </a:lnTo>
                  <a:lnTo>
                    <a:pt x="219133" y="28345"/>
                  </a:lnTo>
                  <a:lnTo>
                    <a:pt x="224600" y="32230"/>
                  </a:lnTo>
                  <a:lnTo>
                    <a:pt x="229924" y="36402"/>
                  </a:lnTo>
                  <a:lnTo>
                    <a:pt x="235103" y="40863"/>
                  </a:lnTo>
                  <a:lnTo>
                    <a:pt x="240139" y="45611"/>
                  </a:lnTo>
                  <a:lnTo>
                    <a:pt x="244887" y="50647"/>
                  </a:lnTo>
                  <a:lnTo>
                    <a:pt x="249348" y="55682"/>
                  </a:lnTo>
                  <a:lnTo>
                    <a:pt x="253520" y="61150"/>
                  </a:lnTo>
                  <a:lnTo>
                    <a:pt x="257405" y="66617"/>
                  </a:lnTo>
                  <a:lnTo>
                    <a:pt x="261002" y="72229"/>
                  </a:lnTo>
                  <a:lnTo>
                    <a:pt x="264312" y="78128"/>
                  </a:lnTo>
                  <a:lnTo>
                    <a:pt x="267333" y="84027"/>
                  </a:lnTo>
                  <a:lnTo>
                    <a:pt x="269923" y="90214"/>
                  </a:lnTo>
                  <a:lnTo>
                    <a:pt x="272369" y="96401"/>
                  </a:lnTo>
                  <a:lnTo>
                    <a:pt x="274527" y="102732"/>
                  </a:lnTo>
                  <a:lnTo>
                    <a:pt x="276254" y="109207"/>
                  </a:lnTo>
                  <a:lnTo>
                    <a:pt x="277693" y="115825"/>
                  </a:lnTo>
                  <a:lnTo>
                    <a:pt x="278844" y="122444"/>
                  </a:lnTo>
                  <a:lnTo>
                    <a:pt x="279707" y="129206"/>
                  </a:lnTo>
                  <a:lnTo>
                    <a:pt x="280139" y="135969"/>
                  </a:lnTo>
                  <a:lnTo>
                    <a:pt x="280426" y="142875"/>
                  </a:lnTo>
                  <a:lnTo>
                    <a:pt x="285750" y="142875"/>
                  </a:lnTo>
                  <a:lnTo>
                    <a:pt x="285750" y="139278"/>
                  </a:lnTo>
                  <a:lnTo>
                    <a:pt x="285606" y="135681"/>
                  </a:lnTo>
                  <a:lnTo>
                    <a:pt x="285318" y="132228"/>
                  </a:lnTo>
                  <a:lnTo>
                    <a:pt x="285031" y="128631"/>
                  </a:lnTo>
                  <a:lnTo>
                    <a:pt x="284599" y="125178"/>
                  </a:lnTo>
                  <a:lnTo>
                    <a:pt x="284167" y="121724"/>
                  </a:lnTo>
                  <a:lnTo>
                    <a:pt x="283016" y="114818"/>
                  </a:lnTo>
                  <a:lnTo>
                    <a:pt x="281434" y="107912"/>
                  </a:lnTo>
                  <a:lnTo>
                    <a:pt x="279563" y="101293"/>
                  </a:lnTo>
                  <a:lnTo>
                    <a:pt x="277405" y="94674"/>
                  </a:lnTo>
                  <a:lnTo>
                    <a:pt x="274959" y="88200"/>
                  </a:lnTo>
                  <a:lnTo>
                    <a:pt x="272081" y="81725"/>
                  </a:lnTo>
                  <a:lnTo>
                    <a:pt x="268916" y="75538"/>
                  </a:lnTo>
                  <a:lnTo>
                    <a:pt x="265607" y="69495"/>
                  </a:lnTo>
                  <a:lnTo>
                    <a:pt x="261866" y="63596"/>
                  </a:lnTo>
                  <a:lnTo>
                    <a:pt x="257837" y="57841"/>
                  </a:lnTo>
                  <a:lnTo>
                    <a:pt x="255679" y="55107"/>
                  </a:lnTo>
                  <a:lnTo>
                    <a:pt x="253377" y="52373"/>
                  </a:lnTo>
                  <a:lnTo>
                    <a:pt x="251218" y="49639"/>
                  </a:lnTo>
                  <a:lnTo>
                    <a:pt x="248772" y="47049"/>
                  </a:lnTo>
                  <a:lnTo>
                    <a:pt x="246326" y="44316"/>
                  </a:lnTo>
                  <a:lnTo>
                    <a:pt x="243880" y="41870"/>
                  </a:lnTo>
                  <a:lnTo>
                    <a:pt x="241290" y="39280"/>
                  </a:lnTo>
                  <a:lnTo>
                    <a:pt x="238701" y="36978"/>
                  </a:lnTo>
                  <a:lnTo>
                    <a:pt x="236111" y="34532"/>
                  </a:lnTo>
                  <a:lnTo>
                    <a:pt x="233377" y="32230"/>
                  </a:lnTo>
                  <a:lnTo>
                    <a:pt x="230643" y="30071"/>
                  </a:lnTo>
                  <a:lnTo>
                    <a:pt x="227765" y="27913"/>
                  </a:lnTo>
                  <a:lnTo>
                    <a:pt x="222154" y="23884"/>
                  </a:lnTo>
                  <a:lnTo>
                    <a:pt x="216255" y="20144"/>
                  </a:lnTo>
                  <a:lnTo>
                    <a:pt x="210212" y="16690"/>
                  </a:lnTo>
                  <a:lnTo>
                    <a:pt x="203881" y="13669"/>
                  </a:lnTo>
                  <a:lnTo>
                    <a:pt x="197550" y="10791"/>
                  </a:lnTo>
                  <a:lnTo>
                    <a:pt x="191076" y="8345"/>
                  </a:lnTo>
                  <a:lnTo>
                    <a:pt x="184457" y="6187"/>
                  </a:lnTo>
                  <a:lnTo>
                    <a:pt x="177838" y="4316"/>
                  </a:lnTo>
                  <a:lnTo>
                    <a:pt x="170932" y="2734"/>
                  </a:lnTo>
                  <a:lnTo>
                    <a:pt x="164026" y="1583"/>
                  </a:lnTo>
                  <a:lnTo>
                    <a:pt x="160573" y="1007"/>
                  </a:lnTo>
                  <a:lnTo>
                    <a:pt x="157119" y="719"/>
                  </a:lnTo>
                  <a:lnTo>
                    <a:pt x="153522" y="432"/>
                  </a:lnTo>
                  <a:lnTo>
                    <a:pt x="150069" y="144"/>
                  </a:lnTo>
                  <a:lnTo>
                    <a:pt x="146472" y="0"/>
                  </a:lnTo>
                  <a:close/>
                </a:path>
              </a:pathLst>
            </a:custGeom>
            <a:solidFill>
              <a:srgbClr val="7AC6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98" name="Google Shape;198;p21"/>
          <p:cNvGrpSpPr/>
          <p:nvPr/>
        </p:nvGrpSpPr>
        <p:grpSpPr>
          <a:xfrm rot="5400000">
            <a:off x="8551739" y="4093852"/>
            <a:ext cx="682228" cy="341114"/>
            <a:chOff x="238125" y="1071550"/>
            <a:chExt cx="7143750" cy="3571875"/>
          </a:xfrm>
        </p:grpSpPr>
        <p:sp>
          <p:nvSpPr>
            <p:cNvPr id="199" name="Google Shape;199;p21"/>
            <p:cNvSpPr/>
            <p:nvPr/>
          </p:nvSpPr>
          <p:spPr>
            <a:xfrm>
              <a:off x="2633750" y="3467175"/>
              <a:ext cx="2352500" cy="1176250"/>
            </a:xfrm>
            <a:custGeom>
              <a:avLst/>
              <a:gdLst/>
              <a:ahLst/>
              <a:cxnLst/>
              <a:rect l="l" t="t" r="r" b="b"/>
              <a:pathLst>
                <a:path w="94100" h="47050" extrusionOk="0">
                  <a:moveTo>
                    <a:pt x="44604" y="1"/>
                  </a:moveTo>
                  <a:lnTo>
                    <a:pt x="42302" y="288"/>
                  </a:lnTo>
                  <a:lnTo>
                    <a:pt x="39856" y="576"/>
                  </a:lnTo>
                  <a:lnTo>
                    <a:pt x="37554" y="864"/>
                  </a:lnTo>
                  <a:lnTo>
                    <a:pt x="35396" y="1439"/>
                  </a:lnTo>
                  <a:lnTo>
                    <a:pt x="33093" y="2159"/>
                  </a:lnTo>
                  <a:lnTo>
                    <a:pt x="30935" y="2878"/>
                  </a:lnTo>
                  <a:lnTo>
                    <a:pt x="28777" y="3741"/>
                  </a:lnTo>
                  <a:lnTo>
                    <a:pt x="26763" y="4605"/>
                  </a:lnTo>
                  <a:lnTo>
                    <a:pt x="24604" y="5612"/>
                  </a:lnTo>
                  <a:lnTo>
                    <a:pt x="22734" y="6763"/>
                  </a:lnTo>
                  <a:lnTo>
                    <a:pt x="20720" y="8058"/>
                  </a:lnTo>
                  <a:lnTo>
                    <a:pt x="18993" y="9353"/>
                  </a:lnTo>
                  <a:lnTo>
                    <a:pt x="17123" y="10792"/>
                  </a:lnTo>
                  <a:lnTo>
                    <a:pt x="15396" y="12231"/>
                  </a:lnTo>
                  <a:lnTo>
                    <a:pt x="13813" y="13813"/>
                  </a:lnTo>
                  <a:lnTo>
                    <a:pt x="12231" y="15396"/>
                  </a:lnTo>
                  <a:lnTo>
                    <a:pt x="10792" y="17123"/>
                  </a:lnTo>
                  <a:lnTo>
                    <a:pt x="9353" y="18849"/>
                  </a:lnTo>
                  <a:lnTo>
                    <a:pt x="8058" y="20720"/>
                  </a:lnTo>
                  <a:lnTo>
                    <a:pt x="6907" y="22590"/>
                  </a:lnTo>
                  <a:lnTo>
                    <a:pt x="5756" y="24604"/>
                  </a:lnTo>
                  <a:lnTo>
                    <a:pt x="4749" y="26619"/>
                  </a:lnTo>
                  <a:lnTo>
                    <a:pt x="3741" y="28777"/>
                  </a:lnTo>
                  <a:lnTo>
                    <a:pt x="2878" y="30791"/>
                  </a:lnTo>
                  <a:lnTo>
                    <a:pt x="2159" y="33093"/>
                  </a:lnTo>
                  <a:lnTo>
                    <a:pt x="1583" y="35252"/>
                  </a:lnTo>
                  <a:lnTo>
                    <a:pt x="1008" y="37554"/>
                  </a:lnTo>
                  <a:lnTo>
                    <a:pt x="576" y="39856"/>
                  </a:lnTo>
                  <a:lnTo>
                    <a:pt x="288" y="42158"/>
                  </a:lnTo>
                  <a:lnTo>
                    <a:pt x="144" y="44604"/>
                  </a:lnTo>
                  <a:lnTo>
                    <a:pt x="1" y="47050"/>
                  </a:lnTo>
                  <a:lnTo>
                    <a:pt x="5324" y="47050"/>
                  </a:lnTo>
                  <a:lnTo>
                    <a:pt x="5468" y="44892"/>
                  </a:lnTo>
                  <a:lnTo>
                    <a:pt x="5612" y="42734"/>
                  </a:lnTo>
                  <a:lnTo>
                    <a:pt x="5900" y="40719"/>
                  </a:lnTo>
                  <a:lnTo>
                    <a:pt x="6187" y="38561"/>
                  </a:lnTo>
                  <a:lnTo>
                    <a:pt x="6763" y="36547"/>
                  </a:lnTo>
                  <a:lnTo>
                    <a:pt x="7339" y="34676"/>
                  </a:lnTo>
                  <a:lnTo>
                    <a:pt x="7914" y="32662"/>
                  </a:lnTo>
                  <a:lnTo>
                    <a:pt x="8633" y="30791"/>
                  </a:lnTo>
                  <a:lnTo>
                    <a:pt x="9497" y="28921"/>
                  </a:lnTo>
                  <a:lnTo>
                    <a:pt x="10504" y="27194"/>
                  </a:lnTo>
                  <a:lnTo>
                    <a:pt x="11367" y="25468"/>
                  </a:lnTo>
                  <a:lnTo>
                    <a:pt x="12518" y="23741"/>
                  </a:lnTo>
                  <a:lnTo>
                    <a:pt x="13669" y="22158"/>
                  </a:lnTo>
                  <a:lnTo>
                    <a:pt x="14964" y="20576"/>
                  </a:lnTo>
                  <a:lnTo>
                    <a:pt x="16259" y="18993"/>
                  </a:lnTo>
                  <a:lnTo>
                    <a:pt x="17554" y="17554"/>
                  </a:lnTo>
                  <a:lnTo>
                    <a:pt x="18993" y="16115"/>
                  </a:lnTo>
                  <a:lnTo>
                    <a:pt x="20576" y="14820"/>
                  </a:lnTo>
                  <a:lnTo>
                    <a:pt x="22158" y="13669"/>
                  </a:lnTo>
                  <a:lnTo>
                    <a:pt x="23741" y="12518"/>
                  </a:lnTo>
                  <a:lnTo>
                    <a:pt x="25468" y="11367"/>
                  </a:lnTo>
                  <a:lnTo>
                    <a:pt x="27194" y="10360"/>
                  </a:lnTo>
                  <a:lnTo>
                    <a:pt x="29065" y="9497"/>
                  </a:lnTo>
                  <a:lnTo>
                    <a:pt x="30791" y="8633"/>
                  </a:lnTo>
                  <a:lnTo>
                    <a:pt x="32806" y="7914"/>
                  </a:lnTo>
                  <a:lnTo>
                    <a:pt x="34676" y="7195"/>
                  </a:lnTo>
                  <a:lnTo>
                    <a:pt x="36690" y="6619"/>
                  </a:lnTo>
                  <a:lnTo>
                    <a:pt x="38705" y="6187"/>
                  </a:lnTo>
                  <a:lnTo>
                    <a:pt x="40719" y="5756"/>
                  </a:lnTo>
                  <a:lnTo>
                    <a:pt x="42877" y="5612"/>
                  </a:lnTo>
                  <a:lnTo>
                    <a:pt x="44892" y="5324"/>
                  </a:lnTo>
                  <a:lnTo>
                    <a:pt x="49208" y="5324"/>
                  </a:lnTo>
                  <a:lnTo>
                    <a:pt x="51366" y="5612"/>
                  </a:lnTo>
                  <a:lnTo>
                    <a:pt x="53381" y="5756"/>
                  </a:lnTo>
                  <a:lnTo>
                    <a:pt x="55395" y="6187"/>
                  </a:lnTo>
                  <a:lnTo>
                    <a:pt x="57410" y="6619"/>
                  </a:lnTo>
                  <a:lnTo>
                    <a:pt x="59424" y="7195"/>
                  </a:lnTo>
                  <a:lnTo>
                    <a:pt x="61438" y="7914"/>
                  </a:lnTo>
                  <a:lnTo>
                    <a:pt x="63309" y="8633"/>
                  </a:lnTo>
                  <a:lnTo>
                    <a:pt x="65179" y="9497"/>
                  </a:lnTo>
                  <a:lnTo>
                    <a:pt x="66906" y="10360"/>
                  </a:lnTo>
                  <a:lnTo>
                    <a:pt x="68632" y="11367"/>
                  </a:lnTo>
                  <a:lnTo>
                    <a:pt x="70359" y="12518"/>
                  </a:lnTo>
                  <a:lnTo>
                    <a:pt x="71942" y="13669"/>
                  </a:lnTo>
                  <a:lnTo>
                    <a:pt x="73524" y="14820"/>
                  </a:lnTo>
                  <a:lnTo>
                    <a:pt x="75107" y="16115"/>
                  </a:lnTo>
                  <a:lnTo>
                    <a:pt x="76546" y="17554"/>
                  </a:lnTo>
                  <a:lnTo>
                    <a:pt x="77841" y="18993"/>
                  </a:lnTo>
                  <a:lnTo>
                    <a:pt x="79280" y="20576"/>
                  </a:lnTo>
                  <a:lnTo>
                    <a:pt x="80431" y="22158"/>
                  </a:lnTo>
                  <a:lnTo>
                    <a:pt x="81582" y="23741"/>
                  </a:lnTo>
                  <a:lnTo>
                    <a:pt x="82733" y="25468"/>
                  </a:lnTo>
                  <a:lnTo>
                    <a:pt x="83740" y="27194"/>
                  </a:lnTo>
                  <a:lnTo>
                    <a:pt x="84603" y="28921"/>
                  </a:lnTo>
                  <a:lnTo>
                    <a:pt x="85467" y="30791"/>
                  </a:lnTo>
                  <a:lnTo>
                    <a:pt x="86186" y="32662"/>
                  </a:lnTo>
                  <a:lnTo>
                    <a:pt x="86905" y="34676"/>
                  </a:lnTo>
                  <a:lnTo>
                    <a:pt x="87481" y="36547"/>
                  </a:lnTo>
                  <a:lnTo>
                    <a:pt x="87913" y="38561"/>
                  </a:lnTo>
                  <a:lnTo>
                    <a:pt x="88200" y="40719"/>
                  </a:lnTo>
                  <a:lnTo>
                    <a:pt x="88488" y="42734"/>
                  </a:lnTo>
                  <a:lnTo>
                    <a:pt x="88632" y="44892"/>
                  </a:lnTo>
                  <a:lnTo>
                    <a:pt x="88776" y="47050"/>
                  </a:lnTo>
                  <a:lnTo>
                    <a:pt x="94099" y="47050"/>
                  </a:lnTo>
                  <a:lnTo>
                    <a:pt x="94099" y="44604"/>
                  </a:lnTo>
                  <a:lnTo>
                    <a:pt x="93812" y="42158"/>
                  </a:lnTo>
                  <a:lnTo>
                    <a:pt x="93524" y="39856"/>
                  </a:lnTo>
                  <a:lnTo>
                    <a:pt x="93092" y="37554"/>
                  </a:lnTo>
                  <a:lnTo>
                    <a:pt x="92661" y="35252"/>
                  </a:lnTo>
                  <a:lnTo>
                    <a:pt x="91941" y="33093"/>
                  </a:lnTo>
                  <a:lnTo>
                    <a:pt x="91222" y="30791"/>
                  </a:lnTo>
                  <a:lnTo>
                    <a:pt x="90359" y="28777"/>
                  </a:lnTo>
                  <a:lnTo>
                    <a:pt x="89495" y="26619"/>
                  </a:lnTo>
                  <a:lnTo>
                    <a:pt x="88488" y="24604"/>
                  </a:lnTo>
                  <a:lnTo>
                    <a:pt x="87337" y="22590"/>
                  </a:lnTo>
                  <a:lnTo>
                    <a:pt x="86042" y="20720"/>
                  </a:lnTo>
                  <a:lnTo>
                    <a:pt x="84747" y="18849"/>
                  </a:lnTo>
                  <a:lnTo>
                    <a:pt x="83308" y="17123"/>
                  </a:lnTo>
                  <a:lnTo>
                    <a:pt x="81869" y="15396"/>
                  </a:lnTo>
                  <a:lnTo>
                    <a:pt x="80287" y="13813"/>
                  </a:lnTo>
                  <a:lnTo>
                    <a:pt x="78704" y="12231"/>
                  </a:lnTo>
                  <a:lnTo>
                    <a:pt x="76978" y="10792"/>
                  </a:lnTo>
                  <a:lnTo>
                    <a:pt x="75251" y="9353"/>
                  </a:lnTo>
                  <a:lnTo>
                    <a:pt x="73380" y="8058"/>
                  </a:lnTo>
                  <a:lnTo>
                    <a:pt x="71366" y="6763"/>
                  </a:lnTo>
                  <a:lnTo>
                    <a:pt x="69496" y="5612"/>
                  </a:lnTo>
                  <a:lnTo>
                    <a:pt x="67481" y="4605"/>
                  </a:lnTo>
                  <a:lnTo>
                    <a:pt x="65323" y="3741"/>
                  </a:lnTo>
                  <a:lnTo>
                    <a:pt x="63165" y="2878"/>
                  </a:lnTo>
                  <a:lnTo>
                    <a:pt x="61007" y="2159"/>
                  </a:lnTo>
                  <a:lnTo>
                    <a:pt x="58848" y="1439"/>
                  </a:lnTo>
                  <a:lnTo>
                    <a:pt x="56546" y="864"/>
                  </a:lnTo>
                  <a:lnTo>
                    <a:pt x="54244" y="576"/>
                  </a:lnTo>
                  <a:lnTo>
                    <a:pt x="51798" y="288"/>
                  </a:lnTo>
                  <a:lnTo>
                    <a:pt x="49496" y="1"/>
                  </a:lnTo>
                  <a:close/>
                </a:path>
              </a:pathLst>
            </a:custGeom>
            <a:solidFill>
              <a:srgbClr val="D2FF1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 name="Google Shape;200;p21"/>
            <p:cNvSpPr/>
            <p:nvPr/>
          </p:nvSpPr>
          <p:spPr>
            <a:xfrm>
              <a:off x="1835200" y="2668625"/>
              <a:ext cx="3949600" cy="1974800"/>
            </a:xfrm>
            <a:custGeom>
              <a:avLst/>
              <a:gdLst/>
              <a:ahLst/>
              <a:cxnLst/>
              <a:rect l="l" t="t" r="r" b="b"/>
              <a:pathLst>
                <a:path w="157984" h="78992" extrusionOk="0">
                  <a:moveTo>
                    <a:pt x="78992" y="1"/>
                  </a:moveTo>
                  <a:lnTo>
                    <a:pt x="74963" y="145"/>
                  </a:lnTo>
                  <a:lnTo>
                    <a:pt x="70935" y="432"/>
                  </a:lnTo>
                  <a:lnTo>
                    <a:pt x="67050" y="864"/>
                  </a:lnTo>
                  <a:lnTo>
                    <a:pt x="63165" y="1583"/>
                  </a:lnTo>
                  <a:lnTo>
                    <a:pt x="59280" y="2447"/>
                  </a:lnTo>
                  <a:lnTo>
                    <a:pt x="55539" y="3598"/>
                  </a:lnTo>
                  <a:lnTo>
                    <a:pt x="51942" y="4749"/>
                  </a:lnTo>
                  <a:lnTo>
                    <a:pt x="48345" y="6188"/>
                  </a:lnTo>
                  <a:lnTo>
                    <a:pt x="44748" y="7770"/>
                  </a:lnTo>
                  <a:lnTo>
                    <a:pt x="41439" y="9497"/>
                  </a:lnTo>
                  <a:lnTo>
                    <a:pt x="38129" y="11367"/>
                  </a:lnTo>
                  <a:lnTo>
                    <a:pt x="34820" y="13526"/>
                  </a:lnTo>
                  <a:lnTo>
                    <a:pt x="31799" y="15684"/>
                  </a:lnTo>
                  <a:lnTo>
                    <a:pt x="28777" y="17986"/>
                  </a:lnTo>
                  <a:lnTo>
                    <a:pt x="25899" y="20576"/>
                  </a:lnTo>
                  <a:lnTo>
                    <a:pt x="23166" y="23166"/>
                  </a:lnTo>
                  <a:lnTo>
                    <a:pt x="20576" y="25899"/>
                  </a:lnTo>
                  <a:lnTo>
                    <a:pt x="18130" y="28777"/>
                  </a:lnTo>
                  <a:lnTo>
                    <a:pt x="15684" y="31799"/>
                  </a:lnTo>
                  <a:lnTo>
                    <a:pt x="13526" y="34820"/>
                  </a:lnTo>
                  <a:lnTo>
                    <a:pt x="11511" y="37986"/>
                  </a:lnTo>
                  <a:lnTo>
                    <a:pt x="9641" y="41295"/>
                  </a:lnTo>
                  <a:lnTo>
                    <a:pt x="7770" y="44748"/>
                  </a:lnTo>
                  <a:lnTo>
                    <a:pt x="6188" y="48201"/>
                  </a:lnTo>
                  <a:lnTo>
                    <a:pt x="4893" y="51798"/>
                  </a:lnTo>
                  <a:lnTo>
                    <a:pt x="3598" y="55539"/>
                  </a:lnTo>
                  <a:lnTo>
                    <a:pt x="2591" y="59280"/>
                  </a:lnTo>
                  <a:lnTo>
                    <a:pt x="1583" y="63021"/>
                  </a:lnTo>
                  <a:lnTo>
                    <a:pt x="1008" y="66906"/>
                  </a:lnTo>
                  <a:lnTo>
                    <a:pt x="432" y="70935"/>
                  </a:lnTo>
                  <a:lnTo>
                    <a:pt x="145" y="74963"/>
                  </a:lnTo>
                  <a:lnTo>
                    <a:pt x="1" y="78992"/>
                  </a:lnTo>
                  <a:lnTo>
                    <a:pt x="5468" y="78992"/>
                  </a:lnTo>
                  <a:lnTo>
                    <a:pt x="5468" y="75107"/>
                  </a:lnTo>
                  <a:lnTo>
                    <a:pt x="5756" y="71366"/>
                  </a:lnTo>
                  <a:lnTo>
                    <a:pt x="6188" y="67769"/>
                  </a:lnTo>
                  <a:lnTo>
                    <a:pt x="6907" y="64172"/>
                  </a:lnTo>
                  <a:lnTo>
                    <a:pt x="7770" y="60575"/>
                  </a:lnTo>
                  <a:lnTo>
                    <a:pt x="8778" y="57122"/>
                  </a:lnTo>
                  <a:lnTo>
                    <a:pt x="9929" y="53669"/>
                  </a:lnTo>
                  <a:lnTo>
                    <a:pt x="11223" y="50359"/>
                  </a:lnTo>
                  <a:lnTo>
                    <a:pt x="12662" y="47050"/>
                  </a:lnTo>
                  <a:lnTo>
                    <a:pt x="14245" y="43885"/>
                  </a:lnTo>
                  <a:lnTo>
                    <a:pt x="16115" y="40863"/>
                  </a:lnTo>
                  <a:lnTo>
                    <a:pt x="17986" y="37842"/>
                  </a:lnTo>
                  <a:lnTo>
                    <a:pt x="20000" y="34964"/>
                  </a:lnTo>
                  <a:lnTo>
                    <a:pt x="22302" y="32086"/>
                  </a:lnTo>
                  <a:lnTo>
                    <a:pt x="24605" y="29497"/>
                  </a:lnTo>
                  <a:lnTo>
                    <a:pt x="27051" y="26907"/>
                  </a:lnTo>
                  <a:lnTo>
                    <a:pt x="29497" y="24461"/>
                  </a:lnTo>
                  <a:lnTo>
                    <a:pt x="32230" y="22159"/>
                  </a:lnTo>
                  <a:lnTo>
                    <a:pt x="34964" y="20000"/>
                  </a:lnTo>
                  <a:lnTo>
                    <a:pt x="37842" y="17986"/>
                  </a:lnTo>
                  <a:lnTo>
                    <a:pt x="40863" y="15972"/>
                  </a:lnTo>
                  <a:lnTo>
                    <a:pt x="43885" y="14245"/>
                  </a:lnTo>
                  <a:lnTo>
                    <a:pt x="47194" y="12662"/>
                  </a:lnTo>
                  <a:lnTo>
                    <a:pt x="50359" y="11080"/>
                  </a:lnTo>
                  <a:lnTo>
                    <a:pt x="53669" y="9785"/>
                  </a:lnTo>
                  <a:lnTo>
                    <a:pt x="57122" y="8634"/>
                  </a:lnTo>
                  <a:lnTo>
                    <a:pt x="60575" y="7626"/>
                  </a:lnTo>
                  <a:lnTo>
                    <a:pt x="64172" y="6907"/>
                  </a:lnTo>
                  <a:lnTo>
                    <a:pt x="67769" y="6188"/>
                  </a:lnTo>
                  <a:lnTo>
                    <a:pt x="71510" y="5756"/>
                  </a:lnTo>
                  <a:lnTo>
                    <a:pt x="75251" y="5468"/>
                  </a:lnTo>
                  <a:lnTo>
                    <a:pt x="78992" y="5324"/>
                  </a:lnTo>
                  <a:lnTo>
                    <a:pt x="82733" y="5468"/>
                  </a:lnTo>
                  <a:lnTo>
                    <a:pt x="86474" y="5756"/>
                  </a:lnTo>
                  <a:lnTo>
                    <a:pt x="90215" y="6188"/>
                  </a:lnTo>
                  <a:lnTo>
                    <a:pt x="93812" y="6907"/>
                  </a:lnTo>
                  <a:lnTo>
                    <a:pt x="97409" y="7626"/>
                  </a:lnTo>
                  <a:lnTo>
                    <a:pt x="100862" y="8634"/>
                  </a:lnTo>
                  <a:lnTo>
                    <a:pt x="104315" y="9785"/>
                  </a:lnTo>
                  <a:lnTo>
                    <a:pt x="107625" y="11080"/>
                  </a:lnTo>
                  <a:lnTo>
                    <a:pt x="110934" y="12662"/>
                  </a:lnTo>
                  <a:lnTo>
                    <a:pt x="114099" y="14245"/>
                  </a:lnTo>
                  <a:lnTo>
                    <a:pt x="117121" y="15972"/>
                  </a:lnTo>
                  <a:lnTo>
                    <a:pt x="120142" y="17986"/>
                  </a:lnTo>
                  <a:lnTo>
                    <a:pt x="123020" y="20000"/>
                  </a:lnTo>
                  <a:lnTo>
                    <a:pt x="125754" y="22159"/>
                  </a:lnTo>
                  <a:lnTo>
                    <a:pt x="128487" y="24461"/>
                  </a:lnTo>
                  <a:lnTo>
                    <a:pt x="131077" y="26907"/>
                  </a:lnTo>
                  <a:lnTo>
                    <a:pt x="133523" y="29497"/>
                  </a:lnTo>
                  <a:lnTo>
                    <a:pt x="135825" y="32086"/>
                  </a:lnTo>
                  <a:lnTo>
                    <a:pt x="137984" y="34964"/>
                  </a:lnTo>
                  <a:lnTo>
                    <a:pt x="139998" y="37842"/>
                  </a:lnTo>
                  <a:lnTo>
                    <a:pt x="142012" y="40863"/>
                  </a:lnTo>
                  <a:lnTo>
                    <a:pt x="143739" y="43885"/>
                  </a:lnTo>
                  <a:lnTo>
                    <a:pt x="145322" y="47050"/>
                  </a:lnTo>
                  <a:lnTo>
                    <a:pt x="146761" y="50359"/>
                  </a:lnTo>
                  <a:lnTo>
                    <a:pt x="148199" y="53669"/>
                  </a:lnTo>
                  <a:lnTo>
                    <a:pt x="149350" y="57122"/>
                  </a:lnTo>
                  <a:lnTo>
                    <a:pt x="150358" y="60575"/>
                  </a:lnTo>
                  <a:lnTo>
                    <a:pt x="151077" y="64172"/>
                  </a:lnTo>
                  <a:lnTo>
                    <a:pt x="151796" y="67769"/>
                  </a:lnTo>
                  <a:lnTo>
                    <a:pt x="152228" y="71366"/>
                  </a:lnTo>
                  <a:lnTo>
                    <a:pt x="152516" y="75107"/>
                  </a:lnTo>
                  <a:lnTo>
                    <a:pt x="152660" y="78992"/>
                  </a:lnTo>
                  <a:lnTo>
                    <a:pt x="157983" y="78992"/>
                  </a:lnTo>
                  <a:lnTo>
                    <a:pt x="157839" y="74963"/>
                  </a:lnTo>
                  <a:lnTo>
                    <a:pt x="157552" y="70935"/>
                  </a:lnTo>
                  <a:lnTo>
                    <a:pt x="157120" y="66906"/>
                  </a:lnTo>
                  <a:lnTo>
                    <a:pt x="156401" y="63021"/>
                  </a:lnTo>
                  <a:lnTo>
                    <a:pt x="155537" y="59280"/>
                  </a:lnTo>
                  <a:lnTo>
                    <a:pt x="154386" y="55539"/>
                  </a:lnTo>
                  <a:lnTo>
                    <a:pt x="153235" y="51798"/>
                  </a:lnTo>
                  <a:lnTo>
                    <a:pt x="151796" y="48201"/>
                  </a:lnTo>
                  <a:lnTo>
                    <a:pt x="150214" y="44748"/>
                  </a:lnTo>
                  <a:lnTo>
                    <a:pt x="148487" y="41295"/>
                  </a:lnTo>
                  <a:lnTo>
                    <a:pt x="146473" y="37986"/>
                  </a:lnTo>
                  <a:lnTo>
                    <a:pt x="144458" y="34820"/>
                  </a:lnTo>
                  <a:lnTo>
                    <a:pt x="142300" y="31799"/>
                  </a:lnTo>
                  <a:lnTo>
                    <a:pt x="139854" y="28777"/>
                  </a:lnTo>
                  <a:lnTo>
                    <a:pt x="137408" y="25899"/>
                  </a:lnTo>
                  <a:lnTo>
                    <a:pt x="134818" y="23166"/>
                  </a:lnTo>
                  <a:lnTo>
                    <a:pt x="132085" y="20576"/>
                  </a:lnTo>
                  <a:lnTo>
                    <a:pt x="129207" y="17986"/>
                  </a:lnTo>
                  <a:lnTo>
                    <a:pt x="126185" y="15684"/>
                  </a:lnTo>
                  <a:lnTo>
                    <a:pt x="123164" y="13526"/>
                  </a:lnTo>
                  <a:lnTo>
                    <a:pt x="119855" y="11367"/>
                  </a:lnTo>
                  <a:lnTo>
                    <a:pt x="116689" y="9497"/>
                  </a:lnTo>
                  <a:lnTo>
                    <a:pt x="113236" y="7770"/>
                  </a:lnTo>
                  <a:lnTo>
                    <a:pt x="109783" y="6188"/>
                  </a:lnTo>
                  <a:lnTo>
                    <a:pt x="106186" y="4749"/>
                  </a:lnTo>
                  <a:lnTo>
                    <a:pt x="102445" y="3598"/>
                  </a:lnTo>
                  <a:lnTo>
                    <a:pt x="98704" y="2447"/>
                  </a:lnTo>
                  <a:lnTo>
                    <a:pt x="94963" y="1583"/>
                  </a:lnTo>
                  <a:lnTo>
                    <a:pt x="91078" y="864"/>
                  </a:lnTo>
                  <a:lnTo>
                    <a:pt x="87049" y="432"/>
                  </a:lnTo>
                  <a:lnTo>
                    <a:pt x="83021" y="145"/>
                  </a:lnTo>
                  <a:lnTo>
                    <a:pt x="78992" y="1"/>
                  </a:lnTo>
                  <a:close/>
                </a:path>
              </a:pathLst>
            </a:custGeom>
            <a:solidFill>
              <a:srgbClr val="D2FF1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 name="Google Shape;201;p21"/>
            <p:cNvSpPr/>
            <p:nvPr/>
          </p:nvSpPr>
          <p:spPr>
            <a:xfrm>
              <a:off x="1036650" y="1870075"/>
              <a:ext cx="5546700" cy="2773350"/>
            </a:xfrm>
            <a:custGeom>
              <a:avLst/>
              <a:gdLst/>
              <a:ahLst/>
              <a:cxnLst/>
              <a:rect l="l" t="t" r="r" b="b"/>
              <a:pathLst>
                <a:path w="221868" h="110934" extrusionOk="0">
                  <a:moveTo>
                    <a:pt x="110934" y="1"/>
                  </a:moveTo>
                  <a:lnTo>
                    <a:pt x="105323" y="145"/>
                  </a:lnTo>
                  <a:lnTo>
                    <a:pt x="99567" y="576"/>
                  </a:lnTo>
                  <a:lnTo>
                    <a:pt x="94100" y="1296"/>
                  </a:lnTo>
                  <a:lnTo>
                    <a:pt x="88632" y="2303"/>
                  </a:lnTo>
                  <a:lnTo>
                    <a:pt x="83309" y="3454"/>
                  </a:lnTo>
                  <a:lnTo>
                    <a:pt x="77985" y="5037"/>
                  </a:lnTo>
                  <a:lnTo>
                    <a:pt x="72805" y="6763"/>
                  </a:lnTo>
                  <a:lnTo>
                    <a:pt x="67769" y="8778"/>
                  </a:lnTo>
                  <a:lnTo>
                    <a:pt x="62877" y="10936"/>
                  </a:lnTo>
                  <a:lnTo>
                    <a:pt x="58129" y="13382"/>
                  </a:lnTo>
                  <a:lnTo>
                    <a:pt x="53525" y="16116"/>
                  </a:lnTo>
                  <a:lnTo>
                    <a:pt x="48921" y="18993"/>
                  </a:lnTo>
                  <a:lnTo>
                    <a:pt x="44604" y="22015"/>
                  </a:lnTo>
                  <a:lnTo>
                    <a:pt x="40432" y="25324"/>
                  </a:lnTo>
                  <a:lnTo>
                    <a:pt x="36403" y="28777"/>
                  </a:lnTo>
                  <a:lnTo>
                    <a:pt x="32518" y="32518"/>
                  </a:lnTo>
                  <a:lnTo>
                    <a:pt x="28921" y="36403"/>
                  </a:lnTo>
                  <a:lnTo>
                    <a:pt x="25468" y="40432"/>
                  </a:lnTo>
                  <a:lnTo>
                    <a:pt x="22159" y="44604"/>
                  </a:lnTo>
                  <a:lnTo>
                    <a:pt x="18993" y="48921"/>
                  </a:lnTo>
                  <a:lnTo>
                    <a:pt x="16116" y="53381"/>
                  </a:lnTo>
                  <a:lnTo>
                    <a:pt x="13382" y="58129"/>
                  </a:lnTo>
                  <a:lnTo>
                    <a:pt x="10936" y="62877"/>
                  </a:lnTo>
                  <a:lnTo>
                    <a:pt x="8778" y="67769"/>
                  </a:lnTo>
                  <a:lnTo>
                    <a:pt x="6763" y="72805"/>
                  </a:lnTo>
                  <a:lnTo>
                    <a:pt x="5037" y="77985"/>
                  </a:lnTo>
                  <a:lnTo>
                    <a:pt x="3598" y="83165"/>
                  </a:lnTo>
                  <a:lnTo>
                    <a:pt x="2303" y="88632"/>
                  </a:lnTo>
                  <a:lnTo>
                    <a:pt x="1296" y="93956"/>
                  </a:lnTo>
                  <a:lnTo>
                    <a:pt x="576" y="99567"/>
                  </a:lnTo>
                  <a:lnTo>
                    <a:pt x="145" y="105179"/>
                  </a:lnTo>
                  <a:lnTo>
                    <a:pt x="1" y="110934"/>
                  </a:lnTo>
                  <a:lnTo>
                    <a:pt x="5468" y="110934"/>
                  </a:lnTo>
                  <a:lnTo>
                    <a:pt x="5612" y="105466"/>
                  </a:lnTo>
                  <a:lnTo>
                    <a:pt x="5900" y="100143"/>
                  </a:lnTo>
                  <a:lnTo>
                    <a:pt x="6619" y="94819"/>
                  </a:lnTo>
                  <a:lnTo>
                    <a:pt x="7627" y="89639"/>
                  </a:lnTo>
                  <a:lnTo>
                    <a:pt x="8778" y="84604"/>
                  </a:lnTo>
                  <a:lnTo>
                    <a:pt x="10216" y="79568"/>
                  </a:lnTo>
                  <a:lnTo>
                    <a:pt x="11799" y="74676"/>
                  </a:lnTo>
                  <a:lnTo>
                    <a:pt x="13670" y="69784"/>
                  </a:lnTo>
                  <a:lnTo>
                    <a:pt x="15828" y="65179"/>
                  </a:lnTo>
                  <a:lnTo>
                    <a:pt x="18130" y="60575"/>
                  </a:lnTo>
                  <a:lnTo>
                    <a:pt x="20720" y="56259"/>
                  </a:lnTo>
                  <a:lnTo>
                    <a:pt x="23454" y="51942"/>
                  </a:lnTo>
                  <a:lnTo>
                    <a:pt x="26475" y="47770"/>
                  </a:lnTo>
                  <a:lnTo>
                    <a:pt x="29497" y="43741"/>
                  </a:lnTo>
                  <a:lnTo>
                    <a:pt x="32806" y="40000"/>
                  </a:lnTo>
                  <a:lnTo>
                    <a:pt x="36403" y="36259"/>
                  </a:lnTo>
                  <a:lnTo>
                    <a:pt x="40000" y="32806"/>
                  </a:lnTo>
                  <a:lnTo>
                    <a:pt x="43885" y="29497"/>
                  </a:lnTo>
                  <a:lnTo>
                    <a:pt x="47914" y="26331"/>
                  </a:lnTo>
                  <a:lnTo>
                    <a:pt x="51942" y="23454"/>
                  </a:lnTo>
                  <a:lnTo>
                    <a:pt x="56259" y="20720"/>
                  </a:lnTo>
                  <a:lnTo>
                    <a:pt x="60719" y="18130"/>
                  </a:lnTo>
                  <a:lnTo>
                    <a:pt x="65179" y="15828"/>
                  </a:lnTo>
                  <a:lnTo>
                    <a:pt x="69928" y="13670"/>
                  </a:lnTo>
                  <a:lnTo>
                    <a:pt x="74676" y="11799"/>
                  </a:lnTo>
                  <a:lnTo>
                    <a:pt x="79568" y="10073"/>
                  </a:lnTo>
                  <a:lnTo>
                    <a:pt x="84604" y="8634"/>
                  </a:lnTo>
                  <a:lnTo>
                    <a:pt x="89639" y="7483"/>
                  </a:lnTo>
                  <a:lnTo>
                    <a:pt x="94963" y="6619"/>
                  </a:lnTo>
                  <a:lnTo>
                    <a:pt x="100143" y="5900"/>
                  </a:lnTo>
                  <a:lnTo>
                    <a:pt x="105466" y="5468"/>
                  </a:lnTo>
                  <a:lnTo>
                    <a:pt x="110934" y="5324"/>
                  </a:lnTo>
                  <a:lnTo>
                    <a:pt x="116402" y="5468"/>
                  </a:lnTo>
                  <a:lnTo>
                    <a:pt x="121725" y="5900"/>
                  </a:lnTo>
                  <a:lnTo>
                    <a:pt x="127049" y="6619"/>
                  </a:lnTo>
                  <a:lnTo>
                    <a:pt x="132229" y="7483"/>
                  </a:lnTo>
                  <a:lnTo>
                    <a:pt x="137264" y="8634"/>
                  </a:lnTo>
                  <a:lnTo>
                    <a:pt x="142300" y="10073"/>
                  </a:lnTo>
                  <a:lnTo>
                    <a:pt x="147192" y="11799"/>
                  </a:lnTo>
                  <a:lnTo>
                    <a:pt x="151940" y="13670"/>
                  </a:lnTo>
                  <a:lnTo>
                    <a:pt x="156689" y="15828"/>
                  </a:lnTo>
                  <a:lnTo>
                    <a:pt x="161149" y="18130"/>
                  </a:lnTo>
                  <a:lnTo>
                    <a:pt x="165609" y="20720"/>
                  </a:lnTo>
                  <a:lnTo>
                    <a:pt x="169926" y="23454"/>
                  </a:lnTo>
                  <a:lnTo>
                    <a:pt x="174098" y="26331"/>
                  </a:lnTo>
                  <a:lnTo>
                    <a:pt x="177983" y="29497"/>
                  </a:lnTo>
                  <a:lnTo>
                    <a:pt x="181868" y="32806"/>
                  </a:lnTo>
                  <a:lnTo>
                    <a:pt x="185609" y="36259"/>
                  </a:lnTo>
                  <a:lnTo>
                    <a:pt x="189062" y="40000"/>
                  </a:lnTo>
                  <a:lnTo>
                    <a:pt x="192371" y="43741"/>
                  </a:lnTo>
                  <a:lnTo>
                    <a:pt x="195537" y="47770"/>
                  </a:lnTo>
                  <a:lnTo>
                    <a:pt x="198414" y="51942"/>
                  </a:lnTo>
                  <a:lnTo>
                    <a:pt x="201148" y="56259"/>
                  </a:lnTo>
                  <a:lnTo>
                    <a:pt x="203738" y="60575"/>
                  </a:lnTo>
                  <a:lnTo>
                    <a:pt x="206040" y="65179"/>
                  </a:lnTo>
                  <a:lnTo>
                    <a:pt x="208198" y="69784"/>
                  </a:lnTo>
                  <a:lnTo>
                    <a:pt x="210069" y="74676"/>
                  </a:lnTo>
                  <a:lnTo>
                    <a:pt x="211795" y="79568"/>
                  </a:lnTo>
                  <a:lnTo>
                    <a:pt x="213234" y="84604"/>
                  </a:lnTo>
                  <a:lnTo>
                    <a:pt x="214385" y="89639"/>
                  </a:lnTo>
                  <a:lnTo>
                    <a:pt x="215249" y="94819"/>
                  </a:lnTo>
                  <a:lnTo>
                    <a:pt x="215968" y="100143"/>
                  </a:lnTo>
                  <a:lnTo>
                    <a:pt x="216400" y="105466"/>
                  </a:lnTo>
                  <a:lnTo>
                    <a:pt x="216544" y="110934"/>
                  </a:lnTo>
                  <a:lnTo>
                    <a:pt x="221867" y="110934"/>
                  </a:lnTo>
                  <a:lnTo>
                    <a:pt x="221723" y="105179"/>
                  </a:lnTo>
                  <a:lnTo>
                    <a:pt x="221292" y="99567"/>
                  </a:lnTo>
                  <a:lnTo>
                    <a:pt x="220572" y="93956"/>
                  </a:lnTo>
                  <a:lnTo>
                    <a:pt x="219565" y="88632"/>
                  </a:lnTo>
                  <a:lnTo>
                    <a:pt x="218414" y="83165"/>
                  </a:lnTo>
                  <a:lnTo>
                    <a:pt x="216831" y="77985"/>
                  </a:lnTo>
                  <a:lnTo>
                    <a:pt x="215105" y="72805"/>
                  </a:lnTo>
                  <a:lnTo>
                    <a:pt x="213090" y="67769"/>
                  </a:lnTo>
                  <a:lnTo>
                    <a:pt x="210932" y="62877"/>
                  </a:lnTo>
                  <a:lnTo>
                    <a:pt x="208486" y="58129"/>
                  </a:lnTo>
                  <a:lnTo>
                    <a:pt x="205752" y="53381"/>
                  </a:lnTo>
                  <a:lnTo>
                    <a:pt x="202875" y="48921"/>
                  </a:lnTo>
                  <a:lnTo>
                    <a:pt x="199853" y="44604"/>
                  </a:lnTo>
                  <a:lnTo>
                    <a:pt x="196544" y="40432"/>
                  </a:lnTo>
                  <a:lnTo>
                    <a:pt x="192947" y="36403"/>
                  </a:lnTo>
                  <a:lnTo>
                    <a:pt x="189350" y="32518"/>
                  </a:lnTo>
                  <a:lnTo>
                    <a:pt x="185465" y="28777"/>
                  </a:lnTo>
                  <a:lnTo>
                    <a:pt x="181436" y="25324"/>
                  </a:lnTo>
                  <a:lnTo>
                    <a:pt x="177264" y="22015"/>
                  </a:lnTo>
                  <a:lnTo>
                    <a:pt x="172947" y="18993"/>
                  </a:lnTo>
                  <a:lnTo>
                    <a:pt x="168343" y="16116"/>
                  </a:lnTo>
                  <a:lnTo>
                    <a:pt x="163739" y="13382"/>
                  </a:lnTo>
                  <a:lnTo>
                    <a:pt x="158991" y="10936"/>
                  </a:lnTo>
                  <a:lnTo>
                    <a:pt x="154099" y="8778"/>
                  </a:lnTo>
                  <a:lnTo>
                    <a:pt x="149063" y="6763"/>
                  </a:lnTo>
                  <a:lnTo>
                    <a:pt x="143883" y="5037"/>
                  </a:lnTo>
                  <a:lnTo>
                    <a:pt x="138703" y="3454"/>
                  </a:lnTo>
                  <a:lnTo>
                    <a:pt x="133236" y="2303"/>
                  </a:lnTo>
                  <a:lnTo>
                    <a:pt x="127768" y="1296"/>
                  </a:lnTo>
                  <a:lnTo>
                    <a:pt x="122301" y="576"/>
                  </a:lnTo>
                  <a:lnTo>
                    <a:pt x="116689" y="145"/>
                  </a:lnTo>
                  <a:lnTo>
                    <a:pt x="110934" y="1"/>
                  </a:lnTo>
                  <a:close/>
                </a:path>
              </a:pathLst>
            </a:custGeom>
            <a:solidFill>
              <a:srgbClr val="D2FF1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 name="Google Shape;202;p21"/>
            <p:cNvSpPr/>
            <p:nvPr/>
          </p:nvSpPr>
          <p:spPr>
            <a:xfrm>
              <a:off x="238125" y="1071550"/>
              <a:ext cx="7143750" cy="3571875"/>
            </a:xfrm>
            <a:custGeom>
              <a:avLst/>
              <a:gdLst/>
              <a:ahLst/>
              <a:cxnLst/>
              <a:rect l="l" t="t" r="r" b="b"/>
              <a:pathLst>
                <a:path w="285750" h="142875" extrusionOk="0">
                  <a:moveTo>
                    <a:pt x="139278" y="0"/>
                  </a:moveTo>
                  <a:lnTo>
                    <a:pt x="135825" y="144"/>
                  </a:lnTo>
                  <a:lnTo>
                    <a:pt x="132228" y="432"/>
                  </a:lnTo>
                  <a:lnTo>
                    <a:pt x="128775" y="719"/>
                  </a:lnTo>
                  <a:lnTo>
                    <a:pt x="125178" y="1007"/>
                  </a:lnTo>
                  <a:lnTo>
                    <a:pt x="121724" y="1583"/>
                  </a:lnTo>
                  <a:lnTo>
                    <a:pt x="114818" y="2734"/>
                  </a:lnTo>
                  <a:lnTo>
                    <a:pt x="108056" y="4316"/>
                  </a:lnTo>
                  <a:lnTo>
                    <a:pt x="101293" y="6187"/>
                  </a:lnTo>
                  <a:lnTo>
                    <a:pt x="94674" y="8345"/>
                  </a:lnTo>
                  <a:lnTo>
                    <a:pt x="88200" y="10791"/>
                  </a:lnTo>
                  <a:lnTo>
                    <a:pt x="81869" y="13669"/>
                  </a:lnTo>
                  <a:lnTo>
                    <a:pt x="75682" y="16690"/>
                  </a:lnTo>
                  <a:lnTo>
                    <a:pt x="69639" y="20144"/>
                  </a:lnTo>
                  <a:lnTo>
                    <a:pt x="63740" y="23884"/>
                  </a:lnTo>
                  <a:lnTo>
                    <a:pt x="57985" y="27913"/>
                  </a:lnTo>
                  <a:lnTo>
                    <a:pt x="55107" y="30071"/>
                  </a:lnTo>
                  <a:lnTo>
                    <a:pt x="52373" y="32230"/>
                  </a:lnTo>
                  <a:lnTo>
                    <a:pt x="49639" y="34532"/>
                  </a:lnTo>
                  <a:lnTo>
                    <a:pt x="47049" y="36978"/>
                  </a:lnTo>
                  <a:lnTo>
                    <a:pt x="44460" y="39280"/>
                  </a:lnTo>
                  <a:lnTo>
                    <a:pt x="41870" y="41870"/>
                  </a:lnTo>
                  <a:lnTo>
                    <a:pt x="39424" y="44460"/>
                  </a:lnTo>
                  <a:lnTo>
                    <a:pt x="36978" y="47049"/>
                  </a:lnTo>
                  <a:lnTo>
                    <a:pt x="34676" y="49639"/>
                  </a:lnTo>
                  <a:lnTo>
                    <a:pt x="32373" y="52373"/>
                  </a:lnTo>
                  <a:lnTo>
                    <a:pt x="30215" y="55107"/>
                  </a:lnTo>
                  <a:lnTo>
                    <a:pt x="28057" y="57841"/>
                  </a:lnTo>
                  <a:lnTo>
                    <a:pt x="24028" y="63596"/>
                  </a:lnTo>
                  <a:lnTo>
                    <a:pt x="20287" y="69495"/>
                  </a:lnTo>
                  <a:lnTo>
                    <a:pt x="16834" y="75538"/>
                  </a:lnTo>
                  <a:lnTo>
                    <a:pt x="13669" y="81725"/>
                  </a:lnTo>
                  <a:lnTo>
                    <a:pt x="10791" y="88200"/>
                  </a:lnTo>
                  <a:lnTo>
                    <a:pt x="8345" y="94674"/>
                  </a:lnTo>
                  <a:lnTo>
                    <a:pt x="6187" y="101293"/>
                  </a:lnTo>
                  <a:lnTo>
                    <a:pt x="4316" y="107912"/>
                  </a:lnTo>
                  <a:lnTo>
                    <a:pt x="2734" y="114818"/>
                  </a:lnTo>
                  <a:lnTo>
                    <a:pt x="1583" y="121724"/>
                  </a:lnTo>
                  <a:lnTo>
                    <a:pt x="1151" y="125178"/>
                  </a:lnTo>
                  <a:lnTo>
                    <a:pt x="719" y="128631"/>
                  </a:lnTo>
                  <a:lnTo>
                    <a:pt x="432" y="132228"/>
                  </a:lnTo>
                  <a:lnTo>
                    <a:pt x="288" y="135681"/>
                  </a:lnTo>
                  <a:lnTo>
                    <a:pt x="144" y="139278"/>
                  </a:lnTo>
                  <a:lnTo>
                    <a:pt x="0" y="142875"/>
                  </a:lnTo>
                  <a:lnTo>
                    <a:pt x="5468" y="142875"/>
                  </a:lnTo>
                  <a:lnTo>
                    <a:pt x="5611" y="135969"/>
                  </a:lnTo>
                  <a:lnTo>
                    <a:pt x="6043" y="129206"/>
                  </a:lnTo>
                  <a:lnTo>
                    <a:pt x="6906" y="122444"/>
                  </a:lnTo>
                  <a:lnTo>
                    <a:pt x="8057" y="115825"/>
                  </a:lnTo>
                  <a:lnTo>
                    <a:pt x="9496" y="109207"/>
                  </a:lnTo>
                  <a:lnTo>
                    <a:pt x="11367" y="102732"/>
                  </a:lnTo>
                  <a:lnTo>
                    <a:pt x="13381" y="96401"/>
                  </a:lnTo>
                  <a:lnTo>
                    <a:pt x="15827" y="90214"/>
                  </a:lnTo>
                  <a:lnTo>
                    <a:pt x="18561" y="84027"/>
                  </a:lnTo>
                  <a:lnTo>
                    <a:pt x="21582" y="78128"/>
                  </a:lnTo>
                  <a:lnTo>
                    <a:pt x="24892" y="72229"/>
                  </a:lnTo>
                  <a:lnTo>
                    <a:pt x="28489" y="66617"/>
                  </a:lnTo>
                  <a:lnTo>
                    <a:pt x="32373" y="61150"/>
                  </a:lnTo>
                  <a:lnTo>
                    <a:pt x="36546" y="55682"/>
                  </a:lnTo>
                  <a:lnTo>
                    <a:pt x="41006" y="50647"/>
                  </a:lnTo>
                  <a:lnTo>
                    <a:pt x="45755" y="45611"/>
                  </a:lnTo>
                  <a:lnTo>
                    <a:pt x="50647" y="40863"/>
                  </a:lnTo>
                  <a:lnTo>
                    <a:pt x="55826" y="36402"/>
                  </a:lnTo>
                  <a:lnTo>
                    <a:pt x="61150" y="32230"/>
                  </a:lnTo>
                  <a:lnTo>
                    <a:pt x="66617" y="28345"/>
                  </a:lnTo>
                  <a:lnTo>
                    <a:pt x="72373" y="24748"/>
                  </a:lnTo>
                  <a:lnTo>
                    <a:pt x="78128" y="21438"/>
                  </a:lnTo>
                  <a:lnTo>
                    <a:pt x="84171" y="18417"/>
                  </a:lnTo>
                  <a:lnTo>
                    <a:pt x="90214" y="15683"/>
                  </a:lnTo>
                  <a:lnTo>
                    <a:pt x="96545" y="13381"/>
                  </a:lnTo>
                  <a:lnTo>
                    <a:pt x="102876" y="11223"/>
                  </a:lnTo>
                  <a:lnTo>
                    <a:pt x="109350" y="9496"/>
                  </a:lnTo>
                  <a:lnTo>
                    <a:pt x="115825" y="8057"/>
                  </a:lnTo>
                  <a:lnTo>
                    <a:pt x="122444" y="6906"/>
                  </a:lnTo>
                  <a:lnTo>
                    <a:pt x="129206" y="6043"/>
                  </a:lnTo>
                  <a:lnTo>
                    <a:pt x="135969" y="5468"/>
                  </a:lnTo>
                  <a:lnTo>
                    <a:pt x="142875" y="5324"/>
                  </a:lnTo>
                  <a:lnTo>
                    <a:pt x="149781" y="5468"/>
                  </a:lnTo>
                  <a:lnTo>
                    <a:pt x="156544" y="6043"/>
                  </a:lnTo>
                  <a:lnTo>
                    <a:pt x="163306" y="6906"/>
                  </a:lnTo>
                  <a:lnTo>
                    <a:pt x="169925" y="8057"/>
                  </a:lnTo>
                  <a:lnTo>
                    <a:pt x="176543" y="9496"/>
                  </a:lnTo>
                  <a:lnTo>
                    <a:pt x="182874" y="11223"/>
                  </a:lnTo>
                  <a:lnTo>
                    <a:pt x="189349" y="13381"/>
                  </a:lnTo>
                  <a:lnTo>
                    <a:pt x="195536" y="15683"/>
                  </a:lnTo>
                  <a:lnTo>
                    <a:pt x="201579" y="18417"/>
                  </a:lnTo>
                  <a:lnTo>
                    <a:pt x="207622" y="21438"/>
                  </a:lnTo>
                  <a:lnTo>
                    <a:pt x="213377" y="24748"/>
                  </a:lnTo>
                  <a:lnTo>
                    <a:pt x="219133" y="28345"/>
                  </a:lnTo>
                  <a:lnTo>
                    <a:pt x="224600" y="32230"/>
                  </a:lnTo>
                  <a:lnTo>
                    <a:pt x="229924" y="36402"/>
                  </a:lnTo>
                  <a:lnTo>
                    <a:pt x="235103" y="40863"/>
                  </a:lnTo>
                  <a:lnTo>
                    <a:pt x="240139" y="45611"/>
                  </a:lnTo>
                  <a:lnTo>
                    <a:pt x="244887" y="50647"/>
                  </a:lnTo>
                  <a:lnTo>
                    <a:pt x="249348" y="55682"/>
                  </a:lnTo>
                  <a:lnTo>
                    <a:pt x="253520" y="61150"/>
                  </a:lnTo>
                  <a:lnTo>
                    <a:pt x="257405" y="66617"/>
                  </a:lnTo>
                  <a:lnTo>
                    <a:pt x="261002" y="72229"/>
                  </a:lnTo>
                  <a:lnTo>
                    <a:pt x="264312" y="78128"/>
                  </a:lnTo>
                  <a:lnTo>
                    <a:pt x="267333" y="84027"/>
                  </a:lnTo>
                  <a:lnTo>
                    <a:pt x="269923" y="90214"/>
                  </a:lnTo>
                  <a:lnTo>
                    <a:pt x="272369" y="96401"/>
                  </a:lnTo>
                  <a:lnTo>
                    <a:pt x="274527" y="102732"/>
                  </a:lnTo>
                  <a:lnTo>
                    <a:pt x="276254" y="109207"/>
                  </a:lnTo>
                  <a:lnTo>
                    <a:pt x="277693" y="115825"/>
                  </a:lnTo>
                  <a:lnTo>
                    <a:pt x="278844" y="122444"/>
                  </a:lnTo>
                  <a:lnTo>
                    <a:pt x="279707" y="129206"/>
                  </a:lnTo>
                  <a:lnTo>
                    <a:pt x="280139" y="135969"/>
                  </a:lnTo>
                  <a:lnTo>
                    <a:pt x="280426" y="142875"/>
                  </a:lnTo>
                  <a:lnTo>
                    <a:pt x="285750" y="142875"/>
                  </a:lnTo>
                  <a:lnTo>
                    <a:pt x="285750" y="139278"/>
                  </a:lnTo>
                  <a:lnTo>
                    <a:pt x="285606" y="135681"/>
                  </a:lnTo>
                  <a:lnTo>
                    <a:pt x="285318" y="132228"/>
                  </a:lnTo>
                  <a:lnTo>
                    <a:pt x="285031" y="128631"/>
                  </a:lnTo>
                  <a:lnTo>
                    <a:pt x="284599" y="125178"/>
                  </a:lnTo>
                  <a:lnTo>
                    <a:pt x="284167" y="121724"/>
                  </a:lnTo>
                  <a:lnTo>
                    <a:pt x="283016" y="114818"/>
                  </a:lnTo>
                  <a:lnTo>
                    <a:pt x="281434" y="107912"/>
                  </a:lnTo>
                  <a:lnTo>
                    <a:pt x="279563" y="101293"/>
                  </a:lnTo>
                  <a:lnTo>
                    <a:pt x="277405" y="94674"/>
                  </a:lnTo>
                  <a:lnTo>
                    <a:pt x="274959" y="88200"/>
                  </a:lnTo>
                  <a:lnTo>
                    <a:pt x="272081" y="81725"/>
                  </a:lnTo>
                  <a:lnTo>
                    <a:pt x="268916" y="75538"/>
                  </a:lnTo>
                  <a:lnTo>
                    <a:pt x="265607" y="69495"/>
                  </a:lnTo>
                  <a:lnTo>
                    <a:pt x="261866" y="63596"/>
                  </a:lnTo>
                  <a:lnTo>
                    <a:pt x="257837" y="57841"/>
                  </a:lnTo>
                  <a:lnTo>
                    <a:pt x="255679" y="55107"/>
                  </a:lnTo>
                  <a:lnTo>
                    <a:pt x="253377" y="52373"/>
                  </a:lnTo>
                  <a:lnTo>
                    <a:pt x="251218" y="49639"/>
                  </a:lnTo>
                  <a:lnTo>
                    <a:pt x="248772" y="47049"/>
                  </a:lnTo>
                  <a:lnTo>
                    <a:pt x="246326" y="44316"/>
                  </a:lnTo>
                  <a:lnTo>
                    <a:pt x="243880" y="41870"/>
                  </a:lnTo>
                  <a:lnTo>
                    <a:pt x="241290" y="39280"/>
                  </a:lnTo>
                  <a:lnTo>
                    <a:pt x="238701" y="36978"/>
                  </a:lnTo>
                  <a:lnTo>
                    <a:pt x="236111" y="34532"/>
                  </a:lnTo>
                  <a:lnTo>
                    <a:pt x="233377" y="32230"/>
                  </a:lnTo>
                  <a:lnTo>
                    <a:pt x="230643" y="30071"/>
                  </a:lnTo>
                  <a:lnTo>
                    <a:pt x="227765" y="27913"/>
                  </a:lnTo>
                  <a:lnTo>
                    <a:pt x="222154" y="23884"/>
                  </a:lnTo>
                  <a:lnTo>
                    <a:pt x="216255" y="20144"/>
                  </a:lnTo>
                  <a:lnTo>
                    <a:pt x="210212" y="16690"/>
                  </a:lnTo>
                  <a:lnTo>
                    <a:pt x="203881" y="13669"/>
                  </a:lnTo>
                  <a:lnTo>
                    <a:pt x="197550" y="10791"/>
                  </a:lnTo>
                  <a:lnTo>
                    <a:pt x="191076" y="8345"/>
                  </a:lnTo>
                  <a:lnTo>
                    <a:pt x="184457" y="6187"/>
                  </a:lnTo>
                  <a:lnTo>
                    <a:pt x="177838" y="4316"/>
                  </a:lnTo>
                  <a:lnTo>
                    <a:pt x="170932" y="2734"/>
                  </a:lnTo>
                  <a:lnTo>
                    <a:pt x="164026" y="1583"/>
                  </a:lnTo>
                  <a:lnTo>
                    <a:pt x="160573" y="1007"/>
                  </a:lnTo>
                  <a:lnTo>
                    <a:pt x="157119" y="719"/>
                  </a:lnTo>
                  <a:lnTo>
                    <a:pt x="153522" y="432"/>
                  </a:lnTo>
                  <a:lnTo>
                    <a:pt x="150069" y="144"/>
                  </a:lnTo>
                  <a:lnTo>
                    <a:pt x="146472" y="0"/>
                  </a:lnTo>
                  <a:close/>
                </a:path>
              </a:pathLst>
            </a:custGeom>
            <a:solidFill>
              <a:srgbClr val="D2FF1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OC - 3 Items">
  <p:cSld name="TITLE_ONLY_1_3_1_2">
    <p:bg>
      <p:bgPr>
        <a:solidFill>
          <a:schemeClr val="dk1"/>
        </a:solidFill>
        <a:effectLst/>
      </p:bgPr>
    </p:bg>
    <p:spTree>
      <p:nvGrpSpPr>
        <p:cNvPr id="1" name="Shape 203"/>
        <p:cNvGrpSpPr/>
        <p:nvPr/>
      </p:nvGrpSpPr>
      <p:grpSpPr>
        <a:xfrm>
          <a:off x="0" y="0"/>
          <a:ext cx="0" cy="0"/>
          <a:chOff x="0" y="0"/>
          <a:chExt cx="0" cy="0"/>
        </a:xfrm>
      </p:grpSpPr>
      <p:sp>
        <p:nvSpPr>
          <p:cNvPr id="204" name="Google Shape;204;p22"/>
          <p:cNvSpPr/>
          <p:nvPr/>
        </p:nvSpPr>
        <p:spPr>
          <a:xfrm>
            <a:off x="0" y="-9000"/>
            <a:ext cx="3200400" cy="5152500"/>
          </a:xfrm>
          <a:prstGeom prst="rect">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 name="Google Shape;205;p22"/>
          <p:cNvSpPr txBox="1">
            <a:spLocks noGrp="1"/>
          </p:cNvSpPr>
          <p:nvPr>
            <p:ph type="title"/>
          </p:nvPr>
        </p:nvSpPr>
        <p:spPr>
          <a:xfrm>
            <a:off x="457200" y="1753225"/>
            <a:ext cx="2273400" cy="1619100"/>
          </a:xfrm>
          <a:prstGeom prst="rect">
            <a:avLst/>
          </a:prstGeom>
        </p:spPr>
        <p:txBody>
          <a:bodyPr spcFirstLastPara="1" wrap="square" lIns="0" tIns="0" rIns="0" bIns="0" anchor="ctr" anchorCtr="0">
            <a:normAutofit/>
          </a:bodyPr>
          <a:lstStyle>
            <a:lvl1pPr lvl="0" rtl="0">
              <a:spcBef>
                <a:spcPts val="0"/>
              </a:spcBef>
              <a:spcAft>
                <a:spcPts val="0"/>
              </a:spcAft>
              <a:buClr>
                <a:schemeClr val="lt1"/>
              </a:buClr>
              <a:buSzPts val="3400"/>
              <a:buNone/>
              <a:defRPr>
                <a:solidFill>
                  <a:schemeClr val="lt1"/>
                </a:solidFill>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206" name="Google Shape;206;p22"/>
          <p:cNvSpPr/>
          <p:nvPr/>
        </p:nvSpPr>
        <p:spPr>
          <a:xfrm>
            <a:off x="2906364" y="2274925"/>
            <a:ext cx="595200" cy="622200"/>
          </a:xfrm>
          <a:prstGeom prst="roundRect">
            <a:avLst>
              <a:gd name="adj" fmla="val 0"/>
            </a:avLst>
          </a:prstGeom>
          <a:solidFill>
            <a:schemeClr val="dk1"/>
          </a:solidFill>
          <a:ln>
            <a:noFill/>
          </a:ln>
        </p:spPr>
        <p:txBody>
          <a:bodyPr spcFirstLastPara="1" wrap="square" lIns="0" tIns="0" rIns="0" bIns="0" anchor="ctr" anchorCtr="0">
            <a:noAutofit/>
          </a:bodyPr>
          <a:lstStyle/>
          <a:p>
            <a:pPr marL="0" lvl="0" indent="0" algn="ctr" rtl="0">
              <a:spcBef>
                <a:spcPts val="0"/>
              </a:spcBef>
              <a:spcAft>
                <a:spcPts val="0"/>
              </a:spcAft>
              <a:buNone/>
            </a:pPr>
            <a:endParaRPr sz="800" b="1">
              <a:solidFill>
                <a:srgbClr val="FFFFFF"/>
              </a:solidFill>
              <a:latin typeface="IBM Plex Sans"/>
              <a:ea typeface="IBM Plex Sans"/>
              <a:cs typeface="IBM Plex Sans"/>
              <a:sym typeface="IBM Plex Sans"/>
            </a:endParaRPr>
          </a:p>
        </p:txBody>
      </p:sp>
      <p:sp>
        <p:nvSpPr>
          <p:cNvPr id="207" name="Google Shape;207;p22"/>
          <p:cNvSpPr/>
          <p:nvPr/>
        </p:nvSpPr>
        <p:spPr>
          <a:xfrm>
            <a:off x="2895501" y="853793"/>
            <a:ext cx="627000" cy="627000"/>
          </a:xfrm>
          <a:prstGeom prst="roundRect">
            <a:avLst>
              <a:gd name="adj" fmla="val 50000"/>
            </a:avLst>
          </a:prstGeom>
          <a:solidFill>
            <a:schemeClr val="dk1"/>
          </a:solidFill>
          <a:ln>
            <a:noFill/>
          </a:ln>
        </p:spPr>
        <p:txBody>
          <a:bodyPr spcFirstLastPara="1" wrap="square" lIns="0" tIns="0" rIns="0" bIns="0" anchor="ctr" anchorCtr="0">
            <a:noAutofit/>
          </a:bodyPr>
          <a:lstStyle/>
          <a:p>
            <a:pPr marL="0" lvl="0" indent="0" algn="ctr" rtl="0">
              <a:spcBef>
                <a:spcPts val="0"/>
              </a:spcBef>
              <a:spcAft>
                <a:spcPts val="0"/>
              </a:spcAft>
              <a:buNone/>
            </a:pPr>
            <a:endParaRPr sz="800" b="1">
              <a:solidFill>
                <a:srgbClr val="FFFFFF"/>
              </a:solidFill>
              <a:latin typeface="IBM Plex Sans"/>
              <a:ea typeface="IBM Plex Sans"/>
              <a:cs typeface="IBM Plex Sans"/>
              <a:sym typeface="IBM Plex Sans"/>
            </a:endParaRPr>
          </a:p>
        </p:txBody>
      </p:sp>
      <p:sp>
        <p:nvSpPr>
          <p:cNvPr id="208" name="Google Shape;208;p22"/>
          <p:cNvSpPr txBox="1">
            <a:spLocks noGrp="1"/>
          </p:cNvSpPr>
          <p:nvPr>
            <p:ph type="subTitle" idx="1"/>
          </p:nvPr>
        </p:nvSpPr>
        <p:spPr>
          <a:xfrm>
            <a:off x="3742200" y="3782488"/>
            <a:ext cx="4944600" cy="348300"/>
          </a:xfrm>
          <a:prstGeom prst="rect">
            <a:avLst/>
          </a:prstGeom>
        </p:spPr>
        <p:txBody>
          <a:bodyPr spcFirstLastPara="1" wrap="square" lIns="0" tIns="0" rIns="0" bIns="0" anchor="ctr" anchorCtr="0">
            <a:normAutofit/>
          </a:bodyPr>
          <a:lstStyle>
            <a:lvl1pPr lvl="0" rtl="0">
              <a:lnSpc>
                <a:spcPct val="100000"/>
              </a:lnSpc>
              <a:spcBef>
                <a:spcPts val="0"/>
              </a:spcBef>
              <a:spcAft>
                <a:spcPts val="0"/>
              </a:spcAft>
              <a:buClr>
                <a:schemeClr val="lt2"/>
              </a:buClr>
              <a:buSzPts val="2000"/>
              <a:buFont typeface="IBM Plex Sans Medium"/>
              <a:buNone/>
              <a:defRPr sz="2000">
                <a:solidFill>
                  <a:schemeClr val="lt2"/>
                </a:solidFill>
                <a:latin typeface="IBM Plex Sans Medium"/>
                <a:ea typeface="IBM Plex Sans Medium"/>
                <a:cs typeface="IBM Plex Sans Medium"/>
                <a:sym typeface="IBM Plex Sans Medium"/>
              </a:defRPr>
            </a:lvl1pPr>
            <a:lvl2pPr lvl="1" rtl="0">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2pPr>
            <a:lvl3pPr lvl="2" rtl="0">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3pPr>
            <a:lvl4pPr lvl="3" rtl="0">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4pPr>
            <a:lvl5pPr lvl="4" rtl="0">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5pPr>
            <a:lvl6pPr lvl="5" rtl="0">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6pPr>
            <a:lvl7pPr lvl="6" rtl="0">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7pPr>
            <a:lvl8pPr lvl="7" rtl="0">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8pPr>
            <a:lvl9pPr lvl="8" rtl="0">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9pPr>
          </a:lstStyle>
          <a:p>
            <a:endParaRPr/>
          </a:p>
        </p:txBody>
      </p:sp>
      <p:sp>
        <p:nvSpPr>
          <p:cNvPr id="209" name="Google Shape;209;p22"/>
          <p:cNvSpPr txBox="1">
            <a:spLocks noGrp="1"/>
          </p:cNvSpPr>
          <p:nvPr>
            <p:ph type="subTitle" idx="2"/>
          </p:nvPr>
        </p:nvSpPr>
        <p:spPr>
          <a:xfrm>
            <a:off x="3742200" y="2414263"/>
            <a:ext cx="4944600" cy="348300"/>
          </a:xfrm>
          <a:prstGeom prst="rect">
            <a:avLst/>
          </a:prstGeom>
        </p:spPr>
        <p:txBody>
          <a:bodyPr spcFirstLastPara="1" wrap="square" lIns="0" tIns="0" rIns="0" bIns="0" anchor="ctr" anchorCtr="0">
            <a:normAutofit/>
          </a:bodyPr>
          <a:lstStyle>
            <a:lvl1pPr lvl="0" rtl="0">
              <a:lnSpc>
                <a:spcPct val="100000"/>
              </a:lnSpc>
              <a:spcBef>
                <a:spcPts val="0"/>
              </a:spcBef>
              <a:spcAft>
                <a:spcPts val="0"/>
              </a:spcAft>
              <a:buClr>
                <a:schemeClr val="lt2"/>
              </a:buClr>
              <a:buSzPts val="2000"/>
              <a:buFont typeface="IBM Plex Sans Medium"/>
              <a:buNone/>
              <a:defRPr sz="2000">
                <a:solidFill>
                  <a:schemeClr val="lt2"/>
                </a:solidFill>
                <a:latin typeface="IBM Plex Sans Medium"/>
                <a:ea typeface="IBM Plex Sans Medium"/>
                <a:cs typeface="IBM Plex Sans Medium"/>
                <a:sym typeface="IBM Plex Sans Medium"/>
              </a:defRPr>
            </a:lvl1pPr>
            <a:lvl2pPr lvl="1" rtl="0">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2pPr>
            <a:lvl3pPr lvl="2" rtl="0">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3pPr>
            <a:lvl4pPr lvl="3" rtl="0">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4pPr>
            <a:lvl5pPr lvl="4" rtl="0">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5pPr>
            <a:lvl6pPr lvl="5" rtl="0">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6pPr>
            <a:lvl7pPr lvl="6" rtl="0">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7pPr>
            <a:lvl8pPr lvl="7" rtl="0">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8pPr>
            <a:lvl9pPr lvl="8" rtl="0">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9pPr>
          </a:lstStyle>
          <a:p>
            <a:endParaRPr/>
          </a:p>
        </p:txBody>
      </p:sp>
      <p:sp>
        <p:nvSpPr>
          <p:cNvPr id="210" name="Google Shape;210;p22"/>
          <p:cNvSpPr txBox="1">
            <a:spLocks noGrp="1"/>
          </p:cNvSpPr>
          <p:nvPr>
            <p:ph type="subTitle" idx="3"/>
          </p:nvPr>
        </p:nvSpPr>
        <p:spPr>
          <a:xfrm>
            <a:off x="3742200" y="1007138"/>
            <a:ext cx="4944600" cy="348300"/>
          </a:xfrm>
          <a:prstGeom prst="rect">
            <a:avLst/>
          </a:prstGeom>
        </p:spPr>
        <p:txBody>
          <a:bodyPr spcFirstLastPara="1" wrap="square" lIns="0" tIns="0" rIns="0" bIns="0" anchor="ctr" anchorCtr="0">
            <a:normAutofit/>
          </a:bodyPr>
          <a:lstStyle>
            <a:lvl1pPr lvl="0" rtl="0">
              <a:lnSpc>
                <a:spcPct val="100000"/>
              </a:lnSpc>
              <a:spcBef>
                <a:spcPts val="0"/>
              </a:spcBef>
              <a:spcAft>
                <a:spcPts val="0"/>
              </a:spcAft>
              <a:buClr>
                <a:schemeClr val="lt2"/>
              </a:buClr>
              <a:buSzPts val="2000"/>
              <a:buFont typeface="IBM Plex Sans Medium"/>
              <a:buNone/>
              <a:defRPr sz="2000">
                <a:solidFill>
                  <a:schemeClr val="lt2"/>
                </a:solidFill>
                <a:latin typeface="IBM Plex Sans Medium"/>
                <a:ea typeface="IBM Plex Sans Medium"/>
                <a:cs typeface="IBM Plex Sans Medium"/>
                <a:sym typeface="IBM Plex Sans Medium"/>
              </a:defRPr>
            </a:lvl1pPr>
            <a:lvl2pPr lvl="1" rtl="0">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2pPr>
            <a:lvl3pPr lvl="2" rtl="0">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3pPr>
            <a:lvl4pPr lvl="3" rtl="0">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4pPr>
            <a:lvl5pPr lvl="4" rtl="0">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5pPr>
            <a:lvl6pPr lvl="5" rtl="0">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6pPr>
            <a:lvl7pPr lvl="6" rtl="0">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7pPr>
            <a:lvl8pPr lvl="7" rtl="0">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8pPr>
            <a:lvl9pPr lvl="8" rtl="0">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9pPr>
          </a:lstStyle>
          <a:p>
            <a:endParaRPr/>
          </a:p>
        </p:txBody>
      </p:sp>
      <p:sp>
        <p:nvSpPr>
          <p:cNvPr id="211" name="Google Shape;211;p22"/>
          <p:cNvSpPr/>
          <p:nvPr/>
        </p:nvSpPr>
        <p:spPr>
          <a:xfrm rot="-2700000">
            <a:off x="2968893" y="3695419"/>
            <a:ext cx="481964" cy="504450"/>
          </a:xfrm>
          <a:prstGeom prst="roundRect">
            <a:avLst>
              <a:gd name="adj" fmla="val 5808"/>
            </a:avLst>
          </a:prstGeom>
          <a:solidFill>
            <a:schemeClr val="dk1"/>
          </a:solidFill>
          <a:ln>
            <a:noFill/>
          </a:ln>
        </p:spPr>
        <p:txBody>
          <a:bodyPr spcFirstLastPara="1" wrap="square" lIns="0" tIns="0" rIns="0" bIns="0" anchor="ctr" anchorCtr="0">
            <a:noAutofit/>
          </a:bodyPr>
          <a:lstStyle/>
          <a:p>
            <a:pPr marL="0" lvl="0" indent="0" algn="ctr" rtl="0">
              <a:spcBef>
                <a:spcPts val="0"/>
              </a:spcBef>
              <a:spcAft>
                <a:spcPts val="0"/>
              </a:spcAft>
              <a:buNone/>
            </a:pPr>
            <a:endParaRPr sz="800" b="1">
              <a:solidFill>
                <a:srgbClr val="FFFFFF"/>
              </a:solidFill>
              <a:latin typeface="IBM Plex Sans"/>
              <a:ea typeface="IBM Plex Sans"/>
              <a:cs typeface="IBM Plex Sans"/>
              <a:sym typeface="IBM Plex Sans"/>
            </a:endParaRPr>
          </a:p>
        </p:txBody>
      </p:sp>
      <p:sp>
        <p:nvSpPr>
          <p:cNvPr id="212" name="Google Shape;212;p22"/>
          <p:cNvSpPr/>
          <p:nvPr/>
        </p:nvSpPr>
        <p:spPr>
          <a:xfrm rot="5400000">
            <a:off x="2927363" y="3669689"/>
            <a:ext cx="552565" cy="552565"/>
          </a:xfrm>
          <a:custGeom>
            <a:avLst/>
            <a:gdLst/>
            <a:ahLst/>
            <a:cxnLst/>
            <a:rect l="l" t="t" r="r" b="b"/>
            <a:pathLst>
              <a:path w="62845" h="62845" extrusionOk="0">
                <a:moveTo>
                  <a:pt x="31422" y="2742"/>
                </a:moveTo>
                <a:lnTo>
                  <a:pt x="60103" y="31423"/>
                </a:lnTo>
                <a:lnTo>
                  <a:pt x="31422" y="60103"/>
                </a:lnTo>
                <a:lnTo>
                  <a:pt x="2742" y="31423"/>
                </a:lnTo>
                <a:lnTo>
                  <a:pt x="31422" y="2742"/>
                </a:lnTo>
                <a:close/>
                <a:moveTo>
                  <a:pt x="31422" y="1"/>
                </a:moveTo>
                <a:lnTo>
                  <a:pt x="0" y="31423"/>
                </a:lnTo>
                <a:lnTo>
                  <a:pt x="31422" y="62844"/>
                </a:lnTo>
                <a:lnTo>
                  <a:pt x="62844" y="31423"/>
                </a:lnTo>
                <a:lnTo>
                  <a:pt x="31422" y="1"/>
                </a:lnTo>
                <a:close/>
              </a:path>
            </a:pathLst>
          </a:custGeom>
          <a:solidFill>
            <a:srgbClr val="FFB7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213;p22"/>
          <p:cNvSpPr/>
          <p:nvPr/>
        </p:nvSpPr>
        <p:spPr>
          <a:xfrm rot="5400000">
            <a:off x="2845787" y="3588105"/>
            <a:ext cx="715736" cy="715718"/>
          </a:xfrm>
          <a:custGeom>
            <a:avLst/>
            <a:gdLst/>
            <a:ahLst/>
            <a:cxnLst/>
            <a:rect l="l" t="t" r="r" b="b"/>
            <a:pathLst>
              <a:path w="81403" h="81401" extrusionOk="0">
                <a:moveTo>
                  <a:pt x="40701" y="2741"/>
                </a:moveTo>
                <a:lnTo>
                  <a:pt x="78661" y="40701"/>
                </a:lnTo>
                <a:lnTo>
                  <a:pt x="40701" y="78660"/>
                </a:lnTo>
                <a:lnTo>
                  <a:pt x="2742" y="40701"/>
                </a:lnTo>
                <a:lnTo>
                  <a:pt x="40701" y="2741"/>
                </a:lnTo>
                <a:close/>
                <a:moveTo>
                  <a:pt x="40701" y="0"/>
                </a:moveTo>
                <a:lnTo>
                  <a:pt x="0" y="40701"/>
                </a:lnTo>
                <a:lnTo>
                  <a:pt x="40701" y="81401"/>
                </a:lnTo>
                <a:lnTo>
                  <a:pt x="81402" y="40701"/>
                </a:lnTo>
                <a:lnTo>
                  <a:pt x="40701" y="0"/>
                </a:lnTo>
                <a:close/>
              </a:path>
            </a:pathLst>
          </a:custGeom>
          <a:solidFill>
            <a:srgbClr val="D0B08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 name="Google Shape;214;p22"/>
          <p:cNvSpPr/>
          <p:nvPr/>
        </p:nvSpPr>
        <p:spPr>
          <a:xfrm rot="5400000">
            <a:off x="2957543" y="2345501"/>
            <a:ext cx="480801" cy="478521"/>
          </a:xfrm>
          <a:custGeom>
            <a:avLst/>
            <a:gdLst/>
            <a:ahLst/>
            <a:cxnLst/>
            <a:rect l="l" t="t" r="r" b="b"/>
            <a:pathLst>
              <a:path w="44498" h="44287" extrusionOk="0">
                <a:moveTo>
                  <a:pt x="42599" y="1899"/>
                </a:moveTo>
                <a:lnTo>
                  <a:pt x="42599" y="42388"/>
                </a:lnTo>
                <a:lnTo>
                  <a:pt x="1899" y="42388"/>
                </a:lnTo>
                <a:lnTo>
                  <a:pt x="1899" y="1899"/>
                </a:lnTo>
                <a:close/>
                <a:moveTo>
                  <a:pt x="1" y="1"/>
                </a:moveTo>
                <a:lnTo>
                  <a:pt x="1" y="44286"/>
                </a:lnTo>
                <a:lnTo>
                  <a:pt x="44497" y="44286"/>
                </a:lnTo>
                <a:lnTo>
                  <a:pt x="44497" y="1"/>
                </a:lnTo>
                <a:close/>
              </a:path>
            </a:pathLst>
          </a:custGeom>
          <a:solidFill>
            <a:srgbClr val="D2FF1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 name="Google Shape;215;p22"/>
          <p:cNvSpPr/>
          <p:nvPr/>
        </p:nvSpPr>
        <p:spPr>
          <a:xfrm rot="5400000">
            <a:off x="2886911" y="2274869"/>
            <a:ext cx="622065" cy="619786"/>
          </a:xfrm>
          <a:custGeom>
            <a:avLst/>
            <a:gdLst/>
            <a:ahLst/>
            <a:cxnLst/>
            <a:rect l="l" t="t" r="r" b="b"/>
            <a:pathLst>
              <a:path w="57572" h="57361" extrusionOk="0">
                <a:moveTo>
                  <a:pt x="55674" y="1898"/>
                </a:moveTo>
                <a:lnTo>
                  <a:pt x="55674" y="55463"/>
                </a:lnTo>
                <a:lnTo>
                  <a:pt x="1898" y="55463"/>
                </a:lnTo>
                <a:lnTo>
                  <a:pt x="1898" y="1898"/>
                </a:lnTo>
                <a:close/>
                <a:moveTo>
                  <a:pt x="0" y="0"/>
                </a:moveTo>
                <a:lnTo>
                  <a:pt x="0" y="57361"/>
                </a:lnTo>
                <a:lnTo>
                  <a:pt x="57572" y="57361"/>
                </a:lnTo>
                <a:lnTo>
                  <a:pt x="57572"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 name="Google Shape;216;p22"/>
          <p:cNvSpPr/>
          <p:nvPr/>
        </p:nvSpPr>
        <p:spPr>
          <a:xfrm rot="5400000">
            <a:off x="2950242" y="928134"/>
            <a:ext cx="485350" cy="485350"/>
          </a:xfrm>
          <a:custGeom>
            <a:avLst/>
            <a:gdLst/>
            <a:ahLst/>
            <a:cxnLst/>
            <a:rect l="l" t="t" r="r" b="b"/>
            <a:pathLst>
              <a:path w="44919" h="44919" extrusionOk="0">
                <a:moveTo>
                  <a:pt x="24463" y="1898"/>
                </a:moveTo>
                <a:lnTo>
                  <a:pt x="26572" y="2320"/>
                </a:lnTo>
                <a:lnTo>
                  <a:pt x="28470" y="2742"/>
                </a:lnTo>
                <a:lnTo>
                  <a:pt x="30368" y="3585"/>
                </a:lnTo>
                <a:lnTo>
                  <a:pt x="32266" y="4429"/>
                </a:lnTo>
                <a:lnTo>
                  <a:pt x="33953" y="5483"/>
                </a:lnTo>
                <a:lnTo>
                  <a:pt x="35429" y="6538"/>
                </a:lnTo>
                <a:lnTo>
                  <a:pt x="36905" y="7803"/>
                </a:lnTo>
                <a:lnTo>
                  <a:pt x="38382" y="9279"/>
                </a:lnTo>
                <a:lnTo>
                  <a:pt x="39436" y="10966"/>
                </a:lnTo>
                <a:lnTo>
                  <a:pt x="40490" y="12653"/>
                </a:lnTo>
                <a:lnTo>
                  <a:pt x="41334" y="14340"/>
                </a:lnTo>
                <a:lnTo>
                  <a:pt x="41967" y="16238"/>
                </a:lnTo>
                <a:lnTo>
                  <a:pt x="42599" y="18347"/>
                </a:lnTo>
                <a:lnTo>
                  <a:pt x="42810" y="20245"/>
                </a:lnTo>
                <a:lnTo>
                  <a:pt x="43021" y="22354"/>
                </a:lnTo>
                <a:lnTo>
                  <a:pt x="42810" y="24463"/>
                </a:lnTo>
                <a:lnTo>
                  <a:pt x="42599" y="26572"/>
                </a:lnTo>
                <a:lnTo>
                  <a:pt x="41967" y="28469"/>
                </a:lnTo>
                <a:lnTo>
                  <a:pt x="41334" y="30367"/>
                </a:lnTo>
                <a:lnTo>
                  <a:pt x="40490" y="32265"/>
                </a:lnTo>
                <a:lnTo>
                  <a:pt x="39436" y="33952"/>
                </a:lnTo>
                <a:lnTo>
                  <a:pt x="38382" y="35429"/>
                </a:lnTo>
                <a:lnTo>
                  <a:pt x="36905" y="36905"/>
                </a:lnTo>
                <a:lnTo>
                  <a:pt x="35429" y="38170"/>
                </a:lnTo>
                <a:lnTo>
                  <a:pt x="33953" y="39435"/>
                </a:lnTo>
                <a:lnTo>
                  <a:pt x="32266" y="40490"/>
                </a:lnTo>
                <a:lnTo>
                  <a:pt x="30368" y="41333"/>
                </a:lnTo>
                <a:lnTo>
                  <a:pt x="28470" y="41966"/>
                </a:lnTo>
                <a:lnTo>
                  <a:pt x="26572" y="42599"/>
                </a:lnTo>
                <a:lnTo>
                  <a:pt x="24463" y="42810"/>
                </a:lnTo>
                <a:lnTo>
                  <a:pt x="22354" y="43020"/>
                </a:lnTo>
                <a:lnTo>
                  <a:pt x="20456" y="42810"/>
                </a:lnTo>
                <a:lnTo>
                  <a:pt x="18347" y="42599"/>
                </a:lnTo>
                <a:lnTo>
                  <a:pt x="16449" y="41966"/>
                </a:lnTo>
                <a:lnTo>
                  <a:pt x="14551" y="41333"/>
                </a:lnTo>
                <a:lnTo>
                  <a:pt x="12653" y="40490"/>
                </a:lnTo>
                <a:lnTo>
                  <a:pt x="10966" y="39435"/>
                </a:lnTo>
                <a:lnTo>
                  <a:pt x="9490" y="38170"/>
                </a:lnTo>
                <a:lnTo>
                  <a:pt x="8014" y="36905"/>
                </a:lnTo>
                <a:lnTo>
                  <a:pt x="6538" y="35429"/>
                </a:lnTo>
                <a:lnTo>
                  <a:pt x="5483" y="33952"/>
                </a:lnTo>
                <a:lnTo>
                  <a:pt x="4429" y="32265"/>
                </a:lnTo>
                <a:lnTo>
                  <a:pt x="3585" y="30367"/>
                </a:lnTo>
                <a:lnTo>
                  <a:pt x="2742" y="28469"/>
                </a:lnTo>
                <a:lnTo>
                  <a:pt x="2320" y="26572"/>
                </a:lnTo>
                <a:lnTo>
                  <a:pt x="2109" y="24463"/>
                </a:lnTo>
                <a:lnTo>
                  <a:pt x="1898" y="22354"/>
                </a:lnTo>
                <a:lnTo>
                  <a:pt x="2109" y="20245"/>
                </a:lnTo>
                <a:lnTo>
                  <a:pt x="2320" y="18347"/>
                </a:lnTo>
                <a:lnTo>
                  <a:pt x="2742" y="16238"/>
                </a:lnTo>
                <a:lnTo>
                  <a:pt x="3585" y="14340"/>
                </a:lnTo>
                <a:lnTo>
                  <a:pt x="4429" y="12653"/>
                </a:lnTo>
                <a:lnTo>
                  <a:pt x="5483" y="10966"/>
                </a:lnTo>
                <a:lnTo>
                  <a:pt x="6538" y="9279"/>
                </a:lnTo>
                <a:lnTo>
                  <a:pt x="8014" y="7803"/>
                </a:lnTo>
                <a:lnTo>
                  <a:pt x="9490" y="6538"/>
                </a:lnTo>
                <a:lnTo>
                  <a:pt x="10966" y="5483"/>
                </a:lnTo>
                <a:lnTo>
                  <a:pt x="12653" y="4429"/>
                </a:lnTo>
                <a:lnTo>
                  <a:pt x="14551" y="3585"/>
                </a:lnTo>
                <a:lnTo>
                  <a:pt x="16449" y="2742"/>
                </a:lnTo>
                <a:lnTo>
                  <a:pt x="18347" y="2320"/>
                </a:lnTo>
                <a:lnTo>
                  <a:pt x="20456" y="1898"/>
                </a:lnTo>
                <a:close/>
                <a:moveTo>
                  <a:pt x="20245" y="0"/>
                </a:moveTo>
                <a:lnTo>
                  <a:pt x="17926" y="422"/>
                </a:lnTo>
                <a:lnTo>
                  <a:pt x="15817" y="844"/>
                </a:lnTo>
                <a:lnTo>
                  <a:pt x="13708" y="1687"/>
                </a:lnTo>
                <a:lnTo>
                  <a:pt x="11810" y="2742"/>
                </a:lnTo>
                <a:lnTo>
                  <a:pt x="9912" y="3796"/>
                </a:lnTo>
                <a:lnTo>
                  <a:pt x="8225" y="5061"/>
                </a:lnTo>
                <a:lnTo>
                  <a:pt x="6538" y="6538"/>
                </a:lnTo>
                <a:lnTo>
                  <a:pt x="5062" y="8014"/>
                </a:lnTo>
                <a:lnTo>
                  <a:pt x="3796" y="9912"/>
                </a:lnTo>
                <a:lnTo>
                  <a:pt x="2742" y="11599"/>
                </a:lnTo>
                <a:lnTo>
                  <a:pt x="1687" y="13708"/>
                </a:lnTo>
                <a:lnTo>
                  <a:pt x="1055" y="15816"/>
                </a:lnTo>
                <a:lnTo>
                  <a:pt x="422" y="17925"/>
                </a:lnTo>
                <a:lnTo>
                  <a:pt x="0" y="20034"/>
                </a:lnTo>
                <a:lnTo>
                  <a:pt x="0" y="22354"/>
                </a:lnTo>
                <a:lnTo>
                  <a:pt x="0" y="24674"/>
                </a:lnTo>
                <a:lnTo>
                  <a:pt x="422" y="26993"/>
                </a:lnTo>
                <a:lnTo>
                  <a:pt x="1055" y="29102"/>
                </a:lnTo>
                <a:lnTo>
                  <a:pt x="1687" y="31211"/>
                </a:lnTo>
                <a:lnTo>
                  <a:pt x="2742" y="33109"/>
                </a:lnTo>
                <a:lnTo>
                  <a:pt x="3796" y="35007"/>
                </a:lnTo>
                <a:lnTo>
                  <a:pt x="5062" y="36694"/>
                </a:lnTo>
                <a:lnTo>
                  <a:pt x="6538" y="38381"/>
                </a:lnTo>
                <a:lnTo>
                  <a:pt x="8225" y="39646"/>
                </a:lnTo>
                <a:lnTo>
                  <a:pt x="9912" y="41123"/>
                </a:lnTo>
                <a:lnTo>
                  <a:pt x="11810" y="42177"/>
                </a:lnTo>
                <a:lnTo>
                  <a:pt x="13708" y="43020"/>
                </a:lnTo>
                <a:lnTo>
                  <a:pt x="15817" y="43864"/>
                </a:lnTo>
                <a:lnTo>
                  <a:pt x="17926" y="44497"/>
                </a:lnTo>
                <a:lnTo>
                  <a:pt x="20245" y="44708"/>
                </a:lnTo>
                <a:lnTo>
                  <a:pt x="22354" y="44918"/>
                </a:lnTo>
                <a:lnTo>
                  <a:pt x="24674" y="44708"/>
                </a:lnTo>
                <a:lnTo>
                  <a:pt x="26994" y="44497"/>
                </a:lnTo>
                <a:lnTo>
                  <a:pt x="29103" y="43864"/>
                </a:lnTo>
                <a:lnTo>
                  <a:pt x="31211" y="43020"/>
                </a:lnTo>
                <a:lnTo>
                  <a:pt x="33109" y="42177"/>
                </a:lnTo>
                <a:lnTo>
                  <a:pt x="35007" y="41123"/>
                </a:lnTo>
                <a:lnTo>
                  <a:pt x="36694" y="39646"/>
                </a:lnTo>
                <a:lnTo>
                  <a:pt x="38382" y="38381"/>
                </a:lnTo>
                <a:lnTo>
                  <a:pt x="39858" y="36694"/>
                </a:lnTo>
                <a:lnTo>
                  <a:pt x="41123" y="35007"/>
                </a:lnTo>
                <a:lnTo>
                  <a:pt x="42177" y="33109"/>
                </a:lnTo>
                <a:lnTo>
                  <a:pt x="43232" y="31211"/>
                </a:lnTo>
                <a:lnTo>
                  <a:pt x="43865" y="29102"/>
                </a:lnTo>
                <a:lnTo>
                  <a:pt x="44497" y="26993"/>
                </a:lnTo>
                <a:lnTo>
                  <a:pt x="44708" y="24674"/>
                </a:lnTo>
                <a:lnTo>
                  <a:pt x="44919" y="22354"/>
                </a:lnTo>
                <a:lnTo>
                  <a:pt x="44708" y="20034"/>
                </a:lnTo>
                <a:lnTo>
                  <a:pt x="44497" y="17925"/>
                </a:lnTo>
                <a:lnTo>
                  <a:pt x="43865" y="15816"/>
                </a:lnTo>
                <a:lnTo>
                  <a:pt x="43232" y="13708"/>
                </a:lnTo>
                <a:lnTo>
                  <a:pt x="42177" y="11599"/>
                </a:lnTo>
                <a:lnTo>
                  <a:pt x="41123" y="9912"/>
                </a:lnTo>
                <a:lnTo>
                  <a:pt x="39858" y="8014"/>
                </a:lnTo>
                <a:lnTo>
                  <a:pt x="38382" y="6538"/>
                </a:lnTo>
                <a:lnTo>
                  <a:pt x="36694" y="5061"/>
                </a:lnTo>
                <a:lnTo>
                  <a:pt x="35007" y="3796"/>
                </a:lnTo>
                <a:lnTo>
                  <a:pt x="33109" y="2742"/>
                </a:lnTo>
                <a:lnTo>
                  <a:pt x="31211" y="1687"/>
                </a:lnTo>
                <a:lnTo>
                  <a:pt x="29103" y="844"/>
                </a:lnTo>
                <a:lnTo>
                  <a:pt x="26994" y="422"/>
                </a:lnTo>
                <a:lnTo>
                  <a:pt x="2467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22"/>
          <p:cNvSpPr/>
          <p:nvPr/>
        </p:nvSpPr>
        <p:spPr>
          <a:xfrm rot="5400000">
            <a:off x="2879610" y="855222"/>
            <a:ext cx="628905" cy="628905"/>
          </a:xfrm>
          <a:custGeom>
            <a:avLst/>
            <a:gdLst/>
            <a:ahLst/>
            <a:cxnLst/>
            <a:rect l="l" t="t" r="r" b="b"/>
            <a:pathLst>
              <a:path w="58205" h="58205" extrusionOk="0">
                <a:moveTo>
                  <a:pt x="29102" y="1899"/>
                </a:moveTo>
                <a:lnTo>
                  <a:pt x="32055" y="2110"/>
                </a:lnTo>
                <a:lnTo>
                  <a:pt x="34585" y="2532"/>
                </a:lnTo>
                <a:lnTo>
                  <a:pt x="37327" y="3164"/>
                </a:lnTo>
                <a:lnTo>
                  <a:pt x="39857" y="4219"/>
                </a:lnTo>
                <a:lnTo>
                  <a:pt x="42177" y="5273"/>
                </a:lnTo>
                <a:lnTo>
                  <a:pt x="44286" y="6538"/>
                </a:lnTo>
                <a:lnTo>
                  <a:pt x="46395" y="8225"/>
                </a:lnTo>
                <a:lnTo>
                  <a:pt x="48293" y="9912"/>
                </a:lnTo>
                <a:lnTo>
                  <a:pt x="50191" y="11810"/>
                </a:lnTo>
                <a:lnTo>
                  <a:pt x="51667" y="13919"/>
                </a:lnTo>
                <a:lnTo>
                  <a:pt x="53143" y="16239"/>
                </a:lnTo>
                <a:lnTo>
                  <a:pt x="54198" y="18559"/>
                </a:lnTo>
                <a:lnTo>
                  <a:pt x="55041" y="21089"/>
                </a:lnTo>
                <a:lnTo>
                  <a:pt x="55885" y="23620"/>
                </a:lnTo>
                <a:lnTo>
                  <a:pt x="56306" y="26361"/>
                </a:lnTo>
                <a:lnTo>
                  <a:pt x="56306" y="29103"/>
                </a:lnTo>
                <a:lnTo>
                  <a:pt x="56306" y="31844"/>
                </a:lnTo>
                <a:lnTo>
                  <a:pt x="55885" y="34586"/>
                </a:lnTo>
                <a:lnTo>
                  <a:pt x="55041" y="37116"/>
                </a:lnTo>
                <a:lnTo>
                  <a:pt x="54198" y="39647"/>
                </a:lnTo>
                <a:lnTo>
                  <a:pt x="53143" y="42178"/>
                </a:lnTo>
                <a:lnTo>
                  <a:pt x="51667" y="44286"/>
                </a:lnTo>
                <a:lnTo>
                  <a:pt x="50191" y="46395"/>
                </a:lnTo>
                <a:lnTo>
                  <a:pt x="48293" y="48293"/>
                </a:lnTo>
                <a:lnTo>
                  <a:pt x="46395" y="50191"/>
                </a:lnTo>
                <a:lnTo>
                  <a:pt x="44286" y="51667"/>
                </a:lnTo>
                <a:lnTo>
                  <a:pt x="42177" y="52933"/>
                </a:lnTo>
                <a:lnTo>
                  <a:pt x="39857" y="54198"/>
                </a:lnTo>
                <a:lnTo>
                  <a:pt x="37327" y="55042"/>
                </a:lnTo>
                <a:lnTo>
                  <a:pt x="34585" y="55674"/>
                </a:lnTo>
                <a:lnTo>
                  <a:pt x="32055" y="56096"/>
                </a:lnTo>
                <a:lnTo>
                  <a:pt x="29102" y="56307"/>
                </a:lnTo>
                <a:lnTo>
                  <a:pt x="26361" y="56096"/>
                </a:lnTo>
                <a:lnTo>
                  <a:pt x="23830" y="55674"/>
                </a:lnTo>
                <a:lnTo>
                  <a:pt x="21089" y="55042"/>
                </a:lnTo>
                <a:lnTo>
                  <a:pt x="18558" y="54198"/>
                </a:lnTo>
                <a:lnTo>
                  <a:pt x="16238" y="52933"/>
                </a:lnTo>
                <a:lnTo>
                  <a:pt x="13918" y="51667"/>
                </a:lnTo>
                <a:lnTo>
                  <a:pt x="12020" y="50191"/>
                </a:lnTo>
                <a:lnTo>
                  <a:pt x="9912" y="48293"/>
                </a:lnTo>
                <a:lnTo>
                  <a:pt x="8225" y="46395"/>
                </a:lnTo>
                <a:lnTo>
                  <a:pt x="6748" y="44286"/>
                </a:lnTo>
                <a:lnTo>
                  <a:pt x="5272" y="42178"/>
                </a:lnTo>
                <a:lnTo>
                  <a:pt x="4218" y="39647"/>
                </a:lnTo>
                <a:lnTo>
                  <a:pt x="3163" y="37116"/>
                </a:lnTo>
                <a:lnTo>
                  <a:pt x="2531" y="34586"/>
                </a:lnTo>
                <a:lnTo>
                  <a:pt x="2109" y="31844"/>
                </a:lnTo>
                <a:lnTo>
                  <a:pt x="2109" y="29103"/>
                </a:lnTo>
                <a:lnTo>
                  <a:pt x="2109" y="26361"/>
                </a:lnTo>
                <a:lnTo>
                  <a:pt x="2531" y="23620"/>
                </a:lnTo>
                <a:lnTo>
                  <a:pt x="3163" y="21089"/>
                </a:lnTo>
                <a:lnTo>
                  <a:pt x="4218" y="18559"/>
                </a:lnTo>
                <a:lnTo>
                  <a:pt x="5272" y="16239"/>
                </a:lnTo>
                <a:lnTo>
                  <a:pt x="6748" y="13919"/>
                </a:lnTo>
                <a:lnTo>
                  <a:pt x="8225" y="11810"/>
                </a:lnTo>
                <a:lnTo>
                  <a:pt x="9912" y="9912"/>
                </a:lnTo>
                <a:lnTo>
                  <a:pt x="12020" y="8225"/>
                </a:lnTo>
                <a:lnTo>
                  <a:pt x="13918" y="6538"/>
                </a:lnTo>
                <a:lnTo>
                  <a:pt x="16238" y="5273"/>
                </a:lnTo>
                <a:lnTo>
                  <a:pt x="18558" y="4219"/>
                </a:lnTo>
                <a:lnTo>
                  <a:pt x="21089" y="3164"/>
                </a:lnTo>
                <a:lnTo>
                  <a:pt x="23830" y="2532"/>
                </a:lnTo>
                <a:lnTo>
                  <a:pt x="26361" y="2110"/>
                </a:lnTo>
                <a:lnTo>
                  <a:pt x="29102" y="1899"/>
                </a:lnTo>
                <a:close/>
                <a:moveTo>
                  <a:pt x="29102" y="1"/>
                </a:moveTo>
                <a:lnTo>
                  <a:pt x="26150" y="212"/>
                </a:lnTo>
                <a:lnTo>
                  <a:pt x="23408" y="634"/>
                </a:lnTo>
                <a:lnTo>
                  <a:pt x="20456" y="1266"/>
                </a:lnTo>
                <a:lnTo>
                  <a:pt x="17925" y="2321"/>
                </a:lnTo>
                <a:lnTo>
                  <a:pt x="15395" y="3586"/>
                </a:lnTo>
                <a:lnTo>
                  <a:pt x="12864" y="5062"/>
                </a:lnTo>
                <a:lnTo>
                  <a:pt x="10755" y="6749"/>
                </a:lnTo>
                <a:lnTo>
                  <a:pt x="8646" y="8647"/>
                </a:lnTo>
                <a:lnTo>
                  <a:pt x="6748" y="10545"/>
                </a:lnTo>
                <a:lnTo>
                  <a:pt x="5061" y="12865"/>
                </a:lnTo>
                <a:lnTo>
                  <a:pt x="3585" y="15395"/>
                </a:lnTo>
                <a:lnTo>
                  <a:pt x="2320" y="17926"/>
                </a:lnTo>
                <a:lnTo>
                  <a:pt x="1476" y="20457"/>
                </a:lnTo>
                <a:lnTo>
                  <a:pt x="633" y="23198"/>
                </a:lnTo>
                <a:lnTo>
                  <a:pt x="211" y="26151"/>
                </a:lnTo>
                <a:lnTo>
                  <a:pt x="0" y="29103"/>
                </a:lnTo>
                <a:lnTo>
                  <a:pt x="211" y="32055"/>
                </a:lnTo>
                <a:lnTo>
                  <a:pt x="633" y="35008"/>
                </a:lnTo>
                <a:lnTo>
                  <a:pt x="1476" y="37749"/>
                </a:lnTo>
                <a:lnTo>
                  <a:pt x="2320" y="40491"/>
                </a:lnTo>
                <a:lnTo>
                  <a:pt x="3585" y="43021"/>
                </a:lnTo>
                <a:lnTo>
                  <a:pt x="5061" y="45341"/>
                </a:lnTo>
                <a:lnTo>
                  <a:pt x="6748" y="47661"/>
                </a:lnTo>
                <a:lnTo>
                  <a:pt x="8646" y="49769"/>
                </a:lnTo>
                <a:lnTo>
                  <a:pt x="10755" y="51667"/>
                </a:lnTo>
                <a:lnTo>
                  <a:pt x="12864" y="53354"/>
                </a:lnTo>
                <a:lnTo>
                  <a:pt x="15395" y="54831"/>
                </a:lnTo>
                <a:lnTo>
                  <a:pt x="17925" y="55885"/>
                </a:lnTo>
                <a:lnTo>
                  <a:pt x="20456" y="56939"/>
                </a:lnTo>
                <a:lnTo>
                  <a:pt x="23408" y="57572"/>
                </a:lnTo>
                <a:lnTo>
                  <a:pt x="26150" y="58205"/>
                </a:lnTo>
                <a:lnTo>
                  <a:pt x="32266" y="58205"/>
                </a:lnTo>
                <a:lnTo>
                  <a:pt x="35007" y="57572"/>
                </a:lnTo>
                <a:lnTo>
                  <a:pt x="37749" y="56939"/>
                </a:lnTo>
                <a:lnTo>
                  <a:pt x="40490" y="55885"/>
                </a:lnTo>
                <a:lnTo>
                  <a:pt x="43021" y="54831"/>
                </a:lnTo>
                <a:lnTo>
                  <a:pt x="45551" y="53354"/>
                </a:lnTo>
                <a:lnTo>
                  <a:pt x="47660" y="51667"/>
                </a:lnTo>
                <a:lnTo>
                  <a:pt x="49769" y="49769"/>
                </a:lnTo>
                <a:lnTo>
                  <a:pt x="51667" y="47661"/>
                </a:lnTo>
                <a:lnTo>
                  <a:pt x="53354" y="45341"/>
                </a:lnTo>
                <a:lnTo>
                  <a:pt x="54830" y="43021"/>
                </a:lnTo>
                <a:lnTo>
                  <a:pt x="56096" y="40491"/>
                </a:lnTo>
                <a:lnTo>
                  <a:pt x="56939" y="37749"/>
                </a:lnTo>
                <a:lnTo>
                  <a:pt x="57783" y="35008"/>
                </a:lnTo>
                <a:lnTo>
                  <a:pt x="58204" y="32055"/>
                </a:lnTo>
                <a:lnTo>
                  <a:pt x="58204" y="29103"/>
                </a:lnTo>
                <a:lnTo>
                  <a:pt x="58204" y="26151"/>
                </a:lnTo>
                <a:lnTo>
                  <a:pt x="57783" y="23198"/>
                </a:lnTo>
                <a:lnTo>
                  <a:pt x="56939" y="20457"/>
                </a:lnTo>
                <a:lnTo>
                  <a:pt x="56096" y="17926"/>
                </a:lnTo>
                <a:lnTo>
                  <a:pt x="54830" y="15395"/>
                </a:lnTo>
                <a:lnTo>
                  <a:pt x="53354" y="12865"/>
                </a:lnTo>
                <a:lnTo>
                  <a:pt x="51667" y="10545"/>
                </a:lnTo>
                <a:lnTo>
                  <a:pt x="49769" y="8647"/>
                </a:lnTo>
                <a:lnTo>
                  <a:pt x="47660" y="6749"/>
                </a:lnTo>
                <a:lnTo>
                  <a:pt x="45551" y="5062"/>
                </a:lnTo>
                <a:lnTo>
                  <a:pt x="43021" y="3586"/>
                </a:lnTo>
                <a:lnTo>
                  <a:pt x="40490" y="2321"/>
                </a:lnTo>
                <a:lnTo>
                  <a:pt x="37749" y="1266"/>
                </a:lnTo>
                <a:lnTo>
                  <a:pt x="35007" y="634"/>
                </a:lnTo>
                <a:lnTo>
                  <a:pt x="32266" y="212"/>
                </a:lnTo>
                <a:lnTo>
                  <a:pt x="29102"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extLst>
    <p:ext uri="{DCECCB84-F9BA-43D5-87BE-67443E8EF086}">
      <p15:sldGuideLst xmlns:p15="http://schemas.microsoft.com/office/powerpoint/2012/main">
        <p15:guide id="1" pos="1872">
          <p15:clr>
            <a:srgbClr val="FA7B17"/>
          </p15:clr>
        </p15:guide>
        <p15:guide id="2" pos="2016">
          <p15:clr>
            <a:srgbClr val="FA7B17"/>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TOC - 4 Items">
  <p:cSld name="TITLE_ONLY_1_3">
    <p:bg>
      <p:bgPr>
        <a:solidFill>
          <a:schemeClr val="dk1"/>
        </a:solidFill>
        <a:effectLst/>
      </p:bgPr>
    </p:bg>
    <p:spTree>
      <p:nvGrpSpPr>
        <p:cNvPr id="1" name="Shape 218"/>
        <p:cNvGrpSpPr/>
        <p:nvPr/>
      </p:nvGrpSpPr>
      <p:grpSpPr>
        <a:xfrm>
          <a:off x="0" y="0"/>
          <a:ext cx="0" cy="0"/>
          <a:chOff x="0" y="0"/>
          <a:chExt cx="0" cy="0"/>
        </a:xfrm>
      </p:grpSpPr>
      <p:sp>
        <p:nvSpPr>
          <p:cNvPr id="219" name="Google Shape;219;p23"/>
          <p:cNvSpPr/>
          <p:nvPr/>
        </p:nvSpPr>
        <p:spPr>
          <a:xfrm>
            <a:off x="0" y="-8975"/>
            <a:ext cx="3200400" cy="5152500"/>
          </a:xfrm>
          <a:prstGeom prst="rect">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 name="Google Shape;220;p23"/>
          <p:cNvSpPr txBox="1">
            <a:spLocks noGrp="1"/>
          </p:cNvSpPr>
          <p:nvPr>
            <p:ph type="title"/>
          </p:nvPr>
        </p:nvSpPr>
        <p:spPr>
          <a:xfrm>
            <a:off x="457200" y="1753225"/>
            <a:ext cx="2273400" cy="1619100"/>
          </a:xfrm>
          <a:prstGeom prst="rect">
            <a:avLst/>
          </a:prstGeom>
        </p:spPr>
        <p:txBody>
          <a:bodyPr spcFirstLastPara="1" wrap="square" lIns="0" tIns="0" rIns="0" bIns="0" anchor="ctr" anchorCtr="0">
            <a:normAutofit/>
          </a:bodyPr>
          <a:lstStyle>
            <a:lvl1pPr lvl="0" rtl="0">
              <a:spcBef>
                <a:spcPts val="0"/>
              </a:spcBef>
              <a:spcAft>
                <a:spcPts val="0"/>
              </a:spcAft>
              <a:buClr>
                <a:schemeClr val="lt1"/>
              </a:buClr>
              <a:buSzPts val="3400"/>
              <a:buNone/>
              <a:defRPr>
                <a:solidFill>
                  <a:schemeClr val="lt1"/>
                </a:solidFill>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221" name="Google Shape;221;p23"/>
          <p:cNvSpPr txBox="1">
            <a:spLocks noGrp="1"/>
          </p:cNvSpPr>
          <p:nvPr>
            <p:ph type="subTitle" idx="1"/>
          </p:nvPr>
        </p:nvSpPr>
        <p:spPr>
          <a:xfrm>
            <a:off x="3742200" y="783013"/>
            <a:ext cx="4944600" cy="348300"/>
          </a:xfrm>
          <a:prstGeom prst="rect">
            <a:avLst/>
          </a:prstGeom>
        </p:spPr>
        <p:txBody>
          <a:bodyPr spcFirstLastPara="1" wrap="square" lIns="0" tIns="0" rIns="0" bIns="0" anchor="ctr" anchorCtr="0">
            <a:normAutofit/>
          </a:bodyPr>
          <a:lstStyle>
            <a:lvl1pPr lvl="0">
              <a:lnSpc>
                <a:spcPct val="100000"/>
              </a:lnSpc>
              <a:spcBef>
                <a:spcPts val="0"/>
              </a:spcBef>
              <a:spcAft>
                <a:spcPts val="0"/>
              </a:spcAft>
              <a:buClr>
                <a:schemeClr val="lt2"/>
              </a:buClr>
              <a:buSzPts val="2000"/>
              <a:buFont typeface="IBM Plex Sans Medium"/>
              <a:buNone/>
              <a:defRPr sz="2000">
                <a:solidFill>
                  <a:schemeClr val="lt2"/>
                </a:solidFill>
                <a:latin typeface="IBM Plex Sans Medium"/>
                <a:ea typeface="IBM Plex Sans Medium"/>
                <a:cs typeface="IBM Plex Sans Medium"/>
                <a:sym typeface="IBM Plex Sans Medium"/>
              </a:defRPr>
            </a:lvl1pPr>
            <a:lvl2pPr lvl="1">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2pPr>
            <a:lvl3pPr lvl="2">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3pPr>
            <a:lvl4pPr lvl="3">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4pPr>
            <a:lvl5pPr lvl="4">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5pPr>
            <a:lvl6pPr lvl="5">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6pPr>
            <a:lvl7pPr lvl="6">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7pPr>
            <a:lvl8pPr lvl="7">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8pPr>
            <a:lvl9pPr lvl="8">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9pPr>
          </a:lstStyle>
          <a:p>
            <a:endParaRPr/>
          </a:p>
        </p:txBody>
      </p:sp>
      <p:sp>
        <p:nvSpPr>
          <p:cNvPr id="222" name="Google Shape;222;p23"/>
          <p:cNvSpPr txBox="1">
            <a:spLocks noGrp="1"/>
          </p:cNvSpPr>
          <p:nvPr>
            <p:ph type="subTitle" idx="2"/>
          </p:nvPr>
        </p:nvSpPr>
        <p:spPr>
          <a:xfrm>
            <a:off x="3742200" y="1885338"/>
            <a:ext cx="4944600" cy="348300"/>
          </a:xfrm>
          <a:prstGeom prst="rect">
            <a:avLst/>
          </a:prstGeom>
        </p:spPr>
        <p:txBody>
          <a:bodyPr spcFirstLastPara="1" wrap="square" lIns="0" tIns="0" rIns="0" bIns="0" anchor="ctr" anchorCtr="0">
            <a:normAutofit/>
          </a:bodyPr>
          <a:lstStyle>
            <a:lvl1pPr lvl="0" rtl="0">
              <a:lnSpc>
                <a:spcPct val="100000"/>
              </a:lnSpc>
              <a:spcBef>
                <a:spcPts val="0"/>
              </a:spcBef>
              <a:spcAft>
                <a:spcPts val="0"/>
              </a:spcAft>
              <a:buClr>
                <a:schemeClr val="lt2"/>
              </a:buClr>
              <a:buSzPts val="2000"/>
              <a:buFont typeface="IBM Plex Sans Medium"/>
              <a:buNone/>
              <a:defRPr sz="2000">
                <a:solidFill>
                  <a:schemeClr val="lt2"/>
                </a:solidFill>
                <a:latin typeface="IBM Plex Sans Medium"/>
                <a:ea typeface="IBM Plex Sans Medium"/>
                <a:cs typeface="IBM Plex Sans Medium"/>
                <a:sym typeface="IBM Plex Sans Medium"/>
              </a:defRPr>
            </a:lvl1pPr>
            <a:lvl2pPr lvl="1" rtl="0">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2pPr>
            <a:lvl3pPr lvl="2" rtl="0">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3pPr>
            <a:lvl4pPr lvl="3" rtl="0">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4pPr>
            <a:lvl5pPr lvl="4" rtl="0">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5pPr>
            <a:lvl6pPr lvl="5" rtl="0">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6pPr>
            <a:lvl7pPr lvl="6" rtl="0">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7pPr>
            <a:lvl8pPr lvl="7" rtl="0">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8pPr>
            <a:lvl9pPr lvl="8" rtl="0">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9pPr>
          </a:lstStyle>
          <a:p>
            <a:endParaRPr/>
          </a:p>
        </p:txBody>
      </p:sp>
      <p:sp>
        <p:nvSpPr>
          <p:cNvPr id="223" name="Google Shape;223;p23"/>
          <p:cNvSpPr txBox="1">
            <a:spLocks noGrp="1"/>
          </p:cNvSpPr>
          <p:nvPr>
            <p:ph type="subTitle" idx="3"/>
          </p:nvPr>
        </p:nvSpPr>
        <p:spPr>
          <a:xfrm>
            <a:off x="3742200" y="2948738"/>
            <a:ext cx="4944600" cy="348300"/>
          </a:xfrm>
          <a:prstGeom prst="rect">
            <a:avLst/>
          </a:prstGeom>
        </p:spPr>
        <p:txBody>
          <a:bodyPr spcFirstLastPara="1" wrap="square" lIns="0" tIns="0" rIns="0" bIns="0" anchor="ctr" anchorCtr="0">
            <a:normAutofit/>
          </a:bodyPr>
          <a:lstStyle>
            <a:lvl1pPr lvl="0" rtl="0">
              <a:lnSpc>
                <a:spcPct val="100000"/>
              </a:lnSpc>
              <a:spcBef>
                <a:spcPts val="0"/>
              </a:spcBef>
              <a:spcAft>
                <a:spcPts val="0"/>
              </a:spcAft>
              <a:buClr>
                <a:schemeClr val="lt2"/>
              </a:buClr>
              <a:buSzPts val="2000"/>
              <a:buFont typeface="IBM Plex Sans Medium"/>
              <a:buNone/>
              <a:defRPr sz="2000">
                <a:solidFill>
                  <a:schemeClr val="lt2"/>
                </a:solidFill>
                <a:latin typeface="IBM Plex Sans Medium"/>
                <a:ea typeface="IBM Plex Sans Medium"/>
                <a:cs typeface="IBM Plex Sans Medium"/>
                <a:sym typeface="IBM Plex Sans Medium"/>
              </a:defRPr>
            </a:lvl1pPr>
            <a:lvl2pPr lvl="1" rtl="0">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2pPr>
            <a:lvl3pPr lvl="2" rtl="0">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3pPr>
            <a:lvl4pPr lvl="3" rtl="0">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4pPr>
            <a:lvl5pPr lvl="4" rtl="0">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5pPr>
            <a:lvl6pPr lvl="5" rtl="0">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6pPr>
            <a:lvl7pPr lvl="6" rtl="0">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7pPr>
            <a:lvl8pPr lvl="7" rtl="0">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8pPr>
            <a:lvl9pPr lvl="8" rtl="0">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9pPr>
          </a:lstStyle>
          <a:p>
            <a:endParaRPr/>
          </a:p>
        </p:txBody>
      </p:sp>
      <p:sp>
        <p:nvSpPr>
          <p:cNvPr id="224" name="Google Shape;224;p23"/>
          <p:cNvSpPr txBox="1">
            <a:spLocks noGrp="1"/>
          </p:cNvSpPr>
          <p:nvPr>
            <p:ph type="subTitle" idx="4"/>
          </p:nvPr>
        </p:nvSpPr>
        <p:spPr>
          <a:xfrm>
            <a:off x="3742200" y="4012188"/>
            <a:ext cx="4944600" cy="348300"/>
          </a:xfrm>
          <a:prstGeom prst="rect">
            <a:avLst/>
          </a:prstGeom>
        </p:spPr>
        <p:txBody>
          <a:bodyPr spcFirstLastPara="1" wrap="square" lIns="0" tIns="0" rIns="0" bIns="0" anchor="ctr" anchorCtr="0">
            <a:normAutofit/>
          </a:bodyPr>
          <a:lstStyle>
            <a:lvl1pPr lvl="0" rtl="0">
              <a:lnSpc>
                <a:spcPct val="100000"/>
              </a:lnSpc>
              <a:spcBef>
                <a:spcPts val="0"/>
              </a:spcBef>
              <a:spcAft>
                <a:spcPts val="0"/>
              </a:spcAft>
              <a:buClr>
                <a:schemeClr val="lt2"/>
              </a:buClr>
              <a:buSzPts val="2000"/>
              <a:buFont typeface="IBM Plex Sans Medium"/>
              <a:buNone/>
              <a:defRPr sz="2000">
                <a:solidFill>
                  <a:schemeClr val="lt2"/>
                </a:solidFill>
                <a:latin typeface="IBM Plex Sans Medium"/>
                <a:ea typeface="IBM Plex Sans Medium"/>
                <a:cs typeface="IBM Plex Sans Medium"/>
                <a:sym typeface="IBM Plex Sans Medium"/>
              </a:defRPr>
            </a:lvl1pPr>
            <a:lvl2pPr lvl="1" rtl="0">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2pPr>
            <a:lvl3pPr lvl="2" rtl="0">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3pPr>
            <a:lvl4pPr lvl="3" rtl="0">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4pPr>
            <a:lvl5pPr lvl="4" rtl="0">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5pPr>
            <a:lvl6pPr lvl="5" rtl="0">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6pPr>
            <a:lvl7pPr lvl="6" rtl="0">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7pPr>
            <a:lvl8pPr lvl="7" rtl="0">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8pPr>
            <a:lvl9pPr lvl="8" rtl="0">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9pPr>
          </a:lstStyle>
          <a:p>
            <a:endParaRPr/>
          </a:p>
        </p:txBody>
      </p:sp>
      <p:pic>
        <p:nvPicPr>
          <p:cNvPr id="225" name="Google Shape;225;p23"/>
          <p:cNvPicPr preferRelativeResize="0"/>
          <p:nvPr/>
        </p:nvPicPr>
        <p:blipFill>
          <a:blip r:embed="rId2">
            <a:alphaModFix/>
          </a:blip>
          <a:stretch>
            <a:fillRect/>
          </a:stretch>
        </p:blipFill>
        <p:spPr>
          <a:xfrm>
            <a:off x="8565901" y="154375"/>
            <a:ext cx="424850" cy="428248"/>
          </a:xfrm>
          <a:prstGeom prst="rect">
            <a:avLst/>
          </a:prstGeom>
          <a:noFill/>
          <a:ln>
            <a:noFill/>
          </a:ln>
        </p:spPr>
      </p:pic>
      <p:grpSp>
        <p:nvGrpSpPr>
          <p:cNvPr id="226" name="Google Shape;226;p23"/>
          <p:cNvGrpSpPr/>
          <p:nvPr/>
        </p:nvGrpSpPr>
        <p:grpSpPr>
          <a:xfrm>
            <a:off x="2845795" y="2756900"/>
            <a:ext cx="715718" cy="715736"/>
            <a:chOff x="2845795" y="3435696"/>
            <a:chExt cx="715718" cy="715736"/>
          </a:xfrm>
        </p:grpSpPr>
        <p:sp>
          <p:nvSpPr>
            <p:cNvPr id="227" name="Google Shape;227;p23"/>
            <p:cNvSpPr/>
            <p:nvPr/>
          </p:nvSpPr>
          <p:spPr>
            <a:xfrm rot="-2700000">
              <a:off x="2968893" y="3543019"/>
              <a:ext cx="481964" cy="504450"/>
            </a:xfrm>
            <a:prstGeom prst="roundRect">
              <a:avLst>
                <a:gd name="adj" fmla="val 5808"/>
              </a:avLst>
            </a:prstGeom>
            <a:solidFill>
              <a:schemeClr val="dk1"/>
            </a:solidFill>
            <a:ln>
              <a:noFill/>
            </a:ln>
          </p:spPr>
          <p:txBody>
            <a:bodyPr spcFirstLastPara="1" wrap="square" lIns="0" tIns="0" rIns="0" bIns="0" anchor="ctr" anchorCtr="0">
              <a:noAutofit/>
            </a:bodyPr>
            <a:lstStyle/>
            <a:p>
              <a:pPr marL="0" lvl="0" indent="0" algn="ctr" rtl="0">
                <a:spcBef>
                  <a:spcPts val="0"/>
                </a:spcBef>
                <a:spcAft>
                  <a:spcPts val="0"/>
                </a:spcAft>
                <a:buNone/>
              </a:pPr>
              <a:endParaRPr sz="800" b="1">
                <a:solidFill>
                  <a:srgbClr val="FFFFFF"/>
                </a:solidFill>
                <a:latin typeface="IBM Plex Sans"/>
                <a:ea typeface="IBM Plex Sans"/>
                <a:cs typeface="IBM Plex Sans"/>
                <a:sym typeface="IBM Plex Sans"/>
              </a:endParaRPr>
            </a:p>
          </p:txBody>
        </p:sp>
        <p:sp>
          <p:nvSpPr>
            <p:cNvPr id="228" name="Google Shape;228;p23"/>
            <p:cNvSpPr/>
            <p:nvPr/>
          </p:nvSpPr>
          <p:spPr>
            <a:xfrm rot="5400000">
              <a:off x="2927363" y="3517289"/>
              <a:ext cx="552565" cy="552565"/>
            </a:xfrm>
            <a:custGeom>
              <a:avLst/>
              <a:gdLst/>
              <a:ahLst/>
              <a:cxnLst/>
              <a:rect l="l" t="t" r="r" b="b"/>
              <a:pathLst>
                <a:path w="62845" h="62845" extrusionOk="0">
                  <a:moveTo>
                    <a:pt x="31422" y="2742"/>
                  </a:moveTo>
                  <a:lnTo>
                    <a:pt x="60103" y="31423"/>
                  </a:lnTo>
                  <a:lnTo>
                    <a:pt x="31422" y="60103"/>
                  </a:lnTo>
                  <a:lnTo>
                    <a:pt x="2742" y="31423"/>
                  </a:lnTo>
                  <a:lnTo>
                    <a:pt x="31422" y="2742"/>
                  </a:lnTo>
                  <a:close/>
                  <a:moveTo>
                    <a:pt x="31422" y="1"/>
                  </a:moveTo>
                  <a:lnTo>
                    <a:pt x="0" y="31423"/>
                  </a:lnTo>
                  <a:lnTo>
                    <a:pt x="31422" y="62844"/>
                  </a:lnTo>
                  <a:lnTo>
                    <a:pt x="62844" y="31423"/>
                  </a:lnTo>
                  <a:lnTo>
                    <a:pt x="31422" y="1"/>
                  </a:lnTo>
                  <a:close/>
                </a:path>
              </a:pathLst>
            </a:custGeom>
            <a:solidFill>
              <a:srgbClr val="FFB7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 name="Google Shape;229;p23"/>
            <p:cNvSpPr/>
            <p:nvPr/>
          </p:nvSpPr>
          <p:spPr>
            <a:xfrm rot="5400000">
              <a:off x="2845787" y="3435705"/>
              <a:ext cx="715736" cy="715718"/>
            </a:xfrm>
            <a:custGeom>
              <a:avLst/>
              <a:gdLst/>
              <a:ahLst/>
              <a:cxnLst/>
              <a:rect l="l" t="t" r="r" b="b"/>
              <a:pathLst>
                <a:path w="81403" h="81401" extrusionOk="0">
                  <a:moveTo>
                    <a:pt x="40701" y="2741"/>
                  </a:moveTo>
                  <a:lnTo>
                    <a:pt x="78661" y="40701"/>
                  </a:lnTo>
                  <a:lnTo>
                    <a:pt x="40701" y="78660"/>
                  </a:lnTo>
                  <a:lnTo>
                    <a:pt x="2742" y="40701"/>
                  </a:lnTo>
                  <a:lnTo>
                    <a:pt x="40701" y="2741"/>
                  </a:lnTo>
                  <a:close/>
                  <a:moveTo>
                    <a:pt x="40701" y="0"/>
                  </a:moveTo>
                  <a:lnTo>
                    <a:pt x="0" y="40701"/>
                  </a:lnTo>
                  <a:lnTo>
                    <a:pt x="40701" y="81401"/>
                  </a:lnTo>
                  <a:lnTo>
                    <a:pt x="81402" y="40701"/>
                  </a:lnTo>
                  <a:lnTo>
                    <a:pt x="40701" y="0"/>
                  </a:lnTo>
                  <a:close/>
                </a:path>
              </a:pathLst>
            </a:custGeom>
            <a:solidFill>
              <a:srgbClr val="D0B08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30" name="Google Shape;230;p23"/>
          <p:cNvGrpSpPr/>
          <p:nvPr/>
        </p:nvGrpSpPr>
        <p:grpSpPr>
          <a:xfrm>
            <a:off x="2895055" y="1747333"/>
            <a:ext cx="619786" cy="623396"/>
            <a:chOff x="2909062" y="1968929"/>
            <a:chExt cx="619786" cy="623396"/>
          </a:xfrm>
        </p:grpSpPr>
        <p:sp>
          <p:nvSpPr>
            <p:cNvPr id="231" name="Google Shape;231;p23"/>
            <p:cNvSpPr/>
            <p:nvPr/>
          </p:nvSpPr>
          <p:spPr>
            <a:xfrm>
              <a:off x="2927375" y="1970125"/>
              <a:ext cx="595200" cy="622200"/>
            </a:xfrm>
            <a:prstGeom prst="roundRect">
              <a:avLst>
                <a:gd name="adj" fmla="val 0"/>
              </a:avLst>
            </a:prstGeom>
            <a:solidFill>
              <a:schemeClr val="dk1"/>
            </a:solidFill>
            <a:ln>
              <a:noFill/>
            </a:ln>
          </p:spPr>
          <p:txBody>
            <a:bodyPr spcFirstLastPara="1" wrap="square" lIns="0" tIns="0" rIns="0" bIns="0" anchor="ctr" anchorCtr="0">
              <a:noAutofit/>
            </a:bodyPr>
            <a:lstStyle/>
            <a:p>
              <a:pPr marL="0" lvl="0" indent="0" algn="ctr" rtl="0">
                <a:spcBef>
                  <a:spcPts val="0"/>
                </a:spcBef>
                <a:spcAft>
                  <a:spcPts val="0"/>
                </a:spcAft>
                <a:buNone/>
              </a:pPr>
              <a:endParaRPr sz="800" b="1">
                <a:solidFill>
                  <a:srgbClr val="FFFFFF"/>
                </a:solidFill>
                <a:latin typeface="IBM Plex Sans"/>
                <a:ea typeface="IBM Plex Sans"/>
                <a:cs typeface="IBM Plex Sans"/>
                <a:sym typeface="IBM Plex Sans"/>
              </a:endParaRPr>
            </a:p>
          </p:txBody>
        </p:sp>
        <p:sp>
          <p:nvSpPr>
            <p:cNvPr id="232" name="Google Shape;232;p23"/>
            <p:cNvSpPr/>
            <p:nvPr/>
          </p:nvSpPr>
          <p:spPr>
            <a:xfrm rot="5400000">
              <a:off x="2978554" y="2040701"/>
              <a:ext cx="480801" cy="478521"/>
            </a:xfrm>
            <a:custGeom>
              <a:avLst/>
              <a:gdLst/>
              <a:ahLst/>
              <a:cxnLst/>
              <a:rect l="l" t="t" r="r" b="b"/>
              <a:pathLst>
                <a:path w="44498" h="44287" extrusionOk="0">
                  <a:moveTo>
                    <a:pt x="42599" y="1899"/>
                  </a:moveTo>
                  <a:lnTo>
                    <a:pt x="42599" y="42388"/>
                  </a:lnTo>
                  <a:lnTo>
                    <a:pt x="1899" y="42388"/>
                  </a:lnTo>
                  <a:lnTo>
                    <a:pt x="1899" y="1899"/>
                  </a:lnTo>
                  <a:close/>
                  <a:moveTo>
                    <a:pt x="1" y="1"/>
                  </a:moveTo>
                  <a:lnTo>
                    <a:pt x="1" y="44286"/>
                  </a:lnTo>
                  <a:lnTo>
                    <a:pt x="44497" y="44286"/>
                  </a:lnTo>
                  <a:lnTo>
                    <a:pt x="44497" y="1"/>
                  </a:lnTo>
                  <a:close/>
                </a:path>
              </a:pathLst>
            </a:custGeom>
            <a:solidFill>
              <a:srgbClr val="D2FF1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 name="Google Shape;233;p23"/>
            <p:cNvSpPr/>
            <p:nvPr/>
          </p:nvSpPr>
          <p:spPr>
            <a:xfrm rot="5400000">
              <a:off x="2907922" y="1970069"/>
              <a:ext cx="622065" cy="619786"/>
            </a:xfrm>
            <a:custGeom>
              <a:avLst/>
              <a:gdLst/>
              <a:ahLst/>
              <a:cxnLst/>
              <a:rect l="l" t="t" r="r" b="b"/>
              <a:pathLst>
                <a:path w="57572" h="57361" extrusionOk="0">
                  <a:moveTo>
                    <a:pt x="55674" y="1898"/>
                  </a:moveTo>
                  <a:lnTo>
                    <a:pt x="55674" y="55463"/>
                  </a:lnTo>
                  <a:lnTo>
                    <a:pt x="1898" y="55463"/>
                  </a:lnTo>
                  <a:lnTo>
                    <a:pt x="1898" y="1898"/>
                  </a:lnTo>
                  <a:close/>
                  <a:moveTo>
                    <a:pt x="0" y="0"/>
                  </a:moveTo>
                  <a:lnTo>
                    <a:pt x="0" y="57361"/>
                  </a:lnTo>
                  <a:lnTo>
                    <a:pt x="57572" y="57361"/>
                  </a:lnTo>
                  <a:lnTo>
                    <a:pt x="57572"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34" name="Google Shape;234;p23"/>
          <p:cNvGrpSpPr/>
          <p:nvPr/>
        </p:nvGrpSpPr>
        <p:grpSpPr>
          <a:xfrm>
            <a:off x="2886613" y="646204"/>
            <a:ext cx="642892" cy="630333"/>
            <a:chOff x="2900621" y="646204"/>
            <a:chExt cx="642892" cy="630333"/>
          </a:xfrm>
        </p:grpSpPr>
        <p:sp>
          <p:nvSpPr>
            <p:cNvPr id="235" name="Google Shape;235;p23"/>
            <p:cNvSpPr/>
            <p:nvPr/>
          </p:nvSpPr>
          <p:spPr>
            <a:xfrm>
              <a:off x="2916512" y="646204"/>
              <a:ext cx="627000" cy="627000"/>
            </a:xfrm>
            <a:prstGeom prst="roundRect">
              <a:avLst>
                <a:gd name="adj" fmla="val 50000"/>
              </a:avLst>
            </a:prstGeom>
            <a:solidFill>
              <a:schemeClr val="dk1"/>
            </a:solidFill>
            <a:ln>
              <a:noFill/>
            </a:ln>
          </p:spPr>
          <p:txBody>
            <a:bodyPr spcFirstLastPara="1" wrap="square" lIns="0" tIns="0" rIns="0" bIns="0" anchor="ctr" anchorCtr="0">
              <a:noAutofit/>
            </a:bodyPr>
            <a:lstStyle/>
            <a:p>
              <a:pPr marL="0" lvl="0" indent="0" algn="ctr" rtl="0">
                <a:spcBef>
                  <a:spcPts val="0"/>
                </a:spcBef>
                <a:spcAft>
                  <a:spcPts val="0"/>
                </a:spcAft>
                <a:buNone/>
              </a:pPr>
              <a:endParaRPr sz="800" b="1">
                <a:solidFill>
                  <a:srgbClr val="FFFFFF"/>
                </a:solidFill>
                <a:latin typeface="IBM Plex Sans"/>
                <a:ea typeface="IBM Plex Sans"/>
                <a:cs typeface="IBM Plex Sans"/>
                <a:sym typeface="IBM Plex Sans"/>
              </a:endParaRPr>
            </a:p>
          </p:txBody>
        </p:sp>
        <p:sp>
          <p:nvSpPr>
            <p:cNvPr id="236" name="Google Shape;236;p23"/>
            <p:cNvSpPr/>
            <p:nvPr/>
          </p:nvSpPr>
          <p:spPr>
            <a:xfrm rot="5400000">
              <a:off x="2971253" y="720545"/>
              <a:ext cx="485350" cy="485350"/>
            </a:xfrm>
            <a:custGeom>
              <a:avLst/>
              <a:gdLst/>
              <a:ahLst/>
              <a:cxnLst/>
              <a:rect l="l" t="t" r="r" b="b"/>
              <a:pathLst>
                <a:path w="44919" h="44919" extrusionOk="0">
                  <a:moveTo>
                    <a:pt x="24463" y="1898"/>
                  </a:moveTo>
                  <a:lnTo>
                    <a:pt x="26572" y="2320"/>
                  </a:lnTo>
                  <a:lnTo>
                    <a:pt x="28470" y="2742"/>
                  </a:lnTo>
                  <a:lnTo>
                    <a:pt x="30368" y="3585"/>
                  </a:lnTo>
                  <a:lnTo>
                    <a:pt x="32266" y="4429"/>
                  </a:lnTo>
                  <a:lnTo>
                    <a:pt x="33953" y="5483"/>
                  </a:lnTo>
                  <a:lnTo>
                    <a:pt x="35429" y="6538"/>
                  </a:lnTo>
                  <a:lnTo>
                    <a:pt x="36905" y="7803"/>
                  </a:lnTo>
                  <a:lnTo>
                    <a:pt x="38382" y="9279"/>
                  </a:lnTo>
                  <a:lnTo>
                    <a:pt x="39436" y="10966"/>
                  </a:lnTo>
                  <a:lnTo>
                    <a:pt x="40490" y="12653"/>
                  </a:lnTo>
                  <a:lnTo>
                    <a:pt x="41334" y="14340"/>
                  </a:lnTo>
                  <a:lnTo>
                    <a:pt x="41967" y="16238"/>
                  </a:lnTo>
                  <a:lnTo>
                    <a:pt x="42599" y="18347"/>
                  </a:lnTo>
                  <a:lnTo>
                    <a:pt x="42810" y="20245"/>
                  </a:lnTo>
                  <a:lnTo>
                    <a:pt x="43021" y="22354"/>
                  </a:lnTo>
                  <a:lnTo>
                    <a:pt x="42810" y="24463"/>
                  </a:lnTo>
                  <a:lnTo>
                    <a:pt x="42599" y="26572"/>
                  </a:lnTo>
                  <a:lnTo>
                    <a:pt x="41967" y="28469"/>
                  </a:lnTo>
                  <a:lnTo>
                    <a:pt x="41334" y="30367"/>
                  </a:lnTo>
                  <a:lnTo>
                    <a:pt x="40490" y="32265"/>
                  </a:lnTo>
                  <a:lnTo>
                    <a:pt x="39436" y="33952"/>
                  </a:lnTo>
                  <a:lnTo>
                    <a:pt x="38382" y="35429"/>
                  </a:lnTo>
                  <a:lnTo>
                    <a:pt x="36905" y="36905"/>
                  </a:lnTo>
                  <a:lnTo>
                    <a:pt x="35429" y="38170"/>
                  </a:lnTo>
                  <a:lnTo>
                    <a:pt x="33953" y="39435"/>
                  </a:lnTo>
                  <a:lnTo>
                    <a:pt x="32266" y="40490"/>
                  </a:lnTo>
                  <a:lnTo>
                    <a:pt x="30368" y="41333"/>
                  </a:lnTo>
                  <a:lnTo>
                    <a:pt x="28470" y="41966"/>
                  </a:lnTo>
                  <a:lnTo>
                    <a:pt x="26572" y="42599"/>
                  </a:lnTo>
                  <a:lnTo>
                    <a:pt x="24463" y="42810"/>
                  </a:lnTo>
                  <a:lnTo>
                    <a:pt x="22354" y="43020"/>
                  </a:lnTo>
                  <a:lnTo>
                    <a:pt x="20456" y="42810"/>
                  </a:lnTo>
                  <a:lnTo>
                    <a:pt x="18347" y="42599"/>
                  </a:lnTo>
                  <a:lnTo>
                    <a:pt x="16449" y="41966"/>
                  </a:lnTo>
                  <a:lnTo>
                    <a:pt x="14551" y="41333"/>
                  </a:lnTo>
                  <a:lnTo>
                    <a:pt x="12653" y="40490"/>
                  </a:lnTo>
                  <a:lnTo>
                    <a:pt x="10966" y="39435"/>
                  </a:lnTo>
                  <a:lnTo>
                    <a:pt x="9490" y="38170"/>
                  </a:lnTo>
                  <a:lnTo>
                    <a:pt x="8014" y="36905"/>
                  </a:lnTo>
                  <a:lnTo>
                    <a:pt x="6538" y="35429"/>
                  </a:lnTo>
                  <a:lnTo>
                    <a:pt x="5483" y="33952"/>
                  </a:lnTo>
                  <a:lnTo>
                    <a:pt x="4429" y="32265"/>
                  </a:lnTo>
                  <a:lnTo>
                    <a:pt x="3585" y="30367"/>
                  </a:lnTo>
                  <a:lnTo>
                    <a:pt x="2742" y="28469"/>
                  </a:lnTo>
                  <a:lnTo>
                    <a:pt x="2320" y="26572"/>
                  </a:lnTo>
                  <a:lnTo>
                    <a:pt x="2109" y="24463"/>
                  </a:lnTo>
                  <a:lnTo>
                    <a:pt x="1898" y="22354"/>
                  </a:lnTo>
                  <a:lnTo>
                    <a:pt x="2109" y="20245"/>
                  </a:lnTo>
                  <a:lnTo>
                    <a:pt x="2320" y="18347"/>
                  </a:lnTo>
                  <a:lnTo>
                    <a:pt x="2742" y="16238"/>
                  </a:lnTo>
                  <a:lnTo>
                    <a:pt x="3585" y="14340"/>
                  </a:lnTo>
                  <a:lnTo>
                    <a:pt x="4429" y="12653"/>
                  </a:lnTo>
                  <a:lnTo>
                    <a:pt x="5483" y="10966"/>
                  </a:lnTo>
                  <a:lnTo>
                    <a:pt x="6538" y="9279"/>
                  </a:lnTo>
                  <a:lnTo>
                    <a:pt x="8014" y="7803"/>
                  </a:lnTo>
                  <a:lnTo>
                    <a:pt x="9490" y="6538"/>
                  </a:lnTo>
                  <a:lnTo>
                    <a:pt x="10966" y="5483"/>
                  </a:lnTo>
                  <a:lnTo>
                    <a:pt x="12653" y="4429"/>
                  </a:lnTo>
                  <a:lnTo>
                    <a:pt x="14551" y="3585"/>
                  </a:lnTo>
                  <a:lnTo>
                    <a:pt x="16449" y="2742"/>
                  </a:lnTo>
                  <a:lnTo>
                    <a:pt x="18347" y="2320"/>
                  </a:lnTo>
                  <a:lnTo>
                    <a:pt x="20456" y="1898"/>
                  </a:lnTo>
                  <a:close/>
                  <a:moveTo>
                    <a:pt x="20245" y="0"/>
                  </a:moveTo>
                  <a:lnTo>
                    <a:pt x="17926" y="422"/>
                  </a:lnTo>
                  <a:lnTo>
                    <a:pt x="15817" y="844"/>
                  </a:lnTo>
                  <a:lnTo>
                    <a:pt x="13708" y="1687"/>
                  </a:lnTo>
                  <a:lnTo>
                    <a:pt x="11810" y="2742"/>
                  </a:lnTo>
                  <a:lnTo>
                    <a:pt x="9912" y="3796"/>
                  </a:lnTo>
                  <a:lnTo>
                    <a:pt x="8225" y="5061"/>
                  </a:lnTo>
                  <a:lnTo>
                    <a:pt x="6538" y="6538"/>
                  </a:lnTo>
                  <a:lnTo>
                    <a:pt x="5062" y="8014"/>
                  </a:lnTo>
                  <a:lnTo>
                    <a:pt x="3796" y="9912"/>
                  </a:lnTo>
                  <a:lnTo>
                    <a:pt x="2742" y="11599"/>
                  </a:lnTo>
                  <a:lnTo>
                    <a:pt x="1687" y="13708"/>
                  </a:lnTo>
                  <a:lnTo>
                    <a:pt x="1055" y="15816"/>
                  </a:lnTo>
                  <a:lnTo>
                    <a:pt x="422" y="17925"/>
                  </a:lnTo>
                  <a:lnTo>
                    <a:pt x="0" y="20034"/>
                  </a:lnTo>
                  <a:lnTo>
                    <a:pt x="0" y="22354"/>
                  </a:lnTo>
                  <a:lnTo>
                    <a:pt x="0" y="24674"/>
                  </a:lnTo>
                  <a:lnTo>
                    <a:pt x="422" y="26993"/>
                  </a:lnTo>
                  <a:lnTo>
                    <a:pt x="1055" y="29102"/>
                  </a:lnTo>
                  <a:lnTo>
                    <a:pt x="1687" y="31211"/>
                  </a:lnTo>
                  <a:lnTo>
                    <a:pt x="2742" y="33109"/>
                  </a:lnTo>
                  <a:lnTo>
                    <a:pt x="3796" y="35007"/>
                  </a:lnTo>
                  <a:lnTo>
                    <a:pt x="5062" y="36694"/>
                  </a:lnTo>
                  <a:lnTo>
                    <a:pt x="6538" y="38381"/>
                  </a:lnTo>
                  <a:lnTo>
                    <a:pt x="8225" y="39646"/>
                  </a:lnTo>
                  <a:lnTo>
                    <a:pt x="9912" y="41123"/>
                  </a:lnTo>
                  <a:lnTo>
                    <a:pt x="11810" y="42177"/>
                  </a:lnTo>
                  <a:lnTo>
                    <a:pt x="13708" y="43020"/>
                  </a:lnTo>
                  <a:lnTo>
                    <a:pt x="15817" y="43864"/>
                  </a:lnTo>
                  <a:lnTo>
                    <a:pt x="17926" y="44497"/>
                  </a:lnTo>
                  <a:lnTo>
                    <a:pt x="20245" y="44708"/>
                  </a:lnTo>
                  <a:lnTo>
                    <a:pt x="22354" y="44918"/>
                  </a:lnTo>
                  <a:lnTo>
                    <a:pt x="24674" y="44708"/>
                  </a:lnTo>
                  <a:lnTo>
                    <a:pt x="26994" y="44497"/>
                  </a:lnTo>
                  <a:lnTo>
                    <a:pt x="29103" y="43864"/>
                  </a:lnTo>
                  <a:lnTo>
                    <a:pt x="31211" y="43020"/>
                  </a:lnTo>
                  <a:lnTo>
                    <a:pt x="33109" y="42177"/>
                  </a:lnTo>
                  <a:lnTo>
                    <a:pt x="35007" y="41123"/>
                  </a:lnTo>
                  <a:lnTo>
                    <a:pt x="36694" y="39646"/>
                  </a:lnTo>
                  <a:lnTo>
                    <a:pt x="38382" y="38381"/>
                  </a:lnTo>
                  <a:lnTo>
                    <a:pt x="39858" y="36694"/>
                  </a:lnTo>
                  <a:lnTo>
                    <a:pt x="41123" y="35007"/>
                  </a:lnTo>
                  <a:lnTo>
                    <a:pt x="42177" y="33109"/>
                  </a:lnTo>
                  <a:lnTo>
                    <a:pt x="43232" y="31211"/>
                  </a:lnTo>
                  <a:lnTo>
                    <a:pt x="43865" y="29102"/>
                  </a:lnTo>
                  <a:lnTo>
                    <a:pt x="44497" y="26993"/>
                  </a:lnTo>
                  <a:lnTo>
                    <a:pt x="44708" y="24674"/>
                  </a:lnTo>
                  <a:lnTo>
                    <a:pt x="44919" y="22354"/>
                  </a:lnTo>
                  <a:lnTo>
                    <a:pt x="44708" y="20034"/>
                  </a:lnTo>
                  <a:lnTo>
                    <a:pt x="44497" y="17925"/>
                  </a:lnTo>
                  <a:lnTo>
                    <a:pt x="43865" y="15816"/>
                  </a:lnTo>
                  <a:lnTo>
                    <a:pt x="43232" y="13708"/>
                  </a:lnTo>
                  <a:lnTo>
                    <a:pt x="42177" y="11599"/>
                  </a:lnTo>
                  <a:lnTo>
                    <a:pt x="41123" y="9912"/>
                  </a:lnTo>
                  <a:lnTo>
                    <a:pt x="39858" y="8014"/>
                  </a:lnTo>
                  <a:lnTo>
                    <a:pt x="38382" y="6538"/>
                  </a:lnTo>
                  <a:lnTo>
                    <a:pt x="36694" y="5061"/>
                  </a:lnTo>
                  <a:lnTo>
                    <a:pt x="35007" y="3796"/>
                  </a:lnTo>
                  <a:lnTo>
                    <a:pt x="33109" y="2742"/>
                  </a:lnTo>
                  <a:lnTo>
                    <a:pt x="31211" y="1687"/>
                  </a:lnTo>
                  <a:lnTo>
                    <a:pt x="29103" y="844"/>
                  </a:lnTo>
                  <a:lnTo>
                    <a:pt x="26994" y="422"/>
                  </a:lnTo>
                  <a:lnTo>
                    <a:pt x="2467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 name="Google Shape;237;p23"/>
            <p:cNvSpPr/>
            <p:nvPr/>
          </p:nvSpPr>
          <p:spPr>
            <a:xfrm rot="5400000">
              <a:off x="2900621" y="647633"/>
              <a:ext cx="628905" cy="628905"/>
            </a:xfrm>
            <a:custGeom>
              <a:avLst/>
              <a:gdLst/>
              <a:ahLst/>
              <a:cxnLst/>
              <a:rect l="l" t="t" r="r" b="b"/>
              <a:pathLst>
                <a:path w="58205" h="58205" extrusionOk="0">
                  <a:moveTo>
                    <a:pt x="29102" y="1899"/>
                  </a:moveTo>
                  <a:lnTo>
                    <a:pt x="32055" y="2110"/>
                  </a:lnTo>
                  <a:lnTo>
                    <a:pt x="34585" y="2532"/>
                  </a:lnTo>
                  <a:lnTo>
                    <a:pt x="37327" y="3164"/>
                  </a:lnTo>
                  <a:lnTo>
                    <a:pt x="39857" y="4219"/>
                  </a:lnTo>
                  <a:lnTo>
                    <a:pt x="42177" y="5273"/>
                  </a:lnTo>
                  <a:lnTo>
                    <a:pt x="44286" y="6538"/>
                  </a:lnTo>
                  <a:lnTo>
                    <a:pt x="46395" y="8225"/>
                  </a:lnTo>
                  <a:lnTo>
                    <a:pt x="48293" y="9912"/>
                  </a:lnTo>
                  <a:lnTo>
                    <a:pt x="50191" y="11810"/>
                  </a:lnTo>
                  <a:lnTo>
                    <a:pt x="51667" y="13919"/>
                  </a:lnTo>
                  <a:lnTo>
                    <a:pt x="53143" y="16239"/>
                  </a:lnTo>
                  <a:lnTo>
                    <a:pt x="54198" y="18559"/>
                  </a:lnTo>
                  <a:lnTo>
                    <a:pt x="55041" y="21089"/>
                  </a:lnTo>
                  <a:lnTo>
                    <a:pt x="55885" y="23620"/>
                  </a:lnTo>
                  <a:lnTo>
                    <a:pt x="56306" y="26361"/>
                  </a:lnTo>
                  <a:lnTo>
                    <a:pt x="56306" y="29103"/>
                  </a:lnTo>
                  <a:lnTo>
                    <a:pt x="56306" y="31844"/>
                  </a:lnTo>
                  <a:lnTo>
                    <a:pt x="55885" y="34586"/>
                  </a:lnTo>
                  <a:lnTo>
                    <a:pt x="55041" y="37116"/>
                  </a:lnTo>
                  <a:lnTo>
                    <a:pt x="54198" y="39647"/>
                  </a:lnTo>
                  <a:lnTo>
                    <a:pt x="53143" y="42178"/>
                  </a:lnTo>
                  <a:lnTo>
                    <a:pt x="51667" y="44286"/>
                  </a:lnTo>
                  <a:lnTo>
                    <a:pt x="50191" y="46395"/>
                  </a:lnTo>
                  <a:lnTo>
                    <a:pt x="48293" y="48293"/>
                  </a:lnTo>
                  <a:lnTo>
                    <a:pt x="46395" y="50191"/>
                  </a:lnTo>
                  <a:lnTo>
                    <a:pt x="44286" y="51667"/>
                  </a:lnTo>
                  <a:lnTo>
                    <a:pt x="42177" y="52933"/>
                  </a:lnTo>
                  <a:lnTo>
                    <a:pt x="39857" y="54198"/>
                  </a:lnTo>
                  <a:lnTo>
                    <a:pt x="37327" y="55042"/>
                  </a:lnTo>
                  <a:lnTo>
                    <a:pt x="34585" y="55674"/>
                  </a:lnTo>
                  <a:lnTo>
                    <a:pt x="32055" y="56096"/>
                  </a:lnTo>
                  <a:lnTo>
                    <a:pt x="29102" y="56307"/>
                  </a:lnTo>
                  <a:lnTo>
                    <a:pt x="26361" y="56096"/>
                  </a:lnTo>
                  <a:lnTo>
                    <a:pt x="23830" y="55674"/>
                  </a:lnTo>
                  <a:lnTo>
                    <a:pt x="21089" y="55042"/>
                  </a:lnTo>
                  <a:lnTo>
                    <a:pt x="18558" y="54198"/>
                  </a:lnTo>
                  <a:lnTo>
                    <a:pt x="16238" y="52933"/>
                  </a:lnTo>
                  <a:lnTo>
                    <a:pt x="13918" y="51667"/>
                  </a:lnTo>
                  <a:lnTo>
                    <a:pt x="12020" y="50191"/>
                  </a:lnTo>
                  <a:lnTo>
                    <a:pt x="9912" y="48293"/>
                  </a:lnTo>
                  <a:lnTo>
                    <a:pt x="8225" y="46395"/>
                  </a:lnTo>
                  <a:lnTo>
                    <a:pt x="6748" y="44286"/>
                  </a:lnTo>
                  <a:lnTo>
                    <a:pt x="5272" y="42178"/>
                  </a:lnTo>
                  <a:lnTo>
                    <a:pt x="4218" y="39647"/>
                  </a:lnTo>
                  <a:lnTo>
                    <a:pt x="3163" y="37116"/>
                  </a:lnTo>
                  <a:lnTo>
                    <a:pt x="2531" y="34586"/>
                  </a:lnTo>
                  <a:lnTo>
                    <a:pt x="2109" y="31844"/>
                  </a:lnTo>
                  <a:lnTo>
                    <a:pt x="2109" y="29103"/>
                  </a:lnTo>
                  <a:lnTo>
                    <a:pt x="2109" y="26361"/>
                  </a:lnTo>
                  <a:lnTo>
                    <a:pt x="2531" y="23620"/>
                  </a:lnTo>
                  <a:lnTo>
                    <a:pt x="3163" y="21089"/>
                  </a:lnTo>
                  <a:lnTo>
                    <a:pt x="4218" y="18559"/>
                  </a:lnTo>
                  <a:lnTo>
                    <a:pt x="5272" y="16239"/>
                  </a:lnTo>
                  <a:lnTo>
                    <a:pt x="6748" y="13919"/>
                  </a:lnTo>
                  <a:lnTo>
                    <a:pt x="8225" y="11810"/>
                  </a:lnTo>
                  <a:lnTo>
                    <a:pt x="9912" y="9912"/>
                  </a:lnTo>
                  <a:lnTo>
                    <a:pt x="12020" y="8225"/>
                  </a:lnTo>
                  <a:lnTo>
                    <a:pt x="13918" y="6538"/>
                  </a:lnTo>
                  <a:lnTo>
                    <a:pt x="16238" y="5273"/>
                  </a:lnTo>
                  <a:lnTo>
                    <a:pt x="18558" y="4219"/>
                  </a:lnTo>
                  <a:lnTo>
                    <a:pt x="21089" y="3164"/>
                  </a:lnTo>
                  <a:lnTo>
                    <a:pt x="23830" y="2532"/>
                  </a:lnTo>
                  <a:lnTo>
                    <a:pt x="26361" y="2110"/>
                  </a:lnTo>
                  <a:lnTo>
                    <a:pt x="29102" y="1899"/>
                  </a:lnTo>
                  <a:close/>
                  <a:moveTo>
                    <a:pt x="29102" y="1"/>
                  </a:moveTo>
                  <a:lnTo>
                    <a:pt x="26150" y="212"/>
                  </a:lnTo>
                  <a:lnTo>
                    <a:pt x="23408" y="634"/>
                  </a:lnTo>
                  <a:lnTo>
                    <a:pt x="20456" y="1266"/>
                  </a:lnTo>
                  <a:lnTo>
                    <a:pt x="17925" y="2321"/>
                  </a:lnTo>
                  <a:lnTo>
                    <a:pt x="15395" y="3586"/>
                  </a:lnTo>
                  <a:lnTo>
                    <a:pt x="12864" y="5062"/>
                  </a:lnTo>
                  <a:lnTo>
                    <a:pt x="10755" y="6749"/>
                  </a:lnTo>
                  <a:lnTo>
                    <a:pt x="8646" y="8647"/>
                  </a:lnTo>
                  <a:lnTo>
                    <a:pt x="6748" y="10545"/>
                  </a:lnTo>
                  <a:lnTo>
                    <a:pt x="5061" y="12865"/>
                  </a:lnTo>
                  <a:lnTo>
                    <a:pt x="3585" y="15395"/>
                  </a:lnTo>
                  <a:lnTo>
                    <a:pt x="2320" y="17926"/>
                  </a:lnTo>
                  <a:lnTo>
                    <a:pt x="1476" y="20457"/>
                  </a:lnTo>
                  <a:lnTo>
                    <a:pt x="633" y="23198"/>
                  </a:lnTo>
                  <a:lnTo>
                    <a:pt x="211" y="26151"/>
                  </a:lnTo>
                  <a:lnTo>
                    <a:pt x="0" y="29103"/>
                  </a:lnTo>
                  <a:lnTo>
                    <a:pt x="211" y="32055"/>
                  </a:lnTo>
                  <a:lnTo>
                    <a:pt x="633" y="35008"/>
                  </a:lnTo>
                  <a:lnTo>
                    <a:pt x="1476" y="37749"/>
                  </a:lnTo>
                  <a:lnTo>
                    <a:pt x="2320" y="40491"/>
                  </a:lnTo>
                  <a:lnTo>
                    <a:pt x="3585" y="43021"/>
                  </a:lnTo>
                  <a:lnTo>
                    <a:pt x="5061" y="45341"/>
                  </a:lnTo>
                  <a:lnTo>
                    <a:pt x="6748" y="47661"/>
                  </a:lnTo>
                  <a:lnTo>
                    <a:pt x="8646" y="49769"/>
                  </a:lnTo>
                  <a:lnTo>
                    <a:pt x="10755" y="51667"/>
                  </a:lnTo>
                  <a:lnTo>
                    <a:pt x="12864" y="53354"/>
                  </a:lnTo>
                  <a:lnTo>
                    <a:pt x="15395" y="54831"/>
                  </a:lnTo>
                  <a:lnTo>
                    <a:pt x="17925" y="55885"/>
                  </a:lnTo>
                  <a:lnTo>
                    <a:pt x="20456" y="56939"/>
                  </a:lnTo>
                  <a:lnTo>
                    <a:pt x="23408" y="57572"/>
                  </a:lnTo>
                  <a:lnTo>
                    <a:pt x="26150" y="58205"/>
                  </a:lnTo>
                  <a:lnTo>
                    <a:pt x="32266" y="58205"/>
                  </a:lnTo>
                  <a:lnTo>
                    <a:pt x="35007" y="57572"/>
                  </a:lnTo>
                  <a:lnTo>
                    <a:pt x="37749" y="56939"/>
                  </a:lnTo>
                  <a:lnTo>
                    <a:pt x="40490" y="55885"/>
                  </a:lnTo>
                  <a:lnTo>
                    <a:pt x="43021" y="54831"/>
                  </a:lnTo>
                  <a:lnTo>
                    <a:pt x="45551" y="53354"/>
                  </a:lnTo>
                  <a:lnTo>
                    <a:pt x="47660" y="51667"/>
                  </a:lnTo>
                  <a:lnTo>
                    <a:pt x="49769" y="49769"/>
                  </a:lnTo>
                  <a:lnTo>
                    <a:pt x="51667" y="47661"/>
                  </a:lnTo>
                  <a:lnTo>
                    <a:pt x="53354" y="45341"/>
                  </a:lnTo>
                  <a:lnTo>
                    <a:pt x="54830" y="43021"/>
                  </a:lnTo>
                  <a:lnTo>
                    <a:pt x="56096" y="40491"/>
                  </a:lnTo>
                  <a:lnTo>
                    <a:pt x="56939" y="37749"/>
                  </a:lnTo>
                  <a:lnTo>
                    <a:pt x="57783" y="35008"/>
                  </a:lnTo>
                  <a:lnTo>
                    <a:pt x="58204" y="32055"/>
                  </a:lnTo>
                  <a:lnTo>
                    <a:pt x="58204" y="29103"/>
                  </a:lnTo>
                  <a:lnTo>
                    <a:pt x="58204" y="26151"/>
                  </a:lnTo>
                  <a:lnTo>
                    <a:pt x="57783" y="23198"/>
                  </a:lnTo>
                  <a:lnTo>
                    <a:pt x="56939" y="20457"/>
                  </a:lnTo>
                  <a:lnTo>
                    <a:pt x="56096" y="17926"/>
                  </a:lnTo>
                  <a:lnTo>
                    <a:pt x="54830" y="15395"/>
                  </a:lnTo>
                  <a:lnTo>
                    <a:pt x="53354" y="12865"/>
                  </a:lnTo>
                  <a:lnTo>
                    <a:pt x="51667" y="10545"/>
                  </a:lnTo>
                  <a:lnTo>
                    <a:pt x="49769" y="8647"/>
                  </a:lnTo>
                  <a:lnTo>
                    <a:pt x="47660" y="6749"/>
                  </a:lnTo>
                  <a:lnTo>
                    <a:pt x="45551" y="5062"/>
                  </a:lnTo>
                  <a:lnTo>
                    <a:pt x="43021" y="3586"/>
                  </a:lnTo>
                  <a:lnTo>
                    <a:pt x="40490" y="2321"/>
                  </a:lnTo>
                  <a:lnTo>
                    <a:pt x="37749" y="1266"/>
                  </a:lnTo>
                  <a:lnTo>
                    <a:pt x="35007" y="634"/>
                  </a:lnTo>
                  <a:lnTo>
                    <a:pt x="32266" y="212"/>
                  </a:lnTo>
                  <a:lnTo>
                    <a:pt x="29102"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38" name="Google Shape;238;p23"/>
          <p:cNvGrpSpPr/>
          <p:nvPr/>
        </p:nvGrpSpPr>
        <p:grpSpPr>
          <a:xfrm>
            <a:off x="2883501" y="3858804"/>
            <a:ext cx="642892" cy="630333"/>
            <a:chOff x="2900621" y="646204"/>
            <a:chExt cx="642892" cy="630333"/>
          </a:xfrm>
        </p:grpSpPr>
        <p:sp>
          <p:nvSpPr>
            <p:cNvPr id="239" name="Google Shape;239;p23"/>
            <p:cNvSpPr/>
            <p:nvPr/>
          </p:nvSpPr>
          <p:spPr>
            <a:xfrm>
              <a:off x="2916512" y="646204"/>
              <a:ext cx="627000" cy="627000"/>
            </a:xfrm>
            <a:prstGeom prst="roundRect">
              <a:avLst>
                <a:gd name="adj" fmla="val 50000"/>
              </a:avLst>
            </a:prstGeom>
            <a:solidFill>
              <a:schemeClr val="dk1"/>
            </a:solidFill>
            <a:ln>
              <a:noFill/>
            </a:ln>
          </p:spPr>
          <p:txBody>
            <a:bodyPr spcFirstLastPara="1" wrap="square" lIns="0" tIns="0" rIns="0" bIns="0" anchor="ctr" anchorCtr="0">
              <a:noAutofit/>
            </a:bodyPr>
            <a:lstStyle/>
            <a:p>
              <a:pPr marL="0" lvl="0" indent="0" algn="ctr" rtl="0">
                <a:spcBef>
                  <a:spcPts val="0"/>
                </a:spcBef>
                <a:spcAft>
                  <a:spcPts val="0"/>
                </a:spcAft>
                <a:buNone/>
              </a:pPr>
              <a:endParaRPr sz="800" b="1">
                <a:solidFill>
                  <a:srgbClr val="FFFFFF"/>
                </a:solidFill>
                <a:latin typeface="IBM Plex Sans"/>
                <a:ea typeface="IBM Plex Sans"/>
                <a:cs typeface="IBM Plex Sans"/>
                <a:sym typeface="IBM Plex Sans"/>
              </a:endParaRPr>
            </a:p>
          </p:txBody>
        </p:sp>
        <p:sp>
          <p:nvSpPr>
            <p:cNvPr id="240" name="Google Shape;240;p23"/>
            <p:cNvSpPr/>
            <p:nvPr/>
          </p:nvSpPr>
          <p:spPr>
            <a:xfrm rot="5400000">
              <a:off x="2971253" y="720545"/>
              <a:ext cx="485350" cy="485350"/>
            </a:xfrm>
            <a:custGeom>
              <a:avLst/>
              <a:gdLst/>
              <a:ahLst/>
              <a:cxnLst/>
              <a:rect l="l" t="t" r="r" b="b"/>
              <a:pathLst>
                <a:path w="44919" h="44919" extrusionOk="0">
                  <a:moveTo>
                    <a:pt x="24463" y="1898"/>
                  </a:moveTo>
                  <a:lnTo>
                    <a:pt x="26572" y="2320"/>
                  </a:lnTo>
                  <a:lnTo>
                    <a:pt x="28470" y="2742"/>
                  </a:lnTo>
                  <a:lnTo>
                    <a:pt x="30368" y="3585"/>
                  </a:lnTo>
                  <a:lnTo>
                    <a:pt x="32266" y="4429"/>
                  </a:lnTo>
                  <a:lnTo>
                    <a:pt x="33953" y="5483"/>
                  </a:lnTo>
                  <a:lnTo>
                    <a:pt x="35429" y="6538"/>
                  </a:lnTo>
                  <a:lnTo>
                    <a:pt x="36905" y="7803"/>
                  </a:lnTo>
                  <a:lnTo>
                    <a:pt x="38382" y="9279"/>
                  </a:lnTo>
                  <a:lnTo>
                    <a:pt x="39436" y="10966"/>
                  </a:lnTo>
                  <a:lnTo>
                    <a:pt x="40490" y="12653"/>
                  </a:lnTo>
                  <a:lnTo>
                    <a:pt x="41334" y="14340"/>
                  </a:lnTo>
                  <a:lnTo>
                    <a:pt x="41967" y="16238"/>
                  </a:lnTo>
                  <a:lnTo>
                    <a:pt x="42599" y="18347"/>
                  </a:lnTo>
                  <a:lnTo>
                    <a:pt x="42810" y="20245"/>
                  </a:lnTo>
                  <a:lnTo>
                    <a:pt x="43021" y="22354"/>
                  </a:lnTo>
                  <a:lnTo>
                    <a:pt x="42810" y="24463"/>
                  </a:lnTo>
                  <a:lnTo>
                    <a:pt x="42599" y="26572"/>
                  </a:lnTo>
                  <a:lnTo>
                    <a:pt x="41967" y="28469"/>
                  </a:lnTo>
                  <a:lnTo>
                    <a:pt x="41334" y="30367"/>
                  </a:lnTo>
                  <a:lnTo>
                    <a:pt x="40490" y="32265"/>
                  </a:lnTo>
                  <a:lnTo>
                    <a:pt x="39436" y="33952"/>
                  </a:lnTo>
                  <a:lnTo>
                    <a:pt x="38382" y="35429"/>
                  </a:lnTo>
                  <a:lnTo>
                    <a:pt x="36905" y="36905"/>
                  </a:lnTo>
                  <a:lnTo>
                    <a:pt x="35429" y="38170"/>
                  </a:lnTo>
                  <a:lnTo>
                    <a:pt x="33953" y="39435"/>
                  </a:lnTo>
                  <a:lnTo>
                    <a:pt x="32266" y="40490"/>
                  </a:lnTo>
                  <a:lnTo>
                    <a:pt x="30368" y="41333"/>
                  </a:lnTo>
                  <a:lnTo>
                    <a:pt x="28470" y="41966"/>
                  </a:lnTo>
                  <a:lnTo>
                    <a:pt x="26572" y="42599"/>
                  </a:lnTo>
                  <a:lnTo>
                    <a:pt x="24463" y="42810"/>
                  </a:lnTo>
                  <a:lnTo>
                    <a:pt x="22354" y="43020"/>
                  </a:lnTo>
                  <a:lnTo>
                    <a:pt x="20456" y="42810"/>
                  </a:lnTo>
                  <a:lnTo>
                    <a:pt x="18347" y="42599"/>
                  </a:lnTo>
                  <a:lnTo>
                    <a:pt x="16449" y="41966"/>
                  </a:lnTo>
                  <a:lnTo>
                    <a:pt x="14551" y="41333"/>
                  </a:lnTo>
                  <a:lnTo>
                    <a:pt x="12653" y="40490"/>
                  </a:lnTo>
                  <a:lnTo>
                    <a:pt x="10966" y="39435"/>
                  </a:lnTo>
                  <a:lnTo>
                    <a:pt x="9490" y="38170"/>
                  </a:lnTo>
                  <a:lnTo>
                    <a:pt x="8014" y="36905"/>
                  </a:lnTo>
                  <a:lnTo>
                    <a:pt x="6538" y="35429"/>
                  </a:lnTo>
                  <a:lnTo>
                    <a:pt x="5483" y="33952"/>
                  </a:lnTo>
                  <a:lnTo>
                    <a:pt x="4429" y="32265"/>
                  </a:lnTo>
                  <a:lnTo>
                    <a:pt x="3585" y="30367"/>
                  </a:lnTo>
                  <a:lnTo>
                    <a:pt x="2742" y="28469"/>
                  </a:lnTo>
                  <a:lnTo>
                    <a:pt x="2320" y="26572"/>
                  </a:lnTo>
                  <a:lnTo>
                    <a:pt x="2109" y="24463"/>
                  </a:lnTo>
                  <a:lnTo>
                    <a:pt x="1898" y="22354"/>
                  </a:lnTo>
                  <a:lnTo>
                    <a:pt x="2109" y="20245"/>
                  </a:lnTo>
                  <a:lnTo>
                    <a:pt x="2320" y="18347"/>
                  </a:lnTo>
                  <a:lnTo>
                    <a:pt x="2742" y="16238"/>
                  </a:lnTo>
                  <a:lnTo>
                    <a:pt x="3585" y="14340"/>
                  </a:lnTo>
                  <a:lnTo>
                    <a:pt x="4429" y="12653"/>
                  </a:lnTo>
                  <a:lnTo>
                    <a:pt x="5483" y="10966"/>
                  </a:lnTo>
                  <a:lnTo>
                    <a:pt x="6538" y="9279"/>
                  </a:lnTo>
                  <a:lnTo>
                    <a:pt x="8014" y="7803"/>
                  </a:lnTo>
                  <a:lnTo>
                    <a:pt x="9490" y="6538"/>
                  </a:lnTo>
                  <a:lnTo>
                    <a:pt x="10966" y="5483"/>
                  </a:lnTo>
                  <a:lnTo>
                    <a:pt x="12653" y="4429"/>
                  </a:lnTo>
                  <a:lnTo>
                    <a:pt x="14551" y="3585"/>
                  </a:lnTo>
                  <a:lnTo>
                    <a:pt x="16449" y="2742"/>
                  </a:lnTo>
                  <a:lnTo>
                    <a:pt x="18347" y="2320"/>
                  </a:lnTo>
                  <a:lnTo>
                    <a:pt x="20456" y="1898"/>
                  </a:lnTo>
                  <a:close/>
                  <a:moveTo>
                    <a:pt x="20245" y="0"/>
                  </a:moveTo>
                  <a:lnTo>
                    <a:pt x="17926" y="422"/>
                  </a:lnTo>
                  <a:lnTo>
                    <a:pt x="15817" y="844"/>
                  </a:lnTo>
                  <a:lnTo>
                    <a:pt x="13708" y="1687"/>
                  </a:lnTo>
                  <a:lnTo>
                    <a:pt x="11810" y="2742"/>
                  </a:lnTo>
                  <a:lnTo>
                    <a:pt x="9912" y="3796"/>
                  </a:lnTo>
                  <a:lnTo>
                    <a:pt x="8225" y="5061"/>
                  </a:lnTo>
                  <a:lnTo>
                    <a:pt x="6538" y="6538"/>
                  </a:lnTo>
                  <a:lnTo>
                    <a:pt x="5062" y="8014"/>
                  </a:lnTo>
                  <a:lnTo>
                    <a:pt x="3796" y="9912"/>
                  </a:lnTo>
                  <a:lnTo>
                    <a:pt x="2742" y="11599"/>
                  </a:lnTo>
                  <a:lnTo>
                    <a:pt x="1687" y="13708"/>
                  </a:lnTo>
                  <a:lnTo>
                    <a:pt x="1055" y="15816"/>
                  </a:lnTo>
                  <a:lnTo>
                    <a:pt x="422" y="17925"/>
                  </a:lnTo>
                  <a:lnTo>
                    <a:pt x="0" y="20034"/>
                  </a:lnTo>
                  <a:lnTo>
                    <a:pt x="0" y="22354"/>
                  </a:lnTo>
                  <a:lnTo>
                    <a:pt x="0" y="24674"/>
                  </a:lnTo>
                  <a:lnTo>
                    <a:pt x="422" y="26993"/>
                  </a:lnTo>
                  <a:lnTo>
                    <a:pt x="1055" y="29102"/>
                  </a:lnTo>
                  <a:lnTo>
                    <a:pt x="1687" y="31211"/>
                  </a:lnTo>
                  <a:lnTo>
                    <a:pt x="2742" y="33109"/>
                  </a:lnTo>
                  <a:lnTo>
                    <a:pt x="3796" y="35007"/>
                  </a:lnTo>
                  <a:lnTo>
                    <a:pt x="5062" y="36694"/>
                  </a:lnTo>
                  <a:lnTo>
                    <a:pt x="6538" y="38381"/>
                  </a:lnTo>
                  <a:lnTo>
                    <a:pt x="8225" y="39646"/>
                  </a:lnTo>
                  <a:lnTo>
                    <a:pt x="9912" y="41123"/>
                  </a:lnTo>
                  <a:lnTo>
                    <a:pt x="11810" y="42177"/>
                  </a:lnTo>
                  <a:lnTo>
                    <a:pt x="13708" y="43020"/>
                  </a:lnTo>
                  <a:lnTo>
                    <a:pt x="15817" y="43864"/>
                  </a:lnTo>
                  <a:lnTo>
                    <a:pt x="17926" y="44497"/>
                  </a:lnTo>
                  <a:lnTo>
                    <a:pt x="20245" y="44708"/>
                  </a:lnTo>
                  <a:lnTo>
                    <a:pt x="22354" y="44918"/>
                  </a:lnTo>
                  <a:lnTo>
                    <a:pt x="24674" y="44708"/>
                  </a:lnTo>
                  <a:lnTo>
                    <a:pt x="26994" y="44497"/>
                  </a:lnTo>
                  <a:lnTo>
                    <a:pt x="29103" y="43864"/>
                  </a:lnTo>
                  <a:lnTo>
                    <a:pt x="31211" y="43020"/>
                  </a:lnTo>
                  <a:lnTo>
                    <a:pt x="33109" y="42177"/>
                  </a:lnTo>
                  <a:lnTo>
                    <a:pt x="35007" y="41123"/>
                  </a:lnTo>
                  <a:lnTo>
                    <a:pt x="36694" y="39646"/>
                  </a:lnTo>
                  <a:lnTo>
                    <a:pt x="38382" y="38381"/>
                  </a:lnTo>
                  <a:lnTo>
                    <a:pt x="39858" y="36694"/>
                  </a:lnTo>
                  <a:lnTo>
                    <a:pt x="41123" y="35007"/>
                  </a:lnTo>
                  <a:lnTo>
                    <a:pt x="42177" y="33109"/>
                  </a:lnTo>
                  <a:lnTo>
                    <a:pt x="43232" y="31211"/>
                  </a:lnTo>
                  <a:lnTo>
                    <a:pt x="43865" y="29102"/>
                  </a:lnTo>
                  <a:lnTo>
                    <a:pt x="44497" y="26993"/>
                  </a:lnTo>
                  <a:lnTo>
                    <a:pt x="44708" y="24674"/>
                  </a:lnTo>
                  <a:lnTo>
                    <a:pt x="44919" y="22354"/>
                  </a:lnTo>
                  <a:lnTo>
                    <a:pt x="44708" y="20034"/>
                  </a:lnTo>
                  <a:lnTo>
                    <a:pt x="44497" y="17925"/>
                  </a:lnTo>
                  <a:lnTo>
                    <a:pt x="43865" y="15816"/>
                  </a:lnTo>
                  <a:lnTo>
                    <a:pt x="43232" y="13708"/>
                  </a:lnTo>
                  <a:lnTo>
                    <a:pt x="42177" y="11599"/>
                  </a:lnTo>
                  <a:lnTo>
                    <a:pt x="41123" y="9912"/>
                  </a:lnTo>
                  <a:lnTo>
                    <a:pt x="39858" y="8014"/>
                  </a:lnTo>
                  <a:lnTo>
                    <a:pt x="38382" y="6538"/>
                  </a:lnTo>
                  <a:lnTo>
                    <a:pt x="36694" y="5061"/>
                  </a:lnTo>
                  <a:lnTo>
                    <a:pt x="35007" y="3796"/>
                  </a:lnTo>
                  <a:lnTo>
                    <a:pt x="33109" y="2742"/>
                  </a:lnTo>
                  <a:lnTo>
                    <a:pt x="31211" y="1687"/>
                  </a:lnTo>
                  <a:lnTo>
                    <a:pt x="29103" y="844"/>
                  </a:lnTo>
                  <a:lnTo>
                    <a:pt x="26994" y="422"/>
                  </a:lnTo>
                  <a:lnTo>
                    <a:pt x="2467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 name="Google Shape;241;p23"/>
            <p:cNvSpPr/>
            <p:nvPr/>
          </p:nvSpPr>
          <p:spPr>
            <a:xfrm rot="5400000">
              <a:off x="2900621" y="647633"/>
              <a:ext cx="628905" cy="628905"/>
            </a:xfrm>
            <a:custGeom>
              <a:avLst/>
              <a:gdLst/>
              <a:ahLst/>
              <a:cxnLst/>
              <a:rect l="l" t="t" r="r" b="b"/>
              <a:pathLst>
                <a:path w="58205" h="58205" extrusionOk="0">
                  <a:moveTo>
                    <a:pt x="29102" y="1899"/>
                  </a:moveTo>
                  <a:lnTo>
                    <a:pt x="32055" y="2110"/>
                  </a:lnTo>
                  <a:lnTo>
                    <a:pt x="34585" y="2532"/>
                  </a:lnTo>
                  <a:lnTo>
                    <a:pt x="37327" y="3164"/>
                  </a:lnTo>
                  <a:lnTo>
                    <a:pt x="39857" y="4219"/>
                  </a:lnTo>
                  <a:lnTo>
                    <a:pt x="42177" y="5273"/>
                  </a:lnTo>
                  <a:lnTo>
                    <a:pt x="44286" y="6538"/>
                  </a:lnTo>
                  <a:lnTo>
                    <a:pt x="46395" y="8225"/>
                  </a:lnTo>
                  <a:lnTo>
                    <a:pt x="48293" y="9912"/>
                  </a:lnTo>
                  <a:lnTo>
                    <a:pt x="50191" y="11810"/>
                  </a:lnTo>
                  <a:lnTo>
                    <a:pt x="51667" y="13919"/>
                  </a:lnTo>
                  <a:lnTo>
                    <a:pt x="53143" y="16239"/>
                  </a:lnTo>
                  <a:lnTo>
                    <a:pt x="54198" y="18559"/>
                  </a:lnTo>
                  <a:lnTo>
                    <a:pt x="55041" y="21089"/>
                  </a:lnTo>
                  <a:lnTo>
                    <a:pt x="55885" y="23620"/>
                  </a:lnTo>
                  <a:lnTo>
                    <a:pt x="56306" y="26361"/>
                  </a:lnTo>
                  <a:lnTo>
                    <a:pt x="56306" y="29103"/>
                  </a:lnTo>
                  <a:lnTo>
                    <a:pt x="56306" y="31844"/>
                  </a:lnTo>
                  <a:lnTo>
                    <a:pt x="55885" y="34586"/>
                  </a:lnTo>
                  <a:lnTo>
                    <a:pt x="55041" y="37116"/>
                  </a:lnTo>
                  <a:lnTo>
                    <a:pt x="54198" y="39647"/>
                  </a:lnTo>
                  <a:lnTo>
                    <a:pt x="53143" y="42178"/>
                  </a:lnTo>
                  <a:lnTo>
                    <a:pt x="51667" y="44286"/>
                  </a:lnTo>
                  <a:lnTo>
                    <a:pt x="50191" y="46395"/>
                  </a:lnTo>
                  <a:lnTo>
                    <a:pt x="48293" y="48293"/>
                  </a:lnTo>
                  <a:lnTo>
                    <a:pt x="46395" y="50191"/>
                  </a:lnTo>
                  <a:lnTo>
                    <a:pt x="44286" y="51667"/>
                  </a:lnTo>
                  <a:lnTo>
                    <a:pt x="42177" y="52933"/>
                  </a:lnTo>
                  <a:lnTo>
                    <a:pt x="39857" y="54198"/>
                  </a:lnTo>
                  <a:lnTo>
                    <a:pt x="37327" y="55042"/>
                  </a:lnTo>
                  <a:lnTo>
                    <a:pt x="34585" y="55674"/>
                  </a:lnTo>
                  <a:lnTo>
                    <a:pt x="32055" y="56096"/>
                  </a:lnTo>
                  <a:lnTo>
                    <a:pt x="29102" y="56307"/>
                  </a:lnTo>
                  <a:lnTo>
                    <a:pt x="26361" y="56096"/>
                  </a:lnTo>
                  <a:lnTo>
                    <a:pt x="23830" y="55674"/>
                  </a:lnTo>
                  <a:lnTo>
                    <a:pt x="21089" y="55042"/>
                  </a:lnTo>
                  <a:lnTo>
                    <a:pt x="18558" y="54198"/>
                  </a:lnTo>
                  <a:lnTo>
                    <a:pt x="16238" y="52933"/>
                  </a:lnTo>
                  <a:lnTo>
                    <a:pt x="13918" y="51667"/>
                  </a:lnTo>
                  <a:lnTo>
                    <a:pt x="12020" y="50191"/>
                  </a:lnTo>
                  <a:lnTo>
                    <a:pt x="9912" y="48293"/>
                  </a:lnTo>
                  <a:lnTo>
                    <a:pt x="8225" y="46395"/>
                  </a:lnTo>
                  <a:lnTo>
                    <a:pt x="6748" y="44286"/>
                  </a:lnTo>
                  <a:lnTo>
                    <a:pt x="5272" y="42178"/>
                  </a:lnTo>
                  <a:lnTo>
                    <a:pt x="4218" y="39647"/>
                  </a:lnTo>
                  <a:lnTo>
                    <a:pt x="3163" y="37116"/>
                  </a:lnTo>
                  <a:lnTo>
                    <a:pt x="2531" y="34586"/>
                  </a:lnTo>
                  <a:lnTo>
                    <a:pt x="2109" y="31844"/>
                  </a:lnTo>
                  <a:lnTo>
                    <a:pt x="2109" y="29103"/>
                  </a:lnTo>
                  <a:lnTo>
                    <a:pt x="2109" y="26361"/>
                  </a:lnTo>
                  <a:lnTo>
                    <a:pt x="2531" y="23620"/>
                  </a:lnTo>
                  <a:lnTo>
                    <a:pt x="3163" y="21089"/>
                  </a:lnTo>
                  <a:lnTo>
                    <a:pt x="4218" y="18559"/>
                  </a:lnTo>
                  <a:lnTo>
                    <a:pt x="5272" y="16239"/>
                  </a:lnTo>
                  <a:lnTo>
                    <a:pt x="6748" y="13919"/>
                  </a:lnTo>
                  <a:lnTo>
                    <a:pt x="8225" y="11810"/>
                  </a:lnTo>
                  <a:lnTo>
                    <a:pt x="9912" y="9912"/>
                  </a:lnTo>
                  <a:lnTo>
                    <a:pt x="12020" y="8225"/>
                  </a:lnTo>
                  <a:lnTo>
                    <a:pt x="13918" y="6538"/>
                  </a:lnTo>
                  <a:lnTo>
                    <a:pt x="16238" y="5273"/>
                  </a:lnTo>
                  <a:lnTo>
                    <a:pt x="18558" y="4219"/>
                  </a:lnTo>
                  <a:lnTo>
                    <a:pt x="21089" y="3164"/>
                  </a:lnTo>
                  <a:lnTo>
                    <a:pt x="23830" y="2532"/>
                  </a:lnTo>
                  <a:lnTo>
                    <a:pt x="26361" y="2110"/>
                  </a:lnTo>
                  <a:lnTo>
                    <a:pt x="29102" y="1899"/>
                  </a:lnTo>
                  <a:close/>
                  <a:moveTo>
                    <a:pt x="29102" y="1"/>
                  </a:moveTo>
                  <a:lnTo>
                    <a:pt x="26150" y="212"/>
                  </a:lnTo>
                  <a:lnTo>
                    <a:pt x="23408" y="634"/>
                  </a:lnTo>
                  <a:lnTo>
                    <a:pt x="20456" y="1266"/>
                  </a:lnTo>
                  <a:lnTo>
                    <a:pt x="17925" y="2321"/>
                  </a:lnTo>
                  <a:lnTo>
                    <a:pt x="15395" y="3586"/>
                  </a:lnTo>
                  <a:lnTo>
                    <a:pt x="12864" y="5062"/>
                  </a:lnTo>
                  <a:lnTo>
                    <a:pt x="10755" y="6749"/>
                  </a:lnTo>
                  <a:lnTo>
                    <a:pt x="8646" y="8647"/>
                  </a:lnTo>
                  <a:lnTo>
                    <a:pt x="6748" y="10545"/>
                  </a:lnTo>
                  <a:lnTo>
                    <a:pt x="5061" y="12865"/>
                  </a:lnTo>
                  <a:lnTo>
                    <a:pt x="3585" y="15395"/>
                  </a:lnTo>
                  <a:lnTo>
                    <a:pt x="2320" y="17926"/>
                  </a:lnTo>
                  <a:lnTo>
                    <a:pt x="1476" y="20457"/>
                  </a:lnTo>
                  <a:lnTo>
                    <a:pt x="633" y="23198"/>
                  </a:lnTo>
                  <a:lnTo>
                    <a:pt x="211" y="26151"/>
                  </a:lnTo>
                  <a:lnTo>
                    <a:pt x="0" y="29103"/>
                  </a:lnTo>
                  <a:lnTo>
                    <a:pt x="211" y="32055"/>
                  </a:lnTo>
                  <a:lnTo>
                    <a:pt x="633" y="35008"/>
                  </a:lnTo>
                  <a:lnTo>
                    <a:pt x="1476" y="37749"/>
                  </a:lnTo>
                  <a:lnTo>
                    <a:pt x="2320" y="40491"/>
                  </a:lnTo>
                  <a:lnTo>
                    <a:pt x="3585" y="43021"/>
                  </a:lnTo>
                  <a:lnTo>
                    <a:pt x="5061" y="45341"/>
                  </a:lnTo>
                  <a:lnTo>
                    <a:pt x="6748" y="47661"/>
                  </a:lnTo>
                  <a:lnTo>
                    <a:pt x="8646" y="49769"/>
                  </a:lnTo>
                  <a:lnTo>
                    <a:pt x="10755" y="51667"/>
                  </a:lnTo>
                  <a:lnTo>
                    <a:pt x="12864" y="53354"/>
                  </a:lnTo>
                  <a:lnTo>
                    <a:pt x="15395" y="54831"/>
                  </a:lnTo>
                  <a:lnTo>
                    <a:pt x="17925" y="55885"/>
                  </a:lnTo>
                  <a:lnTo>
                    <a:pt x="20456" y="56939"/>
                  </a:lnTo>
                  <a:lnTo>
                    <a:pt x="23408" y="57572"/>
                  </a:lnTo>
                  <a:lnTo>
                    <a:pt x="26150" y="58205"/>
                  </a:lnTo>
                  <a:lnTo>
                    <a:pt x="32266" y="58205"/>
                  </a:lnTo>
                  <a:lnTo>
                    <a:pt x="35007" y="57572"/>
                  </a:lnTo>
                  <a:lnTo>
                    <a:pt x="37749" y="56939"/>
                  </a:lnTo>
                  <a:lnTo>
                    <a:pt x="40490" y="55885"/>
                  </a:lnTo>
                  <a:lnTo>
                    <a:pt x="43021" y="54831"/>
                  </a:lnTo>
                  <a:lnTo>
                    <a:pt x="45551" y="53354"/>
                  </a:lnTo>
                  <a:lnTo>
                    <a:pt x="47660" y="51667"/>
                  </a:lnTo>
                  <a:lnTo>
                    <a:pt x="49769" y="49769"/>
                  </a:lnTo>
                  <a:lnTo>
                    <a:pt x="51667" y="47661"/>
                  </a:lnTo>
                  <a:lnTo>
                    <a:pt x="53354" y="45341"/>
                  </a:lnTo>
                  <a:lnTo>
                    <a:pt x="54830" y="43021"/>
                  </a:lnTo>
                  <a:lnTo>
                    <a:pt x="56096" y="40491"/>
                  </a:lnTo>
                  <a:lnTo>
                    <a:pt x="56939" y="37749"/>
                  </a:lnTo>
                  <a:lnTo>
                    <a:pt x="57783" y="35008"/>
                  </a:lnTo>
                  <a:lnTo>
                    <a:pt x="58204" y="32055"/>
                  </a:lnTo>
                  <a:lnTo>
                    <a:pt x="58204" y="29103"/>
                  </a:lnTo>
                  <a:lnTo>
                    <a:pt x="58204" y="26151"/>
                  </a:lnTo>
                  <a:lnTo>
                    <a:pt x="57783" y="23198"/>
                  </a:lnTo>
                  <a:lnTo>
                    <a:pt x="56939" y="20457"/>
                  </a:lnTo>
                  <a:lnTo>
                    <a:pt x="56096" y="17926"/>
                  </a:lnTo>
                  <a:lnTo>
                    <a:pt x="54830" y="15395"/>
                  </a:lnTo>
                  <a:lnTo>
                    <a:pt x="53354" y="12865"/>
                  </a:lnTo>
                  <a:lnTo>
                    <a:pt x="51667" y="10545"/>
                  </a:lnTo>
                  <a:lnTo>
                    <a:pt x="49769" y="8647"/>
                  </a:lnTo>
                  <a:lnTo>
                    <a:pt x="47660" y="6749"/>
                  </a:lnTo>
                  <a:lnTo>
                    <a:pt x="45551" y="5062"/>
                  </a:lnTo>
                  <a:lnTo>
                    <a:pt x="43021" y="3586"/>
                  </a:lnTo>
                  <a:lnTo>
                    <a:pt x="40490" y="2321"/>
                  </a:lnTo>
                  <a:lnTo>
                    <a:pt x="37749" y="1266"/>
                  </a:lnTo>
                  <a:lnTo>
                    <a:pt x="35007" y="634"/>
                  </a:lnTo>
                  <a:lnTo>
                    <a:pt x="32266" y="212"/>
                  </a:lnTo>
                  <a:lnTo>
                    <a:pt x="29102"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extLst>
    <p:ext uri="{DCECCB84-F9BA-43D5-87BE-67443E8EF086}">
      <p15:sldGuideLst xmlns:p15="http://schemas.microsoft.com/office/powerpoint/2012/main">
        <p15:guide id="1" pos="1872">
          <p15:clr>
            <a:srgbClr val="FA7B17"/>
          </p15:clr>
        </p15:guide>
        <p15:guide id="2" pos="2016">
          <p15:clr>
            <a:srgbClr val="FA7B17"/>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OC - 5 Items">
  <p:cSld name="TITLE_ONLY_1_3_2">
    <p:bg>
      <p:bgPr>
        <a:solidFill>
          <a:schemeClr val="dk1"/>
        </a:solidFill>
        <a:effectLst/>
      </p:bgPr>
    </p:bg>
    <p:spTree>
      <p:nvGrpSpPr>
        <p:cNvPr id="1" name="Shape 242"/>
        <p:cNvGrpSpPr/>
        <p:nvPr/>
      </p:nvGrpSpPr>
      <p:grpSpPr>
        <a:xfrm>
          <a:off x="0" y="0"/>
          <a:ext cx="0" cy="0"/>
          <a:chOff x="0" y="0"/>
          <a:chExt cx="0" cy="0"/>
        </a:xfrm>
      </p:grpSpPr>
      <p:sp>
        <p:nvSpPr>
          <p:cNvPr id="243" name="Google Shape;243;p24"/>
          <p:cNvSpPr/>
          <p:nvPr/>
        </p:nvSpPr>
        <p:spPr>
          <a:xfrm>
            <a:off x="0" y="-8975"/>
            <a:ext cx="3200400" cy="5152500"/>
          </a:xfrm>
          <a:prstGeom prst="rect">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 name="Google Shape;244;p24"/>
          <p:cNvSpPr txBox="1">
            <a:spLocks noGrp="1"/>
          </p:cNvSpPr>
          <p:nvPr>
            <p:ph type="title"/>
          </p:nvPr>
        </p:nvSpPr>
        <p:spPr>
          <a:xfrm>
            <a:off x="457200" y="1753225"/>
            <a:ext cx="2273400" cy="1619100"/>
          </a:xfrm>
          <a:prstGeom prst="rect">
            <a:avLst/>
          </a:prstGeom>
        </p:spPr>
        <p:txBody>
          <a:bodyPr spcFirstLastPara="1" wrap="square" lIns="0" tIns="0" rIns="0" bIns="0" anchor="ctr" anchorCtr="0">
            <a:normAutofit/>
          </a:bodyPr>
          <a:lstStyle>
            <a:lvl1pPr lvl="0" rtl="0">
              <a:spcBef>
                <a:spcPts val="0"/>
              </a:spcBef>
              <a:spcAft>
                <a:spcPts val="0"/>
              </a:spcAft>
              <a:buClr>
                <a:schemeClr val="lt1"/>
              </a:buClr>
              <a:buSzPts val="3400"/>
              <a:buNone/>
              <a:defRPr>
                <a:solidFill>
                  <a:schemeClr val="lt1"/>
                </a:solidFill>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245" name="Google Shape;245;p24"/>
          <p:cNvSpPr txBox="1">
            <a:spLocks noGrp="1"/>
          </p:cNvSpPr>
          <p:nvPr>
            <p:ph type="subTitle" idx="1"/>
          </p:nvPr>
        </p:nvSpPr>
        <p:spPr>
          <a:xfrm>
            <a:off x="3742200" y="427838"/>
            <a:ext cx="4944600" cy="348300"/>
          </a:xfrm>
          <a:prstGeom prst="rect">
            <a:avLst/>
          </a:prstGeom>
        </p:spPr>
        <p:txBody>
          <a:bodyPr spcFirstLastPara="1" wrap="square" lIns="0" tIns="0" rIns="0" bIns="0" anchor="ctr" anchorCtr="0">
            <a:normAutofit/>
          </a:bodyPr>
          <a:lstStyle>
            <a:lvl1pPr lvl="0" rtl="0">
              <a:lnSpc>
                <a:spcPct val="100000"/>
              </a:lnSpc>
              <a:spcBef>
                <a:spcPts val="0"/>
              </a:spcBef>
              <a:spcAft>
                <a:spcPts val="0"/>
              </a:spcAft>
              <a:buClr>
                <a:schemeClr val="lt2"/>
              </a:buClr>
              <a:buSzPts val="1800"/>
              <a:buFont typeface="IBM Plex Sans Medium"/>
              <a:buNone/>
              <a:defRPr sz="1800">
                <a:solidFill>
                  <a:schemeClr val="lt2"/>
                </a:solidFill>
                <a:latin typeface="IBM Plex Sans Medium"/>
                <a:ea typeface="IBM Plex Sans Medium"/>
                <a:cs typeface="IBM Plex Sans Medium"/>
                <a:sym typeface="IBM Plex Sans Medium"/>
              </a:defRPr>
            </a:lvl1pPr>
            <a:lvl2pPr lvl="1" rtl="0">
              <a:lnSpc>
                <a:spcPct val="100000"/>
              </a:lnSpc>
              <a:spcBef>
                <a:spcPts val="0"/>
              </a:spcBef>
              <a:spcAft>
                <a:spcPts val="0"/>
              </a:spcAft>
              <a:buSzPts val="1800"/>
              <a:buFont typeface="IBM Plex Sans Medium"/>
              <a:buNone/>
              <a:defRPr sz="1800">
                <a:latin typeface="IBM Plex Sans Medium"/>
                <a:ea typeface="IBM Plex Sans Medium"/>
                <a:cs typeface="IBM Plex Sans Medium"/>
                <a:sym typeface="IBM Plex Sans Medium"/>
              </a:defRPr>
            </a:lvl2pPr>
            <a:lvl3pPr lvl="2" rtl="0">
              <a:lnSpc>
                <a:spcPct val="100000"/>
              </a:lnSpc>
              <a:spcBef>
                <a:spcPts val="0"/>
              </a:spcBef>
              <a:spcAft>
                <a:spcPts val="0"/>
              </a:spcAft>
              <a:buSzPts val="1800"/>
              <a:buFont typeface="IBM Plex Sans Medium"/>
              <a:buNone/>
              <a:defRPr sz="1800">
                <a:latin typeface="IBM Plex Sans Medium"/>
                <a:ea typeface="IBM Plex Sans Medium"/>
                <a:cs typeface="IBM Plex Sans Medium"/>
                <a:sym typeface="IBM Plex Sans Medium"/>
              </a:defRPr>
            </a:lvl3pPr>
            <a:lvl4pPr lvl="3" rtl="0">
              <a:lnSpc>
                <a:spcPct val="100000"/>
              </a:lnSpc>
              <a:spcBef>
                <a:spcPts val="0"/>
              </a:spcBef>
              <a:spcAft>
                <a:spcPts val="0"/>
              </a:spcAft>
              <a:buSzPts val="1800"/>
              <a:buFont typeface="IBM Plex Sans Medium"/>
              <a:buNone/>
              <a:defRPr sz="1800">
                <a:latin typeface="IBM Plex Sans Medium"/>
                <a:ea typeface="IBM Plex Sans Medium"/>
                <a:cs typeface="IBM Plex Sans Medium"/>
                <a:sym typeface="IBM Plex Sans Medium"/>
              </a:defRPr>
            </a:lvl4pPr>
            <a:lvl5pPr lvl="4" rtl="0">
              <a:lnSpc>
                <a:spcPct val="100000"/>
              </a:lnSpc>
              <a:spcBef>
                <a:spcPts val="0"/>
              </a:spcBef>
              <a:spcAft>
                <a:spcPts val="0"/>
              </a:spcAft>
              <a:buSzPts val="1800"/>
              <a:buFont typeface="IBM Plex Sans Medium"/>
              <a:buNone/>
              <a:defRPr sz="1800">
                <a:latin typeface="IBM Plex Sans Medium"/>
                <a:ea typeface="IBM Plex Sans Medium"/>
                <a:cs typeface="IBM Plex Sans Medium"/>
                <a:sym typeface="IBM Plex Sans Medium"/>
              </a:defRPr>
            </a:lvl5pPr>
            <a:lvl6pPr lvl="5" rtl="0">
              <a:lnSpc>
                <a:spcPct val="100000"/>
              </a:lnSpc>
              <a:spcBef>
                <a:spcPts val="0"/>
              </a:spcBef>
              <a:spcAft>
                <a:spcPts val="0"/>
              </a:spcAft>
              <a:buSzPts val="1800"/>
              <a:buFont typeface="IBM Plex Sans Medium"/>
              <a:buNone/>
              <a:defRPr sz="1800">
                <a:latin typeface="IBM Plex Sans Medium"/>
                <a:ea typeface="IBM Plex Sans Medium"/>
                <a:cs typeface="IBM Plex Sans Medium"/>
                <a:sym typeface="IBM Plex Sans Medium"/>
              </a:defRPr>
            </a:lvl6pPr>
            <a:lvl7pPr lvl="6" rtl="0">
              <a:lnSpc>
                <a:spcPct val="100000"/>
              </a:lnSpc>
              <a:spcBef>
                <a:spcPts val="0"/>
              </a:spcBef>
              <a:spcAft>
                <a:spcPts val="0"/>
              </a:spcAft>
              <a:buSzPts val="1800"/>
              <a:buFont typeface="IBM Plex Sans Medium"/>
              <a:buNone/>
              <a:defRPr sz="1800">
                <a:latin typeface="IBM Plex Sans Medium"/>
                <a:ea typeface="IBM Plex Sans Medium"/>
                <a:cs typeface="IBM Plex Sans Medium"/>
                <a:sym typeface="IBM Plex Sans Medium"/>
              </a:defRPr>
            </a:lvl7pPr>
            <a:lvl8pPr lvl="7" rtl="0">
              <a:lnSpc>
                <a:spcPct val="100000"/>
              </a:lnSpc>
              <a:spcBef>
                <a:spcPts val="0"/>
              </a:spcBef>
              <a:spcAft>
                <a:spcPts val="0"/>
              </a:spcAft>
              <a:buSzPts val="1800"/>
              <a:buFont typeface="IBM Plex Sans Medium"/>
              <a:buNone/>
              <a:defRPr sz="1800">
                <a:latin typeface="IBM Plex Sans Medium"/>
                <a:ea typeface="IBM Plex Sans Medium"/>
                <a:cs typeface="IBM Plex Sans Medium"/>
                <a:sym typeface="IBM Plex Sans Medium"/>
              </a:defRPr>
            </a:lvl8pPr>
            <a:lvl9pPr lvl="8" rtl="0">
              <a:lnSpc>
                <a:spcPct val="100000"/>
              </a:lnSpc>
              <a:spcBef>
                <a:spcPts val="0"/>
              </a:spcBef>
              <a:spcAft>
                <a:spcPts val="0"/>
              </a:spcAft>
              <a:buSzPts val="1800"/>
              <a:buFont typeface="IBM Plex Sans Medium"/>
              <a:buNone/>
              <a:defRPr sz="1800">
                <a:latin typeface="IBM Plex Sans Medium"/>
                <a:ea typeface="IBM Plex Sans Medium"/>
                <a:cs typeface="IBM Plex Sans Medium"/>
                <a:sym typeface="IBM Plex Sans Medium"/>
              </a:defRPr>
            </a:lvl9pPr>
          </a:lstStyle>
          <a:p>
            <a:endParaRPr/>
          </a:p>
        </p:txBody>
      </p:sp>
      <p:sp>
        <p:nvSpPr>
          <p:cNvPr id="246" name="Google Shape;246;p24"/>
          <p:cNvSpPr txBox="1">
            <a:spLocks noGrp="1"/>
          </p:cNvSpPr>
          <p:nvPr>
            <p:ph type="subTitle" idx="2"/>
          </p:nvPr>
        </p:nvSpPr>
        <p:spPr>
          <a:xfrm>
            <a:off x="3742200" y="1435151"/>
            <a:ext cx="4944600" cy="348300"/>
          </a:xfrm>
          <a:prstGeom prst="rect">
            <a:avLst/>
          </a:prstGeom>
        </p:spPr>
        <p:txBody>
          <a:bodyPr spcFirstLastPara="1" wrap="square" lIns="0" tIns="0" rIns="0" bIns="0" anchor="ctr" anchorCtr="0">
            <a:normAutofit/>
          </a:bodyPr>
          <a:lstStyle>
            <a:lvl1pPr lvl="0" rtl="0">
              <a:lnSpc>
                <a:spcPct val="100000"/>
              </a:lnSpc>
              <a:spcBef>
                <a:spcPts val="0"/>
              </a:spcBef>
              <a:spcAft>
                <a:spcPts val="0"/>
              </a:spcAft>
              <a:buClr>
                <a:schemeClr val="lt2"/>
              </a:buClr>
              <a:buSzPts val="1800"/>
              <a:buFont typeface="IBM Plex Sans Medium"/>
              <a:buNone/>
              <a:defRPr sz="1800">
                <a:solidFill>
                  <a:schemeClr val="lt2"/>
                </a:solidFill>
                <a:latin typeface="IBM Plex Sans Medium"/>
                <a:ea typeface="IBM Plex Sans Medium"/>
                <a:cs typeface="IBM Plex Sans Medium"/>
                <a:sym typeface="IBM Plex Sans Medium"/>
              </a:defRPr>
            </a:lvl1pPr>
            <a:lvl2pPr lvl="1" rtl="0">
              <a:lnSpc>
                <a:spcPct val="100000"/>
              </a:lnSpc>
              <a:spcBef>
                <a:spcPts val="0"/>
              </a:spcBef>
              <a:spcAft>
                <a:spcPts val="0"/>
              </a:spcAft>
              <a:buSzPts val="1800"/>
              <a:buFont typeface="IBM Plex Sans Medium"/>
              <a:buNone/>
              <a:defRPr sz="1800">
                <a:latin typeface="IBM Plex Sans Medium"/>
                <a:ea typeface="IBM Plex Sans Medium"/>
                <a:cs typeface="IBM Plex Sans Medium"/>
                <a:sym typeface="IBM Plex Sans Medium"/>
              </a:defRPr>
            </a:lvl2pPr>
            <a:lvl3pPr lvl="2" rtl="0">
              <a:lnSpc>
                <a:spcPct val="100000"/>
              </a:lnSpc>
              <a:spcBef>
                <a:spcPts val="0"/>
              </a:spcBef>
              <a:spcAft>
                <a:spcPts val="0"/>
              </a:spcAft>
              <a:buSzPts val="1800"/>
              <a:buFont typeface="IBM Plex Sans Medium"/>
              <a:buNone/>
              <a:defRPr sz="1800">
                <a:latin typeface="IBM Plex Sans Medium"/>
                <a:ea typeface="IBM Plex Sans Medium"/>
                <a:cs typeface="IBM Plex Sans Medium"/>
                <a:sym typeface="IBM Plex Sans Medium"/>
              </a:defRPr>
            </a:lvl3pPr>
            <a:lvl4pPr lvl="3" rtl="0">
              <a:lnSpc>
                <a:spcPct val="100000"/>
              </a:lnSpc>
              <a:spcBef>
                <a:spcPts val="0"/>
              </a:spcBef>
              <a:spcAft>
                <a:spcPts val="0"/>
              </a:spcAft>
              <a:buSzPts val="1800"/>
              <a:buFont typeface="IBM Plex Sans Medium"/>
              <a:buNone/>
              <a:defRPr sz="1800">
                <a:latin typeface="IBM Plex Sans Medium"/>
                <a:ea typeface="IBM Plex Sans Medium"/>
                <a:cs typeface="IBM Plex Sans Medium"/>
                <a:sym typeface="IBM Plex Sans Medium"/>
              </a:defRPr>
            </a:lvl4pPr>
            <a:lvl5pPr lvl="4" rtl="0">
              <a:lnSpc>
                <a:spcPct val="100000"/>
              </a:lnSpc>
              <a:spcBef>
                <a:spcPts val="0"/>
              </a:spcBef>
              <a:spcAft>
                <a:spcPts val="0"/>
              </a:spcAft>
              <a:buSzPts val="1800"/>
              <a:buFont typeface="IBM Plex Sans Medium"/>
              <a:buNone/>
              <a:defRPr sz="1800">
                <a:latin typeface="IBM Plex Sans Medium"/>
                <a:ea typeface="IBM Plex Sans Medium"/>
                <a:cs typeface="IBM Plex Sans Medium"/>
                <a:sym typeface="IBM Plex Sans Medium"/>
              </a:defRPr>
            </a:lvl5pPr>
            <a:lvl6pPr lvl="5" rtl="0">
              <a:lnSpc>
                <a:spcPct val="100000"/>
              </a:lnSpc>
              <a:spcBef>
                <a:spcPts val="0"/>
              </a:spcBef>
              <a:spcAft>
                <a:spcPts val="0"/>
              </a:spcAft>
              <a:buSzPts val="1800"/>
              <a:buFont typeface="IBM Plex Sans Medium"/>
              <a:buNone/>
              <a:defRPr sz="1800">
                <a:latin typeface="IBM Plex Sans Medium"/>
                <a:ea typeface="IBM Plex Sans Medium"/>
                <a:cs typeface="IBM Plex Sans Medium"/>
                <a:sym typeface="IBM Plex Sans Medium"/>
              </a:defRPr>
            </a:lvl6pPr>
            <a:lvl7pPr lvl="6" rtl="0">
              <a:lnSpc>
                <a:spcPct val="100000"/>
              </a:lnSpc>
              <a:spcBef>
                <a:spcPts val="0"/>
              </a:spcBef>
              <a:spcAft>
                <a:spcPts val="0"/>
              </a:spcAft>
              <a:buSzPts val="1800"/>
              <a:buFont typeface="IBM Plex Sans Medium"/>
              <a:buNone/>
              <a:defRPr sz="1800">
                <a:latin typeface="IBM Plex Sans Medium"/>
                <a:ea typeface="IBM Plex Sans Medium"/>
                <a:cs typeface="IBM Plex Sans Medium"/>
                <a:sym typeface="IBM Plex Sans Medium"/>
              </a:defRPr>
            </a:lvl7pPr>
            <a:lvl8pPr lvl="7" rtl="0">
              <a:lnSpc>
                <a:spcPct val="100000"/>
              </a:lnSpc>
              <a:spcBef>
                <a:spcPts val="0"/>
              </a:spcBef>
              <a:spcAft>
                <a:spcPts val="0"/>
              </a:spcAft>
              <a:buSzPts val="1800"/>
              <a:buFont typeface="IBM Plex Sans Medium"/>
              <a:buNone/>
              <a:defRPr sz="1800">
                <a:latin typeface="IBM Plex Sans Medium"/>
                <a:ea typeface="IBM Plex Sans Medium"/>
                <a:cs typeface="IBM Plex Sans Medium"/>
                <a:sym typeface="IBM Plex Sans Medium"/>
              </a:defRPr>
            </a:lvl8pPr>
            <a:lvl9pPr lvl="8" rtl="0">
              <a:lnSpc>
                <a:spcPct val="100000"/>
              </a:lnSpc>
              <a:spcBef>
                <a:spcPts val="0"/>
              </a:spcBef>
              <a:spcAft>
                <a:spcPts val="0"/>
              </a:spcAft>
              <a:buSzPts val="1800"/>
              <a:buFont typeface="IBM Plex Sans Medium"/>
              <a:buNone/>
              <a:defRPr sz="1800">
                <a:latin typeface="IBM Plex Sans Medium"/>
                <a:ea typeface="IBM Plex Sans Medium"/>
                <a:cs typeface="IBM Plex Sans Medium"/>
                <a:sym typeface="IBM Plex Sans Medium"/>
              </a:defRPr>
            </a:lvl9pPr>
          </a:lstStyle>
          <a:p>
            <a:endParaRPr/>
          </a:p>
        </p:txBody>
      </p:sp>
      <p:sp>
        <p:nvSpPr>
          <p:cNvPr id="247" name="Google Shape;247;p24"/>
          <p:cNvSpPr txBox="1">
            <a:spLocks noGrp="1"/>
          </p:cNvSpPr>
          <p:nvPr>
            <p:ph type="subTitle" idx="3"/>
          </p:nvPr>
        </p:nvSpPr>
        <p:spPr>
          <a:xfrm>
            <a:off x="3742200" y="2442463"/>
            <a:ext cx="4944600" cy="348300"/>
          </a:xfrm>
          <a:prstGeom prst="rect">
            <a:avLst/>
          </a:prstGeom>
        </p:spPr>
        <p:txBody>
          <a:bodyPr spcFirstLastPara="1" wrap="square" lIns="0" tIns="0" rIns="0" bIns="0" anchor="ctr" anchorCtr="0">
            <a:normAutofit/>
          </a:bodyPr>
          <a:lstStyle>
            <a:lvl1pPr lvl="0" rtl="0">
              <a:lnSpc>
                <a:spcPct val="100000"/>
              </a:lnSpc>
              <a:spcBef>
                <a:spcPts val="0"/>
              </a:spcBef>
              <a:spcAft>
                <a:spcPts val="0"/>
              </a:spcAft>
              <a:buClr>
                <a:schemeClr val="lt2"/>
              </a:buClr>
              <a:buSzPts val="1800"/>
              <a:buFont typeface="IBM Plex Sans Medium"/>
              <a:buNone/>
              <a:defRPr sz="1800">
                <a:solidFill>
                  <a:schemeClr val="lt2"/>
                </a:solidFill>
                <a:latin typeface="IBM Plex Sans Medium"/>
                <a:ea typeface="IBM Plex Sans Medium"/>
                <a:cs typeface="IBM Plex Sans Medium"/>
                <a:sym typeface="IBM Plex Sans Medium"/>
              </a:defRPr>
            </a:lvl1pPr>
            <a:lvl2pPr lvl="1" rtl="0">
              <a:lnSpc>
                <a:spcPct val="100000"/>
              </a:lnSpc>
              <a:spcBef>
                <a:spcPts val="0"/>
              </a:spcBef>
              <a:spcAft>
                <a:spcPts val="0"/>
              </a:spcAft>
              <a:buSzPts val="1800"/>
              <a:buFont typeface="IBM Plex Sans Medium"/>
              <a:buNone/>
              <a:defRPr sz="1800">
                <a:latin typeface="IBM Plex Sans Medium"/>
                <a:ea typeface="IBM Plex Sans Medium"/>
                <a:cs typeface="IBM Plex Sans Medium"/>
                <a:sym typeface="IBM Plex Sans Medium"/>
              </a:defRPr>
            </a:lvl2pPr>
            <a:lvl3pPr lvl="2" rtl="0">
              <a:lnSpc>
                <a:spcPct val="100000"/>
              </a:lnSpc>
              <a:spcBef>
                <a:spcPts val="0"/>
              </a:spcBef>
              <a:spcAft>
                <a:spcPts val="0"/>
              </a:spcAft>
              <a:buSzPts val="1800"/>
              <a:buFont typeface="IBM Plex Sans Medium"/>
              <a:buNone/>
              <a:defRPr sz="1800">
                <a:latin typeface="IBM Plex Sans Medium"/>
                <a:ea typeface="IBM Plex Sans Medium"/>
                <a:cs typeface="IBM Plex Sans Medium"/>
                <a:sym typeface="IBM Plex Sans Medium"/>
              </a:defRPr>
            </a:lvl3pPr>
            <a:lvl4pPr lvl="3" rtl="0">
              <a:lnSpc>
                <a:spcPct val="100000"/>
              </a:lnSpc>
              <a:spcBef>
                <a:spcPts val="0"/>
              </a:spcBef>
              <a:spcAft>
                <a:spcPts val="0"/>
              </a:spcAft>
              <a:buSzPts val="1800"/>
              <a:buFont typeface="IBM Plex Sans Medium"/>
              <a:buNone/>
              <a:defRPr sz="1800">
                <a:latin typeface="IBM Plex Sans Medium"/>
                <a:ea typeface="IBM Plex Sans Medium"/>
                <a:cs typeface="IBM Plex Sans Medium"/>
                <a:sym typeface="IBM Plex Sans Medium"/>
              </a:defRPr>
            </a:lvl4pPr>
            <a:lvl5pPr lvl="4" rtl="0">
              <a:lnSpc>
                <a:spcPct val="100000"/>
              </a:lnSpc>
              <a:spcBef>
                <a:spcPts val="0"/>
              </a:spcBef>
              <a:spcAft>
                <a:spcPts val="0"/>
              </a:spcAft>
              <a:buSzPts val="1800"/>
              <a:buFont typeface="IBM Plex Sans Medium"/>
              <a:buNone/>
              <a:defRPr sz="1800">
                <a:latin typeface="IBM Plex Sans Medium"/>
                <a:ea typeface="IBM Plex Sans Medium"/>
                <a:cs typeface="IBM Plex Sans Medium"/>
                <a:sym typeface="IBM Plex Sans Medium"/>
              </a:defRPr>
            </a:lvl5pPr>
            <a:lvl6pPr lvl="5" rtl="0">
              <a:lnSpc>
                <a:spcPct val="100000"/>
              </a:lnSpc>
              <a:spcBef>
                <a:spcPts val="0"/>
              </a:spcBef>
              <a:spcAft>
                <a:spcPts val="0"/>
              </a:spcAft>
              <a:buSzPts val="1800"/>
              <a:buFont typeface="IBM Plex Sans Medium"/>
              <a:buNone/>
              <a:defRPr sz="1800">
                <a:latin typeface="IBM Plex Sans Medium"/>
                <a:ea typeface="IBM Plex Sans Medium"/>
                <a:cs typeface="IBM Plex Sans Medium"/>
                <a:sym typeface="IBM Plex Sans Medium"/>
              </a:defRPr>
            </a:lvl6pPr>
            <a:lvl7pPr lvl="6" rtl="0">
              <a:lnSpc>
                <a:spcPct val="100000"/>
              </a:lnSpc>
              <a:spcBef>
                <a:spcPts val="0"/>
              </a:spcBef>
              <a:spcAft>
                <a:spcPts val="0"/>
              </a:spcAft>
              <a:buSzPts val="1800"/>
              <a:buFont typeface="IBM Plex Sans Medium"/>
              <a:buNone/>
              <a:defRPr sz="1800">
                <a:latin typeface="IBM Plex Sans Medium"/>
                <a:ea typeface="IBM Plex Sans Medium"/>
                <a:cs typeface="IBM Plex Sans Medium"/>
                <a:sym typeface="IBM Plex Sans Medium"/>
              </a:defRPr>
            </a:lvl7pPr>
            <a:lvl8pPr lvl="7" rtl="0">
              <a:lnSpc>
                <a:spcPct val="100000"/>
              </a:lnSpc>
              <a:spcBef>
                <a:spcPts val="0"/>
              </a:spcBef>
              <a:spcAft>
                <a:spcPts val="0"/>
              </a:spcAft>
              <a:buSzPts val="1800"/>
              <a:buFont typeface="IBM Plex Sans Medium"/>
              <a:buNone/>
              <a:defRPr sz="1800">
                <a:latin typeface="IBM Plex Sans Medium"/>
                <a:ea typeface="IBM Plex Sans Medium"/>
                <a:cs typeface="IBM Plex Sans Medium"/>
                <a:sym typeface="IBM Plex Sans Medium"/>
              </a:defRPr>
            </a:lvl8pPr>
            <a:lvl9pPr lvl="8" rtl="0">
              <a:lnSpc>
                <a:spcPct val="100000"/>
              </a:lnSpc>
              <a:spcBef>
                <a:spcPts val="0"/>
              </a:spcBef>
              <a:spcAft>
                <a:spcPts val="0"/>
              </a:spcAft>
              <a:buSzPts val="1800"/>
              <a:buFont typeface="IBM Plex Sans Medium"/>
              <a:buNone/>
              <a:defRPr sz="1800">
                <a:latin typeface="IBM Plex Sans Medium"/>
                <a:ea typeface="IBM Plex Sans Medium"/>
                <a:cs typeface="IBM Plex Sans Medium"/>
                <a:sym typeface="IBM Plex Sans Medium"/>
              </a:defRPr>
            </a:lvl9pPr>
          </a:lstStyle>
          <a:p>
            <a:endParaRPr/>
          </a:p>
        </p:txBody>
      </p:sp>
      <p:sp>
        <p:nvSpPr>
          <p:cNvPr id="248" name="Google Shape;248;p24"/>
          <p:cNvSpPr txBox="1">
            <a:spLocks noGrp="1"/>
          </p:cNvSpPr>
          <p:nvPr>
            <p:ph type="subTitle" idx="4"/>
          </p:nvPr>
        </p:nvSpPr>
        <p:spPr>
          <a:xfrm>
            <a:off x="3742200" y="3449776"/>
            <a:ext cx="4944600" cy="348300"/>
          </a:xfrm>
          <a:prstGeom prst="rect">
            <a:avLst/>
          </a:prstGeom>
        </p:spPr>
        <p:txBody>
          <a:bodyPr spcFirstLastPara="1" wrap="square" lIns="0" tIns="0" rIns="0" bIns="0" anchor="ctr" anchorCtr="0">
            <a:normAutofit/>
          </a:bodyPr>
          <a:lstStyle>
            <a:lvl1pPr lvl="0" rtl="0">
              <a:lnSpc>
                <a:spcPct val="100000"/>
              </a:lnSpc>
              <a:spcBef>
                <a:spcPts val="0"/>
              </a:spcBef>
              <a:spcAft>
                <a:spcPts val="0"/>
              </a:spcAft>
              <a:buClr>
                <a:schemeClr val="lt2"/>
              </a:buClr>
              <a:buSzPts val="1800"/>
              <a:buFont typeface="IBM Plex Sans Medium"/>
              <a:buNone/>
              <a:defRPr sz="1800">
                <a:solidFill>
                  <a:schemeClr val="lt2"/>
                </a:solidFill>
                <a:latin typeface="IBM Plex Sans Medium"/>
                <a:ea typeface="IBM Plex Sans Medium"/>
                <a:cs typeface="IBM Plex Sans Medium"/>
                <a:sym typeface="IBM Plex Sans Medium"/>
              </a:defRPr>
            </a:lvl1pPr>
            <a:lvl2pPr lvl="1" rtl="0">
              <a:lnSpc>
                <a:spcPct val="100000"/>
              </a:lnSpc>
              <a:spcBef>
                <a:spcPts val="0"/>
              </a:spcBef>
              <a:spcAft>
                <a:spcPts val="0"/>
              </a:spcAft>
              <a:buSzPts val="1800"/>
              <a:buFont typeface="IBM Plex Sans Medium"/>
              <a:buNone/>
              <a:defRPr sz="1800">
                <a:latin typeface="IBM Plex Sans Medium"/>
                <a:ea typeface="IBM Plex Sans Medium"/>
                <a:cs typeface="IBM Plex Sans Medium"/>
                <a:sym typeface="IBM Plex Sans Medium"/>
              </a:defRPr>
            </a:lvl2pPr>
            <a:lvl3pPr lvl="2" rtl="0">
              <a:lnSpc>
                <a:spcPct val="100000"/>
              </a:lnSpc>
              <a:spcBef>
                <a:spcPts val="0"/>
              </a:spcBef>
              <a:spcAft>
                <a:spcPts val="0"/>
              </a:spcAft>
              <a:buSzPts val="1800"/>
              <a:buFont typeface="IBM Plex Sans Medium"/>
              <a:buNone/>
              <a:defRPr sz="1800">
                <a:latin typeface="IBM Plex Sans Medium"/>
                <a:ea typeface="IBM Plex Sans Medium"/>
                <a:cs typeface="IBM Plex Sans Medium"/>
                <a:sym typeface="IBM Plex Sans Medium"/>
              </a:defRPr>
            </a:lvl3pPr>
            <a:lvl4pPr lvl="3" rtl="0">
              <a:lnSpc>
                <a:spcPct val="100000"/>
              </a:lnSpc>
              <a:spcBef>
                <a:spcPts val="0"/>
              </a:spcBef>
              <a:spcAft>
                <a:spcPts val="0"/>
              </a:spcAft>
              <a:buSzPts val="1800"/>
              <a:buFont typeface="IBM Plex Sans Medium"/>
              <a:buNone/>
              <a:defRPr sz="1800">
                <a:latin typeface="IBM Plex Sans Medium"/>
                <a:ea typeface="IBM Plex Sans Medium"/>
                <a:cs typeface="IBM Plex Sans Medium"/>
                <a:sym typeface="IBM Plex Sans Medium"/>
              </a:defRPr>
            </a:lvl4pPr>
            <a:lvl5pPr lvl="4" rtl="0">
              <a:lnSpc>
                <a:spcPct val="100000"/>
              </a:lnSpc>
              <a:spcBef>
                <a:spcPts val="0"/>
              </a:spcBef>
              <a:spcAft>
                <a:spcPts val="0"/>
              </a:spcAft>
              <a:buSzPts val="1800"/>
              <a:buFont typeface="IBM Plex Sans Medium"/>
              <a:buNone/>
              <a:defRPr sz="1800">
                <a:latin typeface="IBM Plex Sans Medium"/>
                <a:ea typeface="IBM Plex Sans Medium"/>
                <a:cs typeface="IBM Plex Sans Medium"/>
                <a:sym typeface="IBM Plex Sans Medium"/>
              </a:defRPr>
            </a:lvl5pPr>
            <a:lvl6pPr lvl="5" rtl="0">
              <a:lnSpc>
                <a:spcPct val="100000"/>
              </a:lnSpc>
              <a:spcBef>
                <a:spcPts val="0"/>
              </a:spcBef>
              <a:spcAft>
                <a:spcPts val="0"/>
              </a:spcAft>
              <a:buSzPts val="1800"/>
              <a:buFont typeface="IBM Plex Sans Medium"/>
              <a:buNone/>
              <a:defRPr sz="1800">
                <a:latin typeface="IBM Plex Sans Medium"/>
                <a:ea typeface="IBM Plex Sans Medium"/>
                <a:cs typeface="IBM Plex Sans Medium"/>
                <a:sym typeface="IBM Plex Sans Medium"/>
              </a:defRPr>
            </a:lvl6pPr>
            <a:lvl7pPr lvl="6" rtl="0">
              <a:lnSpc>
                <a:spcPct val="100000"/>
              </a:lnSpc>
              <a:spcBef>
                <a:spcPts val="0"/>
              </a:spcBef>
              <a:spcAft>
                <a:spcPts val="0"/>
              </a:spcAft>
              <a:buSzPts val="1800"/>
              <a:buFont typeface="IBM Plex Sans Medium"/>
              <a:buNone/>
              <a:defRPr sz="1800">
                <a:latin typeface="IBM Plex Sans Medium"/>
                <a:ea typeface="IBM Plex Sans Medium"/>
                <a:cs typeface="IBM Plex Sans Medium"/>
                <a:sym typeface="IBM Plex Sans Medium"/>
              </a:defRPr>
            </a:lvl7pPr>
            <a:lvl8pPr lvl="7" rtl="0">
              <a:lnSpc>
                <a:spcPct val="100000"/>
              </a:lnSpc>
              <a:spcBef>
                <a:spcPts val="0"/>
              </a:spcBef>
              <a:spcAft>
                <a:spcPts val="0"/>
              </a:spcAft>
              <a:buSzPts val="1800"/>
              <a:buFont typeface="IBM Plex Sans Medium"/>
              <a:buNone/>
              <a:defRPr sz="1800">
                <a:latin typeface="IBM Plex Sans Medium"/>
                <a:ea typeface="IBM Plex Sans Medium"/>
                <a:cs typeface="IBM Plex Sans Medium"/>
                <a:sym typeface="IBM Plex Sans Medium"/>
              </a:defRPr>
            </a:lvl8pPr>
            <a:lvl9pPr lvl="8" rtl="0">
              <a:lnSpc>
                <a:spcPct val="100000"/>
              </a:lnSpc>
              <a:spcBef>
                <a:spcPts val="0"/>
              </a:spcBef>
              <a:spcAft>
                <a:spcPts val="0"/>
              </a:spcAft>
              <a:buSzPts val="1800"/>
              <a:buFont typeface="IBM Plex Sans Medium"/>
              <a:buNone/>
              <a:defRPr sz="1800">
                <a:latin typeface="IBM Plex Sans Medium"/>
                <a:ea typeface="IBM Plex Sans Medium"/>
                <a:cs typeface="IBM Plex Sans Medium"/>
                <a:sym typeface="IBM Plex Sans Medium"/>
              </a:defRPr>
            </a:lvl9pPr>
          </a:lstStyle>
          <a:p>
            <a:endParaRPr/>
          </a:p>
        </p:txBody>
      </p:sp>
      <p:sp>
        <p:nvSpPr>
          <p:cNvPr id="249" name="Google Shape;249;p24"/>
          <p:cNvSpPr txBox="1">
            <a:spLocks noGrp="1"/>
          </p:cNvSpPr>
          <p:nvPr>
            <p:ph type="subTitle" idx="5"/>
          </p:nvPr>
        </p:nvSpPr>
        <p:spPr>
          <a:xfrm>
            <a:off x="3742200" y="4457088"/>
            <a:ext cx="4944600" cy="348300"/>
          </a:xfrm>
          <a:prstGeom prst="rect">
            <a:avLst/>
          </a:prstGeom>
        </p:spPr>
        <p:txBody>
          <a:bodyPr spcFirstLastPara="1" wrap="square" lIns="0" tIns="0" rIns="0" bIns="0" anchor="ctr" anchorCtr="0">
            <a:normAutofit/>
          </a:bodyPr>
          <a:lstStyle>
            <a:lvl1pPr lvl="0" rtl="0">
              <a:lnSpc>
                <a:spcPct val="100000"/>
              </a:lnSpc>
              <a:spcBef>
                <a:spcPts val="0"/>
              </a:spcBef>
              <a:spcAft>
                <a:spcPts val="0"/>
              </a:spcAft>
              <a:buClr>
                <a:schemeClr val="lt2"/>
              </a:buClr>
              <a:buSzPts val="1800"/>
              <a:buFont typeface="IBM Plex Sans Medium"/>
              <a:buNone/>
              <a:defRPr sz="1800">
                <a:solidFill>
                  <a:schemeClr val="lt2"/>
                </a:solidFill>
                <a:latin typeface="IBM Plex Sans Medium"/>
                <a:ea typeface="IBM Plex Sans Medium"/>
                <a:cs typeface="IBM Plex Sans Medium"/>
                <a:sym typeface="IBM Plex Sans Medium"/>
              </a:defRPr>
            </a:lvl1pPr>
            <a:lvl2pPr lvl="1" rtl="0">
              <a:lnSpc>
                <a:spcPct val="100000"/>
              </a:lnSpc>
              <a:spcBef>
                <a:spcPts val="0"/>
              </a:spcBef>
              <a:spcAft>
                <a:spcPts val="0"/>
              </a:spcAft>
              <a:buSzPts val="1800"/>
              <a:buFont typeface="IBM Plex Sans Medium"/>
              <a:buNone/>
              <a:defRPr sz="1800">
                <a:latin typeface="IBM Plex Sans Medium"/>
                <a:ea typeface="IBM Plex Sans Medium"/>
                <a:cs typeface="IBM Plex Sans Medium"/>
                <a:sym typeface="IBM Plex Sans Medium"/>
              </a:defRPr>
            </a:lvl2pPr>
            <a:lvl3pPr lvl="2" rtl="0">
              <a:lnSpc>
                <a:spcPct val="100000"/>
              </a:lnSpc>
              <a:spcBef>
                <a:spcPts val="0"/>
              </a:spcBef>
              <a:spcAft>
                <a:spcPts val="0"/>
              </a:spcAft>
              <a:buSzPts val="1800"/>
              <a:buFont typeface="IBM Plex Sans Medium"/>
              <a:buNone/>
              <a:defRPr sz="1800">
                <a:latin typeface="IBM Plex Sans Medium"/>
                <a:ea typeface="IBM Plex Sans Medium"/>
                <a:cs typeface="IBM Plex Sans Medium"/>
                <a:sym typeface="IBM Plex Sans Medium"/>
              </a:defRPr>
            </a:lvl3pPr>
            <a:lvl4pPr lvl="3" rtl="0">
              <a:lnSpc>
                <a:spcPct val="100000"/>
              </a:lnSpc>
              <a:spcBef>
                <a:spcPts val="0"/>
              </a:spcBef>
              <a:spcAft>
                <a:spcPts val="0"/>
              </a:spcAft>
              <a:buSzPts val="1800"/>
              <a:buFont typeface="IBM Plex Sans Medium"/>
              <a:buNone/>
              <a:defRPr sz="1800">
                <a:latin typeface="IBM Plex Sans Medium"/>
                <a:ea typeface="IBM Plex Sans Medium"/>
                <a:cs typeface="IBM Plex Sans Medium"/>
                <a:sym typeface="IBM Plex Sans Medium"/>
              </a:defRPr>
            </a:lvl4pPr>
            <a:lvl5pPr lvl="4" rtl="0">
              <a:lnSpc>
                <a:spcPct val="100000"/>
              </a:lnSpc>
              <a:spcBef>
                <a:spcPts val="0"/>
              </a:spcBef>
              <a:spcAft>
                <a:spcPts val="0"/>
              </a:spcAft>
              <a:buSzPts val="1800"/>
              <a:buFont typeface="IBM Plex Sans Medium"/>
              <a:buNone/>
              <a:defRPr sz="1800">
                <a:latin typeface="IBM Plex Sans Medium"/>
                <a:ea typeface="IBM Plex Sans Medium"/>
                <a:cs typeface="IBM Plex Sans Medium"/>
                <a:sym typeface="IBM Plex Sans Medium"/>
              </a:defRPr>
            </a:lvl5pPr>
            <a:lvl6pPr lvl="5" rtl="0">
              <a:lnSpc>
                <a:spcPct val="100000"/>
              </a:lnSpc>
              <a:spcBef>
                <a:spcPts val="0"/>
              </a:spcBef>
              <a:spcAft>
                <a:spcPts val="0"/>
              </a:spcAft>
              <a:buSzPts val="1800"/>
              <a:buFont typeface="IBM Plex Sans Medium"/>
              <a:buNone/>
              <a:defRPr sz="1800">
                <a:latin typeface="IBM Plex Sans Medium"/>
                <a:ea typeface="IBM Plex Sans Medium"/>
                <a:cs typeface="IBM Plex Sans Medium"/>
                <a:sym typeface="IBM Plex Sans Medium"/>
              </a:defRPr>
            </a:lvl6pPr>
            <a:lvl7pPr lvl="6" rtl="0">
              <a:lnSpc>
                <a:spcPct val="100000"/>
              </a:lnSpc>
              <a:spcBef>
                <a:spcPts val="0"/>
              </a:spcBef>
              <a:spcAft>
                <a:spcPts val="0"/>
              </a:spcAft>
              <a:buSzPts val="1800"/>
              <a:buFont typeface="IBM Plex Sans Medium"/>
              <a:buNone/>
              <a:defRPr sz="1800">
                <a:latin typeface="IBM Plex Sans Medium"/>
                <a:ea typeface="IBM Plex Sans Medium"/>
                <a:cs typeface="IBM Plex Sans Medium"/>
                <a:sym typeface="IBM Plex Sans Medium"/>
              </a:defRPr>
            </a:lvl7pPr>
            <a:lvl8pPr lvl="7" rtl="0">
              <a:lnSpc>
                <a:spcPct val="100000"/>
              </a:lnSpc>
              <a:spcBef>
                <a:spcPts val="0"/>
              </a:spcBef>
              <a:spcAft>
                <a:spcPts val="0"/>
              </a:spcAft>
              <a:buSzPts val="1800"/>
              <a:buFont typeface="IBM Plex Sans Medium"/>
              <a:buNone/>
              <a:defRPr sz="1800">
                <a:latin typeface="IBM Plex Sans Medium"/>
                <a:ea typeface="IBM Plex Sans Medium"/>
                <a:cs typeface="IBM Plex Sans Medium"/>
                <a:sym typeface="IBM Plex Sans Medium"/>
              </a:defRPr>
            </a:lvl8pPr>
            <a:lvl9pPr lvl="8" rtl="0">
              <a:lnSpc>
                <a:spcPct val="100000"/>
              </a:lnSpc>
              <a:spcBef>
                <a:spcPts val="0"/>
              </a:spcBef>
              <a:spcAft>
                <a:spcPts val="0"/>
              </a:spcAft>
              <a:buSzPts val="1800"/>
              <a:buFont typeface="IBM Plex Sans Medium"/>
              <a:buNone/>
              <a:defRPr sz="1800">
                <a:latin typeface="IBM Plex Sans Medium"/>
                <a:ea typeface="IBM Plex Sans Medium"/>
                <a:cs typeface="IBM Plex Sans Medium"/>
                <a:sym typeface="IBM Plex Sans Medium"/>
              </a:defRPr>
            </a:lvl9pPr>
          </a:lstStyle>
          <a:p>
            <a:endParaRPr/>
          </a:p>
        </p:txBody>
      </p:sp>
      <p:pic>
        <p:nvPicPr>
          <p:cNvPr id="250" name="Google Shape;250;p24"/>
          <p:cNvPicPr preferRelativeResize="0"/>
          <p:nvPr/>
        </p:nvPicPr>
        <p:blipFill>
          <a:blip r:embed="rId2">
            <a:alphaModFix/>
          </a:blip>
          <a:stretch>
            <a:fillRect/>
          </a:stretch>
        </p:blipFill>
        <p:spPr>
          <a:xfrm>
            <a:off x="8565901" y="154375"/>
            <a:ext cx="424850" cy="428248"/>
          </a:xfrm>
          <a:prstGeom prst="rect">
            <a:avLst/>
          </a:prstGeom>
          <a:noFill/>
          <a:ln>
            <a:noFill/>
          </a:ln>
        </p:spPr>
      </p:pic>
      <p:grpSp>
        <p:nvGrpSpPr>
          <p:cNvPr id="251" name="Google Shape;251;p24"/>
          <p:cNvGrpSpPr/>
          <p:nvPr/>
        </p:nvGrpSpPr>
        <p:grpSpPr>
          <a:xfrm>
            <a:off x="2863565" y="2276118"/>
            <a:ext cx="677141" cy="677158"/>
            <a:chOff x="2845795" y="3435696"/>
            <a:chExt cx="715718" cy="715736"/>
          </a:xfrm>
        </p:grpSpPr>
        <p:sp>
          <p:nvSpPr>
            <p:cNvPr id="252" name="Google Shape;252;p24"/>
            <p:cNvSpPr/>
            <p:nvPr/>
          </p:nvSpPr>
          <p:spPr>
            <a:xfrm rot="-2700000">
              <a:off x="2968893" y="3543019"/>
              <a:ext cx="481964" cy="504450"/>
            </a:xfrm>
            <a:prstGeom prst="roundRect">
              <a:avLst>
                <a:gd name="adj" fmla="val 5808"/>
              </a:avLst>
            </a:prstGeom>
            <a:solidFill>
              <a:schemeClr val="dk1"/>
            </a:solidFill>
            <a:ln>
              <a:noFill/>
            </a:ln>
          </p:spPr>
          <p:txBody>
            <a:bodyPr spcFirstLastPara="1" wrap="square" lIns="0" tIns="0" rIns="0" bIns="0" anchor="ctr" anchorCtr="0">
              <a:noAutofit/>
            </a:bodyPr>
            <a:lstStyle/>
            <a:p>
              <a:pPr marL="0" lvl="0" indent="0" algn="ctr" rtl="0">
                <a:spcBef>
                  <a:spcPts val="0"/>
                </a:spcBef>
                <a:spcAft>
                  <a:spcPts val="0"/>
                </a:spcAft>
                <a:buNone/>
              </a:pPr>
              <a:endParaRPr sz="800" b="1">
                <a:solidFill>
                  <a:srgbClr val="FFFFFF"/>
                </a:solidFill>
                <a:latin typeface="IBM Plex Sans"/>
                <a:ea typeface="IBM Plex Sans"/>
                <a:cs typeface="IBM Plex Sans"/>
                <a:sym typeface="IBM Plex Sans"/>
              </a:endParaRPr>
            </a:p>
          </p:txBody>
        </p:sp>
        <p:sp>
          <p:nvSpPr>
            <p:cNvPr id="253" name="Google Shape;253;p24"/>
            <p:cNvSpPr/>
            <p:nvPr/>
          </p:nvSpPr>
          <p:spPr>
            <a:xfrm rot="5400000">
              <a:off x="2927363" y="3517289"/>
              <a:ext cx="552565" cy="552565"/>
            </a:xfrm>
            <a:custGeom>
              <a:avLst/>
              <a:gdLst/>
              <a:ahLst/>
              <a:cxnLst/>
              <a:rect l="l" t="t" r="r" b="b"/>
              <a:pathLst>
                <a:path w="62845" h="62845" extrusionOk="0">
                  <a:moveTo>
                    <a:pt x="31422" y="2742"/>
                  </a:moveTo>
                  <a:lnTo>
                    <a:pt x="60103" y="31423"/>
                  </a:lnTo>
                  <a:lnTo>
                    <a:pt x="31422" y="60103"/>
                  </a:lnTo>
                  <a:lnTo>
                    <a:pt x="2742" y="31423"/>
                  </a:lnTo>
                  <a:lnTo>
                    <a:pt x="31422" y="2742"/>
                  </a:lnTo>
                  <a:close/>
                  <a:moveTo>
                    <a:pt x="31422" y="1"/>
                  </a:moveTo>
                  <a:lnTo>
                    <a:pt x="0" y="31423"/>
                  </a:lnTo>
                  <a:lnTo>
                    <a:pt x="31422" y="62844"/>
                  </a:lnTo>
                  <a:lnTo>
                    <a:pt x="62844" y="31423"/>
                  </a:lnTo>
                  <a:lnTo>
                    <a:pt x="31422" y="1"/>
                  </a:lnTo>
                  <a:close/>
                </a:path>
              </a:pathLst>
            </a:custGeom>
            <a:solidFill>
              <a:srgbClr val="FFB7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 name="Google Shape;254;p24"/>
            <p:cNvSpPr/>
            <p:nvPr/>
          </p:nvSpPr>
          <p:spPr>
            <a:xfrm rot="5400000">
              <a:off x="2845787" y="3435705"/>
              <a:ext cx="715736" cy="715718"/>
            </a:xfrm>
            <a:custGeom>
              <a:avLst/>
              <a:gdLst/>
              <a:ahLst/>
              <a:cxnLst/>
              <a:rect l="l" t="t" r="r" b="b"/>
              <a:pathLst>
                <a:path w="81403" h="81401" extrusionOk="0">
                  <a:moveTo>
                    <a:pt x="40701" y="2741"/>
                  </a:moveTo>
                  <a:lnTo>
                    <a:pt x="78661" y="40701"/>
                  </a:lnTo>
                  <a:lnTo>
                    <a:pt x="40701" y="78660"/>
                  </a:lnTo>
                  <a:lnTo>
                    <a:pt x="2742" y="40701"/>
                  </a:lnTo>
                  <a:lnTo>
                    <a:pt x="40701" y="2741"/>
                  </a:lnTo>
                  <a:close/>
                  <a:moveTo>
                    <a:pt x="40701" y="0"/>
                  </a:moveTo>
                  <a:lnTo>
                    <a:pt x="0" y="40701"/>
                  </a:lnTo>
                  <a:lnTo>
                    <a:pt x="40701" y="81401"/>
                  </a:lnTo>
                  <a:lnTo>
                    <a:pt x="81402" y="40701"/>
                  </a:lnTo>
                  <a:lnTo>
                    <a:pt x="40701" y="0"/>
                  </a:lnTo>
                  <a:close/>
                </a:path>
              </a:pathLst>
            </a:custGeom>
            <a:solidFill>
              <a:srgbClr val="D0B08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55" name="Google Shape;255;p24"/>
          <p:cNvGrpSpPr/>
          <p:nvPr/>
        </p:nvGrpSpPr>
        <p:grpSpPr>
          <a:xfrm>
            <a:off x="2909414" y="1306965"/>
            <a:ext cx="586379" cy="589795"/>
            <a:chOff x="2909062" y="1968929"/>
            <a:chExt cx="619786" cy="623396"/>
          </a:xfrm>
        </p:grpSpPr>
        <p:sp>
          <p:nvSpPr>
            <p:cNvPr id="256" name="Google Shape;256;p24"/>
            <p:cNvSpPr/>
            <p:nvPr/>
          </p:nvSpPr>
          <p:spPr>
            <a:xfrm>
              <a:off x="2927375" y="1970125"/>
              <a:ext cx="595200" cy="622200"/>
            </a:xfrm>
            <a:prstGeom prst="roundRect">
              <a:avLst>
                <a:gd name="adj" fmla="val 0"/>
              </a:avLst>
            </a:prstGeom>
            <a:solidFill>
              <a:schemeClr val="dk1"/>
            </a:solidFill>
            <a:ln>
              <a:noFill/>
            </a:ln>
          </p:spPr>
          <p:txBody>
            <a:bodyPr spcFirstLastPara="1" wrap="square" lIns="0" tIns="0" rIns="0" bIns="0" anchor="ctr" anchorCtr="0">
              <a:noAutofit/>
            </a:bodyPr>
            <a:lstStyle/>
            <a:p>
              <a:pPr marL="0" lvl="0" indent="0" algn="ctr" rtl="0">
                <a:spcBef>
                  <a:spcPts val="0"/>
                </a:spcBef>
                <a:spcAft>
                  <a:spcPts val="0"/>
                </a:spcAft>
                <a:buNone/>
              </a:pPr>
              <a:endParaRPr sz="800" b="1">
                <a:solidFill>
                  <a:srgbClr val="FFFFFF"/>
                </a:solidFill>
                <a:latin typeface="IBM Plex Sans"/>
                <a:ea typeface="IBM Plex Sans"/>
                <a:cs typeface="IBM Plex Sans"/>
                <a:sym typeface="IBM Plex Sans"/>
              </a:endParaRPr>
            </a:p>
          </p:txBody>
        </p:sp>
        <p:sp>
          <p:nvSpPr>
            <p:cNvPr id="257" name="Google Shape;257;p24"/>
            <p:cNvSpPr/>
            <p:nvPr/>
          </p:nvSpPr>
          <p:spPr>
            <a:xfrm rot="5400000">
              <a:off x="2978554" y="2040701"/>
              <a:ext cx="480801" cy="478521"/>
            </a:xfrm>
            <a:custGeom>
              <a:avLst/>
              <a:gdLst/>
              <a:ahLst/>
              <a:cxnLst/>
              <a:rect l="l" t="t" r="r" b="b"/>
              <a:pathLst>
                <a:path w="44498" h="44287" extrusionOk="0">
                  <a:moveTo>
                    <a:pt x="42599" y="1899"/>
                  </a:moveTo>
                  <a:lnTo>
                    <a:pt x="42599" y="42388"/>
                  </a:lnTo>
                  <a:lnTo>
                    <a:pt x="1899" y="42388"/>
                  </a:lnTo>
                  <a:lnTo>
                    <a:pt x="1899" y="1899"/>
                  </a:lnTo>
                  <a:close/>
                  <a:moveTo>
                    <a:pt x="1" y="1"/>
                  </a:moveTo>
                  <a:lnTo>
                    <a:pt x="1" y="44286"/>
                  </a:lnTo>
                  <a:lnTo>
                    <a:pt x="44497" y="44286"/>
                  </a:lnTo>
                  <a:lnTo>
                    <a:pt x="44497" y="1"/>
                  </a:lnTo>
                  <a:close/>
                </a:path>
              </a:pathLst>
            </a:custGeom>
            <a:solidFill>
              <a:srgbClr val="D2FF1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 name="Google Shape;258;p24"/>
            <p:cNvSpPr/>
            <p:nvPr/>
          </p:nvSpPr>
          <p:spPr>
            <a:xfrm rot="5400000">
              <a:off x="2907922" y="1970069"/>
              <a:ext cx="622065" cy="619786"/>
            </a:xfrm>
            <a:custGeom>
              <a:avLst/>
              <a:gdLst/>
              <a:ahLst/>
              <a:cxnLst/>
              <a:rect l="l" t="t" r="r" b="b"/>
              <a:pathLst>
                <a:path w="57572" h="57361" extrusionOk="0">
                  <a:moveTo>
                    <a:pt x="55674" y="1898"/>
                  </a:moveTo>
                  <a:lnTo>
                    <a:pt x="55674" y="55463"/>
                  </a:lnTo>
                  <a:lnTo>
                    <a:pt x="1898" y="55463"/>
                  </a:lnTo>
                  <a:lnTo>
                    <a:pt x="1898" y="1898"/>
                  </a:lnTo>
                  <a:close/>
                  <a:moveTo>
                    <a:pt x="0" y="0"/>
                  </a:moveTo>
                  <a:lnTo>
                    <a:pt x="0" y="57361"/>
                  </a:lnTo>
                  <a:lnTo>
                    <a:pt x="57572" y="57361"/>
                  </a:lnTo>
                  <a:lnTo>
                    <a:pt x="57572"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59" name="Google Shape;259;p24"/>
          <p:cNvGrpSpPr/>
          <p:nvPr/>
        </p:nvGrpSpPr>
        <p:grpSpPr>
          <a:xfrm>
            <a:off x="2901427" y="300209"/>
            <a:ext cx="608240" cy="596358"/>
            <a:chOff x="2900621" y="646204"/>
            <a:chExt cx="642892" cy="630333"/>
          </a:xfrm>
        </p:grpSpPr>
        <p:sp>
          <p:nvSpPr>
            <p:cNvPr id="260" name="Google Shape;260;p24"/>
            <p:cNvSpPr/>
            <p:nvPr/>
          </p:nvSpPr>
          <p:spPr>
            <a:xfrm>
              <a:off x="2916512" y="646204"/>
              <a:ext cx="627000" cy="627000"/>
            </a:xfrm>
            <a:prstGeom prst="roundRect">
              <a:avLst>
                <a:gd name="adj" fmla="val 50000"/>
              </a:avLst>
            </a:prstGeom>
            <a:solidFill>
              <a:schemeClr val="dk1"/>
            </a:solidFill>
            <a:ln>
              <a:noFill/>
            </a:ln>
          </p:spPr>
          <p:txBody>
            <a:bodyPr spcFirstLastPara="1" wrap="square" lIns="0" tIns="0" rIns="0" bIns="0" anchor="ctr" anchorCtr="0">
              <a:noAutofit/>
            </a:bodyPr>
            <a:lstStyle/>
            <a:p>
              <a:pPr marL="0" lvl="0" indent="0" algn="ctr" rtl="0">
                <a:spcBef>
                  <a:spcPts val="0"/>
                </a:spcBef>
                <a:spcAft>
                  <a:spcPts val="0"/>
                </a:spcAft>
                <a:buNone/>
              </a:pPr>
              <a:endParaRPr sz="800" b="1">
                <a:solidFill>
                  <a:srgbClr val="FFFFFF"/>
                </a:solidFill>
                <a:latin typeface="IBM Plex Sans"/>
                <a:ea typeface="IBM Plex Sans"/>
                <a:cs typeface="IBM Plex Sans"/>
                <a:sym typeface="IBM Plex Sans"/>
              </a:endParaRPr>
            </a:p>
          </p:txBody>
        </p:sp>
        <p:sp>
          <p:nvSpPr>
            <p:cNvPr id="261" name="Google Shape;261;p24"/>
            <p:cNvSpPr/>
            <p:nvPr/>
          </p:nvSpPr>
          <p:spPr>
            <a:xfrm rot="5400000">
              <a:off x="2971253" y="720545"/>
              <a:ext cx="485350" cy="485350"/>
            </a:xfrm>
            <a:custGeom>
              <a:avLst/>
              <a:gdLst/>
              <a:ahLst/>
              <a:cxnLst/>
              <a:rect l="l" t="t" r="r" b="b"/>
              <a:pathLst>
                <a:path w="44919" h="44919" extrusionOk="0">
                  <a:moveTo>
                    <a:pt x="24463" y="1898"/>
                  </a:moveTo>
                  <a:lnTo>
                    <a:pt x="26572" y="2320"/>
                  </a:lnTo>
                  <a:lnTo>
                    <a:pt x="28470" y="2742"/>
                  </a:lnTo>
                  <a:lnTo>
                    <a:pt x="30368" y="3585"/>
                  </a:lnTo>
                  <a:lnTo>
                    <a:pt x="32266" y="4429"/>
                  </a:lnTo>
                  <a:lnTo>
                    <a:pt x="33953" y="5483"/>
                  </a:lnTo>
                  <a:lnTo>
                    <a:pt x="35429" y="6538"/>
                  </a:lnTo>
                  <a:lnTo>
                    <a:pt x="36905" y="7803"/>
                  </a:lnTo>
                  <a:lnTo>
                    <a:pt x="38382" y="9279"/>
                  </a:lnTo>
                  <a:lnTo>
                    <a:pt x="39436" y="10966"/>
                  </a:lnTo>
                  <a:lnTo>
                    <a:pt x="40490" y="12653"/>
                  </a:lnTo>
                  <a:lnTo>
                    <a:pt x="41334" y="14340"/>
                  </a:lnTo>
                  <a:lnTo>
                    <a:pt x="41967" y="16238"/>
                  </a:lnTo>
                  <a:lnTo>
                    <a:pt x="42599" y="18347"/>
                  </a:lnTo>
                  <a:lnTo>
                    <a:pt x="42810" y="20245"/>
                  </a:lnTo>
                  <a:lnTo>
                    <a:pt x="43021" y="22354"/>
                  </a:lnTo>
                  <a:lnTo>
                    <a:pt x="42810" y="24463"/>
                  </a:lnTo>
                  <a:lnTo>
                    <a:pt x="42599" y="26572"/>
                  </a:lnTo>
                  <a:lnTo>
                    <a:pt x="41967" y="28469"/>
                  </a:lnTo>
                  <a:lnTo>
                    <a:pt x="41334" y="30367"/>
                  </a:lnTo>
                  <a:lnTo>
                    <a:pt x="40490" y="32265"/>
                  </a:lnTo>
                  <a:lnTo>
                    <a:pt x="39436" y="33952"/>
                  </a:lnTo>
                  <a:lnTo>
                    <a:pt x="38382" y="35429"/>
                  </a:lnTo>
                  <a:lnTo>
                    <a:pt x="36905" y="36905"/>
                  </a:lnTo>
                  <a:lnTo>
                    <a:pt x="35429" y="38170"/>
                  </a:lnTo>
                  <a:lnTo>
                    <a:pt x="33953" y="39435"/>
                  </a:lnTo>
                  <a:lnTo>
                    <a:pt x="32266" y="40490"/>
                  </a:lnTo>
                  <a:lnTo>
                    <a:pt x="30368" y="41333"/>
                  </a:lnTo>
                  <a:lnTo>
                    <a:pt x="28470" y="41966"/>
                  </a:lnTo>
                  <a:lnTo>
                    <a:pt x="26572" y="42599"/>
                  </a:lnTo>
                  <a:lnTo>
                    <a:pt x="24463" y="42810"/>
                  </a:lnTo>
                  <a:lnTo>
                    <a:pt x="22354" y="43020"/>
                  </a:lnTo>
                  <a:lnTo>
                    <a:pt x="20456" y="42810"/>
                  </a:lnTo>
                  <a:lnTo>
                    <a:pt x="18347" y="42599"/>
                  </a:lnTo>
                  <a:lnTo>
                    <a:pt x="16449" y="41966"/>
                  </a:lnTo>
                  <a:lnTo>
                    <a:pt x="14551" y="41333"/>
                  </a:lnTo>
                  <a:lnTo>
                    <a:pt x="12653" y="40490"/>
                  </a:lnTo>
                  <a:lnTo>
                    <a:pt x="10966" y="39435"/>
                  </a:lnTo>
                  <a:lnTo>
                    <a:pt x="9490" y="38170"/>
                  </a:lnTo>
                  <a:lnTo>
                    <a:pt x="8014" y="36905"/>
                  </a:lnTo>
                  <a:lnTo>
                    <a:pt x="6538" y="35429"/>
                  </a:lnTo>
                  <a:lnTo>
                    <a:pt x="5483" y="33952"/>
                  </a:lnTo>
                  <a:lnTo>
                    <a:pt x="4429" y="32265"/>
                  </a:lnTo>
                  <a:lnTo>
                    <a:pt x="3585" y="30367"/>
                  </a:lnTo>
                  <a:lnTo>
                    <a:pt x="2742" y="28469"/>
                  </a:lnTo>
                  <a:lnTo>
                    <a:pt x="2320" y="26572"/>
                  </a:lnTo>
                  <a:lnTo>
                    <a:pt x="2109" y="24463"/>
                  </a:lnTo>
                  <a:lnTo>
                    <a:pt x="1898" y="22354"/>
                  </a:lnTo>
                  <a:lnTo>
                    <a:pt x="2109" y="20245"/>
                  </a:lnTo>
                  <a:lnTo>
                    <a:pt x="2320" y="18347"/>
                  </a:lnTo>
                  <a:lnTo>
                    <a:pt x="2742" y="16238"/>
                  </a:lnTo>
                  <a:lnTo>
                    <a:pt x="3585" y="14340"/>
                  </a:lnTo>
                  <a:lnTo>
                    <a:pt x="4429" y="12653"/>
                  </a:lnTo>
                  <a:lnTo>
                    <a:pt x="5483" y="10966"/>
                  </a:lnTo>
                  <a:lnTo>
                    <a:pt x="6538" y="9279"/>
                  </a:lnTo>
                  <a:lnTo>
                    <a:pt x="8014" y="7803"/>
                  </a:lnTo>
                  <a:lnTo>
                    <a:pt x="9490" y="6538"/>
                  </a:lnTo>
                  <a:lnTo>
                    <a:pt x="10966" y="5483"/>
                  </a:lnTo>
                  <a:lnTo>
                    <a:pt x="12653" y="4429"/>
                  </a:lnTo>
                  <a:lnTo>
                    <a:pt x="14551" y="3585"/>
                  </a:lnTo>
                  <a:lnTo>
                    <a:pt x="16449" y="2742"/>
                  </a:lnTo>
                  <a:lnTo>
                    <a:pt x="18347" y="2320"/>
                  </a:lnTo>
                  <a:lnTo>
                    <a:pt x="20456" y="1898"/>
                  </a:lnTo>
                  <a:close/>
                  <a:moveTo>
                    <a:pt x="20245" y="0"/>
                  </a:moveTo>
                  <a:lnTo>
                    <a:pt x="17926" y="422"/>
                  </a:lnTo>
                  <a:lnTo>
                    <a:pt x="15817" y="844"/>
                  </a:lnTo>
                  <a:lnTo>
                    <a:pt x="13708" y="1687"/>
                  </a:lnTo>
                  <a:lnTo>
                    <a:pt x="11810" y="2742"/>
                  </a:lnTo>
                  <a:lnTo>
                    <a:pt x="9912" y="3796"/>
                  </a:lnTo>
                  <a:lnTo>
                    <a:pt x="8225" y="5061"/>
                  </a:lnTo>
                  <a:lnTo>
                    <a:pt x="6538" y="6538"/>
                  </a:lnTo>
                  <a:lnTo>
                    <a:pt x="5062" y="8014"/>
                  </a:lnTo>
                  <a:lnTo>
                    <a:pt x="3796" y="9912"/>
                  </a:lnTo>
                  <a:lnTo>
                    <a:pt x="2742" y="11599"/>
                  </a:lnTo>
                  <a:lnTo>
                    <a:pt x="1687" y="13708"/>
                  </a:lnTo>
                  <a:lnTo>
                    <a:pt x="1055" y="15816"/>
                  </a:lnTo>
                  <a:lnTo>
                    <a:pt x="422" y="17925"/>
                  </a:lnTo>
                  <a:lnTo>
                    <a:pt x="0" y="20034"/>
                  </a:lnTo>
                  <a:lnTo>
                    <a:pt x="0" y="22354"/>
                  </a:lnTo>
                  <a:lnTo>
                    <a:pt x="0" y="24674"/>
                  </a:lnTo>
                  <a:lnTo>
                    <a:pt x="422" y="26993"/>
                  </a:lnTo>
                  <a:lnTo>
                    <a:pt x="1055" y="29102"/>
                  </a:lnTo>
                  <a:lnTo>
                    <a:pt x="1687" y="31211"/>
                  </a:lnTo>
                  <a:lnTo>
                    <a:pt x="2742" y="33109"/>
                  </a:lnTo>
                  <a:lnTo>
                    <a:pt x="3796" y="35007"/>
                  </a:lnTo>
                  <a:lnTo>
                    <a:pt x="5062" y="36694"/>
                  </a:lnTo>
                  <a:lnTo>
                    <a:pt x="6538" y="38381"/>
                  </a:lnTo>
                  <a:lnTo>
                    <a:pt x="8225" y="39646"/>
                  </a:lnTo>
                  <a:lnTo>
                    <a:pt x="9912" y="41123"/>
                  </a:lnTo>
                  <a:lnTo>
                    <a:pt x="11810" y="42177"/>
                  </a:lnTo>
                  <a:lnTo>
                    <a:pt x="13708" y="43020"/>
                  </a:lnTo>
                  <a:lnTo>
                    <a:pt x="15817" y="43864"/>
                  </a:lnTo>
                  <a:lnTo>
                    <a:pt x="17926" y="44497"/>
                  </a:lnTo>
                  <a:lnTo>
                    <a:pt x="20245" y="44708"/>
                  </a:lnTo>
                  <a:lnTo>
                    <a:pt x="22354" y="44918"/>
                  </a:lnTo>
                  <a:lnTo>
                    <a:pt x="24674" y="44708"/>
                  </a:lnTo>
                  <a:lnTo>
                    <a:pt x="26994" y="44497"/>
                  </a:lnTo>
                  <a:lnTo>
                    <a:pt x="29103" y="43864"/>
                  </a:lnTo>
                  <a:lnTo>
                    <a:pt x="31211" y="43020"/>
                  </a:lnTo>
                  <a:lnTo>
                    <a:pt x="33109" y="42177"/>
                  </a:lnTo>
                  <a:lnTo>
                    <a:pt x="35007" y="41123"/>
                  </a:lnTo>
                  <a:lnTo>
                    <a:pt x="36694" y="39646"/>
                  </a:lnTo>
                  <a:lnTo>
                    <a:pt x="38382" y="38381"/>
                  </a:lnTo>
                  <a:lnTo>
                    <a:pt x="39858" y="36694"/>
                  </a:lnTo>
                  <a:lnTo>
                    <a:pt x="41123" y="35007"/>
                  </a:lnTo>
                  <a:lnTo>
                    <a:pt x="42177" y="33109"/>
                  </a:lnTo>
                  <a:lnTo>
                    <a:pt x="43232" y="31211"/>
                  </a:lnTo>
                  <a:lnTo>
                    <a:pt x="43865" y="29102"/>
                  </a:lnTo>
                  <a:lnTo>
                    <a:pt x="44497" y="26993"/>
                  </a:lnTo>
                  <a:lnTo>
                    <a:pt x="44708" y="24674"/>
                  </a:lnTo>
                  <a:lnTo>
                    <a:pt x="44919" y="22354"/>
                  </a:lnTo>
                  <a:lnTo>
                    <a:pt x="44708" y="20034"/>
                  </a:lnTo>
                  <a:lnTo>
                    <a:pt x="44497" y="17925"/>
                  </a:lnTo>
                  <a:lnTo>
                    <a:pt x="43865" y="15816"/>
                  </a:lnTo>
                  <a:lnTo>
                    <a:pt x="43232" y="13708"/>
                  </a:lnTo>
                  <a:lnTo>
                    <a:pt x="42177" y="11599"/>
                  </a:lnTo>
                  <a:lnTo>
                    <a:pt x="41123" y="9912"/>
                  </a:lnTo>
                  <a:lnTo>
                    <a:pt x="39858" y="8014"/>
                  </a:lnTo>
                  <a:lnTo>
                    <a:pt x="38382" y="6538"/>
                  </a:lnTo>
                  <a:lnTo>
                    <a:pt x="36694" y="5061"/>
                  </a:lnTo>
                  <a:lnTo>
                    <a:pt x="35007" y="3796"/>
                  </a:lnTo>
                  <a:lnTo>
                    <a:pt x="33109" y="2742"/>
                  </a:lnTo>
                  <a:lnTo>
                    <a:pt x="31211" y="1687"/>
                  </a:lnTo>
                  <a:lnTo>
                    <a:pt x="29103" y="844"/>
                  </a:lnTo>
                  <a:lnTo>
                    <a:pt x="26994" y="422"/>
                  </a:lnTo>
                  <a:lnTo>
                    <a:pt x="2467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 name="Google Shape;262;p24"/>
            <p:cNvSpPr/>
            <p:nvPr/>
          </p:nvSpPr>
          <p:spPr>
            <a:xfrm rot="5400000">
              <a:off x="2900621" y="647633"/>
              <a:ext cx="628905" cy="628905"/>
            </a:xfrm>
            <a:custGeom>
              <a:avLst/>
              <a:gdLst/>
              <a:ahLst/>
              <a:cxnLst/>
              <a:rect l="l" t="t" r="r" b="b"/>
              <a:pathLst>
                <a:path w="58205" h="58205" extrusionOk="0">
                  <a:moveTo>
                    <a:pt x="29102" y="1899"/>
                  </a:moveTo>
                  <a:lnTo>
                    <a:pt x="32055" y="2110"/>
                  </a:lnTo>
                  <a:lnTo>
                    <a:pt x="34585" y="2532"/>
                  </a:lnTo>
                  <a:lnTo>
                    <a:pt x="37327" y="3164"/>
                  </a:lnTo>
                  <a:lnTo>
                    <a:pt x="39857" y="4219"/>
                  </a:lnTo>
                  <a:lnTo>
                    <a:pt x="42177" y="5273"/>
                  </a:lnTo>
                  <a:lnTo>
                    <a:pt x="44286" y="6538"/>
                  </a:lnTo>
                  <a:lnTo>
                    <a:pt x="46395" y="8225"/>
                  </a:lnTo>
                  <a:lnTo>
                    <a:pt x="48293" y="9912"/>
                  </a:lnTo>
                  <a:lnTo>
                    <a:pt x="50191" y="11810"/>
                  </a:lnTo>
                  <a:lnTo>
                    <a:pt x="51667" y="13919"/>
                  </a:lnTo>
                  <a:lnTo>
                    <a:pt x="53143" y="16239"/>
                  </a:lnTo>
                  <a:lnTo>
                    <a:pt x="54198" y="18559"/>
                  </a:lnTo>
                  <a:lnTo>
                    <a:pt x="55041" y="21089"/>
                  </a:lnTo>
                  <a:lnTo>
                    <a:pt x="55885" y="23620"/>
                  </a:lnTo>
                  <a:lnTo>
                    <a:pt x="56306" y="26361"/>
                  </a:lnTo>
                  <a:lnTo>
                    <a:pt x="56306" y="29103"/>
                  </a:lnTo>
                  <a:lnTo>
                    <a:pt x="56306" y="31844"/>
                  </a:lnTo>
                  <a:lnTo>
                    <a:pt x="55885" y="34586"/>
                  </a:lnTo>
                  <a:lnTo>
                    <a:pt x="55041" y="37116"/>
                  </a:lnTo>
                  <a:lnTo>
                    <a:pt x="54198" y="39647"/>
                  </a:lnTo>
                  <a:lnTo>
                    <a:pt x="53143" y="42178"/>
                  </a:lnTo>
                  <a:lnTo>
                    <a:pt x="51667" y="44286"/>
                  </a:lnTo>
                  <a:lnTo>
                    <a:pt x="50191" y="46395"/>
                  </a:lnTo>
                  <a:lnTo>
                    <a:pt x="48293" y="48293"/>
                  </a:lnTo>
                  <a:lnTo>
                    <a:pt x="46395" y="50191"/>
                  </a:lnTo>
                  <a:lnTo>
                    <a:pt x="44286" y="51667"/>
                  </a:lnTo>
                  <a:lnTo>
                    <a:pt x="42177" y="52933"/>
                  </a:lnTo>
                  <a:lnTo>
                    <a:pt x="39857" y="54198"/>
                  </a:lnTo>
                  <a:lnTo>
                    <a:pt x="37327" y="55042"/>
                  </a:lnTo>
                  <a:lnTo>
                    <a:pt x="34585" y="55674"/>
                  </a:lnTo>
                  <a:lnTo>
                    <a:pt x="32055" y="56096"/>
                  </a:lnTo>
                  <a:lnTo>
                    <a:pt x="29102" y="56307"/>
                  </a:lnTo>
                  <a:lnTo>
                    <a:pt x="26361" y="56096"/>
                  </a:lnTo>
                  <a:lnTo>
                    <a:pt x="23830" y="55674"/>
                  </a:lnTo>
                  <a:lnTo>
                    <a:pt x="21089" y="55042"/>
                  </a:lnTo>
                  <a:lnTo>
                    <a:pt x="18558" y="54198"/>
                  </a:lnTo>
                  <a:lnTo>
                    <a:pt x="16238" y="52933"/>
                  </a:lnTo>
                  <a:lnTo>
                    <a:pt x="13918" y="51667"/>
                  </a:lnTo>
                  <a:lnTo>
                    <a:pt x="12020" y="50191"/>
                  </a:lnTo>
                  <a:lnTo>
                    <a:pt x="9912" y="48293"/>
                  </a:lnTo>
                  <a:lnTo>
                    <a:pt x="8225" y="46395"/>
                  </a:lnTo>
                  <a:lnTo>
                    <a:pt x="6748" y="44286"/>
                  </a:lnTo>
                  <a:lnTo>
                    <a:pt x="5272" y="42178"/>
                  </a:lnTo>
                  <a:lnTo>
                    <a:pt x="4218" y="39647"/>
                  </a:lnTo>
                  <a:lnTo>
                    <a:pt x="3163" y="37116"/>
                  </a:lnTo>
                  <a:lnTo>
                    <a:pt x="2531" y="34586"/>
                  </a:lnTo>
                  <a:lnTo>
                    <a:pt x="2109" y="31844"/>
                  </a:lnTo>
                  <a:lnTo>
                    <a:pt x="2109" y="29103"/>
                  </a:lnTo>
                  <a:lnTo>
                    <a:pt x="2109" y="26361"/>
                  </a:lnTo>
                  <a:lnTo>
                    <a:pt x="2531" y="23620"/>
                  </a:lnTo>
                  <a:lnTo>
                    <a:pt x="3163" y="21089"/>
                  </a:lnTo>
                  <a:lnTo>
                    <a:pt x="4218" y="18559"/>
                  </a:lnTo>
                  <a:lnTo>
                    <a:pt x="5272" y="16239"/>
                  </a:lnTo>
                  <a:lnTo>
                    <a:pt x="6748" y="13919"/>
                  </a:lnTo>
                  <a:lnTo>
                    <a:pt x="8225" y="11810"/>
                  </a:lnTo>
                  <a:lnTo>
                    <a:pt x="9912" y="9912"/>
                  </a:lnTo>
                  <a:lnTo>
                    <a:pt x="12020" y="8225"/>
                  </a:lnTo>
                  <a:lnTo>
                    <a:pt x="13918" y="6538"/>
                  </a:lnTo>
                  <a:lnTo>
                    <a:pt x="16238" y="5273"/>
                  </a:lnTo>
                  <a:lnTo>
                    <a:pt x="18558" y="4219"/>
                  </a:lnTo>
                  <a:lnTo>
                    <a:pt x="21089" y="3164"/>
                  </a:lnTo>
                  <a:lnTo>
                    <a:pt x="23830" y="2532"/>
                  </a:lnTo>
                  <a:lnTo>
                    <a:pt x="26361" y="2110"/>
                  </a:lnTo>
                  <a:lnTo>
                    <a:pt x="29102" y="1899"/>
                  </a:lnTo>
                  <a:close/>
                  <a:moveTo>
                    <a:pt x="29102" y="1"/>
                  </a:moveTo>
                  <a:lnTo>
                    <a:pt x="26150" y="212"/>
                  </a:lnTo>
                  <a:lnTo>
                    <a:pt x="23408" y="634"/>
                  </a:lnTo>
                  <a:lnTo>
                    <a:pt x="20456" y="1266"/>
                  </a:lnTo>
                  <a:lnTo>
                    <a:pt x="17925" y="2321"/>
                  </a:lnTo>
                  <a:lnTo>
                    <a:pt x="15395" y="3586"/>
                  </a:lnTo>
                  <a:lnTo>
                    <a:pt x="12864" y="5062"/>
                  </a:lnTo>
                  <a:lnTo>
                    <a:pt x="10755" y="6749"/>
                  </a:lnTo>
                  <a:lnTo>
                    <a:pt x="8646" y="8647"/>
                  </a:lnTo>
                  <a:lnTo>
                    <a:pt x="6748" y="10545"/>
                  </a:lnTo>
                  <a:lnTo>
                    <a:pt x="5061" y="12865"/>
                  </a:lnTo>
                  <a:lnTo>
                    <a:pt x="3585" y="15395"/>
                  </a:lnTo>
                  <a:lnTo>
                    <a:pt x="2320" y="17926"/>
                  </a:lnTo>
                  <a:lnTo>
                    <a:pt x="1476" y="20457"/>
                  </a:lnTo>
                  <a:lnTo>
                    <a:pt x="633" y="23198"/>
                  </a:lnTo>
                  <a:lnTo>
                    <a:pt x="211" y="26151"/>
                  </a:lnTo>
                  <a:lnTo>
                    <a:pt x="0" y="29103"/>
                  </a:lnTo>
                  <a:lnTo>
                    <a:pt x="211" y="32055"/>
                  </a:lnTo>
                  <a:lnTo>
                    <a:pt x="633" y="35008"/>
                  </a:lnTo>
                  <a:lnTo>
                    <a:pt x="1476" y="37749"/>
                  </a:lnTo>
                  <a:lnTo>
                    <a:pt x="2320" y="40491"/>
                  </a:lnTo>
                  <a:lnTo>
                    <a:pt x="3585" y="43021"/>
                  </a:lnTo>
                  <a:lnTo>
                    <a:pt x="5061" y="45341"/>
                  </a:lnTo>
                  <a:lnTo>
                    <a:pt x="6748" y="47661"/>
                  </a:lnTo>
                  <a:lnTo>
                    <a:pt x="8646" y="49769"/>
                  </a:lnTo>
                  <a:lnTo>
                    <a:pt x="10755" y="51667"/>
                  </a:lnTo>
                  <a:lnTo>
                    <a:pt x="12864" y="53354"/>
                  </a:lnTo>
                  <a:lnTo>
                    <a:pt x="15395" y="54831"/>
                  </a:lnTo>
                  <a:lnTo>
                    <a:pt x="17925" y="55885"/>
                  </a:lnTo>
                  <a:lnTo>
                    <a:pt x="20456" y="56939"/>
                  </a:lnTo>
                  <a:lnTo>
                    <a:pt x="23408" y="57572"/>
                  </a:lnTo>
                  <a:lnTo>
                    <a:pt x="26150" y="58205"/>
                  </a:lnTo>
                  <a:lnTo>
                    <a:pt x="32266" y="58205"/>
                  </a:lnTo>
                  <a:lnTo>
                    <a:pt x="35007" y="57572"/>
                  </a:lnTo>
                  <a:lnTo>
                    <a:pt x="37749" y="56939"/>
                  </a:lnTo>
                  <a:lnTo>
                    <a:pt x="40490" y="55885"/>
                  </a:lnTo>
                  <a:lnTo>
                    <a:pt x="43021" y="54831"/>
                  </a:lnTo>
                  <a:lnTo>
                    <a:pt x="45551" y="53354"/>
                  </a:lnTo>
                  <a:lnTo>
                    <a:pt x="47660" y="51667"/>
                  </a:lnTo>
                  <a:lnTo>
                    <a:pt x="49769" y="49769"/>
                  </a:lnTo>
                  <a:lnTo>
                    <a:pt x="51667" y="47661"/>
                  </a:lnTo>
                  <a:lnTo>
                    <a:pt x="53354" y="45341"/>
                  </a:lnTo>
                  <a:lnTo>
                    <a:pt x="54830" y="43021"/>
                  </a:lnTo>
                  <a:lnTo>
                    <a:pt x="56096" y="40491"/>
                  </a:lnTo>
                  <a:lnTo>
                    <a:pt x="56939" y="37749"/>
                  </a:lnTo>
                  <a:lnTo>
                    <a:pt x="57783" y="35008"/>
                  </a:lnTo>
                  <a:lnTo>
                    <a:pt x="58204" y="32055"/>
                  </a:lnTo>
                  <a:lnTo>
                    <a:pt x="58204" y="29103"/>
                  </a:lnTo>
                  <a:lnTo>
                    <a:pt x="58204" y="26151"/>
                  </a:lnTo>
                  <a:lnTo>
                    <a:pt x="57783" y="23198"/>
                  </a:lnTo>
                  <a:lnTo>
                    <a:pt x="56939" y="20457"/>
                  </a:lnTo>
                  <a:lnTo>
                    <a:pt x="56096" y="17926"/>
                  </a:lnTo>
                  <a:lnTo>
                    <a:pt x="54830" y="15395"/>
                  </a:lnTo>
                  <a:lnTo>
                    <a:pt x="53354" y="12865"/>
                  </a:lnTo>
                  <a:lnTo>
                    <a:pt x="51667" y="10545"/>
                  </a:lnTo>
                  <a:lnTo>
                    <a:pt x="49769" y="8647"/>
                  </a:lnTo>
                  <a:lnTo>
                    <a:pt x="47660" y="6749"/>
                  </a:lnTo>
                  <a:lnTo>
                    <a:pt x="45551" y="5062"/>
                  </a:lnTo>
                  <a:lnTo>
                    <a:pt x="43021" y="3586"/>
                  </a:lnTo>
                  <a:lnTo>
                    <a:pt x="40490" y="2321"/>
                  </a:lnTo>
                  <a:lnTo>
                    <a:pt x="37749" y="1266"/>
                  </a:lnTo>
                  <a:lnTo>
                    <a:pt x="35007" y="634"/>
                  </a:lnTo>
                  <a:lnTo>
                    <a:pt x="32266" y="212"/>
                  </a:lnTo>
                  <a:lnTo>
                    <a:pt x="29102"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63" name="Google Shape;263;p24"/>
          <p:cNvGrpSpPr/>
          <p:nvPr/>
        </p:nvGrpSpPr>
        <p:grpSpPr>
          <a:xfrm>
            <a:off x="2898483" y="4371474"/>
            <a:ext cx="608240" cy="596358"/>
            <a:chOff x="2900621" y="646204"/>
            <a:chExt cx="642892" cy="630333"/>
          </a:xfrm>
        </p:grpSpPr>
        <p:sp>
          <p:nvSpPr>
            <p:cNvPr id="264" name="Google Shape;264;p24"/>
            <p:cNvSpPr/>
            <p:nvPr/>
          </p:nvSpPr>
          <p:spPr>
            <a:xfrm>
              <a:off x="2916512" y="646204"/>
              <a:ext cx="627000" cy="627000"/>
            </a:xfrm>
            <a:prstGeom prst="roundRect">
              <a:avLst>
                <a:gd name="adj" fmla="val 50000"/>
              </a:avLst>
            </a:prstGeom>
            <a:solidFill>
              <a:schemeClr val="dk1"/>
            </a:solidFill>
            <a:ln>
              <a:noFill/>
            </a:ln>
          </p:spPr>
          <p:txBody>
            <a:bodyPr spcFirstLastPara="1" wrap="square" lIns="0" tIns="0" rIns="0" bIns="0" anchor="ctr" anchorCtr="0">
              <a:noAutofit/>
            </a:bodyPr>
            <a:lstStyle/>
            <a:p>
              <a:pPr marL="0" lvl="0" indent="0" algn="ctr" rtl="0">
                <a:spcBef>
                  <a:spcPts val="0"/>
                </a:spcBef>
                <a:spcAft>
                  <a:spcPts val="0"/>
                </a:spcAft>
                <a:buNone/>
              </a:pPr>
              <a:endParaRPr sz="800" b="1">
                <a:solidFill>
                  <a:srgbClr val="FFFFFF"/>
                </a:solidFill>
                <a:latin typeface="IBM Plex Sans"/>
                <a:ea typeface="IBM Plex Sans"/>
                <a:cs typeface="IBM Plex Sans"/>
                <a:sym typeface="IBM Plex Sans"/>
              </a:endParaRPr>
            </a:p>
          </p:txBody>
        </p:sp>
        <p:sp>
          <p:nvSpPr>
            <p:cNvPr id="265" name="Google Shape;265;p24"/>
            <p:cNvSpPr/>
            <p:nvPr/>
          </p:nvSpPr>
          <p:spPr>
            <a:xfrm rot="5400000">
              <a:off x="2971253" y="720545"/>
              <a:ext cx="485350" cy="485350"/>
            </a:xfrm>
            <a:custGeom>
              <a:avLst/>
              <a:gdLst/>
              <a:ahLst/>
              <a:cxnLst/>
              <a:rect l="l" t="t" r="r" b="b"/>
              <a:pathLst>
                <a:path w="44919" h="44919" extrusionOk="0">
                  <a:moveTo>
                    <a:pt x="24463" y="1898"/>
                  </a:moveTo>
                  <a:lnTo>
                    <a:pt x="26572" y="2320"/>
                  </a:lnTo>
                  <a:lnTo>
                    <a:pt x="28470" y="2742"/>
                  </a:lnTo>
                  <a:lnTo>
                    <a:pt x="30368" y="3585"/>
                  </a:lnTo>
                  <a:lnTo>
                    <a:pt x="32266" y="4429"/>
                  </a:lnTo>
                  <a:lnTo>
                    <a:pt x="33953" y="5483"/>
                  </a:lnTo>
                  <a:lnTo>
                    <a:pt x="35429" y="6538"/>
                  </a:lnTo>
                  <a:lnTo>
                    <a:pt x="36905" y="7803"/>
                  </a:lnTo>
                  <a:lnTo>
                    <a:pt x="38382" y="9279"/>
                  </a:lnTo>
                  <a:lnTo>
                    <a:pt x="39436" y="10966"/>
                  </a:lnTo>
                  <a:lnTo>
                    <a:pt x="40490" y="12653"/>
                  </a:lnTo>
                  <a:lnTo>
                    <a:pt x="41334" y="14340"/>
                  </a:lnTo>
                  <a:lnTo>
                    <a:pt x="41967" y="16238"/>
                  </a:lnTo>
                  <a:lnTo>
                    <a:pt x="42599" y="18347"/>
                  </a:lnTo>
                  <a:lnTo>
                    <a:pt x="42810" y="20245"/>
                  </a:lnTo>
                  <a:lnTo>
                    <a:pt x="43021" y="22354"/>
                  </a:lnTo>
                  <a:lnTo>
                    <a:pt x="42810" y="24463"/>
                  </a:lnTo>
                  <a:lnTo>
                    <a:pt x="42599" y="26572"/>
                  </a:lnTo>
                  <a:lnTo>
                    <a:pt x="41967" y="28469"/>
                  </a:lnTo>
                  <a:lnTo>
                    <a:pt x="41334" y="30367"/>
                  </a:lnTo>
                  <a:lnTo>
                    <a:pt x="40490" y="32265"/>
                  </a:lnTo>
                  <a:lnTo>
                    <a:pt x="39436" y="33952"/>
                  </a:lnTo>
                  <a:lnTo>
                    <a:pt x="38382" y="35429"/>
                  </a:lnTo>
                  <a:lnTo>
                    <a:pt x="36905" y="36905"/>
                  </a:lnTo>
                  <a:lnTo>
                    <a:pt x="35429" y="38170"/>
                  </a:lnTo>
                  <a:lnTo>
                    <a:pt x="33953" y="39435"/>
                  </a:lnTo>
                  <a:lnTo>
                    <a:pt x="32266" y="40490"/>
                  </a:lnTo>
                  <a:lnTo>
                    <a:pt x="30368" y="41333"/>
                  </a:lnTo>
                  <a:lnTo>
                    <a:pt x="28470" y="41966"/>
                  </a:lnTo>
                  <a:lnTo>
                    <a:pt x="26572" y="42599"/>
                  </a:lnTo>
                  <a:lnTo>
                    <a:pt x="24463" y="42810"/>
                  </a:lnTo>
                  <a:lnTo>
                    <a:pt x="22354" y="43020"/>
                  </a:lnTo>
                  <a:lnTo>
                    <a:pt x="20456" y="42810"/>
                  </a:lnTo>
                  <a:lnTo>
                    <a:pt x="18347" y="42599"/>
                  </a:lnTo>
                  <a:lnTo>
                    <a:pt x="16449" y="41966"/>
                  </a:lnTo>
                  <a:lnTo>
                    <a:pt x="14551" y="41333"/>
                  </a:lnTo>
                  <a:lnTo>
                    <a:pt x="12653" y="40490"/>
                  </a:lnTo>
                  <a:lnTo>
                    <a:pt x="10966" y="39435"/>
                  </a:lnTo>
                  <a:lnTo>
                    <a:pt x="9490" y="38170"/>
                  </a:lnTo>
                  <a:lnTo>
                    <a:pt x="8014" y="36905"/>
                  </a:lnTo>
                  <a:lnTo>
                    <a:pt x="6538" y="35429"/>
                  </a:lnTo>
                  <a:lnTo>
                    <a:pt x="5483" y="33952"/>
                  </a:lnTo>
                  <a:lnTo>
                    <a:pt x="4429" y="32265"/>
                  </a:lnTo>
                  <a:lnTo>
                    <a:pt x="3585" y="30367"/>
                  </a:lnTo>
                  <a:lnTo>
                    <a:pt x="2742" y="28469"/>
                  </a:lnTo>
                  <a:lnTo>
                    <a:pt x="2320" y="26572"/>
                  </a:lnTo>
                  <a:lnTo>
                    <a:pt x="2109" y="24463"/>
                  </a:lnTo>
                  <a:lnTo>
                    <a:pt x="1898" y="22354"/>
                  </a:lnTo>
                  <a:lnTo>
                    <a:pt x="2109" y="20245"/>
                  </a:lnTo>
                  <a:lnTo>
                    <a:pt x="2320" y="18347"/>
                  </a:lnTo>
                  <a:lnTo>
                    <a:pt x="2742" y="16238"/>
                  </a:lnTo>
                  <a:lnTo>
                    <a:pt x="3585" y="14340"/>
                  </a:lnTo>
                  <a:lnTo>
                    <a:pt x="4429" y="12653"/>
                  </a:lnTo>
                  <a:lnTo>
                    <a:pt x="5483" y="10966"/>
                  </a:lnTo>
                  <a:lnTo>
                    <a:pt x="6538" y="9279"/>
                  </a:lnTo>
                  <a:lnTo>
                    <a:pt x="8014" y="7803"/>
                  </a:lnTo>
                  <a:lnTo>
                    <a:pt x="9490" y="6538"/>
                  </a:lnTo>
                  <a:lnTo>
                    <a:pt x="10966" y="5483"/>
                  </a:lnTo>
                  <a:lnTo>
                    <a:pt x="12653" y="4429"/>
                  </a:lnTo>
                  <a:lnTo>
                    <a:pt x="14551" y="3585"/>
                  </a:lnTo>
                  <a:lnTo>
                    <a:pt x="16449" y="2742"/>
                  </a:lnTo>
                  <a:lnTo>
                    <a:pt x="18347" y="2320"/>
                  </a:lnTo>
                  <a:lnTo>
                    <a:pt x="20456" y="1898"/>
                  </a:lnTo>
                  <a:close/>
                  <a:moveTo>
                    <a:pt x="20245" y="0"/>
                  </a:moveTo>
                  <a:lnTo>
                    <a:pt x="17926" y="422"/>
                  </a:lnTo>
                  <a:lnTo>
                    <a:pt x="15817" y="844"/>
                  </a:lnTo>
                  <a:lnTo>
                    <a:pt x="13708" y="1687"/>
                  </a:lnTo>
                  <a:lnTo>
                    <a:pt x="11810" y="2742"/>
                  </a:lnTo>
                  <a:lnTo>
                    <a:pt x="9912" y="3796"/>
                  </a:lnTo>
                  <a:lnTo>
                    <a:pt x="8225" y="5061"/>
                  </a:lnTo>
                  <a:lnTo>
                    <a:pt x="6538" y="6538"/>
                  </a:lnTo>
                  <a:lnTo>
                    <a:pt x="5062" y="8014"/>
                  </a:lnTo>
                  <a:lnTo>
                    <a:pt x="3796" y="9912"/>
                  </a:lnTo>
                  <a:lnTo>
                    <a:pt x="2742" y="11599"/>
                  </a:lnTo>
                  <a:lnTo>
                    <a:pt x="1687" y="13708"/>
                  </a:lnTo>
                  <a:lnTo>
                    <a:pt x="1055" y="15816"/>
                  </a:lnTo>
                  <a:lnTo>
                    <a:pt x="422" y="17925"/>
                  </a:lnTo>
                  <a:lnTo>
                    <a:pt x="0" y="20034"/>
                  </a:lnTo>
                  <a:lnTo>
                    <a:pt x="0" y="22354"/>
                  </a:lnTo>
                  <a:lnTo>
                    <a:pt x="0" y="24674"/>
                  </a:lnTo>
                  <a:lnTo>
                    <a:pt x="422" y="26993"/>
                  </a:lnTo>
                  <a:lnTo>
                    <a:pt x="1055" y="29102"/>
                  </a:lnTo>
                  <a:lnTo>
                    <a:pt x="1687" y="31211"/>
                  </a:lnTo>
                  <a:lnTo>
                    <a:pt x="2742" y="33109"/>
                  </a:lnTo>
                  <a:lnTo>
                    <a:pt x="3796" y="35007"/>
                  </a:lnTo>
                  <a:lnTo>
                    <a:pt x="5062" y="36694"/>
                  </a:lnTo>
                  <a:lnTo>
                    <a:pt x="6538" y="38381"/>
                  </a:lnTo>
                  <a:lnTo>
                    <a:pt x="8225" y="39646"/>
                  </a:lnTo>
                  <a:lnTo>
                    <a:pt x="9912" y="41123"/>
                  </a:lnTo>
                  <a:lnTo>
                    <a:pt x="11810" y="42177"/>
                  </a:lnTo>
                  <a:lnTo>
                    <a:pt x="13708" y="43020"/>
                  </a:lnTo>
                  <a:lnTo>
                    <a:pt x="15817" y="43864"/>
                  </a:lnTo>
                  <a:lnTo>
                    <a:pt x="17926" y="44497"/>
                  </a:lnTo>
                  <a:lnTo>
                    <a:pt x="20245" y="44708"/>
                  </a:lnTo>
                  <a:lnTo>
                    <a:pt x="22354" y="44918"/>
                  </a:lnTo>
                  <a:lnTo>
                    <a:pt x="24674" y="44708"/>
                  </a:lnTo>
                  <a:lnTo>
                    <a:pt x="26994" y="44497"/>
                  </a:lnTo>
                  <a:lnTo>
                    <a:pt x="29103" y="43864"/>
                  </a:lnTo>
                  <a:lnTo>
                    <a:pt x="31211" y="43020"/>
                  </a:lnTo>
                  <a:lnTo>
                    <a:pt x="33109" y="42177"/>
                  </a:lnTo>
                  <a:lnTo>
                    <a:pt x="35007" y="41123"/>
                  </a:lnTo>
                  <a:lnTo>
                    <a:pt x="36694" y="39646"/>
                  </a:lnTo>
                  <a:lnTo>
                    <a:pt x="38382" y="38381"/>
                  </a:lnTo>
                  <a:lnTo>
                    <a:pt x="39858" y="36694"/>
                  </a:lnTo>
                  <a:lnTo>
                    <a:pt x="41123" y="35007"/>
                  </a:lnTo>
                  <a:lnTo>
                    <a:pt x="42177" y="33109"/>
                  </a:lnTo>
                  <a:lnTo>
                    <a:pt x="43232" y="31211"/>
                  </a:lnTo>
                  <a:lnTo>
                    <a:pt x="43865" y="29102"/>
                  </a:lnTo>
                  <a:lnTo>
                    <a:pt x="44497" y="26993"/>
                  </a:lnTo>
                  <a:lnTo>
                    <a:pt x="44708" y="24674"/>
                  </a:lnTo>
                  <a:lnTo>
                    <a:pt x="44919" y="22354"/>
                  </a:lnTo>
                  <a:lnTo>
                    <a:pt x="44708" y="20034"/>
                  </a:lnTo>
                  <a:lnTo>
                    <a:pt x="44497" y="17925"/>
                  </a:lnTo>
                  <a:lnTo>
                    <a:pt x="43865" y="15816"/>
                  </a:lnTo>
                  <a:lnTo>
                    <a:pt x="43232" y="13708"/>
                  </a:lnTo>
                  <a:lnTo>
                    <a:pt x="42177" y="11599"/>
                  </a:lnTo>
                  <a:lnTo>
                    <a:pt x="41123" y="9912"/>
                  </a:lnTo>
                  <a:lnTo>
                    <a:pt x="39858" y="8014"/>
                  </a:lnTo>
                  <a:lnTo>
                    <a:pt x="38382" y="6538"/>
                  </a:lnTo>
                  <a:lnTo>
                    <a:pt x="36694" y="5061"/>
                  </a:lnTo>
                  <a:lnTo>
                    <a:pt x="35007" y="3796"/>
                  </a:lnTo>
                  <a:lnTo>
                    <a:pt x="33109" y="2742"/>
                  </a:lnTo>
                  <a:lnTo>
                    <a:pt x="31211" y="1687"/>
                  </a:lnTo>
                  <a:lnTo>
                    <a:pt x="29103" y="844"/>
                  </a:lnTo>
                  <a:lnTo>
                    <a:pt x="26994" y="422"/>
                  </a:lnTo>
                  <a:lnTo>
                    <a:pt x="2467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 name="Google Shape;266;p24"/>
            <p:cNvSpPr/>
            <p:nvPr/>
          </p:nvSpPr>
          <p:spPr>
            <a:xfrm rot="5400000">
              <a:off x="2900621" y="647633"/>
              <a:ext cx="628905" cy="628905"/>
            </a:xfrm>
            <a:custGeom>
              <a:avLst/>
              <a:gdLst/>
              <a:ahLst/>
              <a:cxnLst/>
              <a:rect l="l" t="t" r="r" b="b"/>
              <a:pathLst>
                <a:path w="58205" h="58205" extrusionOk="0">
                  <a:moveTo>
                    <a:pt x="29102" y="1899"/>
                  </a:moveTo>
                  <a:lnTo>
                    <a:pt x="32055" y="2110"/>
                  </a:lnTo>
                  <a:lnTo>
                    <a:pt x="34585" y="2532"/>
                  </a:lnTo>
                  <a:lnTo>
                    <a:pt x="37327" y="3164"/>
                  </a:lnTo>
                  <a:lnTo>
                    <a:pt x="39857" y="4219"/>
                  </a:lnTo>
                  <a:lnTo>
                    <a:pt x="42177" y="5273"/>
                  </a:lnTo>
                  <a:lnTo>
                    <a:pt x="44286" y="6538"/>
                  </a:lnTo>
                  <a:lnTo>
                    <a:pt x="46395" y="8225"/>
                  </a:lnTo>
                  <a:lnTo>
                    <a:pt x="48293" y="9912"/>
                  </a:lnTo>
                  <a:lnTo>
                    <a:pt x="50191" y="11810"/>
                  </a:lnTo>
                  <a:lnTo>
                    <a:pt x="51667" y="13919"/>
                  </a:lnTo>
                  <a:lnTo>
                    <a:pt x="53143" y="16239"/>
                  </a:lnTo>
                  <a:lnTo>
                    <a:pt x="54198" y="18559"/>
                  </a:lnTo>
                  <a:lnTo>
                    <a:pt x="55041" y="21089"/>
                  </a:lnTo>
                  <a:lnTo>
                    <a:pt x="55885" y="23620"/>
                  </a:lnTo>
                  <a:lnTo>
                    <a:pt x="56306" y="26361"/>
                  </a:lnTo>
                  <a:lnTo>
                    <a:pt x="56306" y="29103"/>
                  </a:lnTo>
                  <a:lnTo>
                    <a:pt x="56306" y="31844"/>
                  </a:lnTo>
                  <a:lnTo>
                    <a:pt x="55885" y="34586"/>
                  </a:lnTo>
                  <a:lnTo>
                    <a:pt x="55041" y="37116"/>
                  </a:lnTo>
                  <a:lnTo>
                    <a:pt x="54198" y="39647"/>
                  </a:lnTo>
                  <a:lnTo>
                    <a:pt x="53143" y="42178"/>
                  </a:lnTo>
                  <a:lnTo>
                    <a:pt x="51667" y="44286"/>
                  </a:lnTo>
                  <a:lnTo>
                    <a:pt x="50191" y="46395"/>
                  </a:lnTo>
                  <a:lnTo>
                    <a:pt x="48293" y="48293"/>
                  </a:lnTo>
                  <a:lnTo>
                    <a:pt x="46395" y="50191"/>
                  </a:lnTo>
                  <a:lnTo>
                    <a:pt x="44286" y="51667"/>
                  </a:lnTo>
                  <a:lnTo>
                    <a:pt x="42177" y="52933"/>
                  </a:lnTo>
                  <a:lnTo>
                    <a:pt x="39857" y="54198"/>
                  </a:lnTo>
                  <a:lnTo>
                    <a:pt x="37327" y="55042"/>
                  </a:lnTo>
                  <a:lnTo>
                    <a:pt x="34585" y="55674"/>
                  </a:lnTo>
                  <a:lnTo>
                    <a:pt x="32055" y="56096"/>
                  </a:lnTo>
                  <a:lnTo>
                    <a:pt x="29102" y="56307"/>
                  </a:lnTo>
                  <a:lnTo>
                    <a:pt x="26361" y="56096"/>
                  </a:lnTo>
                  <a:lnTo>
                    <a:pt x="23830" y="55674"/>
                  </a:lnTo>
                  <a:lnTo>
                    <a:pt x="21089" y="55042"/>
                  </a:lnTo>
                  <a:lnTo>
                    <a:pt x="18558" y="54198"/>
                  </a:lnTo>
                  <a:lnTo>
                    <a:pt x="16238" y="52933"/>
                  </a:lnTo>
                  <a:lnTo>
                    <a:pt x="13918" y="51667"/>
                  </a:lnTo>
                  <a:lnTo>
                    <a:pt x="12020" y="50191"/>
                  </a:lnTo>
                  <a:lnTo>
                    <a:pt x="9912" y="48293"/>
                  </a:lnTo>
                  <a:lnTo>
                    <a:pt x="8225" y="46395"/>
                  </a:lnTo>
                  <a:lnTo>
                    <a:pt x="6748" y="44286"/>
                  </a:lnTo>
                  <a:lnTo>
                    <a:pt x="5272" y="42178"/>
                  </a:lnTo>
                  <a:lnTo>
                    <a:pt x="4218" y="39647"/>
                  </a:lnTo>
                  <a:lnTo>
                    <a:pt x="3163" y="37116"/>
                  </a:lnTo>
                  <a:lnTo>
                    <a:pt x="2531" y="34586"/>
                  </a:lnTo>
                  <a:lnTo>
                    <a:pt x="2109" y="31844"/>
                  </a:lnTo>
                  <a:lnTo>
                    <a:pt x="2109" y="29103"/>
                  </a:lnTo>
                  <a:lnTo>
                    <a:pt x="2109" y="26361"/>
                  </a:lnTo>
                  <a:lnTo>
                    <a:pt x="2531" y="23620"/>
                  </a:lnTo>
                  <a:lnTo>
                    <a:pt x="3163" y="21089"/>
                  </a:lnTo>
                  <a:lnTo>
                    <a:pt x="4218" y="18559"/>
                  </a:lnTo>
                  <a:lnTo>
                    <a:pt x="5272" y="16239"/>
                  </a:lnTo>
                  <a:lnTo>
                    <a:pt x="6748" y="13919"/>
                  </a:lnTo>
                  <a:lnTo>
                    <a:pt x="8225" y="11810"/>
                  </a:lnTo>
                  <a:lnTo>
                    <a:pt x="9912" y="9912"/>
                  </a:lnTo>
                  <a:lnTo>
                    <a:pt x="12020" y="8225"/>
                  </a:lnTo>
                  <a:lnTo>
                    <a:pt x="13918" y="6538"/>
                  </a:lnTo>
                  <a:lnTo>
                    <a:pt x="16238" y="5273"/>
                  </a:lnTo>
                  <a:lnTo>
                    <a:pt x="18558" y="4219"/>
                  </a:lnTo>
                  <a:lnTo>
                    <a:pt x="21089" y="3164"/>
                  </a:lnTo>
                  <a:lnTo>
                    <a:pt x="23830" y="2532"/>
                  </a:lnTo>
                  <a:lnTo>
                    <a:pt x="26361" y="2110"/>
                  </a:lnTo>
                  <a:lnTo>
                    <a:pt x="29102" y="1899"/>
                  </a:lnTo>
                  <a:close/>
                  <a:moveTo>
                    <a:pt x="29102" y="1"/>
                  </a:moveTo>
                  <a:lnTo>
                    <a:pt x="26150" y="212"/>
                  </a:lnTo>
                  <a:lnTo>
                    <a:pt x="23408" y="634"/>
                  </a:lnTo>
                  <a:lnTo>
                    <a:pt x="20456" y="1266"/>
                  </a:lnTo>
                  <a:lnTo>
                    <a:pt x="17925" y="2321"/>
                  </a:lnTo>
                  <a:lnTo>
                    <a:pt x="15395" y="3586"/>
                  </a:lnTo>
                  <a:lnTo>
                    <a:pt x="12864" y="5062"/>
                  </a:lnTo>
                  <a:lnTo>
                    <a:pt x="10755" y="6749"/>
                  </a:lnTo>
                  <a:lnTo>
                    <a:pt x="8646" y="8647"/>
                  </a:lnTo>
                  <a:lnTo>
                    <a:pt x="6748" y="10545"/>
                  </a:lnTo>
                  <a:lnTo>
                    <a:pt x="5061" y="12865"/>
                  </a:lnTo>
                  <a:lnTo>
                    <a:pt x="3585" y="15395"/>
                  </a:lnTo>
                  <a:lnTo>
                    <a:pt x="2320" y="17926"/>
                  </a:lnTo>
                  <a:lnTo>
                    <a:pt x="1476" y="20457"/>
                  </a:lnTo>
                  <a:lnTo>
                    <a:pt x="633" y="23198"/>
                  </a:lnTo>
                  <a:lnTo>
                    <a:pt x="211" y="26151"/>
                  </a:lnTo>
                  <a:lnTo>
                    <a:pt x="0" y="29103"/>
                  </a:lnTo>
                  <a:lnTo>
                    <a:pt x="211" y="32055"/>
                  </a:lnTo>
                  <a:lnTo>
                    <a:pt x="633" y="35008"/>
                  </a:lnTo>
                  <a:lnTo>
                    <a:pt x="1476" y="37749"/>
                  </a:lnTo>
                  <a:lnTo>
                    <a:pt x="2320" y="40491"/>
                  </a:lnTo>
                  <a:lnTo>
                    <a:pt x="3585" y="43021"/>
                  </a:lnTo>
                  <a:lnTo>
                    <a:pt x="5061" y="45341"/>
                  </a:lnTo>
                  <a:lnTo>
                    <a:pt x="6748" y="47661"/>
                  </a:lnTo>
                  <a:lnTo>
                    <a:pt x="8646" y="49769"/>
                  </a:lnTo>
                  <a:lnTo>
                    <a:pt x="10755" y="51667"/>
                  </a:lnTo>
                  <a:lnTo>
                    <a:pt x="12864" y="53354"/>
                  </a:lnTo>
                  <a:lnTo>
                    <a:pt x="15395" y="54831"/>
                  </a:lnTo>
                  <a:lnTo>
                    <a:pt x="17925" y="55885"/>
                  </a:lnTo>
                  <a:lnTo>
                    <a:pt x="20456" y="56939"/>
                  </a:lnTo>
                  <a:lnTo>
                    <a:pt x="23408" y="57572"/>
                  </a:lnTo>
                  <a:lnTo>
                    <a:pt x="26150" y="58205"/>
                  </a:lnTo>
                  <a:lnTo>
                    <a:pt x="32266" y="58205"/>
                  </a:lnTo>
                  <a:lnTo>
                    <a:pt x="35007" y="57572"/>
                  </a:lnTo>
                  <a:lnTo>
                    <a:pt x="37749" y="56939"/>
                  </a:lnTo>
                  <a:lnTo>
                    <a:pt x="40490" y="55885"/>
                  </a:lnTo>
                  <a:lnTo>
                    <a:pt x="43021" y="54831"/>
                  </a:lnTo>
                  <a:lnTo>
                    <a:pt x="45551" y="53354"/>
                  </a:lnTo>
                  <a:lnTo>
                    <a:pt x="47660" y="51667"/>
                  </a:lnTo>
                  <a:lnTo>
                    <a:pt x="49769" y="49769"/>
                  </a:lnTo>
                  <a:lnTo>
                    <a:pt x="51667" y="47661"/>
                  </a:lnTo>
                  <a:lnTo>
                    <a:pt x="53354" y="45341"/>
                  </a:lnTo>
                  <a:lnTo>
                    <a:pt x="54830" y="43021"/>
                  </a:lnTo>
                  <a:lnTo>
                    <a:pt x="56096" y="40491"/>
                  </a:lnTo>
                  <a:lnTo>
                    <a:pt x="56939" y="37749"/>
                  </a:lnTo>
                  <a:lnTo>
                    <a:pt x="57783" y="35008"/>
                  </a:lnTo>
                  <a:lnTo>
                    <a:pt x="58204" y="32055"/>
                  </a:lnTo>
                  <a:lnTo>
                    <a:pt x="58204" y="29103"/>
                  </a:lnTo>
                  <a:lnTo>
                    <a:pt x="58204" y="26151"/>
                  </a:lnTo>
                  <a:lnTo>
                    <a:pt x="57783" y="23198"/>
                  </a:lnTo>
                  <a:lnTo>
                    <a:pt x="56939" y="20457"/>
                  </a:lnTo>
                  <a:lnTo>
                    <a:pt x="56096" y="17926"/>
                  </a:lnTo>
                  <a:lnTo>
                    <a:pt x="54830" y="15395"/>
                  </a:lnTo>
                  <a:lnTo>
                    <a:pt x="53354" y="12865"/>
                  </a:lnTo>
                  <a:lnTo>
                    <a:pt x="51667" y="10545"/>
                  </a:lnTo>
                  <a:lnTo>
                    <a:pt x="49769" y="8647"/>
                  </a:lnTo>
                  <a:lnTo>
                    <a:pt x="47660" y="6749"/>
                  </a:lnTo>
                  <a:lnTo>
                    <a:pt x="45551" y="5062"/>
                  </a:lnTo>
                  <a:lnTo>
                    <a:pt x="43021" y="3586"/>
                  </a:lnTo>
                  <a:lnTo>
                    <a:pt x="40490" y="2321"/>
                  </a:lnTo>
                  <a:lnTo>
                    <a:pt x="37749" y="1266"/>
                  </a:lnTo>
                  <a:lnTo>
                    <a:pt x="35007" y="634"/>
                  </a:lnTo>
                  <a:lnTo>
                    <a:pt x="32266" y="212"/>
                  </a:lnTo>
                  <a:lnTo>
                    <a:pt x="29102"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67" name="Google Shape;267;p24"/>
          <p:cNvGrpSpPr/>
          <p:nvPr/>
        </p:nvGrpSpPr>
        <p:grpSpPr>
          <a:xfrm>
            <a:off x="2912351" y="3353470"/>
            <a:ext cx="586379" cy="589795"/>
            <a:chOff x="2909062" y="1968929"/>
            <a:chExt cx="619786" cy="623396"/>
          </a:xfrm>
        </p:grpSpPr>
        <p:sp>
          <p:nvSpPr>
            <p:cNvPr id="268" name="Google Shape;268;p24"/>
            <p:cNvSpPr/>
            <p:nvPr/>
          </p:nvSpPr>
          <p:spPr>
            <a:xfrm>
              <a:off x="2927375" y="1970125"/>
              <a:ext cx="595200" cy="622200"/>
            </a:xfrm>
            <a:prstGeom prst="roundRect">
              <a:avLst>
                <a:gd name="adj" fmla="val 0"/>
              </a:avLst>
            </a:prstGeom>
            <a:solidFill>
              <a:schemeClr val="dk1"/>
            </a:solidFill>
            <a:ln>
              <a:noFill/>
            </a:ln>
          </p:spPr>
          <p:txBody>
            <a:bodyPr spcFirstLastPara="1" wrap="square" lIns="0" tIns="0" rIns="0" bIns="0" anchor="ctr" anchorCtr="0">
              <a:noAutofit/>
            </a:bodyPr>
            <a:lstStyle/>
            <a:p>
              <a:pPr marL="0" lvl="0" indent="0" algn="ctr" rtl="0">
                <a:spcBef>
                  <a:spcPts val="0"/>
                </a:spcBef>
                <a:spcAft>
                  <a:spcPts val="0"/>
                </a:spcAft>
                <a:buNone/>
              </a:pPr>
              <a:endParaRPr sz="800" b="1">
                <a:solidFill>
                  <a:srgbClr val="FFFFFF"/>
                </a:solidFill>
                <a:latin typeface="IBM Plex Sans"/>
                <a:ea typeface="IBM Plex Sans"/>
                <a:cs typeface="IBM Plex Sans"/>
                <a:sym typeface="IBM Plex Sans"/>
              </a:endParaRPr>
            </a:p>
          </p:txBody>
        </p:sp>
        <p:sp>
          <p:nvSpPr>
            <p:cNvPr id="269" name="Google Shape;269;p24"/>
            <p:cNvSpPr/>
            <p:nvPr/>
          </p:nvSpPr>
          <p:spPr>
            <a:xfrm rot="5400000">
              <a:off x="2978554" y="2040701"/>
              <a:ext cx="480801" cy="478521"/>
            </a:xfrm>
            <a:custGeom>
              <a:avLst/>
              <a:gdLst/>
              <a:ahLst/>
              <a:cxnLst/>
              <a:rect l="l" t="t" r="r" b="b"/>
              <a:pathLst>
                <a:path w="44498" h="44287" extrusionOk="0">
                  <a:moveTo>
                    <a:pt x="42599" y="1899"/>
                  </a:moveTo>
                  <a:lnTo>
                    <a:pt x="42599" y="42388"/>
                  </a:lnTo>
                  <a:lnTo>
                    <a:pt x="1899" y="42388"/>
                  </a:lnTo>
                  <a:lnTo>
                    <a:pt x="1899" y="1899"/>
                  </a:lnTo>
                  <a:close/>
                  <a:moveTo>
                    <a:pt x="1" y="1"/>
                  </a:moveTo>
                  <a:lnTo>
                    <a:pt x="1" y="44286"/>
                  </a:lnTo>
                  <a:lnTo>
                    <a:pt x="44497" y="44286"/>
                  </a:lnTo>
                  <a:lnTo>
                    <a:pt x="44497"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 name="Google Shape;270;p24"/>
            <p:cNvSpPr/>
            <p:nvPr/>
          </p:nvSpPr>
          <p:spPr>
            <a:xfrm rot="5400000">
              <a:off x="2907922" y="1970069"/>
              <a:ext cx="622065" cy="619786"/>
            </a:xfrm>
            <a:custGeom>
              <a:avLst/>
              <a:gdLst/>
              <a:ahLst/>
              <a:cxnLst/>
              <a:rect l="l" t="t" r="r" b="b"/>
              <a:pathLst>
                <a:path w="57572" h="57361" extrusionOk="0">
                  <a:moveTo>
                    <a:pt x="55674" y="1898"/>
                  </a:moveTo>
                  <a:lnTo>
                    <a:pt x="55674" y="55463"/>
                  </a:lnTo>
                  <a:lnTo>
                    <a:pt x="1898" y="55463"/>
                  </a:lnTo>
                  <a:lnTo>
                    <a:pt x="1898" y="1898"/>
                  </a:lnTo>
                  <a:close/>
                  <a:moveTo>
                    <a:pt x="0" y="0"/>
                  </a:moveTo>
                  <a:lnTo>
                    <a:pt x="0" y="57361"/>
                  </a:lnTo>
                  <a:lnTo>
                    <a:pt x="57572" y="57361"/>
                  </a:lnTo>
                  <a:lnTo>
                    <a:pt x="57572"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extLst>
    <p:ext uri="{DCECCB84-F9BA-43D5-87BE-67443E8EF086}">
      <p15:sldGuideLst xmlns:p15="http://schemas.microsoft.com/office/powerpoint/2012/main">
        <p15:guide id="1" pos="1872">
          <p15:clr>
            <a:srgbClr val="FA7B17"/>
          </p15:clr>
        </p15:guide>
        <p15:guide id="2" pos="2016">
          <p15:clr>
            <a:srgbClr val="FA7B17"/>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5 Topics">
  <p:cSld name="TITLE_ONLY_1_4_2">
    <p:bg>
      <p:bgPr>
        <a:solidFill>
          <a:schemeClr val="dk1"/>
        </a:solidFill>
        <a:effectLst/>
      </p:bgPr>
    </p:bg>
    <p:spTree>
      <p:nvGrpSpPr>
        <p:cNvPr id="1" name="Shape 271"/>
        <p:cNvGrpSpPr/>
        <p:nvPr/>
      </p:nvGrpSpPr>
      <p:grpSpPr>
        <a:xfrm>
          <a:off x="0" y="0"/>
          <a:ext cx="0" cy="0"/>
          <a:chOff x="0" y="0"/>
          <a:chExt cx="0" cy="0"/>
        </a:xfrm>
      </p:grpSpPr>
      <p:sp>
        <p:nvSpPr>
          <p:cNvPr id="272" name="Google Shape;272;p25"/>
          <p:cNvSpPr txBox="1">
            <a:spLocks noGrp="1"/>
          </p:cNvSpPr>
          <p:nvPr>
            <p:ph type="title"/>
          </p:nvPr>
        </p:nvSpPr>
        <p:spPr>
          <a:xfrm>
            <a:off x="457200" y="114300"/>
            <a:ext cx="8229600" cy="903300"/>
          </a:xfrm>
          <a:prstGeom prst="rect">
            <a:avLst/>
          </a:prstGeom>
        </p:spPr>
        <p:txBody>
          <a:bodyPr spcFirstLastPara="1" wrap="square" lIns="0" tIns="0" rIns="0" bIns="0" anchor="t" anchorCtr="0">
            <a:normAutofit/>
          </a:bodyPr>
          <a:lstStyle>
            <a:lvl1pPr lvl="0" rtl="0">
              <a:spcBef>
                <a:spcPts val="0"/>
              </a:spcBef>
              <a:spcAft>
                <a:spcPts val="0"/>
              </a:spcAft>
              <a:buClr>
                <a:schemeClr val="lt2"/>
              </a:buClr>
              <a:buSzPts val="3400"/>
              <a:buNone/>
              <a:defRPr>
                <a:solidFill>
                  <a:schemeClr val="lt2"/>
                </a:solidFill>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273" name="Google Shape;273;p25"/>
          <p:cNvSpPr>
            <a:spLocks noGrp="1"/>
          </p:cNvSpPr>
          <p:nvPr>
            <p:ph type="pic" idx="2"/>
          </p:nvPr>
        </p:nvSpPr>
        <p:spPr>
          <a:xfrm>
            <a:off x="809350" y="1169100"/>
            <a:ext cx="898200" cy="746100"/>
          </a:xfrm>
          <a:prstGeom prst="rect">
            <a:avLst/>
          </a:prstGeom>
          <a:noFill/>
          <a:ln>
            <a:noFill/>
          </a:ln>
        </p:spPr>
      </p:sp>
      <p:sp>
        <p:nvSpPr>
          <p:cNvPr id="274" name="Google Shape;274;p25"/>
          <p:cNvSpPr>
            <a:spLocks noGrp="1"/>
          </p:cNvSpPr>
          <p:nvPr>
            <p:ph type="pic" idx="3"/>
          </p:nvPr>
        </p:nvSpPr>
        <p:spPr>
          <a:xfrm>
            <a:off x="4122900" y="1169100"/>
            <a:ext cx="898200" cy="746100"/>
          </a:xfrm>
          <a:prstGeom prst="rect">
            <a:avLst/>
          </a:prstGeom>
          <a:noFill/>
          <a:ln>
            <a:noFill/>
          </a:ln>
        </p:spPr>
      </p:sp>
      <p:sp>
        <p:nvSpPr>
          <p:cNvPr id="275" name="Google Shape;275;p25"/>
          <p:cNvSpPr>
            <a:spLocks noGrp="1"/>
          </p:cNvSpPr>
          <p:nvPr>
            <p:ph type="pic" idx="4"/>
          </p:nvPr>
        </p:nvSpPr>
        <p:spPr>
          <a:xfrm>
            <a:off x="7454075" y="1169100"/>
            <a:ext cx="898200" cy="746100"/>
          </a:xfrm>
          <a:prstGeom prst="rect">
            <a:avLst/>
          </a:prstGeom>
          <a:noFill/>
          <a:ln>
            <a:noFill/>
          </a:ln>
        </p:spPr>
      </p:sp>
      <p:sp>
        <p:nvSpPr>
          <p:cNvPr id="276" name="Google Shape;276;p25"/>
          <p:cNvSpPr>
            <a:spLocks noGrp="1"/>
          </p:cNvSpPr>
          <p:nvPr>
            <p:ph type="pic" idx="5"/>
          </p:nvPr>
        </p:nvSpPr>
        <p:spPr>
          <a:xfrm>
            <a:off x="2457313" y="2954138"/>
            <a:ext cx="898200" cy="746100"/>
          </a:xfrm>
          <a:prstGeom prst="rect">
            <a:avLst/>
          </a:prstGeom>
          <a:noFill/>
          <a:ln>
            <a:noFill/>
          </a:ln>
        </p:spPr>
      </p:sp>
      <p:sp>
        <p:nvSpPr>
          <p:cNvPr id="277" name="Google Shape;277;p25"/>
          <p:cNvSpPr>
            <a:spLocks noGrp="1"/>
          </p:cNvSpPr>
          <p:nvPr>
            <p:ph type="pic" idx="6"/>
          </p:nvPr>
        </p:nvSpPr>
        <p:spPr>
          <a:xfrm>
            <a:off x="5788488" y="2954138"/>
            <a:ext cx="898200" cy="746100"/>
          </a:xfrm>
          <a:prstGeom prst="rect">
            <a:avLst/>
          </a:prstGeom>
          <a:noFill/>
          <a:ln>
            <a:noFill/>
          </a:ln>
        </p:spPr>
      </p:sp>
      <p:cxnSp>
        <p:nvCxnSpPr>
          <p:cNvPr id="278" name="Google Shape;278;p25"/>
          <p:cNvCxnSpPr/>
          <p:nvPr/>
        </p:nvCxnSpPr>
        <p:spPr>
          <a:xfrm rot="10800000">
            <a:off x="4580832" y="2954150"/>
            <a:ext cx="0" cy="1590600"/>
          </a:xfrm>
          <a:prstGeom prst="straightConnector1">
            <a:avLst/>
          </a:prstGeom>
          <a:noFill/>
          <a:ln w="19050" cap="flat" cmpd="sng">
            <a:solidFill>
              <a:schemeClr val="lt1"/>
            </a:solidFill>
            <a:prstDash val="dash"/>
            <a:round/>
            <a:headEnd type="none" w="med" len="med"/>
            <a:tailEnd type="none" w="med" len="med"/>
          </a:ln>
        </p:spPr>
      </p:cxnSp>
      <p:cxnSp>
        <p:nvCxnSpPr>
          <p:cNvPr id="279" name="Google Shape;279;p25"/>
          <p:cNvCxnSpPr/>
          <p:nvPr/>
        </p:nvCxnSpPr>
        <p:spPr>
          <a:xfrm rot="10800000">
            <a:off x="2906432" y="1114375"/>
            <a:ext cx="0" cy="1590600"/>
          </a:xfrm>
          <a:prstGeom prst="straightConnector1">
            <a:avLst/>
          </a:prstGeom>
          <a:noFill/>
          <a:ln w="19050" cap="flat" cmpd="sng">
            <a:solidFill>
              <a:schemeClr val="lt1"/>
            </a:solidFill>
            <a:prstDash val="dash"/>
            <a:round/>
            <a:headEnd type="none" w="med" len="med"/>
            <a:tailEnd type="none" w="med" len="med"/>
          </a:ln>
        </p:spPr>
      </p:cxnSp>
      <p:cxnSp>
        <p:nvCxnSpPr>
          <p:cNvPr id="280" name="Google Shape;280;p25"/>
          <p:cNvCxnSpPr/>
          <p:nvPr/>
        </p:nvCxnSpPr>
        <p:spPr>
          <a:xfrm rot="10800000">
            <a:off x="6237607" y="1114375"/>
            <a:ext cx="0" cy="1590600"/>
          </a:xfrm>
          <a:prstGeom prst="straightConnector1">
            <a:avLst/>
          </a:prstGeom>
          <a:noFill/>
          <a:ln w="19050" cap="flat" cmpd="sng">
            <a:solidFill>
              <a:schemeClr val="lt1"/>
            </a:solidFill>
            <a:prstDash val="dash"/>
            <a:round/>
            <a:headEnd type="none" w="med" len="med"/>
            <a:tailEnd type="none" w="med" len="med"/>
          </a:ln>
        </p:spPr>
      </p:cxnSp>
      <p:sp>
        <p:nvSpPr>
          <p:cNvPr id="281" name="Google Shape;281;p25"/>
          <p:cNvSpPr txBox="1">
            <a:spLocks noGrp="1"/>
          </p:cNvSpPr>
          <p:nvPr>
            <p:ph type="subTitle" idx="1"/>
          </p:nvPr>
        </p:nvSpPr>
        <p:spPr>
          <a:xfrm>
            <a:off x="467075" y="2070950"/>
            <a:ext cx="1574700" cy="311400"/>
          </a:xfrm>
          <a:prstGeom prst="rect">
            <a:avLst/>
          </a:prstGeom>
        </p:spPr>
        <p:txBody>
          <a:bodyPr spcFirstLastPara="1" wrap="square" lIns="0" tIns="0" rIns="0" bIns="0" anchor="t" anchorCtr="0">
            <a:normAutofit/>
          </a:bodyPr>
          <a:lstStyle>
            <a:lvl1pPr lvl="0" algn="ctr" rtl="0">
              <a:lnSpc>
                <a:spcPct val="100000"/>
              </a:lnSpc>
              <a:spcBef>
                <a:spcPts val="0"/>
              </a:spcBef>
              <a:spcAft>
                <a:spcPts val="0"/>
              </a:spcAft>
              <a:buSzPts val="1600"/>
              <a:buFont typeface="IBM Plex Sans Medium"/>
              <a:buNone/>
              <a:defRPr sz="1600">
                <a:solidFill>
                  <a:schemeClr val="accent1"/>
                </a:solidFill>
                <a:latin typeface="IBM Plex Sans Medium"/>
                <a:ea typeface="IBM Plex Sans Medium"/>
                <a:cs typeface="IBM Plex Sans Medium"/>
                <a:sym typeface="IBM Plex Sans Medium"/>
              </a:defRPr>
            </a:lvl1pPr>
            <a:lvl2pPr lvl="1" algn="ctr" rtl="0">
              <a:lnSpc>
                <a:spcPct val="100000"/>
              </a:lnSpc>
              <a:spcBef>
                <a:spcPts val="0"/>
              </a:spcBef>
              <a:spcAft>
                <a:spcPts val="0"/>
              </a:spcAft>
              <a:buSzPts val="1600"/>
              <a:buFont typeface="IBM Plex Sans Medium"/>
              <a:buNone/>
              <a:defRPr sz="1600">
                <a:solidFill>
                  <a:schemeClr val="accent1"/>
                </a:solidFill>
                <a:latin typeface="IBM Plex Sans Medium"/>
                <a:ea typeface="IBM Plex Sans Medium"/>
                <a:cs typeface="IBM Plex Sans Medium"/>
                <a:sym typeface="IBM Plex Sans Medium"/>
              </a:defRPr>
            </a:lvl2pPr>
            <a:lvl3pPr lvl="2" algn="ctr" rtl="0">
              <a:lnSpc>
                <a:spcPct val="100000"/>
              </a:lnSpc>
              <a:spcBef>
                <a:spcPts val="0"/>
              </a:spcBef>
              <a:spcAft>
                <a:spcPts val="0"/>
              </a:spcAft>
              <a:buSzPts val="1600"/>
              <a:buFont typeface="IBM Plex Sans Medium"/>
              <a:buNone/>
              <a:defRPr sz="1600">
                <a:solidFill>
                  <a:schemeClr val="accent1"/>
                </a:solidFill>
                <a:latin typeface="IBM Plex Sans Medium"/>
                <a:ea typeface="IBM Plex Sans Medium"/>
                <a:cs typeface="IBM Plex Sans Medium"/>
                <a:sym typeface="IBM Plex Sans Medium"/>
              </a:defRPr>
            </a:lvl3pPr>
            <a:lvl4pPr lvl="3" algn="ctr" rtl="0">
              <a:lnSpc>
                <a:spcPct val="100000"/>
              </a:lnSpc>
              <a:spcBef>
                <a:spcPts val="0"/>
              </a:spcBef>
              <a:spcAft>
                <a:spcPts val="0"/>
              </a:spcAft>
              <a:buSzPts val="1600"/>
              <a:buFont typeface="IBM Plex Sans Medium"/>
              <a:buNone/>
              <a:defRPr sz="1600">
                <a:solidFill>
                  <a:schemeClr val="accent1"/>
                </a:solidFill>
                <a:latin typeface="IBM Plex Sans Medium"/>
                <a:ea typeface="IBM Plex Sans Medium"/>
                <a:cs typeface="IBM Plex Sans Medium"/>
                <a:sym typeface="IBM Plex Sans Medium"/>
              </a:defRPr>
            </a:lvl4pPr>
            <a:lvl5pPr lvl="4" algn="ctr" rtl="0">
              <a:lnSpc>
                <a:spcPct val="100000"/>
              </a:lnSpc>
              <a:spcBef>
                <a:spcPts val="0"/>
              </a:spcBef>
              <a:spcAft>
                <a:spcPts val="0"/>
              </a:spcAft>
              <a:buClr>
                <a:schemeClr val="accent1"/>
              </a:buClr>
              <a:buSzPts val="1600"/>
              <a:buFont typeface="IBM Plex Sans Medium"/>
              <a:buNone/>
              <a:defRPr sz="1600">
                <a:solidFill>
                  <a:schemeClr val="accent1"/>
                </a:solidFill>
                <a:latin typeface="IBM Plex Sans Medium"/>
                <a:ea typeface="IBM Plex Sans Medium"/>
                <a:cs typeface="IBM Plex Sans Medium"/>
                <a:sym typeface="IBM Plex Sans Medium"/>
              </a:defRPr>
            </a:lvl5pPr>
            <a:lvl6pPr lvl="5" algn="ctr" rtl="0">
              <a:lnSpc>
                <a:spcPct val="100000"/>
              </a:lnSpc>
              <a:spcBef>
                <a:spcPts val="0"/>
              </a:spcBef>
              <a:spcAft>
                <a:spcPts val="0"/>
              </a:spcAft>
              <a:buClr>
                <a:schemeClr val="accent1"/>
              </a:buClr>
              <a:buSzPts val="1600"/>
              <a:buFont typeface="IBM Plex Sans Medium"/>
              <a:buNone/>
              <a:defRPr sz="1600">
                <a:solidFill>
                  <a:schemeClr val="accent1"/>
                </a:solidFill>
                <a:latin typeface="IBM Plex Sans Medium"/>
                <a:ea typeface="IBM Plex Sans Medium"/>
                <a:cs typeface="IBM Plex Sans Medium"/>
                <a:sym typeface="IBM Plex Sans Medium"/>
              </a:defRPr>
            </a:lvl6pPr>
            <a:lvl7pPr lvl="6" algn="ctr" rtl="0">
              <a:lnSpc>
                <a:spcPct val="100000"/>
              </a:lnSpc>
              <a:spcBef>
                <a:spcPts val="0"/>
              </a:spcBef>
              <a:spcAft>
                <a:spcPts val="0"/>
              </a:spcAft>
              <a:buClr>
                <a:schemeClr val="accent1"/>
              </a:buClr>
              <a:buSzPts val="1600"/>
              <a:buFont typeface="IBM Plex Sans Medium"/>
              <a:buNone/>
              <a:defRPr sz="1600">
                <a:solidFill>
                  <a:schemeClr val="accent1"/>
                </a:solidFill>
                <a:latin typeface="IBM Plex Sans Medium"/>
                <a:ea typeface="IBM Plex Sans Medium"/>
                <a:cs typeface="IBM Plex Sans Medium"/>
                <a:sym typeface="IBM Plex Sans Medium"/>
              </a:defRPr>
            </a:lvl7pPr>
            <a:lvl8pPr lvl="7" algn="ctr" rtl="0">
              <a:lnSpc>
                <a:spcPct val="100000"/>
              </a:lnSpc>
              <a:spcBef>
                <a:spcPts val="0"/>
              </a:spcBef>
              <a:spcAft>
                <a:spcPts val="0"/>
              </a:spcAft>
              <a:buClr>
                <a:schemeClr val="accent1"/>
              </a:buClr>
              <a:buSzPts val="1600"/>
              <a:buFont typeface="IBM Plex Sans Medium"/>
              <a:buNone/>
              <a:defRPr sz="1600">
                <a:solidFill>
                  <a:schemeClr val="accent1"/>
                </a:solidFill>
                <a:latin typeface="IBM Plex Sans Medium"/>
                <a:ea typeface="IBM Plex Sans Medium"/>
                <a:cs typeface="IBM Plex Sans Medium"/>
                <a:sym typeface="IBM Plex Sans Medium"/>
              </a:defRPr>
            </a:lvl8pPr>
            <a:lvl9pPr lvl="8" algn="ctr" rtl="0">
              <a:lnSpc>
                <a:spcPct val="100000"/>
              </a:lnSpc>
              <a:spcBef>
                <a:spcPts val="0"/>
              </a:spcBef>
              <a:spcAft>
                <a:spcPts val="0"/>
              </a:spcAft>
              <a:buClr>
                <a:schemeClr val="accent1"/>
              </a:buClr>
              <a:buSzPts val="1600"/>
              <a:buFont typeface="IBM Plex Sans Medium"/>
              <a:buNone/>
              <a:defRPr sz="1600">
                <a:solidFill>
                  <a:schemeClr val="accent1"/>
                </a:solidFill>
                <a:latin typeface="IBM Plex Sans Medium"/>
                <a:ea typeface="IBM Plex Sans Medium"/>
                <a:cs typeface="IBM Plex Sans Medium"/>
                <a:sym typeface="IBM Plex Sans Medium"/>
              </a:defRPr>
            </a:lvl9pPr>
          </a:lstStyle>
          <a:p>
            <a:endParaRPr/>
          </a:p>
        </p:txBody>
      </p:sp>
      <p:sp>
        <p:nvSpPr>
          <p:cNvPr id="282" name="Google Shape;282;p25"/>
          <p:cNvSpPr txBox="1">
            <a:spLocks noGrp="1"/>
          </p:cNvSpPr>
          <p:nvPr>
            <p:ph type="body" idx="7"/>
          </p:nvPr>
        </p:nvSpPr>
        <p:spPr>
          <a:xfrm>
            <a:off x="474425" y="2369494"/>
            <a:ext cx="1575300" cy="783000"/>
          </a:xfrm>
          <a:prstGeom prst="rect">
            <a:avLst/>
          </a:prstGeom>
        </p:spPr>
        <p:txBody>
          <a:bodyPr spcFirstLastPara="1" wrap="square" lIns="0" tIns="0" rIns="0" bIns="0" anchor="t" anchorCtr="0">
            <a:normAutofit/>
          </a:bodyPr>
          <a:lstStyle>
            <a:lvl1pPr marL="457200" lvl="0" indent="-311150" algn="ctr" rtl="0">
              <a:spcBef>
                <a:spcPts val="0"/>
              </a:spcBef>
              <a:spcAft>
                <a:spcPts val="0"/>
              </a:spcAft>
              <a:buClr>
                <a:schemeClr val="lt1"/>
              </a:buClr>
              <a:buSzPts val="1300"/>
              <a:buChar char="■"/>
              <a:defRPr sz="1300">
                <a:solidFill>
                  <a:schemeClr val="lt1"/>
                </a:solidFill>
              </a:defRPr>
            </a:lvl1pPr>
            <a:lvl2pPr marL="914400" lvl="1" indent="-311150" algn="ctr" rtl="0">
              <a:spcBef>
                <a:spcPts val="0"/>
              </a:spcBef>
              <a:spcAft>
                <a:spcPts val="0"/>
              </a:spcAft>
              <a:buClr>
                <a:schemeClr val="lt1"/>
              </a:buClr>
              <a:buSzPts val="1300"/>
              <a:buChar char="■"/>
              <a:defRPr sz="1300">
                <a:solidFill>
                  <a:schemeClr val="lt1"/>
                </a:solidFill>
              </a:defRPr>
            </a:lvl2pPr>
            <a:lvl3pPr marL="1371600" lvl="2" indent="-311150" algn="ctr" rtl="0">
              <a:spcBef>
                <a:spcPts val="0"/>
              </a:spcBef>
              <a:spcAft>
                <a:spcPts val="0"/>
              </a:spcAft>
              <a:buSzPts val="1300"/>
              <a:buChar char="■"/>
              <a:defRPr sz="1300"/>
            </a:lvl3pPr>
            <a:lvl4pPr marL="1828800" lvl="3" indent="-311150" algn="ctr" rtl="0">
              <a:spcBef>
                <a:spcPts val="0"/>
              </a:spcBef>
              <a:spcAft>
                <a:spcPts val="0"/>
              </a:spcAft>
              <a:buSzPts val="1300"/>
              <a:buChar char="●"/>
              <a:defRPr sz="1300"/>
            </a:lvl4pPr>
            <a:lvl5pPr marL="2286000" lvl="4" indent="-311150" algn="ctr" rtl="0">
              <a:spcBef>
                <a:spcPts val="0"/>
              </a:spcBef>
              <a:spcAft>
                <a:spcPts val="0"/>
              </a:spcAft>
              <a:buSzPts val="1300"/>
              <a:buChar char="○"/>
              <a:defRPr sz="1300"/>
            </a:lvl5pPr>
            <a:lvl6pPr marL="2743200" lvl="5" indent="-311150" algn="ctr" rtl="0">
              <a:spcBef>
                <a:spcPts val="0"/>
              </a:spcBef>
              <a:spcAft>
                <a:spcPts val="0"/>
              </a:spcAft>
              <a:buSzPts val="1300"/>
              <a:buChar char="■"/>
              <a:defRPr sz="1300"/>
            </a:lvl6pPr>
            <a:lvl7pPr marL="3200400" lvl="6" indent="-311150" algn="ctr" rtl="0">
              <a:spcBef>
                <a:spcPts val="0"/>
              </a:spcBef>
              <a:spcAft>
                <a:spcPts val="0"/>
              </a:spcAft>
              <a:buSzPts val="1300"/>
              <a:buChar char="●"/>
              <a:defRPr sz="1300"/>
            </a:lvl7pPr>
            <a:lvl8pPr marL="3657600" lvl="7" indent="-311150" algn="ctr" rtl="0">
              <a:spcBef>
                <a:spcPts val="0"/>
              </a:spcBef>
              <a:spcAft>
                <a:spcPts val="0"/>
              </a:spcAft>
              <a:buSzPts val="1300"/>
              <a:buChar char="○"/>
              <a:defRPr sz="1300"/>
            </a:lvl8pPr>
            <a:lvl9pPr marL="4114800" lvl="8" indent="-311150" algn="ctr" rtl="0">
              <a:spcBef>
                <a:spcPts val="0"/>
              </a:spcBef>
              <a:spcAft>
                <a:spcPts val="0"/>
              </a:spcAft>
              <a:buSzPts val="1300"/>
              <a:buChar char="■"/>
              <a:defRPr sz="1300"/>
            </a:lvl9pPr>
          </a:lstStyle>
          <a:p>
            <a:endParaRPr/>
          </a:p>
        </p:txBody>
      </p:sp>
      <p:sp>
        <p:nvSpPr>
          <p:cNvPr id="283" name="Google Shape;283;p25"/>
          <p:cNvSpPr txBox="1">
            <a:spLocks noGrp="1"/>
          </p:cNvSpPr>
          <p:nvPr>
            <p:ph type="subTitle" idx="8"/>
          </p:nvPr>
        </p:nvSpPr>
        <p:spPr>
          <a:xfrm>
            <a:off x="3789500" y="2070950"/>
            <a:ext cx="1574700" cy="311400"/>
          </a:xfrm>
          <a:prstGeom prst="rect">
            <a:avLst/>
          </a:prstGeom>
        </p:spPr>
        <p:txBody>
          <a:bodyPr spcFirstLastPara="1" wrap="square" lIns="0" tIns="0" rIns="0" bIns="0" anchor="t" anchorCtr="0">
            <a:normAutofit/>
          </a:bodyPr>
          <a:lstStyle>
            <a:lvl1pPr lvl="0" algn="ctr" rtl="0">
              <a:lnSpc>
                <a:spcPct val="100000"/>
              </a:lnSpc>
              <a:spcBef>
                <a:spcPts val="0"/>
              </a:spcBef>
              <a:spcAft>
                <a:spcPts val="0"/>
              </a:spcAft>
              <a:buClr>
                <a:schemeClr val="accent2"/>
              </a:buClr>
              <a:buSzPts val="1600"/>
              <a:buFont typeface="IBM Plex Sans Medium"/>
              <a:buNone/>
              <a:defRPr sz="1600">
                <a:solidFill>
                  <a:schemeClr val="accent2"/>
                </a:solidFill>
                <a:latin typeface="IBM Plex Sans Medium"/>
                <a:ea typeface="IBM Plex Sans Medium"/>
                <a:cs typeface="IBM Plex Sans Medium"/>
                <a:sym typeface="IBM Plex Sans Medium"/>
              </a:defRPr>
            </a:lvl1pPr>
            <a:lvl2pPr lvl="1" algn="ctr" rtl="0">
              <a:lnSpc>
                <a:spcPct val="100000"/>
              </a:lnSpc>
              <a:spcBef>
                <a:spcPts val="0"/>
              </a:spcBef>
              <a:spcAft>
                <a:spcPts val="0"/>
              </a:spcAft>
              <a:buSzPts val="1600"/>
              <a:buFont typeface="IBM Plex Sans Medium"/>
              <a:buNone/>
              <a:defRPr sz="1600">
                <a:solidFill>
                  <a:schemeClr val="accent1"/>
                </a:solidFill>
                <a:latin typeface="IBM Plex Sans Medium"/>
                <a:ea typeface="IBM Plex Sans Medium"/>
                <a:cs typeface="IBM Plex Sans Medium"/>
                <a:sym typeface="IBM Plex Sans Medium"/>
              </a:defRPr>
            </a:lvl2pPr>
            <a:lvl3pPr lvl="2" algn="ctr" rtl="0">
              <a:lnSpc>
                <a:spcPct val="100000"/>
              </a:lnSpc>
              <a:spcBef>
                <a:spcPts val="0"/>
              </a:spcBef>
              <a:spcAft>
                <a:spcPts val="0"/>
              </a:spcAft>
              <a:buSzPts val="1600"/>
              <a:buFont typeface="IBM Plex Sans Medium"/>
              <a:buNone/>
              <a:defRPr sz="1600">
                <a:solidFill>
                  <a:schemeClr val="accent1"/>
                </a:solidFill>
                <a:latin typeface="IBM Plex Sans Medium"/>
                <a:ea typeface="IBM Plex Sans Medium"/>
                <a:cs typeface="IBM Plex Sans Medium"/>
                <a:sym typeface="IBM Plex Sans Medium"/>
              </a:defRPr>
            </a:lvl3pPr>
            <a:lvl4pPr lvl="3" algn="ctr" rtl="0">
              <a:lnSpc>
                <a:spcPct val="100000"/>
              </a:lnSpc>
              <a:spcBef>
                <a:spcPts val="0"/>
              </a:spcBef>
              <a:spcAft>
                <a:spcPts val="0"/>
              </a:spcAft>
              <a:buSzPts val="1600"/>
              <a:buFont typeface="IBM Plex Sans Medium"/>
              <a:buNone/>
              <a:defRPr sz="1600">
                <a:solidFill>
                  <a:schemeClr val="accent1"/>
                </a:solidFill>
                <a:latin typeface="IBM Plex Sans Medium"/>
                <a:ea typeface="IBM Plex Sans Medium"/>
                <a:cs typeface="IBM Plex Sans Medium"/>
                <a:sym typeface="IBM Plex Sans Medium"/>
              </a:defRPr>
            </a:lvl4pPr>
            <a:lvl5pPr lvl="4" algn="ctr" rtl="0">
              <a:lnSpc>
                <a:spcPct val="100000"/>
              </a:lnSpc>
              <a:spcBef>
                <a:spcPts val="0"/>
              </a:spcBef>
              <a:spcAft>
                <a:spcPts val="0"/>
              </a:spcAft>
              <a:buClr>
                <a:schemeClr val="accent1"/>
              </a:buClr>
              <a:buSzPts val="1600"/>
              <a:buFont typeface="IBM Plex Sans Medium"/>
              <a:buNone/>
              <a:defRPr sz="1600">
                <a:solidFill>
                  <a:schemeClr val="accent1"/>
                </a:solidFill>
                <a:latin typeface="IBM Plex Sans Medium"/>
                <a:ea typeface="IBM Plex Sans Medium"/>
                <a:cs typeface="IBM Plex Sans Medium"/>
                <a:sym typeface="IBM Plex Sans Medium"/>
              </a:defRPr>
            </a:lvl5pPr>
            <a:lvl6pPr lvl="5" algn="ctr" rtl="0">
              <a:lnSpc>
                <a:spcPct val="100000"/>
              </a:lnSpc>
              <a:spcBef>
                <a:spcPts val="0"/>
              </a:spcBef>
              <a:spcAft>
                <a:spcPts val="0"/>
              </a:spcAft>
              <a:buClr>
                <a:schemeClr val="accent1"/>
              </a:buClr>
              <a:buSzPts val="1600"/>
              <a:buFont typeface="IBM Plex Sans Medium"/>
              <a:buNone/>
              <a:defRPr sz="1600">
                <a:solidFill>
                  <a:schemeClr val="accent1"/>
                </a:solidFill>
                <a:latin typeface="IBM Plex Sans Medium"/>
                <a:ea typeface="IBM Plex Sans Medium"/>
                <a:cs typeface="IBM Plex Sans Medium"/>
                <a:sym typeface="IBM Plex Sans Medium"/>
              </a:defRPr>
            </a:lvl6pPr>
            <a:lvl7pPr lvl="6" algn="ctr" rtl="0">
              <a:lnSpc>
                <a:spcPct val="100000"/>
              </a:lnSpc>
              <a:spcBef>
                <a:spcPts val="0"/>
              </a:spcBef>
              <a:spcAft>
                <a:spcPts val="0"/>
              </a:spcAft>
              <a:buClr>
                <a:schemeClr val="accent1"/>
              </a:buClr>
              <a:buSzPts val="1600"/>
              <a:buFont typeface="IBM Plex Sans Medium"/>
              <a:buNone/>
              <a:defRPr sz="1600">
                <a:solidFill>
                  <a:schemeClr val="accent1"/>
                </a:solidFill>
                <a:latin typeface="IBM Plex Sans Medium"/>
                <a:ea typeface="IBM Plex Sans Medium"/>
                <a:cs typeface="IBM Plex Sans Medium"/>
                <a:sym typeface="IBM Plex Sans Medium"/>
              </a:defRPr>
            </a:lvl7pPr>
            <a:lvl8pPr lvl="7" algn="ctr" rtl="0">
              <a:lnSpc>
                <a:spcPct val="100000"/>
              </a:lnSpc>
              <a:spcBef>
                <a:spcPts val="0"/>
              </a:spcBef>
              <a:spcAft>
                <a:spcPts val="0"/>
              </a:spcAft>
              <a:buClr>
                <a:schemeClr val="accent1"/>
              </a:buClr>
              <a:buSzPts val="1600"/>
              <a:buFont typeface="IBM Plex Sans Medium"/>
              <a:buNone/>
              <a:defRPr sz="1600">
                <a:solidFill>
                  <a:schemeClr val="accent1"/>
                </a:solidFill>
                <a:latin typeface="IBM Plex Sans Medium"/>
                <a:ea typeface="IBM Plex Sans Medium"/>
                <a:cs typeface="IBM Plex Sans Medium"/>
                <a:sym typeface="IBM Plex Sans Medium"/>
              </a:defRPr>
            </a:lvl8pPr>
            <a:lvl9pPr lvl="8" algn="ctr" rtl="0">
              <a:lnSpc>
                <a:spcPct val="100000"/>
              </a:lnSpc>
              <a:spcBef>
                <a:spcPts val="0"/>
              </a:spcBef>
              <a:spcAft>
                <a:spcPts val="0"/>
              </a:spcAft>
              <a:buClr>
                <a:schemeClr val="accent1"/>
              </a:buClr>
              <a:buSzPts val="1600"/>
              <a:buFont typeface="IBM Plex Sans Medium"/>
              <a:buNone/>
              <a:defRPr sz="1600">
                <a:solidFill>
                  <a:schemeClr val="accent1"/>
                </a:solidFill>
                <a:latin typeface="IBM Plex Sans Medium"/>
                <a:ea typeface="IBM Plex Sans Medium"/>
                <a:cs typeface="IBM Plex Sans Medium"/>
                <a:sym typeface="IBM Plex Sans Medium"/>
              </a:defRPr>
            </a:lvl9pPr>
          </a:lstStyle>
          <a:p>
            <a:endParaRPr/>
          </a:p>
        </p:txBody>
      </p:sp>
      <p:sp>
        <p:nvSpPr>
          <p:cNvPr id="284" name="Google Shape;284;p25"/>
          <p:cNvSpPr txBox="1">
            <a:spLocks noGrp="1"/>
          </p:cNvSpPr>
          <p:nvPr>
            <p:ph type="subTitle" idx="9"/>
          </p:nvPr>
        </p:nvSpPr>
        <p:spPr>
          <a:xfrm>
            <a:off x="7119875" y="2070950"/>
            <a:ext cx="1574700" cy="311400"/>
          </a:xfrm>
          <a:prstGeom prst="rect">
            <a:avLst/>
          </a:prstGeom>
        </p:spPr>
        <p:txBody>
          <a:bodyPr spcFirstLastPara="1" wrap="square" lIns="0" tIns="0" rIns="0" bIns="0" anchor="t" anchorCtr="0">
            <a:normAutofit/>
          </a:bodyPr>
          <a:lstStyle>
            <a:lvl1pPr lvl="0" algn="ctr" rtl="0">
              <a:lnSpc>
                <a:spcPct val="100000"/>
              </a:lnSpc>
              <a:spcBef>
                <a:spcPts val="0"/>
              </a:spcBef>
              <a:spcAft>
                <a:spcPts val="0"/>
              </a:spcAft>
              <a:buClr>
                <a:schemeClr val="accent3"/>
              </a:buClr>
              <a:buSzPts val="1600"/>
              <a:buFont typeface="IBM Plex Sans Medium"/>
              <a:buNone/>
              <a:defRPr sz="1600">
                <a:solidFill>
                  <a:schemeClr val="accent3"/>
                </a:solidFill>
                <a:latin typeface="IBM Plex Sans Medium"/>
                <a:ea typeface="IBM Plex Sans Medium"/>
                <a:cs typeface="IBM Plex Sans Medium"/>
                <a:sym typeface="IBM Plex Sans Medium"/>
              </a:defRPr>
            </a:lvl1pPr>
            <a:lvl2pPr lvl="1" algn="ctr" rtl="0">
              <a:lnSpc>
                <a:spcPct val="100000"/>
              </a:lnSpc>
              <a:spcBef>
                <a:spcPts val="0"/>
              </a:spcBef>
              <a:spcAft>
                <a:spcPts val="0"/>
              </a:spcAft>
              <a:buSzPts val="1600"/>
              <a:buFont typeface="IBM Plex Sans Medium"/>
              <a:buNone/>
              <a:defRPr sz="1600">
                <a:solidFill>
                  <a:schemeClr val="accent1"/>
                </a:solidFill>
                <a:latin typeface="IBM Plex Sans Medium"/>
                <a:ea typeface="IBM Plex Sans Medium"/>
                <a:cs typeface="IBM Plex Sans Medium"/>
                <a:sym typeface="IBM Plex Sans Medium"/>
              </a:defRPr>
            </a:lvl2pPr>
            <a:lvl3pPr lvl="2" algn="ctr" rtl="0">
              <a:lnSpc>
                <a:spcPct val="100000"/>
              </a:lnSpc>
              <a:spcBef>
                <a:spcPts val="0"/>
              </a:spcBef>
              <a:spcAft>
                <a:spcPts val="0"/>
              </a:spcAft>
              <a:buSzPts val="1600"/>
              <a:buFont typeface="IBM Plex Sans Medium"/>
              <a:buNone/>
              <a:defRPr sz="1600">
                <a:solidFill>
                  <a:schemeClr val="accent1"/>
                </a:solidFill>
                <a:latin typeface="IBM Plex Sans Medium"/>
                <a:ea typeface="IBM Plex Sans Medium"/>
                <a:cs typeface="IBM Plex Sans Medium"/>
                <a:sym typeface="IBM Plex Sans Medium"/>
              </a:defRPr>
            </a:lvl3pPr>
            <a:lvl4pPr lvl="3" algn="ctr" rtl="0">
              <a:lnSpc>
                <a:spcPct val="100000"/>
              </a:lnSpc>
              <a:spcBef>
                <a:spcPts val="0"/>
              </a:spcBef>
              <a:spcAft>
                <a:spcPts val="0"/>
              </a:spcAft>
              <a:buSzPts val="1600"/>
              <a:buFont typeface="IBM Plex Sans Medium"/>
              <a:buNone/>
              <a:defRPr sz="1600">
                <a:solidFill>
                  <a:schemeClr val="accent1"/>
                </a:solidFill>
                <a:latin typeface="IBM Plex Sans Medium"/>
                <a:ea typeface="IBM Plex Sans Medium"/>
                <a:cs typeface="IBM Plex Sans Medium"/>
                <a:sym typeface="IBM Plex Sans Medium"/>
              </a:defRPr>
            </a:lvl4pPr>
            <a:lvl5pPr lvl="4" algn="ctr" rtl="0">
              <a:lnSpc>
                <a:spcPct val="100000"/>
              </a:lnSpc>
              <a:spcBef>
                <a:spcPts val="0"/>
              </a:spcBef>
              <a:spcAft>
                <a:spcPts val="0"/>
              </a:spcAft>
              <a:buClr>
                <a:schemeClr val="accent1"/>
              </a:buClr>
              <a:buSzPts val="1600"/>
              <a:buFont typeface="IBM Plex Sans Medium"/>
              <a:buNone/>
              <a:defRPr sz="1600">
                <a:solidFill>
                  <a:schemeClr val="accent1"/>
                </a:solidFill>
                <a:latin typeface="IBM Plex Sans Medium"/>
                <a:ea typeface="IBM Plex Sans Medium"/>
                <a:cs typeface="IBM Plex Sans Medium"/>
                <a:sym typeface="IBM Plex Sans Medium"/>
              </a:defRPr>
            </a:lvl5pPr>
            <a:lvl6pPr lvl="5" algn="ctr" rtl="0">
              <a:lnSpc>
                <a:spcPct val="100000"/>
              </a:lnSpc>
              <a:spcBef>
                <a:spcPts val="0"/>
              </a:spcBef>
              <a:spcAft>
                <a:spcPts val="0"/>
              </a:spcAft>
              <a:buClr>
                <a:schemeClr val="accent1"/>
              </a:buClr>
              <a:buSzPts val="1600"/>
              <a:buFont typeface="IBM Plex Sans Medium"/>
              <a:buNone/>
              <a:defRPr sz="1600">
                <a:solidFill>
                  <a:schemeClr val="accent1"/>
                </a:solidFill>
                <a:latin typeface="IBM Plex Sans Medium"/>
                <a:ea typeface="IBM Plex Sans Medium"/>
                <a:cs typeface="IBM Plex Sans Medium"/>
                <a:sym typeface="IBM Plex Sans Medium"/>
              </a:defRPr>
            </a:lvl6pPr>
            <a:lvl7pPr lvl="6" algn="ctr" rtl="0">
              <a:lnSpc>
                <a:spcPct val="100000"/>
              </a:lnSpc>
              <a:spcBef>
                <a:spcPts val="0"/>
              </a:spcBef>
              <a:spcAft>
                <a:spcPts val="0"/>
              </a:spcAft>
              <a:buClr>
                <a:schemeClr val="accent1"/>
              </a:buClr>
              <a:buSzPts val="1600"/>
              <a:buFont typeface="IBM Plex Sans Medium"/>
              <a:buNone/>
              <a:defRPr sz="1600">
                <a:solidFill>
                  <a:schemeClr val="accent1"/>
                </a:solidFill>
                <a:latin typeface="IBM Plex Sans Medium"/>
                <a:ea typeface="IBM Plex Sans Medium"/>
                <a:cs typeface="IBM Plex Sans Medium"/>
                <a:sym typeface="IBM Plex Sans Medium"/>
              </a:defRPr>
            </a:lvl7pPr>
            <a:lvl8pPr lvl="7" algn="ctr" rtl="0">
              <a:lnSpc>
                <a:spcPct val="100000"/>
              </a:lnSpc>
              <a:spcBef>
                <a:spcPts val="0"/>
              </a:spcBef>
              <a:spcAft>
                <a:spcPts val="0"/>
              </a:spcAft>
              <a:buClr>
                <a:schemeClr val="accent1"/>
              </a:buClr>
              <a:buSzPts val="1600"/>
              <a:buFont typeface="IBM Plex Sans Medium"/>
              <a:buNone/>
              <a:defRPr sz="1600">
                <a:solidFill>
                  <a:schemeClr val="accent1"/>
                </a:solidFill>
                <a:latin typeface="IBM Plex Sans Medium"/>
                <a:ea typeface="IBM Plex Sans Medium"/>
                <a:cs typeface="IBM Plex Sans Medium"/>
                <a:sym typeface="IBM Plex Sans Medium"/>
              </a:defRPr>
            </a:lvl8pPr>
            <a:lvl9pPr lvl="8" algn="ctr" rtl="0">
              <a:lnSpc>
                <a:spcPct val="100000"/>
              </a:lnSpc>
              <a:spcBef>
                <a:spcPts val="0"/>
              </a:spcBef>
              <a:spcAft>
                <a:spcPts val="0"/>
              </a:spcAft>
              <a:buClr>
                <a:schemeClr val="accent1"/>
              </a:buClr>
              <a:buSzPts val="1600"/>
              <a:buFont typeface="IBM Plex Sans Medium"/>
              <a:buNone/>
              <a:defRPr sz="1600">
                <a:solidFill>
                  <a:schemeClr val="accent1"/>
                </a:solidFill>
                <a:latin typeface="IBM Plex Sans Medium"/>
                <a:ea typeface="IBM Plex Sans Medium"/>
                <a:cs typeface="IBM Plex Sans Medium"/>
                <a:sym typeface="IBM Plex Sans Medium"/>
              </a:defRPr>
            </a:lvl9pPr>
          </a:lstStyle>
          <a:p>
            <a:endParaRPr/>
          </a:p>
        </p:txBody>
      </p:sp>
      <p:sp>
        <p:nvSpPr>
          <p:cNvPr id="285" name="Google Shape;285;p25"/>
          <p:cNvSpPr txBox="1">
            <a:spLocks noGrp="1"/>
          </p:cNvSpPr>
          <p:nvPr>
            <p:ph type="body" idx="13"/>
          </p:nvPr>
        </p:nvSpPr>
        <p:spPr>
          <a:xfrm>
            <a:off x="7119575" y="2369494"/>
            <a:ext cx="1575300" cy="783000"/>
          </a:xfrm>
          <a:prstGeom prst="rect">
            <a:avLst/>
          </a:prstGeom>
        </p:spPr>
        <p:txBody>
          <a:bodyPr spcFirstLastPara="1" wrap="square" lIns="0" tIns="0" rIns="0" bIns="0" anchor="t" anchorCtr="0">
            <a:normAutofit/>
          </a:bodyPr>
          <a:lstStyle>
            <a:lvl1pPr marL="457200" lvl="0" indent="-311150" algn="ctr" rtl="0">
              <a:spcBef>
                <a:spcPts val="0"/>
              </a:spcBef>
              <a:spcAft>
                <a:spcPts val="0"/>
              </a:spcAft>
              <a:buClr>
                <a:schemeClr val="lt1"/>
              </a:buClr>
              <a:buSzPts val="1300"/>
              <a:buChar char="■"/>
              <a:defRPr sz="1300">
                <a:solidFill>
                  <a:schemeClr val="lt1"/>
                </a:solidFill>
              </a:defRPr>
            </a:lvl1pPr>
            <a:lvl2pPr marL="914400" lvl="1" indent="-311150" algn="ctr" rtl="0">
              <a:spcBef>
                <a:spcPts val="0"/>
              </a:spcBef>
              <a:spcAft>
                <a:spcPts val="0"/>
              </a:spcAft>
              <a:buClr>
                <a:schemeClr val="lt1"/>
              </a:buClr>
              <a:buSzPts val="1300"/>
              <a:buChar char="■"/>
              <a:defRPr sz="1300">
                <a:solidFill>
                  <a:schemeClr val="lt1"/>
                </a:solidFill>
              </a:defRPr>
            </a:lvl2pPr>
            <a:lvl3pPr marL="1371600" lvl="2" indent="-311150" algn="ctr" rtl="0">
              <a:spcBef>
                <a:spcPts val="0"/>
              </a:spcBef>
              <a:spcAft>
                <a:spcPts val="0"/>
              </a:spcAft>
              <a:buSzPts val="1300"/>
              <a:buChar char="■"/>
              <a:defRPr sz="1300"/>
            </a:lvl3pPr>
            <a:lvl4pPr marL="1828800" lvl="3" indent="-311150" algn="ctr" rtl="0">
              <a:spcBef>
                <a:spcPts val="0"/>
              </a:spcBef>
              <a:spcAft>
                <a:spcPts val="0"/>
              </a:spcAft>
              <a:buSzPts val="1300"/>
              <a:buChar char="●"/>
              <a:defRPr sz="1300"/>
            </a:lvl4pPr>
            <a:lvl5pPr marL="2286000" lvl="4" indent="-311150" algn="ctr" rtl="0">
              <a:spcBef>
                <a:spcPts val="0"/>
              </a:spcBef>
              <a:spcAft>
                <a:spcPts val="0"/>
              </a:spcAft>
              <a:buSzPts val="1300"/>
              <a:buChar char="○"/>
              <a:defRPr sz="1300"/>
            </a:lvl5pPr>
            <a:lvl6pPr marL="2743200" lvl="5" indent="-311150" algn="ctr" rtl="0">
              <a:spcBef>
                <a:spcPts val="0"/>
              </a:spcBef>
              <a:spcAft>
                <a:spcPts val="0"/>
              </a:spcAft>
              <a:buSzPts val="1300"/>
              <a:buChar char="■"/>
              <a:defRPr sz="1300"/>
            </a:lvl6pPr>
            <a:lvl7pPr marL="3200400" lvl="6" indent="-311150" algn="ctr" rtl="0">
              <a:spcBef>
                <a:spcPts val="0"/>
              </a:spcBef>
              <a:spcAft>
                <a:spcPts val="0"/>
              </a:spcAft>
              <a:buSzPts val="1300"/>
              <a:buChar char="●"/>
              <a:defRPr sz="1300"/>
            </a:lvl7pPr>
            <a:lvl8pPr marL="3657600" lvl="7" indent="-311150" algn="ctr" rtl="0">
              <a:spcBef>
                <a:spcPts val="0"/>
              </a:spcBef>
              <a:spcAft>
                <a:spcPts val="0"/>
              </a:spcAft>
              <a:buSzPts val="1300"/>
              <a:buChar char="○"/>
              <a:defRPr sz="1300"/>
            </a:lvl8pPr>
            <a:lvl9pPr marL="4114800" lvl="8" indent="-311150" algn="ctr" rtl="0">
              <a:spcBef>
                <a:spcPts val="0"/>
              </a:spcBef>
              <a:spcAft>
                <a:spcPts val="0"/>
              </a:spcAft>
              <a:buSzPts val="1300"/>
              <a:buChar char="■"/>
              <a:defRPr sz="1300"/>
            </a:lvl9pPr>
          </a:lstStyle>
          <a:p>
            <a:endParaRPr/>
          </a:p>
        </p:txBody>
      </p:sp>
      <p:sp>
        <p:nvSpPr>
          <p:cNvPr id="286" name="Google Shape;286;p25"/>
          <p:cNvSpPr txBox="1">
            <a:spLocks noGrp="1"/>
          </p:cNvSpPr>
          <p:nvPr>
            <p:ph type="subTitle" idx="14"/>
          </p:nvPr>
        </p:nvSpPr>
        <p:spPr>
          <a:xfrm>
            <a:off x="5446275" y="3867473"/>
            <a:ext cx="1574700" cy="311400"/>
          </a:xfrm>
          <a:prstGeom prst="rect">
            <a:avLst/>
          </a:prstGeom>
        </p:spPr>
        <p:txBody>
          <a:bodyPr spcFirstLastPara="1" wrap="square" lIns="0" tIns="0" rIns="0" bIns="0" anchor="t" anchorCtr="0">
            <a:normAutofit/>
          </a:bodyPr>
          <a:lstStyle>
            <a:lvl1pPr lvl="0" algn="ctr" rtl="0">
              <a:lnSpc>
                <a:spcPct val="100000"/>
              </a:lnSpc>
              <a:spcBef>
                <a:spcPts val="0"/>
              </a:spcBef>
              <a:spcAft>
                <a:spcPts val="0"/>
              </a:spcAft>
              <a:buClr>
                <a:srgbClr val="D2FF1D"/>
              </a:buClr>
              <a:buSzPts val="1600"/>
              <a:buFont typeface="IBM Plex Sans Medium"/>
              <a:buNone/>
              <a:defRPr sz="1600">
                <a:solidFill>
                  <a:srgbClr val="D2FF1D"/>
                </a:solidFill>
                <a:latin typeface="IBM Plex Sans Medium"/>
                <a:ea typeface="IBM Plex Sans Medium"/>
                <a:cs typeface="IBM Plex Sans Medium"/>
                <a:sym typeface="IBM Plex Sans Medium"/>
              </a:defRPr>
            </a:lvl1pPr>
            <a:lvl2pPr lvl="1" algn="ctr" rtl="0">
              <a:lnSpc>
                <a:spcPct val="100000"/>
              </a:lnSpc>
              <a:spcBef>
                <a:spcPts val="0"/>
              </a:spcBef>
              <a:spcAft>
                <a:spcPts val="0"/>
              </a:spcAft>
              <a:buSzPts val="1600"/>
              <a:buNone/>
              <a:defRPr sz="1600">
                <a:solidFill>
                  <a:schemeClr val="accent1"/>
                </a:solidFill>
              </a:defRPr>
            </a:lvl2pPr>
            <a:lvl3pPr lvl="2" algn="ctr" rtl="0">
              <a:lnSpc>
                <a:spcPct val="100000"/>
              </a:lnSpc>
              <a:spcBef>
                <a:spcPts val="0"/>
              </a:spcBef>
              <a:spcAft>
                <a:spcPts val="0"/>
              </a:spcAft>
              <a:buSzPts val="1600"/>
              <a:buNone/>
              <a:defRPr sz="1600">
                <a:solidFill>
                  <a:schemeClr val="accent1"/>
                </a:solidFill>
              </a:defRPr>
            </a:lvl3pPr>
            <a:lvl4pPr lvl="3" algn="ctr" rtl="0">
              <a:lnSpc>
                <a:spcPct val="100000"/>
              </a:lnSpc>
              <a:spcBef>
                <a:spcPts val="0"/>
              </a:spcBef>
              <a:spcAft>
                <a:spcPts val="0"/>
              </a:spcAft>
              <a:buSzPts val="1600"/>
              <a:buNone/>
              <a:defRPr sz="1600">
                <a:solidFill>
                  <a:schemeClr val="accent1"/>
                </a:solidFill>
              </a:defRPr>
            </a:lvl4pPr>
            <a:lvl5pPr lvl="4" algn="ctr" rtl="0">
              <a:lnSpc>
                <a:spcPct val="100000"/>
              </a:lnSpc>
              <a:spcBef>
                <a:spcPts val="0"/>
              </a:spcBef>
              <a:spcAft>
                <a:spcPts val="0"/>
              </a:spcAft>
              <a:buClr>
                <a:schemeClr val="accent1"/>
              </a:buClr>
              <a:buSzPts val="1600"/>
              <a:buNone/>
              <a:defRPr sz="1600">
                <a:solidFill>
                  <a:schemeClr val="accent1"/>
                </a:solidFill>
              </a:defRPr>
            </a:lvl5pPr>
            <a:lvl6pPr lvl="5" algn="ctr" rtl="0">
              <a:lnSpc>
                <a:spcPct val="100000"/>
              </a:lnSpc>
              <a:spcBef>
                <a:spcPts val="0"/>
              </a:spcBef>
              <a:spcAft>
                <a:spcPts val="0"/>
              </a:spcAft>
              <a:buClr>
                <a:schemeClr val="accent1"/>
              </a:buClr>
              <a:buSzPts val="1600"/>
              <a:buNone/>
              <a:defRPr sz="1600">
                <a:solidFill>
                  <a:schemeClr val="accent1"/>
                </a:solidFill>
              </a:defRPr>
            </a:lvl6pPr>
            <a:lvl7pPr lvl="6" algn="ctr" rtl="0">
              <a:lnSpc>
                <a:spcPct val="100000"/>
              </a:lnSpc>
              <a:spcBef>
                <a:spcPts val="0"/>
              </a:spcBef>
              <a:spcAft>
                <a:spcPts val="0"/>
              </a:spcAft>
              <a:buClr>
                <a:schemeClr val="accent1"/>
              </a:buClr>
              <a:buSzPts val="1600"/>
              <a:buNone/>
              <a:defRPr sz="1600">
                <a:solidFill>
                  <a:schemeClr val="accent1"/>
                </a:solidFill>
              </a:defRPr>
            </a:lvl7pPr>
            <a:lvl8pPr lvl="7" algn="ctr" rtl="0">
              <a:lnSpc>
                <a:spcPct val="100000"/>
              </a:lnSpc>
              <a:spcBef>
                <a:spcPts val="0"/>
              </a:spcBef>
              <a:spcAft>
                <a:spcPts val="0"/>
              </a:spcAft>
              <a:buClr>
                <a:schemeClr val="accent1"/>
              </a:buClr>
              <a:buSzPts val="1600"/>
              <a:buNone/>
              <a:defRPr sz="1600">
                <a:solidFill>
                  <a:schemeClr val="accent1"/>
                </a:solidFill>
              </a:defRPr>
            </a:lvl8pPr>
            <a:lvl9pPr lvl="8" algn="ctr" rtl="0">
              <a:lnSpc>
                <a:spcPct val="100000"/>
              </a:lnSpc>
              <a:spcBef>
                <a:spcPts val="0"/>
              </a:spcBef>
              <a:spcAft>
                <a:spcPts val="0"/>
              </a:spcAft>
              <a:buClr>
                <a:schemeClr val="accent1"/>
              </a:buClr>
              <a:buSzPts val="1600"/>
              <a:buNone/>
              <a:defRPr sz="1600">
                <a:solidFill>
                  <a:schemeClr val="accent1"/>
                </a:solidFill>
              </a:defRPr>
            </a:lvl9pPr>
          </a:lstStyle>
          <a:p>
            <a:endParaRPr/>
          </a:p>
        </p:txBody>
      </p:sp>
      <p:sp>
        <p:nvSpPr>
          <p:cNvPr id="287" name="Google Shape;287;p25"/>
          <p:cNvSpPr txBox="1">
            <a:spLocks noGrp="1"/>
          </p:cNvSpPr>
          <p:nvPr>
            <p:ph type="body" idx="15"/>
          </p:nvPr>
        </p:nvSpPr>
        <p:spPr>
          <a:xfrm>
            <a:off x="5453625" y="4160430"/>
            <a:ext cx="1575300" cy="783000"/>
          </a:xfrm>
          <a:prstGeom prst="rect">
            <a:avLst/>
          </a:prstGeom>
        </p:spPr>
        <p:txBody>
          <a:bodyPr spcFirstLastPara="1" wrap="square" lIns="0" tIns="0" rIns="0" bIns="0" anchor="t" anchorCtr="0">
            <a:normAutofit/>
          </a:bodyPr>
          <a:lstStyle>
            <a:lvl1pPr marL="457200" lvl="0" indent="-311150" algn="ctr" rtl="0">
              <a:spcBef>
                <a:spcPts val="0"/>
              </a:spcBef>
              <a:spcAft>
                <a:spcPts val="0"/>
              </a:spcAft>
              <a:buClr>
                <a:schemeClr val="lt1"/>
              </a:buClr>
              <a:buSzPts val="1300"/>
              <a:buChar char="■"/>
              <a:defRPr sz="1300">
                <a:solidFill>
                  <a:schemeClr val="lt1"/>
                </a:solidFill>
              </a:defRPr>
            </a:lvl1pPr>
            <a:lvl2pPr marL="914400" lvl="1" indent="-311150" algn="ctr" rtl="0">
              <a:spcBef>
                <a:spcPts val="0"/>
              </a:spcBef>
              <a:spcAft>
                <a:spcPts val="0"/>
              </a:spcAft>
              <a:buClr>
                <a:schemeClr val="lt1"/>
              </a:buClr>
              <a:buSzPts val="1300"/>
              <a:buChar char="■"/>
              <a:defRPr sz="1300">
                <a:solidFill>
                  <a:schemeClr val="lt1"/>
                </a:solidFill>
              </a:defRPr>
            </a:lvl2pPr>
            <a:lvl3pPr marL="1371600" lvl="2" indent="-311150" algn="ctr" rtl="0">
              <a:spcBef>
                <a:spcPts val="0"/>
              </a:spcBef>
              <a:spcAft>
                <a:spcPts val="0"/>
              </a:spcAft>
              <a:buSzPts val="1300"/>
              <a:buChar char="■"/>
              <a:defRPr sz="1300"/>
            </a:lvl3pPr>
            <a:lvl4pPr marL="1828800" lvl="3" indent="-311150" algn="ctr" rtl="0">
              <a:spcBef>
                <a:spcPts val="0"/>
              </a:spcBef>
              <a:spcAft>
                <a:spcPts val="0"/>
              </a:spcAft>
              <a:buSzPts val="1300"/>
              <a:buChar char="●"/>
              <a:defRPr sz="1300"/>
            </a:lvl4pPr>
            <a:lvl5pPr marL="2286000" lvl="4" indent="-311150" algn="ctr" rtl="0">
              <a:spcBef>
                <a:spcPts val="0"/>
              </a:spcBef>
              <a:spcAft>
                <a:spcPts val="0"/>
              </a:spcAft>
              <a:buSzPts val="1300"/>
              <a:buChar char="○"/>
              <a:defRPr sz="1300"/>
            </a:lvl5pPr>
            <a:lvl6pPr marL="2743200" lvl="5" indent="-311150" algn="ctr" rtl="0">
              <a:spcBef>
                <a:spcPts val="0"/>
              </a:spcBef>
              <a:spcAft>
                <a:spcPts val="0"/>
              </a:spcAft>
              <a:buSzPts val="1300"/>
              <a:buChar char="■"/>
              <a:defRPr sz="1300"/>
            </a:lvl6pPr>
            <a:lvl7pPr marL="3200400" lvl="6" indent="-311150" algn="ctr" rtl="0">
              <a:spcBef>
                <a:spcPts val="0"/>
              </a:spcBef>
              <a:spcAft>
                <a:spcPts val="0"/>
              </a:spcAft>
              <a:buSzPts val="1300"/>
              <a:buChar char="●"/>
              <a:defRPr sz="1300"/>
            </a:lvl7pPr>
            <a:lvl8pPr marL="3657600" lvl="7" indent="-311150" algn="ctr" rtl="0">
              <a:spcBef>
                <a:spcPts val="0"/>
              </a:spcBef>
              <a:spcAft>
                <a:spcPts val="0"/>
              </a:spcAft>
              <a:buSzPts val="1300"/>
              <a:buChar char="○"/>
              <a:defRPr sz="1300"/>
            </a:lvl8pPr>
            <a:lvl9pPr marL="4114800" lvl="8" indent="-311150" algn="ctr" rtl="0">
              <a:spcBef>
                <a:spcPts val="0"/>
              </a:spcBef>
              <a:spcAft>
                <a:spcPts val="0"/>
              </a:spcAft>
              <a:buSzPts val="1300"/>
              <a:buChar char="■"/>
              <a:defRPr sz="1300"/>
            </a:lvl9pPr>
          </a:lstStyle>
          <a:p>
            <a:endParaRPr/>
          </a:p>
        </p:txBody>
      </p:sp>
      <p:sp>
        <p:nvSpPr>
          <p:cNvPr id="288" name="Google Shape;288;p25"/>
          <p:cNvSpPr txBox="1">
            <a:spLocks noGrp="1"/>
          </p:cNvSpPr>
          <p:nvPr>
            <p:ph type="subTitle" idx="16"/>
          </p:nvPr>
        </p:nvSpPr>
        <p:spPr>
          <a:xfrm>
            <a:off x="2115100" y="3867473"/>
            <a:ext cx="1574700" cy="311400"/>
          </a:xfrm>
          <a:prstGeom prst="rect">
            <a:avLst/>
          </a:prstGeom>
        </p:spPr>
        <p:txBody>
          <a:bodyPr spcFirstLastPara="1" wrap="square" lIns="0" tIns="0" rIns="0" bIns="0" anchor="t" anchorCtr="0">
            <a:normAutofit/>
          </a:bodyPr>
          <a:lstStyle>
            <a:lvl1pPr lvl="0" algn="ctr" rtl="0">
              <a:lnSpc>
                <a:spcPct val="100000"/>
              </a:lnSpc>
              <a:spcBef>
                <a:spcPts val="0"/>
              </a:spcBef>
              <a:spcAft>
                <a:spcPts val="0"/>
              </a:spcAft>
              <a:buClr>
                <a:srgbClr val="FFB7C8"/>
              </a:buClr>
              <a:buSzPts val="1600"/>
              <a:buFont typeface="IBM Plex Sans Medium"/>
              <a:buNone/>
              <a:defRPr sz="1600">
                <a:solidFill>
                  <a:srgbClr val="FFB7C8"/>
                </a:solidFill>
                <a:latin typeface="IBM Plex Sans Medium"/>
                <a:ea typeface="IBM Plex Sans Medium"/>
                <a:cs typeface="IBM Plex Sans Medium"/>
                <a:sym typeface="IBM Plex Sans Medium"/>
              </a:defRPr>
            </a:lvl1pPr>
            <a:lvl2pPr lvl="1" algn="ctr" rtl="0">
              <a:lnSpc>
                <a:spcPct val="100000"/>
              </a:lnSpc>
              <a:spcBef>
                <a:spcPts val="0"/>
              </a:spcBef>
              <a:spcAft>
                <a:spcPts val="0"/>
              </a:spcAft>
              <a:buSzPts val="1600"/>
              <a:buFont typeface="IBM Plex Sans Medium"/>
              <a:buNone/>
              <a:defRPr sz="1600">
                <a:solidFill>
                  <a:schemeClr val="accent1"/>
                </a:solidFill>
                <a:latin typeface="IBM Plex Sans Medium"/>
                <a:ea typeface="IBM Plex Sans Medium"/>
                <a:cs typeface="IBM Plex Sans Medium"/>
                <a:sym typeface="IBM Plex Sans Medium"/>
              </a:defRPr>
            </a:lvl2pPr>
            <a:lvl3pPr lvl="2" algn="ctr" rtl="0">
              <a:lnSpc>
                <a:spcPct val="100000"/>
              </a:lnSpc>
              <a:spcBef>
                <a:spcPts val="0"/>
              </a:spcBef>
              <a:spcAft>
                <a:spcPts val="0"/>
              </a:spcAft>
              <a:buSzPts val="1600"/>
              <a:buFont typeface="IBM Plex Sans Medium"/>
              <a:buNone/>
              <a:defRPr sz="1600">
                <a:solidFill>
                  <a:schemeClr val="accent1"/>
                </a:solidFill>
                <a:latin typeface="IBM Plex Sans Medium"/>
                <a:ea typeface="IBM Plex Sans Medium"/>
                <a:cs typeface="IBM Plex Sans Medium"/>
                <a:sym typeface="IBM Plex Sans Medium"/>
              </a:defRPr>
            </a:lvl3pPr>
            <a:lvl4pPr lvl="3" algn="ctr" rtl="0">
              <a:lnSpc>
                <a:spcPct val="100000"/>
              </a:lnSpc>
              <a:spcBef>
                <a:spcPts val="0"/>
              </a:spcBef>
              <a:spcAft>
                <a:spcPts val="0"/>
              </a:spcAft>
              <a:buSzPts val="1600"/>
              <a:buFont typeface="IBM Plex Sans Medium"/>
              <a:buNone/>
              <a:defRPr sz="1600">
                <a:solidFill>
                  <a:schemeClr val="accent1"/>
                </a:solidFill>
                <a:latin typeface="IBM Plex Sans Medium"/>
                <a:ea typeface="IBM Plex Sans Medium"/>
                <a:cs typeface="IBM Plex Sans Medium"/>
                <a:sym typeface="IBM Plex Sans Medium"/>
              </a:defRPr>
            </a:lvl4pPr>
            <a:lvl5pPr lvl="4" algn="ctr" rtl="0">
              <a:lnSpc>
                <a:spcPct val="100000"/>
              </a:lnSpc>
              <a:spcBef>
                <a:spcPts val="0"/>
              </a:spcBef>
              <a:spcAft>
                <a:spcPts val="0"/>
              </a:spcAft>
              <a:buClr>
                <a:schemeClr val="accent1"/>
              </a:buClr>
              <a:buSzPts val="1600"/>
              <a:buFont typeface="IBM Plex Sans Medium"/>
              <a:buNone/>
              <a:defRPr sz="1600">
                <a:solidFill>
                  <a:schemeClr val="accent1"/>
                </a:solidFill>
                <a:latin typeface="IBM Plex Sans Medium"/>
                <a:ea typeface="IBM Plex Sans Medium"/>
                <a:cs typeface="IBM Plex Sans Medium"/>
                <a:sym typeface="IBM Plex Sans Medium"/>
              </a:defRPr>
            </a:lvl5pPr>
            <a:lvl6pPr lvl="5" algn="ctr" rtl="0">
              <a:lnSpc>
                <a:spcPct val="100000"/>
              </a:lnSpc>
              <a:spcBef>
                <a:spcPts val="0"/>
              </a:spcBef>
              <a:spcAft>
                <a:spcPts val="0"/>
              </a:spcAft>
              <a:buClr>
                <a:schemeClr val="accent1"/>
              </a:buClr>
              <a:buSzPts val="1600"/>
              <a:buFont typeface="IBM Plex Sans Medium"/>
              <a:buNone/>
              <a:defRPr sz="1600">
                <a:solidFill>
                  <a:schemeClr val="accent1"/>
                </a:solidFill>
                <a:latin typeface="IBM Plex Sans Medium"/>
                <a:ea typeface="IBM Plex Sans Medium"/>
                <a:cs typeface="IBM Plex Sans Medium"/>
                <a:sym typeface="IBM Plex Sans Medium"/>
              </a:defRPr>
            </a:lvl6pPr>
            <a:lvl7pPr lvl="6" algn="ctr" rtl="0">
              <a:lnSpc>
                <a:spcPct val="100000"/>
              </a:lnSpc>
              <a:spcBef>
                <a:spcPts val="0"/>
              </a:spcBef>
              <a:spcAft>
                <a:spcPts val="0"/>
              </a:spcAft>
              <a:buClr>
                <a:schemeClr val="accent1"/>
              </a:buClr>
              <a:buSzPts val="1600"/>
              <a:buFont typeface="IBM Plex Sans Medium"/>
              <a:buNone/>
              <a:defRPr sz="1600">
                <a:solidFill>
                  <a:schemeClr val="accent1"/>
                </a:solidFill>
                <a:latin typeface="IBM Plex Sans Medium"/>
                <a:ea typeface="IBM Plex Sans Medium"/>
                <a:cs typeface="IBM Plex Sans Medium"/>
                <a:sym typeface="IBM Plex Sans Medium"/>
              </a:defRPr>
            </a:lvl7pPr>
            <a:lvl8pPr lvl="7" algn="ctr" rtl="0">
              <a:lnSpc>
                <a:spcPct val="100000"/>
              </a:lnSpc>
              <a:spcBef>
                <a:spcPts val="0"/>
              </a:spcBef>
              <a:spcAft>
                <a:spcPts val="0"/>
              </a:spcAft>
              <a:buClr>
                <a:schemeClr val="accent1"/>
              </a:buClr>
              <a:buSzPts val="1600"/>
              <a:buFont typeface="IBM Plex Sans Medium"/>
              <a:buNone/>
              <a:defRPr sz="1600">
                <a:solidFill>
                  <a:schemeClr val="accent1"/>
                </a:solidFill>
                <a:latin typeface="IBM Plex Sans Medium"/>
                <a:ea typeface="IBM Plex Sans Medium"/>
                <a:cs typeface="IBM Plex Sans Medium"/>
                <a:sym typeface="IBM Plex Sans Medium"/>
              </a:defRPr>
            </a:lvl8pPr>
            <a:lvl9pPr lvl="8" algn="ctr" rtl="0">
              <a:lnSpc>
                <a:spcPct val="100000"/>
              </a:lnSpc>
              <a:spcBef>
                <a:spcPts val="0"/>
              </a:spcBef>
              <a:spcAft>
                <a:spcPts val="0"/>
              </a:spcAft>
              <a:buClr>
                <a:schemeClr val="accent1"/>
              </a:buClr>
              <a:buSzPts val="1600"/>
              <a:buFont typeface="IBM Plex Sans Medium"/>
              <a:buNone/>
              <a:defRPr sz="1600">
                <a:solidFill>
                  <a:schemeClr val="accent1"/>
                </a:solidFill>
                <a:latin typeface="IBM Plex Sans Medium"/>
                <a:ea typeface="IBM Plex Sans Medium"/>
                <a:cs typeface="IBM Plex Sans Medium"/>
                <a:sym typeface="IBM Plex Sans Medium"/>
              </a:defRPr>
            </a:lvl9pPr>
          </a:lstStyle>
          <a:p>
            <a:endParaRPr/>
          </a:p>
        </p:txBody>
      </p:sp>
      <p:sp>
        <p:nvSpPr>
          <p:cNvPr id="289" name="Google Shape;289;p25"/>
          <p:cNvSpPr txBox="1">
            <a:spLocks noGrp="1"/>
          </p:cNvSpPr>
          <p:nvPr>
            <p:ph type="body" idx="17"/>
          </p:nvPr>
        </p:nvSpPr>
        <p:spPr>
          <a:xfrm>
            <a:off x="2122450" y="4160430"/>
            <a:ext cx="1575300" cy="783000"/>
          </a:xfrm>
          <a:prstGeom prst="rect">
            <a:avLst/>
          </a:prstGeom>
        </p:spPr>
        <p:txBody>
          <a:bodyPr spcFirstLastPara="1" wrap="square" lIns="0" tIns="0" rIns="0" bIns="0" anchor="t" anchorCtr="0">
            <a:normAutofit/>
          </a:bodyPr>
          <a:lstStyle>
            <a:lvl1pPr marL="457200" lvl="0" indent="-311150" algn="ctr" rtl="0">
              <a:spcBef>
                <a:spcPts val="0"/>
              </a:spcBef>
              <a:spcAft>
                <a:spcPts val="0"/>
              </a:spcAft>
              <a:buClr>
                <a:schemeClr val="lt1"/>
              </a:buClr>
              <a:buSzPts val="1300"/>
              <a:buChar char="■"/>
              <a:defRPr sz="1300">
                <a:solidFill>
                  <a:schemeClr val="lt1"/>
                </a:solidFill>
              </a:defRPr>
            </a:lvl1pPr>
            <a:lvl2pPr marL="914400" lvl="1" indent="-311150" algn="ctr" rtl="0">
              <a:spcBef>
                <a:spcPts val="0"/>
              </a:spcBef>
              <a:spcAft>
                <a:spcPts val="0"/>
              </a:spcAft>
              <a:buClr>
                <a:schemeClr val="lt1"/>
              </a:buClr>
              <a:buSzPts val="1300"/>
              <a:buChar char="■"/>
              <a:defRPr sz="1300">
                <a:solidFill>
                  <a:schemeClr val="lt1"/>
                </a:solidFill>
              </a:defRPr>
            </a:lvl2pPr>
            <a:lvl3pPr marL="1371600" lvl="2" indent="-311150" algn="ctr" rtl="0">
              <a:spcBef>
                <a:spcPts val="0"/>
              </a:spcBef>
              <a:spcAft>
                <a:spcPts val="0"/>
              </a:spcAft>
              <a:buSzPts val="1300"/>
              <a:buChar char="■"/>
              <a:defRPr sz="1300"/>
            </a:lvl3pPr>
            <a:lvl4pPr marL="1828800" lvl="3" indent="-311150" algn="ctr" rtl="0">
              <a:spcBef>
                <a:spcPts val="0"/>
              </a:spcBef>
              <a:spcAft>
                <a:spcPts val="0"/>
              </a:spcAft>
              <a:buSzPts val="1300"/>
              <a:buChar char="●"/>
              <a:defRPr sz="1300"/>
            </a:lvl4pPr>
            <a:lvl5pPr marL="2286000" lvl="4" indent="-311150" algn="ctr" rtl="0">
              <a:spcBef>
                <a:spcPts val="0"/>
              </a:spcBef>
              <a:spcAft>
                <a:spcPts val="0"/>
              </a:spcAft>
              <a:buSzPts val="1300"/>
              <a:buChar char="○"/>
              <a:defRPr sz="1300"/>
            </a:lvl5pPr>
            <a:lvl6pPr marL="2743200" lvl="5" indent="-311150" algn="ctr" rtl="0">
              <a:spcBef>
                <a:spcPts val="0"/>
              </a:spcBef>
              <a:spcAft>
                <a:spcPts val="0"/>
              </a:spcAft>
              <a:buSzPts val="1300"/>
              <a:buChar char="■"/>
              <a:defRPr sz="1300"/>
            </a:lvl6pPr>
            <a:lvl7pPr marL="3200400" lvl="6" indent="-311150" algn="ctr" rtl="0">
              <a:spcBef>
                <a:spcPts val="0"/>
              </a:spcBef>
              <a:spcAft>
                <a:spcPts val="0"/>
              </a:spcAft>
              <a:buSzPts val="1300"/>
              <a:buChar char="●"/>
              <a:defRPr sz="1300"/>
            </a:lvl7pPr>
            <a:lvl8pPr marL="3657600" lvl="7" indent="-311150" algn="ctr" rtl="0">
              <a:spcBef>
                <a:spcPts val="0"/>
              </a:spcBef>
              <a:spcAft>
                <a:spcPts val="0"/>
              </a:spcAft>
              <a:buSzPts val="1300"/>
              <a:buChar char="○"/>
              <a:defRPr sz="1300"/>
            </a:lvl8pPr>
            <a:lvl9pPr marL="4114800" lvl="8" indent="-311150" algn="ctr" rtl="0">
              <a:spcBef>
                <a:spcPts val="0"/>
              </a:spcBef>
              <a:spcAft>
                <a:spcPts val="0"/>
              </a:spcAft>
              <a:buSzPts val="1300"/>
              <a:buChar char="■"/>
              <a:defRPr sz="1300"/>
            </a:lvl9pPr>
          </a:lstStyle>
          <a:p>
            <a:endParaRPr/>
          </a:p>
        </p:txBody>
      </p:sp>
      <p:pic>
        <p:nvPicPr>
          <p:cNvPr id="290" name="Google Shape;290;p25"/>
          <p:cNvPicPr preferRelativeResize="0"/>
          <p:nvPr/>
        </p:nvPicPr>
        <p:blipFill>
          <a:blip r:embed="rId2">
            <a:alphaModFix/>
          </a:blip>
          <a:stretch>
            <a:fillRect/>
          </a:stretch>
        </p:blipFill>
        <p:spPr>
          <a:xfrm>
            <a:off x="8565901" y="154375"/>
            <a:ext cx="424850" cy="428248"/>
          </a:xfrm>
          <a:prstGeom prst="rect">
            <a:avLst/>
          </a:prstGeom>
          <a:noFill/>
          <a:ln>
            <a:noFill/>
          </a:ln>
        </p:spPr>
      </p:pic>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6 Topics">
  <p:cSld name="TITLE_ONLY_1_4_1">
    <p:bg>
      <p:bgPr>
        <a:solidFill>
          <a:schemeClr val="dk1"/>
        </a:solidFill>
        <a:effectLst/>
      </p:bgPr>
    </p:bg>
    <p:spTree>
      <p:nvGrpSpPr>
        <p:cNvPr id="1" name="Shape 291"/>
        <p:cNvGrpSpPr/>
        <p:nvPr/>
      </p:nvGrpSpPr>
      <p:grpSpPr>
        <a:xfrm>
          <a:off x="0" y="0"/>
          <a:ext cx="0" cy="0"/>
          <a:chOff x="0" y="0"/>
          <a:chExt cx="0" cy="0"/>
        </a:xfrm>
      </p:grpSpPr>
      <p:sp>
        <p:nvSpPr>
          <p:cNvPr id="292" name="Google Shape;292;p26"/>
          <p:cNvSpPr txBox="1">
            <a:spLocks noGrp="1"/>
          </p:cNvSpPr>
          <p:nvPr>
            <p:ph type="title"/>
          </p:nvPr>
        </p:nvSpPr>
        <p:spPr>
          <a:xfrm>
            <a:off x="457200" y="114300"/>
            <a:ext cx="8229600" cy="903300"/>
          </a:xfrm>
          <a:prstGeom prst="rect">
            <a:avLst/>
          </a:prstGeom>
        </p:spPr>
        <p:txBody>
          <a:bodyPr spcFirstLastPara="1" wrap="square" lIns="0" tIns="0" rIns="0" bIns="0" anchor="t" anchorCtr="0">
            <a:normAutofit/>
          </a:bodyPr>
          <a:lstStyle>
            <a:lvl1pPr lvl="0" rtl="0">
              <a:spcBef>
                <a:spcPts val="0"/>
              </a:spcBef>
              <a:spcAft>
                <a:spcPts val="0"/>
              </a:spcAft>
              <a:buClr>
                <a:schemeClr val="lt2"/>
              </a:buClr>
              <a:buSzPts val="3400"/>
              <a:buNone/>
              <a:defRPr>
                <a:solidFill>
                  <a:schemeClr val="lt2"/>
                </a:solidFill>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293" name="Google Shape;293;p26"/>
          <p:cNvSpPr>
            <a:spLocks noGrp="1"/>
          </p:cNvSpPr>
          <p:nvPr>
            <p:ph type="pic" idx="2"/>
          </p:nvPr>
        </p:nvSpPr>
        <p:spPr>
          <a:xfrm>
            <a:off x="4301325" y="1144224"/>
            <a:ext cx="548700" cy="455700"/>
          </a:xfrm>
          <a:prstGeom prst="rect">
            <a:avLst/>
          </a:prstGeom>
          <a:noFill/>
          <a:ln>
            <a:noFill/>
          </a:ln>
        </p:spPr>
      </p:sp>
      <p:sp>
        <p:nvSpPr>
          <p:cNvPr id="294" name="Google Shape;294;p26"/>
          <p:cNvSpPr txBox="1">
            <a:spLocks noGrp="1"/>
          </p:cNvSpPr>
          <p:nvPr>
            <p:ph type="subTitle" idx="1"/>
          </p:nvPr>
        </p:nvSpPr>
        <p:spPr>
          <a:xfrm>
            <a:off x="3780675" y="1749483"/>
            <a:ext cx="1574700" cy="311400"/>
          </a:xfrm>
          <a:prstGeom prst="rect">
            <a:avLst/>
          </a:prstGeom>
        </p:spPr>
        <p:txBody>
          <a:bodyPr spcFirstLastPara="1" wrap="square" lIns="0" tIns="0" rIns="0" bIns="0" anchor="t" anchorCtr="0">
            <a:normAutofit/>
          </a:bodyPr>
          <a:lstStyle>
            <a:lvl1pPr lvl="0" algn="ctr" rtl="0">
              <a:lnSpc>
                <a:spcPct val="100000"/>
              </a:lnSpc>
              <a:spcBef>
                <a:spcPts val="0"/>
              </a:spcBef>
              <a:spcAft>
                <a:spcPts val="0"/>
              </a:spcAft>
              <a:buClr>
                <a:schemeClr val="lt1"/>
              </a:buClr>
              <a:buSzPts val="1600"/>
              <a:buNone/>
              <a:defRPr b="1">
                <a:solidFill>
                  <a:schemeClr val="lt1"/>
                </a:solidFill>
              </a:defRPr>
            </a:lvl1pPr>
            <a:lvl2pPr lvl="1" algn="ctr" rtl="0">
              <a:lnSpc>
                <a:spcPct val="100000"/>
              </a:lnSpc>
              <a:spcBef>
                <a:spcPts val="0"/>
              </a:spcBef>
              <a:spcAft>
                <a:spcPts val="0"/>
              </a:spcAft>
              <a:buClr>
                <a:schemeClr val="lt1"/>
              </a:buClr>
              <a:buSzPts val="1600"/>
              <a:buFont typeface="IBM Plex Sans Medium"/>
              <a:buNone/>
              <a:defRPr sz="1600">
                <a:solidFill>
                  <a:schemeClr val="lt1"/>
                </a:solidFill>
                <a:latin typeface="IBM Plex Sans Medium"/>
                <a:ea typeface="IBM Plex Sans Medium"/>
                <a:cs typeface="IBM Plex Sans Medium"/>
                <a:sym typeface="IBM Plex Sans Medium"/>
              </a:defRPr>
            </a:lvl2pPr>
            <a:lvl3pPr lvl="2" algn="ctr" rtl="0">
              <a:lnSpc>
                <a:spcPct val="100000"/>
              </a:lnSpc>
              <a:spcBef>
                <a:spcPts val="0"/>
              </a:spcBef>
              <a:spcAft>
                <a:spcPts val="0"/>
              </a:spcAft>
              <a:buClr>
                <a:schemeClr val="lt1"/>
              </a:buClr>
              <a:buSzPts val="1600"/>
              <a:buFont typeface="IBM Plex Sans Medium"/>
              <a:buNone/>
              <a:defRPr sz="1600">
                <a:solidFill>
                  <a:schemeClr val="lt1"/>
                </a:solidFill>
                <a:latin typeface="IBM Plex Sans Medium"/>
                <a:ea typeface="IBM Plex Sans Medium"/>
                <a:cs typeface="IBM Plex Sans Medium"/>
                <a:sym typeface="IBM Plex Sans Medium"/>
              </a:defRPr>
            </a:lvl3pPr>
            <a:lvl4pPr lvl="3" algn="ctr" rtl="0">
              <a:lnSpc>
                <a:spcPct val="100000"/>
              </a:lnSpc>
              <a:spcBef>
                <a:spcPts val="0"/>
              </a:spcBef>
              <a:spcAft>
                <a:spcPts val="0"/>
              </a:spcAft>
              <a:buClr>
                <a:schemeClr val="lt1"/>
              </a:buClr>
              <a:buSzPts val="1600"/>
              <a:buFont typeface="IBM Plex Sans Medium"/>
              <a:buNone/>
              <a:defRPr sz="1600">
                <a:solidFill>
                  <a:schemeClr val="lt1"/>
                </a:solidFill>
                <a:latin typeface="IBM Plex Sans Medium"/>
                <a:ea typeface="IBM Plex Sans Medium"/>
                <a:cs typeface="IBM Plex Sans Medium"/>
                <a:sym typeface="IBM Plex Sans Medium"/>
              </a:defRPr>
            </a:lvl4pPr>
            <a:lvl5pPr lvl="4" algn="ctr" rtl="0">
              <a:lnSpc>
                <a:spcPct val="100000"/>
              </a:lnSpc>
              <a:spcBef>
                <a:spcPts val="0"/>
              </a:spcBef>
              <a:spcAft>
                <a:spcPts val="0"/>
              </a:spcAft>
              <a:buClr>
                <a:schemeClr val="lt1"/>
              </a:buClr>
              <a:buSzPts val="1600"/>
              <a:buFont typeface="IBM Plex Sans Medium"/>
              <a:buNone/>
              <a:defRPr sz="1600">
                <a:solidFill>
                  <a:schemeClr val="lt1"/>
                </a:solidFill>
                <a:latin typeface="IBM Plex Sans Medium"/>
                <a:ea typeface="IBM Plex Sans Medium"/>
                <a:cs typeface="IBM Plex Sans Medium"/>
                <a:sym typeface="IBM Plex Sans Medium"/>
              </a:defRPr>
            </a:lvl5pPr>
            <a:lvl6pPr lvl="5" algn="ctr" rtl="0">
              <a:lnSpc>
                <a:spcPct val="100000"/>
              </a:lnSpc>
              <a:spcBef>
                <a:spcPts val="0"/>
              </a:spcBef>
              <a:spcAft>
                <a:spcPts val="0"/>
              </a:spcAft>
              <a:buClr>
                <a:schemeClr val="lt1"/>
              </a:buClr>
              <a:buSzPts val="1600"/>
              <a:buFont typeface="IBM Plex Sans Medium"/>
              <a:buNone/>
              <a:defRPr sz="1600">
                <a:solidFill>
                  <a:schemeClr val="lt1"/>
                </a:solidFill>
                <a:latin typeface="IBM Plex Sans Medium"/>
                <a:ea typeface="IBM Plex Sans Medium"/>
                <a:cs typeface="IBM Plex Sans Medium"/>
                <a:sym typeface="IBM Plex Sans Medium"/>
              </a:defRPr>
            </a:lvl6pPr>
            <a:lvl7pPr lvl="6" algn="ctr" rtl="0">
              <a:lnSpc>
                <a:spcPct val="100000"/>
              </a:lnSpc>
              <a:spcBef>
                <a:spcPts val="0"/>
              </a:spcBef>
              <a:spcAft>
                <a:spcPts val="0"/>
              </a:spcAft>
              <a:buClr>
                <a:schemeClr val="lt1"/>
              </a:buClr>
              <a:buSzPts val="1600"/>
              <a:buFont typeface="IBM Plex Sans Medium"/>
              <a:buNone/>
              <a:defRPr sz="1600">
                <a:solidFill>
                  <a:schemeClr val="lt1"/>
                </a:solidFill>
                <a:latin typeface="IBM Plex Sans Medium"/>
                <a:ea typeface="IBM Plex Sans Medium"/>
                <a:cs typeface="IBM Plex Sans Medium"/>
                <a:sym typeface="IBM Plex Sans Medium"/>
              </a:defRPr>
            </a:lvl7pPr>
            <a:lvl8pPr lvl="7" algn="ctr" rtl="0">
              <a:lnSpc>
                <a:spcPct val="100000"/>
              </a:lnSpc>
              <a:spcBef>
                <a:spcPts val="0"/>
              </a:spcBef>
              <a:spcAft>
                <a:spcPts val="0"/>
              </a:spcAft>
              <a:buClr>
                <a:schemeClr val="lt1"/>
              </a:buClr>
              <a:buSzPts val="1600"/>
              <a:buFont typeface="IBM Plex Sans Medium"/>
              <a:buNone/>
              <a:defRPr sz="1600">
                <a:solidFill>
                  <a:schemeClr val="lt1"/>
                </a:solidFill>
                <a:latin typeface="IBM Plex Sans Medium"/>
                <a:ea typeface="IBM Plex Sans Medium"/>
                <a:cs typeface="IBM Plex Sans Medium"/>
                <a:sym typeface="IBM Plex Sans Medium"/>
              </a:defRPr>
            </a:lvl8pPr>
            <a:lvl9pPr lvl="8" algn="ctr" rtl="0">
              <a:lnSpc>
                <a:spcPct val="100000"/>
              </a:lnSpc>
              <a:spcBef>
                <a:spcPts val="0"/>
              </a:spcBef>
              <a:spcAft>
                <a:spcPts val="0"/>
              </a:spcAft>
              <a:buClr>
                <a:schemeClr val="lt1"/>
              </a:buClr>
              <a:buSzPts val="1600"/>
              <a:buFont typeface="IBM Plex Sans Medium"/>
              <a:buNone/>
              <a:defRPr sz="1600">
                <a:solidFill>
                  <a:schemeClr val="lt1"/>
                </a:solidFill>
                <a:latin typeface="IBM Plex Sans Medium"/>
                <a:ea typeface="IBM Plex Sans Medium"/>
                <a:cs typeface="IBM Plex Sans Medium"/>
                <a:sym typeface="IBM Plex Sans Medium"/>
              </a:defRPr>
            </a:lvl9pPr>
          </a:lstStyle>
          <a:p>
            <a:endParaRPr/>
          </a:p>
        </p:txBody>
      </p:sp>
      <p:sp>
        <p:nvSpPr>
          <p:cNvPr id="295" name="Google Shape;295;p26"/>
          <p:cNvSpPr txBox="1">
            <a:spLocks noGrp="1"/>
          </p:cNvSpPr>
          <p:nvPr>
            <p:ph type="body" idx="3"/>
          </p:nvPr>
        </p:nvSpPr>
        <p:spPr>
          <a:xfrm>
            <a:off x="3788025" y="2048027"/>
            <a:ext cx="1575300" cy="783000"/>
          </a:xfrm>
          <a:prstGeom prst="rect">
            <a:avLst/>
          </a:prstGeom>
        </p:spPr>
        <p:txBody>
          <a:bodyPr spcFirstLastPara="1" wrap="square" lIns="0" tIns="0" rIns="0" bIns="0" anchor="t" anchorCtr="0">
            <a:normAutofit/>
          </a:bodyPr>
          <a:lstStyle>
            <a:lvl1pPr marL="457200" lvl="0" indent="-298450" rtl="0">
              <a:spcBef>
                <a:spcPts val="0"/>
              </a:spcBef>
              <a:spcAft>
                <a:spcPts val="0"/>
              </a:spcAft>
              <a:buClr>
                <a:schemeClr val="lt1"/>
              </a:buClr>
              <a:buSzPts val="1100"/>
              <a:buChar char="■"/>
              <a:defRPr sz="1100">
                <a:solidFill>
                  <a:schemeClr val="lt1"/>
                </a:solidFill>
              </a:defRPr>
            </a:lvl1pPr>
            <a:lvl2pPr marL="914400" lvl="1" indent="-298450" rtl="0">
              <a:spcBef>
                <a:spcPts val="0"/>
              </a:spcBef>
              <a:spcAft>
                <a:spcPts val="0"/>
              </a:spcAft>
              <a:buClr>
                <a:schemeClr val="lt1"/>
              </a:buClr>
              <a:buSzPts val="1100"/>
              <a:buChar char="■"/>
              <a:defRPr sz="1100">
                <a:solidFill>
                  <a:schemeClr val="lt1"/>
                </a:solidFill>
              </a:defRPr>
            </a:lvl2pPr>
            <a:lvl3pPr marL="1371600" lvl="2" indent="-298450" rtl="0">
              <a:spcBef>
                <a:spcPts val="0"/>
              </a:spcBef>
              <a:spcAft>
                <a:spcPts val="0"/>
              </a:spcAft>
              <a:buSzPts val="1100"/>
              <a:buChar char="■"/>
              <a:defRPr sz="1100"/>
            </a:lvl3pPr>
            <a:lvl4pPr marL="1828800" lvl="3" indent="-298450" rtl="0">
              <a:spcBef>
                <a:spcPts val="0"/>
              </a:spcBef>
              <a:spcAft>
                <a:spcPts val="0"/>
              </a:spcAft>
              <a:buSzPts val="1100"/>
              <a:buChar char="●"/>
              <a:defRPr sz="1100"/>
            </a:lvl4pPr>
            <a:lvl5pPr marL="2286000" lvl="4" indent="-298450" rtl="0">
              <a:spcBef>
                <a:spcPts val="0"/>
              </a:spcBef>
              <a:spcAft>
                <a:spcPts val="0"/>
              </a:spcAft>
              <a:buSzPts val="1100"/>
              <a:buChar char="○"/>
              <a:defRPr sz="1100"/>
            </a:lvl5pPr>
            <a:lvl6pPr marL="2743200" lvl="5" indent="-298450" rtl="0">
              <a:spcBef>
                <a:spcPts val="0"/>
              </a:spcBef>
              <a:spcAft>
                <a:spcPts val="0"/>
              </a:spcAft>
              <a:buSzPts val="1100"/>
              <a:buChar char="■"/>
              <a:defRPr sz="1100"/>
            </a:lvl6pPr>
            <a:lvl7pPr marL="3200400" lvl="6" indent="-298450" rtl="0">
              <a:spcBef>
                <a:spcPts val="0"/>
              </a:spcBef>
              <a:spcAft>
                <a:spcPts val="0"/>
              </a:spcAft>
              <a:buSzPts val="1100"/>
              <a:buChar char="●"/>
              <a:defRPr sz="1100"/>
            </a:lvl7pPr>
            <a:lvl8pPr marL="3657600" lvl="7" indent="-298450" rtl="0">
              <a:spcBef>
                <a:spcPts val="0"/>
              </a:spcBef>
              <a:spcAft>
                <a:spcPts val="0"/>
              </a:spcAft>
              <a:buSzPts val="1100"/>
              <a:buChar char="○"/>
              <a:defRPr sz="1100"/>
            </a:lvl8pPr>
            <a:lvl9pPr marL="4114800" lvl="8" indent="-298450" rtl="0">
              <a:spcBef>
                <a:spcPts val="0"/>
              </a:spcBef>
              <a:spcAft>
                <a:spcPts val="0"/>
              </a:spcAft>
              <a:buSzPts val="1100"/>
              <a:buChar char="■"/>
              <a:defRPr sz="1100"/>
            </a:lvl9pPr>
          </a:lstStyle>
          <a:p>
            <a:endParaRPr/>
          </a:p>
        </p:txBody>
      </p:sp>
      <p:sp>
        <p:nvSpPr>
          <p:cNvPr id="296" name="Google Shape;296;p26"/>
          <p:cNvSpPr>
            <a:spLocks noGrp="1"/>
          </p:cNvSpPr>
          <p:nvPr>
            <p:ph type="pic" idx="4"/>
          </p:nvPr>
        </p:nvSpPr>
        <p:spPr>
          <a:xfrm>
            <a:off x="4305000" y="2986399"/>
            <a:ext cx="548700" cy="455700"/>
          </a:xfrm>
          <a:prstGeom prst="rect">
            <a:avLst/>
          </a:prstGeom>
          <a:noFill/>
          <a:ln>
            <a:noFill/>
          </a:ln>
        </p:spPr>
      </p:sp>
      <p:sp>
        <p:nvSpPr>
          <p:cNvPr id="297" name="Google Shape;297;p26"/>
          <p:cNvSpPr txBox="1">
            <a:spLocks noGrp="1"/>
          </p:cNvSpPr>
          <p:nvPr>
            <p:ph type="subTitle" idx="5"/>
          </p:nvPr>
        </p:nvSpPr>
        <p:spPr>
          <a:xfrm>
            <a:off x="3784350" y="3591658"/>
            <a:ext cx="1574700" cy="311400"/>
          </a:xfrm>
          <a:prstGeom prst="rect">
            <a:avLst/>
          </a:prstGeom>
        </p:spPr>
        <p:txBody>
          <a:bodyPr spcFirstLastPara="1" wrap="square" lIns="0" tIns="0" rIns="0" bIns="0" anchor="t" anchorCtr="0">
            <a:normAutofit/>
          </a:bodyPr>
          <a:lstStyle>
            <a:lvl1pPr lvl="0" algn="ctr" rtl="0">
              <a:lnSpc>
                <a:spcPct val="100000"/>
              </a:lnSpc>
              <a:spcBef>
                <a:spcPts val="0"/>
              </a:spcBef>
              <a:spcAft>
                <a:spcPts val="0"/>
              </a:spcAft>
              <a:buClr>
                <a:schemeClr val="lt1"/>
              </a:buClr>
              <a:buSzPts val="1600"/>
              <a:buNone/>
              <a:defRPr b="1">
                <a:solidFill>
                  <a:schemeClr val="lt1"/>
                </a:solidFill>
              </a:defRPr>
            </a:lvl1pPr>
            <a:lvl2pPr lvl="1" algn="ctr" rtl="0">
              <a:lnSpc>
                <a:spcPct val="100000"/>
              </a:lnSpc>
              <a:spcBef>
                <a:spcPts val="0"/>
              </a:spcBef>
              <a:spcAft>
                <a:spcPts val="0"/>
              </a:spcAft>
              <a:buClr>
                <a:schemeClr val="lt1"/>
              </a:buClr>
              <a:buSzPts val="1600"/>
              <a:buFont typeface="IBM Plex Sans Medium"/>
              <a:buNone/>
              <a:defRPr sz="1600">
                <a:solidFill>
                  <a:schemeClr val="lt1"/>
                </a:solidFill>
                <a:latin typeface="IBM Plex Sans Medium"/>
                <a:ea typeface="IBM Plex Sans Medium"/>
                <a:cs typeface="IBM Plex Sans Medium"/>
                <a:sym typeface="IBM Plex Sans Medium"/>
              </a:defRPr>
            </a:lvl2pPr>
            <a:lvl3pPr lvl="2" algn="ctr" rtl="0">
              <a:lnSpc>
                <a:spcPct val="100000"/>
              </a:lnSpc>
              <a:spcBef>
                <a:spcPts val="0"/>
              </a:spcBef>
              <a:spcAft>
                <a:spcPts val="0"/>
              </a:spcAft>
              <a:buClr>
                <a:schemeClr val="lt1"/>
              </a:buClr>
              <a:buSzPts val="1600"/>
              <a:buFont typeface="IBM Plex Sans Medium"/>
              <a:buNone/>
              <a:defRPr sz="1600">
                <a:solidFill>
                  <a:schemeClr val="lt1"/>
                </a:solidFill>
                <a:latin typeface="IBM Plex Sans Medium"/>
                <a:ea typeface="IBM Plex Sans Medium"/>
                <a:cs typeface="IBM Plex Sans Medium"/>
                <a:sym typeface="IBM Plex Sans Medium"/>
              </a:defRPr>
            </a:lvl3pPr>
            <a:lvl4pPr lvl="3" algn="ctr" rtl="0">
              <a:lnSpc>
                <a:spcPct val="100000"/>
              </a:lnSpc>
              <a:spcBef>
                <a:spcPts val="0"/>
              </a:spcBef>
              <a:spcAft>
                <a:spcPts val="0"/>
              </a:spcAft>
              <a:buClr>
                <a:schemeClr val="lt1"/>
              </a:buClr>
              <a:buSzPts val="1600"/>
              <a:buFont typeface="IBM Plex Sans Medium"/>
              <a:buNone/>
              <a:defRPr sz="1600">
                <a:solidFill>
                  <a:schemeClr val="lt1"/>
                </a:solidFill>
                <a:latin typeface="IBM Plex Sans Medium"/>
                <a:ea typeface="IBM Plex Sans Medium"/>
                <a:cs typeface="IBM Plex Sans Medium"/>
                <a:sym typeface="IBM Plex Sans Medium"/>
              </a:defRPr>
            </a:lvl4pPr>
            <a:lvl5pPr lvl="4" algn="ctr" rtl="0">
              <a:lnSpc>
                <a:spcPct val="100000"/>
              </a:lnSpc>
              <a:spcBef>
                <a:spcPts val="0"/>
              </a:spcBef>
              <a:spcAft>
                <a:spcPts val="0"/>
              </a:spcAft>
              <a:buClr>
                <a:schemeClr val="lt1"/>
              </a:buClr>
              <a:buSzPts val="1600"/>
              <a:buFont typeface="IBM Plex Sans Medium"/>
              <a:buNone/>
              <a:defRPr sz="1600">
                <a:solidFill>
                  <a:schemeClr val="lt1"/>
                </a:solidFill>
                <a:latin typeface="IBM Plex Sans Medium"/>
                <a:ea typeface="IBM Plex Sans Medium"/>
                <a:cs typeface="IBM Plex Sans Medium"/>
                <a:sym typeface="IBM Plex Sans Medium"/>
              </a:defRPr>
            </a:lvl5pPr>
            <a:lvl6pPr lvl="5" algn="ctr" rtl="0">
              <a:lnSpc>
                <a:spcPct val="100000"/>
              </a:lnSpc>
              <a:spcBef>
                <a:spcPts val="0"/>
              </a:spcBef>
              <a:spcAft>
                <a:spcPts val="0"/>
              </a:spcAft>
              <a:buClr>
                <a:schemeClr val="lt1"/>
              </a:buClr>
              <a:buSzPts val="1600"/>
              <a:buFont typeface="IBM Plex Sans Medium"/>
              <a:buNone/>
              <a:defRPr sz="1600">
                <a:solidFill>
                  <a:schemeClr val="lt1"/>
                </a:solidFill>
                <a:latin typeface="IBM Plex Sans Medium"/>
                <a:ea typeface="IBM Plex Sans Medium"/>
                <a:cs typeface="IBM Plex Sans Medium"/>
                <a:sym typeface="IBM Plex Sans Medium"/>
              </a:defRPr>
            </a:lvl6pPr>
            <a:lvl7pPr lvl="6" algn="ctr" rtl="0">
              <a:lnSpc>
                <a:spcPct val="100000"/>
              </a:lnSpc>
              <a:spcBef>
                <a:spcPts val="0"/>
              </a:spcBef>
              <a:spcAft>
                <a:spcPts val="0"/>
              </a:spcAft>
              <a:buClr>
                <a:schemeClr val="lt1"/>
              </a:buClr>
              <a:buSzPts val="1600"/>
              <a:buFont typeface="IBM Plex Sans Medium"/>
              <a:buNone/>
              <a:defRPr sz="1600">
                <a:solidFill>
                  <a:schemeClr val="lt1"/>
                </a:solidFill>
                <a:latin typeface="IBM Plex Sans Medium"/>
                <a:ea typeface="IBM Plex Sans Medium"/>
                <a:cs typeface="IBM Plex Sans Medium"/>
                <a:sym typeface="IBM Plex Sans Medium"/>
              </a:defRPr>
            </a:lvl7pPr>
            <a:lvl8pPr lvl="7" algn="ctr" rtl="0">
              <a:lnSpc>
                <a:spcPct val="100000"/>
              </a:lnSpc>
              <a:spcBef>
                <a:spcPts val="0"/>
              </a:spcBef>
              <a:spcAft>
                <a:spcPts val="0"/>
              </a:spcAft>
              <a:buClr>
                <a:schemeClr val="lt1"/>
              </a:buClr>
              <a:buSzPts val="1600"/>
              <a:buFont typeface="IBM Plex Sans Medium"/>
              <a:buNone/>
              <a:defRPr sz="1600">
                <a:solidFill>
                  <a:schemeClr val="lt1"/>
                </a:solidFill>
                <a:latin typeface="IBM Plex Sans Medium"/>
                <a:ea typeface="IBM Plex Sans Medium"/>
                <a:cs typeface="IBM Plex Sans Medium"/>
                <a:sym typeface="IBM Plex Sans Medium"/>
              </a:defRPr>
            </a:lvl8pPr>
            <a:lvl9pPr lvl="8" algn="ctr" rtl="0">
              <a:lnSpc>
                <a:spcPct val="100000"/>
              </a:lnSpc>
              <a:spcBef>
                <a:spcPts val="0"/>
              </a:spcBef>
              <a:spcAft>
                <a:spcPts val="0"/>
              </a:spcAft>
              <a:buClr>
                <a:schemeClr val="lt1"/>
              </a:buClr>
              <a:buSzPts val="1600"/>
              <a:buFont typeface="IBM Plex Sans Medium"/>
              <a:buNone/>
              <a:defRPr sz="1600">
                <a:solidFill>
                  <a:schemeClr val="lt1"/>
                </a:solidFill>
                <a:latin typeface="IBM Plex Sans Medium"/>
                <a:ea typeface="IBM Plex Sans Medium"/>
                <a:cs typeface="IBM Plex Sans Medium"/>
                <a:sym typeface="IBM Plex Sans Medium"/>
              </a:defRPr>
            </a:lvl9pPr>
          </a:lstStyle>
          <a:p>
            <a:endParaRPr/>
          </a:p>
        </p:txBody>
      </p:sp>
      <p:sp>
        <p:nvSpPr>
          <p:cNvPr id="298" name="Google Shape;298;p26"/>
          <p:cNvSpPr txBox="1">
            <a:spLocks noGrp="1"/>
          </p:cNvSpPr>
          <p:nvPr>
            <p:ph type="body" idx="6"/>
          </p:nvPr>
        </p:nvSpPr>
        <p:spPr>
          <a:xfrm>
            <a:off x="3791700" y="3890202"/>
            <a:ext cx="1575300" cy="783000"/>
          </a:xfrm>
          <a:prstGeom prst="rect">
            <a:avLst/>
          </a:prstGeom>
        </p:spPr>
        <p:txBody>
          <a:bodyPr spcFirstLastPara="1" wrap="square" lIns="0" tIns="0" rIns="0" bIns="0" anchor="t" anchorCtr="0">
            <a:normAutofit/>
          </a:bodyPr>
          <a:lstStyle>
            <a:lvl1pPr marL="457200" lvl="0" indent="-298450" rtl="0">
              <a:spcBef>
                <a:spcPts val="0"/>
              </a:spcBef>
              <a:spcAft>
                <a:spcPts val="0"/>
              </a:spcAft>
              <a:buClr>
                <a:schemeClr val="lt1"/>
              </a:buClr>
              <a:buSzPts val="1100"/>
              <a:buChar char="■"/>
              <a:defRPr sz="1100">
                <a:solidFill>
                  <a:schemeClr val="lt1"/>
                </a:solidFill>
              </a:defRPr>
            </a:lvl1pPr>
            <a:lvl2pPr marL="914400" lvl="1" indent="-298450" rtl="0">
              <a:spcBef>
                <a:spcPts val="0"/>
              </a:spcBef>
              <a:spcAft>
                <a:spcPts val="0"/>
              </a:spcAft>
              <a:buClr>
                <a:schemeClr val="lt1"/>
              </a:buClr>
              <a:buSzPts val="1100"/>
              <a:buChar char="■"/>
              <a:defRPr sz="1100">
                <a:solidFill>
                  <a:schemeClr val="lt1"/>
                </a:solidFill>
              </a:defRPr>
            </a:lvl2pPr>
            <a:lvl3pPr marL="1371600" lvl="2" indent="-298450" rtl="0">
              <a:spcBef>
                <a:spcPts val="0"/>
              </a:spcBef>
              <a:spcAft>
                <a:spcPts val="0"/>
              </a:spcAft>
              <a:buSzPts val="1100"/>
              <a:buChar char="■"/>
              <a:defRPr sz="1100"/>
            </a:lvl3pPr>
            <a:lvl4pPr marL="1828800" lvl="3" indent="-298450" rtl="0">
              <a:spcBef>
                <a:spcPts val="0"/>
              </a:spcBef>
              <a:spcAft>
                <a:spcPts val="0"/>
              </a:spcAft>
              <a:buSzPts val="1100"/>
              <a:buChar char="●"/>
              <a:defRPr sz="1100"/>
            </a:lvl4pPr>
            <a:lvl5pPr marL="2286000" lvl="4" indent="-298450" rtl="0">
              <a:spcBef>
                <a:spcPts val="0"/>
              </a:spcBef>
              <a:spcAft>
                <a:spcPts val="0"/>
              </a:spcAft>
              <a:buSzPts val="1100"/>
              <a:buChar char="○"/>
              <a:defRPr sz="1100"/>
            </a:lvl5pPr>
            <a:lvl6pPr marL="2743200" lvl="5" indent="-298450" rtl="0">
              <a:spcBef>
                <a:spcPts val="0"/>
              </a:spcBef>
              <a:spcAft>
                <a:spcPts val="0"/>
              </a:spcAft>
              <a:buSzPts val="1100"/>
              <a:buChar char="■"/>
              <a:defRPr sz="1100"/>
            </a:lvl6pPr>
            <a:lvl7pPr marL="3200400" lvl="6" indent="-298450" rtl="0">
              <a:spcBef>
                <a:spcPts val="0"/>
              </a:spcBef>
              <a:spcAft>
                <a:spcPts val="0"/>
              </a:spcAft>
              <a:buSzPts val="1100"/>
              <a:buChar char="●"/>
              <a:defRPr sz="1100"/>
            </a:lvl7pPr>
            <a:lvl8pPr marL="3657600" lvl="7" indent="-298450" rtl="0">
              <a:spcBef>
                <a:spcPts val="0"/>
              </a:spcBef>
              <a:spcAft>
                <a:spcPts val="0"/>
              </a:spcAft>
              <a:buSzPts val="1100"/>
              <a:buChar char="○"/>
              <a:defRPr sz="1100"/>
            </a:lvl8pPr>
            <a:lvl9pPr marL="4114800" lvl="8" indent="-298450" rtl="0">
              <a:spcBef>
                <a:spcPts val="0"/>
              </a:spcBef>
              <a:spcAft>
                <a:spcPts val="0"/>
              </a:spcAft>
              <a:buSzPts val="1100"/>
              <a:buChar char="■"/>
              <a:defRPr sz="1100"/>
            </a:lvl9pPr>
          </a:lstStyle>
          <a:p>
            <a:endParaRPr/>
          </a:p>
        </p:txBody>
      </p:sp>
      <p:sp>
        <p:nvSpPr>
          <p:cNvPr id="299" name="Google Shape;299;p26"/>
          <p:cNvSpPr>
            <a:spLocks noGrp="1"/>
          </p:cNvSpPr>
          <p:nvPr>
            <p:ph type="pic" idx="7"/>
          </p:nvPr>
        </p:nvSpPr>
        <p:spPr>
          <a:xfrm>
            <a:off x="2030325" y="1144224"/>
            <a:ext cx="548700" cy="455700"/>
          </a:xfrm>
          <a:prstGeom prst="rect">
            <a:avLst/>
          </a:prstGeom>
          <a:noFill/>
          <a:ln>
            <a:noFill/>
          </a:ln>
        </p:spPr>
      </p:sp>
      <p:sp>
        <p:nvSpPr>
          <p:cNvPr id="300" name="Google Shape;300;p26"/>
          <p:cNvSpPr txBox="1">
            <a:spLocks noGrp="1"/>
          </p:cNvSpPr>
          <p:nvPr>
            <p:ph type="subTitle" idx="8"/>
          </p:nvPr>
        </p:nvSpPr>
        <p:spPr>
          <a:xfrm>
            <a:off x="1509675" y="1749483"/>
            <a:ext cx="1574700" cy="311400"/>
          </a:xfrm>
          <a:prstGeom prst="rect">
            <a:avLst/>
          </a:prstGeom>
        </p:spPr>
        <p:txBody>
          <a:bodyPr spcFirstLastPara="1" wrap="square" lIns="0" tIns="0" rIns="0" bIns="0" anchor="t" anchorCtr="0">
            <a:normAutofit/>
          </a:bodyPr>
          <a:lstStyle>
            <a:lvl1pPr lvl="0" algn="ctr" rtl="0">
              <a:lnSpc>
                <a:spcPct val="100000"/>
              </a:lnSpc>
              <a:spcBef>
                <a:spcPts val="0"/>
              </a:spcBef>
              <a:spcAft>
                <a:spcPts val="0"/>
              </a:spcAft>
              <a:buClr>
                <a:schemeClr val="lt1"/>
              </a:buClr>
              <a:buSzPts val="1600"/>
              <a:buNone/>
              <a:defRPr b="1">
                <a:solidFill>
                  <a:schemeClr val="lt1"/>
                </a:solidFill>
              </a:defRPr>
            </a:lvl1pPr>
            <a:lvl2pPr lvl="1" algn="ctr" rtl="0">
              <a:lnSpc>
                <a:spcPct val="100000"/>
              </a:lnSpc>
              <a:spcBef>
                <a:spcPts val="0"/>
              </a:spcBef>
              <a:spcAft>
                <a:spcPts val="0"/>
              </a:spcAft>
              <a:buClr>
                <a:schemeClr val="lt1"/>
              </a:buClr>
              <a:buSzPts val="1600"/>
              <a:buFont typeface="IBM Plex Sans Medium"/>
              <a:buNone/>
              <a:defRPr sz="1600">
                <a:solidFill>
                  <a:schemeClr val="lt1"/>
                </a:solidFill>
                <a:latin typeface="IBM Plex Sans Medium"/>
                <a:ea typeface="IBM Plex Sans Medium"/>
                <a:cs typeface="IBM Plex Sans Medium"/>
                <a:sym typeface="IBM Plex Sans Medium"/>
              </a:defRPr>
            </a:lvl2pPr>
            <a:lvl3pPr lvl="2" algn="ctr" rtl="0">
              <a:lnSpc>
                <a:spcPct val="100000"/>
              </a:lnSpc>
              <a:spcBef>
                <a:spcPts val="0"/>
              </a:spcBef>
              <a:spcAft>
                <a:spcPts val="0"/>
              </a:spcAft>
              <a:buClr>
                <a:schemeClr val="lt1"/>
              </a:buClr>
              <a:buSzPts val="1600"/>
              <a:buFont typeface="IBM Plex Sans Medium"/>
              <a:buNone/>
              <a:defRPr sz="1600">
                <a:solidFill>
                  <a:schemeClr val="lt1"/>
                </a:solidFill>
                <a:latin typeface="IBM Plex Sans Medium"/>
                <a:ea typeface="IBM Plex Sans Medium"/>
                <a:cs typeface="IBM Plex Sans Medium"/>
                <a:sym typeface="IBM Plex Sans Medium"/>
              </a:defRPr>
            </a:lvl3pPr>
            <a:lvl4pPr lvl="3" algn="ctr" rtl="0">
              <a:lnSpc>
                <a:spcPct val="100000"/>
              </a:lnSpc>
              <a:spcBef>
                <a:spcPts val="0"/>
              </a:spcBef>
              <a:spcAft>
                <a:spcPts val="0"/>
              </a:spcAft>
              <a:buClr>
                <a:schemeClr val="lt1"/>
              </a:buClr>
              <a:buSzPts val="1600"/>
              <a:buFont typeface="IBM Plex Sans Medium"/>
              <a:buNone/>
              <a:defRPr sz="1600">
                <a:solidFill>
                  <a:schemeClr val="lt1"/>
                </a:solidFill>
                <a:latin typeface="IBM Plex Sans Medium"/>
                <a:ea typeface="IBM Plex Sans Medium"/>
                <a:cs typeface="IBM Plex Sans Medium"/>
                <a:sym typeface="IBM Plex Sans Medium"/>
              </a:defRPr>
            </a:lvl4pPr>
            <a:lvl5pPr lvl="4" algn="ctr" rtl="0">
              <a:lnSpc>
                <a:spcPct val="100000"/>
              </a:lnSpc>
              <a:spcBef>
                <a:spcPts val="0"/>
              </a:spcBef>
              <a:spcAft>
                <a:spcPts val="0"/>
              </a:spcAft>
              <a:buClr>
                <a:schemeClr val="lt1"/>
              </a:buClr>
              <a:buSzPts val="1600"/>
              <a:buFont typeface="IBM Plex Sans Medium"/>
              <a:buNone/>
              <a:defRPr sz="1600">
                <a:solidFill>
                  <a:schemeClr val="lt1"/>
                </a:solidFill>
                <a:latin typeface="IBM Plex Sans Medium"/>
                <a:ea typeface="IBM Plex Sans Medium"/>
                <a:cs typeface="IBM Plex Sans Medium"/>
                <a:sym typeface="IBM Plex Sans Medium"/>
              </a:defRPr>
            </a:lvl5pPr>
            <a:lvl6pPr lvl="5" algn="ctr" rtl="0">
              <a:lnSpc>
                <a:spcPct val="100000"/>
              </a:lnSpc>
              <a:spcBef>
                <a:spcPts val="0"/>
              </a:spcBef>
              <a:spcAft>
                <a:spcPts val="0"/>
              </a:spcAft>
              <a:buClr>
                <a:schemeClr val="lt1"/>
              </a:buClr>
              <a:buSzPts val="1600"/>
              <a:buFont typeface="IBM Plex Sans Medium"/>
              <a:buNone/>
              <a:defRPr sz="1600">
                <a:solidFill>
                  <a:schemeClr val="lt1"/>
                </a:solidFill>
                <a:latin typeface="IBM Plex Sans Medium"/>
                <a:ea typeface="IBM Plex Sans Medium"/>
                <a:cs typeface="IBM Plex Sans Medium"/>
                <a:sym typeface="IBM Plex Sans Medium"/>
              </a:defRPr>
            </a:lvl6pPr>
            <a:lvl7pPr lvl="6" algn="ctr" rtl="0">
              <a:lnSpc>
                <a:spcPct val="100000"/>
              </a:lnSpc>
              <a:spcBef>
                <a:spcPts val="0"/>
              </a:spcBef>
              <a:spcAft>
                <a:spcPts val="0"/>
              </a:spcAft>
              <a:buClr>
                <a:schemeClr val="lt1"/>
              </a:buClr>
              <a:buSzPts val="1600"/>
              <a:buFont typeface="IBM Plex Sans Medium"/>
              <a:buNone/>
              <a:defRPr sz="1600">
                <a:solidFill>
                  <a:schemeClr val="lt1"/>
                </a:solidFill>
                <a:latin typeface="IBM Plex Sans Medium"/>
                <a:ea typeface="IBM Plex Sans Medium"/>
                <a:cs typeface="IBM Plex Sans Medium"/>
                <a:sym typeface="IBM Plex Sans Medium"/>
              </a:defRPr>
            </a:lvl7pPr>
            <a:lvl8pPr lvl="7" algn="ctr" rtl="0">
              <a:lnSpc>
                <a:spcPct val="100000"/>
              </a:lnSpc>
              <a:spcBef>
                <a:spcPts val="0"/>
              </a:spcBef>
              <a:spcAft>
                <a:spcPts val="0"/>
              </a:spcAft>
              <a:buClr>
                <a:schemeClr val="lt1"/>
              </a:buClr>
              <a:buSzPts val="1600"/>
              <a:buFont typeface="IBM Plex Sans Medium"/>
              <a:buNone/>
              <a:defRPr sz="1600">
                <a:solidFill>
                  <a:schemeClr val="lt1"/>
                </a:solidFill>
                <a:latin typeface="IBM Plex Sans Medium"/>
                <a:ea typeface="IBM Plex Sans Medium"/>
                <a:cs typeface="IBM Plex Sans Medium"/>
                <a:sym typeface="IBM Plex Sans Medium"/>
              </a:defRPr>
            </a:lvl8pPr>
            <a:lvl9pPr lvl="8" algn="ctr" rtl="0">
              <a:lnSpc>
                <a:spcPct val="100000"/>
              </a:lnSpc>
              <a:spcBef>
                <a:spcPts val="0"/>
              </a:spcBef>
              <a:spcAft>
                <a:spcPts val="0"/>
              </a:spcAft>
              <a:buClr>
                <a:schemeClr val="lt1"/>
              </a:buClr>
              <a:buSzPts val="1600"/>
              <a:buFont typeface="IBM Plex Sans Medium"/>
              <a:buNone/>
              <a:defRPr sz="1600">
                <a:solidFill>
                  <a:schemeClr val="lt1"/>
                </a:solidFill>
                <a:latin typeface="IBM Plex Sans Medium"/>
                <a:ea typeface="IBM Plex Sans Medium"/>
                <a:cs typeface="IBM Plex Sans Medium"/>
                <a:sym typeface="IBM Plex Sans Medium"/>
              </a:defRPr>
            </a:lvl9pPr>
          </a:lstStyle>
          <a:p>
            <a:endParaRPr/>
          </a:p>
        </p:txBody>
      </p:sp>
      <p:sp>
        <p:nvSpPr>
          <p:cNvPr id="301" name="Google Shape;301;p26"/>
          <p:cNvSpPr txBox="1">
            <a:spLocks noGrp="1"/>
          </p:cNvSpPr>
          <p:nvPr>
            <p:ph type="body" idx="9"/>
          </p:nvPr>
        </p:nvSpPr>
        <p:spPr>
          <a:xfrm>
            <a:off x="1517025" y="2048027"/>
            <a:ext cx="1575300" cy="783000"/>
          </a:xfrm>
          <a:prstGeom prst="rect">
            <a:avLst/>
          </a:prstGeom>
        </p:spPr>
        <p:txBody>
          <a:bodyPr spcFirstLastPara="1" wrap="square" lIns="0" tIns="0" rIns="0" bIns="0" anchor="t" anchorCtr="0">
            <a:normAutofit/>
          </a:bodyPr>
          <a:lstStyle>
            <a:lvl1pPr marL="457200" lvl="0" indent="-298450" rtl="0">
              <a:spcBef>
                <a:spcPts val="0"/>
              </a:spcBef>
              <a:spcAft>
                <a:spcPts val="0"/>
              </a:spcAft>
              <a:buClr>
                <a:schemeClr val="lt1"/>
              </a:buClr>
              <a:buSzPts val="1100"/>
              <a:buChar char="■"/>
              <a:defRPr sz="1100">
                <a:solidFill>
                  <a:schemeClr val="lt1"/>
                </a:solidFill>
              </a:defRPr>
            </a:lvl1pPr>
            <a:lvl2pPr marL="914400" lvl="1" indent="-298450" rtl="0">
              <a:spcBef>
                <a:spcPts val="0"/>
              </a:spcBef>
              <a:spcAft>
                <a:spcPts val="0"/>
              </a:spcAft>
              <a:buClr>
                <a:schemeClr val="lt1"/>
              </a:buClr>
              <a:buSzPts val="1100"/>
              <a:buChar char="■"/>
              <a:defRPr sz="1100">
                <a:solidFill>
                  <a:schemeClr val="lt1"/>
                </a:solidFill>
              </a:defRPr>
            </a:lvl2pPr>
            <a:lvl3pPr marL="1371600" lvl="2" indent="-298450" rtl="0">
              <a:spcBef>
                <a:spcPts val="0"/>
              </a:spcBef>
              <a:spcAft>
                <a:spcPts val="0"/>
              </a:spcAft>
              <a:buSzPts val="1100"/>
              <a:buChar char="■"/>
              <a:defRPr sz="1100"/>
            </a:lvl3pPr>
            <a:lvl4pPr marL="1828800" lvl="3" indent="-298450" rtl="0">
              <a:spcBef>
                <a:spcPts val="0"/>
              </a:spcBef>
              <a:spcAft>
                <a:spcPts val="0"/>
              </a:spcAft>
              <a:buSzPts val="1100"/>
              <a:buChar char="●"/>
              <a:defRPr sz="1100"/>
            </a:lvl4pPr>
            <a:lvl5pPr marL="2286000" lvl="4" indent="-298450" rtl="0">
              <a:spcBef>
                <a:spcPts val="0"/>
              </a:spcBef>
              <a:spcAft>
                <a:spcPts val="0"/>
              </a:spcAft>
              <a:buSzPts val="1100"/>
              <a:buChar char="○"/>
              <a:defRPr sz="1100"/>
            </a:lvl5pPr>
            <a:lvl6pPr marL="2743200" lvl="5" indent="-298450" rtl="0">
              <a:spcBef>
                <a:spcPts val="0"/>
              </a:spcBef>
              <a:spcAft>
                <a:spcPts val="0"/>
              </a:spcAft>
              <a:buSzPts val="1100"/>
              <a:buChar char="■"/>
              <a:defRPr sz="1100"/>
            </a:lvl6pPr>
            <a:lvl7pPr marL="3200400" lvl="6" indent="-298450" rtl="0">
              <a:spcBef>
                <a:spcPts val="0"/>
              </a:spcBef>
              <a:spcAft>
                <a:spcPts val="0"/>
              </a:spcAft>
              <a:buSzPts val="1100"/>
              <a:buChar char="●"/>
              <a:defRPr sz="1100"/>
            </a:lvl7pPr>
            <a:lvl8pPr marL="3657600" lvl="7" indent="-298450" rtl="0">
              <a:spcBef>
                <a:spcPts val="0"/>
              </a:spcBef>
              <a:spcAft>
                <a:spcPts val="0"/>
              </a:spcAft>
              <a:buSzPts val="1100"/>
              <a:buChar char="○"/>
              <a:defRPr sz="1100"/>
            </a:lvl8pPr>
            <a:lvl9pPr marL="4114800" lvl="8" indent="-298450" rtl="0">
              <a:spcBef>
                <a:spcPts val="0"/>
              </a:spcBef>
              <a:spcAft>
                <a:spcPts val="0"/>
              </a:spcAft>
              <a:buSzPts val="1100"/>
              <a:buChar char="■"/>
              <a:defRPr sz="1100"/>
            </a:lvl9pPr>
          </a:lstStyle>
          <a:p>
            <a:endParaRPr/>
          </a:p>
        </p:txBody>
      </p:sp>
      <p:sp>
        <p:nvSpPr>
          <p:cNvPr id="302" name="Google Shape;302;p26"/>
          <p:cNvSpPr>
            <a:spLocks noGrp="1"/>
          </p:cNvSpPr>
          <p:nvPr>
            <p:ph type="pic" idx="13"/>
          </p:nvPr>
        </p:nvSpPr>
        <p:spPr>
          <a:xfrm>
            <a:off x="2034000" y="2986399"/>
            <a:ext cx="548700" cy="455700"/>
          </a:xfrm>
          <a:prstGeom prst="rect">
            <a:avLst/>
          </a:prstGeom>
          <a:noFill/>
          <a:ln>
            <a:noFill/>
          </a:ln>
        </p:spPr>
      </p:sp>
      <p:sp>
        <p:nvSpPr>
          <p:cNvPr id="303" name="Google Shape;303;p26"/>
          <p:cNvSpPr txBox="1">
            <a:spLocks noGrp="1"/>
          </p:cNvSpPr>
          <p:nvPr>
            <p:ph type="subTitle" idx="14"/>
          </p:nvPr>
        </p:nvSpPr>
        <p:spPr>
          <a:xfrm>
            <a:off x="1513350" y="3591658"/>
            <a:ext cx="1574700" cy="311400"/>
          </a:xfrm>
          <a:prstGeom prst="rect">
            <a:avLst/>
          </a:prstGeom>
        </p:spPr>
        <p:txBody>
          <a:bodyPr spcFirstLastPara="1" wrap="square" lIns="0" tIns="0" rIns="0" bIns="0" anchor="t" anchorCtr="0">
            <a:normAutofit/>
          </a:bodyPr>
          <a:lstStyle>
            <a:lvl1pPr lvl="0" algn="ctr" rtl="0">
              <a:lnSpc>
                <a:spcPct val="100000"/>
              </a:lnSpc>
              <a:spcBef>
                <a:spcPts val="0"/>
              </a:spcBef>
              <a:spcAft>
                <a:spcPts val="0"/>
              </a:spcAft>
              <a:buClr>
                <a:schemeClr val="lt1"/>
              </a:buClr>
              <a:buSzPts val="1600"/>
              <a:buNone/>
              <a:defRPr b="1">
                <a:solidFill>
                  <a:schemeClr val="lt1"/>
                </a:solidFill>
              </a:defRPr>
            </a:lvl1pPr>
            <a:lvl2pPr lvl="1" algn="ctr" rtl="0">
              <a:lnSpc>
                <a:spcPct val="100000"/>
              </a:lnSpc>
              <a:spcBef>
                <a:spcPts val="0"/>
              </a:spcBef>
              <a:spcAft>
                <a:spcPts val="0"/>
              </a:spcAft>
              <a:buClr>
                <a:schemeClr val="lt1"/>
              </a:buClr>
              <a:buSzPts val="1600"/>
              <a:buFont typeface="IBM Plex Sans Medium"/>
              <a:buNone/>
              <a:defRPr sz="1600">
                <a:solidFill>
                  <a:schemeClr val="lt1"/>
                </a:solidFill>
                <a:latin typeface="IBM Plex Sans Medium"/>
                <a:ea typeface="IBM Plex Sans Medium"/>
                <a:cs typeface="IBM Plex Sans Medium"/>
                <a:sym typeface="IBM Plex Sans Medium"/>
              </a:defRPr>
            </a:lvl2pPr>
            <a:lvl3pPr lvl="2" algn="ctr" rtl="0">
              <a:lnSpc>
                <a:spcPct val="100000"/>
              </a:lnSpc>
              <a:spcBef>
                <a:spcPts val="0"/>
              </a:spcBef>
              <a:spcAft>
                <a:spcPts val="0"/>
              </a:spcAft>
              <a:buClr>
                <a:schemeClr val="lt1"/>
              </a:buClr>
              <a:buSzPts val="1600"/>
              <a:buFont typeface="IBM Plex Sans Medium"/>
              <a:buNone/>
              <a:defRPr sz="1600">
                <a:solidFill>
                  <a:schemeClr val="lt1"/>
                </a:solidFill>
                <a:latin typeface="IBM Plex Sans Medium"/>
                <a:ea typeface="IBM Plex Sans Medium"/>
                <a:cs typeface="IBM Plex Sans Medium"/>
                <a:sym typeface="IBM Plex Sans Medium"/>
              </a:defRPr>
            </a:lvl3pPr>
            <a:lvl4pPr lvl="3" algn="ctr" rtl="0">
              <a:lnSpc>
                <a:spcPct val="100000"/>
              </a:lnSpc>
              <a:spcBef>
                <a:spcPts val="0"/>
              </a:spcBef>
              <a:spcAft>
                <a:spcPts val="0"/>
              </a:spcAft>
              <a:buClr>
                <a:schemeClr val="lt1"/>
              </a:buClr>
              <a:buSzPts val="1600"/>
              <a:buFont typeface="IBM Plex Sans Medium"/>
              <a:buNone/>
              <a:defRPr sz="1600">
                <a:solidFill>
                  <a:schemeClr val="lt1"/>
                </a:solidFill>
                <a:latin typeface="IBM Plex Sans Medium"/>
                <a:ea typeface="IBM Plex Sans Medium"/>
                <a:cs typeface="IBM Plex Sans Medium"/>
                <a:sym typeface="IBM Plex Sans Medium"/>
              </a:defRPr>
            </a:lvl4pPr>
            <a:lvl5pPr lvl="4" algn="ctr" rtl="0">
              <a:lnSpc>
                <a:spcPct val="100000"/>
              </a:lnSpc>
              <a:spcBef>
                <a:spcPts val="0"/>
              </a:spcBef>
              <a:spcAft>
                <a:spcPts val="0"/>
              </a:spcAft>
              <a:buClr>
                <a:schemeClr val="lt1"/>
              </a:buClr>
              <a:buSzPts val="1600"/>
              <a:buFont typeface="IBM Plex Sans Medium"/>
              <a:buNone/>
              <a:defRPr sz="1600">
                <a:solidFill>
                  <a:schemeClr val="lt1"/>
                </a:solidFill>
                <a:latin typeface="IBM Plex Sans Medium"/>
                <a:ea typeface="IBM Plex Sans Medium"/>
                <a:cs typeface="IBM Plex Sans Medium"/>
                <a:sym typeface="IBM Plex Sans Medium"/>
              </a:defRPr>
            </a:lvl5pPr>
            <a:lvl6pPr lvl="5" algn="ctr" rtl="0">
              <a:lnSpc>
                <a:spcPct val="100000"/>
              </a:lnSpc>
              <a:spcBef>
                <a:spcPts val="0"/>
              </a:spcBef>
              <a:spcAft>
                <a:spcPts val="0"/>
              </a:spcAft>
              <a:buClr>
                <a:schemeClr val="lt1"/>
              </a:buClr>
              <a:buSzPts val="1600"/>
              <a:buFont typeface="IBM Plex Sans Medium"/>
              <a:buNone/>
              <a:defRPr sz="1600">
                <a:solidFill>
                  <a:schemeClr val="lt1"/>
                </a:solidFill>
                <a:latin typeface="IBM Plex Sans Medium"/>
                <a:ea typeface="IBM Plex Sans Medium"/>
                <a:cs typeface="IBM Plex Sans Medium"/>
                <a:sym typeface="IBM Plex Sans Medium"/>
              </a:defRPr>
            </a:lvl6pPr>
            <a:lvl7pPr lvl="6" algn="ctr" rtl="0">
              <a:lnSpc>
                <a:spcPct val="100000"/>
              </a:lnSpc>
              <a:spcBef>
                <a:spcPts val="0"/>
              </a:spcBef>
              <a:spcAft>
                <a:spcPts val="0"/>
              </a:spcAft>
              <a:buClr>
                <a:schemeClr val="lt1"/>
              </a:buClr>
              <a:buSzPts val="1600"/>
              <a:buFont typeface="IBM Plex Sans Medium"/>
              <a:buNone/>
              <a:defRPr sz="1600">
                <a:solidFill>
                  <a:schemeClr val="lt1"/>
                </a:solidFill>
                <a:latin typeface="IBM Plex Sans Medium"/>
                <a:ea typeface="IBM Plex Sans Medium"/>
                <a:cs typeface="IBM Plex Sans Medium"/>
                <a:sym typeface="IBM Plex Sans Medium"/>
              </a:defRPr>
            </a:lvl7pPr>
            <a:lvl8pPr lvl="7" algn="ctr" rtl="0">
              <a:lnSpc>
                <a:spcPct val="100000"/>
              </a:lnSpc>
              <a:spcBef>
                <a:spcPts val="0"/>
              </a:spcBef>
              <a:spcAft>
                <a:spcPts val="0"/>
              </a:spcAft>
              <a:buClr>
                <a:schemeClr val="lt1"/>
              </a:buClr>
              <a:buSzPts val="1600"/>
              <a:buFont typeface="IBM Plex Sans Medium"/>
              <a:buNone/>
              <a:defRPr sz="1600">
                <a:solidFill>
                  <a:schemeClr val="lt1"/>
                </a:solidFill>
                <a:latin typeface="IBM Plex Sans Medium"/>
                <a:ea typeface="IBM Plex Sans Medium"/>
                <a:cs typeface="IBM Plex Sans Medium"/>
                <a:sym typeface="IBM Plex Sans Medium"/>
              </a:defRPr>
            </a:lvl8pPr>
            <a:lvl9pPr lvl="8" algn="ctr" rtl="0">
              <a:lnSpc>
                <a:spcPct val="100000"/>
              </a:lnSpc>
              <a:spcBef>
                <a:spcPts val="0"/>
              </a:spcBef>
              <a:spcAft>
                <a:spcPts val="0"/>
              </a:spcAft>
              <a:buClr>
                <a:schemeClr val="lt1"/>
              </a:buClr>
              <a:buSzPts val="1600"/>
              <a:buFont typeface="IBM Plex Sans Medium"/>
              <a:buNone/>
              <a:defRPr sz="1600">
                <a:solidFill>
                  <a:schemeClr val="lt1"/>
                </a:solidFill>
                <a:latin typeface="IBM Plex Sans Medium"/>
                <a:ea typeface="IBM Plex Sans Medium"/>
                <a:cs typeface="IBM Plex Sans Medium"/>
                <a:sym typeface="IBM Plex Sans Medium"/>
              </a:defRPr>
            </a:lvl9pPr>
          </a:lstStyle>
          <a:p>
            <a:endParaRPr/>
          </a:p>
        </p:txBody>
      </p:sp>
      <p:sp>
        <p:nvSpPr>
          <p:cNvPr id="304" name="Google Shape;304;p26"/>
          <p:cNvSpPr txBox="1">
            <a:spLocks noGrp="1"/>
          </p:cNvSpPr>
          <p:nvPr>
            <p:ph type="body" idx="15"/>
          </p:nvPr>
        </p:nvSpPr>
        <p:spPr>
          <a:xfrm>
            <a:off x="1520700" y="3890202"/>
            <a:ext cx="1575300" cy="783000"/>
          </a:xfrm>
          <a:prstGeom prst="rect">
            <a:avLst/>
          </a:prstGeom>
        </p:spPr>
        <p:txBody>
          <a:bodyPr spcFirstLastPara="1" wrap="square" lIns="0" tIns="0" rIns="0" bIns="0" anchor="t" anchorCtr="0">
            <a:normAutofit/>
          </a:bodyPr>
          <a:lstStyle>
            <a:lvl1pPr marL="457200" lvl="0" indent="-298450" rtl="0">
              <a:spcBef>
                <a:spcPts val="0"/>
              </a:spcBef>
              <a:spcAft>
                <a:spcPts val="0"/>
              </a:spcAft>
              <a:buClr>
                <a:schemeClr val="lt1"/>
              </a:buClr>
              <a:buSzPts val="1100"/>
              <a:buChar char="■"/>
              <a:defRPr sz="1100">
                <a:solidFill>
                  <a:schemeClr val="lt1"/>
                </a:solidFill>
              </a:defRPr>
            </a:lvl1pPr>
            <a:lvl2pPr marL="914400" lvl="1" indent="-298450" rtl="0">
              <a:spcBef>
                <a:spcPts val="0"/>
              </a:spcBef>
              <a:spcAft>
                <a:spcPts val="0"/>
              </a:spcAft>
              <a:buClr>
                <a:schemeClr val="lt1"/>
              </a:buClr>
              <a:buSzPts val="1100"/>
              <a:buChar char="■"/>
              <a:defRPr sz="1100">
                <a:solidFill>
                  <a:schemeClr val="lt1"/>
                </a:solidFill>
              </a:defRPr>
            </a:lvl2pPr>
            <a:lvl3pPr marL="1371600" lvl="2" indent="-298450" rtl="0">
              <a:spcBef>
                <a:spcPts val="0"/>
              </a:spcBef>
              <a:spcAft>
                <a:spcPts val="0"/>
              </a:spcAft>
              <a:buSzPts val="1100"/>
              <a:buChar char="■"/>
              <a:defRPr sz="1100"/>
            </a:lvl3pPr>
            <a:lvl4pPr marL="1828800" lvl="3" indent="-298450" rtl="0">
              <a:spcBef>
                <a:spcPts val="0"/>
              </a:spcBef>
              <a:spcAft>
                <a:spcPts val="0"/>
              </a:spcAft>
              <a:buSzPts val="1100"/>
              <a:buChar char="●"/>
              <a:defRPr sz="1100"/>
            </a:lvl4pPr>
            <a:lvl5pPr marL="2286000" lvl="4" indent="-298450" rtl="0">
              <a:spcBef>
                <a:spcPts val="0"/>
              </a:spcBef>
              <a:spcAft>
                <a:spcPts val="0"/>
              </a:spcAft>
              <a:buSzPts val="1100"/>
              <a:buChar char="○"/>
              <a:defRPr sz="1100"/>
            </a:lvl5pPr>
            <a:lvl6pPr marL="2743200" lvl="5" indent="-298450" rtl="0">
              <a:spcBef>
                <a:spcPts val="0"/>
              </a:spcBef>
              <a:spcAft>
                <a:spcPts val="0"/>
              </a:spcAft>
              <a:buSzPts val="1100"/>
              <a:buChar char="■"/>
              <a:defRPr sz="1100"/>
            </a:lvl6pPr>
            <a:lvl7pPr marL="3200400" lvl="6" indent="-298450" rtl="0">
              <a:spcBef>
                <a:spcPts val="0"/>
              </a:spcBef>
              <a:spcAft>
                <a:spcPts val="0"/>
              </a:spcAft>
              <a:buSzPts val="1100"/>
              <a:buChar char="●"/>
              <a:defRPr sz="1100"/>
            </a:lvl7pPr>
            <a:lvl8pPr marL="3657600" lvl="7" indent="-298450" rtl="0">
              <a:spcBef>
                <a:spcPts val="0"/>
              </a:spcBef>
              <a:spcAft>
                <a:spcPts val="0"/>
              </a:spcAft>
              <a:buSzPts val="1100"/>
              <a:buChar char="○"/>
              <a:defRPr sz="1100"/>
            </a:lvl8pPr>
            <a:lvl9pPr marL="4114800" lvl="8" indent="-298450" rtl="0">
              <a:spcBef>
                <a:spcPts val="0"/>
              </a:spcBef>
              <a:spcAft>
                <a:spcPts val="0"/>
              </a:spcAft>
              <a:buSzPts val="1100"/>
              <a:buChar char="■"/>
              <a:defRPr sz="1100"/>
            </a:lvl9pPr>
          </a:lstStyle>
          <a:p>
            <a:endParaRPr/>
          </a:p>
        </p:txBody>
      </p:sp>
      <p:sp>
        <p:nvSpPr>
          <p:cNvPr id="305" name="Google Shape;305;p26"/>
          <p:cNvSpPr>
            <a:spLocks noGrp="1"/>
          </p:cNvSpPr>
          <p:nvPr>
            <p:ph type="pic" idx="16"/>
          </p:nvPr>
        </p:nvSpPr>
        <p:spPr>
          <a:xfrm>
            <a:off x="6583350" y="1144224"/>
            <a:ext cx="548700" cy="455700"/>
          </a:xfrm>
          <a:prstGeom prst="rect">
            <a:avLst/>
          </a:prstGeom>
          <a:noFill/>
          <a:ln>
            <a:noFill/>
          </a:ln>
        </p:spPr>
      </p:sp>
      <p:sp>
        <p:nvSpPr>
          <p:cNvPr id="306" name="Google Shape;306;p26"/>
          <p:cNvSpPr txBox="1">
            <a:spLocks noGrp="1"/>
          </p:cNvSpPr>
          <p:nvPr>
            <p:ph type="subTitle" idx="17"/>
          </p:nvPr>
        </p:nvSpPr>
        <p:spPr>
          <a:xfrm>
            <a:off x="6062700" y="1749483"/>
            <a:ext cx="1574700" cy="311400"/>
          </a:xfrm>
          <a:prstGeom prst="rect">
            <a:avLst/>
          </a:prstGeom>
        </p:spPr>
        <p:txBody>
          <a:bodyPr spcFirstLastPara="1" wrap="square" lIns="0" tIns="0" rIns="0" bIns="0" anchor="t" anchorCtr="0">
            <a:normAutofit/>
          </a:bodyPr>
          <a:lstStyle>
            <a:lvl1pPr lvl="0" algn="ctr" rtl="0">
              <a:lnSpc>
                <a:spcPct val="100000"/>
              </a:lnSpc>
              <a:spcBef>
                <a:spcPts val="0"/>
              </a:spcBef>
              <a:spcAft>
                <a:spcPts val="0"/>
              </a:spcAft>
              <a:buClr>
                <a:schemeClr val="lt1"/>
              </a:buClr>
              <a:buSzPts val="1600"/>
              <a:buNone/>
              <a:defRPr b="1">
                <a:solidFill>
                  <a:schemeClr val="lt1"/>
                </a:solidFill>
              </a:defRPr>
            </a:lvl1pPr>
            <a:lvl2pPr lvl="1" algn="ctr" rtl="0">
              <a:lnSpc>
                <a:spcPct val="100000"/>
              </a:lnSpc>
              <a:spcBef>
                <a:spcPts val="0"/>
              </a:spcBef>
              <a:spcAft>
                <a:spcPts val="0"/>
              </a:spcAft>
              <a:buClr>
                <a:schemeClr val="lt1"/>
              </a:buClr>
              <a:buSzPts val="1600"/>
              <a:buFont typeface="IBM Plex Sans Medium"/>
              <a:buNone/>
              <a:defRPr sz="1600">
                <a:solidFill>
                  <a:schemeClr val="lt1"/>
                </a:solidFill>
                <a:latin typeface="IBM Plex Sans Medium"/>
                <a:ea typeface="IBM Plex Sans Medium"/>
                <a:cs typeface="IBM Plex Sans Medium"/>
                <a:sym typeface="IBM Plex Sans Medium"/>
              </a:defRPr>
            </a:lvl2pPr>
            <a:lvl3pPr lvl="2" algn="ctr" rtl="0">
              <a:lnSpc>
                <a:spcPct val="100000"/>
              </a:lnSpc>
              <a:spcBef>
                <a:spcPts val="0"/>
              </a:spcBef>
              <a:spcAft>
                <a:spcPts val="0"/>
              </a:spcAft>
              <a:buClr>
                <a:schemeClr val="lt1"/>
              </a:buClr>
              <a:buSzPts val="1600"/>
              <a:buFont typeface="IBM Plex Sans Medium"/>
              <a:buNone/>
              <a:defRPr sz="1600">
                <a:solidFill>
                  <a:schemeClr val="lt1"/>
                </a:solidFill>
                <a:latin typeface="IBM Plex Sans Medium"/>
                <a:ea typeface="IBM Plex Sans Medium"/>
                <a:cs typeface="IBM Plex Sans Medium"/>
                <a:sym typeface="IBM Plex Sans Medium"/>
              </a:defRPr>
            </a:lvl3pPr>
            <a:lvl4pPr lvl="3" algn="ctr" rtl="0">
              <a:lnSpc>
                <a:spcPct val="100000"/>
              </a:lnSpc>
              <a:spcBef>
                <a:spcPts val="0"/>
              </a:spcBef>
              <a:spcAft>
                <a:spcPts val="0"/>
              </a:spcAft>
              <a:buClr>
                <a:schemeClr val="lt1"/>
              </a:buClr>
              <a:buSzPts val="1600"/>
              <a:buFont typeface="IBM Plex Sans Medium"/>
              <a:buNone/>
              <a:defRPr sz="1600">
                <a:solidFill>
                  <a:schemeClr val="lt1"/>
                </a:solidFill>
                <a:latin typeface="IBM Plex Sans Medium"/>
                <a:ea typeface="IBM Plex Sans Medium"/>
                <a:cs typeface="IBM Plex Sans Medium"/>
                <a:sym typeface="IBM Plex Sans Medium"/>
              </a:defRPr>
            </a:lvl4pPr>
            <a:lvl5pPr lvl="4" algn="ctr" rtl="0">
              <a:lnSpc>
                <a:spcPct val="100000"/>
              </a:lnSpc>
              <a:spcBef>
                <a:spcPts val="0"/>
              </a:spcBef>
              <a:spcAft>
                <a:spcPts val="0"/>
              </a:spcAft>
              <a:buClr>
                <a:schemeClr val="lt1"/>
              </a:buClr>
              <a:buSzPts val="1600"/>
              <a:buFont typeface="IBM Plex Sans Medium"/>
              <a:buNone/>
              <a:defRPr sz="1600">
                <a:solidFill>
                  <a:schemeClr val="lt1"/>
                </a:solidFill>
                <a:latin typeface="IBM Plex Sans Medium"/>
                <a:ea typeface="IBM Plex Sans Medium"/>
                <a:cs typeface="IBM Plex Sans Medium"/>
                <a:sym typeface="IBM Plex Sans Medium"/>
              </a:defRPr>
            </a:lvl5pPr>
            <a:lvl6pPr lvl="5" algn="ctr" rtl="0">
              <a:lnSpc>
                <a:spcPct val="100000"/>
              </a:lnSpc>
              <a:spcBef>
                <a:spcPts val="0"/>
              </a:spcBef>
              <a:spcAft>
                <a:spcPts val="0"/>
              </a:spcAft>
              <a:buClr>
                <a:schemeClr val="lt1"/>
              </a:buClr>
              <a:buSzPts val="1600"/>
              <a:buFont typeface="IBM Plex Sans Medium"/>
              <a:buNone/>
              <a:defRPr sz="1600">
                <a:solidFill>
                  <a:schemeClr val="lt1"/>
                </a:solidFill>
                <a:latin typeface="IBM Plex Sans Medium"/>
                <a:ea typeface="IBM Plex Sans Medium"/>
                <a:cs typeface="IBM Plex Sans Medium"/>
                <a:sym typeface="IBM Plex Sans Medium"/>
              </a:defRPr>
            </a:lvl6pPr>
            <a:lvl7pPr lvl="6" algn="ctr" rtl="0">
              <a:lnSpc>
                <a:spcPct val="100000"/>
              </a:lnSpc>
              <a:spcBef>
                <a:spcPts val="0"/>
              </a:spcBef>
              <a:spcAft>
                <a:spcPts val="0"/>
              </a:spcAft>
              <a:buClr>
                <a:schemeClr val="lt1"/>
              </a:buClr>
              <a:buSzPts val="1600"/>
              <a:buFont typeface="IBM Plex Sans Medium"/>
              <a:buNone/>
              <a:defRPr sz="1600">
                <a:solidFill>
                  <a:schemeClr val="lt1"/>
                </a:solidFill>
                <a:latin typeface="IBM Plex Sans Medium"/>
                <a:ea typeface="IBM Plex Sans Medium"/>
                <a:cs typeface="IBM Plex Sans Medium"/>
                <a:sym typeface="IBM Plex Sans Medium"/>
              </a:defRPr>
            </a:lvl7pPr>
            <a:lvl8pPr lvl="7" algn="ctr" rtl="0">
              <a:lnSpc>
                <a:spcPct val="100000"/>
              </a:lnSpc>
              <a:spcBef>
                <a:spcPts val="0"/>
              </a:spcBef>
              <a:spcAft>
                <a:spcPts val="0"/>
              </a:spcAft>
              <a:buClr>
                <a:schemeClr val="lt1"/>
              </a:buClr>
              <a:buSzPts val="1600"/>
              <a:buFont typeface="IBM Plex Sans Medium"/>
              <a:buNone/>
              <a:defRPr sz="1600">
                <a:solidFill>
                  <a:schemeClr val="lt1"/>
                </a:solidFill>
                <a:latin typeface="IBM Plex Sans Medium"/>
                <a:ea typeface="IBM Plex Sans Medium"/>
                <a:cs typeface="IBM Plex Sans Medium"/>
                <a:sym typeface="IBM Plex Sans Medium"/>
              </a:defRPr>
            </a:lvl8pPr>
            <a:lvl9pPr lvl="8" algn="ctr" rtl="0">
              <a:lnSpc>
                <a:spcPct val="100000"/>
              </a:lnSpc>
              <a:spcBef>
                <a:spcPts val="0"/>
              </a:spcBef>
              <a:spcAft>
                <a:spcPts val="0"/>
              </a:spcAft>
              <a:buClr>
                <a:schemeClr val="lt1"/>
              </a:buClr>
              <a:buSzPts val="1600"/>
              <a:buFont typeface="IBM Plex Sans Medium"/>
              <a:buNone/>
              <a:defRPr sz="1600">
                <a:solidFill>
                  <a:schemeClr val="lt1"/>
                </a:solidFill>
                <a:latin typeface="IBM Plex Sans Medium"/>
                <a:ea typeface="IBM Plex Sans Medium"/>
                <a:cs typeface="IBM Plex Sans Medium"/>
                <a:sym typeface="IBM Plex Sans Medium"/>
              </a:defRPr>
            </a:lvl9pPr>
          </a:lstStyle>
          <a:p>
            <a:endParaRPr/>
          </a:p>
        </p:txBody>
      </p:sp>
      <p:sp>
        <p:nvSpPr>
          <p:cNvPr id="307" name="Google Shape;307;p26"/>
          <p:cNvSpPr txBox="1">
            <a:spLocks noGrp="1"/>
          </p:cNvSpPr>
          <p:nvPr>
            <p:ph type="body" idx="18"/>
          </p:nvPr>
        </p:nvSpPr>
        <p:spPr>
          <a:xfrm>
            <a:off x="6070050" y="2048027"/>
            <a:ext cx="1575300" cy="783000"/>
          </a:xfrm>
          <a:prstGeom prst="rect">
            <a:avLst/>
          </a:prstGeom>
        </p:spPr>
        <p:txBody>
          <a:bodyPr spcFirstLastPara="1" wrap="square" lIns="0" tIns="0" rIns="0" bIns="0" anchor="t" anchorCtr="0">
            <a:normAutofit/>
          </a:bodyPr>
          <a:lstStyle>
            <a:lvl1pPr marL="457200" lvl="0" indent="-298450" rtl="0">
              <a:spcBef>
                <a:spcPts val="0"/>
              </a:spcBef>
              <a:spcAft>
                <a:spcPts val="0"/>
              </a:spcAft>
              <a:buClr>
                <a:schemeClr val="lt1"/>
              </a:buClr>
              <a:buSzPts val="1100"/>
              <a:buChar char="■"/>
              <a:defRPr sz="1100">
                <a:solidFill>
                  <a:schemeClr val="lt1"/>
                </a:solidFill>
              </a:defRPr>
            </a:lvl1pPr>
            <a:lvl2pPr marL="914400" lvl="1" indent="-298450" rtl="0">
              <a:spcBef>
                <a:spcPts val="0"/>
              </a:spcBef>
              <a:spcAft>
                <a:spcPts val="0"/>
              </a:spcAft>
              <a:buClr>
                <a:schemeClr val="lt1"/>
              </a:buClr>
              <a:buSzPts val="1100"/>
              <a:buChar char="■"/>
              <a:defRPr sz="1100">
                <a:solidFill>
                  <a:schemeClr val="lt1"/>
                </a:solidFill>
              </a:defRPr>
            </a:lvl2pPr>
            <a:lvl3pPr marL="1371600" lvl="2" indent="-298450" rtl="0">
              <a:spcBef>
                <a:spcPts val="0"/>
              </a:spcBef>
              <a:spcAft>
                <a:spcPts val="0"/>
              </a:spcAft>
              <a:buSzPts val="1100"/>
              <a:buChar char="■"/>
              <a:defRPr sz="1100"/>
            </a:lvl3pPr>
            <a:lvl4pPr marL="1828800" lvl="3" indent="-298450" rtl="0">
              <a:spcBef>
                <a:spcPts val="0"/>
              </a:spcBef>
              <a:spcAft>
                <a:spcPts val="0"/>
              </a:spcAft>
              <a:buSzPts val="1100"/>
              <a:buChar char="●"/>
              <a:defRPr sz="1100"/>
            </a:lvl4pPr>
            <a:lvl5pPr marL="2286000" lvl="4" indent="-298450" rtl="0">
              <a:spcBef>
                <a:spcPts val="0"/>
              </a:spcBef>
              <a:spcAft>
                <a:spcPts val="0"/>
              </a:spcAft>
              <a:buSzPts val="1100"/>
              <a:buChar char="○"/>
              <a:defRPr sz="1100"/>
            </a:lvl5pPr>
            <a:lvl6pPr marL="2743200" lvl="5" indent="-298450" rtl="0">
              <a:spcBef>
                <a:spcPts val="0"/>
              </a:spcBef>
              <a:spcAft>
                <a:spcPts val="0"/>
              </a:spcAft>
              <a:buSzPts val="1100"/>
              <a:buChar char="■"/>
              <a:defRPr sz="1100"/>
            </a:lvl6pPr>
            <a:lvl7pPr marL="3200400" lvl="6" indent="-298450" rtl="0">
              <a:spcBef>
                <a:spcPts val="0"/>
              </a:spcBef>
              <a:spcAft>
                <a:spcPts val="0"/>
              </a:spcAft>
              <a:buSzPts val="1100"/>
              <a:buChar char="●"/>
              <a:defRPr sz="1100"/>
            </a:lvl7pPr>
            <a:lvl8pPr marL="3657600" lvl="7" indent="-298450" rtl="0">
              <a:spcBef>
                <a:spcPts val="0"/>
              </a:spcBef>
              <a:spcAft>
                <a:spcPts val="0"/>
              </a:spcAft>
              <a:buSzPts val="1100"/>
              <a:buChar char="○"/>
              <a:defRPr sz="1100"/>
            </a:lvl8pPr>
            <a:lvl9pPr marL="4114800" lvl="8" indent="-298450" rtl="0">
              <a:spcBef>
                <a:spcPts val="0"/>
              </a:spcBef>
              <a:spcAft>
                <a:spcPts val="0"/>
              </a:spcAft>
              <a:buSzPts val="1100"/>
              <a:buChar char="■"/>
              <a:defRPr sz="1100"/>
            </a:lvl9pPr>
          </a:lstStyle>
          <a:p>
            <a:endParaRPr/>
          </a:p>
        </p:txBody>
      </p:sp>
      <p:sp>
        <p:nvSpPr>
          <p:cNvPr id="308" name="Google Shape;308;p26"/>
          <p:cNvSpPr>
            <a:spLocks noGrp="1"/>
          </p:cNvSpPr>
          <p:nvPr>
            <p:ph type="pic" idx="19"/>
          </p:nvPr>
        </p:nvSpPr>
        <p:spPr>
          <a:xfrm>
            <a:off x="6587025" y="2986399"/>
            <a:ext cx="548700" cy="455700"/>
          </a:xfrm>
          <a:prstGeom prst="rect">
            <a:avLst/>
          </a:prstGeom>
          <a:noFill/>
          <a:ln>
            <a:noFill/>
          </a:ln>
        </p:spPr>
      </p:sp>
      <p:sp>
        <p:nvSpPr>
          <p:cNvPr id="309" name="Google Shape;309;p26"/>
          <p:cNvSpPr txBox="1">
            <a:spLocks noGrp="1"/>
          </p:cNvSpPr>
          <p:nvPr>
            <p:ph type="subTitle" idx="20"/>
          </p:nvPr>
        </p:nvSpPr>
        <p:spPr>
          <a:xfrm>
            <a:off x="6066375" y="3591658"/>
            <a:ext cx="1574700" cy="311400"/>
          </a:xfrm>
          <a:prstGeom prst="rect">
            <a:avLst/>
          </a:prstGeom>
        </p:spPr>
        <p:txBody>
          <a:bodyPr spcFirstLastPara="1" wrap="square" lIns="0" tIns="0" rIns="0" bIns="0" anchor="t" anchorCtr="0">
            <a:normAutofit/>
          </a:bodyPr>
          <a:lstStyle>
            <a:lvl1pPr lvl="0" algn="ctr" rtl="0">
              <a:lnSpc>
                <a:spcPct val="100000"/>
              </a:lnSpc>
              <a:spcBef>
                <a:spcPts val="0"/>
              </a:spcBef>
              <a:spcAft>
                <a:spcPts val="0"/>
              </a:spcAft>
              <a:buClr>
                <a:schemeClr val="lt1"/>
              </a:buClr>
              <a:buSzPts val="1600"/>
              <a:buNone/>
              <a:defRPr b="1">
                <a:solidFill>
                  <a:schemeClr val="lt1"/>
                </a:solidFill>
              </a:defRPr>
            </a:lvl1pPr>
            <a:lvl2pPr lvl="1" algn="ctr" rtl="0">
              <a:lnSpc>
                <a:spcPct val="100000"/>
              </a:lnSpc>
              <a:spcBef>
                <a:spcPts val="0"/>
              </a:spcBef>
              <a:spcAft>
                <a:spcPts val="0"/>
              </a:spcAft>
              <a:buClr>
                <a:schemeClr val="lt1"/>
              </a:buClr>
              <a:buSzPts val="1600"/>
              <a:buFont typeface="IBM Plex Sans Medium"/>
              <a:buNone/>
              <a:defRPr sz="1600">
                <a:solidFill>
                  <a:schemeClr val="lt1"/>
                </a:solidFill>
                <a:latin typeface="IBM Plex Sans Medium"/>
                <a:ea typeface="IBM Plex Sans Medium"/>
                <a:cs typeface="IBM Plex Sans Medium"/>
                <a:sym typeface="IBM Plex Sans Medium"/>
              </a:defRPr>
            </a:lvl2pPr>
            <a:lvl3pPr lvl="2" algn="ctr" rtl="0">
              <a:lnSpc>
                <a:spcPct val="100000"/>
              </a:lnSpc>
              <a:spcBef>
                <a:spcPts val="0"/>
              </a:spcBef>
              <a:spcAft>
                <a:spcPts val="0"/>
              </a:spcAft>
              <a:buClr>
                <a:schemeClr val="lt1"/>
              </a:buClr>
              <a:buSzPts val="1600"/>
              <a:buFont typeface="IBM Plex Sans Medium"/>
              <a:buNone/>
              <a:defRPr sz="1600">
                <a:solidFill>
                  <a:schemeClr val="lt1"/>
                </a:solidFill>
                <a:latin typeface="IBM Plex Sans Medium"/>
                <a:ea typeface="IBM Plex Sans Medium"/>
                <a:cs typeface="IBM Plex Sans Medium"/>
                <a:sym typeface="IBM Plex Sans Medium"/>
              </a:defRPr>
            </a:lvl3pPr>
            <a:lvl4pPr lvl="3" algn="ctr" rtl="0">
              <a:lnSpc>
                <a:spcPct val="100000"/>
              </a:lnSpc>
              <a:spcBef>
                <a:spcPts val="0"/>
              </a:spcBef>
              <a:spcAft>
                <a:spcPts val="0"/>
              </a:spcAft>
              <a:buClr>
                <a:schemeClr val="lt1"/>
              </a:buClr>
              <a:buSzPts val="1600"/>
              <a:buFont typeface="IBM Plex Sans Medium"/>
              <a:buNone/>
              <a:defRPr sz="1600">
                <a:solidFill>
                  <a:schemeClr val="lt1"/>
                </a:solidFill>
                <a:latin typeface="IBM Plex Sans Medium"/>
                <a:ea typeface="IBM Plex Sans Medium"/>
                <a:cs typeface="IBM Plex Sans Medium"/>
                <a:sym typeface="IBM Plex Sans Medium"/>
              </a:defRPr>
            </a:lvl4pPr>
            <a:lvl5pPr lvl="4" algn="ctr" rtl="0">
              <a:lnSpc>
                <a:spcPct val="100000"/>
              </a:lnSpc>
              <a:spcBef>
                <a:spcPts val="0"/>
              </a:spcBef>
              <a:spcAft>
                <a:spcPts val="0"/>
              </a:spcAft>
              <a:buClr>
                <a:schemeClr val="lt1"/>
              </a:buClr>
              <a:buSzPts val="1600"/>
              <a:buFont typeface="IBM Plex Sans Medium"/>
              <a:buNone/>
              <a:defRPr sz="1600">
                <a:solidFill>
                  <a:schemeClr val="lt1"/>
                </a:solidFill>
                <a:latin typeface="IBM Plex Sans Medium"/>
                <a:ea typeface="IBM Plex Sans Medium"/>
                <a:cs typeface="IBM Plex Sans Medium"/>
                <a:sym typeface="IBM Plex Sans Medium"/>
              </a:defRPr>
            </a:lvl5pPr>
            <a:lvl6pPr lvl="5" algn="ctr" rtl="0">
              <a:lnSpc>
                <a:spcPct val="100000"/>
              </a:lnSpc>
              <a:spcBef>
                <a:spcPts val="0"/>
              </a:spcBef>
              <a:spcAft>
                <a:spcPts val="0"/>
              </a:spcAft>
              <a:buClr>
                <a:schemeClr val="lt1"/>
              </a:buClr>
              <a:buSzPts val="1600"/>
              <a:buFont typeface="IBM Plex Sans Medium"/>
              <a:buNone/>
              <a:defRPr sz="1600">
                <a:solidFill>
                  <a:schemeClr val="lt1"/>
                </a:solidFill>
                <a:latin typeface="IBM Plex Sans Medium"/>
                <a:ea typeface="IBM Plex Sans Medium"/>
                <a:cs typeface="IBM Plex Sans Medium"/>
                <a:sym typeface="IBM Plex Sans Medium"/>
              </a:defRPr>
            </a:lvl6pPr>
            <a:lvl7pPr lvl="6" algn="ctr" rtl="0">
              <a:lnSpc>
                <a:spcPct val="100000"/>
              </a:lnSpc>
              <a:spcBef>
                <a:spcPts val="0"/>
              </a:spcBef>
              <a:spcAft>
                <a:spcPts val="0"/>
              </a:spcAft>
              <a:buClr>
                <a:schemeClr val="lt1"/>
              </a:buClr>
              <a:buSzPts val="1600"/>
              <a:buFont typeface="IBM Plex Sans Medium"/>
              <a:buNone/>
              <a:defRPr sz="1600">
                <a:solidFill>
                  <a:schemeClr val="lt1"/>
                </a:solidFill>
                <a:latin typeface="IBM Plex Sans Medium"/>
                <a:ea typeface="IBM Plex Sans Medium"/>
                <a:cs typeface="IBM Plex Sans Medium"/>
                <a:sym typeface="IBM Plex Sans Medium"/>
              </a:defRPr>
            </a:lvl7pPr>
            <a:lvl8pPr lvl="7" algn="ctr" rtl="0">
              <a:lnSpc>
                <a:spcPct val="100000"/>
              </a:lnSpc>
              <a:spcBef>
                <a:spcPts val="0"/>
              </a:spcBef>
              <a:spcAft>
                <a:spcPts val="0"/>
              </a:spcAft>
              <a:buClr>
                <a:schemeClr val="lt1"/>
              </a:buClr>
              <a:buSzPts val="1600"/>
              <a:buFont typeface="IBM Plex Sans Medium"/>
              <a:buNone/>
              <a:defRPr sz="1600">
                <a:solidFill>
                  <a:schemeClr val="lt1"/>
                </a:solidFill>
                <a:latin typeface="IBM Plex Sans Medium"/>
                <a:ea typeface="IBM Plex Sans Medium"/>
                <a:cs typeface="IBM Plex Sans Medium"/>
                <a:sym typeface="IBM Plex Sans Medium"/>
              </a:defRPr>
            </a:lvl8pPr>
            <a:lvl9pPr lvl="8" algn="ctr" rtl="0">
              <a:lnSpc>
                <a:spcPct val="100000"/>
              </a:lnSpc>
              <a:spcBef>
                <a:spcPts val="0"/>
              </a:spcBef>
              <a:spcAft>
                <a:spcPts val="0"/>
              </a:spcAft>
              <a:buClr>
                <a:schemeClr val="lt1"/>
              </a:buClr>
              <a:buSzPts val="1600"/>
              <a:buFont typeface="IBM Plex Sans Medium"/>
              <a:buNone/>
              <a:defRPr sz="1600">
                <a:solidFill>
                  <a:schemeClr val="lt1"/>
                </a:solidFill>
                <a:latin typeface="IBM Plex Sans Medium"/>
                <a:ea typeface="IBM Plex Sans Medium"/>
                <a:cs typeface="IBM Plex Sans Medium"/>
                <a:sym typeface="IBM Plex Sans Medium"/>
              </a:defRPr>
            </a:lvl9pPr>
          </a:lstStyle>
          <a:p>
            <a:endParaRPr/>
          </a:p>
        </p:txBody>
      </p:sp>
      <p:sp>
        <p:nvSpPr>
          <p:cNvPr id="310" name="Google Shape;310;p26"/>
          <p:cNvSpPr txBox="1">
            <a:spLocks noGrp="1"/>
          </p:cNvSpPr>
          <p:nvPr>
            <p:ph type="body" idx="21"/>
          </p:nvPr>
        </p:nvSpPr>
        <p:spPr>
          <a:xfrm>
            <a:off x="6073725" y="3890202"/>
            <a:ext cx="1575300" cy="783000"/>
          </a:xfrm>
          <a:prstGeom prst="rect">
            <a:avLst/>
          </a:prstGeom>
        </p:spPr>
        <p:txBody>
          <a:bodyPr spcFirstLastPara="1" wrap="square" lIns="0" tIns="0" rIns="0" bIns="0" anchor="t" anchorCtr="0">
            <a:normAutofit/>
          </a:bodyPr>
          <a:lstStyle>
            <a:lvl1pPr marL="457200" lvl="0" indent="-298450" rtl="0">
              <a:spcBef>
                <a:spcPts val="0"/>
              </a:spcBef>
              <a:spcAft>
                <a:spcPts val="0"/>
              </a:spcAft>
              <a:buClr>
                <a:schemeClr val="lt1"/>
              </a:buClr>
              <a:buSzPts val="1100"/>
              <a:buChar char="■"/>
              <a:defRPr sz="1100">
                <a:solidFill>
                  <a:schemeClr val="lt1"/>
                </a:solidFill>
              </a:defRPr>
            </a:lvl1pPr>
            <a:lvl2pPr marL="914400" lvl="1" indent="-298450" rtl="0">
              <a:spcBef>
                <a:spcPts val="0"/>
              </a:spcBef>
              <a:spcAft>
                <a:spcPts val="0"/>
              </a:spcAft>
              <a:buClr>
                <a:schemeClr val="lt1"/>
              </a:buClr>
              <a:buSzPts val="1100"/>
              <a:buChar char="■"/>
              <a:defRPr sz="1100">
                <a:solidFill>
                  <a:schemeClr val="lt1"/>
                </a:solidFill>
              </a:defRPr>
            </a:lvl2pPr>
            <a:lvl3pPr marL="1371600" lvl="2" indent="-298450" rtl="0">
              <a:spcBef>
                <a:spcPts val="0"/>
              </a:spcBef>
              <a:spcAft>
                <a:spcPts val="0"/>
              </a:spcAft>
              <a:buSzPts val="1100"/>
              <a:buChar char="■"/>
              <a:defRPr sz="1100"/>
            </a:lvl3pPr>
            <a:lvl4pPr marL="1828800" lvl="3" indent="-298450" rtl="0">
              <a:spcBef>
                <a:spcPts val="0"/>
              </a:spcBef>
              <a:spcAft>
                <a:spcPts val="0"/>
              </a:spcAft>
              <a:buSzPts val="1100"/>
              <a:buChar char="●"/>
              <a:defRPr sz="1100"/>
            </a:lvl4pPr>
            <a:lvl5pPr marL="2286000" lvl="4" indent="-298450" rtl="0">
              <a:spcBef>
                <a:spcPts val="0"/>
              </a:spcBef>
              <a:spcAft>
                <a:spcPts val="0"/>
              </a:spcAft>
              <a:buSzPts val="1100"/>
              <a:buChar char="○"/>
              <a:defRPr sz="1100"/>
            </a:lvl5pPr>
            <a:lvl6pPr marL="2743200" lvl="5" indent="-298450" rtl="0">
              <a:spcBef>
                <a:spcPts val="0"/>
              </a:spcBef>
              <a:spcAft>
                <a:spcPts val="0"/>
              </a:spcAft>
              <a:buSzPts val="1100"/>
              <a:buChar char="■"/>
              <a:defRPr sz="1100"/>
            </a:lvl6pPr>
            <a:lvl7pPr marL="3200400" lvl="6" indent="-298450" rtl="0">
              <a:spcBef>
                <a:spcPts val="0"/>
              </a:spcBef>
              <a:spcAft>
                <a:spcPts val="0"/>
              </a:spcAft>
              <a:buSzPts val="1100"/>
              <a:buChar char="●"/>
              <a:defRPr sz="1100"/>
            </a:lvl7pPr>
            <a:lvl8pPr marL="3657600" lvl="7" indent="-298450" rtl="0">
              <a:spcBef>
                <a:spcPts val="0"/>
              </a:spcBef>
              <a:spcAft>
                <a:spcPts val="0"/>
              </a:spcAft>
              <a:buSzPts val="1100"/>
              <a:buChar char="○"/>
              <a:defRPr sz="1100"/>
            </a:lvl8pPr>
            <a:lvl9pPr marL="4114800" lvl="8" indent="-298450" rtl="0">
              <a:spcBef>
                <a:spcPts val="0"/>
              </a:spcBef>
              <a:spcAft>
                <a:spcPts val="0"/>
              </a:spcAft>
              <a:buSzPts val="1100"/>
              <a:buChar char="■"/>
              <a:defRPr sz="1100"/>
            </a:lvl9pPr>
          </a:lstStyle>
          <a:p>
            <a:endParaRPr/>
          </a:p>
        </p:txBody>
      </p:sp>
      <p:pic>
        <p:nvPicPr>
          <p:cNvPr id="311" name="Google Shape;311;p26"/>
          <p:cNvPicPr preferRelativeResize="0"/>
          <p:nvPr/>
        </p:nvPicPr>
        <p:blipFill>
          <a:blip r:embed="rId2">
            <a:alphaModFix/>
          </a:blip>
          <a:stretch>
            <a:fillRect/>
          </a:stretch>
        </p:blipFill>
        <p:spPr>
          <a:xfrm>
            <a:off x="8544859" y="62003"/>
            <a:ext cx="599140" cy="599141"/>
          </a:xfrm>
          <a:prstGeom prst="rect">
            <a:avLst/>
          </a:prstGeom>
          <a:noFill/>
          <a:ln>
            <a:noFill/>
          </a:ln>
        </p:spPr>
      </p:pic>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3 Topics - 1">
  <p:cSld name="TITLE_ONLY_3">
    <p:spTree>
      <p:nvGrpSpPr>
        <p:cNvPr id="1" name="Shape 312"/>
        <p:cNvGrpSpPr/>
        <p:nvPr/>
      </p:nvGrpSpPr>
      <p:grpSpPr>
        <a:xfrm>
          <a:off x="0" y="0"/>
          <a:ext cx="0" cy="0"/>
          <a:chOff x="0" y="0"/>
          <a:chExt cx="0" cy="0"/>
        </a:xfrm>
      </p:grpSpPr>
      <p:sp>
        <p:nvSpPr>
          <p:cNvPr id="313" name="Google Shape;313;p27"/>
          <p:cNvSpPr txBox="1">
            <a:spLocks noGrp="1"/>
          </p:cNvSpPr>
          <p:nvPr>
            <p:ph type="title"/>
          </p:nvPr>
        </p:nvSpPr>
        <p:spPr>
          <a:xfrm>
            <a:off x="457200" y="119850"/>
            <a:ext cx="8229600" cy="903300"/>
          </a:xfrm>
          <a:prstGeom prst="rect">
            <a:avLst/>
          </a:prstGeom>
        </p:spPr>
        <p:txBody>
          <a:bodyPr spcFirstLastPara="1" wrap="square" lIns="0" tIns="0" rIns="0" bIns="0" anchor="t" anchorCtr="0">
            <a:normAutofit/>
          </a:bodyPr>
          <a:lstStyle>
            <a:lvl1pPr lvl="0" rtl="0">
              <a:spcBef>
                <a:spcPts val="0"/>
              </a:spcBef>
              <a:spcAft>
                <a:spcPts val="0"/>
              </a:spcAft>
              <a:buSzPts val="34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314" name="Google Shape;314;p27"/>
          <p:cNvSpPr/>
          <p:nvPr/>
        </p:nvSpPr>
        <p:spPr>
          <a:xfrm>
            <a:off x="467069" y="3491701"/>
            <a:ext cx="627000" cy="627000"/>
          </a:xfrm>
          <a:prstGeom prst="roundRect">
            <a:avLst>
              <a:gd name="adj" fmla="val 22637"/>
            </a:avLst>
          </a:prstGeom>
          <a:solidFill>
            <a:schemeClr val="accent6"/>
          </a:solidFill>
          <a:ln>
            <a:noFill/>
          </a:ln>
        </p:spPr>
        <p:txBody>
          <a:bodyPr spcFirstLastPara="1" wrap="square" lIns="0" tIns="0" rIns="0" bIns="0" anchor="ctr" anchorCtr="0">
            <a:noAutofit/>
          </a:bodyPr>
          <a:lstStyle/>
          <a:p>
            <a:pPr marL="0" lvl="0" indent="0" algn="ctr" rtl="0">
              <a:spcBef>
                <a:spcPts val="0"/>
              </a:spcBef>
              <a:spcAft>
                <a:spcPts val="0"/>
              </a:spcAft>
              <a:buNone/>
            </a:pPr>
            <a:endParaRPr sz="800" b="1">
              <a:solidFill>
                <a:srgbClr val="FFFFFF"/>
              </a:solidFill>
              <a:latin typeface="IBM Plex Sans"/>
              <a:ea typeface="IBM Plex Sans"/>
              <a:cs typeface="IBM Plex Sans"/>
              <a:sym typeface="IBM Plex Sans"/>
            </a:endParaRPr>
          </a:p>
        </p:txBody>
      </p:sp>
      <p:sp>
        <p:nvSpPr>
          <p:cNvPr id="315" name="Google Shape;315;p27"/>
          <p:cNvSpPr/>
          <p:nvPr/>
        </p:nvSpPr>
        <p:spPr>
          <a:xfrm>
            <a:off x="467069" y="2306551"/>
            <a:ext cx="627000" cy="627000"/>
          </a:xfrm>
          <a:prstGeom prst="roundRect">
            <a:avLst>
              <a:gd name="adj" fmla="val 22637"/>
            </a:avLst>
          </a:prstGeom>
          <a:solidFill>
            <a:schemeClr val="accent6"/>
          </a:solidFill>
          <a:ln>
            <a:noFill/>
          </a:ln>
        </p:spPr>
        <p:txBody>
          <a:bodyPr spcFirstLastPara="1" wrap="square" lIns="0" tIns="0" rIns="0" bIns="0" anchor="ctr" anchorCtr="0">
            <a:noAutofit/>
          </a:bodyPr>
          <a:lstStyle/>
          <a:p>
            <a:pPr marL="0" lvl="0" indent="0" algn="ctr" rtl="0">
              <a:spcBef>
                <a:spcPts val="0"/>
              </a:spcBef>
              <a:spcAft>
                <a:spcPts val="0"/>
              </a:spcAft>
              <a:buNone/>
            </a:pPr>
            <a:endParaRPr sz="800" b="1">
              <a:solidFill>
                <a:srgbClr val="FFFFFF"/>
              </a:solidFill>
              <a:latin typeface="IBM Plex Sans"/>
              <a:ea typeface="IBM Plex Sans"/>
              <a:cs typeface="IBM Plex Sans"/>
              <a:sym typeface="IBM Plex Sans"/>
            </a:endParaRPr>
          </a:p>
        </p:txBody>
      </p:sp>
      <p:sp>
        <p:nvSpPr>
          <p:cNvPr id="316" name="Google Shape;316;p27"/>
          <p:cNvSpPr/>
          <p:nvPr/>
        </p:nvSpPr>
        <p:spPr>
          <a:xfrm>
            <a:off x="467069" y="1152476"/>
            <a:ext cx="627000" cy="627000"/>
          </a:xfrm>
          <a:prstGeom prst="roundRect">
            <a:avLst>
              <a:gd name="adj" fmla="val 22637"/>
            </a:avLst>
          </a:prstGeom>
          <a:solidFill>
            <a:schemeClr val="accent6"/>
          </a:solidFill>
          <a:ln>
            <a:noFill/>
          </a:ln>
        </p:spPr>
        <p:txBody>
          <a:bodyPr spcFirstLastPara="1" wrap="square" lIns="0" tIns="0" rIns="0" bIns="0" anchor="ctr" anchorCtr="0">
            <a:noAutofit/>
          </a:bodyPr>
          <a:lstStyle/>
          <a:p>
            <a:pPr marL="0" lvl="0" indent="0" algn="ctr" rtl="0">
              <a:spcBef>
                <a:spcPts val="0"/>
              </a:spcBef>
              <a:spcAft>
                <a:spcPts val="0"/>
              </a:spcAft>
              <a:buNone/>
            </a:pPr>
            <a:endParaRPr sz="800" b="1">
              <a:solidFill>
                <a:srgbClr val="FFFFFF"/>
              </a:solidFill>
              <a:latin typeface="IBM Plex Sans"/>
              <a:ea typeface="IBM Plex Sans"/>
              <a:cs typeface="IBM Plex Sans"/>
              <a:sym typeface="IBM Plex Sans"/>
            </a:endParaRPr>
          </a:p>
        </p:txBody>
      </p:sp>
      <p:sp>
        <p:nvSpPr>
          <p:cNvPr id="317" name="Google Shape;317;p27"/>
          <p:cNvSpPr txBox="1"/>
          <p:nvPr/>
        </p:nvSpPr>
        <p:spPr>
          <a:xfrm>
            <a:off x="644338" y="1204614"/>
            <a:ext cx="252600" cy="507900"/>
          </a:xfrm>
          <a:prstGeom prst="rect">
            <a:avLst/>
          </a:prstGeom>
          <a:noFill/>
          <a:ln>
            <a:noFill/>
          </a:ln>
        </p:spPr>
        <p:txBody>
          <a:bodyPr spcFirstLastPara="1" wrap="square" lIns="0" tIns="0" rIns="0" bIns="0" anchor="t" anchorCtr="0">
            <a:spAutoFit/>
          </a:bodyPr>
          <a:lstStyle/>
          <a:p>
            <a:pPr marL="0" lvl="0" indent="0" algn="l" rtl="0">
              <a:lnSpc>
                <a:spcPct val="115000"/>
              </a:lnSpc>
              <a:spcBef>
                <a:spcPts val="0"/>
              </a:spcBef>
              <a:spcAft>
                <a:spcPts val="1200"/>
              </a:spcAft>
              <a:buNone/>
            </a:pPr>
            <a:r>
              <a:rPr lang="en" sz="3300">
                <a:solidFill>
                  <a:srgbClr val="FFFFFF"/>
                </a:solidFill>
                <a:latin typeface="IBM Plex Mono SemiBold"/>
                <a:ea typeface="IBM Plex Mono SemiBold"/>
                <a:cs typeface="IBM Plex Mono SemiBold"/>
                <a:sym typeface="IBM Plex Mono SemiBold"/>
              </a:rPr>
              <a:t>1</a:t>
            </a:r>
            <a:endParaRPr sz="3300">
              <a:solidFill>
                <a:srgbClr val="FFFFFF"/>
              </a:solidFill>
              <a:latin typeface="IBM Plex Mono SemiBold"/>
              <a:ea typeface="IBM Plex Mono SemiBold"/>
              <a:cs typeface="IBM Plex Mono SemiBold"/>
              <a:sym typeface="IBM Plex Mono SemiBold"/>
            </a:endParaRPr>
          </a:p>
        </p:txBody>
      </p:sp>
      <p:sp>
        <p:nvSpPr>
          <p:cNvPr id="318" name="Google Shape;318;p27"/>
          <p:cNvSpPr txBox="1"/>
          <p:nvPr/>
        </p:nvSpPr>
        <p:spPr>
          <a:xfrm>
            <a:off x="653710" y="2368767"/>
            <a:ext cx="252600" cy="507900"/>
          </a:xfrm>
          <a:prstGeom prst="rect">
            <a:avLst/>
          </a:prstGeom>
          <a:noFill/>
          <a:ln>
            <a:noFill/>
          </a:ln>
        </p:spPr>
        <p:txBody>
          <a:bodyPr spcFirstLastPara="1" wrap="square" lIns="0" tIns="0" rIns="0" bIns="0" anchor="t" anchorCtr="0">
            <a:spAutoFit/>
          </a:bodyPr>
          <a:lstStyle/>
          <a:p>
            <a:pPr marL="0" lvl="0" indent="0" algn="l" rtl="0">
              <a:lnSpc>
                <a:spcPct val="115000"/>
              </a:lnSpc>
              <a:spcBef>
                <a:spcPts val="0"/>
              </a:spcBef>
              <a:spcAft>
                <a:spcPts val="1200"/>
              </a:spcAft>
              <a:buNone/>
            </a:pPr>
            <a:r>
              <a:rPr lang="en" sz="3300">
                <a:solidFill>
                  <a:srgbClr val="FFFFFF"/>
                </a:solidFill>
                <a:latin typeface="IBM Plex Mono SemiBold"/>
                <a:ea typeface="IBM Plex Mono SemiBold"/>
                <a:cs typeface="IBM Plex Mono SemiBold"/>
                <a:sym typeface="IBM Plex Mono SemiBold"/>
              </a:rPr>
              <a:t>2</a:t>
            </a:r>
            <a:endParaRPr sz="3300">
              <a:solidFill>
                <a:srgbClr val="FFFFFF"/>
              </a:solidFill>
              <a:latin typeface="IBM Plex Mono SemiBold"/>
              <a:ea typeface="IBM Plex Mono SemiBold"/>
              <a:cs typeface="IBM Plex Mono SemiBold"/>
              <a:sym typeface="IBM Plex Mono SemiBold"/>
            </a:endParaRPr>
          </a:p>
        </p:txBody>
      </p:sp>
      <p:sp>
        <p:nvSpPr>
          <p:cNvPr id="319" name="Google Shape;319;p27"/>
          <p:cNvSpPr txBox="1"/>
          <p:nvPr/>
        </p:nvSpPr>
        <p:spPr>
          <a:xfrm>
            <a:off x="653146" y="3542293"/>
            <a:ext cx="252600" cy="507900"/>
          </a:xfrm>
          <a:prstGeom prst="rect">
            <a:avLst/>
          </a:prstGeom>
          <a:noFill/>
          <a:ln>
            <a:noFill/>
          </a:ln>
        </p:spPr>
        <p:txBody>
          <a:bodyPr spcFirstLastPara="1" wrap="square" lIns="0" tIns="0" rIns="0" bIns="0" anchor="t" anchorCtr="0">
            <a:spAutoFit/>
          </a:bodyPr>
          <a:lstStyle/>
          <a:p>
            <a:pPr marL="0" lvl="0" indent="0" algn="l" rtl="0">
              <a:lnSpc>
                <a:spcPct val="115000"/>
              </a:lnSpc>
              <a:spcBef>
                <a:spcPts val="0"/>
              </a:spcBef>
              <a:spcAft>
                <a:spcPts val="1200"/>
              </a:spcAft>
              <a:buNone/>
            </a:pPr>
            <a:r>
              <a:rPr lang="en" sz="3300">
                <a:solidFill>
                  <a:srgbClr val="FFFFFF"/>
                </a:solidFill>
                <a:latin typeface="IBM Plex Mono SemiBold"/>
                <a:ea typeface="IBM Plex Mono SemiBold"/>
                <a:cs typeface="IBM Plex Mono SemiBold"/>
                <a:sym typeface="IBM Plex Mono SemiBold"/>
              </a:rPr>
              <a:t>3</a:t>
            </a:r>
            <a:endParaRPr sz="3300">
              <a:solidFill>
                <a:srgbClr val="FFFFFF"/>
              </a:solidFill>
              <a:latin typeface="IBM Plex Mono SemiBold"/>
              <a:ea typeface="IBM Plex Mono SemiBold"/>
              <a:cs typeface="IBM Plex Mono SemiBold"/>
              <a:sym typeface="IBM Plex Mono SemiBold"/>
            </a:endParaRPr>
          </a:p>
        </p:txBody>
      </p:sp>
      <p:grpSp>
        <p:nvGrpSpPr>
          <p:cNvPr id="320" name="Google Shape;320;p27"/>
          <p:cNvGrpSpPr/>
          <p:nvPr/>
        </p:nvGrpSpPr>
        <p:grpSpPr>
          <a:xfrm>
            <a:off x="6215029" y="1665341"/>
            <a:ext cx="2326466" cy="2384870"/>
            <a:chOff x="1982862" y="3613287"/>
            <a:chExt cx="819900" cy="840483"/>
          </a:xfrm>
        </p:grpSpPr>
        <p:sp>
          <p:nvSpPr>
            <p:cNvPr id="321" name="Google Shape;321;p27"/>
            <p:cNvSpPr/>
            <p:nvPr/>
          </p:nvSpPr>
          <p:spPr>
            <a:xfrm>
              <a:off x="1982862" y="3633870"/>
              <a:ext cx="819900" cy="8199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 name="Google Shape;322;p27"/>
            <p:cNvSpPr/>
            <p:nvPr/>
          </p:nvSpPr>
          <p:spPr>
            <a:xfrm>
              <a:off x="2083370" y="3731983"/>
              <a:ext cx="623700" cy="6237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 name="Google Shape;323;p27"/>
            <p:cNvSpPr/>
            <p:nvPr/>
          </p:nvSpPr>
          <p:spPr>
            <a:xfrm>
              <a:off x="2166919" y="3815537"/>
              <a:ext cx="456600" cy="456600"/>
            </a:xfrm>
            <a:prstGeom prst="ellipse">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 name="Google Shape;324;p27"/>
            <p:cNvSpPr/>
            <p:nvPr/>
          </p:nvSpPr>
          <p:spPr>
            <a:xfrm>
              <a:off x="2080960" y="3732000"/>
              <a:ext cx="623700" cy="623700"/>
            </a:xfrm>
            <a:prstGeom prst="ellipse">
              <a:avLst/>
            </a:prstGeom>
            <a:noFill/>
            <a:ln w="19050" cap="flat" cmpd="sng">
              <a:solidFill>
                <a:srgbClr val="1F2A4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 name="Google Shape;325;p27"/>
            <p:cNvSpPr/>
            <p:nvPr/>
          </p:nvSpPr>
          <p:spPr>
            <a:xfrm>
              <a:off x="2232411" y="3883453"/>
              <a:ext cx="320700" cy="320700"/>
            </a:xfrm>
            <a:prstGeom prst="ellipse">
              <a:avLst/>
            </a:prstGeom>
            <a:solidFill>
              <a:schemeClr val="accent2"/>
            </a:solidFill>
            <a:ln w="19050" cap="flat" cmpd="sng">
              <a:solidFill>
                <a:srgbClr val="1F2A4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IBM Plex Sans Light"/>
                <a:ea typeface="IBM Plex Sans Light"/>
                <a:cs typeface="IBM Plex Sans Light"/>
                <a:sym typeface="IBM Plex Sans Light"/>
              </a:endParaRPr>
            </a:p>
          </p:txBody>
        </p:sp>
        <p:sp>
          <p:nvSpPr>
            <p:cNvPr id="326" name="Google Shape;326;p27"/>
            <p:cNvSpPr/>
            <p:nvPr/>
          </p:nvSpPr>
          <p:spPr>
            <a:xfrm>
              <a:off x="2322915" y="3971532"/>
              <a:ext cx="144600" cy="144600"/>
            </a:xfrm>
            <a:prstGeom prst="ellipse">
              <a:avLst/>
            </a:prstGeom>
            <a:solidFill>
              <a:srgbClr val="F93822"/>
            </a:solidFill>
            <a:ln w="19050" cap="flat" cmpd="sng">
              <a:solidFill>
                <a:srgbClr val="1F2A4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IBM Plex Sans Light"/>
                <a:ea typeface="IBM Plex Sans Light"/>
                <a:cs typeface="IBM Plex Sans Light"/>
                <a:sym typeface="IBM Plex Sans Light"/>
              </a:endParaRPr>
            </a:p>
          </p:txBody>
        </p:sp>
        <p:sp>
          <p:nvSpPr>
            <p:cNvPr id="327" name="Google Shape;327;p27"/>
            <p:cNvSpPr/>
            <p:nvPr/>
          </p:nvSpPr>
          <p:spPr>
            <a:xfrm rot="2279924">
              <a:off x="2497970" y="3682498"/>
              <a:ext cx="36547" cy="413728"/>
            </a:xfrm>
            <a:prstGeom prst="roundRect">
              <a:avLst>
                <a:gd name="adj" fmla="val 16667"/>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 name="Google Shape;328;p27"/>
            <p:cNvSpPr/>
            <p:nvPr/>
          </p:nvSpPr>
          <p:spPr>
            <a:xfrm rot="-6751234">
              <a:off x="2597281" y="3638302"/>
              <a:ext cx="102125" cy="116945"/>
            </a:xfrm>
            <a:custGeom>
              <a:avLst/>
              <a:gdLst/>
              <a:ahLst/>
              <a:cxnLst/>
              <a:rect l="l" t="t" r="r" b="b"/>
              <a:pathLst>
                <a:path w="184073" h="209550" extrusionOk="0">
                  <a:moveTo>
                    <a:pt x="7715" y="0"/>
                  </a:moveTo>
                  <a:lnTo>
                    <a:pt x="6638" y="359"/>
                  </a:lnTo>
                  <a:lnTo>
                    <a:pt x="5562" y="718"/>
                  </a:lnTo>
                  <a:lnTo>
                    <a:pt x="4665" y="1256"/>
                  </a:lnTo>
                  <a:lnTo>
                    <a:pt x="3588" y="1794"/>
                  </a:lnTo>
                  <a:lnTo>
                    <a:pt x="2691" y="2512"/>
                  </a:lnTo>
                  <a:lnTo>
                    <a:pt x="1973" y="3409"/>
                  </a:lnTo>
                  <a:lnTo>
                    <a:pt x="1435" y="4306"/>
                  </a:lnTo>
                  <a:lnTo>
                    <a:pt x="897" y="5382"/>
                  </a:lnTo>
                  <a:lnTo>
                    <a:pt x="359" y="6459"/>
                  </a:lnTo>
                  <a:lnTo>
                    <a:pt x="179" y="7715"/>
                  </a:lnTo>
                  <a:lnTo>
                    <a:pt x="0" y="8970"/>
                  </a:lnTo>
                  <a:lnTo>
                    <a:pt x="0" y="104775"/>
                  </a:lnTo>
                  <a:lnTo>
                    <a:pt x="0" y="200580"/>
                  </a:lnTo>
                  <a:lnTo>
                    <a:pt x="179" y="201835"/>
                  </a:lnTo>
                  <a:lnTo>
                    <a:pt x="359" y="203091"/>
                  </a:lnTo>
                  <a:lnTo>
                    <a:pt x="897" y="204168"/>
                  </a:lnTo>
                  <a:lnTo>
                    <a:pt x="1435" y="205244"/>
                  </a:lnTo>
                  <a:lnTo>
                    <a:pt x="1973" y="206141"/>
                  </a:lnTo>
                  <a:lnTo>
                    <a:pt x="2691" y="207038"/>
                  </a:lnTo>
                  <a:lnTo>
                    <a:pt x="3588" y="207756"/>
                  </a:lnTo>
                  <a:lnTo>
                    <a:pt x="4665" y="208294"/>
                  </a:lnTo>
                  <a:lnTo>
                    <a:pt x="5562" y="208832"/>
                  </a:lnTo>
                  <a:lnTo>
                    <a:pt x="6638" y="209191"/>
                  </a:lnTo>
                  <a:lnTo>
                    <a:pt x="7715" y="209550"/>
                  </a:lnTo>
                  <a:lnTo>
                    <a:pt x="10047" y="209550"/>
                  </a:lnTo>
                  <a:lnTo>
                    <a:pt x="11303" y="209371"/>
                  </a:lnTo>
                  <a:lnTo>
                    <a:pt x="12379" y="208832"/>
                  </a:lnTo>
                  <a:lnTo>
                    <a:pt x="13635" y="208294"/>
                  </a:lnTo>
                  <a:lnTo>
                    <a:pt x="179408" y="112669"/>
                  </a:lnTo>
                  <a:lnTo>
                    <a:pt x="180485" y="111951"/>
                  </a:lnTo>
                  <a:lnTo>
                    <a:pt x="181382" y="111054"/>
                  </a:lnTo>
                  <a:lnTo>
                    <a:pt x="182279" y="110157"/>
                  </a:lnTo>
                  <a:lnTo>
                    <a:pt x="182817" y="109081"/>
                  </a:lnTo>
                  <a:lnTo>
                    <a:pt x="183355" y="108184"/>
                  </a:lnTo>
                  <a:lnTo>
                    <a:pt x="183714" y="107107"/>
                  </a:lnTo>
                  <a:lnTo>
                    <a:pt x="183894" y="105851"/>
                  </a:lnTo>
                  <a:lnTo>
                    <a:pt x="184073" y="104775"/>
                  </a:lnTo>
                  <a:lnTo>
                    <a:pt x="183894" y="103699"/>
                  </a:lnTo>
                  <a:lnTo>
                    <a:pt x="183714" y="102443"/>
                  </a:lnTo>
                  <a:lnTo>
                    <a:pt x="183355" y="101366"/>
                  </a:lnTo>
                  <a:lnTo>
                    <a:pt x="182817" y="100469"/>
                  </a:lnTo>
                  <a:lnTo>
                    <a:pt x="182279" y="99393"/>
                  </a:lnTo>
                  <a:lnTo>
                    <a:pt x="181382" y="98496"/>
                  </a:lnTo>
                  <a:lnTo>
                    <a:pt x="180485" y="97599"/>
                  </a:lnTo>
                  <a:lnTo>
                    <a:pt x="179408" y="96881"/>
                  </a:lnTo>
                  <a:lnTo>
                    <a:pt x="13635" y="1256"/>
                  </a:lnTo>
                  <a:lnTo>
                    <a:pt x="12379" y="718"/>
                  </a:lnTo>
                  <a:lnTo>
                    <a:pt x="11303" y="179"/>
                  </a:lnTo>
                  <a:lnTo>
                    <a:pt x="10047"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 name="Google Shape;329;p27"/>
            <p:cNvSpPr/>
            <p:nvPr/>
          </p:nvSpPr>
          <p:spPr>
            <a:xfrm rot="-6733056">
              <a:off x="2646895" y="3621297"/>
              <a:ext cx="70587" cy="80758"/>
            </a:xfrm>
            <a:custGeom>
              <a:avLst/>
              <a:gdLst/>
              <a:ahLst/>
              <a:cxnLst/>
              <a:rect l="l" t="t" r="r" b="b"/>
              <a:pathLst>
                <a:path w="184073" h="209550" extrusionOk="0">
                  <a:moveTo>
                    <a:pt x="7715" y="0"/>
                  </a:moveTo>
                  <a:lnTo>
                    <a:pt x="6638" y="359"/>
                  </a:lnTo>
                  <a:lnTo>
                    <a:pt x="5562" y="718"/>
                  </a:lnTo>
                  <a:lnTo>
                    <a:pt x="4665" y="1256"/>
                  </a:lnTo>
                  <a:lnTo>
                    <a:pt x="3588" y="1794"/>
                  </a:lnTo>
                  <a:lnTo>
                    <a:pt x="2691" y="2512"/>
                  </a:lnTo>
                  <a:lnTo>
                    <a:pt x="1973" y="3409"/>
                  </a:lnTo>
                  <a:lnTo>
                    <a:pt x="1435" y="4306"/>
                  </a:lnTo>
                  <a:lnTo>
                    <a:pt x="897" y="5382"/>
                  </a:lnTo>
                  <a:lnTo>
                    <a:pt x="359" y="6459"/>
                  </a:lnTo>
                  <a:lnTo>
                    <a:pt x="179" y="7715"/>
                  </a:lnTo>
                  <a:lnTo>
                    <a:pt x="0" y="8970"/>
                  </a:lnTo>
                  <a:lnTo>
                    <a:pt x="0" y="104775"/>
                  </a:lnTo>
                  <a:lnTo>
                    <a:pt x="0" y="200580"/>
                  </a:lnTo>
                  <a:lnTo>
                    <a:pt x="179" y="201835"/>
                  </a:lnTo>
                  <a:lnTo>
                    <a:pt x="359" y="203091"/>
                  </a:lnTo>
                  <a:lnTo>
                    <a:pt x="897" y="204168"/>
                  </a:lnTo>
                  <a:lnTo>
                    <a:pt x="1435" y="205244"/>
                  </a:lnTo>
                  <a:lnTo>
                    <a:pt x="1973" y="206141"/>
                  </a:lnTo>
                  <a:lnTo>
                    <a:pt x="2691" y="207038"/>
                  </a:lnTo>
                  <a:lnTo>
                    <a:pt x="3588" y="207756"/>
                  </a:lnTo>
                  <a:lnTo>
                    <a:pt x="4665" y="208294"/>
                  </a:lnTo>
                  <a:lnTo>
                    <a:pt x="5562" y="208832"/>
                  </a:lnTo>
                  <a:lnTo>
                    <a:pt x="6638" y="209191"/>
                  </a:lnTo>
                  <a:lnTo>
                    <a:pt x="7715" y="209550"/>
                  </a:lnTo>
                  <a:lnTo>
                    <a:pt x="10047" y="209550"/>
                  </a:lnTo>
                  <a:lnTo>
                    <a:pt x="11303" y="209371"/>
                  </a:lnTo>
                  <a:lnTo>
                    <a:pt x="12379" y="208832"/>
                  </a:lnTo>
                  <a:lnTo>
                    <a:pt x="13635" y="208294"/>
                  </a:lnTo>
                  <a:lnTo>
                    <a:pt x="179408" y="112669"/>
                  </a:lnTo>
                  <a:lnTo>
                    <a:pt x="180485" y="111951"/>
                  </a:lnTo>
                  <a:lnTo>
                    <a:pt x="181382" y="111054"/>
                  </a:lnTo>
                  <a:lnTo>
                    <a:pt x="182279" y="110157"/>
                  </a:lnTo>
                  <a:lnTo>
                    <a:pt x="182817" y="109081"/>
                  </a:lnTo>
                  <a:lnTo>
                    <a:pt x="183355" y="108184"/>
                  </a:lnTo>
                  <a:lnTo>
                    <a:pt x="183714" y="107107"/>
                  </a:lnTo>
                  <a:lnTo>
                    <a:pt x="183894" y="105851"/>
                  </a:lnTo>
                  <a:lnTo>
                    <a:pt x="184073" y="104775"/>
                  </a:lnTo>
                  <a:lnTo>
                    <a:pt x="183894" y="103699"/>
                  </a:lnTo>
                  <a:lnTo>
                    <a:pt x="183714" y="102443"/>
                  </a:lnTo>
                  <a:lnTo>
                    <a:pt x="183355" y="101366"/>
                  </a:lnTo>
                  <a:lnTo>
                    <a:pt x="182817" y="100469"/>
                  </a:lnTo>
                  <a:lnTo>
                    <a:pt x="182279" y="99393"/>
                  </a:lnTo>
                  <a:lnTo>
                    <a:pt x="181382" y="98496"/>
                  </a:lnTo>
                  <a:lnTo>
                    <a:pt x="180485" y="97599"/>
                  </a:lnTo>
                  <a:lnTo>
                    <a:pt x="179408" y="96881"/>
                  </a:lnTo>
                  <a:lnTo>
                    <a:pt x="13635" y="1256"/>
                  </a:lnTo>
                  <a:lnTo>
                    <a:pt x="12379" y="718"/>
                  </a:lnTo>
                  <a:lnTo>
                    <a:pt x="11303" y="179"/>
                  </a:lnTo>
                  <a:lnTo>
                    <a:pt x="10047"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30" name="Google Shape;330;p27"/>
          <p:cNvSpPr txBox="1">
            <a:spLocks noGrp="1"/>
          </p:cNvSpPr>
          <p:nvPr>
            <p:ph type="subTitle" idx="1"/>
          </p:nvPr>
        </p:nvSpPr>
        <p:spPr>
          <a:xfrm>
            <a:off x="1326725" y="1165200"/>
            <a:ext cx="3895800" cy="311400"/>
          </a:xfrm>
          <a:prstGeom prst="rect">
            <a:avLst/>
          </a:prstGeom>
        </p:spPr>
        <p:txBody>
          <a:bodyPr spcFirstLastPara="1" wrap="square" lIns="0" tIns="0" rIns="0" bIns="0" anchor="t" anchorCtr="0">
            <a:normAutofit/>
          </a:bodyPr>
          <a:lstStyle>
            <a:lvl1pPr lvl="0" rtl="0">
              <a:lnSpc>
                <a:spcPct val="100000"/>
              </a:lnSpc>
              <a:spcBef>
                <a:spcPts val="0"/>
              </a:spcBef>
              <a:spcAft>
                <a:spcPts val="0"/>
              </a:spcAft>
              <a:buClr>
                <a:schemeClr val="dk1"/>
              </a:buClr>
              <a:buSzPts val="2000"/>
              <a:buFont typeface="IBM Plex Sans SemiBold"/>
              <a:buNone/>
              <a:defRPr sz="2000">
                <a:latin typeface="IBM Plex Sans SemiBold"/>
                <a:ea typeface="IBM Plex Sans SemiBold"/>
                <a:cs typeface="IBM Plex Sans SemiBold"/>
                <a:sym typeface="IBM Plex Sans SemiBold"/>
              </a:defRPr>
            </a:lvl1pPr>
            <a:lvl2pPr lvl="1" rtl="0">
              <a:lnSpc>
                <a:spcPct val="100000"/>
              </a:lnSpc>
              <a:spcBef>
                <a:spcPts val="0"/>
              </a:spcBef>
              <a:spcAft>
                <a:spcPts val="0"/>
              </a:spcAft>
              <a:buClr>
                <a:schemeClr val="dk1"/>
              </a:buClr>
              <a:buSzPts val="1400"/>
              <a:buFont typeface="IBM Plex Sans SemiBold"/>
              <a:buNone/>
              <a:defRPr>
                <a:latin typeface="IBM Plex Sans SemiBold"/>
                <a:ea typeface="IBM Plex Sans SemiBold"/>
                <a:cs typeface="IBM Plex Sans SemiBold"/>
                <a:sym typeface="IBM Plex Sans SemiBold"/>
              </a:defRPr>
            </a:lvl2pPr>
            <a:lvl3pPr lvl="2" rtl="0">
              <a:lnSpc>
                <a:spcPct val="100000"/>
              </a:lnSpc>
              <a:spcBef>
                <a:spcPts val="0"/>
              </a:spcBef>
              <a:spcAft>
                <a:spcPts val="0"/>
              </a:spcAft>
              <a:buClr>
                <a:schemeClr val="dk1"/>
              </a:buClr>
              <a:buSzPts val="1400"/>
              <a:buFont typeface="IBM Plex Sans SemiBold"/>
              <a:buNone/>
              <a:defRPr>
                <a:latin typeface="IBM Plex Sans SemiBold"/>
                <a:ea typeface="IBM Plex Sans SemiBold"/>
                <a:cs typeface="IBM Plex Sans SemiBold"/>
                <a:sym typeface="IBM Plex Sans SemiBold"/>
              </a:defRPr>
            </a:lvl3pPr>
            <a:lvl4pPr lvl="3" rtl="0">
              <a:lnSpc>
                <a:spcPct val="100000"/>
              </a:lnSpc>
              <a:spcBef>
                <a:spcPts val="0"/>
              </a:spcBef>
              <a:spcAft>
                <a:spcPts val="0"/>
              </a:spcAft>
              <a:buClr>
                <a:schemeClr val="dk1"/>
              </a:buClr>
              <a:buSzPts val="1400"/>
              <a:buFont typeface="IBM Plex Sans SemiBold"/>
              <a:buNone/>
              <a:defRPr>
                <a:latin typeface="IBM Plex Sans SemiBold"/>
                <a:ea typeface="IBM Plex Sans SemiBold"/>
                <a:cs typeface="IBM Plex Sans SemiBold"/>
                <a:sym typeface="IBM Plex Sans SemiBold"/>
              </a:defRPr>
            </a:lvl4pPr>
            <a:lvl5pPr lvl="4" rtl="0">
              <a:lnSpc>
                <a:spcPct val="100000"/>
              </a:lnSpc>
              <a:spcBef>
                <a:spcPts val="0"/>
              </a:spcBef>
              <a:spcAft>
                <a:spcPts val="0"/>
              </a:spcAft>
              <a:buSzPts val="1400"/>
              <a:buFont typeface="IBM Plex Sans SemiBold"/>
              <a:buNone/>
              <a:defRPr>
                <a:latin typeface="IBM Plex Sans SemiBold"/>
                <a:ea typeface="IBM Plex Sans SemiBold"/>
                <a:cs typeface="IBM Plex Sans SemiBold"/>
                <a:sym typeface="IBM Plex Sans SemiBold"/>
              </a:defRPr>
            </a:lvl5pPr>
            <a:lvl6pPr lvl="5" rtl="0">
              <a:lnSpc>
                <a:spcPct val="100000"/>
              </a:lnSpc>
              <a:spcBef>
                <a:spcPts val="0"/>
              </a:spcBef>
              <a:spcAft>
                <a:spcPts val="0"/>
              </a:spcAft>
              <a:buSzPts val="1400"/>
              <a:buFont typeface="IBM Plex Sans SemiBold"/>
              <a:buNone/>
              <a:defRPr>
                <a:latin typeface="IBM Plex Sans SemiBold"/>
                <a:ea typeface="IBM Plex Sans SemiBold"/>
                <a:cs typeface="IBM Plex Sans SemiBold"/>
                <a:sym typeface="IBM Plex Sans SemiBold"/>
              </a:defRPr>
            </a:lvl6pPr>
            <a:lvl7pPr lvl="6" rtl="0">
              <a:lnSpc>
                <a:spcPct val="100000"/>
              </a:lnSpc>
              <a:spcBef>
                <a:spcPts val="0"/>
              </a:spcBef>
              <a:spcAft>
                <a:spcPts val="0"/>
              </a:spcAft>
              <a:buSzPts val="1400"/>
              <a:buFont typeface="IBM Plex Sans SemiBold"/>
              <a:buNone/>
              <a:defRPr>
                <a:latin typeface="IBM Plex Sans SemiBold"/>
                <a:ea typeface="IBM Plex Sans SemiBold"/>
                <a:cs typeface="IBM Plex Sans SemiBold"/>
                <a:sym typeface="IBM Plex Sans SemiBold"/>
              </a:defRPr>
            </a:lvl7pPr>
            <a:lvl8pPr lvl="7" rtl="0">
              <a:lnSpc>
                <a:spcPct val="100000"/>
              </a:lnSpc>
              <a:spcBef>
                <a:spcPts val="0"/>
              </a:spcBef>
              <a:spcAft>
                <a:spcPts val="0"/>
              </a:spcAft>
              <a:buSzPts val="1400"/>
              <a:buFont typeface="IBM Plex Sans SemiBold"/>
              <a:buNone/>
              <a:defRPr>
                <a:latin typeface="IBM Plex Sans SemiBold"/>
                <a:ea typeface="IBM Plex Sans SemiBold"/>
                <a:cs typeface="IBM Plex Sans SemiBold"/>
                <a:sym typeface="IBM Plex Sans SemiBold"/>
              </a:defRPr>
            </a:lvl8pPr>
            <a:lvl9pPr lvl="8" rtl="0">
              <a:lnSpc>
                <a:spcPct val="100000"/>
              </a:lnSpc>
              <a:spcBef>
                <a:spcPts val="0"/>
              </a:spcBef>
              <a:spcAft>
                <a:spcPts val="0"/>
              </a:spcAft>
              <a:buSzPts val="1400"/>
              <a:buFont typeface="IBM Plex Sans SemiBold"/>
              <a:buNone/>
              <a:defRPr>
                <a:latin typeface="IBM Plex Sans SemiBold"/>
                <a:ea typeface="IBM Plex Sans SemiBold"/>
                <a:cs typeface="IBM Plex Sans SemiBold"/>
                <a:sym typeface="IBM Plex Sans SemiBold"/>
              </a:defRPr>
            </a:lvl9pPr>
          </a:lstStyle>
          <a:p>
            <a:endParaRPr/>
          </a:p>
        </p:txBody>
      </p:sp>
      <p:sp>
        <p:nvSpPr>
          <p:cNvPr id="331" name="Google Shape;331;p27"/>
          <p:cNvSpPr txBox="1">
            <a:spLocks noGrp="1"/>
          </p:cNvSpPr>
          <p:nvPr>
            <p:ph type="body" idx="2"/>
          </p:nvPr>
        </p:nvSpPr>
        <p:spPr>
          <a:xfrm>
            <a:off x="1344925" y="1551839"/>
            <a:ext cx="3897600" cy="627000"/>
          </a:xfrm>
          <a:prstGeom prst="rect">
            <a:avLst/>
          </a:prstGeom>
        </p:spPr>
        <p:txBody>
          <a:bodyPr spcFirstLastPara="1" wrap="square" lIns="0" tIns="0" rIns="0" bIns="0" anchor="t" anchorCtr="0">
            <a:normAutofit/>
          </a:bodyPr>
          <a:lstStyle>
            <a:lvl1pPr marL="457200" lvl="0" indent="-311150" rtl="0">
              <a:spcBef>
                <a:spcPts val="0"/>
              </a:spcBef>
              <a:spcAft>
                <a:spcPts val="0"/>
              </a:spcAft>
              <a:buSzPts val="1300"/>
              <a:buChar char="■"/>
              <a:defRPr sz="1300"/>
            </a:lvl1pPr>
            <a:lvl2pPr marL="914400" lvl="1" indent="-311150" rtl="0">
              <a:spcBef>
                <a:spcPts val="0"/>
              </a:spcBef>
              <a:spcAft>
                <a:spcPts val="0"/>
              </a:spcAft>
              <a:buSzPts val="1300"/>
              <a:buChar char="■"/>
              <a:defRPr sz="1300"/>
            </a:lvl2pPr>
            <a:lvl3pPr marL="1371600" lvl="2" indent="-311150" rtl="0">
              <a:spcBef>
                <a:spcPts val="0"/>
              </a:spcBef>
              <a:spcAft>
                <a:spcPts val="0"/>
              </a:spcAft>
              <a:buSzPts val="1300"/>
              <a:buChar char="■"/>
              <a:defRPr sz="1300"/>
            </a:lvl3pPr>
            <a:lvl4pPr marL="1828800" lvl="3" indent="-311150" rtl="0">
              <a:spcBef>
                <a:spcPts val="0"/>
              </a:spcBef>
              <a:spcAft>
                <a:spcPts val="0"/>
              </a:spcAft>
              <a:buSzPts val="1300"/>
              <a:buChar char="●"/>
              <a:defRPr sz="1300"/>
            </a:lvl4pPr>
            <a:lvl5pPr marL="2286000" lvl="4" indent="-311150" rtl="0">
              <a:spcBef>
                <a:spcPts val="0"/>
              </a:spcBef>
              <a:spcAft>
                <a:spcPts val="0"/>
              </a:spcAft>
              <a:buSzPts val="1300"/>
              <a:buChar char="○"/>
              <a:defRPr sz="1300"/>
            </a:lvl5pPr>
            <a:lvl6pPr marL="2743200" lvl="5" indent="-311150" rtl="0">
              <a:spcBef>
                <a:spcPts val="0"/>
              </a:spcBef>
              <a:spcAft>
                <a:spcPts val="0"/>
              </a:spcAft>
              <a:buSzPts val="1300"/>
              <a:buChar char="■"/>
              <a:defRPr sz="1300"/>
            </a:lvl6pPr>
            <a:lvl7pPr marL="3200400" lvl="6" indent="-311150" rtl="0">
              <a:spcBef>
                <a:spcPts val="0"/>
              </a:spcBef>
              <a:spcAft>
                <a:spcPts val="0"/>
              </a:spcAft>
              <a:buSzPts val="1300"/>
              <a:buChar char="●"/>
              <a:defRPr sz="1300"/>
            </a:lvl7pPr>
            <a:lvl8pPr marL="3657600" lvl="7" indent="-311150" rtl="0">
              <a:spcBef>
                <a:spcPts val="0"/>
              </a:spcBef>
              <a:spcAft>
                <a:spcPts val="0"/>
              </a:spcAft>
              <a:buSzPts val="1300"/>
              <a:buChar char="○"/>
              <a:defRPr sz="1300"/>
            </a:lvl8pPr>
            <a:lvl9pPr marL="4114800" lvl="8" indent="-311150" rtl="0">
              <a:spcBef>
                <a:spcPts val="0"/>
              </a:spcBef>
              <a:spcAft>
                <a:spcPts val="0"/>
              </a:spcAft>
              <a:buSzPts val="1300"/>
              <a:buChar char="■"/>
              <a:defRPr sz="1300"/>
            </a:lvl9pPr>
          </a:lstStyle>
          <a:p>
            <a:endParaRPr/>
          </a:p>
        </p:txBody>
      </p:sp>
      <p:sp>
        <p:nvSpPr>
          <p:cNvPr id="332" name="Google Shape;332;p27"/>
          <p:cNvSpPr txBox="1">
            <a:spLocks noGrp="1"/>
          </p:cNvSpPr>
          <p:nvPr>
            <p:ph type="subTitle" idx="3"/>
          </p:nvPr>
        </p:nvSpPr>
        <p:spPr>
          <a:xfrm>
            <a:off x="1326725" y="2306550"/>
            <a:ext cx="3895800" cy="311400"/>
          </a:xfrm>
          <a:prstGeom prst="rect">
            <a:avLst/>
          </a:prstGeom>
        </p:spPr>
        <p:txBody>
          <a:bodyPr spcFirstLastPara="1" wrap="square" lIns="0" tIns="0" rIns="0" bIns="0" anchor="t" anchorCtr="0">
            <a:normAutofit/>
          </a:bodyPr>
          <a:lstStyle>
            <a:lvl1pPr lvl="0" rtl="0">
              <a:lnSpc>
                <a:spcPct val="100000"/>
              </a:lnSpc>
              <a:spcBef>
                <a:spcPts val="0"/>
              </a:spcBef>
              <a:spcAft>
                <a:spcPts val="0"/>
              </a:spcAft>
              <a:buClr>
                <a:schemeClr val="dk1"/>
              </a:buClr>
              <a:buSzPts val="2000"/>
              <a:buFont typeface="IBM Plex Sans SemiBold"/>
              <a:buNone/>
              <a:defRPr sz="2000">
                <a:latin typeface="IBM Plex Sans SemiBold"/>
                <a:ea typeface="IBM Plex Sans SemiBold"/>
                <a:cs typeface="IBM Plex Sans SemiBold"/>
                <a:sym typeface="IBM Plex Sans SemiBold"/>
              </a:defRPr>
            </a:lvl1pPr>
            <a:lvl2pPr lvl="1" rtl="0">
              <a:lnSpc>
                <a:spcPct val="100000"/>
              </a:lnSpc>
              <a:spcBef>
                <a:spcPts val="0"/>
              </a:spcBef>
              <a:spcAft>
                <a:spcPts val="0"/>
              </a:spcAft>
              <a:buClr>
                <a:schemeClr val="dk1"/>
              </a:buClr>
              <a:buSzPts val="1400"/>
              <a:buFont typeface="IBM Plex Sans SemiBold"/>
              <a:buNone/>
              <a:defRPr>
                <a:latin typeface="IBM Plex Sans SemiBold"/>
                <a:ea typeface="IBM Plex Sans SemiBold"/>
                <a:cs typeface="IBM Plex Sans SemiBold"/>
                <a:sym typeface="IBM Plex Sans SemiBold"/>
              </a:defRPr>
            </a:lvl2pPr>
            <a:lvl3pPr lvl="2" rtl="0">
              <a:lnSpc>
                <a:spcPct val="100000"/>
              </a:lnSpc>
              <a:spcBef>
                <a:spcPts val="0"/>
              </a:spcBef>
              <a:spcAft>
                <a:spcPts val="0"/>
              </a:spcAft>
              <a:buClr>
                <a:schemeClr val="dk1"/>
              </a:buClr>
              <a:buSzPts val="1400"/>
              <a:buFont typeface="IBM Plex Sans SemiBold"/>
              <a:buNone/>
              <a:defRPr>
                <a:latin typeface="IBM Plex Sans SemiBold"/>
                <a:ea typeface="IBM Plex Sans SemiBold"/>
                <a:cs typeface="IBM Plex Sans SemiBold"/>
                <a:sym typeface="IBM Plex Sans SemiBold"/>
              </a:defRPr>
            </a:lvl3pPr>
            <a:lvl4pPr lvl="3" rtl="0">
              <a:lnSpc>
                <a:spcPct val="100000"/>
              </a:lnSpc>
              <a:spcBef>
                <a:spcPts val="0"/>
              </a:spcBef>
              <a:spcAft>
                <a:spcPts val="0"/>
              </a:spcAft>
              <a:buClr>
                <a:schemeClr val="dk1"/>
              </a:buClr>
              <a:buSzPts val="1400"/>
              <a:buFont typeface="IBM Plex Sans SemiBold"/>
              <a:buNone/>
              <a:defRPr>
                <a:latin typeface="IBM Plex Sans SemiBold"/>
                <a:ea typeface="IBM Plex Sans SemiBold"/>
                <a:cs typeface="IBM Plex Sans SemiBold"/>
                <a:sym typeface="IBM Plex Sans SemiBold"/>
              </a:defRPr>
            </a:lvl4pPr>
            <a:lvl5pPr lvl="4" rtl="0">
              <a:lnSpc>
                <a:spcPct val="100000"/>
              </a:lnSpc>
              <a:spcBef>
                <a:spcPts val="0"/>
              </a:spcBef>
              <a:spcAft>
                <a:spcPts val="0"/>
              </a:spcAft>
              <a:buSzPts val="1400"/>
              <a:buFont typeface="IBM Plex Sans SemiBold"/>
              <a:buNone/>
              <a:defRPr>
                <a:latin typeface="IBM Plex Sans SemiBold"/>
                <a:ea typeface="IBM Plex Sans SemiBold"/>
                <a:cs typeface="IBM Plex Sans SemiBold"/>
                <a:sym typeface="IBM Plex Sans SemiBold"/>
              </a:defRPr>
            </a:lvl5pPr>
            <a:lvl6pPr lvl="5" rtl="0">
              <a:lnSpc>
                <a:spcPct val="100000"/>
              </a:lnSpc>
              <a:spcBef>
                <a:spcPts val="0"/>
              </a:spcBef>
              <a:spcAft>
                <a:spcPts val="0"/>
              </a:spcAft>
              <a:buSzPts val="1400"/>
              <a:buFont typeface="IBM Plex Sans SemiBold"/>
              <a:buNone/>
              <a:defRPr>
                <a:latin typeface="IBM Plex Sans SemiBold"/>
                <a:ea typeface="IBM Plex Sans SemiBold"/>
                <a:cs typeface="IBM Plex Sans SemiBold"/>
                <a:sym typeface="IBM Plex Sans SemiBold"/>
              </a:defRPr>
            </a:lvl6pPr>
            <a:lvl7pPr lvl="6" rtl="0">
              <a:lnSpc>
                <a:spcPct val="100000"/>
              </a:lnSpc>
              <a:spcBef>
                <a:spcPts val="0"/>
              </a:spcBef>
              <a:spcAft>
                <a:spcPts val="0"/>
              </a:spcAft>
              <a:buSzPts val="1400"/>
              <a:buFont typeface="IBM Plex Sans SemiBold"/>
              <a:buNone/>
              <a:defRPr>
                <a:latin typeface="IBM Plex Sans SemiBold"/>
                <a:ea typeface="IBM Plex Sans SemiBold"/>
                <a:cs typeface="IBM Plex Sans SemiBold"/>
                <a:sym typeface="IBM Plex Sans SemiBold"/>
              </a:defRPr>
            </a:lvl7pPr>
            <a:lvl8pPr lvl="7" rtl="0">
              <a:lnSpc>
                <a:spcPct val="100000"/>
              </a:lnSpc>
              <a:spcBef>
                <a:spcPts val="0"/>
              </a:spcBef>
              <a:spcAft>
                <a:spcPts val="0"/>
              </a:spcAft>
              <a:buSzPts val="1400"/>
              <a:buFont typeface="IBM Plex Sans SemiBold"/>
              <a:buNone/>
              <a:defRPr>
                <a:latin typeface="IBM Plex Sans SemiBold"/>
                <a:ea typeface="IBM Plex Sans SemiBold"/>
                <a:cs typeface="IBM Plex Sans SemiBold"/>
                <a:sym typeface="IBM Plex Sans SemiBold"/>
              </a:defRPr>
            </a:lvl8pPr>
            <a:lvl9pPr lvl="8" rtl="0">
              <a:lnSpc>
                <a:spcPct val="100000"/>
              </a:lnSpc>
              <a:spcBef>
                <a:spcPts val="0"/>
              </a:spcBef>
              <a:spcAft>
                <a:spcPts val="0"/>
              </a:spcAft>
              <a:buSzPts val="1400"/>
              <a:buFont typeface="IBM Plex Sans SemiBold"/>
              <a:buNone/>
              <a:defRPr>
                <a:latin typeface="IBM Plex Sans SemiBold"/>
                <a:ea typeface="IBM Plex Sans SemiBold"/>
                <a:cs typeface="IBM Plex Sans SemiBold"/>
                <a:sym typeface="IBM Plex Sans SemiBold"/>
              </a:defRPr>
            </a:lvl9pPr>
          </a:lstStyle>
          <a:p>
            <a:endParaRPr/>
          </a:p>
        </p:txBody>
      </p:sp>
      <p:sp>
        <p:nvSpPr>
          <p:cNvPr id="333" name="Google Shape;333;p27"/>
          <p:cNvSpPr txBox="1">
            <a:spLocks noGrp="1"/>
          </p:cNvSpPr>
          <p:nvPr>
            <p:ph type="body" idx="4"/>
          </p:nvPr>
        </p:nvSpPr>
        <p:spPr>
          <a:xfrm>
            <a:off x="1344925" y="2693189"/>
            <a:ext cx="3897600" cy="627000"/>
          </a:xfrm>
          <a:prstGeom prst="rect">
            <a:avLst/>
          </a:prstGeom>
        </p:spPr>
        <p:txBody>
          <a:bodyPr spcFirstLastPara="1" wrap="square" lIns="0" tIns="0" rIns="0" bIns="0" anchor="t" anchorCtr="0">
            <a:normAutofit/>
          </a:bodyPr>
          <a:lstStyle>
            <a:lvl1pPr marL="457200" lvl="0" indent="-311150" rtl="0">
              <a:spcBef>
                <a:spcPts val="0"/>
              </a:spcBef>
              <a:spcAft>
                <a:spcPts val="0"/>
              </a:spcAft>
              <a:buSzPts val="1300"/>
              <a:buChar char="■"/>
              <a:defRPr sz="1300"/>
            </a:lvl1pPr>
            <a:lvl2pPr marL="914400" lvl="1" indent="-311150" rtl="0">
              <a:spcBef>
                <a:spcPts val="0"/>
              </a:spcBef>
              <a:spcAft>
                <a:spcPts val="0"/>
              </a:spcAft>
              <a:buSzPts val="1300"/>
              <a:buChar char="■"/>
              <a:defRPr sz="1300"/>
            </a:lvl2pPr>
            <a:lvl3pPr marL="1371600" lvl="2" indent="-311150" rtl="0">
              <a:spcBef>
                <a:spcPts val="0"/>
              </a:spcBef>
              <a:spcAft>
                <a:spcPts val="0"/>
              </a:spcAft>
              <a:buSzPts val="1300"/>
              <a:buChar char="■"/>
              <a:defRPr sz="1300"/>
            </a:lvl3pPr>
            <a:lvl4pPr marL="1828800" lvl="3" indent="-311150" rtl="0">
              <a:spcBef>
                <a:spcPts val="0"/>
              </a:spcBef>
              <a:spcAft>
                <a:spcPts val="0"/>
              </a:spcAft>
              <a:buSzPts val="1300"/>
              <a:buChar char="●"/>
              <a:defRPr sz="1300"/>
            </a:lvl4pPr>
            <a:lvl5pPr marL="2286000" lvl="4" indent="-311150" rtl="0">
              <a:spcBef>
                <a:spcPts val="0"/>
              </a:spcBef>
              <a:spcAft>
                <a:spcPts val="0"/>
              </a:spcAft>
              <a:buSzPts val="1300"/>
              <a:buChar char="○"/>
              <a:defRPr sz="1300"/>
            </a:lvl5pPr>
            <a:lvl6pPr marL="2743200" lvl="5" indent="-311150" rtl="0">
              <a:spcBef>
                <a:spcPts val="0"/>
              </a:spcBef>
              <a:spcAft>
                <a:spcPts val="0"/>
              </a:spcAft>
              <a:buSzPts val="1300"/>
              <a:buChar char="■"/>
              <a:defRPr sz="1300"/>
            </a:lvl6pPr>
            <a:lvl7pPr marL="3200400" lvl="6" indent="-311150" rtl="0">
              <a:spcBef>
                <a:spcPts val="0"/>
              </a:spcBef>
              <a:spcAft>
                <a:spcPts val="0"/>
              </a:spcAft>
              <a:buSzPts val="1300"/>
              <a:buChar char="●"/>
              <a:defRPr sz="1300"/>
            </a:lvl7pPr>
            <a:lvl8pPr marL="3657600" lvl="7" indent="-311150" rtl="0">
              <a:spcBef>
                <a:spcPts val="0"/>
              </a:spcBef>
              <a:spcAft>
                <a:spcPts val="0"/>
              </a:spcAft>
              <a:buSzPts val="1300"/>
              <a:buChar char="○"/>
              <a:defRPr sz="1300"/>
            </a:lvl8pPr>
            <a:lvl9pPr marL="4114800" lvl="8" indent="-311150" rtl="0">
              <a:spcBef>
                <a:spcPts val="0"/>
              </a:spcBef>
              <a:spcAft>
                <a:spcPts val="0"/>
              </a:spcAft>
              <a:buSzPts val="1300"/>
              <a:buChar char="■"/>
              <a:defRPr sz="1300"/>
            </a:lvl9pPr>
          </a:lstStyle>
          <a:p>
            <a:endParaRPr/>
          </a:p>
        </p:txBody>
      </p:sp>
      <p:sp>
        <p:nvSpPr>
          <p:cNvPr id="334" name="Google Shape;334;p27"/>
          <p:cNvSpPr txBox="1">
            <a:spLocks noGrp="1"/>
          </p:cNvSpPr>
          <p:nvPr>
            <p:ph type="subTitle" idx="5"/>
          </p:nvPr>
        </p:nvSpPr>
        <p:spPr>
          <a:xfrm>
            <a:off x="1326725" y="3509325"/>
            <a:ext cx="3895800" cy="311400"/>
          </a:xfrm>
          <a:prstGeom prst="rect">
            <a:avLst/>
          </a:prstGeom>
        </p:spPr>
        <p:txBody>
          <a:bodyPr spcFirstLastPara="1" wrap="square" lIns="0" tIns="0" rIns="0" bIns="0" anchor="t" anchorCtr="0">
            <a:normAutofit/>
          </a:bodyPr>
          <a:lstStyle>
            <a:lvl1pPr lvl="0" rtl="0">
              <a:lnSpc>
                <a:spcPct val="100000"/>
              </a:lnSpc>
              <a:spcBef>
                <a:spcPts val="0"/>
              </a:spcBef>
              <a:spcAft>
                <a:spcPts val="0"/>
              </a:spcAft>
              <a:buClr>
                <a:schemeClr val="dk1"/>
              </a:buClr>
              <a:buSzPts val="2000"/>
              <a:buFont typeface="IBM Plex Sans SemiBold"/>
              <a:buNone/>
              <a:defRPr sz="2000">
                <a:latin typeface="IBM Plex Sans SemiBold"/>
                <a:ea typeface="IBM Plex Sans SemiBold"/>
                <a:cs typeface="IBM Plex Sans SemiBold"/>
                <a:sym typeface="IBM Plex Sans SemiBold"/>
              </a:defRPr>
            </a:lvl1pPr>
            <a:lvl2pPr lvl="1" rtl="0">
              <a:lnSpc>
                <a:spcPct val="100000"/>
              </a:lnSpc>
              <a:spcBef>
                <a:spcPts val="0"/>
              </a:spcBef>
              <a:spcAft>
                <a:spcPts val="0"/>
              </a:spcAft>
              <a:buClr>
                <a:schemeClr val="dk1"/>
              </a:buClr>
              <a:buSzPts val="1400"/>
              <a:buFont typeface="IBM Plex Sans SemiBold"/>
              <a:buNone/>
              <a:defRPr>
                <a:latin typeface="IBM Plex Sans SemiBold"/>
                <a:ea typeface="IBM Plex Sans SemiBold"/>
                <a:cs typeface="IBM Plex Sans SemiBold"/>
                <a:sym typeface="IBM Plex Sans SemiBold"/>
              </a:defRPr>
            </a:lvl2pPr>
            <a:lvl3pPr lvl="2" rtl="0">
              <a:lnSpc>
                <a:spcPct val="100000"/>
              </a:lnSpc>
              <a:spcBef>
                <a:spcPts val="0"/>
              </a:spcBef>
              <a:spcAft>
                <a:spcPts val="0"/>
              </a:spcAft>
              <a:buClr>
                <a:schemeClr val="dk1"/>
              </a:buClr>
              <a:buSzPts val="1400"/>
              <a:buFont typeface="IBM Plex Sans SemiBold"/>
              <a:buNone/>
              <a:defRPr>
                <a:latin typeface="IBM Plex Sans SemiBold"/>
                <a:ea typeface="IBM Plex Sans SemiBold"/>
                <a:cs typeface="IBM Plex Sans SemiBold"/>
                <a:sym typeface="IBM Plex Sans SemiBold"/>
              </a:defRPr>
            </a:lvl3pPr>
            <a:lvl4pPr lvl="3" rtl="0">
              <a:lnSpc>
                <a:spcPct val="100000"/>
              </a:lnSpc>
              <a:spcBef>
                <a:spcPts val="0"/>
              </a:spcBef>
              <a:spcAft>
                <a:spcPts val="0"/>
              </a:spcAft>
              <a:buClr>
                <a:schemeClr val="dk1"/>
              </a:buClr>
              <a:buSzPts val="1400"/>
              <a:buFont typeface="IBM Plex Sans SemiBold"/>
              <a:buNone/>
              <a:defRPr>
                <a:latin typeface="IBM Plex Sans SemiBold"/>
                <a:ea typeface="IBM Plex Sans SemiBold"/>
                <a:cs typeface="IBM Plex Sans SemiBold"/>
                <a:sym typeface="IBM Plex Sans SemiBold"/>
              </a:defRPr>
            </a:lvl4pPr>
            <a:lvl5pPr lvl="4" rtl="0">
              <a:lnSpc>
                <a:spcPct val="100000"/>
              </a:lnSpc>
              <a:spcBef>
                <a:spcPts val="0"/>
              </a:spcBef>
              <a:spcAft>
                <a:spcPts val="0"/>
              </a:spcAft>
              <a:buSzPts val="1400"/>
              <a:buFont typeface="IBM Plex Sans SemiBold"/>
              <a:buNone/>
              <a:defRPr>
                <a:latin typeface="IBM Plex Sans SemiBold"/>
                <a:ea typeface="IBM Plex Sans SemiBold"/>
                <a:cs typeface="IBM Plex Sans SemiBold"/>
                <a:sym typeface="IBM Plex Sans SemiBold"/>
              </a:defRPr>
            </a:lvl5pPr>
            <a:lvl6pPr lvl="5" rtl="0">
              <a:lnSpc>
                <a:spcPct val="100000"/>
              </a:lnSpc>
              <a:spcBef>
                <a:spcPts val="0"/>
              </a:spcBef>
              <a:spcAft>
                <a:spcPts val="0"/>
              </a:spcAft>
              <a:buSzPts val="1400"/>
              <a:buFont typeface="IBM Plex Sans SemiBold"/>
              <a:buNone/>
              <a:defRPr>
                <a:latin typeface="IBM Plex Sans SemiBold"/>
                <a:ea typeface="IBM Plex Sans SemiBold"/>
                <a:cs typeface="IBM Plex Sans SemiBold"/>
                <a:sym typeface="IBM Plex Sans SemiBold"/>
              </a:defRPr>
            </a:lvl6pPr>
            <a:lvl7pPr lvl="6" rtl="0">
              <a:lnSpc>
                <a:spcPct val="100000"/>
              </a:lnSpc>
              <a:spcBef>
                <a:spcPts val="0"/>
              </a:spcBef>
              <a:spcAft>
                <a:spcPts val="0"/>
              </a:spcAft>
              <a:buSzPts val="1400"/>
              <a:buFont typeface="IBM Plex Sans SemiBold"/>
              <a:buNone/>
              <a:defRPr>
                <a:latin typeface="IBM Plex Sans SemiBold"/>
                <a:ea typeface="IBM Plex Sans SemiBold"/>
                <a:cs typeface="IBM Plex Sans SemiBold"/>
                <a:sym typeface="IBM Plex Sans SemiBold"/>
              </a:defRPr>
            </a:lvl7pPr>
            <a:lvl8pPr lvl="7" rtl="0">
              <a:lnSpc>
                <a:spcPct val="100000"/>
              </a:lnSpc>
              <a:spcBef>
                <a:spcPts val="0"/>
              </a:spcBef>
              <a:spcAft>
                <a:spcPts val="0"/>
              </a:spcAft>
              <a:buSzPts val="1400"/>
              <a:buFont typeface="IBM Plex Sans SemiBold"/>
              <a:buNone/>
              <a:defRPr>
                <a:latin typeface="IBM Plex Sans SemiBold"/>
                <a:ea typeface="IBM Plex Sans SemiBold"/>
                <a:cs typeface="IBM Plex Sans SemiBold"/>
                <a:sym typeface="IBM Plex Sans SemiBold"/>
              </a:defRPr>
            </a:lvl8pPr>
            <a:lvl9pPr lvl="8" rtl="0">
              <a:lnSpc>
                <a:spcPct val="100000"/>
              </a:lnSpc>
              <a:spcBef>
                <a:spcPts val="0"/>
              </a:spcBef>
              <a:spcAft>
                <a:spcPts val="0"/>
              </a:spcAft>
              <a:buSzPts val="1400"/>
              <a:buFont typeface="IBM Plex Sans SemiBold"/>
              <a:buNone/>
              <a:defRPr>
                <a:latin typeface="IBM Plex Sans SemiBold"/>
                <a:ea typeface="IBM Plex Sans SemiBold"/>
                <a:cs typeface="IBM Plex Sans SemiBold"/>
                <a:sym typeface="IBM Plex Sans SemiBold"/>
              </a:defRPr>
            </a:lvl9pPr>
          </a:lstStyle>
          <a:p>
            <a:endParaRPr/>
          </a:p>
        </p:txBody>
      </p:sp>
      <p:sp>
        <p:nvSpPr>
          <p:cNvPr id="335" name="Google Shape;335;p27"/>
          <p:cNvSpPr txBox="1">
            <a:spLocks noGrp="1"/>
          </p:cNvSpPr>
          <p:nvPr>
            <p:ph type="body" idx="6"/>
          </p:nvPr>
        </p:nvSpPr>
        <p:spPr>
          <a:xfrm>
            <a:off x="1344925" y="3895964"/>
            <a:ext cx="3897600" cy="627000"/>
          </a:xfrm>
          <a:prstGeom prst="rect">
            <a:avLst/>
          </a:prstGeom>
        </p:spPr>
        <p:txBody>
          <a:bodyPr spcFirstLastPara="1" wrap="square" lIns="0" tIns="0" rIns="0" bIns="0" anchor="t" anchorCtr="0">
            <a:normAutofit/>
          </a:bodyPr>
          <a:lstStyle>
            <a:lvl1pPr marL="457200" lvl="0" indent="-311150" rtl="0">
              <a:spcBef>
                <a:spcPts val="0"/>
              </a:spcBef>
              <a:spcAft>
                <a:spcPts val="0"/>
              </a:spcAft>
              <a:buSzPts val="1300"/>
              <a:buChar char="■"/>
              <a:defRPr sz="1300"/>
            </a:lvl1pPr>
            <a:lvl2pPr marL="914400" lvl="1" indent="-311150" rtl="0">
              <a:spcBef>
                <a:spcPts val="0"/>
              </a:spcBef>
              <a:spcAft>
                <a:spcPts val="0"/>
              </a:spcAft>
              <a:buSzPts val="1300"/>
              <a:buChar char="■"/>
              <a:defRPr sz="1300"/>
            </a:lvl2pPr>
            <a:lvl3pPr marL="1371600" lvl="2" indent="-311150" rtl="0">
              <a:spcBef>
                <a:spcPts val="0"/>
              </a:spcBef>
              <a:spcAft>
                <a:spcPts val="0"/>
              </a:spcAft>
              <a:buSzPts val="1300"/>
              <a:buChar char="■"/>
              <a:defRPr sz="1300"/>
            </a:lvl3pPr>
            <a:lvl4pPr marL="1828800" lvl="3" indent="-311150" rtl="0">
              <a:spcBef>
                <a:spcPts val="0"/>
              </a:spcBef>
              <a:spcAft>
                <a:spcPts val="0"/>
              </a:spcAft>
              <a:buSzPts val="1300"/>
              <a:buChar char="●"/>
              <a:defRPr sz="1300"/>
            </a:lvl4pPr>
            <a:lvl5pPr marL="2286000" lvl="4" indent="-311150" rtl="0">
              <a:spcBef>
                <a:spcPts val="0"/>
              </a:spcBef>
              <a:spcAft>
                <a:spcPts val="0"/>
              </a:spcAft>
              <a:buSzPts val="1300"/>
              <a:buChar char="○"/>
              <a:defRPr sz="1300"/>
            </a:lvl5pPr>
            <a:lvl6pPr marL="2743200" lvl="5" indent="-311150" rtl="0">
              <a:spcBef>
                <a:spcPts val="0"/>
              </a:spcBef>
              <a:spcAft>
                <a:spcPts val="0"/>
              </a:spcAft>
              <a:buSzPts val="1300"/>
              <a:buChar char="■"/>
              <a:defRPr sz="1300"/>
            </a:lvl6pPr>
            <a:lvl7pPr marL="3200400" lvl="6" indent="-311150" rtl="0">
              <a:spcBef>
                <a:spcPts val="0"/>
              </a:spcBef>
              <a:spcAft>
                <a:spcPts val="0"/>
              </a:spcAft>
              <a:buSzPts val="1300"/>
              <a:buChar char="●"/>
              <a:defRPr sz="1300"/>
            </a:lvl7pPr>
            <a:lvl8pPr marL="3657600" lvl="7" indent="-311150" rtl="0">
              <a:spcBef>
                <a:spcPts val="0"/>
              </a:spcBef>
              <a:spcAft>
                <a:spcPts val="0"/>
              </a:spcAft>
              <a:buSzPts val="1300"/>
              <a:buChar char="○"/>
              <a:defRPr sz="1300"/>
            </a:lvl8pPr>
            <a:lvl9pPr marL="4114800" lvl="8" indent="-311150" rtl="0">
              <a:spcBef>
                <a:spcPts val="0"/>
              </a:spcBef>
              <a:spcAft>
                <a:spcPts val="0"/>
              </a:spcAft>
              <a:buSzPts val="1300"/>
              <a:buChar char="■"/>
              <a:defRPr sz="1300"/>
            </a:lvl9pPr>
          </a:lstStyle>
          <a:p>
            <a:endParaRPr/>
          </a:p>
        </p:txBody>
      </p:sp>
      <p:pic>
        <p:nvPicPr>
          <p:cNvPr id="336" name="Google Shape;336;p27"/>
          <p:cNvPicPr preferRelativeResize="0"/>
          <p:nvPr/>
        </p:nvPicPr>
        <p:blipFill>
          <a:blip r:embed="rId2">
            <a:alphaModFix/>
          </a:blip>
          <a:stretch>
            <a:fillRect/>
          </a:stretch>
        </p:blipFill>
        <p:spPr>
          <a:xfrm>
            <a:off x="8565901" y="154374"/>
            <a:ext cx="424850" cy="428253"/>
          </a:xfrm>
          <a:prstGeom prst="rect">
            <a:avLst/>
          </a:prstGeom>
          <a:noFill/>
          <a:ln>
            <a:noFill/>
          </a:ln>
        </p:spPr>
      </p:pic>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4 Topics - 1">
  <p:cSld name="TITLE_ONLY_5">
    <p:spTree>
      <p:nvGrpSpPr>
        <p:cNvPr id="1" name="Shape 337"/>
        <p:cNvGrpSpPr/>
        <p:nvPr/>
      </p:nvGrpSpPr>
      <p:grpSpPr>
        <a:xfrm>
          <a:off x="0" y="0"/>
          <a:ext cx="0" cy="0"/>
          <a:chOff x="0" y="0"/>
          <a:chExt cx="0" cy="0"/>
        </a:xfrm>
      </p:grpSpPr>
      <p:sp>
        <p:nvSpPr>
          <p:cNvPr id="338" name="Google Shape;338;p28"/>
          <p:cNvSpPr/>
          <p:nvPr/>
        </p:nvSpPr>
        <p:spPr>
          <a:xfrm rot="-5400000">
            <a:off x="3023125" y="-1399625"/>
            <a:ext cx="3641400" cy="8762100"/>
          </a:xfrm>
          <a:prstGeom prst="round2SameRect">
            <a:avLst>
              <a:gd name="adj1" fmla="val 14166"/>
              <a:gd name="adj2" fmla="val 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 name="Google Shape;339;p28"/>
          <p:cNvSpPr txBox="1">
            <a:spLocks noGrp="1"/>
          </p:cNvSpPr>
          <p:nvPr>
            <p:ph type="title"/>
          </p:nvPr>
        </p:nvSpPr>
        <p:spPr>
          <a:xfrm>
            <a:off x="457200" y="114300"/>
            <a:ext cx="8229600" cy="903300"/>
          </a:xfrm>
          <a:prstGeom prst="rect">
            <a:avLst/>
          </a:prstGeom>
        </p:spPr>
        <p:txBody>
          <a:bodyPr spcFirstLastPara="1" wrap="square" lIns="0" tIns="0" rIns="0" bIns="0" anchor="t" anchorCtr="0">
            <a:normAutofit/>
          </a:bodyPr>
          <a:lstStyle>
            <a:lvl1pPr lvl="0" rtl="0">
              <a:spcBef>
                <a:spcPts val="0"/>
              </a:spcBef>
              <a:spcAft>
                <a:spcPts val="0"/>
              </a:spcAft>
              <a:buSzPts val="34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340" name="Google Shape;340;p28"/>
          <p:cNvSpPr>
            <a:spLocks noGrp="1"/>
          </p:cNvSpPr>
          <p:nvPr>
            <p:ph type="pic" idx="2"/>
          </p:nvPr>
        </p:nvSpPr>
        <p:spPr>
          <a:xfrm>
            <a:off x="956075" y="1560488"/>
            <a:ext cx="903300" cy="903300"/>
          </a:xfrm>
          <a:prstGeom prst="roundRect">
            <a:avLst>
              <a:gd name="adj" fmla="val 16667"/>
            </a:avLst>
          </a:prstGeom>
          <a:noFill/>
          <a:ln>
            <a:noFill/>
          </a:ln>
        </p:spPr>
      </p:sp>
      <p:sp>
        <p:nvSpPr>
          <p:cNvPr id="341" name="Google Shape;341;p28"/>
          <p:cNvSpPr>
            <a:spLocks noGrp="1"/>
          </p:cNvSpPr>
          <p:nvPr>
            <p:ph type="pic" idx="3"/>
          </p:nvPr>
        </p:nvSpPr>
        <p:spPr>
          <a:xfrm>
            <a:off x="956075" y="3091125"/>
            <a:ext cx="903300" cy="903300"/>
          </a:xfrm>
          <a:prstGeom prst="roundRect">
            <a:avLst>
              <a:gd name="adj" fmla="val 16667"/>
            </a:avLst>
          </a:prstGeom>
          <a:noFill/>
          <a:ln>
            <a:noFill/>
          </a:ln>
        </p:spPr>
      </p:sp>
      <p:sp>
        <p:nvSpPr>
          <p:cNvPr id="342" name="Google Shape;342;p28"/>
          <p:cNvSpPr>
            <a:spLocks noGrp="1"/>
          </p:cNvSpPr>
          <p:nvPr>
            <p:ph type="pic" idx="4"/>
          </p:nvPr>
        </p:nvSpPr>
        <p:spPr>
          <a:xfrm>
            <a:off x="4654925" y="1560500"/>
            <a:ext cx="903300" cy="903300"/>
          </a:xfrm>
          <a:prstGeom prst="roundRect">
            <a:avLst>
              <a:gd name="adj" fmla="val 16667"/>
            </a:avLst>
          </a:prstGeom>
          <a:noFill/>
          <a:ln>
            <a:noFill/>
          </a:ln>
        </p:spPr>
      </p:sp>
      <p:sp>
        <p:nvSpPr>
          <p:cNvPr id="343" name="Google Shape;343;p28"/>
          <p:cNvSpPr>
            <a:spLocks noGrp="1"/>
          </p:cNvSpPr>
          <p:nvPr>
            <p:ph type="pic" idx="5"/>
          </p:nvPr>
        </p:nvSpPr>
        <p:spPr>
          <a:xfrm>
            <a:off x="4654925" y="3091125"/>
            <a:ext cx="903300" cy="903300"/>
          </a:xfrm>
          <a:prstGeom prst="roundRect">
            <a:avLst>
              <a:gd name="adj" fmla="val 16667"/>
            </a:avLst>
          </a:prstGeom>
          <a:noFill/>
          <a:ln>
            <a:noFill/>
          </a:ln>
        </p:spPr>
      </p:sp>
      <p:sp>
        <p:nvSpPr>
          <p:cNvPr id="344" name="Google Shape;344;p28"/>
          <p:cNvSpPr txBox="1">
            <a:spLocks noGrp="1"/>
          </p:cNvSpPr>
          <p:nvPr>
            <p:ph type="subTitle" idx="1"/>
          </p:nvPr>
        </p:nvSpPr>
        <p:spPr>
          <a:xfrm>
            <a:off x="2011775" y="1569988"/>
            <a:ext cx="2466600" cy="311400"/>
          </a:xfrm>
          <a:prstGeom prst="rect">
            <a:avLst/>
          </a:prstGeom>
        </p:spPr>
        <p:txBody>
          <a:bodyPr spcFirstLastPara="1" wrap="square" lIns="0" tIns="0" rIns="0" bIns="0" anchor="t" anchorCtr="0">
            <a:normAutofit/>
          </a:bodyPr>
          <a:lstStyle>
            <a:lvl1pPr lvl="0">
              <a:lnSpc>
                <a:spcPct val="100000"/>
              </a:lnSpc>
              <a:spcBef>
                <a:spcPts val="0"/>
              </a:spcBef>
              <a:spcAft>
                <a:spcPts val="0"/>
              </a:spcAft>
              <a:buClr>
                <a:schemeClr val="lt2"/>
              </a:buClr>
              <a:buSzPts val="1600"/>
              <a:buFont typeface="IBM Plex Sans Medium"/>
              <a:buNone/>
              <a:defRPr>
                <a:solidFill>
                  <a:schemeClr val="lt2"/>
                </a:solidFill>
                <a:latin typeface="IBM Plex Sans Medium"/>
                <a:ea typeface="IBM Plex Sans Medium"/>
                <a:cs typeface="IBM Plex Sans Medium"/>
                <a:sym typeface="IBM Plex Sans Medium"/>
              </a:defRPr>
            </a:lvl1pPr>
            <a:lvl2pPr lvl="1">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2pPr>
            <a:lvl3pPr lvl="2">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3pPr>
            <a:lvl4pPr lvl="3">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4pPr>
            <a:lvl5pPr lvl="4">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5pPr>
            <a:lvl6pPr lvl="5">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6pPr>
            <a:lvl7pPr lvl="6">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7pPr>
            <a:lvl8pPr lvl="7">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8pPr>
            <a:lvl9pPr lvl="8">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9pPr>
          </a:lstStyle>
          <a:p>
            <a:endParaRPr/>
          </a:p>
        </p:txBody>
      </p:sp>
      <p:sp>
        <p:nvSpPr>
          <p:cNvPr id="345" name="Google Shape;345;p28"/>
          <p:cNvSpPr txBox="1">
            <a:spLocks noGrp="1"/>
          </p:cNvSpPr>
          <p:nvPr>
            <p:ph type="body" idx="6"/>
          </p:nvPr>
        </p:nvSpPr>
        <p:spPr>
          <a:xfrm>
            <a:off x="2023300" y="1973113"/>
            <a:ext cx="2467800" cy="903300"/>
          </a:xfrm>
          <a:prstGeom prst="rect">
            <a:avLst/>
          </a:prstGeom>
        </p:spPr>
        <p:txBody>
          <a:bodyPr spcFirstLastPara="1" wrap="square" lIns="0" tIns="0" rIns="0" bIns="0" anchor="t" anchorCtr="0">
            <a:normAutofit/>
          </a:bodyPr>
          <a:lstStyle>
            <a:lvl1pPr marL="457200" lvl="0" indent="-317500">
              <a:spcBef>
                <a:spcPts val="0"/>
              </a:spcBef>
              <a:spcAft>
                <a:spcPts val="0"/>
              </a:spcAft>
              <a:buClr>
                <a:schemeClr val="lt1"/>
              </a:buClr>
              <a:buSzPts val="1400"/>
              <a:buChar char="■"/>
              <a:defRPr sz="1400">
                <a:solidFill>
                  <a:schemeClr val="lt1"/>
                </a:solidFill>
              </a:defRPr>
            </a:lvl1pPr>
            <a:lvl2pPr marL="914400" lvl="1" indent="-317500">
              <a:spcBef>
                <a:spcPts val="0"/>
              </a:spcBef>
              <a:spcAft>
                <a:spcPts val="0"/>
              </a:spcAft>
              <a:buClr>
                <a:schemeClr val="lt1"/>
              </a:buClr>
              <a:buSzPts val="1400"/>
              <a:buChar char="■"/>
              <a:defRPr>
                <a:solidFill>
                  <a:schemeClr val="lt1"/>
                </a:solidFill>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346" name="Google Shape;346;p28"/>
          <p:cNvSpPr txBox="1">
            <a:spLocks noGrp="1"/>
          </p:cNvSpPr>
          <p:nvPr>
            <p:ph type="subTitle" idx="7"/>
          </p:nvPr>
        </p:nvSpPr>
        <p:spPr>
          <a:xfrm>
            <a:off x="2011775" y="3091138"/>
            <a:ext cx="2466600" cy="311400"/>
          </a:xfrm>
          <a:prstGeom prst="rect">
            <a:avLst/>
          </a:prstGeom>
        </p:spPr>
        <p:txBody>
          <a:bodyPr spcFirstLastPara="1" wrap="square" lIns="0" tIns="0" rIns="0" bIns="0" anchor="t" anchorCtr="0">
            <a:normAutofit/>
          </a:bodyPr>
          <a:lstStyle>
            <a:lvl1pPr lvl="0" rtl="0">
              <a:lnSpc>
                <a:spcPct val="100000"/>
              </a:lnSpc>
              <a:spcBef>
                <a:spcPts val="0"/>
              </a:spcBef>
              <a:spcAft>
                <a:spcPts val="0"/>
              </a:spcAft>
              <a:buClr>
                <a:schemeClr val="lt2"/>
              </a:buClr>
              <a:buSzPts val="1600"/>
              <a:buFont typeface="IBM Plex Sans Medium"/>
              <a:buNone/>
              <a:defRPr>
                <a:solidFill>
                  <a:schemeClr val="lt2"/>
                </a:solidFill>
                <a:latin typeface="IBM Plex Sans Medium"/>
                <a:ea typeface="IBM Plex Sans Medium"/>
                <a:cs typeface="IBM Plex Sans Medium"/>
                <a:sym typeface="IBM Plex Sans Medium"/>
              </a:defRPr>
            </a:lvl1pPr>
            <a:lvl2pPr lvl="1" rtl="0">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2pPr>
            <a:lvl3pPr lvl="2" rtl="0">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3pPr>
            <a:lvl4pPr lvl="3" rtl="0">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4pPr>
            <a:lvl5pPr lvl="4" rtl="0">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5pPr>
            <a:lvl6pPr lvl="5" rtl="0">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6pPr>
            <a:lvl7pPr lvl="6" rtl="0">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7pPr>
            <a:lvl8pPr lvl="7" rtl="0">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8pPr>
            <a:lvl9pPr lvl="8" rtl="0">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9pPr>
          </a:lstStyle>
          <a:p>
            <a:endParaRPr/>
          </a:p>
        </p:txBody>
      </p:sp>
      <p:sp>
        <p:nvSpPr>
          <p:cNvPr id="347" name="Google Shape;347;p28"/>
          <p:cNvSpPr txBox="1">
            <a:spLocks noGrp="1"/>
          </p:cNvSpPr>
          <p:nvPr>
            <p:ph type="body" idx="8"/>
          </p:nvPr>
        </p:nvSpPr>
        <p:spPr>
          <a:xfrm>
            <a:off x="2023300" y="3494263"/>
            <a:ext cx="2467800" cy="903300"/>
          </a:xfrm>
          <a:prstGeom prst="rect">
            <a:avLst/>
          </a:prstGeom>
        </p:spPr>
        <p:txBody>
          <a:bodyPr spcFirstLastPara="1" wrap="square" lIns="0" tIns="0" rIns="0" bIns="0" anchor="t" anchorCtr="0">
            <a:normAutofit/>
          </a:bodyPr>
          <a:lstStyle>
            <a:lvl1pPr marL="457200" lvl="0" indent="-317500" rtl="0">
              <a:spcBef>
                <a:spcPts val="0"/>
              </a:spcBef>
              <a:spcAft>
                <a:spcPts val="0"/>
              </a:spcAft>
              <a:buClr>
                <a:schemeClr val="lt1"/>
              </a:buClr>
              <a:buSzPts val="1400"/>
              <a:buChar char="■"/>
              <a:defRPr sz="1400">
                <a:solidFill>
                  <a:schemeClr val="lt1"/>
                </a:solidFill>
              </a:defRPr>
            </a:lvl1pPr>
            <a:lvl2pPr marL="914400" lvl="1" indent="-317500" rtl="0">
              <a:spcBef>
                <a:spcPts val="0"/>
              </a:spcBef>
              <a:spcAft>
                <a:spcPts val="0"/>
              </a:spcAft>
              <a:buClr>
                <a:schemeClr val="lt1"/>
              </a:buClr>
              <a:buSzPts val="1400"/>
              <a:buChar char="■"/>
              <a:defRPr>
                <a:solidFill>
                  <a:schemeClr val="lt1"/>
                </a:solidFill>
              </a:defRPr>
            </a:lvl2pPr>
            <a:lvl3pPr marL="1371600" lvl="2" indent="-317500" rtl="0">
              <a:spcBef>
                <a:spcPts val="0"/>
              </a:spcBef>
              <a:spcAft>
                <a:spcPts val="0"/>
              </a:spcAft>
              <a:buSzPts val="1400"/>
              <a:buChar char="■"/>
              <a:defRPr/>
            </a:lvl3pPr>
            <a:lvl4pPr marL="1828800" lvl="3" indent="-317500" rtl="0">
              <a:spcBef>
                <a:spcPts val="0"/>
              </a:spcBef>
              <a:spcAft>
                <a:spcPts val="0"/>
              </a:spcAft>
              <a:buSzPts val="1400"/>
              <a:buChar char="●"/>
              <a:defRPr/>
            </a:lvl4pPr>
            <a:lvl5pPr marL="2286000" lvl="4" indent="-317500" rtl="0">
              <a:spcBef>
                <a:spcPts val="0"/>
              </a:spcBef>
              <a:spcAft>
                <a:spcPts val="0"/>
              </a:spcAft>
              <a:buSzPts val="1400"/>
              <a:buChar char="○"/>
              <a:defRPr/>
            </a:lvl5pPr>
            <a:lvl6pPr marL="2743200" lvl="5" indent="-317500" rtl="0">
              <a:spcBef>
                <a:spcPts val="0"/>
              </a:spcBef>
              <a:spcAft>
                <a:spcPts val="0"/>
              </a:spcAft>
              <a:buSzPts val="1400"/>
              <a:buChar char="■"/>
              <a:defRPr/>
            </a:lvl6pPr>
            <a:lvl7pPr marL="3200400" lvl="6" indent="-317500" rtl="0">
              <a:spcBef>
                <a:spcPts val="0"/>
              </a:spcBef>
              <a:spcAft>
                <a:spcPts val="0"/>
              </a:spcAft>
              <a:buSzPts val="1400"/>
              <a:buChar char="●"/>
              <a:defRPr/>
            </a:lvl7pPr>
            <a:lvl8pPr marL="3657600" lvl="7" indent="-317500" rtl="0">
              <a:spcBef>
                <a:spcPts val="0"/>
              </a:spcBef>
              <a:spcAft>
                <a:spcPts val="0"/>
              </a:spcAft>
              <a:buSzPts val="1400"/>
              <a:buChar char="○"/>
              <a:defRPr/>
            </a:lvl8pPr>
            <a:lvl9pPr marL="4114800" lvl="8" indent="-317500" rtl="0">
              <a:spcBef>
                <a:spcPts val="0"/>
              </a:spcBef>
              <a:spcAft>
                <a:spcPts val="0"/>
              </a:spcAft>
              <a:buSzPts val="1400"/>
              <a:buChar char="■"/>
              <a:defRPr/>
            </a:lvl9pPr>
          </a:lstStyle>
          <a:p>
            <a:endParaRPr/>
          </a:p>
        </p:txBody>
      </p:sp>
      <p:sp>
        <p:nvSpPr>
          <p:cNvPr id="348" name="Google Shape;348;p28"/>
          <p:cNvSpPr txBox="1">
            <a:spLocks noGrp="1"/>
          </p:cNvSpPr>
          <p:nvPr>
            <p:ph type="subTitle" idx="9"/>
          </p:nvPr>
        </p:nvSpPr>
        <p:spPr>
          <a:xfrm>
            <a:off x="5722050" y="1569988"/>
            <a:ext cx="2466600" cy="311400"/>
          </a:xfrm>
          <a:prstGeom prst="rect">
            <a:avLst/>
          </a:prstGeom>
        </p:spPr>
        <p:txBody>
          <a:bodyPr spcFirstLastPara="1" wrap="square" lIns="0" tIns="0" rIns="0" bIns="0" anchor="t" anchorCtr="0">
            <a:normAutofit/>
          </a:bodyPr>
          <a:lstStyle>
            <a:lvl1pPr lvl="0" rtl="0">
              <a:lnSpc>
                <a:spcPct val="100000"/>
              </a:lnSpc>
              <a:spcBef>
                <a:spcPts val="0"/>
              </a:spcBef>
              <a:spcAft>
                <a:spcPts val="0"/>
              </a:spcAft>
              <a:buClr>
                <a:schemeClr val="lt2"/>
              </a:buClr>
              <a:buSzPts val="1600"/>
              <a:buFont typeface="IBM Plex Sans Medium"/>
              <a:buNone/>
              <a:defRPr>
                <a:solidFill>
                  <a:schemeClr val="lt2"/>
                </a:solidFill>
                <a:latin typeface="IBM Plex Sans Medium"/>
                <a:ea typeface="IBM Plex Sans Medium"/>
                <a:cs typeface="IBM Plex Sans Medium"/>
                <a:sym typeface="IBM Plex Sans Medium"/>
              </a:defRPr>
            </a:lvl1pPr>
            <a:lvl2pPr lvl="1" rtl="0">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2pPr>
            <a:lvl3pPr lvl="2" rtl="0">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3pPr>
            <a:lvl4pPr lvl="3" rtl="0">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4pPr>
            <a:lvl5pPr lvl="4" rtl="0">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5pPr>
            <a:lvl6pPr lvl="5" rtl="0">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6pPr>
            <a:lvl7pPr lvl="6" rtl="0">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7pPr>
            <a:lvl8pPr lvl="7" rtl="0">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8pPr>
            <a:lvl9pPr lvl="8" rtl="0">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9pPr>
          </a:lstStyle>
          <a:p>
            <a:endParaRPr/>
          </a:p>
        </p:txBody>
      </p:sp>
      <p:sp>
        <p:nvSpPr>
          <p:cNvPr id="349" name="Google Shape;349;p28"/>
          <p:cNvSpPr txBox="1">
            <a:spLocks noGrp="1"/>
          </p:cNvSpPr>
          <p:nvPr>
            <p:ph type="body" idx="13"/>
          </p:nvPr>
        </p:nvSpPr>
        <p:spPr>
          <a:xfrm>
            <a:off x="5733575" y="1973113"/>
            <a:ext cx="2467800" cy="903300"/>
          </a:xfrm>
          <a:prstGeom prst="rect">
            <a:avLst/>
          </a:prstGeom>
        </p:spPr>
        <p:txBody>
          <a:bodyPr spcFirstLastPara="1" wrap="square" lIns="0" tIns="0" rIns="0" bIns="0" anchor="t" anchorCtr="0">
            <a:normAutofit/>
          </a:bodyPr>
          <a:lstStyle>
            <a:lvl1pPr marL="457200" lvl="0" indent="-317500" rtl="0">
              <a:spcBef>
                <a:spcPts val="0"/>
              </a:spcBef>
              <a:spcAft>
                <a:spcPts val="0"/>
              </a:spcAft>
              <a:buClr>
                <a:schemeClr val="lt1"/>
              </a:buClr>
              <a:buSzPts val="1400"/>
              <a:buChar char="■"/>
              <a:defRPr sz="1400">
                <a:solidFill>
                  <a:schemeClr val="lt1"/>
                </a:solidFill>
              </a:defRPr>
            </a:lvl1pPr>
            <a:lvl2pPr marL="914400" lvl="1" indent="-317500" rtl="0">
              <a:spcBef>
                <a:spcPts val="0"/>
              </a:spcBef>
              <a:spcAft>
                <a:spcPts val="0"/>
              </a:spcAft>
              <a:buClr>
                <a:schemeClr val="lt1"/>
              </a:buClr>
              <a:buSzPts val="1400"/>
              <a:buChar char="■"/>
              <a:defRPr>
                <a:solidFill>
                  <a:schemeClr val="lt1"/>
                </a:solidFill>
              </a:defRPr>
            </a:lvl2pPr>
            <a:lvl3pPr marL="1371600" lvl="2" indent="-317500" rtl="0">
              <a:spcBef>
                <a:spcPts val="0"/>
              </a:spcBef>
              <a:spcAft>
                <a:spcPts val="0"/>
              </a:spcAft>
              <a:buSzPts val="1400"/>
              <a:buChar char="■"/>
              <a:defRPr/>
            </a:lvl3pPr>
            <a:lvl4pPr marL="1828800" lvl="3" indent="-317500" rtl="0">
              <a:spcBef>
                <a:spcPts val="0"/>
              </a:spcBef>
              <a:spcAft>
                <a:spcPts val="0"/>
              </a:spcAft>
              <a:buSzPts val="1400"/>
              <a:buChar char="●"/>
              <a:defRPr/>
            </a:lvl4pPr>
            <a:lvl5pPr marL="2286000" lvl="4" indent="-317500" rtl="0">
              <a:spcBef>
                <a:spcPts val="0"/>
              </a:spcBef>
              <a:spcAft>
                <a:spcPts val="0"/>
              </a:spcAft>
              <a:buSzPts val="1400"/>
              <a:buChar char="○"/>
              <a:defRPr/>
            </a:lvl5pPr>
            <a:lvl6pPr marL="2743200" lvl="5" indent="-317500" rtl="0">
              <a:spcBef>
                <a:spcPts val="0"/>
              </a:spcBef>
              <a:spcAft>
                <a:spcPts val="0"/>
              </a:spcAft>
              <a:buSzPts val="1400"/>
              <a:buChar char="■"/>
              <a:defRPr/>
            </a:lvl6pPr>
            <a:lvl7pPr marL="3200400" lvl="6" indent="-317500" rtl="0">
              <a:spcBef>
                <a:spcPts val="0"/>
              </a:spcBef>
              <a:spcAft>
                <a:spcPts val="0"/>
              </a:spcAft>
              <a:buSzPts val="1400"/>
              <a:buChar char="●"/>
              <a:defRPr/>
            </a:lvl7pPr>
            <a:lvl8pPr marL="3657600" lvl="7" indent="-317500" rtl="0">
              <a:spcBef>
                <a:spcPts val="0"/>
              </a:spcBef>
              <a:spcAft>
                <a:spcPts val="0"/>
              </a:spcAft>
              <a:buSzPts val="1400"/>
              <a:buChar char="○"/>
              <a:defRPr/>
            </a:lvl8pPr>
            <a:lvl9pPr marL="4114800" lvl="8" indent="-317500" rtl="0">
              <a:spcBef>
                <a:spcPts val="0"/>
              </a:spcBef>
              <a:spcAft>
                <a:spcPts val="0"/>
              </a:spcAft>
              <a:buSzPts val="1400"/>
              <a:buChar char="■"/>
              <a:defRPr/>
            </a:lvl9pPr>
          </a:lstStyle>
          <a:p>
            <a:endParaRPr/>
          </a:p>
        </p:txBody>
      </p:sp>
      <p:sp>
        <p:nvSpPr>
          <p:cNvPr id="350" name="Google Shape;350;p28"/>
          <p:cNvSpPr txBox="1">
            <a:spLocks noGrp="1"/>
          </p:cNvSpPr>
          <p:nvPr>
            <p:ph type="subTitle" idx="14"/>
          </p:nvPr>
        </p:nvSpPr>
        <p:spPr>
          <a:xfrm>
            <a:off x="5722050" y="3091138"/>
            <a:ext cx="2466600" cy="311400"/>
          </a:xfrm>
          <a:prstGeom prst="rect">
            <a:avLst/>
          </a:prstGeom>
        </p:spPr>
        <p:txBody>
          <a:bodyPr spcFirstLastPara="1" wrap="square" lIns="0" tIns="0" rIns="0" bIns="0" anchor="t" anchorCtr="0">
            <a:normAutofit/>
          </a:bodyPr>
          <a:lstStyle>
            <a:lvl1pPr lvl="0" rtl="0">
              <a:lnSpc>
                <a:spcPct val="100000"/>
              </a:lnSpc>
              <a:spcBef>
                <a:spcPts val="0"/>
              </a:spcBef>
              <a:spcAft>
                <a:spcPts val="0"/>
              </a:spcAft>
              <a:buClr>
                <a:schemeClr val="lt2"/>
              </a:buClr>
              <a:buSzPts val="1600"/>
              <a:buFont typeface="IBM Plex Sans Medium"/>
              <a:buNone/>
              <a:defRPr>
                <a:solidFill>
                  <a:schemeClr val="lt2"/>
                </a:solidFill>
                <a:latin typeface="IBM Plex Sans Medium"/>
                <a:ea typeface="IBM Plex Sans Medium"/>
                <a:cs typeface="IBM Plex Sans Medium"/>
                <a:sym typeface="IBM Plex Sans Medium"/>
              </a:defRPr>
            </a:lvl1pPr>
            <a:lvl2pPr lvl="1" rtl="0">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2pPr>
            <a:lvl3pPr lvl="2" rtl="0">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3pPr>
            <a:lvl4pPr lvl="3" rtl="0">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4pPr>
            <a:lvl5pPr lvl="4" rtl="0">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5pPr>
            <a:lvl6pPr lvl="5" rtl="0">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6pPr>
            <a:lvl7pPr lvl="6" rtl="0">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7pPr>
            <a:lvl8pPr lvl="7" rtl="0">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8pPr>
            <a:lvl9pPr lvl="8" rtl="0">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9pPr>
          </a:lstStyle>
          <a:p>
            <a:endParaRPr/>
          </a:p>
        </p:txBody>
      </p:sp>
      <p:sp>
        <p:nvSpPr>
          <p:cNvPr id="351" name="Google Shape;351;p28"/>
          <p:cNvSpPr txBox="1">
            <a:spLocks noGrp="1"/>
          </p:cNvSpPr>
          <p:nvPr>
            <p:ph type="body" idx="15"/>
          </p:nvPr>
        </p:nvSpPr>
        <p:spPr>
          <a:xfrm>
            <a:off x="5733575" y="3494263"/>
            <a:ext cx="2467800" cy="903300"/>
          </a:xfrm>
          <a:prstGeom prst="rect">
            <a:avLst/>
          </a:prstGeom>
        </p:spPr>
        <p:txBody>
          <a:bodyPr spcFirstLastPara="1" wrap="square" lIns="0" tIns="0" rIns="0" bIns="0" anchor="t" anchorCtr="0">
            <a:normAutofit/>
          </a:bodyPr>
          <a:lstStyle>
            <a:lvl1pPr marL="457200" lvl="0" indent="-317500" rtl="0">
              <a:spcBef>
                <a:spcPts val="0"/>
              </a:spcBef>
              <a:spcAft>
                <a:spcPts val="0"/>
              </a:spcAft>
              <a:buClr>
                <a:schemeClr val="lt1"/>
              </a:buClr>
              <a:buSzPts val="1400"/>
              <a:buChar char="■"/>
              <a:defRPr sz="1400">
                <a:solidFill>
                  <a:schemeClr val="lt1"/>
                </a:solidFill>
              </a:defRPr>
            </a:lvl1pPr>
            <a:lvl2pPr marL="914400" lvl="1" indent="-317500" rtl="0">
              <a:spcBef>
                <a:spcPts val="0"/>
              </a:spcBef>
              <a:spcAft>
                <a:spcPts val="0"/>
              </a:spcAft>
              <a:buClr>
                <a:schemeClr val="lt1"/>
              </a:buClr>
              <a:buSzPts val="1400"/>
              <a:buChar char="■"/>
              <a:defRPr>
                <a:solidFill>
                  <a:schemeClr val="lt1"/>
                </a:solidFill>
              </a:defRPr>
            </a:lvl2pPr>
            <a:lvl3pPr marL="1371600" lvl="2" indent="-317500" rtl="0">
              <a:spcBef>
                <a:spcPts val="0"/>
              </a:spcBef>
              <a:spcAft>
                <a:spcPts val="0"/>
              </a:spcAft>
              <a:buSzPts val="1400"/>
              <a:buChar char="■"/>
              <a:defRPr/>
            </a:lvl3pPr>
            <a:lvl4pPr marL="1828800" lvl="3" indent="-317500" rtl="0">
              <a:spcBef>
                <a:spcPts val="0"/>
              </a:spcBef>
              <a:spcAft>
                <a:spcPts val="0"/>
              </a:spcAft>
              <a:buSzPts val="1400"/>
              <a:buChar char="●"/>
              <a:defRPr/>
            </a:lvl4pPr>
            <a:lvl5pPr marL="2286000" lvl="4" indent="-317500" rtl="0">
              <a:spcBef>
                <a:spcPts val="0"/>
              </a:spcBef>
              <a:spcAft>
                <a:spcPts val="0"/>
              </a:spcAft>
              <a:buSzPts val="1400"/>
              <a:buChar char="○"/>
              <a:defRPr/>
            </a:lvl5pPr>
            <a:lvl6pPr marL="2743200" lvl="5" indent="-317500" rtl="0">
              <a:spcBef>
                <a:spcPts val="0"/>
              </a:spcBef>
              <a:spcAft>
                <a:spcPts val="0"/>
              </a:spcAft>
              <a:buSzPts val="1400"/>
              <a:buChar char="■"/>
              <a:defRPr/>
            </a:lvl6pPr>
            <a:lvl7pPr marL="3200400" lvl="6" indent="-317500" rtl="0">
              <a:spcBef>
                <a:spcPts val="0"/>
              </a:spcBef>
              <a:spcAft>
                <a:spcPts val="0"/>
              </a:spcAft>
              <a:buSzPts val="1400"/>
              <a:buChar char="●"/>
              <a:defRPr/>
            </a:lvl7pPr>
            <a:lvl8pPr marL="3657600" lvl="7" indent="-317500" rtl="0">
              <a:spcBef>
                <a:spcPts val="0"/>
              </a:spcBef>
              <a:spcAft>
                <a:spcPts val="0"/>
              </a:spcAft>
              <a:buSzPts val="1400"/>
              <a:buChar char="○"/>
              <a:defRPr/>
            </a:lvl8pPr>
            <a:lvl9pPr marL="4114800" lvl="8" indent="-317500" rtl="0">
              <a:spcBef>
                <a:spcPts val="0"/>
              </a:spcBef>
              <a:spcAft>
                <a:spcPts val="0"/>
              </a:spcAft>
              <a:buSzPts val="1400"/>
              <a:buChar char="■"/>
              <a:defRPr/>
            </a:lvl9pPr>
          </a:lstStyle>
          <a:p>
            <a:endParaRPr/>
          </a:p>
        </p:txBody>
      </p:sp>
      <p:pic>
        <p:nvPicPr>
          <p:cNvPr id="352" name="Google Shape;352;p28"/>
          <p:cNvPicPr preferRelativeResize="0"/>
          <p:nvPr/>
        </p:nvPicPr>
        <p:blipFill>
          <a:blip r:embed="rId2">
            <a:alphaModFix/>
          </a:blip>
          <a:stretch>
            <a:fillRect/>
          </a:stretch>
        </p:blipFill>
        <p:spPr>
          <a:xfrm>
            <a:off x="8565901" y="154374"/>
            <a:ext cx="424850" cy="428253"/>
          </a:xfrm>
          <a:prstGeom prst="rect">
            <a:avLst/>
          </a:prstGeom>
          <a:noFill/>
          <a:ln>
            <a:noFill/>
          </a:ln>
        </p:spPr>
      </p:pic>
      <p:grpSp>
        <p:nvGrpSpPr>
          <p:cNvPr id="353" name="Google Shape;353;p28"/>
          <p:cNvGrpSpPr/>
          <p:nvPr/>
        </p:nvGrpSpPr>
        <p:grpSpPr>
          <a:xfrm>
            <a:off x="222331" y="3248276"/>
            <a:ext cx="469723" cy="664696"/>
            <a:chOff x="5871025" y="1788500"/>
            <a:chExt cx="1510850" cy="2137975"/>
          </a:xfrm>
        </p:grpSpPr>
        <p:sp>
          <p:nvSpPr>
            <p:cNvPr id="354" name="Google Shape;354;p28"/>
            <p:cNvSpPr/>
            <p:nvPr/>
          </p:nvSpPr>
          <p:spPr>
            <a:xfrm>
              <a:off x="5871025" y="1788500"/>
              <a:ext cx="1123175" cy="2137975"/>
            </a:xfrm>
            <a:custGeom>
              <a:avLst/>
              <a:gdLst/>
              <a:ahLst/>
              <a:cxnLst/>
              <a:rect l="l" t="t" r="r" b="b"/>
              <a:pathLst>
                <a:path w="44927" h="85519" extrusionOk="0">
                  <a:moveTo>
                    <a:pt x="1824" y="0"/>
                  </a:moveTo>
                  <a:lnTo>
                    <a:pt x="0" y="2052"/>
                  </a:lnTo>
                  <a:lnTo>
                    <a:pt x="40821" y="42874"/>
                  </a:lnTo>
                  <a:lnTo>
                    <a:pt x="0" y="83467"/>
                  </a:lnTo>
                  <a:lnTo>
                    <a:pt x="1824" y="85519"/>
                  </a:lnTo>
                  <a:lnTo>
                    <a:pt x="44926" y="42874"/>
                  </a:lnTo>
                  <a:lnTo>
                    <a:pt x="182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 name="Google Shape;355;p28"/>
            <p:cNvSpPr/>
            <p:nvPr/>
          </p:nvSpPr>
          <p:spPr>
            <a:xfrm>
              <a:off x="6253000" y="1788500"/>
              <a:ext cx="1128875" cy="2137975"/>
            </a:xfrm>
            <a:custGeom>
              <a:avLst/>
              <a:gdLst/>
              <a:ahLst/>
              <a:cxnLst/>
              <a:rect l="l" t="t" r="r" b="b"/>
              <a:pathLst>
                <a:path w="45155" h="85519" extrusionOk="0">
                  <a:moveTo>
                    <a:pt x="2053" y="0"/>
                  </a:moveTo>
                  <a:lnTo>
                    <a:pt x="1" y="2052"/>
                  </a:lnTo>
                  <a:lnTo>
                    <a:pt x="41050" y="42874"/>
                  </a:lnTo>
                  <a:lnTo>
                    <a:pt x="1" y="83467"/>
                  </a:lnTo>
                  <a:lnTo>
                    <a:pt x="2053" y="85519"/>
                  </a:lnTo>
                  <a:lnTo>
                    <a:pt x="45155" y="42874"/>
                  </a:lnTo>
                  <a:lnTo>
                    <a:pt x="2053"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4 Topics - 2">
  <p:cSld name="TITLE_ONLY_1_7_1">
    <p:bg>
      <p:bgPr>
        <a:solidFill>
          <a:schemeClr val="lt2"/>
        </a:solidFill>
        <a:effectLst/>
      </p:bgPr>
    </p:bg>
    <p:spTree>
      <p:nvGrpSpPr>
        <p:cNvPr id="1" name="Shape 356"/>
        <p:cNvGrpSpPr/>
        <p:nvPr/>
      </p:nvGrpSpPr>
      <p:grpSpPr>
        <a:xfrm>
          <a:off x="0" y="0"/>
          <a:ext cx="0" cy="0"/>
          <a:chOff x="0" y="0"/>
          <a:chExt cx="0" cy="0"/>
        </a:xfrm>
      </p:grpSpPr>
      <p:sp>
        <p:nvSpPr>
          <p:cNvPr id="357" name="Google Shape;357;p29"/>
          <p:cNvSpPr txBox="1">
            <a:spLocks noGrp="1"/>
          </p:cNvSpPr>
          <p:nvPr>
            <p:ph type="title"/>
          </p:nvPr>
        </p:nvSpPr>
        <p:spPr>
          <a:xfrm>
            <a:off x="457200" y="114300"/>
            <a:ext cx="8229600" cy="903300"/>
          </a:xfrm>
          <a:prstGeom prst="rect">
            <a:avLst/>
          </a:prstGeom>
        </p:spPr>
        <p:txBody>
          <a:bodyPr spcFirstLastPara="1" wrap="square" lIns="0" tIns="0" rIns="0" bIns="0" anchor="t" anchorCtr="0">
            <a:normAutofit/>
          </a:bodyPr>
          <a:lstStyle>
            <a:lvl1pPr lvl="0" rtl="0">
              <a:spcBef>
                <a:spcPts val="0"/>
              </a:spcBef>
              <a:spcAft>
                <a:spcPts val="0"/>
              </a:spcAft>
              <a:buSzPts val="34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358" name="Google Shape;358;p29"/>
          <p:cNvSpPr txBox="1">
            <a:spLocks noGrp="1"/>
          </p:cNvSpPr>
          <p:nvPr>
            <p:ph type="subTitle" idx="1"/>
          </p:nvPr>
        </p:nvSpPr>
        <p:spPr>
          <a:xfrm>
            <a:off x="1531021" y="1028700"/>
            <a:ext cx="7142700" cy="260400"/>
          </a:xfrm>
          <a:prstGeom prst="rect">
            <a:avLst/>
          </a:prstGeom>
        </p:spPr>
        <p:txBody>
          <a:bodyPr spcFirstLastPara="1" wrap="square" lIns="0" tIns="0" rIns="0" bIns="0" anchor="t" anchorCtr="0">
            <a:normAutofit/>
          </a:bodyPr>
          <a:lstStyle>
            <a:lvl1pPr lvl="0" rtl="0">
              <a:lnSpc>
                <a:spcPct val="100000"/>
              </a:lnSpc>
              <a:spcBef>
                <a:spcPts val="0"/>
              </a:spcBef>
              <a:spcAft>
                <a:spcPts val="0"/>
              </a:spcAft>
              <a:buSzPts val="1600"/>
              <a:buFont typeface="IBM Plex Sans Medium"/>
              <a:buNone/>
              <a:defRPr>
                <a:solidFill>
                  <a:schemeClr val="accent1"/>
                </a:solidFill>
                <a:latin typeface="IBM Plex Sans Medium"/>
                <a:ea typeface="IBM Plex Sans Medium"/>
                <a:cs typeface="IBM Plex Sans Medium"/>
                <a:sym typeface="IBM Plex Sans Medium"/>
              </a:defRPr>
            </a:lvl1pPr>
            <a:lvl2pPr lvl="1" rtl="0">
              <a:lnSpc>
                <a:spcPct val="100000"/>
              </a:lnSpc>
              <a:spcBef>
                <a:spcPts val="0"/>
              </a:spcBef>
              <a:spcAft>
                <a:spcPts val="0"/>
              </a:spcAft>
              <a:buSzPts val="1800"/>
              <a:buFont typeface="IBM Plex Sans Medium"/>
              <a:buNone/>
              <a:defRPr sz="1800">
                <a:latin typeface="IBM Plex Sans Medium"/>
                <a:ea typeface="IBM Plex Sans Medium"/>
                <a:cs typeface="IBM Plex Sans Medium"/>
                <a:sym typeface="IBM Plex Sans Medium"/>
              </a:defRPr>
            </a:lvl2pPr>
            <a:lvl3pPr lvl="2" rtl="0">
              <a:lnSpc>
                <a:spcPct val="100000"/>
              </a:lnSpc>
              <a:spcBef>
                <a:spcPts val="0"/>
              </a:spcBef>
              <a:spcAft>
                <a:spcPts val="0"/>
              </a:spcAft>
              <a:buSzPts val="1800"/>
              <a:buFont typeface="IBM Plex Sans Medium"/>
              <a:buNone/>
              <a:defRPr sz="1800">
                <a:latin typeface="IBM Plex Sans Medium"/>
                <a:ea typeface="IBM Plex Sans Medium"/>
                <a:cs typeface="IBM Plex Sans Medium"/>
                <a:sym typeface="IBM Plex Sans Medium"/>
              </a:defRPr>
            </a:lvl3pPr>
            <a:lvl4pPr lvl="3" rtl="0">
              <a:lnSpc>
                <a:spcPct val="100000"/>
              </a:lnSpc>
              <a:spcBef>
                <a:spcPts val="0"/>
              </a:spcBef>
              <a:spcAft>
                <a:spcPts val="0"/>
              </a:spcAft>
              <a:buSzPts val="1800"/>
              <a:buFont typeface="IBM Plex Sans Medium"/>
              <a:buNone/>
              <a:defRPr sz="1800">
                <a:latin typeface="IBM Plex Sans Medium"/>
                <a:ea typeface="IBM Plex Sans Medium"/>
                <a:cs typeface="IBM Plex Sans Medium"/>
                <a:sym typeface="IBM Plex Sans Medium"/>
              </a:defRPr>
            </a:lvl4pPr>
            <a:lvl5pPr lvl="4" rtl="0">
              <a:lnSpc>
                <a:spcPct val="100000"/>
              </a:lnSpc>
              <a:spcBef>
                <a:spcPts val="0"/>
              </a:spcBef>
              <a:spcAft>
                <a:spcPts val="0"/>
              </a:spcAft>
              <a:buSzPts val="1800"/>
              <a:buFont typeface="IBM Plex Sans Medium"/>
              <a:buNone/>
              <a:defRPr sz="1800">
                <a:latin typeface="IBM Plex Sans Medium"/>
                <a:ea typeface="IBM Plex Sans Medium"/>
                <a:cs typeface="IBM Plex Sans Medium"/>
                <a:sym typeface="IBM Plex Sans Medium"/>
              </a:defRPr>
            </a:lvl5pPr>
            <a:lvl6pPr lvl="5" rtl="0">
              <a:lnSpc>
                <a:spcPct val="100000"/>
              </a:lnSpc>
              <a:spcBef>
                <a:spcPts val="0"/>
              </a:spcBef>
              <a:spcAft>
                <a:spcPts val="0"/>
              </a:spcAft>
              <a:buSzPts val="1800"/>
              <a:buFont typeface="IBM Plex Sans Medium"/>
              <a:buNone/>
              <a:defRPr sz="1800">
                <a:latin typeface="IBM Plex Sans Medium"/>
                <a:ea typeface="IBM Plex Sans Medium"/>
                <a:cs typeface="IBM Plex Sans Medium"/>
                <a:sym typeface="IBM Plex Sans Medium"/>
              </a:defRPr>
            </a:lvl6pPr>
            <a:lvl7pPr lvl="6" rtl="0">
              <a:lnSpc>
                <a:spcPct val="100000"/>
              </a:lnSpc>
              <a:spcBef>
                <a:spcPts val="0"/>
              </a:spcBef>
              <a:spcAft>
                <a:spcPts val="0"/>
              </a:spcAft>
              <a:buSzPts val="1800"/>
              <a:buFont typeface="IBM Plex Sans Medium"/>
              <a:buNone/>
              <a:defRPr sz="1800">
                <a:latin typeface="IBM Plex Sans Medium"/>
                <a:ea typeface="IBM Plex Sans Medium"/>
                <a:cs typeface="IBM Plex Sans Medium"/>
                <a:sym typeface="IBM Plex Sans Medium"/>
              </a:defRPr>
            </a:lvl7pPr>
            <a:lvl8pPr lvl="7" rtl="0">
              <a:lnSpc>
                <a:spcPct val="100000"/>
              </a:lnSpc>
              <a:spcBef>
                <a:spcPts val="0"/>
              </a:spcBef>
              <a:spcAft>
                <a:spcPts val="0"/>
              </a:spcAft>
              <a:buSzPts val="1800"/>
              <a:buFont typeface="IBM Plex Sans Medium"/>
              <a:buNone/>
              <a:defRPr sz="1800">
                <a:latin typeface="IBM Plex Sans Medium"/>
                <a:ea typeface="IBM Plex Sans Medium"/>
                <a:cs typeface="IBM Plex Sans Medium"/>
                <a:sym typeface="IBM Plex Sans Medium"/>
              </a:defRPr>
            </a:lvl8pPr>
            <a:lvl9pPr lvl="8" rtl="0">
              <a:lnSpc>
                <a:spcPct val="100000"/>
              </a:lnSpc>
              <a:spcBef>
                <a:spcPts val="0"/>
              </a:spcBef>
              <a:spcAft>
                <a:spcPts val="0"/>
              </a:spcAft>
              <a:buSzPts val="1800"/>
              <a:buFont typeface="IBM Plex Sans Medium"/>
              <a:buNone/>
              <a:defRPr sz="1800">
                <a:latin typeface="IBM Plex Sans Medium"/>
                <a:ea typeface="IBM Plex Sans Medium"/>
                <a:cs typeface="IBM Plex Sans Medium"/>
                <a:sym typeface="IBM Plex Sans Medium"/>
              </a:defRPr>
            </a:lvl9pPr>
          </a:lstStyle>
          <a:p>
            <a:endParaRPr/>
          </a:p>
        </p:txBody>
      </p:sp>
      <p:sp>
        <p:nvSpPr>
          <p:cNvPr id="359" name="Google Shape;359;p29"/>
          <p:cNvSpPr txBox="1">
            <a:spLocks noGrp="1"/>
          </p:cNvSpPr>
          <p:nvPr>
            <p:ph type="body" idx="2"/>
          </p:nvPr>
        </p:nvSpPr>
        <p:spPr>
          <a:xfrm>
            <a:off x="1545097" y="1354424"/>
            <a:ext cx="7142700" cy="386700"/>
          </a:xfrm>
          <a:prstGeom prst="rect">
            <a:avLst/>
          </a:prstGeom>
        </p:spPr>
        <p:txBody>
          <a:bodyPr spcFirstLastPara="1" wrap="square" lIns="0" tIns="0" rIns="0" bIns="0" anchor="t" anchorCtr="0">
            <a:normAutofit/>
          </a:bodyPr>
          <a:lstStyle>
            <a:lvl1pPr marL="457200" lvl="0" indent="-304800" rtl="0">
              <a:spcBef>
                <a:spcPts val="0"/>
              </a:spcBef>
              <a:spcAft>
                <a:spcPts val="0"/>
              </a:spcAft>
              <a:buClr>
                <a:schemeClr val="dk1"/>
              </a:buClr>
              <a:buSzPts val="1200"/>
              <a:buChar char="■"/>
              <a:defRPr sz="1200"/>
            </a:lvl1pPr>
            <a:lvl2pPr marL="914400" lvl="1" indent="-304800" rtl="0">
              <a:spcBef>
                <a:spcPts val="0"/>
              </a:spcBef>
              <a:spcAft>
                <a:spcPts val="0"/>
              </a:spcAft>
              <a:buClr>
                <a:schemeClr val="dk1"/>
              </a:buClr>
              <a:buSzPts val="1200"/>
              <a:buChar char="■"/>
              <a:defRPr sz="1200"/>
            </a:lvl2pPr>
            <a:lvl3pPr marL="1371600" lvl="2" indent="-304800" rtl="0">
              <a:spcBef>
                <a:spcPts val="0"/>
              </a:spcBef>
              <a:spcAft>
                <a:spcPts val="0"/>
              </a:spcAft>
              <a:buClr>
                <a:schemeClr val="dk1"/>
              </a:buClr>
              <a:buSzPts val="1200"/>
              <a:buChar char="■"/>
              <a:defRPr sz="1200"/>
            </a:lvl3pPr>
            <a:lvl4pPr marL="1828800" lvl="3" indent="-304800" rtl="0">
              <a:spcBef>
                <a:spcPts val="0"/>
              </a:spcBef>
              <a:spcAft>
                <a:spcPts val="0"/>
              </a:spcAft>
              <a:buClr>
                <a:schemeClr val="dk1"/>
              </a:buClr>
              <a:buSzPts val="1200"/>
              <a:buChar char="●"/>
              <a:defRPr sz="1200"/>
            </a:lvl4pPr>
            <a:lvl5pPr marL="2286000" lvl="4" indent="-304800" rtl="0">
              <a:spcBef>
                <a:spcPts val="0"/>
              </a:spcBef>
              <a:spcAft>
                <a:spcPts val="0"/>
              </a:spcAft>
              <a:buSzPts val="1200"/>
              <a:buChar char="○"/>
              <a:defRPr sz="1200"/>
            </a:lvl5pPr>
            <a:lvl6pPr marL="2743200" lvl="5" indent="-304800" rtl="0">
              <a:spcBef>
                <a:spcPts val="0"/>
              </a:spcBef>
              <a:spcAft>
                <a:spcPts val="0"/>
              </a:spcAft>
              <a:buSzPts val="1200"/>
              <a:buChar char="■"/>
              <a:defRPr sz="1200"/>
            </a:lvl6pPr>
            <a:lvl7pPr marL="3200400" lvl="6" indent="-304800" rtl="0">
              <a:spcBef>
                <a:spcPts val="0"/>
              </a:spcBef>
              <a:spcAft>
                <a:spcPts val="0"/>
              </a:spcAft>
              <a:buSzPts val="1200"/>
              <a:buChar char="●"/>
              <a:defRPr sz="1200"/>
            </a:lvl7pPr>
            <a:lvl8pPr marL="3657600" lvl="7" indent="-304800" rtl="0">
              <a:spcBef>
                <a:spcPts val="0"/>
              </a:spcBef>
              <a:spcAft>
                <a:spcPts val="0"/>
              </a:spcAft>
              <a:buSzPts val="1200"/>
              <a:buChar char="○"/>
              <a:defRPr sz="1200"/>
            </a:lvl8pPr>
            <a:lvl9pPr marL="4114800" lvl="8" indent="-304800" rtl="0">
              <a:spcBef>
                <a:spcPts val="0"/>
              </a:spcBef>
              <a:spcAft>
                <a:spcPts val="0"/>
              </a:spcAft>
              <a:buSzPts val="1200"/>
              <a:buChar char="■"/>
              <a:defRPr sz="1200"/>
            </a:lvl9pPr>
          </a:lstStyle>
          <a:p>
            <a:endParaRPr/>
          </a:p>
        </p:txBody>
      </p:sp>
      <p:sp>
        <p:nvSpPr>
          <p:cNvPr id="360" name="Google Shape;360;p29"/>
          <p:cNvSpPr txBox="1">
            <a:spLocks noGrp="1"/>
          </p:cNvSpPr>
          <p:nvPr>
            <p:ph type="subTitle" idx="3"/>
          </p:nvPr>
        </p:nvSpPr>
        <p:spPr>
          <a:xfrm>
            <a:off x="1531021" y="2060371"/>
            <a:ext cx="7142700" cy="260400"/>
          </a:xfrm>
          <a:prstGeom prst="rect">
            <a:avLst/>
          </a:prstGeom>
        </p:spPr>
        <p:txBody>
          <a:bodyPr spcFirstLastPara="1" wrap="square" lIns="0" tIns="0" rIns="0" bIns="0" anchor="t" anchorCtr="0">
            <a:normAutofit/>
          </a:bodyPr>
          <a:lstStyle>
            <a:lvl1pPr lvl="0" rtl="0">
              <a:lnSpc>
                <a:spcPct val="100000"/>
              </a:lnSpc>
              <a:spcBef>
                <a:spcPts val="0"/>
              </a:spcBef>
              <a:spcAft>
                <a:spcPts val="0"/>
              </a:spcAft>
              <a:buClr>
                <a:schemeClr val="accent2"/>
              </a:buClr>
              <a:buSzPts val="1600"/>
              <a:buFont typeface="IBM Plex Sans Medium"/>
              <a:buNone/>
              <a:defRPr>
                <a:solidFill>
                  <a:schemeClr val="accent2"/>
                </a:solidFill>
                <a:latin typeface="IBM Plex Sans Medium"/>
                <a:ea typeface="IBM Plex Sans Medium"/>
                <a:cs typeface="IBM Plex Sans Medium"/>
                <a:sym typeface="IBM Plex Sans Medium"/>
              </a:defRPr>
            </a:lvl1pPr>
            <a:lvl2pPr lvl="1" rtl="0">
              <a:lnSpc>
                <a:spcPct val="100000"/>
              </a:lnSpc>
              <a:spcBef>
                <a:spcPts val="0"/>
              </a:spcBef>
              <a:spcAft>
                <a:spcPts val="0"/>
              </a:spcAft>
              <a:buSzPts val="1800"/>
              <a:buFont typeface="IBM Plex Sans Medium"/>
              <a:buNone/>
              <a:defRPr sz="1800">
                <a:latin typeface="IBM Plex Sans Medium"/>
                <a:ea typeface="IBM Plex Sans Medium"/>
                <a:cs typeface="IBM Plex Sans Medium"/>
                <a:sym typeface="IBM Plex Sans Medium"/>
              </a:defRPr>
            </a:lvl2pPr>
            <a:lvl3pPr lvl="2" rtl="0">
              <a:lnSpc>
                <a:spcPct val="100000"/>
              </a:lnSpc>
              <a:spcBef>
                <a:spcPts val="0"/>
              </a:spcBef>
              <a:spcAft>
                <a:spcPts val="0"/>
              </a:spcAft>
              <a:buSzPts val="1800"/>
              <a:buFont typeface="IBM Plex Sans Medium"/>
              <a:buNone/>
              <a:defRPr sz="1800">
                <a:latin typeface="IBM Plex Sans Medium"/>
                <a:ea typeface="IBM Plex Sans Medium"/>
                <a:cs typeface="IBM Plex Sans Medium"/>
                <a:sym typeface="IBM Plex Sans Medium"/>
              </a:defRPr>
            </a:lvl3pPr>
            <a:lvl4pPr lvl="3" rtl="0">
              <a:lnSpc>
                <a:spcPct val="100000"/>
              </a:lnSpc>
              <a:spcBef>
                <a:spcPts val="0"/>
              </a:spcBef>
              <a:spcAft>
                <a:spcPts val="0"/>
              </a:spcAft>
              <a:buSzPts val="1800"/>
              <a:buFont typeface="IBM Plex Sans Medium"/>
              <a:buNone/>
              <a:defRPr sz="1800">
                <a:latin typeface="IBM Plex Sans Medium"/>
                <a:ea typeface="IBM Plex Sans Medium"/>
                <a:cs typeface="IBM Plex Sans Medium"/>
                <a:sym typeface="IBM Plex Sans Medium"/>
              </a:defRPr>
            </a:lvl4pPr>
            <a:lvl5pPr lvl="4" rtl="0">
              <a:lnSpc>
                <a:spcPct val="100000"/>
              </a:lnSpc>
              <a:spcBef>
                <a:spcPts val="0"/>
              </a:spcBef>
              <a:spcAft>
                <a:spcPts val="0"/>
              </a:spcAft>
              <a:buSzPts val="1800"/>
              <a:buFont typeface="IBM Plex Sans Medium"/>
              <a:buNone/>
              <a:defRPr sz="1800">
                <a:latin typeface="IBM Plex Sans Medium"/>
                <a:ea typeface="IBM Plex Sans Medium"/>
                <a:cs typeface="IBM Plex Sans Medium"/>
                <a:sym typeface="IBM Plex Sans Medium"/>
              </a:defRPr>
            </a:lvl5pPr>
            <a:lvl6pPr lvl="5" rtl="0">
              <a:lnSpc>
                <a:spcPct val="100000"/>
              </a:lnSpc>
              <a:spcBef>
                <a:spcPts val="0"/>
              </a:spcBef>
              <a:spcAft>
                <a:spcPts val="0"/>
              </a:spcAft>
              <a:buSzPts val="1800"/>
              <a:buFont typeface="IBM Plex Sans Medium"/>
              <a:buNone/>
              <a:defRPr sz="1800">
                <a:latin typeface="IBM Plex Sans Medium"/>
                <a:ea typeface="IBM Plex Sans Medium"/>
                <a:cs typeface="IBM Plex Sans Medium"/>
                <a:sym typeface="IBM Plex Sans Medium"/>
              </a:defRPr>
            </a:lvl6pPr>
            <a:lvl7pPr lvl="6" rtl="0">
              <a:lnSpc>
                <a:spcPct val="100000"/>
              </a:lnSpc>
              <a:spcBef>
                <a:spcPts val="0"/>
              </a:spcBef>
              <a:spcAft>
                <a:spcPts val="0"/>
              </a:spcAft>
              <a:buSzPts val="1800"/>
              <a:buFont typeface="IBM Plex Sans Medium"/>
              <a:buNone/>
              <a:defRPr sz="1800">
                <a:latin typeface="IBM Plex Sans Medium"/>
                <a:ea typeface="IBM Plex Sans Medium"/>
                <a:cs typeface="IBM Plex Sans Medium"/>
                <a:sym typeface="IBM Plex Sans Medium"/>
              </a:defRPr>
            </a:lvl7pPr>
            <a:lvl8pPr lvl="7" rtl="0">
              <a:lnSpc>
                <a:spcPct val="100000"/>
              </a:lnSpc>
              <a:spcBef>
                <a:spcPts val="0"/>
              </a:spcBef>
              <a:spcAft>
                <a:spcPts val="0"/>
              </a:spcAft>
              <a:buSzPts val="1800"/>
              <a:buFont typeface="IBM Plex Sans Medium"/>
              <a:buNone/>
              <a:defRPr sz="1800">
                <a:latin typeface="IBM Plex Sans Medium"/>
                <a:ea typeface="IBM Plex Sans Medium"/>
                <a:cs typeface="IBM Plex Sans Medium"/>
                <a:sym typeface="IBM Plex Sans Medium"/>
              </a:defRPr>
            </a:lvl8pPr>
            <a:lvl9pPr lvl="8" rtl="0">
              <a:lnSpc>
                <a:spcPct val="100000"/>
              </a:lnSpc>
              <a:spcBef>
                <a:spcPts val="0"/>
              </a:spcBef>
              <a:spcAft>
                <a:spcPts val="0"/>
              </a:spcAft>
              <a:buSzPts val="1800"/>
              <a:buFont typeface="IBM Plex Sans Medium"/>
              <a:buNone/>
              <a:defRPr sz="1800">
                <a:latin typeface="IBM Plex Sans Medium"/>
                <a:ea typeface="IBM Plex Sans Medium"/>
                <a:cs typeface="IBM Plex Sans Medium"/>
                <a:sym typeface="IBM Plex Sans Medium"/>
              </a:defRPr>
            </a:lvl9pPr>
          </a:lstStyle>
          <a:p>
            <a:endParaRPr/>
          </a:p>
        </p:txBody>
      </p:sp>
      <p:sp>
        <p:nvSpPr>
          <p:cNvPr id="361" name="Google Shape;361;p29"/>
          <p:cNvSpPr txBox="1">
            <a:spLocks noGrp="1"/>
          </p:cNvSpPr>
          <p:nvPr>
            <p:ph type="body" idx="4"/>
          </p:nvPr>
        </p:nvSpPr>
        <p:spPr>
          <a:xfrm>
            <a:off x="1545097" y="2386095"/>
            <a:ext cx="7142700" cy="386700"/>
          </a:xfrm>
          <a:prstGeom prst="rect">
            <a:avLst/>
          </a:prstGeom>
        </p:spPr>
        <p:txBody>
          <a:bodyPr spcFirstLastPara="1" wrap="square" lIns="0" tIns="0" rIns="0" bIns="0" anchor="t" anchorCtr="0">
            <a:normAutofit/>
          </a:bodyPr>
          <a:lstStyle>
            <a:lvl1pPr marL="457200" lvl="0" indent="-304800" rtl="0">
              <a:spcBef>
                <a:spcPts val="0"/>
              </a:spcBef>
              <a:spcAft>
                <a:spcPts val="0"/>
              </a:spcAft>
              <a:buClr>
                <a:schemeClr val="dk1"/>
              </a:buClr>
              <a:buSzPts val="1200"/>
              <a:buChar char="■"/>
              <a:defRPr sz="1200"/>
            </a:lvl1pPr>
            <a:lvl2pPr marL="914400" lvl="1" indent="-304800" rtl="0">
              <a:spcBef>
                <a:spcPts val="0"/>
              </a:spcBef>
              <a:spcAft>
                <a:spcPts val="0"/>
              </a:spcAft>
              <a:buClr>
                <a:schemeClr val="dk1"/>
              </a:buClr>
              <a:buSzPts val="1200"/>
              <a:buChar char="■"/>
              <a:defRPr sz="1200"/>
            </a:lvl2pPr>
            <a:lvl3pPr marL="1371600" lvl="2" indent="-304800" rtl="0">
              <a:spcBef>
                <a:spcPts val="0"/>
              </a:spcBef>
              <a:spcAft>
                <a:spcPts val="0"/>
              </a:spcAft>
              <a:buClr>
                <a:schemeClr val="dk1"/>
              </a:buClr>
              <a:buSzPts val="1200"/>
              <a:buChar char="■"/>
              <a:defRPr sz="1200"/>
            </a:lvl3pPr>
            <a:lvl4pPr marL="1828800" lvl="3" indent="-304800" rtl="0">
              <a:spcBef>
                <a:spcPts val="0"/>
              </a:spcBef>
              <a:spcAft>
                <a:spcPts val="0"/>
              </a:spcAft>
              <a:buClr>
                <a:schemeClr val="dk1"/>
              </a:buClr>
              <a:buSzPts val="1200"/>
              <a:buChar char="●"/>
              <a:defRPr sz="1200"/>
            </a:lvl4pPr>
            <a:lvl5pPr marL="2286000" lvl="4" indent="-304800" rtl="0">
              <a:spcBef>
                <a:spcPts val="0"/>
              </a:spcBef>
              <a:spcAft>
                <a:spcPts val="0"/>
              </a:spcAft>
              <a:buSzPts val="1200"/>
              <a:buChar char="○"/>
              <a:defRPr sz="1200"/>
            </a:lvl5pPr>
            <a:lvl6pPr marL="2743200" lvl="5" indent="-304800" rtl="0">
              <a:spcBef>
                <a:spcPts val="0"/>
              </a:spcBef>
              <a:spcAft>
                <a:spcPts val="0"/>
              </a:spcAft>
              <a:buSzPts val="1200"/>
              <a:buChar char="■"/>
              <a:defRPr sz="1200"/>
            </a:lvl6pPr>
            <a:lvl7pPr marL="3200400" lvl="6" indent="-304800" rtl="0">
              <a:spcBef>
                <a:spcPts val="0"/>
              </a:spcBef>
              <a:spcAft>
                <a:spcPts val="0"/>
              </a:spcAft>
              <a:buSzPts val="1200"/>
              <a:buChar char="●"/>
              <a:defRPr sz="1200"/>
            </a:lvl7pPr>
            <a:lvl8pPr marL="3657600" lvl="7" indent="-304800" rtl="0">
              <a:spcBef>
                <a:spcPts val="0"/>
              </a:spcBef>
              <a:spcAft>
                <a:spcPts val="0"/>
              </a:spcAft>
              <a:buSzPts val="1200"/>
              <a:buChar char="○"/>
              <a:defRPr sz="1200"/>
            </a:lvl8pPr>
            <a:lvl9pPr marL="4114800" lvl="8" indent="-304800" rtl="0">
              <a:spcBef>
                <a:spcPts val="0"/>
              </a:spcBef>
              <a:spcAft>
                <a:spcPts val="0"/>
              </a:spcAft>
              <a:buSzPts val="1200"/>
              <a:buChar char="■"/>
              <a:defRPr sz="1200"/>
            </a:lvl9pPr>
          </a:lstStyle>
          <a:p>
            <a:endParaRPr/>
          </a:p>
        </p:txBody>
      </p:sp>
      <p:sp>
        <p:nvSpPr>
          <p:cNvPr id="362" name="Google Shape;362;p29"/>
          <p:cNvSpPr txBox="1">
            <a:spLocks noGrp="1"/>
          </p:cNvSpPr>
          <p:nvPr>
            <p:ph type="subTitle" idx="5"/>
          </p:nvPr>
        </p:nvSpPr>
        <p:spPr>
          <a:xfrm>
            <a:off x="1531021" y="3092042"/>
            <a:ext cx="7142700" cy="260400"/>
          </a:xfrm>
          <a:prstGeom prst="rect">
            <a:avLst/>
          </a:prstGeom>
        </p:spPr>
        <p:txBody>
          <a:bodyPr spcFirstLastPara="1" wrap="square" lIns="0" tIns="0" rIns="0" bIns="0" anchor="t" anchorCtr="0">
            <a:normAutofit/>
          </a:bodyPr>
          <a:lstStyle>
            <a:lvl1pPr lvl="0" rtl="0">
              <a:lnSpc>
                <a:spcPct val="100000"/>
              </a:lnSpc>
              <a:spcBef>
                <a:spcPts val="0"/>
              </a:spcBef>
              <a:spcAft>
                <a:spcPts val="0"/>
              </a:spcAft>
              <a:buClr>
                <a:schemeClr val="accent6"/>
              </a:buClr>
              <a:buSzPts val="1600"/>
              <a:buFont typeface="IBM Plex Sans Medium"/>
              <a:buNone/>
              <a:defRPr>
                <a:solidFill>
                  <a:schemeClr val="accent6"/>
                </a:solidFill>
                <a:latin typeface="IBM Plex Sans Medium"/>
                <a:ea typeface="IBM Plex Sans Medium"/>
                <a:cs typeface="IBM Plex Sans Medium"/>
                <a:sym typeface="IBM Plex Sans Medium"/>
              </a:defRPr>
            </a:lvl1pPr>
            <a:lvl2pPr lvl="1" rtl="0">
              <a:lnSpc>
                <a:spcPct val="100000"/>
              </a:lnSpc>
              <a:spcBef>
                <a:spcPts val="0"/>
              </a:spcBef>
              <a:spcAft>
                <a:spcPts val="0"/>
              </a:spcAft>
              <a:buSzPts val="1800"/>
              <a:buFont typeface="IBM Plex Sans Medium"/>
              <a:buNone/>
              <a:defRPr sz="1800">
                <a:latin typeface="IBM Plex Sans Medium"/>
                <a:ea typeface="IBM Plex Sans Medium"/>
                <a:cs typeface="IBM Plex Sans Medium"/>
                <a:sym typeface="IBM Plex Sans Medium"/>
              </a:defRPr>
            </a:lvl2pPr>
            <a:lvl3pPr lvl="2" rtl="0">
              <a:lnSpc>
                <a:spcPct val="100000"/>
              </a:lnSpc>
              <a:spcBef>
                <a:spcPts val="0"/>
              </a:spcBef>
              <a:spcAft>
                <a:spcPts val="0"/>
              </a:spcAft>
              <a:buSzPts val="1800"/>
              <a:buFont typeface="IBM Plex Sans Medium"/>
              <a:buNone/>
              <a:defRPr sz="1800">
                <a:latin typeface="IBM Plex Sans Medium"/>
                <a:ea typeface="IBM Plex Sans Medium"/>
                <a:cs typeface="IBM Plex Sans Medium"/>
                <a:sym typeface="IBM Plex Sans Medium"/>
              </a:defRPr>
            </a:lvl3pPr>
            <a:lvl4pPr lvl="3" rtl="0">
              <a:lnSpc>
                <a:spcPct val="100000"/>
              </a:lnSpc>
              <a:spcBef>
                <a:spcPts val="0"/>
              </a:spcBef>
              <a:spcAft>
                <a:spcPts val="0"/>
              </a:spcAft>
              <a:buSzPts val="1800"/>
              <a:buFont typeface="IBM Plex Sans Medium"/>
              <a:buNone/>
              <a:defRPr sz="1800">
                <a:latin typeface="IBM Plex Sans Medium"/>
                <a:ea typeface="IBM Plex Sans Medium"/>
                <a:cs typeface="IBM Plex Sans Medium"/>
                <a:sym typeface="IBM Plex Sans Medium"/>
              </a:defRPr>
            </a:lvl4pPr>
            <a:lvl5pPr lvl="4" rtl="0">
              <a:lnSpc>
                <a:spcPct val="100000"/>
              </a:lnSpc>
              <a:spcBef>
                <a:spcPts val="0"/>
              </a:spcBef>
              <a:spcAft>
                <a:spcPts val="0"/>
              </a:spcAft>
              <a:buSzPts val="1800"/>
              <a:buFont typeface="IBM Plex Sans Medium"/>
              <a:buNone/>
              <a:defRPr sz="1800">
                <a:latin typeface="IBM Plex Sans Medium"/>
                <a:ea typeface="IBM Plex Sans Medium"/>
                <a:cs typeface="IBM Plex Sans Medium"/>
                <a:sym typeface="IBM Plex Sans Medium"/>
              </a:defRPr>
            </a:lvl5pPr>
            <a:lvl6pPr lvl="5" rtl="0">
              <a:lnSpc>
                <a:spcPct val="100000"/>
              </a:lnSpc>
              <a:spcBef>
                <a:spcPts val="0"/>
              </a:spcBef>
              <a:spcAft>
                <a:spcPts val="0"/>
              </a:spcAft>
              <a:buSzPts val="1800"/>
              <a:buFont typeface="IBM Plex Sans Medium"/>
              <a:buNone/>
              <a:defRPr sz="1800">
                <a:latin typeface="IBM Plex Sans Medium"/>
                <a:ea typeface="IBM Plex Sans Medium"/>
                <a:cs typeface="IBM Plex Sans Medium"/>
                <a:sym typeface="IBM Plex Sans Medium"/>
              </a:defRPr>
            </a:lvl6pPr>
            <a:lvl7pPr lvl="6" rtl="0">
              <a:lnSpc>
                <a:spcPct val="100000"/>
              </a:lnSpc>
              <a:spcBef>
                <a:spcPts val="0"/>
              </a:spcBef>
              <a:spcAft>
                <a:spcPts val="0"/>
              </a:spcAft>
              <a:buSzPts val="1800"/>
              <a:buFont typeface="IBM Plex Sans Medium"/>
              <a:buNone/>
              <a:defRPr sz="1800">
                <a:latin typeface="IBM Plex Sans Medium"/>
                <a:ea typeface="IBM Plex Sans Medium"/>
                <a:cs typeface="IBM Plex Sans Medium"/>
                <a:sym typeface="IBM Plex Sans Medium"/>
              </a:defRPr>
            </a:lvl7pPr>
            <a:lvl8pPr lvl="7" rtl="0">
              <a:lnSpc>
                <a:spcPct val="100000"/>
              </a:lnSpc>
              <a:spcBef>
                <a:spcPts val="0"/>
              </a:spcBef>
              <a:spcAft>
                <a:spcPts val="0"/>
              </a:spcAft>
              <a:buSzPts val="1800"/>
              <a:buFont typeface="IBM Plex Sans Medium"/>
              <a:buNone/>
              <a:defRPr sz="1800">
                <a:latin typeface="IBM Plex Sans Medium"/>
                <a:ea typeface="IBM Plex Sans Medium"/>
                <a:cs typeface="IBM Plex Sans Medium"/>
                <a:sym typeface="IBM Plex Sans Medium"/>
              </a:defRPr>
            </a:lvl8pPr>
            <a:lvl9pPr lvl="8" rtl="0">
              <a:lnSpc>
                <a:spcPct val="100000"/>
              </a:lnSpc>
              <a:spcBef>
                <a:spcPts val="0"/>
              </a:spcBef>
              <a:spcAft>
                <a:spcPts val="0"/>
              </a:spcAft>
              <a:buSzPts val="1800"/>
              <a:buFont typeface="IBM Plex Sans Medium"/>
              <a:buNone/>
              <a:defRPr sz="1800">
                <a:latin typeface="IBM Plex Sans Medium"/>
                <a:ea typeface="IBM Plex Sans Medium"/>
                <a:cs typeface="IBM Plex Sans Medium"/>
                <a:sym typeface="IBM Plex Sans Medium"/>
              </a:defRPr>
            </a:lvl9pPr>
          </a:lstStyle>
          <a:p>
            <a:endParaRPr/>
          </a:p>
        </p:txBody>
      </p:sp>
      <p:sp>
        <p:nvSpPr>
          <p:cNvPr id="363" name="Google Shape;363;p29"/>
          <p:cNvSpPr txBox="1">
            <a:spLocks noGrp="1"/>
          </p:cNvSpPr>
          <p:nvPr>
            <p:ph type="body" idx="6"/>
          </p:nvPr>
        </p:nvSpPr>
        <p:spPr>
          <a:xfrm>
            <a:off x="1545097" y="3417766"/>
            <a:ext cx="7142700" cy="386700"/>
          </a:xfrm>
          <a:prstGeom prst="rect">
            <a:avLst/>
          </a:prstGeom>
        </p:spPr>
        <p:txBody>
          <a:bodyPr spcFirstLastPara="1" wrap="square" lIns="0" tIns="0" rIns="0" bIns="0" anchor="t" anchorCtr="0">
            <a:normAutofit/>
          </a:bodyPr>
          <a:lstStyle>
            <a:lvl1pPr marL="457200" lvl="0" indent="-304800" rtl="0">
              <a:spcBef>
                <a:spcPts val="0"/>
              </a:spcBef>
              <a:spcAft>
                <a:spcPts val="0"/>
              </a:spcAft>
              <a:buClr>
                <a:schemeClr val="dk1"/>
              </a:buClr>
              <a:buSzPts val="1200"/>
              <a:buChar char="■"/>
              <a:defRPr sz="1200"/>
            </a:lvl1pPr>
            <a:lvl2pPr marL="914400" lvl="1" indent="-304800" rtl="0">
              <a:spcBef>
                <a:spcPts val="0"/>
              </a:spcBef>
              <a:spcAft>
                <a:spcPts val="0"/>
              </a:spcAft>
              <a:buClr>
                <a:schemeClr val="dk1"/>
              </a:buClr>
              <a:buSzPts val="1200"/>
              <a:buChar char="■"/>
              <a:defRPr sz="1200"/>
            </a:lvl2pPr>
            <a:lvl3pPr marL="1371600" lvl="2" indent="-304800" rtl="0">
              <a:spcBef>
                <a:spcPts val="0"/>
              </a:spcBef>
              <a:spcAft>
                <a:spcPts val="0"/>
              </a:spcAft>
              <a:buClr>
                <a:schemeClr val="dk1"/>
              </a:buClr>
              <a:buSzPts val="1200"/>
              <a:buChar char="■"/>
              <a:defRPr sz="1200"/>
            </a:lvl3pPr>
            <a:lvl4pPr marL="1828800" lvl="3" indent="-304800" rtl="0">
              <a:spcBef>
                <a:spcPts val="0"/>
              </a:spcBef>
              <a:spcAft>
                <a:spcPts val="0"/>
              </a:spcAft>
              <a:buClr>
                <a:schemeClr val="dk1"/>
              </a:buClr>
              <a:buSzPts val="1200"/>
              <a:buChar char="●"/>
              <a:defRPr sz="1200"/>
            </a:lvl4pPr>
            <a:lvl5pPr marL="2286000" lvl="4" indent="-304800" rtl="0">
              <a:spcBef>
                <a:spcPts val="0"/>
              </a:spcBef>
              <a:spcAft>
                <a:spcPts val="0"/>
              </a:spcAft>
              <a:buSzPts val="1200"/>
              <a:buChar char="○"/>
              <a:defRPr sz="1200"/>
            </a:lvl5pPr>
            <a:lvl6pPr marL="2743200" lvl="5" indent="-304800" rtl="0">
              <a:spcBef>
                <a:spcPts val="0"/>
              </a:spcBef>
              <a:spcAft>
                <a:spcPts val="0"/>
              </a:spcAft>
              <a:buSzPts val="1200"/>
              <a:buChar char="■"/>
              <a:defRPr sz="1200"/>
            </a:lvl6pPr>
            <a:lvl7pPr marL="3200400" lvl="6" indent="-304800" rtl="0">
              <a:spcBef>
                <a:spcPts val="0"/>
              </a:spcBef>
              <a:spcAft>
                <a:spcPts val="0"/>
              </a:spcAft>
              <a:buSzPts val="1200"/>
              <a:buChar char="●"/>
              <a:defRPr sz="1200"/>
            </a:lvl7pPr>
            <a:lvl8pPr marL="3657600" lvl="7" indent="-304800" rtl="0">
              <a:spcBef>
                <a:spcPts val="0"/>
              </a:spcBef>
              <a:spcAft>
                <a:spcPts val="0"/>
              </a:spcAft>
              <a:buSzPts val="1200"/>
              <a:buChar char="○"/>
              <a:defRPr sz="1200"/>
            </a:lvl8pPr>
            <a:lvl9pPr marL="4114800" lvl="8" indent="-304800" rtl="0">
              <a:spcBef>
                <a:spcPts val="0"/>
              </a:spcBef>
              <a:spcAft>
                <a:spcPts val="0"/>
              </a:spcAft>
              <a:buSzPts val="1200"/>
              <a:buChar char="■"/>
              <a:defRPr sz="1200"/>
            </a:lvl9pPr>
          </a:lstStyle>
          <a:p>
            <a:endParaRPr/>
          </a:p>
        </p:txBody>
      </p:sp>
      <p:cxnSp>
        <p:nvCxnSpPr>
          <p:cNvPr id="364" name="Google Shape;364;p29"/>
          <p:cNvCxnSpPr/>
          <p:nvPr/>
        </p:nvCxnSpPr>
        <p:spPr>
          <a:xfrm>
            <a:off x="458100" y="1907233"/>
            <a:ext cx="8229000" cy="0"/>
          </a:xfrm>
          <a:prstGeom prst="straightConnector1">
            <a:avLst/>
          </a:prstGeom>
          <a:noFill/>
          <a:ln w="9525" cap="flat" cmpd="sng">
            <a:solidFill>
              <a:schemeClr val="accent5"/>
            </a:solidFill>
            <a:prstDash val="dash"/>
            <a:round/>
            <a:headEnd type="none" w="med" len="med"/>
            <a:tailEnd type="none" w="med" len="med"/>
          </a:ln>
        </p:spPr>
      </p:cxnSp>
      <p:cxnSp>
        <p:nvCxnSpPr>
          <p:cNvPr id="365" name="Google Shape;365;p29"/>
          <p:cNvCxnSpPr/>
          <p:nvPr/>
        </p:nvCxnSpPr>
        <p:spPr>
          <a:xfrm>
            <a:off x="458100" y="2933820"/>
            <a:ext cx="8229000" cy="0"/>
          </a:xfrm>
          <a:prstGeom prst="straightConnector1">
            <a:avLst/>
          </a:prstGeom>
          <a:noFill/>
          <a:ln w="9525" cap="flat" cmpd="sng">
            <a:solidFill>
              <a:schemeClr val="accent5"/>
            </a:solidFill>
            <a:prstDash val="dash"/>
            <a:round/>
            <a:headEnd type="none" w="med" len="med"/>
            <a:tailEnd type="none" w="med" len="med"/>
          </a:ln>
        </p:spPr>
      </p:cxnSp>
      <p:sp>
        <p:nvSpPr>
          <p:cNvPr id="366" name="Google Shape;366;p29"/>
          <p:cNvSpPr txBox="1">
            <a:spLocks noGrp="1"/>
          </p:cNvSpPr>
          <p:nvPr>
            <p:ph type="subTitle" idx="7"/>
          </p:nvPr>
        </p:nvSpPr>
        <p:spPr>
          <a:xfrm>
            <a:off x="1531021" y="4102050"/>
            <a:ext cx="7142700" cy="260400"/>
          </a:xfrm>
          <a:prstGeom prst="rect">
            <a:avLst/>
          </a:prstGeom>
        </p:spPr>
        <p:txBody>
          <a:bodyPr spcFirstLastPara="1" wrap="square" lIns="0" tIns="0" rIns="0" bIns="0" anchor="t" anchorCtr="0">
            <a:normAutofit/>
          </a:bodyPr>
          <a:lstStyle>
            <a:lvl1pPr lvl="0" rtl="0">
              <a:lnSpc>
                <a:spcPct val="100000"/>
              </a:lnSpc>
              <a:spcBef>
                <a:spcPts val="0"/>
              </a:spcBef>
              <a:spcAft>
                <a:spcPts val="0"/>
              </a:spcAft>
              <a:buClr>
                <a:schemeClr val="accent4"/>
              </a:buClr>
              <a:buSzPts val="1600"/>
              <a:buFont typeface="IBM Plex Sans Medium"/>
              <a:buNone/>
              <a:defRPr>
                <a:solidFill>
                  <a:schemeClr val="accent4"/>
                </a:solidFill>
                <a:latin typeface="IBM Plex Sans Medium"/>
                <a:ea typeface="IBM Plex Sans Medium"/>
                <a:cs typeface="IBM Plex Sans Medium"/>
                <a:sym typeface="IBM Plex Sans Medium"/>
              </a:defRPr>
            </a:lvl1pPr>
            <a:lvl2pPr lvl="1" rtl="0">
              <a:lnSpc>
                <a:spcPct val="100000"/>
              </a:lnSpc>
              <a:spcBef>
                <a:spcPts val="0"/>
              </a:spcBef>
              <a:spcAft>
                <a:spcPts val="0"/>
              </a:spcAft>
              <a:buSzPts val="1800"/>
              <a:buFont typeface="IBM Plex Sans Medium"/>
              <a:buNone/>
              <a:defRPr sz="1800">
                <a:latin typeface="IBM Plex Sans Medium"/>
                <a:ea typeface="IBM Plex Sans Medium"/>
                <a:cs typeface="IBM Plex Sans Medium"/>
                <a:sym typeface="IBM Plex Sans Medium"/>
              </a:defRPr>
            </a:lvl2pPr>
            <a:lvl3pPr lvl="2" rtl="0">
              <a:lnSpc>
                <a:spcPct val="100000"/>
              </a:lnSpc>
              <a:spcBef>
                <a:spcPts val="0"/>
              </a:spcBef>
              <a:spcAft>
                <a:spcPts val="0"/>
              </a:spcAft>
              <a:buSzPts val="1800"/>
              <a:buFont typeface="IBM Plex Sans Medium"/>
              <a:buNone/>
              <a:defRPr sz="1800">
                <a:latin typeface="IBM Plex Sans Medium"/>
                <a:ea typeface="IBM Plex Sans Medium"/>
                <a:cs typeface="IBM Plex Sans Medium"/>
                <a:sym typeface="IBM Plex Sans Medium"/>
              </a:defRPr>
            </a:lvl3pPr>
            <a:lvl4pPr lvl="3" rtl="0">
              <a:lnSpc>
                <a:spcPct val="100000"/>
              </a:lnSpc>
              <a:spcBef>
                <a:spcPts val="0"/>
              </a:spcBef>
              <a:spcAft>
                <a:spcPts val="0"/>
              </a:spcAft>
              <a:buSzPts val="1800"/>
              <a:buFont typeface="IBM Plex Sans Medium"/>
              <a:buNone/>
              <a:defRPr sz="1800">
                <a:latin typeface="IBM Plex Sans Medium"/>
                <a:ea typeface="IBM Plex Sans Medium"/>
                <a:cs typeface="IBM Plex Sans Medium"/>
                <a:sym typeface="IBM Plex Sans Medium"/>
              </a:defRPr>
            </a:lvl4pPr>
            <a:lvl5pPr lvl="4" rtl="0">
              <a:lnSpc>
                <a:spcPct val="100000"/>
              </a:lnSpc>
              <a:spcBef>
                <a:spcPts val="0"/>
              </a:spcBef>
              <a:spcAft>
                <a:spcPts val="0"/>
              </a:spcAft>
              <a:buSzPts val="1800"/>
              <a:buFont typeface="IBM Plex Sans Medium"/>
              <a:buNone/>
              <a:defRPr sz="1800">
                <a:latin typeface="IBM Plex Sans Medium"/>
                <a:ea typeface="IBM Plex Sans Medium"/>
                <a:cs typeface="IBM Plex Sans Medium"/>
                <a:sym typeface="IBM Plex Sans Medium"/>
              </a:defRPr>
            </a:lvl5pPr>
            <a:lvl6pPr lvl="5" rtl="0">
              <a:lnSpc>
                <a:spcPct val="100000"/>
              </a:lnSpc>
              <a:spcBef>
                <a:spcPts val="0"/>
              </a:spcBef>
              <a:spcAft>
                <a:spcPts val="0"/>
              </a:spcAft>
              <a:buSzPts val="1800"/>
              <a:buFont typeface="IBM Plex Sans Medium"/>
              <a:buNone/>
              <a:defRPr sz="1800">
                <a:latin typeface="IBM Plex Sans Medium"/>
                <a:ea typeface="IBM Plex Sans Medium"/>
                <a:cs typeface="IBM Plex Sans Medium"/>
                <a:sym typeface="IBM Plex Sans Medium"/>
              </a:defRPr>
            </a:lvl6pPr>
            <a:lvl7pPr lvl="6" rtl="0">
              <a:lnSpc>
                <a:spcPct val="100000"/>
              </a:lnSpc>
              <a:spcBef>
                <a:spcPts val="0"/>
              </a:spcBef>
              <a:spcAft>
                <a:spcPts val="0"/>
              </a:spcAft>
              <a:buSzPts val="1800"/>
              <a:buFont typeface="IBM Plex Sans Medium"/>
              <a:buNone/>
              <a:defRPr sz="1800">
                <a:latin typeface="IBM Plex Sans Medium"/>
                <a:ea typeface="IBM Plex Sans Medium"/>
                <a:cs typeface="IBM Plex Sans Medium"/>
                <a:sym typeface="IBM Plex Sans Medium"/>
              </a:defRPr>
            </a:lvl7pPr>
            <a:lvl8pPr lvl="7" rtl="0">
              <a:lnSpc>
                <a:spcPct val="100000"/>
              </a:lnSpc>
              <a:spcBef>
                <a:spcPts val="0"/>
              </a:spcBef>
              <a:spcAft>
                <a:spcPts val="0"/>
              </a:spcAft>
              <a:buSzPts val="1800"/>
              <a:buFont typeface="IBM Plex Sans Medium"/>
              <a:buNone/>
              <a:defRPr sz="1800">
                <a:latin typeface="IBM Plex Sans Medium"/>
                <a:ea typeface="IBM Plex Sans Medium"/>
                <a:cs typeface="IBM Plex Sans Medium"/>
                <a:sym typeface="IBM Plex Sans Medium"/>
              </a:defRPr>
            </a:lvl8pPr>
            <a:lvl9pPr lvl="8" rtl="0">
              <a:lnSpc>
                <a:spcPct val="100000"/>
              </a:lnSpc>
              <a:spcBef>
                <a:spcPts val="0"/>
              </a:spcBef>
              <a:spcAft>
                <a:spcPts val="0"/>
              </a:spcAft>
              <a:buSzPts val="1800"/>
              <a:buFont typeface="IBM Plex Sans Medium"/>
              <a:buNone/>
              <a:defRPr sz="1800">
                <a:latin typeface="IBM Plex Sans Medium"/>
                <a:ea typeface="IBM Plex Sans Medium"/>
                <a:cs typeface="IBM Plex Sans Medium"/>
                <a:sym typeface="IBM Plex Sans Medium"/>
              </a:defRPr>
            </a:lvl9pPr>
          </a:lstStyle>
          <a:p>
            <a:endParaRPr/>
          </a:p>
        </p:txBody>
      </p:sp>
      <p:sp>
        <p:nvSpPr>
          <p:cNvPr id="367" name="Google Shape;367;p29"/>
          <p:cNvSpPr txBox="1">
            <a:spLocks noGrp="1"/>
          </p:cNvSpPr>
          <p:nvPr>
            <p:ph type="body" idx="8"/>
          </p:nvPr>
        </p:nvSpPr>
        <p:spPr>
          <a:xfrm>
            <a:off x="1531475" y="4438650"/>
            <a:ext cx="7141800" cy="386700"/>
          </a:xfrm>
          <a:prstGeom prst="rect">
            <a:avLst/>
          </a:prstGeom>
        </p:spPr>
        <p:txBody>
          <a:bodyPr spcFirstLastPara="1" wrap="square" lIns="0" tIns="0" rIns="0" bIns="0" anchor="t" anchorCtr="0">
            <a:normAutofit/>
          </a:bodyPr>
          <a:lstStyle>
            <a:lvl1pPr marL="457200" lvl="0" indent="-304800" rtl="0">
              <a:spcBef>
                <a:spcPts val="0"/>
              </a:spcBef>
              <a:spcAft>
                <a:spcPts val="0"/>
              </a:spcAft>
              <a:buClr>
                <a:schemeClr val="dk1"/>
              </a:buClr>
              <a:buSzPts val="1200"/>
              <a:buChar char="■"/>
              <a:defRPr sz="1200"/>
            </a:lvl1pPr>
            <a:lvl2pPr marL="914400" lvl="1" indent="-304800" rtl="0">
              <a:spcBef>
                <a:spcPts val="0"/>
              </a:spcBef>
              <a:spcAft>
                <a:spcPts val="0"/>
              </a:spcAft>
              <a:buClr>
                <a:schemeClr val="dk1"/>
              </a:buClr>
              <a:buSzPts val="1200"/>
              <a:buChar char="■"/>
              <a:defRPr sz="1200"/>
            </a:lvl2pPr>
            <a:lvl3pPr marL="1371600" lvl="2" indent="-304800" rtl="0">
              <a:spcBef>
                <a:spcPts val="0"/>
              </a:spcBef>
              <a:spcAft>
                <a:spcPts val="0"/>
              </a:spcAft>
              <a:buClr>
                <a:schemeClr val="dk1"/>
              </a:buClr>
              <a:buSzPts val="1200"/>
              <a:buChar char="■"/>
              <a:defRPr sz="1200"/>
            </a:lvl3pPr>
            <a:lvl4pPr marL="1828800" lvl="3" indent="-304800" rtl="0">
              <a:spcBef>
                <a:spcPts val="0"/>
              </a:spcBef>
              <a:spcAft>
                <a:spcPts val="0"/>
              </a:spcAft>
              <a:buClr>
                <a:schemeClr val="dk1"/>
              </a:buClr>
              <a:buSzPts val="1200"/>
              <a:buChar char="●"/>
              <a:defRPr sz="1200"/>
            </a:lvl4pPr>
            <a:lvl5pPr marL="2286000" lvl="4" indent="-304800" rtl="0">
              <a:spcBef>
                <a:spcPts val="0"/>
              </a:spcBef>
              <a:spcAft>
                <a:spcPts val="0"/>
              </a:spcAft>
              <a:buSzPts val="1200"/>
              <a:buChar char="○"/>
              <a:defRPr sz="1200"/>
            </a:lvl5pPr>
            <a:lvl6pPr marL="2743200" lvl="5" indent="-304800" rtl="0">
              <a:spcBef>
                <a:spcPts val="0"/>
              </a:spcBef>
              <a:spcAft>
                <a:spcPts val="0"/>
              </a:spcAft>
              <a:buSzPts val="1200"/>
              <a:buChar char="■"/>
              <a:defRPr sz="1200"/>
            </a:lvl6pPr>
            <a:lvl7pPr marL="3200400" lvl="6" indent="-304800" rtl="0">
              <a:spcBef>
                <a:spcPts val="0"/>
              </a:spcBef>
              <a:spcAft>
                <a:spcPts val="0"/>
              </a:spcAft>
              <a:buSzPts val="1200"/>
              <a:buChar char="●"/>
              <a:defRPr sz="1200"/>
            </a:lvl7pPr>
            <a:lvl8pPr marL="3657600" lvl="7" indent="-304800" rtl="0">
              <a:spcBef>
                <a:spcPts val="0"/>
              </a:spcBef>
              <a:spcAft>
                <a:spcPts val="0"/>
              </a:spcAft>
              <a:buSzPts val="1200"/>
              <a:buChar char="○"/>
              <a:defRPr sz="1200"/>
            </a:lvl8pPr>
            <a:lvl9pPr marL="4114800" lvl="8" indent="-304800" rtl="0">
              <a:spcBef>
                <a:spcPts val="0"/>
              </a:spcBef>
              <a:spcAft>
                <a:spcPts val="0"/>
              </a:spcAft>
              <a:buSzPts val="1200"/>
              <a:buChar char="■"/>
              <a:defRPr sz="1200"/>
            </a:lvl9pPr>
          </a:lstStyle>
          <a:p>
            <a:endParaRPr/>
          </a:p>
        </p:txBody>
      </p:sp>
      <p:cxnSp>
        <p:nvCxnSpPr>
          <p:cNvPr id="368" name="Google Shape;368;p29"/>
          <p:cNvCxnSpPr/>
          <p:nvPr/>
        </p:nvCxnSpPr>
        <p:spPr>
          <a:xfrm>
            <a:off x="458100" y="3943828"/>
            <a:ext cx="8229000" cy="0"/>
          </a:xfrm>
          <a:prstGeom prst="straightConnector1">
            <a:avLst/>
          </a:prstGeom>
          <a:noFill/>
          <a:ln w="9525" cap="flat" cmpd="sng">
            <a:solidFill>
              <a:schemeClr val="accent5"/>
            </a:solidFill>
            <a:prstDash val="dash"/>
            <a:round/>
            <a:headEnd type="none" w="med" len="med"/>
            <a:tailEnd type="none" w="med" len="med"/>
          </a:ln>
        </p:spPr>
      </p:cxnSp>
      <p:sp>
        <p:nvSpPr>
          <p:cNvPr id="369" name="Google Shape;369;p29"/>
          <p:cNvSpPr/>
          <p:nvPr/>
        </p:nvSpPr>
        <p:spPr>
          <a:xfrm>
            <a:off x="623959" y="2180233"/>
            <a:ext cx="480600" cy="480600"/>
          </a:xfrm>
          <a:prstGeom prst="roundRect">
            <a:avLst>
              <a:gd name="adj" fmla="val 22637"/>
            </a:avLst>
          </a:prstGeom>
          <a:solidFill>
            <a:schemeClr val="accent2"/>
          </a:solidFill>
          <a:ln>
            <a:noFill/>
          </a:ln>
        </p:spPr>
        <p:txBody>
          <a:bodyPr spcFirstLastPara="1" wrap="square" lIns="0" tIns="0" rIns="0" bIns="0" anchor="ctr" anchorCtr="0">
            <a:noAutofit/>
          </a:bodyPr>
          <a:lstStyle/>
          <a:p>
            <a:pPr marL="0" lvl="0" indent="0" algn="ctr" rtl="0">
              <a:spcBef>
                <a:spcPts val="0"/>
              </a:spcBef>
              <a:spcAft>
                <a:spcPts val="0"/>
              </a:spcAft>
              <a:buNone/>
            </a:pPr>
            <a:endParaRPr sz="800" b="1">
              <a:solidFill>
                <a:srgbClr val="FFFFFF"/>
              </a:solidFill>
              <a:latin typeface="IBM Plex Sans"/>
              <a:ea typeface="IBM Plex Sans"/>
              <a:cs typeface="IBM Plex Sans"/>
              <a:sym typeface="IBM Plex Sans"/>
            </a:endParaRPr>
          </a:p>
        </p:txBody>
      </p:sp>
      <p:sp>
        <p:nvSpPr>
          <p:cNvPr id="370" name="Google Shape;370;p29"/>
          <p:cNvSpPr/>
          <p:nvPr/>
        </p:nvSpPr>
        <p:spPr>
          <a:xfrm>
            <a:off x="623958" y="4235780"/>
            <a:ext cx="480600" cy="480600"/>
          </a:xfrm>
          <a:prstGeom prst="roundRect">
            <a:avLst>
              <a:gd name="adj" fmla="val 50000"/>
            </a:avLst>
          </a:prstGeom>
          <a:solidFill>
            <a:schemeClr val="accent5"/>
          </a:solidFill>
          <a:ln>
            <a:noFill/>
          </a:ln>
        </p:spPr>
        <p:txBody>
          <a:bodyPr spcFirstLastPara="1" wrap="square" lIns="0" tIns="0" rIns="0" bIns="0" anchor="ctr" anchorCtr="0">
            <a:noAutofit/>
          </a:bodyPr>
          <a:lstStyle/>
          <a:p>
            <a:pPr marL="0" lvl="0" indent="0" algn="ctr" rtl="0">
              <a:spcBef>
                <a:spcPts val="0"/>
              </a:spcBef>
              <a:spcAft>
                <a:spcPts val="0"/>
              </a:spcAft>
              <a:buNone/>
            </a:pPr>
            <a:endParaRPr sz="800" b="1">
              <a:solidFill>
                <a:srgbClr val="FFFFFF"/>
              </a:solidFill>
              <a:latin typeface="IBM Plex Sans"/>
              <a:ea typeface="IBM Plex Sans"/>
              <a:cs typeface="IBM Plex Sans"/>
              <a:sym typeface="IBM Plex Sans"/>
            </a:endParaRPr>
          </a:p>
        </p:txBody>
      </p:sp>
      <p:sp>
        <p:nvSpPr>
          <p:cNvPr id="371" name="Google Shape;371;p29"/>
          <p:cNvSpPr/>
          <p:nvPr/>
        </p:nvSpPr>
        <p:spPr>
          <a:xfrm rot="-2700000">
            <a:off x="663288" y="3250712"/>
            <a:ext cx="389474" cy="386505"/>
          </a:xfrm>
          <a:prstGeom prst="roundRect">
            <a:avLst>
              <a:gd name="adj" fmla="val 5808"/>
            </a:avLst>
          </a:prstGeom>
          <a:solidFill>
            <a:schemeClr val="accent6"/>
          </a:solidFill>
          <a:ln>
            <a:noFill/>
          </a:ln>
        </p:spPr>
        <p:txBody>
          <a:bodyPr spcFirstLastPara="1" wrap="square" lIns="0" tIns="0" rIns="0" bIns="0" anchor="ctr" anchorCtr="0">
            <a:noAutofit/>
          </a:bodyPr>
          <a:lstStyle/>
          <a:p>
            <a:pPr marL="0" lvl="0" indent="0" algn="ctr" rtl="0">
              <a:spcBef>
                <a:spcPts val="0"/>
              </a:spcBef>
              <a:spcAft>
                <a:spcPts val="0"/>
              </a:spcAft>
              <a:buNone/>
            </a:pPr>
            <a:endParaRPr sz="800" b="1">
              <a:solidFill>
                <a:srgbClr val="FFFFFF"/>
              </a:solidFill>
              <a:latin typeface="IBM Plex Sans"/>
              <a:ea typeface="IBM Plex Sans"/>
              <a:cs typeface="IBM Plex Sans"/>
              <a:sym typeface="IBM Plex Sans"/>
            </a:endParaRPr>
          </a:p>
        </p:txBody>
      </p:sp>
      <p:sp>
        <p:nvSpPr>
          <p:cNvPr id="372" name="Google Shape;372;p29"/>
          <p:cNvSpPr/>
          <p:nvPr/>
        </p:nvSpPr>
        <p:spPr>
          <a:xfrm>
            <a:off x="623958" y="1144640"/>
            <a:ext cx="480600" cy="480600"/>
          </a:xfrm>
          <a:prstGeom prst="roundRect">
            <a:avLst>
              <a:gd name="adj" fmla="val 50000"/>
            </a:avLst>
          </a:prstGeom>
          <a:solidFill>
            <a:schemeClr val="accent1"/>
          </a:solidFill>
          <a:ln>
            <a:noFill/>
          </a:ln>
        </p:spPr>
        <p:txBody>
          <a:bodyPr spcFirstLastPara="1" wrap="square" lIns="0" tIns="0" rIns="0" bIns="0" anchor="ctr" anchorCtr="0">
            <a:noAutofit/>
          </a:bodyPr>
          <a:lstStyle/>
          <a:p>
            <a:pPr marL="0" lvl="0" indent="0" algn="ctr" rtl="0">
              <a:spcBef>
                <a:spcPts val="0"/>
              </a:spcBef>
              <a:spcAft>
                <a:spcPts val="0"/>
              </a:spcAft>
              <a:buNone/>
            </a:pPr>
            <a:endParaRPr sz="800" b="1">
              <a:solidFill>
                <a:srgbClr val="FFFFFF"/>
              </a:solidFill>
              <a:latin typeface="IBM Plex Sans"/>
              <a:ea typeface="IBM Plex Sans"/>
              <a:cs typeface="IBM Plex Sans"/>
              <a:sym typeface="IBM Plex Sans"/>
            </a:endParaRPr>
          </a:p>
        </p:txBody>
      </p:sp>
      <p:pic>
        <p:nvPicPr>
          <p:cNvPr id="373" name="Google Shape;373;p29"/>
          <p:cNvPicPr preferRelativeResize="0"/>
          <p:nvPr/>
        </p:nvPicPr>
        <p:blipFill>
          <a:blip r:embed="rId2">
            <a:alphaModFix/>
          </a:blip>
          <a:stretch>
            <a:fillRect/>
          </a:stretch>
        </p:blipFill>
        <p:spPr>
          <a:xfrm>
            <a:off x="8565901" y="154374"/>
            <a:ext cx="424850" cy="428253"/>
          </a:xfrm>
          <a:prstGeom prst="rect">
            <a:avLst/>
          </a:prstGeom>
          <a:noFill/>
          <a:ln>
            <a:noFill/>
          </a:ln>
        </p:spPr>
      </p:pic>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3 Topics - 2">
  <p:cSld name="TITLE_ONLY_1_5">
    <p:bg>
      <p:bgPr>
        <a:solidFill>
          <a:schemeClr val="dk1"/>
        </a:solidFill>
        <a:effectLst/>
      </p:bgPr>
    </p:bg>
    <p:spTree>
      <p:nvGrpSpPr>
        <p:cNvPr id="1" name="Shape 374"/>
        <p:cNvGrpSpPr/>
        <p:nvPr/>
      </p:nvGrpSpPr>
      <p:grpSpPr>
        <a:xfrm>
          <a:off x="0" y="0"/>
          <a:ext cx="0" cy="0"/>
          <a:chOff x="0" y="0"/>
          <a:chExt cx="0" cy="0"/>
        </a:xfrm>
      </p:grpSpPr>
      <p:sp>
        <p:nvSpPr>
          <p:cNvPr id="375" name="Google Shape;375;p30"/>
          <p:cNvSpPr/>
          <p:nvPr/>
        </p:nvSpPr>
        <p:spPr>
          <a:xfrm rot="5400000">
            <a:off x="2624200" y="-1471245"/>
            <a:ext cx="3652800" cy="8901000"/>
          </a:xfrm>
          <a:prstGeom prst="round2SameRect">
            <a:avLst>
              <a:gd name="adj1" fmla="val 7469"/>
              <a:gd name="adj2" fmla="val 0"/>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6" name="Google Shape;376;p30"/>
          <p:cNvSpPr/>
          <p:nvPr/>
        </p:nvSpPr>
        <p:spPr>
          <a:xfrm rot="5400000">
            <a:off x="2495500" y="-1605650"/>
            <a:ext cx="3652800" cy="8742600"/>
          </a:xfrm>
          <a:prstGeom prst="round2SameRect">
            <a:avLst>
              <a:gd name="adj1" fmla="val 7469"/>
              <a:gd name="adj2" fmla="val 0"/>
            </a:avLst>
          </a:prstGeom>
          <a:solidFill>
            <a:schemeClr val="lt2"/>
          </a:solidFill>
          <a:ln w="3810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7" name="Google Shape;377;p30"/>
          <p:cNvSpPr txBox="1">
            <a:spLocks noGrp="1"/>
          </p:cNvSpPr>
          <p:nvPr>
            <p:ph type="title"/>
          </p:nvPr>
        </p:nvSpPr>
        <p:spPr>
          <a:xfrm>
            <a:off x="457200" y="114300"/>
            <a:ext cx="8229600" cy="903300"/>
          </a:xfrm>
          <a:prstGeom prst="rect">
            <a:avLst/>
          </a:prstGeom>
        </p:spPr>
        <p:txBody>
          <a:bodyPr spcFirstLastPara="1" wrap="square" lIns="0" tIns="0" rIns="0" bIns="0" anchor="t" anchorCtr="0">
            <a:normAutofit/>
          </a:bodyPr>
          <a:lstStyle>
            <a:lvl1pPr lvl="0" rtl="0">
              <a:spcBef>
                <a:spcPts val="0"/>
              </a:spcBef>
              <a:spcAft>
                <a:spcPts val="0"/>
              </a:spcAft>
              <a:buClr>
                <a:schemeClr val="lt2"/>
              </a:buClr>
              <a:buSzPts val="3400"/>
              <a:buNone/>
              <a:defRPr>
                <a:solidFill>
                  <a:schemeClr val="lt2"/>
                </a:solidFill>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378" name="Google Shape;378;p30"/>
          <p:cNvSpPr txBox="1">
            <a:spLocks noGrp="1"/>
          </p:cNvSpPr>
          <p:nvPr>
            <p:ph type="subTitle" idx="1"/>
          </p:nvPr>
        </p:nvSpPr>
        <p:spPr>
          <a:xfrm>
            <a:off x="534825" y="1909050"/>
            <a:ext cx="1888500" cy="375000"/>
          </a:xfrm>
          <a:prstGeom prst="rect">
            <a:avLst/>
          </a:prstGeom>
        </p:spPr>
        <p:txBody>
          <a:bodyPr spcFirstLastPara="1" wrap="square" lIns="0" tIns="0" rIns="0" bIns="0" anchor="t" anchorCtr="0">
            <a:normAutofit/>
          </a:bodyPr>
          <a:lstStyle>
            <a:lvl1pPr lvl="0" algn="ctr" rtl="0">
              <a:lnSpc>
                <a:spcPct val="100000"/>
              </a:lnSpc>
              <a:spcBef>
                <a:spcPts val="0"/>
              </a:spcBef>
              <a:spcAft>
                <a:spcPts val="0"/>
              </a:spcAft>
              <a:buClr>
                <a:schemeClr val="accent4"/>
              </a:buClr>
              <a:buSzPts val="1800"/>
              <a:buFont typeface="IBM Plex Sans Medium"/>
              <a:buNone/>
              <a:defRPr sz="1800">
                <a:solidFill>
                  <a:schemeClr val="accent4"/>
                </a:solidFill>
                <a:latin typeface="IBM Plex Sans Medium"/>
                <a:ea typeface="IBM Plex Sans Medium"/>
                <a:cs typeface="IBM Plex Sans Medium"/>
                <a:sym typeface="IBM Plex Sans Medium"/>
              </a:defRPr>
            </a:lvl1pPr>
            <a:lvl2pPr lvl="1" algn="ctr" rtl="0">
              <a:lnSpc>
                <a:spcPct val="100000"/>
              </a:lnSpc>
              <a:spcBef>
                <a:spcPts val="0"/>
              </a:spcBef>
              <a:spcAft>
                <a:spcPts val="0"/>
              </a:spcAft>
              <a:buClr>
                <a:schemeClr val="accent4"/>
              </a:buClr>
              <a:buSzPts val="1800"/>
              <a:buFont typeface="IBM Plex Sans Medium"/>
              <a:buNone/>
              <a:defRPr sz="1800">
                <a:solidFill>
                  <a:schemeClr val="accent4"/>
                </a:solidFill>
                <a:latin typeface="IBM Plex Sans Medium"/>
                <a:ea typeface="IBM Plex Sans Medium"/>
                <a:cs typeface="IBM Plex Sans Medium"/>
                <a:sym typeface="IBM Plex Sans Medium"/>
              </a:defRPr>
            </a:lvl2pPr>
            <a:lvl3pPr lvl="2" algn="ctr" rtl="0">
              <a:lnSpc>
                <a:spcPct val="100000"/>
              </a:lnSpc>
              <a:spcBef>
                <a:spcPts val="0"/>
              </a:spcBef>
              <a:spcAft>
                <a:spcPts val="0"/>
              </a:spcAft>
              <a:buClr>
                <a:schemeClr val="accent4"/>
              </a:buClr>
              <a:buSzPts val="1800"/>
              <a:buFont typeface="IBM Plex Sans Medium"/>
              <a:buNone/>
              <a:defRPr sz="1800">
                <a:solidFill>
                  <a:schemeClr val="accent4"/>
                </a:solidFill>
                <a:latin typeface="IBM Plex Sans Medium"/>
                <a:ea typeface="IBM Plex Sans Medium"/>
                <a:cs typeface="IBM Plex Sans Medium"/>
                <a:sym typeface="IBM Plex Sans Medium"/>
              </a:defRPr>
            </a:lvl3pPr>
            <a:lvl4pPr lvl="3" algn="ctr" rtl="0">
              <a:lnSpc>
                <a:spcPct val="100000"/>
              </a:lnSpc>
              <a:spcBef>
                <a:spcPts val="0"/>
              </a:spcBef>
              <a:spcAft>
                <a:spcPts val="0"/>
              </a:spcAft>
              <a:buClr>
                <a:schemeClr val="accent4"/>
              </a:buClr>
              <a:buSzPts val="1800"/>
              <a:buFont typeface="IBM Plex Sans Medium"/>
              <a:buNone/>
              <a:defRPr sz="1800">
                <a:solidFill>
                  <a:schemeClr val="accent4"/>
                </a:solidFill>
                <a:latin typeface="IBM Plex Sans Medium"/>
                <a:ea typeface="IBM Plex Sans Medium"/>
                <a:cs typeface="IBM Plex Sans Medium"/>
                <a:sym typeface="IBM Plex Sans Medium"/>
              </a:defRPr>
            </a:lvl4pPr>
            <a:lvl5pPr lvl="4" algn="ctr" rtl="0">
              <a:lnSpc>
                <a:spcPct val="100000"/>
              </a:lnSpc>
              <a:spcBef>
                <a:spcPts val="0"/>
              </a:spcBef>
              <a:spcAft>
                <a:spcPts val="0"/>
              </a:spcAft>
              <a:buClr>
                <a:schemeClr val="accent4"/>
              </a:buClr>
              <a:buSzPts val="1800"/>
              <a:buFont typeface="IBM Plex Sans Medium"/>
              <a:buNone/>
              <a:defRPr sz="1800">
                <a:solidFill>
                  <a:schemeClr val="accent4"/>
                </a:solidFill>
                <a:latin typeface="IBM Plex Sans Medium"/>
                <a:ea typeface="IBM Plex Sans Medium"/>
                <a:cs typeface="IBM Plex Sans Medium"/>
                <a:sym typeface="IBM Plex Sans Medium"/>
              </a:defRPr>
            </a:lvl5pPr>
            <a:lvl6pPr lvl="5" algn="ctr" rtl="0">
              <a:lnSpc>
                <a:spcPct val="100000"/>
              </a:lnSpc>
              <a:spcBef>
                <a:spcPts val="0"/>
              </a:spcBef>
              <a:spcAft>
                <a:spcPts val="0"/>
              </a:spcAft>
              <a:buClr>
                <a:schemeClr val="accent4"/>
              </a:buClr>
              <a:buSzPts val="1800"/>
              <a:buFont typeface="IBM Plex Sans Medium"/>
              <a:buNone/>
              <a:defRPr sz="1800">
                <a:solidFill>
                  <a:schemeClr val="accent4"/>
                </a:solidFill>
                <a:latin typeface="IBM Plex Sans Medium"/>
                <a:ea typeface="IBM Plex Sans Medium"/>
                <a:cs typeface="IBM Plex Sans Medium"/>
                <a:sym typeface="IBM Plex Sans Medium"/>
              </a:defRPr>
            </a:lvl6pPr>
            <a:lvl7pPr lvl="6" algn="ctr" rtl="0">
              <a:lnSpc>
                <a:spcPct val="100000"/>
              </a:lnSpc>
              <a:spcBef>
                <a:spcPts val="0"/>
              </a:spcBef>
              <a:spcAft>
                <a:spcPts val="0"/>
              </a:spcAft>
              <a:buClr>
                <a:schemeClr val="accent4"/>
              </a:buClr>
              <a:buSzPts val="1800"/>
              <a:buFont typeface="IBM Plex Sans Medium"/>
              <a:buNone/>
              <a:defRPr sz="1800">
                <a:solidFill>
                  <a:schemeClr val="accent4"/>
                </a:solidFill>
                <a:latin typeface="IBM Plex Sans Medium"/>
                <a:ea typeface="IBM Plex Sans Medium"/>
                <a:cs typeface="IBM Plex Sans Medium"/>
                <a:sym typeface="IBM Plex Sans Medium"/>
              </a:defRPr>
            </a:lvl7pPr>
            <a:lvl8pPr lvl="7" algn="ctr" rtl="0">
              <a:lnSpc>
                <a:spcPct val="100000"/>
              </a:lnSpc>
              <a:spcBef>
                <a:spcPts val="0"/>
              </a:spcBef>
              <a:spcAft>
                <a:spcPts val="0"/>
              </a:spcAft>
              <a:buClr>
                <a:schemeClr val="accent4"/>
              </a:buClr>
              <a:buSzPts val="1800"/>
              <a:buFont typeface="IBM Plex Sans Medium"/>
              <a:buNone/>
              <a:defRPr sz="1800">
                <a:solidFill>
                  <a:schemeClr val="accent4"/>
                </a:solidFill>
                <a:latin typeface="IBM Plex Sans Medium"/>
                <a:ea typeface="IBM Plex Sans Medium"/>
                <a:cs typeface="IBM Plex Sans Medium"/>
                <a:sym typeface="IBM Plex Sans Medium"/>
              </a:defRPr>
            </a:lvl8pPr>
            <a:lvl9pPr lvl="8" algn="ctr" rtl="0">
              <a:lnSpc>
                <a:spcPct val="100000"/>
              </a:lnSpc>
              <a:spcBef>
                <a:spcPts val="0"/>
              </a:spcBef>
              <a:spcAft>
                <a:spcPts val="0"/>
              </a:spcAft>
              <a:buClr>
                <a:schemeClr val="accent4"/>
              </a:buClr>
              <a:buSzPts val="1800"/>
              <a:buFont typeface="IBM Plex Sans Medium"/>
              <a:buNone/>
              <a:defRPr sz="1800">
                <a:solidFill>
                  <a:schemeClr val="accent4"/>
                </a:solidFill>
                <a:latin typeface="IBM Plex Sans Medium"/>
                <a:ea typeface="IBM Plex Sans Medium"/>
                <a:cs typeface="IBM Plex Sans Medium"/>
                <a:sym typeface="IBM Plex Sans Medium"/>
              </a:defRPr>
            </a:lvl9pPr>
          </a:lstStyle>
          <a:p>
            <a:endParaRPr/>
          </a:p>
        </p:txBody>
      </p:sp>
      <p:sp>
        <p:nvSpPr>
          <p:cNvPr id="379" name="Google Shape;379;p30"/>
          <p:cNvSpPr txBox="1">
            <a:spLocks noGrp="1"/>
          </p:cNvSpPr>
          <p:nvPr>
            <p:ph type="body" idx="2"/>
          </p:nvPr>
        </p:nvSpPr>
        <p:spPr>
          <a:xfrm>
            <a:off x="543650" y="2486196"/>
            <a:ext cx="1889400" cy="1923300"/>
          </a:xfrm>
          <a:prstGeom prst="rect">
            <a:avLst/>
          </a:prstGeom>
        </p:spPr>
        <p:txBody>
          <a:bodyPr spcFirstLastPara="1" wrap="square" lIns="0" tIns="0" rIns="0" bIns="0" anchor="t" anchorCtr="0">
            <a:normAutofit/>
          </a:bodyPr>
          <a:lstStyle>
            <a:lvl1pPr marL="457200" lvl="0" indent="-330200" algn="ctr" rtl="0">
              <a:spcBef>
                <a:spcPts val="0"/>
              </a:spcBef>
              <a:spcAft>
                <a:spcPts val="0"/>
              </a:spcAft>
              <a:buSzPts val="1600"/>
              <a:buChar char="■"/>
              <a:defRPr sz="1600"/>
            </a:lvl1pPr>
            <a:lvl2pPr marL="914400" lvl="1" indent="-317500" algn="ctr" rtl="0">
              <a:spcBef>
                <a:spcPts val="0"/>
              </a:spcBef>
              <a:spcAft>
                <a:spcPts val="0"/>
              </a:spcAft>
              <a:buSzPts val="1400"/>
              <a:buChar char="■"/>
              <a:defRPr/>
            </a:lvl2pPr>
            <a:lvl3pPr marL="1371600" lvl="2" indent="-317500" algn="ctr" rtl="0">
              <a:spcBef>
                <a:spcPts val="0"/>
              </a:spcBef>
              <a:spcAft>
                <a:spcPts val="0"/>
              </a:spcAft>
              <a:buClr>
                <a:schemeClr val="dk1"/>
              </a:buClr>
              <a:buSzPts val="1400"/>
              <a:buChar char="■"/>
              <a:defRPr/>
            </a:lvl3pPr>
            <a:lvl4pPr marL="1828800" lvl="3" indent="-317500" algn="ctr" rtl="0">
              <a:spcBef>
                <a:spcPts val="0"/>
              </a:spcBef>
              <a:spcAft>
                <a:spcPts val="0"/>
              </a:spcAft>
              <a:buClr>
                <a:schemeClr val="dk1"/>
              </a:buClr>
              <a:buSzPts val="1400"/>
              <a:buChar char="●"/>
              <a:defRPr/>
            </a:lvl4pPr>
            <a:lvl5pPr marL="2286000" lvl="4" indent="-317500" algn="ctr" rtl="0">
              <a:spcBef>
                <a:spcPts val="0"/>
              </a:spcBef>
              <a:spcAft>
                <a:spcPts val="0"/>
              </a:spcAft>
              <a:buSzPts val="1400"/>
              <a:buChar char="○"/>
              <a:defRPr/>
            </a:lvl5pPr>
            <a:lvl6pPr marL="2743200" lvl="5" indent="-317500" algn="ctr" rtl="0">
              <a:spcBef>
                <a:spcPts val="0"/>
              </a:spcBef>
              <a:spcAft>
                <a:spcPts val="0"/>
              </a:spcAft>
              <a:buSzPts val="1400"/>
              <a:buChar char="■"/>
              <a:defRPr/>
            </a:lvl6pPr>
            <a:lvl7pPr marL="3200400" lvl="6" indent="-317500" algn="ctr" rtl="0">
              <a:spcBef>
                <a:spcPts val="0"/>
              </a:spcBef>
              <a:spcAft>
                <a:spcPts val="0"/>
              </a:spcAft>
              <a:buSzPts val="1400"/>
              <a:buChar char="●"/>
              <a:defRPr/>
            </a:lvl7pPr>
            <a:lvl8pPr marL="3657600" lvl="7" indent="-317500" algn="ctr" rtl="0">
              <a:spcBef>
                <a:spcPts val="0"/>
              </a:spcBef>
              <a:spcAft>
                <a:spcPts val="0"/>
              </a:spcAft>
              <a:buSzPts val="1400"/>
              <a:buChar char="○"/>
              <a:defRPr/>
            </a:lvl8pPr>
            <a:lvl9pPr marL="4114800" lvl="8" indent="-317500" algn="ctr" rtl="0">
              <a:spcBef>
                <a:spcPts val="0"/>
              </a:spcBef>
              <a:spcAft>
                <a:spcPts val="0"/>
              </a:spcAft>
              <a:buSzPts val="1400"/>
              <a:buChar char="■"/>
              <a:defRPr/>
            </a:lvl9pPr>
          </a:lstStyle>
          <a:p>
            <a:endParaRPr/>
          </a:p>
        </p:txBody>
      </p:sp>
      <p:sp>
        <p:nvSpPr>
          <p:cNvPr id="380" name="Google Shape;380;p30"/>
          <p:cNvSpPr txBox="1">
            <a:spLocks noGrp="1"/>
          </p:cNvSpPr>
          <p:nvPr>
            <p:ph type="subTitle" idx="3"/>
          </p:nvPr>
        </p:nvSpPr>
        <p:spPr>
          <a:xfrm>
            <a:off x="3174386" y="1909050"/>
            <a:ext cx="1888500" cy="375000"/>
          </a:xfrm>
          <a:prstGeom prst="rect">
            <a:avLst/>
          </a:prstGeom>
        </p:spPr>
        <p:txBody>
          <a:bodyPr spcFirstLastPara="1" wrap="square" lIns="0" tIns="0" rIns="0" bIns="0" anchor="t" anchorCtr="0">
            <a:normAutofit/>
          </a:bodyPr>
          <a:lstStyle>
            <a:lvl1pPr lvl="0" algn="ctr" rtl="0">
              <a:lnSpc>
                <a:spcPct val="100000"/>
              </a:lnSpc>
              <a:spcBef>
                <a:spcPts val="0"/>
              </a:spcBef>
              <a:spcAft>
                <a:spcPts val="0"/>
              </a:spcAft>
              <a:buClr>
                <a:schemeClr val="accent4"/>
              </a:buClr>
              <a:buSzPts val="1800"/>
              <a:buFont typeface="IBM Plex Sans Medium"/>
              <a:buNone/>
              <a:defRPr sz="1800">
                <a:solidFill>
                  <a:schemeClr val="accent4"/>
                </a:solidFill>
                <a:latin typeface="IBM Plex Sans Medium"/>
                <a:ea typeface="IBM Plex Sans Medium"/>
                <a:cs typeface="IBM Plex Sans Medium"/>
                <a:sym typeface="IBM Plex Sans Medium"/>
              </a:defRPr>
            </a:lvl1pPr>
            <a:lvl2pPr lvl="1" algn="ctr" rtl="0">
              <a:lnSpc>
                <a:spcPct val="100000"/>
              </a:lnSpc>
              <a:spcBef>
                <a:spcPts val="0"/>
              </a:spcBef>
              <a:spcAft>
                <a:spcPts val="0"/>
              </a:spcAft>
              <a:buClr>
                <a:schemeClr val="accent4"/>
              </a:buClr>
              <a:buSzPts val="1800"/>
              <a:buFont typeface="IBM Plex Sans Medium"/>
              <a:buNone/>
              <a:defRPr sz="1800">
                <a:solidFill>
                  <a:schemeClr val="accent4"/>
                </a:solidFill>
                <a:latin typeface="IBM Plex Sans Medium"/>
                <a:ea typeface="IBM Plex Sans Medium"/>
                <a:cs typeface="IBM Plex Sans Medium"/>
                <a:sym typeface="IBM Plex Sans Medium"/>
              </a:defRPr>
            </a:lvl2pPr>
            <a:lvl3pPr lvl="2" algn="ctr" rtl="0">
              <a:lnSpc>
                <a:spcPct val="100000"/>
              </a:lnSpc>
              <a:spcBef>
                <a:spcPts val="0"/>
              </a:spcBef>
              <a:spcAft>
                <a:spcPts val="0"/>
              </a:spcAft>
              <a:buClr>
                <a:schemeClr val="accent4"/>
              </a:buClr>
              <a:buSzPts val="1800"/>
              <a:buFont typeface="IBM Plex Sans Medium"/>
              <a:buNone/>
              <a:defRPr sz="1800">
                <a:solidFill>
                  <a:schemeClr val="accent4"/>
                </a:solidFill>
                <a:latin typeface="IBM Plex Sans Medium"/>
                <a:ea typeface="IBM Plex Sans Medium"/>
                <a:cs typeface="IBM Plex Sans Medium"/>
                <a:sym typeface="IBM Plex Sans Medium"/>
              </a:defRPr>
            </a:lvl3pPr>
            <a:lvl4pPr lvl="3" algn="ctr" rtl="0">
              <a:lnSpc>
                <a:spcPct val="100000"/>
              </a:lnSpc>
              <a:spcBef>
                <a:spcPts val="0"/>
              </a:spcBef>
              <a:spcAft>
                <a:spcPts val="0"/>
              </a:spcAft>
              <a:buClr>
                <a:schemeClr val="accent4"/>
              </a:buClr>
              <a:buSzPts val="1800"/>
              <a:buFont typeface="IBM Plex Sans Medium"/>
              <a:buNone/>
              <a:defRPr sz="1800">
                <a:solidFill>
                  <a:schemeClr val="accent4"/>
                </a:solidFill>
                <a:latin typeface="IBM Plex Sans Medium"/>
                <a:ea typeface="IBM Plex Sans Medium"/>
                <a:cs typeface="IBM Plex Sans Medium"/>
                <a:sym typeface="IBM Plex Sans Medium"/>
              </a:defRPr>
            </a:lvl4pPr>
            <a:lvl5pPr lvl="4" algn="ctr" rtl="0">
              <a:lnSpc>
                <a:spcPct val="100000"/>
              </a:lnSpc>
              <a:spcBef>
                <a:spcPts val="0"/>
              </a:spcBef>
              <a:spcAft>
                <a:spcPts val="0"/>
              </a:spcAft>
              <a:buClr>
                <a:schemeClr val="accent4"/>
              </a:buClr>
              <a:buSzPts val="1800"/>
              <a:buFont typeface="IBM Plex Sans Medium"/>
              <a:buNone/>
              <a:defRPr sz="1800">
                <a:solidFill>
                  <a:schemeClr val="accent4"/>
                </a:solidFill>
                <a:latin typeface="IBM Plex Sans Medium"/>
                <a:ea typeface="IBM Plex Sans Medium"/>
                <a:cs typeface="IBM Plex Sans Medium"/>
                <a:sym typeface="IBM Plex Sans Medium"/>
              </a:defRPr>
            </a:lvl5pPr>
            <a:lvl6pPr lvl="5" algn="ctr" rtl="0">
              <a:lnSpc>
                <a:spcPct val="100000"/>
              </a:lnSpc>
              <a:spcBef>
                <a:spcPts val="0"/>
              </a:spcBef>
              <a:spcAft>
                <a:spcPts val="0"/>
              </a:spcAft>
              <a:buClr>
                <a:schemeClr val="accent4"/>
              </a:buClr>
              <a:buSzPts val="1800"/>
              <a:buFont typeface="IBM Plex Sans Medium"/>
              <a:buNone/>
              <a:defRPr sz="1800">
                <a:solidFill>
                  <a:schemeClr val="accent4"/>
                </a:solidFill>
                <a:latin typeface="IBM Plex Sans Medium"/>
                <a:ea typeface="IBM Plex Sans Medium"/>
                <a:cs typeface="IBM Plex Sans Medium"/>
                <a:sym typeface="IBM Plex Sans Medium"/>
              </a:defRPr>
            </a:lvl6pPr>
            <a:lvl7pPr lvl="6" algn="ctr" rtl="0">
              <a:lnSpc>
                <a:spcPct val="100000"/>
              </a:lnSpc>
              <a:spcBef>
                <a:spcPts val="0"/>
              </a:spcBef>
              <a:spcAft>
                <a:spcPts val="0"/>
              </a:spcAft>
              <a:buClr>
                <a:schemeClr val="accent4"/>
              </a:buClr>
              <a:buSzPts val="1800"/>
              <a:buFont typeface="IBM Plex Sans Medium"/>
              <a:buNone/>
              <a:defRPr sz="1800">
                <a:solidFill>
                  <a:schemeClr val="accent4"/>
                </a:solidFill>
                <a:latin typeface="IBM Plex Sans Medium"/>
                <a:ea typeface="IBM Plex Sans Medium"/>
                <a:cs typeface="IBM Plex Sans Medium"/>
                <a:sym typeface="IBM Plex Sans Medium"/>
              </a:defRPr>
            </a:lvl7pPr>
            <a:lvl8pPr lvl="7" algn="ctr" rtl="0">
              <a:lnSpc>
                <a:spcPct val="100000"/>
              </a:lnSpc>
              <a:spcBef>
                <a:spcPts val="0"/>
              </a:spcBef>
              <a:spcAft>
                <a:spcPts val="0"/>
              </a:spcAft>
              <a:buClr>
                <a:schemeClr val="accent4"/>
              </a:buClr>
              <a:buSzPts val="1800"/>
              <a:buFont typeface="IBM Plex Sans Medium"/>
              <a:buNone/>
              <a:defRPr sz="1800">
                <a:solidFill>
                  <a:schemeClr val="accent4"/>
                </a:solidFill>
                <a:latin typeface="IBM Plex Sans Medium"/>
                <a:ea typeface="IBM Plex Sans Medium"/>
                <a:cs typeface="IBM Plex Sans Medium"/>
                <a:sym typeface="IBM Plex Sans Medium"/>
              </a:defRPr>
            </a:lvl8pPr>
            <a:lvl9pPr lvl="8" algn="ctr" rtl="0">
              <a:lnSpc>
                <a:spcPct val="100000"/>
              </a:lnSpc>
              <a:spcBef>
                <a:spcPts val="0"/>
              </a:spcBef>
              <a:spcAft>
                <a:spcPts val="0"/>
              </a:spcAft>
              <a:buClr>
                <a:schemeClr val="accent4"/>
              </a:buClr>
              <a:buSzPts val="1800"/>
              <a:buFont typeface="IBM Plex Sans Medium"/>
              <a:buNone/>
              <a:defRPr sz="1800">
                <a:solidFill>
                  <a:schemeClr val="accent4"/>
                </a:solidFill>
                <a:latin typeface="IBM Plex Sans Medium"/>
                <a:ea typeface="IBM Plex Sans Medium"/>
                <a:cs typeface="IBM Plex Sans Medium"/>
                <a:sym typeface="IBM Plex Sans Medium"/>
              </a:defRPr>
            </a:lvl9pPr>
          </a:lstStyle>
          <a:p>
            <a:endParaRPr/>
          </a:p>
        </p:txBody>
      </p:sp>
      <p:sp>
        <p:nvSpPr>
          <p:cNvPr id="381" name="Google Shape;381;p30"/>
          <p:cNvSpPr txBox="1">
            <a:spLocks noGrp="1"/>
          </p:cNvSpPr>
          <p:nvPr>
            <p:ph type="body" idx="4"/>
          </p:nvPr>
        </p:nvSpPr>
        <p:spPr>
          <a:xfrm>
            <a:off x="3183206" y="2486196"/>
            <a:ext cx="1889400" cy="1923300"/>
          </a:xfrm>
          <a:prstGeom prst="rect">
            <a:avLst/>
          </a:prstGeom>
        </p:spPr>
        <p:txBody>
          <a:bodyPr spcFirstLastPara="1" wrap="square" lIns="0" tIns="0" rIns="0" bIns="0" anchor="t" anchorCtr="0">
            <a:normAutofit/>
          </a:bodyPr>
          <a:lstStyle>
            <a:lvl1pPr marL="457200" lvl="0" indent="-330200" algn="ctr" rtl="0">
              <a:spcBef>
                <a:spcPts val="0"/>
              </a:spcBef>
              <a:spcAft>
                <a:spcPts val="0"/>
              </a:spcAft>
              <a:buSzPts val="1600"/>
              <a:buChar char="■"/>
              <a:defRPr sz="1600"/>
            </a:lvl1pPr>
            <a:lvl2pPr marL="914400" lvl="1" indent="-317500" algn="ctr" rtl="0">
              <a:spcBef>
                <a:spcPts val="0"/>
              </a:spcBef>
              <a:spcAft>
                <a:spcPts val="0"/>
              </a:spcAft>
              <a:buSzPts val="1400"/>
              <a:buChar char="■"/>
              <a:defRPr/>
            </a:lvl2pPr>
            <a:lvl3pPr marL="1371600" lvl="2" indent="-317500" algn="ctr" rtl="0">
              <a:spcBef>
                <a:spcPts val="0"/>
              </a:spcBef>
              <a:spcAft>
                <a:spcPts val="0"/>
              </a:spcAft>
              <a:buClr>
                <a:schemeClr val="dk1"/>
              </a:buClr>
              <a:buSzPts val="1400"/>
              <a:buChar char="■"/>
              <a:defRPr/>
            </a:lvl3pPr>
            <a:lvl4pPr marL="1828800" lvl="3" indent="-317500" algn="ctr" rtl="0">
              <a:spcBef>
                <a:spcPts val="0"/>
              </a:spcBef>
              <a:spcAft>
                <a:spcPts val="0"/>
              </a:spcAft>
              <a:buClr>
                <a:schemeClr val="dk1"/>
              </a:buClr>
              <a:buSzPts val="1400"/>
              <a:buChar char="●"/>
              <a:defRPr/>
            </a:lvl4pPr>
            <a:lvl5pPr marL="2286000" lvl="4" indent="-317500" algn="ctr" rtl="0">
              <a:spcBef>
                <a:spcPts val="0"/>
              </a:spcBef>
              <a:spcAft>
                <a:spcPts val="0"/>
              </a:spcAft>
              <a:buSzPts val="1400"/>
              <a:buChar char="○"/>
              <a:defRPr/>
            </a:lvl5pPr>
            <a:lvl6pPr marL="2743200" lvl="5" indent="-317500" algn="ctr" rtl="0">
              <a:spcBef>
                <a:spcPts val="0"/>
              </a:spcBef>
              <a:spcAft>
                <a:spcPts val="0"/>
              </a:spcAft>
              <a:buSzPts val="1400"/>
              <a:buChar char="■"/>
              <a:defRPr/>
            </a:lvl6pPr>
            <a:lvl7pPr marL="3200400" lvl="6" indent="-317500" algn="ctr" rtl="0">
              <a:spcBef>
                <a:spcPts val="0"/>
              </a:spcBef>
              <a:spcAft>
                <a:spcPts val="0"/>
              </a:spcAft>
              <a:buSzPts val="1400"/>
              <a:buChar char="●"/>
              <a:defRPr/>
            </a:lvl7pPr>
            <a:lvl8pPr marL="3657600" lvl="7" indent="-317500" algn="ctr" rtl="0">
              <a:spcBef>
                <a:spcPts val="0"/>
              </a:spcBef>
              <a:spcAft>
                <a:spcPts val="0"/>
              </a:spcAft>
              <a:buSzPts val="1400"/>
              <a:buChar char="○"/>
              <a:defRPr/>
            </a:lvl8pPr>
            <a:lvl9pPr marL="4114800" lvl="8" indent="-317500" algn="ctr" rtl="0">
              <a:spcBef>
                <a:spcPts val="0"/>
              </a:spcBef>
              <a:spcAft>
                <a:spcPts val="0"/>
              </a:spcAft>
              <a:buSzPts val="1400"/>
              <a:buChar char="■"/>
              <a:defRPr/>
            </a:lvl9pPr>
          </a:lstStyle>
          <a:p>
            <a:endParaRPr/>
          </a:p>
        </p:txBody>
      </p:sp>
      <p:sp>
        <p:nvSpPr>
          <p:cNvPr id="382" name="Google Shape;382;p30"/>
          <p:cNvSpPr txBox="1">
            <a:spLocks noGrp="1"/>
          </p:cNvSpPr>
          <p:nvPr>
            <p:ph type="subTitle" idx="5"/>
          </p:nvPr>
        </p:nvSpPr>
        <p:spPr>
          <a:xfrm>
            <a:off x="5813934" y="1909050"/>
            <a:ext cx="1888500" cy="375000"/>
          </a:xfrm>
          <a:prstGeom prst="rect">
            <a:avLst/>
          </a:prstGeom>
        </p:spPr>
        <p:txBody>
          <a:bodyPr spcFirstLastPara="1" wrap="square" lIns="0" tIns="0" rIns="0" bIns="0" anchor="t" anchorCtr="0">
            <a:normAutofit/>
          </a:bodyPr>
          <a:lstStyle>
            <a:lvl1pPr lvl="0" algn="ctr" rtl="0">
              <a:lnSpc>
                <a:spcPct val="100000"/>
              </a:lnSpc>
              <a:spcBef>
                <a:spcPts val="0"/>
              </a:spcBef>
              <a:spcAft>
                <a:spcPts val="0"/>
              </a:spcAft>
              <a:buClr>
                <a:schemeClr val="accent4"/>
              </a:buClr>
              <a:buSzPts val="1800"/>
              <a:buFont typeface="IBM Plex Sans Medium"/>
              <a:buNone/>
              <a:defRPr sz="1800">
                <a:solidFill>
                  <a:schemeClr val="accent4"/>
                </a:solidFill>
                <a:latin typeface="IBM Plex Sans Medium"/>
                <a:ea typeface="IBM Plex Sans Medium"/>
                <a:cs typeface="IBM Plex Sans Medium"/>
                <a:sym typeface="IBM Plex Sans Medium"/>
              </a:defRPr>
            </a:lvl1pPr>
            <a:lvl2pPr lvl="1" algn="ctr" rtl="0">
              <a:lnSpc>
                <a:spcPct val="100000"/>
              </a:lnSpc>
              <a:spcBef>
                <a:spcPts val="0"/>
              </a:spcBef>
              <a:spcAft>
                <a:spcPts val="0"/>
              </a:spcAft>
              <a:buClr>
                <a:schemeClr val="accent4"/>
              </a:buClr>
              <a:buSzPts val="1800"/>
              <a:buFont typeface="IBM Plex Sans Medium"/>
              <a:buNone/>
              <a:defRPr sz="1800">
                <a:solidFill>
                  <a:schemeClr val="accent4"/>
                </a:solidFill>
                <a:latin typeface="IBM Plex Sans Medium"/>
                <a:ea typeface="IBM Plex Sans Medium"/>
                <a:cs typeface="IBM Plex Sans Medium"/>
                <a:sym typeface="IBM Plex Sans Medium"/>
              </a:defRPr>
            </a:lvl2pPr>
            <a:lvl3pPr lvl="2" algn="ctr" rtl="0">
              <a:lnSpc>
                <a:spcPct val="100000"/>
              </a:lnSpc>
              <a:spcBef>
                <a:spcPts val="0"/>
              </a:spcBef>
              <a:spcAft>
                <a:spcPts val="0"/>
              </a:spcAft>
              <a:buClr>
                <a:schemeClr val="accent4"/>
              </a:buClr>
              <a:buSzPts val="1800"/>
              <a:buFont typeface="IBM Plex Sans Medium"/>
              <a:buNone/>
              <a:defRPr sz="1800">
                <a:solidFill>
                  <a:schemeClr val="accent4"/>
                </a:solidFill>
                <a:latin typeface="IBM Plex Sans Medium"/>
                <a:ea typeface="IBM Plex Sans Medium"/>
                <a:cs typeface="IBM Plex Sans Medium"/>
                <a:sym typeface="IBM Plex Sans Medium"/>
              </a:defRPr>
            </a:lvl3pPr>
            <a:lvl4pPr lvl="3" algn="ctr" rtl="0">
              <a:lnSpc>
                <a:spcPct val="100000"/>
              </a:lnSpc>
              <a:spcBef>
                <a:spcPts val="0"/>
              </a:spcBef>
              <a:spcAft>
                <a:spcPts val="0"/>
              </a:spcAft>
              <a:buClr>
                <a:schemeClr val="accent4"/>
              </a:buClr>
              <a:buSzPts val="1800"/>
              <a:buFont typeface="IBM Plex Sans Medium"/>
              <a:buNone/>
              <a:defRPr sz="1800">
                <a:solidFill>
                  <a:schemeClr val="accent4"/>
                </a:solidFill>
                <a:latin typeface="IBM Plex Sans Medium"/>
                <a:ea typeface="IBM Plex Sans Medium"/>
                <a:cs typeface="IBM Plex Sans Medium"/>
                <a:sym typeface="IBM Plex Sans Medium"/>
              </a:defRPr>
            </a:lvl4pPr>
            <a:lvl5pPr lvl="4" algn="ctr" rtl="0">
              <a:lnSpc>
                <a:spcPct val="100000"/>
              </a:lnSpc>
              <a:spcBef>
                <a:spcPts val="0"/>
              </a:spcBef>
              <a:spcAft>
                <a:spcPts val="0"/>
              </a:spcAft>
              <a:buClr>
                <a:schemeClr val="accent4"/>
              </a:buClr>
              <a:buSzPts val="1800"/>
              <a:buFont typeface="IBM Plex Sans Medium"/>
              <a:buNone/>
              <a:defRPr sz="1800">
                <a:solidFill>
                  <a:schemeClr val="accent4"/>
                </a:solidFill>
                <a:latin typeface="IBM Plex Sans Medium"/>
                <a:ea typeface="IBM Plex Sans Medium"/>
                <a:cs typeface="IBM Plex Sans Medium"/>
                <a:sym typeface="IBM Plex Sans Medium"/>
              </a:defRPr>
            </a:lvl5pPr>
            <a:lvl6pPr lvl="5" algn="ctr" rtl="0">
              <a:lnSpc>
                <a:spcPct val="100000"/>
              </a:lnSpc>
              <a:spcBef>
                <a:spcPts val="0"/>
              </a:spcBef>
              <a:spcAft>
                <a:spcPts val="0"/>
              </a:spcAft>
              <a:buClr>
                <a:schemeClr val="accent4"/>
              </a:buClr>
              <a:buSzPts val="1800"/>
              <a:buFont typeface="IBM Plex Sans Medium"/>
              <a:buNone/>
              <a:defRPr sz="1800">
                <a:solidFill>
                  <a:schemeClr val="accent4"/>
                </a:solidFill>
                <a:latin typeface="IBM Plex Sans Medium"/>
                <a:ea typeface="IBM Plex Sans Medium"/>
                <a:cs typeface="IBM Plex Sans Medium"/>
                <a:sym typeface="IBM Plex Sans Medium"/>
              </a:defRPr>
            </a:lvl6pPr>
            <a:lvl7pPr lvl="6" algn="ctr" rtl="0">
              <a:lnSpc>
                <a:spcPct val="100000"/>
              </a:lnSpc>
              <a:spcBef>
                <a:spcPts val="0"/>
              </a:spcBef>
              <a:spcAft>
                <a:spcPts val="0"/>
              </a:spcAft>
              <a:buClr>
                <a:schemeClr val="accent4"/>
              </a:buClr>
              <a:buSzPts val="1800"/>
              <a:buFont typeface="IBM Plex Sans Medium"/>
              <a:buNone/>
              <a:defRPr sz="1800">
                <a:solidFill>
                  <a:schemeClr val="accent4"/>
                </a:solidFill>
                <a:latin typeface="IBM Plex Sans Medium"/>
                <a:ea typeface="IBM Plex Sans Medium"/>
                <a:cs typeface="IBM Plex Sans Medium"/>
                <a:sym typeface="IBM Plex Sans Medium"/>
              </a:defRPr>
            </a:lvl7pPr>
            <a:lvl8pPr lvl="7" algn="ctr" rtl="0">
              <a:lnSpc>
                <a:spcPct val="100000"/>
              </a:lnSpc>
              <a:spcBef>
                <a:spcPts val="0"/>
              </a:spcBef>
              <a:spcAft>
                <a:spcPts val="0"/>
              </a:spcAft>
              <a:buClr>
                <a:schemeClr val="accent4"/>
              </a:buClr>
              <a:buSzPts val="1800"/>
              <a:buFont typeface="IBM Plex Sans Medium"/>
              <a:buNone/>
              <a:defRPr sz="1800">
                <a:solidFill>
                  <a:schemeClr val="accent4"/>
                </a:solidFill>
                <a:latin typeface="IBM Plex Sans Medium"/>
                <a:ea typeface="IBM Plex Sans Medium"/>
                <a:cs typeface="IBM Plex Sans Medium"/>
                <a:sym typeface="IBM Plex Sans Medium"/>
              </a:defRPr>
            </a:lvl8pPr>
            <a:lvl9pPr lvl="8" algn="ctr" rtl="0">
              <a:lnSpc>
                <a:spcPct val="100000"/>
              </a:lnSpc>
              <a:spcBef>
                <a:spcPts val="0"/>
              </a:spcBef>
              <a:spcAft>
                <a:spcPts val="0"/>
              </a:spcAft>
              <a:buClr>
                <a:schemeClr val="accent4"/>
              </a:buClr>
              <a:buSzPts val="1800"/>
              <a:buFont typeface="IBM Plex Sans Medium"/>
              <a:buNone/>
              <a:defRPr sz="1800">
                <a:solidFill>
                  <a:schemeClr val="accent4"/>
                </a:solidFill>
                <a:latin typeface="IBM Plex Sans Medium"/>
                <a:ea typeface="IBM Plex Sans Medium"/>
                <a:cs typeface="IBM Plex Sans Medium"/>
                <a:sym typeface="IBM Plex Sans Medium"/>
              </a:defRPr>
            </a:lvl9pPr>
          </a:lstStyle>
          <a:p>
            <a:endParaRPr/>
          </a:p>
        </p:txBody>
      </p:sp>
      <p:sp>
        <p:nvSpPr>
          <p:cNvPr id="383" name="Google Shape;383;p30"/>
          <p:cNvSpPr txBox="1">
            <a:spLocks noGrp="1"/>
          </p:cNvSpPr>
          <p:nvPr>
            <p:ph type="body" idx="6"/>
          </p:nvPr>
        </p:nvSpPr>
        <p:spPr>
          <a:xfrm>
            <a:off x="5822750" y="2486196"/>
            <a:ext cx="1889400" cy="1923300"/>
          </a:xfrm>
          <a:prstGeom prst="rect">
            <a:avLst/>
          </a:prstGeom>
        </p:spPr>
        <p:txBody>
          <a:bodyPr spcFirstLastPara="1" wrap="square" lIns="0" tIns="0" rIns="0" bIns="0" anchor="t" anchorCtr="0">
            <a:normAutofit/>
          </a:bodyPr>
          <a:lstStyle>
            <a:lvl1pPr marL="457200" lvl="0" indent="-330200" algn="ctr" rtl="0">
              <a:spcBef>
                <a:spcPts val="0"/>
              </a:spcBef>
              <a:spcAft>
                <a:spcPts val="0"/>
              </a:spcAft>
              <a:buSzPts val="1600"/>
              <a:buChar char="■"/>
              <a:defRPr sz="1600"/>
            </a:lvl1pPr>
            <a:lvl2pPr marL="914400" lvl="1" indent="-317500" algn="ctr" rtl="0">
              <a:spcBef>
                <a:spcPts val="0"/>
              </a:spcBef>
              <a:spcAft>
                <a:spcPts val="0"/>
              </a:spcAft>
              <a:buSzPts val="1400"/>
              <a:buChar char="■"/>
              <a:defRPr/>
            </a:lvl2pPr>
            <a:lvl3pPr marL="1371600" lvl="2" indent="-317500" algn="ctr" rtl="0">
              <a:spcBef>
                <a:spcPts val="0"/>
              </a:spcBef>
              <a:spcAft>
                <a:spcPts val="0"/>
              </a:spcAft>
              <a:buClr>
                <a:schemeClr val="dk1"/>
              </a:buClr>
              <a:buSzPts val="1400"/>
              <a:buChar char="■"/>
              <a:defRPr/>
            </a:lvl3pPr>
            <a:lvl4pPr marL="1828800" lvl="3" indent="-317500" algn="ctr" rtl="0">
              <a:spcBef>
                <a:spcPts val="0"/>
              </a:spcBef>
              <a:spcAft>
                <a:spcPts val="0"/>
              </a:spcAft>
              <a:buClr>
                <a:schemeClr val="dk1"/>
              </a:buClr>
              <a:buSzPts val="1400"/>
              <a:buChar char="●"/>
              <a:defRPr/>
            </a:lvl4pPr>
            <a:lvl5pPr marL="2286000" lvl="4" indent="-317500" algn="ctr" rtl="0">
              <a:spcBef>
                <a:spcPts val="0"/>
              </a:spcBef>
              <a:spcAft>
                <a:spcPts val="0"/>
              </a:spcAft>
              <a:buSzPts val="1400"/>
              <a:buChar char="○"/>
              <a:defRPr/>
            </a:lvl5pPr>
            <a:lvl6pPr marL="2743200" lvl="5" indent="-317500" algn="ctr" rtl="0">
              <a:spcBef>
                <a:spcPts val="0"/>
              </a:spcBef>
              <a:spcAft>
                <a:spcPts val="0"/>
              </a:spcAft>
              <a:buSzPts val="1400"/>
              <a:buChar char="■"/>
              <a:defRPr/>
            </a:lvl6pPr>
            <a:lvl7pPr marL="3200400" lvl="6" indent="-317500" algn="ctr" rtl="0">
              <a:spcBef>
                <a:spcPts val="0"/>
              </a:spcBef>
              <a:spcAft>
                <a:spcPts val="0"/>
              </a:spcAft>
              <a:buSzPts val="1400"/>
              <a:buChar char="●"/>
              <a:defRPr/>
            </a:lvl7pPr>
            <a:lvl8pPr marL="3657600" lvl="7" indent="-317500" algn="ctr" rtl="0">
              <a:spcBef>
                <a:spcPts val="0"/>
              </a:spcBef>
              <a:spcAft>
                <a:spcPts val="0"/>
              </a:spcAft>
              <a:buSzPts val="1400"/>
              <a:buChar char="○"/>
              <a:defRPr/>
            </a:lvl8pPr>
            <a:lvl9pPr marL="4114800" lvl="8" indent="-317500" algn="ctr" rtl="0">
              <a:spcBef>
                <a:spcPts val="0"/>
              </a:spcBef>
              <a:spcAft>
                <a:spcPts val="0"/>
              </a:spcAft>
              <a:buSzPts val="1400"/>
              <a:buChar char="■"/>
              <a:defRPr/>
            </a:lvl9pPr>
          </a:lstStyle>
          <a:p>
            <a:endParaRPr/>
          </a:p>
        </p:txBody>
      </p:sp>
      <p:pic>
        <p:nvPicPr>
          <p:cNvPr id="384" name="Google Shape;384;p30"/>
          <p:cNvPicPr preferRelativeResize="0"/>
          <p:nvPr/>
        </p:nvPicPr>
        <p:blipFill>
          <a:blip r:embed="rId2">
            <a:alphaModFix/>
          </a:blip>
          <a:stretch>
            <a:fillRect/>
          </a:stretch>
        </p:blipFill>
        <p:spPr>
          <a:xfrm>
            <a:off x="8565901" y="154375"/>
            <a:ext cx="424850" cy="428248"/>
          </a:xfrm>
          <a:prstGeom prst="rect">
            <a:avLst/>
          </a:prstGeom>
          <a:noFill/>
          <a:ln>
            <a:noFill/>
          </a:ln>
        </p:spPr>
      </p:pic>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Content &amp; Image - Black">
  <p:cSld name="TITLE_ONLY_1_6">
    <p:bg>
      <p:bgPr>
        <a:solidFill>
          <a:schemeClr val="dk1"/>
        </a:solidFill>
        <a:effectLst/>
      </p:bgPr>
    </p:bg>
    <p:spTree>
      <p:nvGrpSpPr>
        <p:cNvPr id="1" name="Shape 385"/>
        <p:cNvGrpSpPr/>
        <p:nvPr/>
      </p:nvGrpSpPr>
      <p:grpSpPr>
        <a:xfrm>
          <a:off x="0" y="0"/>
          <a:ext cx="0" cy="0"/>
          <a:chOff x="0" y="0"/>
          <a:chExt cx="0" cy="0"/>
        </a:xfrm>
      </p:grpSpPr>
      <p:sp>
        <p:nvSpPr>
          <p:cNvPr id="386" name="Google Shape;386;p31"/>
          <p:cNvSpPr/>
          <p:nvPr/>
        </p:nvSpPr>
        <p:spPr>
          <a:xfrm>
            <a:off x="4383000" y="1311125"/>
            <a:ext cx="4314300" cy="3526800"/>
          </a:xfrm>
          <a:prstGeom prst="roundRect">
            <a:avLst>
              <a:gd name="adj" fmla="val 7142"/>
            </a:avLst>
          </a:prstGeom>
          <a:noFill/>
          <a:ln w="19050" cap="flat" cmpd="sng">
            <a:solidFill>
              <a:srgbClr val="D2FF1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 name="Google Shape;387;p31"/>
          <p:cNvSpPr txBox="1">
            <a:spLocks noGrp="1"/>
          </p:cNvSpPr>
          <p:nvPr>
            <p:ph type="title"/>
          </p:nvPr>
        </p:nvSpPr>
        <p:spPr>
          <a:xfrm>
            <a:off x="457200" y="114300"/>
            <a:ext cx="8229600" cy="903300"/>
          </a:xfrm>
          <a:prstGeom prst="rect">
            <a:avLst/>
          </a:prstGeom>
        </p:spPr>
        <p:txBody>
          <a:bodyPr spcFirstLastPara="1" wrap="square" lIns="0" tIns="0" rIns="0" bIns="0" anchor="t" anchorCtr="0">
            <a:normAutofit/>
          </a:bodyPr>
          <a:lstStyle>
            <a:lvl1pPr lvl="0" rtl="0">
              <a:spcBef>
                <a:spcPts val="0"/>
              </a:spcBef>
              <a:spcAft>
                <a:spcPts val="0"/>
              </a:spcAft>
              <a:buClr>
                <a:schemeClr val="lt2"/>
              </a:buClr>
              <a:buSzPts val="3400"/>
              <a:buNone/>
              <a:defRPr>
                <a:solidFill>
                  <a:schemeClr val="lt2"/>
                </a:solidFill>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388" name="Google Shape;388;p31"/>
          <p:cNvSpPr>
            <a:spLocks noGrp="1"/>
          </p:cNvSpPr>
          <p:nvPr>
            <p:ph type="pic" idx="2"/>
          </p:nvPr>
        </p:nvSpPr>
        <p:spPr>
          <a:xfrm>
            <a:off x="4230675" y="1152475"/>
            <a:ext cx="4314300" cy="3536700"/>
          </a:xfrm>
          <a:prstGeom prst="roundRect">
            <a:avLst>
              <a:gd name="adj" fmla="val 7365"/>
            </a:avLst>
          </a:prstGeom>
          <a:noFill/>
          <a:ln>
            <a:noFill/>
          </a:ln>
        </p:spPr>
      </p:sp>
      <p:sp>
        <p:nvSpPr>
          <p:cNvPr id="389" name="Google Shape;389;p31"/>
          <p:cNvSpPr txBox="1">
            <a:spLocks noGrp="1"/>
          </p:cNvSpPr>
          <p:nvPr>
            <p:ph type="subTitle" idx="1"/>
          </p:nvPr>
        </p:nvSpPr>
        <p:spPr>
          <a:xfrm>
            <a:off x="467075" y="1149725"/>
            <a:ext cx="3197700" cy="450600"/>
          </a:xfrm>
          <a:prstGeom prst="rect">
            <a:avLst/>
          </a:prstGeom>
        </p:spPr>
        <p:txBody>
          <a:bodyPr spcFirstLastPara="1" wrap="square" lIns="0" tIns="0" rIns="0" bIns="0" anchor="t" anchorCtr="0">
            <a:normAutofit/>
          </a:bodyPr>
          <a:lstStyle>
            <a:lvl1pPr lvl="0">
              <a:lnSpc>
                <a:spcPct val="100000"/>
              </a:lnSpc>
              <a:spcBef>
                <a:spcPts val="0"/>
              </a:spcBef>
              <a:spcAft>
                <a:spcPts val="0"/>
              </a:spcAft>
              <a:buClr>
                <a:schemeClr val="accent2"/>
              </a:buClr>
              <a:buSzPts val="2000"/>
              <a:buFont typeface="IBM Plex Sans Medium"/>
              <a:buNone/>
              <a:defRPr sz="2000">
                <a:solidFill>
                  <a:schemeClr val="accent2"/>
                </a:solidFill>
                <a:latin typeface="IBM Plex Sans Medium"/>
                <a:ea typeface="IBM Plex Sans Medium"/>
                <a:cs typeface="IBM Plex Sans Medium"/>
                <a:sym typeface="IBM Plex Sans Medium"/>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90" name="Google Shape;390;p31"/>
          <p:cNvSpPr txBox="1">
            <a:spLocks noGrp="1"/>
          </p:cNvSpPr>
          <p:nvPr>
            <p:ph type="body" idx="3"/>
          </p:nvPr>
        </p:nvSpPr>
        <p:spPr>
          <a:xfrm>
            <a:off x="467075" y="1724600"/>
            <a:ext cx="3197700" cy="3081000"/>
          </a:xfrm>
          <a:prstGeom prst="rect">
            <a:avLst/>
          </a:prstGeom>
        </p:spPr>
        <p:txBody>
          <a:bodyPr spcFirstLastPara="1" wrap="square" lIns="0" tIns="0" rIns="0" bIns="0" anchor="t" anchorCtr="0">
            <a:normAutofit/>
          </a:bodyPr>
          <a:lstStyle>
            <a:lvl1pPr marL="457200" lvl="0" indent="-330200">
              <a:spcBef>
                <a:spcPts val="0"/>
              </a:spcBef>
              <a:spcAft>
                <a:spcPts val="0"/>
              </a:spcAft>
              <a:buClr>
                <a:schemeClr val="lt1"/>
              </a:buClr>
              <a:buSzPts val="1600"/>
              <a:buChar char="■"/>
              <a:defRPr>
                <a:solidFill>
                  <a:schemeClr val="lt1"/>
                </a:solidFill>
              </a:defRPr>
            </a:lvl1pPr>
            <a:lvl2pPr marL="914400" lvl="1" indent="-317500">
              <a:spcBef>
                <a:spcPts val="0"/>
              </a:spcBef>
              <a:spcAft>
                <a:spcPts val="0"/>
              </a:spcAft>
              <a:buClr>
                <a:schemeClr val="lt1"/>
              </a:buClr>
              <a:buSzPts val="1400"/>
              <a:buChar char="■"/>
              <a:defRPr>
                <a:solidFill>
                  <a:schemeClr val="lt1"/>
                </a:solidFill>
              </a:defRPr>
            </a:lvl2pPr>
            <a:lvl3pPr marL="1371600" lvl="2" indent="-317500">
              <a:spcBef>
                <a:spcPts val="0"/>
              </a:spcBef>
              <a:spcAft>
                <a:spcPts val="0"/>
              </a:spcAft>
              <a:buClr>
                <a:schemeClr val="lt1"/>
              </a:buClr>
              <a:buSzPts val="1400"/>
              <a:buChar char="■"/>
              <a:defRPr>
                <a:solidFill>
                  <a:schemeClr val="lt1"/>
                </a:solidFill>
              </a:defRPr>
            </a:lvl3pPr>
            <a:lvl4pPr marL="1828800" lvl="3" indent="-317500">
              <a:spcBef>
                <a:spcPts val="0"/>
              </a:spcBef>
              <a:spcAft>
                <a:spcPts val="0"/>
              </a:spcAft>
              <a:buClr>
                <a:schemeClr val="lt1"/>
              </a:buClr>
              <a:buSzPts val="1400"/>
              <a:buChar char="●"/>
              <a:defRPr>
                <a:solidFill>
                  <a:schemeClr val="lt1"/>
                </a:solidFill>
              </a:defRPr>
            </a:lvl4pPr>
            <a:lvl5pPr marL="2286000" lvl="4" indent="-317500">
              <a:spcBef>
                <a:spcPts val="0"/>
              </a:spcBef>
              <a:spcAft>
                <a:spcPts val="0"/>
              </a:spcAft>
              <a:buClr>
                <a:schemeClr val="lt1"/>
              </a:buClr>
              <a:buSzPts val="1400"/>
              <a:buChar char="○"/>
              <a:defRPr>
                <a:solidFill>
                  <a:schemeClr val="lt1"/>
                </a:solidFill>
              </a:defRPr>
            </a:lvl5pPr>
            <a:lvl6pPr marL="2743200" lvl="5" indent="-317500">
              <a:spcBef>
                <a:spcPts val="0"/>
              </a:spcBef>
              <a:spcAft>
                <a:spcPts val="0"/>
              </a:spcAft>
              <a:buClr>
                <a:schemeClr val="lt1"/>
              </a:buClr>
              <a:buSzPts val="1400"/>
              <a:buChar char="■"/>
              <a:defRPr>
                <a:solidFill>
                  <a:schemeClr val="lt1"/>
                </a:solidFill>
              </a:defRPr>
            </a:lvl6pPr>
            <a:lvl7pPr marL="3200400" lvl="6" indent="-317500">
              <a:spcBef>
                <a:spcPts val="0"/>
              </a:spcBef>
              <a:spcAft>
                <a:spcPts val="0"/>
              </a:spcAft>
              <a:buClr>
                <a:schemeClr val="lt1"/>
              </a:buClr>
              <a:buSzPts val="1400"/>
              <a:buChar char="●"/>
              <a:defRPr>
                <a:solidFill>
                  <a:schemeClr val="lt1"/>
                </a:solidFill>
              </a:defRPr>
            </a:lvl7pPr>
            <a:lvl8pPr marL="3657600" lvl="7" indent="-317500">
              <a:spcBef>
                <a:spcPts val="0"/>
              </a:spcBef>
              <a:spcAft>
                <a:spcPts val="0"/>
              </a:spcAft>
              <a:buClr>
                <a:schemeClr val="lt1"/>
              </a:buClr>
              <a:buSzPts val="1400"/>
              <a:buChar char="○"/>
              <a:defRPr>
                <a:solidFill>
                  <a:schemeClr val="lt1"/>
                </a:solidFill>
              </a:defRPr>
            </a:lvl8pPr>
            <a:lvl9pPr marL="4114800" lvl="8" indent="-317500">
              <a:spcBef>
                <a:spcPts val="0"/>
              </a:spcBef>
              <a:spcAft>
                <a:spcPts val="0"/>
              </a:spcAft>
              <a:buClr>
                <a:schemeClr val="lt1"/>
              </a:buClr>
              <a:buSzPts val="1400"/>
              <a:buChar char="■"/>
              <a:defRPr>
                <a:solidFill>
                  <a:schemeClr val="lt1"/>
                </a:solidFill>
              </a:defRPr>
            </a:lvl9pPr>
          </a:lstStyle>
          <a:p>
            <a:endParaRPr/>
          </a:p>
        </p:txBody>
      </p:sp>
      <p:pic>
        <p:nvPicPr>
          <p:cNvPr id="391" name="Google Shape;391;p31"/>
          <p:cNvPicPr preferRelativeResize="0"/>
          <p:nvPr/>
        </p:nvPicPr>
        <p:blipFill>
          <a:blip r:embed="rId2">
            <a:alphaModFix/>
          </a:blip>
          <a:stretch>
            <a:fillRect/>
          </a:stretch>
        </p:blipFill>
        <p:spPr>
          <a:xfrm>
            <a:off x="8565901" y="154375"/>
            <a:ext cx="424850" cy="428248"/>
          </a:xfrm>
          <a:prstGeom prst="rect">
            <a:avLst/>
          </a:prstGeom>
          <a:noFill/>
          <a:ln>
            <a:noFill/>
          </a:ln>
        </p:spPr>
      </p:pic>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Content &amp; Image - Spacecraft">
  <p:cSld name="TITLE_ONLY_6">
    <p:spTree>
      <p:nvGrpSpPr>
        <p:cNvPr id="1" name="Shape 392"/>
        <p:cNvGrpSpPr/>
        <p:nvPr/>
      </p:nvGrpSpPr>
      <p:grpSpPr>
        <a:xfrm>
          <a:off x="0" y="0"/>
          <a:ext cx="0" cy="0"/>
          <a:chOff x="0" y="0"/>
          <a:chExt cx="0" cy="0"/>
        </a:xfrm>
      </p:grpSpPr>
      <p:sp>
        <p:nvSpPr>
          <p:cNvPr id="393" name="Google Shape;393;p32"/>
          <p:cNvSpPr txBox="1">
            <a:spLocks noGrp="1"/>
          </p:cNvSpPr>
          <p:nvPr>
            <p:ph type="title"/>
          </p:nvPr>
        </p:nvSpPr>
        <p:spPr>
          <a:xfrm>
            <a:off x="457200" y="114300"/>
            <a:ext cx="8229600" cy="903300"/>
          </a:xfrm>
          <a:prstGeom prst="rect">
            <a:avLst/>
          </a:prstGeom>
        </p:spPr>
        <p:txBody>
          <a:bodyPr spcFirstLastPara="1" wrap="square" lIns="0" tIns="0" rIns="0" bIns="0" anchor="t" anchorCtr="0">
            <a:normAutofit/>
          </a:bodyPr>
          <a:lstStyle>
            <a:lvl1pPr lvl="0" rtl="0">
              <a:spcBef>
                <a:spcPts val="0"/>
              </a:spcBef>
              <a:spcAft>
                <a:spcPts val="0"/>
              </a:spcAft>
              <a:buSzPts val="34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394" name="Google Shape;394;p32"/>
          <p:cNvSpPr txBox="1">
            <a:spLocks noGrp="1"/>
          </p:cNvSpPr>
          <p:nvPr>
            <p:ph type="subTitle" idx="1"/>
          </p:nvPr>
        </p:nvSpPr>
        <p:spPr>
          <a:xfrm>
            <a:off x="5489100" y="1149725"/>
            <a:ext cx="3197700" cy="450600"/>
          </a:xfrm>
          <a:prstGeom prst="rect">
            <a:avLst/>
          </a:prstGeom>
        </p:spPr>
        <p:txBody>
          <a:bodyPr spcFirstLastPara="1" wrap="square" lIns="0" tIns="0" rIns="0" bIns="0" anchor="t" anchorCtr="0">
            <a:normAutofit/>
          </a:bodyPr>
          <a:lstStyle>
            <a:lvl1pPr lvl="0" rtl="0">
              <a:lnSpc>
                <a:spcPct val="100000"/>
              </a:lnSpc>
              <a:spcBef>
                <a:spcPts val="0"/>
              </a:spcBef>
              <a:spcAft>
                <a:spcPts val="0"/>
              </a:spcAft>
              <a:buClr>
                <a:schemeClr val="accent6"/>
              </a:buClr>
              <a:buSzPts val="2000"/>
              <a:buFont typeface="IBM Plex Sans Medium"/>
              <a:buNone/>
              <a:defRPr sz="2000">
                <a:solidFill>
                  <a:schemeClr val="accent6"/>
                </a:solidFill>
                <a:latin typeface="IBM Plex Sans Medium"/>
                <a:ea typeface="IBM Plex Sans Medium"/>
                <a:cs typeface="IBM Plex Sans Medium"/>
                <a:sym typeface="IBM Plex Sans Medium"/>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95" name="Google Shape;395;p32"/>
          <p:cNvSpPr txBox="1">
            <a:spLocks noGrp="1"/>
          </p:cNvSpPr>
          <p:nvPr>
            <p:ph type="body" idx="2"/>
          </p:nvPr>
        </p:nvSpPr>
        <p:spPr>
          <a:xfrm>
            <a:off x="5489100" y="1724600"/>
            <a:ext cx="3197700" cy="3081000"/>
          </a:xfrm>
          <a:prstGeom prst="rect">
            <a:avLst/>
          </a:prstGeom>
        </p:spPr>
        <p:txBody>
          <a:bodyPr spcFirstLastPara="1" wrap="square" lIns="0" tIns="0" rIns="0" bIns="0" anchor="t" anchorCtr="0">
            <a:normAutofit/>
          </a:bodyPr>
          <a:lstStyle>
            <a:lvl1pPr marL="457200" lvl="0" indent="-330200" rtl="0">
              <a:spcBef>
                <a:spcPts val="0"/>
              </a:spcBef>
              <a:spcAft>
                <a:spcPts val="0"/>
              </a:spcAft>
              <a:buClr>
                <a:schemeClr val="accent3"/>
              </a:buClr>
              <a:buSzPts val="1600"/>
              <a:buChar char="■"/>
              <a:defRPr/>
            </a:lvl1pPr>
            <a:lvl2pPr marL="914400" lvl="1" indent="-317500" rtl="0">
              <a:spcBef>
                <a:spcPts val="0"/>
              </a:spcBef>
              <a:spcAft>
                <a:spcPts val="0"/>
              </a:spcAft>
              <a:buClr>
                <a:schemeClr val="accent3"/>
              </a:buClr>
              <a:buSzPts val="1400"/>
              <a:buChar char="■"/>
              <a:defRPr/>
            </a:lvl2pPr>
            <a:lvl3pPr marL="1371600" lvl="2" indent="-317500" rtl="0">
              <a:spcBef>
                <a:spcPts val="0"/>
              </a:spcBef>
              <a:spcAft>
                <a:spcPts val="0"/>
              </a:spcAft>
              <a:buClr>
                <a:schemeClr val="accent3"/>
              </a:buClr>
              <a:buSzPts val="1400"/>
              <a:buChar char="■"/>
              <a:defRPr/>
            </a:lvl3pPr>
            <a:lvl4pPr marL="1828800" lvl="3" indent="-317500" rtl="0">
              <a:spcBef>
                <a:spcPts val="0"/>
              </a:spcBef>
              <a:spcAft>
                <a:spcPts val="0"/>
              </a:spcAft>
              <a:buClr>
                <a:schemeClr val="dk1"/>
              </a:buClr>
              <a:buSzPts val="1400"/>
              <a:buChar char="●"/>
              <a:defRPr/>
            </a:lvl4pPr>
            <a:lvl5pPr marL="2286000" lvl="4" indent="-317500" rtl="0">
              <a:spcBef>
                <a:spcPts val="0"/>
              </a:spcBef>
              <a:spcAft>
                <a:spcPts val="0"/>
              </a:spcAft>
              <a:buSzPts val="1400"/>
              <a:buChar char="○"/>
              <a:defRPr/>
            </a:lvl5pPr>
            <a:lvl6pPr marL="2743200" lvl="5" indent="-317500" rtl="0">
              <a:spcBef>
                <a:spcPts val="0"/>
              </a:spcBef>
              <a:spcAft>
                <a:spcPts val="0"/>
              </a:spcAft>
              <a:buSzPts val="1400"/>
              <a:buChar char="■"/>
              <a:defRPr/>
            </a:lvl6pPr>
            <a:lvl7pPr marL="3200400" lvl="6" indent="-317500" rtl="0">
              <a:spcBef>
                <a:spcPts val="0"/>
              </a:spcBef>
              <a:spcAft>
                <a:spcPts val="0"/>
              </a:spcAft>
              <a:buSzPts val="1400"/>
              <a:buChar char="●"/>
              <a:defRPr/>
            </a:lvl7pPr>
            <a:lvl8pPr marL="3657600" lvl="7" indent="-317500" rtl="0">
              <a:spcBef>
                <a:spcPts val="0"/>
              </a:spcBef>
              <a:spcAft>
                <a:spcPts val="0"/>
              </a:spcAft>
              <a:buSzPts val="1400"/>
              <a:buChar char="○"/>
              <a:defRPr/>
            </a:lvl8pPr>
            <a:lvl9pPr marL="4114800" lvl="8" indent="-317500" rtl="0">
              <a:spcBef>
                <a:spcPts val="0"/>
              </a:spcBef>
              <a:spcAft>
                <a:spcPts val="0"/>
              </a:spcAft>
              <a:buSzPts val="1400"/>
              <a:buChar char="■"/>
              <a:defRPr/>
            </a:lvl9pPr>
          </a:lstStyle>
          <a:p>
            <a:endParaRPr/>
          </a:p>
        </p:txBody>
      </p:sp>
      <p:sp>
        <p:nvSpPr>
          <p:cNvPr id="396" name="Google Shape;396;p32"/>
          <p:cNvSpPr>
            <a:spLocks noGrp="1"/>
          </p:cNvSpPr>
          <p:nvPr>
            <p:ph type="pic" idx="3"/>
          </p:nvPr>
        </p:nvSpPr>
        <p:spPr>
          <a:xfrm>
            <a:off x="467075" y="1152475"/>
            <a:ext cx="4563900" cy="2625900"/>
          </a:xfrm>
          <a:prstGeom prst="roundRect">
            <a:avLst>
              <a:gd name="adj" fmla="val 7365"/>
            </a:avLst>
          </a:prstGeom>
          <a:noFill/>
          <a:ln>
            <a:noFill/>
          </a:ln>
        </p:spPr>
      </p:sp>
      <p:pic>
        <p:nvPicPr>
          <p:cNvPr id="397" name="Google Shape;397;p32"/>
          <p:cNvPicPr preferRelativeResize="0"/>
          <p:nvPr/>
        </p:nvPicPr>
        <p:blipFill>
          <a:blip r:embed="rId2">
            <a:alphaModFix/>
          </a:blip>
          <a:stretch>
            <a:fillRect/>
          </a:stretch>
        </p:blipFill>
        <p:spPr>
          <a:xfrm>
            <a:off x="8565901" y="154374"/>
            <a:ext cx="424850" cy="428253"/>
          </a:xfrm>
          <a:prstGeom prst="rect">
            <a:avLst/>
          </a:prstGeom>
          <a:noFill/>
          <a:ln>
            <a:noFill/>
          </a:ln>
        </p:spPr>
      </p:pic>
      <p:grpSp>
        <p:nvGrpSpPr>
          <p:cNvPr id="398" name="Google Shape;398;p32"/>
          <p:cNvGrpSpPr/>
          <p:nvPr/>
        </p:nvGrpSpPr>
        <p:grpSpPr>
          <a:xfrm rot="10800000">
            <a:off x="10" y="4226360"/>
            <a:ext cx="1909258" cy="741132"/>
            <a:chOff x="238125" y="3230925"/>
            <a:chExt cx="3348400" cy="1299775"/>
          </a:xfrm>
        </p:grpSpPr>
        <p:sp>
          <p:nvSpPr>
            <p:cNvPr id="399" name="Google Shape;399;p32"/>
            <p:cNvSpPr/>
            <p:nvPr/>
          </p:nvSpPr>
          <p:spPr>
            <a:xfrm>
              <a:off x="238125" y="3230925"/>
              <a:ext cx="631275" cy="1299775"/>
            </a:xfrm>
            <a:custGeom>
              <a:avLst/>
              <a:gdLst/>
              <a:ahLst/>
              <a:cxnLst/>
              <a:rect l="l" t="t" r="r" b="b"/>
              <a:pathLst>
                <a:path w="25251" h="51991" extrusionOk="0">
                  <a:moveTo>
                    <a:pt x="23917" y="1"/>
                  </a:moveTo>
                  <a:lnTo>
                    <a:pt x="22662" y="158"/>
                  </a:lnTo>
                  <a:lnTo>
                    <a:pt x="21408" y="315"/>
                  </a:lnTo>
                  <a:lnTo>
                    <a:pt x="20153" y="550"/>
                  </a:lnTo>
                  <a:lnTo>
                    <a:pt x="18898" y="785"/>
                  </a:lnTo>
                  <a:lnTo>
                    <a:pt x="17722" y="1177"/>
                  </a:lnTo>
                  <a:lnTo>
                    <a:pt x="16546" y="1569"/>
                  </a:lnTo>
                  <a:lnTo>
                    <a:pt x="15370" y="2040"/>
                  </a:lnTo>
                  <a:lnTo>
                    <a:pt x="14272" y="2589"/>
                  </a:lnTo>
                  <a:lnTo>
                    <a:pt x="13174" y="3138"/>
                  </a:lnTo>
                  <a:lnTo>
                    <a:pt x="12155" y="3765"/>
                  </a:lnTo>
                  <a:lnTo>
                    <a:pt x="11135" y="4471"/>
                  </a:lnTo>
                  <a:lnTo>
                    <a:pt x="10116" y="5176"/>
                  </a:lnTo>
                  <a:lnTo>
                    <a:pt x="9175" y="5961"/>
                  </a:lnTo>
                  <a:lnTo>
                    <a:pt x="8234" y="6745"/>
                  </a:lnTo>
                  <a:lnTo>
                    <a:pt x="7371" y="7607"/>
                  </a:lnTo>
                  <a:lnTo>
                    <a:pt x="6509" y="8548"/>
                  </a:lnTo>
                  <a:lnTo>
                    <a:pt x="5724" y="9489"/>
                  </a:lnTo>
                  <a:lnTo>
                    <a:pt x="5019" y="10430"/>
                  </a:lnTo>
                  <a:lnTo>
                    <a:pt x="4313" y="11450"/>
                  </a:lnTo>
                  <a:lnTo>
                    <a:pt x="3607" y="12469"/>
                  </a:lnTo>
                  <a:lnTo>
                    <a:pt x="3058" y="13567"/>
                  </a:lnTo>
                  <a:lnTo>
                    <a:pt x="2509" y="14743"/>
                  </a:lnTo>
                  <a:lnTo>
                    <a:pt x="1960" y="15841"/>
                  </a:lnTo>
                  <a:lnTo>
                    <a:pt x="1490" y="17017"/>
                  </a:lnTo>
                  <a:lnTo>
                    <a:pt x="1098" y="18272"/>
                  </a:lnTo>
                  <a:lnTo>
                    <a:pt x="784" y="19527"/>
                  </a:lnTo>
                  <a:lnTo>
                    <a:pt x="470" y="20781"/>
                  </a:lnTo>
                  <a:lnTo>
                    <a:pt x="314" y="22036"/>
                  </a:lnTo>
                  <a:lnTo>
                    <a:pt x="157" y="23291"/>
                  </a:lnTo>
                  <a:lnTo>
                    <a:pt x="0" y="24624"/>
                  </a:lnTo>
                  <a:lnTo>
                    <a:pt x="0" y="25957"/>
                  </a:lnTo>
                  <a:lnTo>
                    <a:pt x="0" y="27290"/>
                  </a:lnTo>
                  <a:lnTo>
                    <a:pt x="157" y="28623"/>
                  </a:lnTo>
                  <a:lnTo>
                    <a:pt x="314" y="29956"/>
                  </a:lnTo>
                  <a:lnTo>
                    <a:pt x="470" y="31211"/>
                  </a:lnTo>
                  <a:lnTo>
                    <a:pt x="784" y="32465"/>
                  </a:lnTo>
                  <a:lnTo>
                    <a:pt x="1098" y="33720"/>
                  </a:lnTo>
                  <a:lnTo>
                    <a:pt x="1490" y="34896"/>
                  </a:lnTo>
                  <a:lnTo>
                    <a:pt x="1960" y="36072"/>
                  </a:lnTo>
                  <a:lnTo>
                    <a:pt x="2509" y="37249"/>
                  </a:lnTo>
                  <a:lnTo>
                    <a:pt x="3058" y="38347"/>
                  </a:lnTo>
                  <a:lnTo>
                    <a:pt x="3607" y="39444"/>
                  </a:lnTo>
                  <a:lnTo>
                    <a:pt x="4313" y="40542"/>
                  </a:lnTo>
                  <a:lnTo>
                    <a:pt x="5019" y="41562"/>
                  </a:lnTo>
                  <a:lnTo>
                    <a:pt x="5724" y="42503"/>
                  </a:lnTo>
                  <a:lnTo>
                    <a:pt x="6509" y="43444"/>
                  </a:lnTo>
                  <a:lnTo>
                    <a:pt x="7371" y="44385"/>
                  </a:lnTo>
                  <a:lnTo>
                    <a:pt x="8234" y="45247"/>
                  </a:lnTo>
                  <a:lnTo>
                    <a:pt x="9175" y="46031"/>
                  </a:lnTo>
                  <a:lnTo>
                    <a:pt x="10116" y="46816"/>
                  </a:lnTo>
                  <a:lnTo>
                    <a:pt x="11135" y="47521"/>
                  </a:lnTo>
                  <a:lnTo>
                    <a:pt x="12155" y="48227"/>
                  </a:lnTo>
                  <a:lnTo>
                    <a:pt x="13174" y="48854"/>
                  </a:lnTo>
                  <a:lnTo>
                    <a:pt x="14272" y="49403"/>
                  </a:lnTo>
                  <a:lnTo>
                    <a:pt x="15370" y="49952"/>
                  </a:lnTo>
                  <a:lnTo>
                    <a:pt x="16546" y="50423"/>
                  </a:lnTo>
                  <a:lnTo>
                    <a:pt x="17722" y="50815"/>
                  </a:lnTo>
                  <a:lnTo>
                    <a:pt x="18898" y="51128"/>
                  </a:lnTo>
                  <a:lnTo>
                    <a:pt x="20153" y="51442"/>
                  </a:lnTo>
                  <a:lnTo>
                    <a:pt x="21408" y="51677"/>
                  </a:lnTo>
                  <a:lnTo>
                    <a:pt x="22662" y="51834"/>
                  </a:lnTo>
                  <a:lnTo>
                    <a:pt x="23917" y="51913"/>
                  </a:lnTo>
                  <a:lnTo>
                    <a:pt x="25250" y="51991"/>
                  </a:lnTo>
                  <a:lnTo>
                    <a:pt x="25250" y="1"/>
                  </a:lnTo>
                  <a:close/>
                </a:path>
              </a:pathLst>
            </a:custGeom>
            <a:solidFill>
              <a:srgbClr val="D0B08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 name="Google Shape;400;p32"/>
            <p:cNvSpPr/>
            <p:nvPr/>
          </p:nvSpPr>
          <p:spPr>
            <a:xfrm>
              <a:off x="865450" y="3230925"/>
              <a:ext cx="2721075" cy="1299775"/>
            </a:xfrm>
            <a:custGeom>
              <a:avLst/>
              <a:gdLst/>
              <a:ahLst/>
              <a:cxnLst/>
              <a:rect l="l" t="t" r="r" b="b"/>
              <a:pathLst>
                <a:path w="108843" h="51991" extrusionOk="0">
                  <a:moveTo>
                    <a:pt x="0" y="1"/>
                  </a:moveTo>
                  <a:lnTo>
                    <a:pt x="0" y="1099"/>
                  </a:lnTo>
                  <a:lnTo>
                    <a:pt x="108843" y="1099"/>
                  </a:lnTo>
                  <a:lnTo>
                    <a:pt x="108843" y="1"/>
                  </a:lnTo>
                  <a:close/>
                  <a:moveTo>
                    <a:pt x="0" y="6274"/>
                  </a:moveTo>
                  <a:lnTo>
                    <a:pt x="0" y="7372"/>
                  </a:lnTo>
                  <a:lnTo>
                    <a:pt x="108843" y="7372"/>
                  </a:lnTo>
                  <a:lnTo>
                    <a:pt x="108843" y="6274"/>
                  </a:lnTo>
                  <a:close/>
                  <a:moveTo>
                    <a:pt x="0" y="12704"/>
                  </a:moveTo>
                  <a:lnTo>
                    <a:pt x="0" y="13724"/>
                  </a:lnTo>
                  <a:lnTo>
                    <a:pt x="108843" y="13724"/>
                  </a:lnTo>
                  <a:lnTo>
                    <a:pt x="108843" y="12704"/>
                  </a:lnTo>
                  <a:close/>
                  <a:moveTo>
                    <a:pt x="0" y="19056"/>
                  </a:moveTo>
                  <a:lnTo>
                    <a:pt x="0" y="20154"/>
                  </a:lnTo>
                  <a:lnTo>
                    <a:pt x="108843" y="20154"/>
                  </a:lnTo>
                  <a:lnTo>
                    <a:pt x="108843" y="19056"/>
                  </a:lnTo>
                  <a:close/>
                  <a:moveTo>
                    <a:pt x="0" y="25408"/>
                  </a:moveTo>
                  <a:lnTo>
                    <a:pt x="0" y="26506"/>
                  </a:lnTo>
                  <a:lnTo>
                    <a:pt x="108843" y="26506"/>
                  </a:lnTo>
                  <a:lnTo>
                    <a:pt x="108843" y="25408"/>
                  </a:lnTo>
                  <a:close/>
                  <a:moveTo>
                    <a:pt x="0" y="31760"/>
                  </a:moveTo>
                  <a:lnTo>
                    <a:pt x="0" y="32857"/>
                  </a:lnTo>
                  <a:lnTo>
                    <a:pt x="108843" y="32857"/>
                  </a:lnTo>
                  <a:lnTo>
                    <a:pt x="108843" y="31760"/>
                  </a:lnTo>
                  <a:close/>
                  <a:moveTo>
                    <a:pt x="0" y="38111"/>
                  </a:moveTo>
                  <a:lnTo>
                    <a:pt x="0" y="39209"/>
                  </a:lnTo>
                  <a:lnTo>
                    <a:pt x="108843" y="39209"/>
                  </a:lnTo>
                  <a:lnTo>
                    <a:pt x="108843" y="38111"/>
                  </a:lnTo>
                  <a:close/>
                  <a:moveTo>
                    <a:pt x="0" y="44541"/>
                  </a:moveTo>
                  <a:lnTo>
                    <a:pt x="0" y="45561"/>
                  </a:lnTo>
                  <a:lnTo>
                    <a:pt x="108843" y="45561"/>
                  </a:lnTo>
                  <a:lnTo>
                    <a:pt x="108843" y="44541"/>
                  </a:lnTo>
                  <a:close/>
                  <a:moveTo>
                    <a:pt x="0" y="50893"/>
                  </a:moveTo>
                  <a:lnTo>
                    <a:pt x="0" y="51991"/>
                  </a:lnTo>
                  <a:lnTo>
                    <a:pt x="108843" y="51991"/>
                  </a:lnTo>
                  <a:lnTo>
                    <a:pt x="108843" y="50893"/>
                  </a:lnTo>
                  <a:close/>
                </a:path>
              </a:pathLst>
            </a:custGeom>
            <a:solidFill>
              <a:srgbClr val="D0B08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4 Topics &amp; Image">
  <p:cSld name="TITLE_ONLY_4">
    <p:spTree>
      <p:nvGrpSpPr>
        <p:cNvPr id="1" name="Shape 401"/>
        <p:cNvGrpSpPr/>
        <p:nvPr/>
      </p:nvGrpSpPr>
      <p:grpSpPr>
        <a:xfrm>
          <a:off x="0" y="0"/>
          <a:ext cx="0" cy="0"/>
          <a:chOff x="0" y="0"/>
          <a:chExt cx="0" cy="0"/>
        </a:xfrm>
      </p:grpSpPr>
      <p:sp>
        <p:nvSpPr>
          <p:cNvPr id="402" name="Google Shape;402;p33"/>
          <p:cNvSpPr txBox="1">
            <a:spLocks noGrp="1"/>
          </p:cNvSpPr>
          <p:nvPr>
            <p:ph type="subTitle" idx="1"/>
          </p:nvPr>
        </p:nvSpPr>
        <p:spPr>
          <a:xfrm>
            <a:off x="461600" y="1137500"/>
            <a:ext cx="7962600" cy="599100"/>
          </a:xfrm>
          <a:prstGeom prst="rect">
            <a:avLst/>
          </a:prstGeom>
        </p:spPr>
        <p:txBody>
          <a:bodyPr spcFirstLastPara="1" wrap="square" lIns="0" tIns="0" rIns="0" bIns="0" anchor="t" anchorCtr="0">
            <a:normAutofit/>
          </a:bodyPr>
          <a:lstStyle>
            <a:lvl1pPr lvl="0">
              <a:spcBef>
                <a:spcPts val="0"/>
              </a:spcBef>
              <a:spcAft>
                <a:spcPts val="0"/>
              </a:spcAft>
              <a:buClr>
                <a:schemeClr val="accent4"/>
              </a:buClr>
              <a:buSzPts val="1500"/>
              <a:buFont typeface="IBM Plex Sans Medium"/>
              <a:buNone/>
              <a:defRPr sz="1500">
                <a:solidFill>
                  <a:schemeClr val="accent4"/>
                </a:solidFill>
                <a:latin typeface="IBM Plex Sans Medium"/>
                <a:ea typeface="IBM Plex Sans Medium"/>
                <a:cs typeface="IBM Plex Sans Medium"/>
                <a:sym typeface="IBM Plex Sans Medium"/>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03" name="Google Shape;403;p33"/>
          <p:cNvSpPr/>
          <p:nvPr/>
        </p:nvSpPr>
        <p:spPr>
          <a:xfrm>
            <a:off x="591600" y="2013275"/>
            <a:ext cx="4149900" cy="2664300"/>
          </a:xfrm>
          <a:prstGeom prst="roundRect">
            <a:avLst>
              <a:gd name="adj" fmla="val 10160"/>
            </a:avLst>
          </a:prstGeom>
          <a:noFill/>
          <a:ln w="19050"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 name="Google Shape;404;p33"/>
          <p:cNvSpPr>
            <a:spLocks noGrp="1"/>
          </p:cNvSpPr>
          <p:nvPr>
            <p:ph type="pic" idx="2"/>
          </p:nvPr>
        </p:nvSpPr>
        <p:spPr>
          <a:xfrm>
            <a:off x="457200" y="1860875"/>
            <a:ext cx="4113900" cy="2664300"/>
          </a:xfrm>
          <a:prstGeom prst="roundRect">
            <a:avLst>
              <a:gd name="adj" fmla="val 10485"/>
            </a:avLst>
          </a:prstGeom>
          <a:noFill/>
          <a:ln>
            <a:noFill/>
          </a:ln>
        </p:spPr>
      </p:sp>
      <p:cxnSp>
        <p:nvCxnSpPr>
          <p:cNvPr id="405" name="Google Shape;405;p33"/>
          <p:cNvCxnSpPr>
            <a:endCxn id="406" idx="0"/>
          </p:cNvCxnSpPr>
          <p:nvPr/>
        </p:nvCxnSpPr>
        <p:spPr>
          <a:xfrm flipH="1">
            <a:off x="5343848" y="2068933"/>
            <a:ext cx="5700" cy="2029800"/>
          </a:xfrm>
          <a:prstGeom prst="straightConnector1">
            <a:avLst/>
          </a:prstGeom>
          <a:noFill/>
          <a:ln w="9525" cap="flat" cmpd="sng">
            <a:solidFill>
              <a:srgbClr val="BBBCBC"/>
            </a:solidFill>
            <a:prstDash val="dash"/>
            <a:round/>
            <a:headEnd type="none" w="med" len="med"/>
            <a:tailEnd type="none" w="med" len="med"/>
          </a:ln>
        </p:spPr>
      </p:cxnSp>
      <p:sp>
        <p:nvSpPr>
          <p:cNvPr id="407" name="Google Shape;407;p33"/>
          <p:cNvSpPr/>
          <p:nvPr/>
        </p:nvSpPr>
        <p:spPr>
          <a:xfrm>
            <a:off x="5130523" y="1860873"/>
            <a:ext cx="426600" cy="426600"/>
          </a:xfrm>
          <a:prstGeom prst="roundRect">
            <a:avLst>
              <a:gd name="adj" fmla="val 50000"/>
            </a:avLst>
          </a:prstGeom>
          <a:solidFill>
            <a:srgbClr val="FC5D0D"/>
          </a:solidFill>
          <a:ln>
            <a:noFill/>
          </a:ln>
        </p:spPr>
        <p:txBody>
          <a:bodyPr spcFirstLastPara="1" wrap="square" lIns="57150" tIns="57150" rIns="57150" bIns="57150" anchor="ctr" anchorCtr="0">
            <a:noAutofit/>
          </a:bodyPr>
          <a:lstStyle/>
          <a:p>
            <a:pPr marL="0" lvl="0" indent="0" algn="ctr" rtl="0">
              <a:spcBef>
                <a:spcPts val="0"/>
              </a:spcBef>
              <a:spcAft>
                <a:spcPts val="0"/>
              </a:spcAft>
              <a:buNone/>
            </a:pPr>
            <a:endParaRPr sz="800" b="1">
              <a:solidFill>
                <a:srgbClr val="FFFFFF"/>
              </a:solidFill>
              <a:latin typeface="IBM Plex Sans"/>
              <a:ea typeface="IBM Plex Sans"/>
              <a:cs typeface="IBM Plex Sans"/>
              <a:sym typeface="IBM Plex Sans"/>
            </a:endParaRPr>
          </a:p>
        </p:txBody>
      </p:sp>
      <p:sp>
        <p:nvSpPr>
          <p:cNvPr id="408" name="Google Shape;408;p33"/>
          <p:cNvSpPr/>
          <p:nvPr/>
        </p:nvSpPr>
        <p:spPr>
          <a:xfrm>
            <a:off x="5130523" y="2589926"/>
            <a:ext cx="426600" cy="426600"/>
          </a:xfrm>
          <a:prstGeom prst="roundRect">
            <a:avLst>
              <a:gd name="adj" fmla="val 22637"/>
            </a:avLst>
          </a:prstGeom>
          <a:solidFill>
            <a:schemeClr val="accent2"/>
          </a:solidFill>
          <a:ln>
            <a:noFill/>
          </a:ln>
        </p:spPr>
        <p:txBody>
          <a:bodyPr spcFirstLastPara="1" wrap="square" lIns="57150" tIns="57150" rIns="57150" bIns="57150" anchor="ctr" anchorCtr="0">
            <a:noAutofit/>
          </a:bodyPr>
          <a:lstStyle/>
          <a:p>
            <a:pPr marL="0" lvl="0" indent="0" algn="ctr" rtl="0">
              <a:spcBef>
                <a:spcPts val="0"/>
              </a:spcBef>
              <a:spcAft>
                <a:spcPts val="0"/>
              </a:spcAft>
              <a:buNone/>
            </a:pPr>
            <a:endParaRPr sz="800" b="1">
              <a:solidFill>
                <a:srgbClr val="FFFFFF"/>
              </a:solidFill>
              <a:latin typeface="IBM Plex Sans"/>
              <a:ea typeface="IBM Plex Sans"/>
              <a:cs typeface="IBM Plex Sans"/>
              <a:sym typeface="IBM Plex Sans"/>
            </a:endParaRPr>
          </a:p>
        </p:txBody>
      </p:sp>
      <p:sp>
        <p:nvSpPr>
          <p:cNvPr id="409" name="Google Shape;409;p33"/>
          <p:cNvSpPr/>
          <p:nvPr/>
        </p:nvSpPr>
        <p:spPr>
          <a:xfrm rot="-2700000">
            <a:off x="5174567" y="3389409"/>
            <a:ext cx="338563" cy="336441"/>
          </a:xfrm>
          <a:prstGeom prst="roundRect">
            <a:avLst>
              <a:gd name="adj" fmla="val 5808"/>
            </a:avLst>
          </a:prstGeom>
          <a:solidFill>
            <a:schemeClr val="accent3"/>
          </a:solidFill>
          <a:ln>
            <a:noFill/>
          </a:ln>
        </p:spPr>
        <p:txBody>
          <a:bodyPr spcFirstLastPara="1" wrap="square" lIns="57150" tIns="57150" rIns="57150" bIns="57150" anchor="ctr" anchorCtr="0">
            <a:noAutofit/>
          </a:bodyPr>
          <a:lstStyle/>
          <a:p>
            <a:pPr marL="0" lvl="0" indent="0" algn="ctr" rtl="0">
              <a:spcBef>
                <a:spcPts val="0"/>
              </a:spcBef>
              <a:spcAft>
                <a:spcPts val="0"/>
              </a:spcAft>
              <a:buNone/>
            </a:pPr>
            <a:endParaRPr sz="800" b="1">
              <a:solidFill>
                <a:srgbClr val="FFFFFF"/>
              </a:solidFill>
              <a:latin typeface="IBM Plex Sans"/>
              <a:ea typeface="IBM Plex Sans"/>
              <a:cs typeface="IBM Plex Sans"/>
              <a:sym typeface="IBM Plex Sans"/>
            </a:endParaRPr>
          </a:p>
        </p:txBody>
      </p:sp>
      <p:sp>
        <p:nvSpPr>
          <p:cNvPr id="406" name="Google Shape;406;p33"/>
          <p:cNvSpPr/>
          <p:nvPr/>
        </p:nvSpPr>
        <p:spPr>
          <a:xfrm>
            <a:off x="5130548" y="4098733"/>
            <a:ext cx="426600" cy="426600"/>
          </a:xfrm>
          <a:prstGeom prst="roundRect">
            <a:avLst>
              <a:gd name="adj" fmla="val 50000"/>
            </a:avLst>
          </a:prstGeom>
          <a:solidFill>
            <a:srgbClr val="888B8D"/>
          </a:solidFill>
          <a:ln>
            <a:noFill/>
          </a:ln>
        </p:spPr>
        <p:txBody>
          <a:bodyPr spcFirstLastPara="1" wrap="square" lIns="57150" tIns="57150" rIns="57150" bIns="57150" anchor="ctr" anchorCtr="0">
            <a:noAutofit/>
          </a:bodyPr>
          <a:lstStyle/>
          <a:p>
            <a:pPr marL="0" lvl="0" indent="0" algn="ctr" rtl="0">
              <a:spcBef>
                <a:spcPts val="0"/>
              </a:spcBef>
              <a:spcAft>
                <a:spcPts val="0"/>
              </a:spcAft>
              <a:buNone/>
            </a:pPr>
            <a:endParaRPr sz="800" b="1">
              <a:solidFill>
                <a:srgbClr val="FFFFFF"/>
              </a:solidFill>
              <a:latin typeface="IBM Plex Sans"/>
              <a:ea typeface="IBM Plex Sans"/>
              <a:cs typeface="IBM Plex Sans"/>
              <a:sym typeface="IBM Plex Sans"/>
            </a:endParaRPr>
          </a:p>
        </p:txBody>
      </p:sp>
      <p:sp>
        <p:nvSpPr>
          <p:cNvPr id="410" name="Google Shape;410;p33"/>
          <p:cNvSpPr txBox="1">
            <a:spLocks noGrp="1"/>
          </p:cNvSpPr>
          <p:nvPr>
            <p:ph type="subTitle" idx="3"/>
          </p:nvPr>
        </p:nvSpPr>
        <p:spPr>
          <a:xfrm>
            <a:off x="5758750" y="1970975"/>
            <a:ext cx="2786100" cy="206400"/>
          </a:xfrm>
          <a:prstGeom prst="rect">
            <a:avLst/>
          </a:prstGeom>
        </p:spPr>
        <p:txBody>
          <a:bodyPr spcFirstLastPara="1" wrap="square" lIns="0" tIns="0" rIns="0" bIns="0" anchor="t" anchorCtr="0">
            <a:normAutofit/>
          </a:bodyPr>
          <a:lstStyle>
            <a:lvl1pPr lvl="0">
              <a:spcBef>
                <a:spcPts val="0"/>
              </a:spcBef>
              <a:spcAft>
                <a:spcPts val="0"/>
              </a:spcAft>
              <a:buSzPts val="1200"/>
              <a:buFont typeface="IBM Plex Sans Medium"/>
              <a:buNone/>
              <a:defRPr sz="1200">
                <a:latin typeface="IBM Plex Sans Medium"/>
                <a:ea typeface="IBM Plex Sans Medium"/>
                <a:cs typeface="IBM Plex Sans Medium"/>
                <a:sym typeface="IBM Plex Sans Medium"/>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11" name="Google Shape;411;p33"/>
          <p:cNvSpPr txBox="1">
            <a:spLocks noGrp="1"/>
          </p:cNvSpPr>
          <p:nvPr>
            <p:ph type="subTitle" idx="4"/>
          </p:nvPr>
        </p:nvSpPr>
        <p:spPr>
          <a:xfrm>
            <a:off x="5758750" y="2700025"/>
            <a:ext cx="2786100" cy="206400"/>
          </a:xfrm>
          <a:prstGeom prst="rect">
            <a:avLst/>
          </a:prstGeom>
        </p:spPr>
        <p:txBody>
          <a:bodyPr spcFirstLastPara="1" wrap="square" lIns="0" tIns="0" rIns="0" bIns="0" anchor="t" anchorCtr="0">
            <a:normAutofit/>
          </a:bodyPr>
          <a:lstStyle>
            <a:lvl1pPr lvl="0" rtl="0">
              <a:spcBef>
                <a:spcPts val="0"/>
              </a:spcBef>
              <a:spcAft>
                <a:spcPts val="0"/>
              </a:spcAft>
              <a:buSzPts val="1200"/>
              <a:buFont typeface="IBM Plex Sans Medium"/>
              <a:buNone/>
              <a:defRPr sz="1200">
                <a:latin typeface="IBM Plex Sans Medium"/>
                <a:ea typeface="IBM Plex Sans Medium"/>
                <a:cs typeface="IBM Plex Sans Medium"/>
                <a:sym typeface="IBM Plex Sans Medium"/>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12" name="Google Shape;412;p33"/>
          <p:cNvSpPr txBox="1">
            <a:spLocks noGrp="1"/>
          </p:cNvSpPr>
          <p:nvPr>
            <p:ph type="subTitle" idx="5"/>
          </p:nvPr>
        </p:nvSpPr>
        <p:spPr>
          <a:xfrm>
            <a:off x="5758750" y="3453803"/>
            <a:ext cx="2786100" cy="206400"/>
          </a:xfrm>
          <a:prstGeom prst="rect">
            <a:avLst/>
          </a:prstGeom>
        </p:spPr>
        <p:txBody>
          <a:bodyPr spcFirstLastPara="1" wrap="square" lIns="0" tIns="0" rIns="0" bIns="0" anchor="t" anchorCtr="0">
            <a:normAutofit/>
          </a:bodyPr>
          <a:lstStyle>
            <a:lvl1pPr lvl="0" rtl="0">
              <a:spcBef>
                <a:spcPts val="0"/>
              </a:spcBef>
              <a:spcAft>
                <a:spcPts val="0"/>
              </a:spcAft>
              <a:buSzPts val="1200"/>
              <a:buFont typeface="IBM Plex Sans Medium"/>
              <a:buNone/>
              <a:defRPr sz="1200">
                <a:latin typeface="IBM Plex Sans Medium"/>
                <a:ea typeface="IBM Plex Sans Medium"/>
                <a:cs typeface="IBM Plex Sans Medium"/>
                <a:sym typeface="IBM Plex Sans Medium"/>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13" name="Google Shape;413;p33"/>
          <p:cNvSpPr txBox="1">
            <a:spLocks noGrp="1"/>
          </p:cNvSpPr>
          <p:nvPr>
            <p:ph type="subTitle" idx="6"/>
          </p:nvPr>
        </p:nvSpPr>
        <p:spPr>
          <a:xfrm>
            <a:off x="5758750" y="4224064"/>
            <a:ext cx="2786100" cy="206400"/>
          </a:xfrm>
          <a:prstGeom prst="rect">
            <a:avLst/>
          </a:prstGeom>
        </p:spPr>
        <p:txBody>
          <a:bodyPr spcFirstLastPara="1" wrap="square" lIns="0" tIns="0" rIns="0" bIns="0" anchor="t" anchorCtr="0">
            <a:normAutofit/>
          </a:bodyPr>
          <a:lstStyle>
            <a:lvl1pPr lvl="0" rtl="0">
              <a:spcBef>
                <a:spcPts val="0"/>
              </a:spcBef>
              <a:spcAft>
                <a:spcPts val="0"/>
              </a:spcAft>
              <a:buSzPts val="1200"/>
              <a:buFont typeface="IBM Plex Sans Medium"/>
              <a:buNone/>
              <a:defRPr sz="1200">
                <a:latin typeface="IBM Plex Sans Medium"/>
                <a:ea typeface="IBM Plex Sans Medium"/>
                <a:cs typeface="IBM Plex Sans Medium"/>
                <a:sym typeface="IBM Plex Sans Medium"/>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14" name="Google Shape;414;p33"/>
          <p:cNvSpPr txBox="1">
            <a:spLocks noGrp="1"/>
          </p:cNvSpPr>
          <p:nvPr>
            <p:ph type="title"/>
          </p:nvPr>
        </p:nvSpPr>
        <p:spPr>
          <a:xfrm>
            <a:off x="457200" y="114300"/>
            <a:ext cx="8229600" cy="903300"/>
          </a:xfrm>
          <a:prstGeom prst="rect">
            <a:avLst/>
          </a:prstGeom>
        </p:spPr>
        <p:txBody>
          <a:bodyPr spcFirstLastPara="1" wrap="square" lIns="0" tIns="0" rIns="0" bIns="0" anchor="t" anchorCtr="0">
            <a:normAutofit/>
          </a:bodyPr>
          <a:lstStyle>
            <a:lvl1pPr lvl="0" rtl="0">
              <a:spcBef>
                <a:spcPts val="0"/>
              </a:spcBef>
              <a:spcAft>
                <a:spcPts val="0"/>
              </a:spcAft>
              <a:buSzPts val="34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pic>
        <p:nvPicPr>
          <p:cNvPr id="415" name="Google Shape;415;p33"/>
          <p:cNvPicPr preferRelativeResize="0"/>
          <p:nvPr/>
        </p:nvPicPr>
        <p:blipFill>
          <a:blip r:embed="rId2">
            <a:alphaModFix/>
          </a:blip>
          <a:stretch>
            <a:fillRect/>
          </a:stretch>
        </p:blipFill>
        <p:spPr>
          <a:xfrm>
            <a:off x="8565901" y="154374"/>
            <a:ext cx="424850" cy="428253"/>
          </a:xfrm>
          <a:prstGeom prst="rect">
            <a:avLst/>
          </a:prstGeom>
          <a:noFill/>
          <a:ln>
            <a:noFill/>
          </a:ln>
        </p:spPr>
      </p:pic>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Case Study - 1">
  <p:cSld name="TITLE_ONLY_7">
    <p:spTree>
      <p:nvGrpSpPr>
        <p:cNvPr id="1" name="Shape 416"/>
        <p:cNvGrpSpPr/>
        <p:nvPr/>
      </p:nvGrpSpPr>
      <p:grpSpPr>
        <a:xfrm>
          <a:off x="0" y="0"/>
          <a:ext cx="0" cy="0"/>
          <a:chOff x="0" y="0"/>
          <a:chExt cx="0" cy="0"/>
        </a:xfrm>
      </p:grpSpPr>
      <p:sp>
        <p:nvSpPr>
          <p:cNvPr id="417" name="Google Shape;417;p34"/>
          <p:cNvSpPr/>
          <p:nvPr/>
        </p:nvSpPr>
        <p:spPr>
          <a:xfrm>
            <a:off x="5218738" y="2431300"/>
            <a:ext cx="4176600" cy="1023900"/>
          </a:xfrm>
          <a:prstGeom prst="roundRect">
            <a:avLst>
              <a:gd name="adj" fmla="val 24562"/>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 name="Google Shape;418;p34"/>
          <p:cNvSpPr/>
          <p:nvPr/>
        </p:nvSpPr>
        <p:spPr>
          <a:xfrm>
            <a:off x="5218738" y="3772475"/>
            <a:ext cx="4176600" cy="1023900"/>
          </a:xfrm>
          <a:prstGeom prst="roundRect">
            <a:avLst>
              <a:gd name="adj" fmla="val 24562"/>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 name="Google Shape;419;p34"/>
          <p:cNvSpPr txBox="1">
            <a:spLocks noGrp="1"/>
          </p:cNvSpPr>
          <p:nvPr>
            <p:ph type="title"/>
          </p:nvPr>
        </p:nvSpPr>
        <p:spPr>
          <a:xfrm>
            <a:off x="457200" y="114300"/>
            <a:ext cx="8229600" cy="903300"/>
          </a:xfrm>
          <a:prstGeom prst="rect">
            <a:avLst/>
          </a:prstGeom>
        </p:spPr>
        <p:txBody>
          <a:bodyPr spcFirstLastPara="1" wrap="square" lIns="0" tIns="0" rIns="0" bIns="0" anchor="t" anchorCtr="0">
            <a:normAutofit/>
          </a:bodyPr>
          <a:lstStyle>
            <a:lvl1pPr lvl="0" rtl="0">
              <a:spcBef>
                <a:spcPts val="0"/>
              </a:spcBef>
              <a:spcAft>
                <a:spcPts val="0"/>
              </a:spcAft>
              <a:buSzPts val="34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420" name="Google Shape;420;p34"/>
          <p:cNvSpPr txBox="1">
            <a:spLocks noGrp="1"/>
          </p:cNvSpPr>
          <p:nvPr>
            <p:ph type="subTitle" idx="1"/>
          </p:nvPr>
        </p:nvSpPr>
        <p:spPr>
          <a:xfrm>
            <a:off x="476075" y="1158725"/>
            <a:ext cx="3862500" cy="441600"/>
          </a:xfrm>
          <a:prstGeom prst="rect">
            <a:avLst/>
          </a:prstGeom>
        </p:spPr>
        <p:txBody>
          <a:bodyPr spcFirstLastPara="1" wrap="square" lIns="0" tIns="0" rIns="0" bIns="0" anchor="t" anchorCtr="0">
            <a:normAutofit/>
          </a:bodyPr>
          <a:lstStyle>
            <a:lvl1pPr lvl="0">
              <a:lnSpc>
                <a:spcPct val="100000"/>
              </a:lnSpc>
              <a:spcBef>
                <a:spcPts val="0"/>
              </a:spcBef>
              <a:spcAft>
                <a:spcPts val="0"/>
              </a:spcAft>
              <a:buClr>
                <a:schemeClr val="accent6"/>
              </a:buClr>
              <a:buSzPts val="2000"/>
              <a:buFont typeface="IBM Plex Sans Medium"/>
              <a:buNone/>
              <a:defRPr sz="2000">
                <a:solidFill>
                  <a:schemeClr val="accent6"/>
                </a:solidFill>
                <a:latin typeface="IBM Plex Sans Medium"/>
                <a:ea typeface="IBM Plex Sans Medium"/>
                <a:cs typeface="IBM Plex Sans Medium"/>
                <a:sym typeface="IBM Plex Sans Medium"/>
              </a:defRPr>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a:endParaRPr/>
          </a:p>
        </p:txBody>
      </p:sp>
      <p:sp>
        <p:nvSpPr>
          <p:cNvPr id="421" name="Google Shape;421;p34"/>
          <p:cNvSpPr txBox="1">
            <a:spLocks noGrp="1"/>
          </p:cNvSpPr>
          <p:nvPr>
            <p:ph type="body" idx="2"/>
          </p:nvPr>
        </p:nvSpPr>
        <p:spPr>
          <a:xfrm>
            <a:off x="476075" y="1724600"/>
            <a:ext cx="3862500" cy="3090000"/>
          </a:xfrm>
          <a:prstGeom prst="rect">
            <a:avLst/>
          </a:prstGeom>
        </p:spPr>
        <p:txBody>
          <a:bodyPr spcFirstLastPara="1" wrap="square" lIns="0" tIns="0" rIns="0" bIns="0" anchor="t" anchorCtr="0">
            <a:normAutofit/>
          </a:bodyPr>
          <a:lstStyle>
            <a:lvl1pPr marL="457200" lvl="0" indent="-330200" rtl="0">
              <a:spcBef>
                <a:spcPts val="0"/>
              </a:spcBef>
              <a:spcAft>
                <a:spcPts val="0"/>
              </a:spcAft>
              <a:buSzPts val="1600"/>
              <a:buChar char="■"/>
              <a:defRPr/>
            </a:lvl1pPr>
            <a:lvl2pPr marL="914400" lvl="1" indent="-317500" rtl="0">
              <a:spcBef>
                <a:spcPts val="0"/>
              </a:spcBef>
              <a:spcAft>
                <a:spcPts val="0"/>
              </a:spcAft>
              <a:buSzPts val="1400"/>
              <a:buChar char="■"/>
              <a:defRPr/>
            </a:lvl2pPr>
            <a:lvl3pPr marL="1371600" lvl="2" indent="-317500" rtl="0">
              <a:spcBef>
                <a:spcPts val="0"/>
              </a:spcBef>
              <a:spcAft>
                <a:spcPts val="0"/>
              </a:spcAft>
              <a:buSzPts val="1400"/>
              <a:buChar char="■"/>
              <a:defRPr/>
            </a:lvl3pPr>
            <a:lvl4pPr marL="1828800" lvl="3" indent="-317500" rtl="0">
              <a:spcBef>
                <a:spcPts val="0"/>
              </a:spcBef>
              <a:spcAft>
                <a:spcPts val="0"/>
              </a:spcAft>
              <a:buSzPts val="1400"/>
              <a:buChar char="●"/>
              <a:defRPr/>
            </a:lvl4pPr>
            <a:lvl5pPr marL="2286000" lvl="4" indent="-317500" rtl="0">
              <a:spcBef>
                <a:spcPts val="0"/>
              </a:spcBef>
              <a:spcAft>
                <a:spcPts val="0"/>
              </a:spcAft>
              <a:buSzPts val="1400"/>
              <a:buChar char="○"/>
              <a:defRPr/>
            </a:lvl5pPr>
            <a:lvl6pPr marL="2743200" lvl="5" indent="-317500" rtl="0">
              <a:spcBef>
                <a:spcPts val="0"/>
              </a:spcBef>
              <a:spcAft>
                <a:spcPts val="0"/>
              </a:spcAft>
              <a:buSzPts val="1400"/>
              <a:buChar char="■"/>
              <a:defRPr/>
            </a:lvl6pPr>
            <a:lvl7pPr marL="3200400" lvl="6" indent="-317500" rtl="0">
              <a:spcBef>
                <a:spcPts val="0"/>
              </a:spcBef>
              <a:spcAft>
                <a:spcPts val="0"/>
              </a:spcAft>
              <a:buSzPts val="1400"/>
              <a:buChar char="●"/>
              <a:defRPr/>
            </a:lvl7pPr>
            <a:lvl8pPr marL="3657600" lvl="7" indent="-317500" rtl="0">
              <a:spcBef>
                <a:spcPts val="0"/>
              </a:spcBef>
              <a:spcAft>
                <a:spcPts val="0"/>
              </a:spcAft>
              <a:buSzPts val="1400"/>
              <a:buChar char="○"/>
              <a:defRPr/>
            </a:lvl8pPr>
            <a:lvl9pPr marL="4114800" lvl="8" indent="-317500" rtl="0">
              <a:spcBef>
                <a:spcPts val="0"/>
              </a:spcBef>
              <a:spcAft>
                <a:spcPts val="0"/>
              </a:spcAft>
              <a:buSzPts val="1400"/>
              <a:buChar char="■"/>
              <a:defRPr/>
            </a:lvl9pPr>
          </a:lstStyle>
          <a:p>
            <a:endParaRPr/>
          </a:p>
        </p:txBody>
      </p:sp>
      <p:sp>
        <p:nvSpPr>
          <p:cNvPr id="422" name="Google Shape;422;p34"/>
          <p:cNvSpPr/>
          <p:nvPr/>
        </p:nvSpPr>
        <p:spPr>
          <a:xfrm>
            <a:off x="5218738" y="1176675"/>
            <a:ext cx="4176600" cy="1023900"/>
          </a:xfrm>
          <a:prstGeom prst="roundRect">
            <a:avLst>
              <a:gd name="adj" fmla="val 24562"/>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 name="Google Shape;423;p34"/>
          <p:cNvSpPr/>
          <p:nvPr/>
        </p:nvSpPr>
        <p:spPr>
          <a:xfrm>
            <a:off x="4853798" y="1268027"/>
            <a:ext cx="758400" cy="758400"/>
          </a:xfrm>
          <a:prstGeom prst="roundRect">
            <a:avLst>
              <a:gd name="adj" fmla="val 50000"/>
            </a:avLst>
          </a:prstGeom>
          <a:solidFill>
            <a:srgbClr val="FC5D0D"/>
          </a:solidFill>
          <a:ln>
            <a:noFill/>
          </a:ln>
        </p:spPr>
        <p:txBody>
          <a:bodyPr spcFirstLastPara="1" wrap="square" lIns="57150" tIns="57150" rIns="57150" bIns="57150" anchor="ctr" anchorCtr="0">
            <a:noAutofit/>
          </a:bodyPr>
          <a:lstStyle/>
          <a:p>
            <a:pPr marL="0" lvl="0" indent="0" algn="ctr" rtl="0">
              <a:spcBef>
                <a:spcPts val="0"/>
              </a:spcBef>
              <a:spcAft>
                <a:spcPts val="0"/>
              </a:spcAft>
              <a:buNone/>
            </a:pPr>
            <a:endParaRPr sz="800" b="1">
              <a:solidFill>
                <a:srgbClr val="FFFFFF"/>
              </a:solidFill>
              <a:latin typeface="IBM Plex Sans"/>
              <a:ea typeface="IBM Plex Sans"/>
              <a:cs typeface="IBM Plex Sans"/>
              <a:sym typeface="IBM Plex Sans"/>
            </a:endParaRPr>
          </a:p>
        </p:txBody>
      </p:sp>
      <p:sp>
        <p:nvSpPr>
          <p:cNvPr id="424" name="Google Shape;424;p34"/>
          <p:cNvSpPr/>
          <p:nvPr/>
        </p:nvSpPr>
        <p:spPr>
          <a:xfrm>
            <a:off x="4853798" y="2564104"/>
            <a:ext cx="758400" cy="758400"/>
          </a:xfrm>
          <a:prstGeom prst="roundRect">
            <a:avLst>
              <a:gd name="adj" fmla="val 22637"/>
            </a:avLst>
          </a:prstGeom>
          <a:solidFill>
            <a:schemeClr val="accent2"/>
          </a:solidFill>
          <a:ln>
            <a:noFill/>
          </a:ln>
        </p:spPr>
        <p:txBody>
          <a:bodyPr spcFirstLastPara="1" wrap="square" lIns="57150" tIns="57150" rIns="57150" bIns="57150" anchor="ctr" anchorCtr="0">
            <a:noAutofit/>
          </a:bodyPr>
          <a:lstStyle/>
          <a:p>
            <a:pPr marL="0" lvl="0" indent="0" algn="ctr" rtl="0">
              <a:spcBef>
                <a:spcPts val="0"/>
              </a:spcBef>
              <a:spcAft>
                <a:spcPts val="0"/>
              </a:spcAft>
              <a:buNone/>
            </a:pPr>
            <a:endParaRPr sz="800" b="1">
              <a:solidFill>
                <a:srgbClr val="FFFFFF"/>
              </a:solidFill>
              <a:latin typeface="IBM Plex Sans"/>
              <a:ea typeface="IBM Plex Sans"/>
              <a:cs typeface="IBM Plex Sans"/>
              <a:sym typeface="IBM Plex Sans"/>
            </a:endParaRPr>
          </a:p>
        </p:txBody>
      </p:sp>
      <p:sp>
        <p:nvSpPr>
          <p:cNvPr id="425" name="Google Shape;425;p34"/>
          <p:cNvSpPr/>
          <p:nvPr/>
        </p:nvSpPr>
        <p:spPr>
          <a:xfrm rot="-2700000">
            <a:off x="4932111" y="3985320"/>
            <a:ext cx="602031" cy="598212"/>
          </a:xfrm>
          <a:prstGeom prst="roundRect">
            <a:avLst>
              <a:gd name="adj" fmla="val 5808"/>
            </a:avLst>
          </a:prstGeom>
          <a:solidFill>
            <a:schemeClr val="accent3"/>
          </a:solidFill>
          <a:ln>
            <a:noFill/>
          </a:ln>
        </p:spPr>
        <p:txBody>
          <a:bodyPr spcFirstLastPara="1" wrap="square" lIns="57150" tIns="57150" rIns="57150" bIns="57150" anchor="ctr" anchorCtr="0">
            <a:noAutofit/>
          </a:bodyPr>
          <a:lstStyle/>
          <a:p>
            <a:pPr marL="0" lvl="0" indent="0" algn="ctr" rtl="0">
              <a:spcBef>
                <a:spcPts val="0"/>
              </a:spcBef>
              <a:spcAft>
                <a:spcPts val="0"/>
              </a:spcAft>
              <a:buNone/>
            </a:pPr>
            <a:endParaRPr sz="800" b="1">
              <a:solidFill>
                <a:srgbClr val="FFFFFF"/>
              </a:solidFill>
              <a:latin typeface="IBM Plex Sans"/>
              <a:ea typeface="IBM Plex Sans"/>
              <a:cs typeface="IBM Plex Sans"/>
              <a:sym typeface="IBM Plex Sans"/>
            </a:endParaRPr>
          </a:p>
        </p:txBody>
      </p:sp>
      <p:sp>
        <p:nvSpPr>
          <p:cNvPr id="426" name="Google Shape;426;p34"/>
          <p:cNvSpPr txBox="1">
            <a:spLocks noGrp="1"/>
          </p:cNvSpPr>
          <p:nvPr>
            <p:ph type="subTitle" idx="3"/>
          </p:nvPr>
        </p:nvSpPr>
        <p:spPr>
          <a:xfrm>
            <a:off x="5802575" y="1268025"/>
            <a:ext cx="2884200" cy="332100"/>
          </a:xfrm>
          <a:prstGeom prst="rect">
            <a:avLst/>
          </a:prstGeom>
        </p:spPr>
        <p:txBody>
          <a:bodyPr spcFirstLastPara="1" wrap="square" lIns="0" tIns="0" rIns="0" bIns="0" anchor="t" anchorCtr="0">
            <a:normAutofit/>
          </a:bodyPr>
          <a:lstStyle>
            <a:lvl1pPr lvl="0" rtl="0">
              <a:lnSpc>
                <a:spcPct val="100000"/>
              </a:lnSpc>
              <a:spcBef>
                <a:spcPts val="0"/>
              </a:spcBef>
              <a:spcAft>
                <a:spcPts val="0"/>
              </a:spcAft>
              <a:buSzPts val="1600"/>
              <a:buNone/>
              <a:defRPr sz="1600" b="1">
                <a:solidFill>
                  <a:schemeClr val="accent1"/>
                </a:solidFill>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427" name="Google Shape;427;p34"/>
          <p:cNvSpPr txBox="1">
            <a:spLocks noGrp="1"/>
          </p:cNvSpPr>
          <p:nvPr>
            <p:ph type="body" idx="4"/>
          </p:nvPr>
        </p:nvSpPr>
        <p:spPr>
          <a:xfrm>
            <a:off x="5802575" y="1600325"/>
            <a:ext cx="2884200" cy="513600"/>
          </a:xfrm>
          <a:prstGeom prst="rect">
            <a:avLst/>
          </a:prstGeom>
        </p:spPr>
        <p:txBody>
          <a:bodyPr spcFirstLastPara="1" wrap="square" lIns="0" tIns="0" rIns="0" bIns="0" anchor="t" anchorCtr="0">
            <a:normAutofit/>
          </a:bodyPr>
          <a:lstStyle>
            <a:lvl1pPr marL="457200" lvl="0" indent="-304800" rtl="0">
              <a:spcBef>
                <a:spcPts val="0"/>
              </a:spcBef>
              <a:spcAft>
                <a:spcPts val="0"/>
              </a:spcAft>
              <a:buClr>
                <a:schemeClr val="lt1"/>
              </a:buClr>
              <a:buSzPts val="1200"/>
              <a:buChar char="■"/>
              <a:defRPr sz="1200">
                <a:solidFill>
                  <a:schemeClr val="lt1"/>
                </a:solidFill>
              </a:defRPr>
            </a:lvl1pPr>
            <a:lvl2pPr marL="914400" lvl="1" indent="-304800" rtl="0">
              <a:spcBef>
                <a:spcPts val="0"/>
              </a:spcBef>
              <a:spcAft>
                <a:spcPts val="0"/>
              </a:spcAft>
              <a:buClr>
                <a:schemeClr val="lt1"/>
              </a:buClr>
              <a:buSzPts val="1200"/>
              <a:buChar char="■"/>
              <a:defRPr sz="1200">
                <a:solidFill>
                  <a:schemeClr val="lt1"/>
                </a:solidFill>
              </a:defRPr>
            </a:lvl2pPr>
            <a:lvl3pPr marL="1371600" lvl="2" indent="-304800" rtl="0">
              <a:spcBef>
                <a:spcPts val="0"/>
              </a:spcBef>
              <a:spcAft>
                <a:spcPts val="0"/>
              </a:spcAft>
              <a:buClr>
                <a:schemeClr val="lt1"/>
              </a:buClr>
              <a:buSzPts val="1200"/>
              <a:buChar char="■"/>
              <a:defRPr sz="1200">
                <a:solidFill>
                  <a:schemeClr val="lt1"/>
                </a:solidFill>
              </a:defRPr>
            </a:lvl3pPr>
            <a:lvl4pPr marL="1828800" lvl="3" indent="-304800" rtl="0">
              <a:spcBef>
                <a:spcPts val="0"/>
              </a:spcBef>
              <a:spcAft>
                <a:spcPts val="0"/>
              </a:spcAft>
              <a:buClr>
                <a:schemeClr val="lt1"/>
              </a:buClr>
              <a:buSzPts val="1200"/>
              <a:buChar char="●"/>
              <a:defRPr sz="1200">
                <a:solidFill>
                  <a:schemeClr val="lt1"/>
                </a:solidFill>
              </a:defRPr>
            </a:lvl4pPr>
            <a:lvl5pPr marL="2286000" lvl="4" indent="-304800" rtl="0">
              <a:spcBef>
                <a:spcPts val="0"/>
              </a:spcBef>
              <a:spcAft>
                <a:spcPts val="0"/>
              </a:spcAft>
              <a:buClr>
                <a:schemeClr val="lt1"/>
              </a:buClr>
              <a:buSzPts val="1200"/>
              <a:buChar char="○"/>
              <a:defRPr sz="1200">
                <a:solidFill>
                  <a:schemeClr val="lt1"/>
                </a:solidFill>
              </a:defRPr>
            </a:lvl5pPr>
            <a:lvl6pPr marL="2743200" lvl="5" indent="-304800" rtl="0">
              <a:spcBef>
                <a:spcPts val="0"/>
              </a:spcBef>
              <a:spcAft>
                <a:spcPts val="0"/>
              </a:spcAft>
              <a:buClr>
                <a:schemeClr val="lt1"/>
              </a:buClr>
              <a:buSzPts val="1200"/>
              <a:buChar char="■"/>
              <a:defRPr sz="1200">
                <a:solidFill>
                  <a:schemeClr val="lt1"/>
                </a:solidFill>
              </a:defRPr>
            </a:lvl6pPr>
            <a:lvl7pPr marL="3200400" lvl="6" indent="-304800" rtl="0">
              <a:spcBef>
                <a:spcPts val="0"/>
              </a:spcBef>
              <a:spcAft>
                <a:spcPts val="0"/>
              </a:spcAft>
              <a:buClr>
                <a:schemeClr val="lt1"/>
              </a:buClr>
              <a:buSzPts val="1200"/>
              <a:buChar char="●"/>
              <a:defRPr sz="1200">
                <a:solidFill>
                  <a:schemeClr val="lt1"/>
                </a:solidFill>
              </a:defRPr>
            </a:lvl7pPr>
            <a:lvl8pPr marL="3657600" lvl="7" indent="-304800" rtl="0">
              <a:spcBef>
                <a:spcPts val="0"/>
              </a:spcBef>
              <a:spcAft>
                <a:spcPts val="0"/>
              </a:spcAft>
              <a:buClr>
                <a:schemeClr val="lt1"/>
              </a:buClr>
              <a:buSzPts val="1200"/>
              <a:buChar char="○"/>
              <a:defRPr sz="1200">
                <a:solidFill>
                  <a:schemeClr val="lt1"/>
                </a:solidFill>
              </a:defRPr>
            </a:lvl8pPr>
            <a:lvl9pPr marL="4114800" lvl="8" indent="-304800" rtl="0">
              <a:spcBef>
                <a:spcPts val="0"/>
              </a:spcBef>
              <a:spcAft>
                <a:spcPts val="0"/>
              </a:spcAft>
              <a:buClr>
                <a:schemeClr val="lt1"/>
              </a:buClr>
              <a:buSzPts val="1200"/>
              <a:buChar char="■"/>
              <a:defRPr sz="1200">
                <a:solidFill>
                  <a:schemeClr val="lt1"/>
                </a:solidFill>
              </a:defRPr>
            </a:lvl9pPr>
          </a:lstStyle>
          <a:p>
            <a:endParaRPr/>
          </a:p>
        </p:txBody>
      </p:sp>
      <p:sp>
        <p:nvSpPr>
          <p:cNvPr id="428" name="Google Shape;428;p34"/>
          <p:cNvSpPr txBox="1">
            <a:spLocks noGrp="1"/>
          </p:cNvSpPr>
          <p:nvPr>
            <p:ph type="subTitle" idx="5"/>
          </p:nvPr>
        </p:nvSpPr>
        <p:spPr>
          <a:xfrm>
            <a:off x="5802575" y="2520250"/>
            <a:ext cx="2884200" cy="332100"/>
          </a:xfrm>
          <a:prstGeom prst="rect">
            <a:avLst/>
          </a:prstGeom>
        </p:spPr>
        <p:txBody>
          <a:bodyPr spcFirstLastPara="1" wrap="square" lIns="0" tIns="0" rIns="0" bIns="0" anchor="t" anchorCtr="0">
            <a:normAutofit/>
          </a:bodyPr>
          <a:lstStyle>
            <a:lvl1pPr lvl="0" rtl="0">
              <a:lnSpc>
                <a:spcPct val="100000"/>
              </a:lnSpc>
              <a:spcBef>
                <a:spcPts val="0"/>
              </a:spcBef>
              <a:spcAft>
                <a:spcPts val="0"/>
              </a:spcAft>
              <a:buClr>
                <a:schemeClr val="accent2"/>
              </a:buClr>
              <a:buSzPts val="1600"/>
              <a:buNone/>
              <a:defRPr sz="1600" b="1">
                <a:solidFill>
                  <a:schemeClr val="accent2"/>
                </a:solidFill>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429" name="Google Shape;429;p34"/>
          <p:cNvSpPr txBox="1">
            <a:spLocks noGrp="1"/>
          </p:cNvSpPr>
          <p:nvPr>
            <p:ph type="body" idx="6"/>
          </p:nvPr>
        </p:nvSpPr>
        <p:spPr>
          <a:xfrm>
            <a:off x="5802575" y="2852550"/>
            <a:ext cx="2884200" cy="513600"/>
          </a:xfrm>
          <a:prstGeom prst="rect">
            <a:avLst/>
          </a:prstGeom>
        </p:spPr>
        <p:txBody>
          <a:bodyPr spcFirstLastPara="1" wrap="square" lIns="0" tIns="0" rIns="0" bIns="0" anchor="t" anchorCtr="0">
            <a:normAutofit/>
          </a:bodyPr>
          <a:lstStyle>
            <a:lvl1pPr marL="457200" lvl="0" indent="-304800" rtl="0">
              <a:spcBef>
                <a:spcPts val="0"/>
              </a:spcBef>
              <a:spcAft>
                <a:spcPts val="0"/>
              </a:spcAft>
              <a:buClr>
                <a:schemeClr val="lt1"/>
              </a:buClr>
              <a:buSzPts val="1200"/>
              <a:buChar char="■"/>
              <a:defRPr sz="1200">
                <a:solidFill>
                  <a:schemeClr val="lt1"/>
                </a:solidFill>
              </a:defRPr>
            </a:lvl1pPr>
            <a:lvl2pPr marL="914400" lvl="1" indent="-304800" rtl="0">
              <a:spcBef>
                <a:spcPts val="0"/>
              </a:spcBef>
              <a:spcAft>
                <a:spcPts val="0"/>
              </a:spcAft>
              <a:buClr>
                <a:schemeClr val="lt1"/>
              </a:buClr>
              <a:buSzPts val="1200"/>
              <a:buChar char="■"/>
              <a:defRPr sz="1200">
                <a:solidFill>
                  <a:schemeClr val="lt1"/>
                </a:solidFill>
              </a:defRPr>
            </a:lvl2pPr>
            <a:lvl3pPr marL="1371600" lvl="2" indent="-304800" rtl="0">
              <a:spcBef>
                <a:spcPts val="0"/>
              </a:spcBef>
              <a:spcAft>
                <a:spcPts val="0"/>
              </a:spcAft>
              <a:buClr>
                <a:schemeClr val="lt1"/>
              </a:buClr>
              <a:buSzPts val="1200"/>
              <a:buChar char="■"/>
              <a:defRPr sz="1200">
                <a:solidFill>
                  <a:schemeClr val="lt1"/>
                </a:solidFill>
              </a:defRPr>
            </a:lvl3pPr>
            <a:lvl4pPr marL="1828800" lvl="3" indent="-304800" rtl="0">
              <a:spcBef>
                <a:spcPts val="0"/>
              </a:spcBef>
              <a:spcAft>
                <a:spcPts val="0"/>
              </a:spcAft>
              <a:buClr>
                <a:schemeClr val="lt1"/>
              </a:buClr>
              <a:buSzPts val="1200"/>
              <a:buChar char="●"/>
              <a:defRPr sz="1200">
                <a:solidFill>
                  <a:schemeClr val="lt1"/>
                </a:solidFill>
              </a:defRPr>
            </a:lvl4pPr>
            <a:lvl5pPr marL="2286000" lvl="4" indent="-304800" rtl="0">
              <a:spcBef>
                <a:spcPts val="0"/>
              </a:spcBef>
              <a:spcAft>
                <a:spcPts val="0"/>
              </a:spcAft>
              <a:buClr>
                <a:schemeClr val="lt1"/>
              </a:buClr>
              <a:buSzPts val="1200"/>
              <a:buChar char="○"/>
              <a:defRPr sz="1200">
                <a:solidFill>
                  <a:schemeClr val="lt1"/>
                </a:solidFill>
              </a:defRPr>
            </a:lvl5pPr>
            <a:lvl6pPr marL="2743200" lvl="5" indent="-304800" rtl="0">
              <a:spcBef>
                <a:spcPts val="0"/>
              </a:spcBef>
              <a:spcAft>
                <a:spcPts val="0"/>
              </a:spcAft>
              <a:buClr>
                <a:schemeClr val="lt1"/>
              </a:buClr>
              <a:buSzPts val="1200"/>
              <a:buChar char="■"/>
              <a:defRPr sz="1200">
                <a:solidFill>
                  <a:schemeClr val="lt1"/>
                </a:solidFill>
              </a:defRPr>
            </a:lvl6pPr>
            <a:lvl7pPr marL="3200400" lvl="6" indent="-304800" rtl="0">
              <a:spcBef>
                <a:spcPts val="0"/>
              </a:spcBef>
              <a:spcAft>
                <a:spcPts val="0"/>
              </a:spcAft>
              <a:buClr>
                <a:schemeClr val="lt1"/>
              </a:buClr>
              <a:buSzPts val="1200"/>
              <a:buChar char="●"/>
              <a:defRPr sz="1200">
                <a:solidFill>
                  <a:schemeClr val="lt1"/>
                </a:solidFill>
              </a:defRPr>
            </a:lvl7pPr>
            <a:lvl8pPr marL="3657600" lvl="7" indent="-304800" rtl="0">
              <a:spcBef>
                <a:spcPts val="0"/>
              </a:spcBef>
              <a:spcAft>
                <a:spcPts val="0"/>
              </a:spcAft>
              <a:buClr>
                <a:schemeClr val="lt1"/>
              </a:buClr>
              <a:buSzPts val="1200"/>
              <a:buChar char="○"/>
              <a:defRPr sz="1200">
                <a:solidFill>
                  <a:schemeClr val="lt1"/>
                </a:solidFill>
              </a:defRPr>
            </a:lvl8pPr>
            <a:lvl9pPr marL="4114800" lvl="8" indent="-304800" rtl="0">
              <a:spcBef>
                <a:spcPts val="0"/>
              </a:spcBef>
              <a:spcAft>
                <a:spcPts val="0"/>
              </a:spcAft>
              <a:buClr>
                <a:schemeClr val="lt1"/>
              </a:buClr>
              <a:buSzPts val="1200"/>
              <a:buChar char="■"/>
              <a:defRPr sz="1200">
                <a:solidFill>
                  <a:schemeClr val="lt1"/>
                </a:solidFill>
              </a:defRPr>
            </a:lvl9pPr>
          </a:lstStyle>
          <a:p>
            <a:endParaRPr/>
          </a:p>
        </p:txBody>
      </p:sp>
      <p:sp>
        <p:nvSpPr>
          <p:cNvPr id="430" name="Google Shape;430;p34"/>
          <p:cNvSpPr txBox="1">
            <a:spLocks noGrp="1"/>
          </p:cNvSpPr>
          <p:nvPr>
            <p:ph type="subTitle" idx="7"/>
          </p:nvPr>
        </p:nvSpPr>
        <p:spPr>
          <a:xfrm>
            <a:off x="5802575" y="3861475"/>
            <a:ext cx="2884200" cy="332100"/>
          </a:xfrm>
          <a:prstGeom prst="rect">
            <a:avLst/>
          </a:prstGeom>
        </p:spPr>
        <p:txBody>
          <a:bodyPr spcFirstLastPara="1" wrap="square" lIns="0" tIns="0" rIns="0" bIns="0" anchor="t" anchorCtr="0">
            <a:normAutofit/>
          </a:bodyPr>
          <a:lstStyle>
            <a:lvl1pPr lvl="0" rtl="0">
              <a:lnSpc>
                <a:spcPct val="100000"/>
              </a:lnSpc>
              <a:spcBef>
                <a:spcPts val="0"/>
              </a:spcBef>
              <a:spcAft>
                <a:spcPts val="0"/>
              </a:spcAft>
              <a:buClr>
                <a:schemeClr val="accent3"/>
              </a:buClr>
              <a:buSzPts val="1600"/>
              <a:buNone/>
              <a:defRPr sz="1600" b="1">
                <a:solidFill>
                  <a:schemeClr val="accent3"/>
                </a:solidFill>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431" name="Google Shape;431;p34"/>
          <p:cNvSpPr txBox="1">
            <a:spLocks noGrp="1"/>
          </p:cNvSpPr>
          <p:nvPr>
            <p:ph type="body" idx="8"/>
          </p:nvPr>
        </p:nvSpPr>
        <p:spPr>
          <a:xfrm>
            <a:off x="5802575" y="4193775"/>
            <a:ext cx="2884200" cy="513600"/>
          </a:xfrm>
          <a:prstGeom prst="rect">
            <a:avLst/>
          </a:prstGeom>
        </p:spPr>
        <p:txBody>
          <a:bodyPr spcFirstLastPara="1" wrap="square" lIns="0" tIns="0" rIns="0" bIns="0" anchor="t" anchorCtr="0">
            <a:normAutofit/>
          </a:bodyPr>
          <a:lstStyle>
            <a:lvl1pPr marL="457200" lvl="0" indent="-304800" rtl="0">
              <a:spcBef>
                <a:spcPts val="0"/>
              </a:spcBef>
              <a:spcAft>
                <a:spcPts val="0"/>
              </a:spcAft>
              <a:buClr>
                <a:schemeClr val="lt1"/>
              </a:buClr>
              <a:buSzPts val="1200"/>
              <a:buChar char="■"/>
              <a:defRPr sz="1200">
                <a:solidFill>
                  <a:schemeClr val="lt1"/>
                </a:solidFill>
              </a:defRPr>
            </a:lvl1pPr>
            <a:lvl2pPr marL="914400" lvl="1" indent="-304800" rtl="0">
              <a:spcBef>
                <a:spcPts val="0"/>
              </a:spcBef>
              <a:spcAft>
                <a:spcPts val="0"/>
              </a:spcAft>
              <a:buClr>
                <a:schemeClr val="lt1"/>
              </a:buClr>
              <a:buSzPts val="1200"/>
              <a:buChar char="■"/>
              <a:defRPr sz="1200">
                <a:solidFill>
                  <a:schemeClr val="lt1"/>
                </a:solidFill>
              </a:defRPr>
            </a:lvl2pPr>
            <a:lvl3pPr marL="1371600" lvl="2" indent="-304800" rtl="0">
              <a:spcBef>
                <a:spcPts val="0"/>
              </a:spcBef>
              <a:spcAft>
                <a:spcPts val="0"/>
              </a:spcAft>
              <a:buClr>
                <a:schemeClr val="lt1"/>
              </a:buClr>
              <a:buSzPts val="1200"/>
              <a:buChar char="■"/>
              <a:defRPr sz="1200">
                <a:solidFill>
                  <a:schemeClr val="lt1"/>
                </a:solidFill>
              </a:defRPr>
            </a:lvl3pPr>
            <a:lvl4pPr marL="1828800" lvl="3" indent="-304800" rtl="0">
              <a:spcBef>
                <a:spcPts val="0"/>
              </a:spcBef>
              <a:spcAft>
                <a:spcPts val="0"/>
              </a:spcAft>
              <a:buClr>
                <a:schemeClr val="lt1"/>
              </a:buClr>
              <a:buSzPts val="1200"/>
              <a:buChar char="●"/>
              <a:defRPr sz="1200">
                <a:solidFill>
                  <a:schemeClr val="lt1"/>
                </a:solidFill>
              </a:defRPr>
            </a:lvl4pPr>
            <a:lvl5pPr marL="2286000" lvl="4" indent="-304800" rtl="0">
              <a:spcBef>
                <a:spcPts val="0"/>
              </a:spcBef>
              <a:spcAft>
                <a:spcPts val="0"/>
              </a:spcAft>
              <a:buClr>
                <a:schemeClr val="lt1"/>
              </a:buClr>
              <a:buSzPts val="1200"/>
              <a:buChar char="○"/>
              <a:defRPr sz="1200">
                <a:solidFill>
                  <a:schemeClr val="lt1"/>
                </a:solidFill>
              </a:defRPr>
            </a:lvl5pPr>
            <a:lvl6pPr marL="2743200" lvl="5" indent="-304800" rtl="0">
              <a:spcBef>
                <a:spcPts val="0"/>
              </a:spcBef>
              <a:spcAft>
                <a:spcPts val="0"/>
              </a:spcAft>
              <a:buClr>
                <a:schemeClr val="lt1"/>
              </a:buClr>
              <a:buSzPts val="1200"/>
              <a:buChar char="■"/>
              <a:defRPr sz="1200">
                <a:solidFill>
                  <a:schemeClr val="lt1"/>
                </a:solidFill>
              </a:defRPr>
            </a:lvl6pPr>
            <a:lvl7pPr marL="3200400" lvl="6" indent="-304800" rtl="0">
              <a:spcBef>
                <a:spcPts val="0"/>
              </a:spcBef>
              <a:spcAft>
                <a:spcPts val="0"/>
              </a:spcAft>
              <a:buClr>
                <a:schemeClr val="lt1"/>
              </a:buClr>
              <a:buSzPts val="1200"/>
              <a:buChar char="●"/>
              <a:defRPr sz="1200">
                <a:solidFill>
                  <a:schemeClr val="lt1"/>
                </a:solidFill>
              </a:defRPr>
            </a:lvl7pPr>
            <a:lvl8pPr marL="3657600" lvl="7" indent="-304800" rtl="0">
              <a:spcBef>
                <a:spcPts val="0"/>
              </a:spcBef>
              <a:spcAft>
                <a:spcPts val="0"/>
              </a:spcAft>
              <a:buClr>
                <a:schemeClr val="lt1"/>
              </a:buClr>
              <a:buSzPts val="1200"/>
              <a:buChar char="○"/>
              <a:defRPr sz="1200">
                <a:solidFill>
                  <a:schemeClr val="lt1"/>
                </a:solidFill>
              </a:defRPr>
            </a:lvl8pPr>
            <a:lvl9pPr marL="4114800" lvl="8" indent="-304800" rtl="0">
              <a:spcBef>
                <a:spcPts val="0"/>
              </a:spcBef>
              <a:spcAft>
                <a:spcPts val="0"/>
              </a:spcAft>
              <a:buClr>
                <a:schemeClr val="lt1"/>
              </a:buClr>
              <a:buSzPts val="1200"/>
              <a:buChar char="■"/>
              <a:defRPr sz="1200">
                <a:solidFill>
                  <a:schemeClr val="lt1"/>
                </a:solidFill>
              </a:defRPr>
            </a:lvl9pPr>
          </a:lstStyle>
          <a:p>
            <a:endParaRPr/>
          </a:p>
        </p:txBody>
      </p:sp>
      <p:grpSp>
        <p:nvGrpSpPr>
          <p:cNvPr id="432" name="Google Shape;432;p34"/>
          <p:cNvGrpSpPr/>
          <p:nvPr/>
        </p:nvGrpSpPr>
        <p:grpSpPr>
          <a:xfrm>
            <a:off x="5087969" y="1464611"/>
            <a:ext cx="281776" cy="380430"/>
            <a:chOff x="7076050" y="3008425"/>
            <a:chExt cx="278050" cy="375400"/>
          </a:xfrm>
        </p:grpSpPr>
        <p:sp>
          <p:nvSpPr>
            <p:cNvPr id="433" name="Google Shape;433;p34"/>
            <p:cNvSpPr/>
            <p:nvPr/>
          </p:nvSpPr>
          <p:spPr>
            <a:xfrm>
              <a:off x="7180525" y="3008425"/>
              <a:ext cx="69100" cy="69350"/>
            </a:xfrm>
            <a:custGeom>
              <a:avLst/>
              <a:gdLst/>
              <a:ahLst/>
              <a:cxnLst/>
              <a:rect l="l" t="t" r="r" b="b"/>
              <a:pathLst>
                <a:path w="2764" h="2774" extrusionOk="0">
                  <a:moveTo>
                    <a:pt x="1377" y="0"/>
                  </a:moveTo>
                  <a:lnTo>
                    <a:pt x="1239" y="10"/>
                  </a:lnTo>
                  <a:lnTo>
                    <a:pt x="1102" y="30"/>
                  </a:lnTo>
                  <a:lnTo>
                    <a:pt x="964" y="69"/>
                  </a:lnTo>
                  <a:lnTo>
                    <a:pt x="846" y="108"/>
                  </a:lnTo>
                  <a:lnTo>
                    <a:pt x="718" y="167"/>
                  </a:lnTo>
                  <a:lnTo>
                    <a:pt x="610" y="236"/>
                  </a:lnTo>
                  <a:lnTo>
                    <a:pt x="502" y="325"/>
                  </a:lnTo>
                  <a:lnTo>
                    <a:pt x="404" y="413"/>
                  </a:lnTo>
                  <a:lnTo>
                    <a:pt x="315" y="512"/>
                  </a:lnTo>
                  <a:lnTo>
                    <a:pt x="236" y="610"/>
                  </a:lnTo>
                  <a:lnTo>
                    <a:pt x="168" y="728"/>
                  </a:lnTo>
                  <a:lnTo>
                    <a:pt x="109" y="846"/>
                  </a:lnTo>
                  <a:lnTo>
                    <a:pt x="59" y="974"/>
                  </a:lnTo>
                  <a:lnTo>
                    <a:pt x="20" y="1111"/>
                  </a:lnTo>
                  <a:lnTo>
                    <a:pt x="0" y="1249"/>
                  </a:lnTo>
                  <a:lnTo>
                    <a:pt x="0" y="1387"/>
                  </a:lnTo>
                  <a:lnTo>
                    <a:pt x="0" y="1534"/>
                  </a:lnTo>
                  <a:lnTo>
                    <a:pt x="20" y="1672"/>
                  </a:lnTo>
                  <a:lnTo>
                    <a:pt x="59" y="1800"/>
                  </a:lnTo>
                  <a:lnTo>
                    <a:pt x="109" y="1928"/>
                  </a:lnTo>
                  <a:lnTo>
                    <a:pt x="168" y="2046"/>
                  </a:lnTo>
                  <a:lnTo>
                    <a:pt x="236" y="2164"/>
                  </a:lnTo>
                  <a:lnTo>
                    <a:pt x="315" y="2272"/>
                  </a:lnTo>
                  <a:lnTo>
                    <a:pt x="404" y="2370"/>
                  </a:lnTo>
                  <a:lnTo>
                    <a:pt x="502" y="2459"/>
                  </a:lnTo>
                  <a:lnTo>
                    <a:pt x="610" y="2537"/>
                  </a:lnTo>
                  <a:lnTo>
                    <a:pt x="718" y="2606"/>
                  </a:lnTo>
                  <a:lnTo>
                    <a:pt x="846" y="2665"/>
                  </a:lnTo>
                  <a:lnTo>
                    <a:pt x="964" y="2714"/>
                  </a:lnTo>
                  <a:lnTo>
                    <a:pt x="1102" y="2744"/>
                  </a:lnTo>
                  <a:lnTo>
                    <a:pt x="1239" y="2763"/>
                  </a:lnTo>
                  <a:lnTo>
                    <a:pt x="1377" y="2773"/>
                  </a:lnTo>
                  <a:lnTo>
                    <a:pt x="1525" y="2763"/>
                  </a:lnTo>
                  <a:lnTo>
                    <a:pt x="1662" y="2744"/>
                  </a:lnTo>
                  <a:lnTo>
                    <a:pt x="1790" y="2714"/>
                  </a:lnTo>
                  <a:lnTo>
                    <a:pt x="1918" y="2665"/>
                  </a:lnTo>
                  <a:lnTo>
                    <a:pt x="2036" y="2606"/>
                  </a:lnTo>
                  <a:lnTo>
                    <a:pt x="2154" y="2537"/>
                  </a:lnTo>
                  <a:lnTo>
                    <a:pt x="2262" y="2459"/>
                  </a:lnTo>
                  <a:lnTo>
                    <a:pt x="2360" y="2370"/>
                  </a:lnTo>
                  <a:lnTo>
                    <a:pt x="2449" y="2272"/>
                  </a:lnTo>
                  <a:lnTo>
                    <a:pt x="2528" y="2164"/>
                  </a:lnTo>
                  <a:lnTo>
                    <a:pt x="2596" y="2046"/>
                  </a:lnTo>
                  <a:lnTo>
                    <a:pt x="2655" y="1928"/>
                  </a:lnTo>
                  <a:lnTo>
                    <a:pt x="2705" y="1800"/>
                  </a:lnTo>
                  <a:lnTo>
                    <a:pt x="2734" y="1672"/>
                  </a:lnTo>
                  <a:lnTo>
                    <a:pt x="2754" y="1534"/>
                  </a:lnTo>
                  <a:lnTo>
                    <a:pt x="2764" y="1387"/>
                  </a:lnTo>
                  <a:lnTo>
                    <a:pt x="2754" y="1249"/>
                  </a:lnTo>
                  <a:lnTo>
                    <a:pt x="2734" y="1111"/>
                  </a:lnTo>
                  <a:lnTo>
                    <a:pt x="2705" y="974"/>
                  </a:lnTo>
                  <a:lnTo>
                    <a:pt x="2655" y="846"/>
                  </a:lnTo>
                  <a:lnTo>
                    <a:pt x="2596" y="728"/>
                  </a:lnTo>
                  <a:lnTo>
                    <a:pt x="2528" y="610"/>
                  </a:lnTo>
                  <a:lnTo>
                    <a:pt x="2449" y="512"/>
                  </a:lnTo>
                  <a:lnTo>
                    <a:pt x="2360" y="413"/>
                  </a:lnTo>
                  <a:lnTo>
                    <a:pt x="2262" y="325"/>
                  </a:lnTo>
                  <a:lnTo>
                    <a:pt x="2154" y="236"/>
                  </a:lnTo>
                  <a:lnTo>
                    <a:pt x="2036" y="167"/>
                  </a:lnTo>
                  <a:lnTo>
                    <a:pt x="1918" y="108"/>
                  </a:lnTo>
                  <a:lnTo>
                    <a:pt x="1790" y="69"/>
                  </a:lnTo>
                  <a:lnTo>
                    <a:pt x="1662" y="30"/>
                  </a:lnTo>
                  <a:lnTo>
                    <a:pt x="1525" y="10"/>
                  </a:lnTo>
                  <a:lnTo>
                    <a:pt x="1377" y="0"/>
                  </a:lnTo>
                  <a:close/>
                </a:path>
              </a:pathLst>
            </a:custGeom>
            <a:solidFill>
              <a:srgbClr val="F7F7F7"/>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434" name="Google Shape;434;p34"/>
            <p:cNvSpPr/>
            <p:nvPr/>
          </p:nvSpPr>
          <p:spPr>
            <a:xfrm>
              <a:off x="7180525" y="3314725"/>
              <a:ext cx="69100" cy="69100"/>
            </a:xfrm>
            <a:custGeom>
              <a:avLst/>
              <a:gdLst/>
              <a:ahLst/>
              <a:cxnLst/>
              <a:rect l="l" t="t" r="r" b="b"/>
              <a:pathLst>
                <a:path w="2764" h="2764" extrusionOk="0">
                  <a:moveTo>
                    <a:pt x="1239" y="1"/>
                  </a:moveTo>
                  <a:lnTo>
                    <a:pt x="1102" y="30"/>
                  </a:lnTo>
                  <a:lnTo>
                    <a:pt x="964" y="60"/>
                  </a:lnTo>
                  <a:lnTo>
                    <a:pt x="846" y="109"/>
                  </a:lnTo>
                  <a:lnTo>
                    <a:pt x="718" y="168"/>
                  </a:lnTo>
                  <a:lnTo>
                    <a:pt x="610" y="237"/>
                  </a:lnTo>
                  <a:lnTo>
                    <a:pt x="502" y="315"/>
                  </a:lnTo>
                  <a:lnTo>
                    <a:pt x="404" y="404"/>
                  </a:lnTo>
                  <a:lnTo>
                    <a:pt x="315" y="502"/>
                  </a:lnTo>
                  <a:lnTo>
                    <a:pt x="236" y="610"/>
                  </a:lnTo>
                  <a:lnTo>
                    <a:pt x="168" y="718"/>
                  </a:lnTo>
                  <a:lnTo>
                    <a:pt x="109" y="846"/>
                  </a:lnTo>
                  <a:lnTo>
                    <a:pt x="59" y="974"/>
                  </a:lnTo>
                  <a:lnTo>
                    <a:pt x="20" y="1102"/>
                  </a:lnTo>
                  <a:lnTo>
                    <a:pt x="0" y="1240"/>
                  </a:lnTo>
                  <a:lnTo>
                    <a:pt x="0" y="1377"/>
                  </a:lnTo>
                  <a:lnTo>
                    <a:pt x="0" y="1525"/>
                  </a:lnTo>
                  <a:lnTo>
                    <a:pt x="20" y="1662"/>
                  </a:lnTo>
                  <a:lnTo>
                    <a:pt x="59" y="1790"/>
                  </a:lnTo>
                  <a:lnTo>
                    <a:pt x="109" y="1918"/>
                  </a:lnTo>
                  <a:lnTo>
                    <a:pt x="168" y="2046"/>
                  </a:lnTo>
                  <a:lnTo>
                    <a:pt x="236" y="2154"/>
                  </a:lnTo>
                  <a:lnTo>
                    <a:pt x="315" y="2262"/>
                  </a:lnTo>
                  <a:lnTo>
                    <a:pt x="404" y="2361"/>
                  </a:lnTo>
                  <a:lnTo>
                    <a:pt x="502" y="2449"/>
                  </a:lnTo>
                  <a:lnTo>
                    <a:pt x="610" y="2528"/>
                  </a:lnTo>
                  <a:lnTo>
                    <a:pt x="718" y="2597"/>
                  </a:lnTo>
                  <a:lnTo>
                    <a:pt x="846" y="2656"/>
                  </a:lnTo>
                  <a:lnTo>
                    <a:pt x="964" y="2705"/>
                  </a:lnTo>
                  <a:lnTo>
                    <a:pt x="1102" y="2734"/>
                  </a:lnTo>
                  <a:lnTo>
                    <a:pt x="1239" y="2764"/>
                  </a:lnTo>
                  <a:lnTo>
                    <a:pt x="1525" y="2764"/>
                  </a:lnTo>
                  <a:lnTo>
                    <a:pt x="1662" y="2734"/>
                  </a:lnTo>
                  <a:lnTo>
                    <a:pt x="1790" y="2705"/>
                  </a:lnTo>
                  <a:lnTo>
                    <a:pt x="1918" y="2656"/>
                  </a:lnTo>
                  <a:lnTo>
                    <a:pt x="2036" y="2597"/>
                  </a:lnTo>
                  <a:lnTo>
                    <a:pt x="2154" y="2528"/>
                  </a:lnTo>
                  <a:lnTo>
                    <a:pt x="2262" y="2449"/>
                  </a:lnTo>
                  <a:lnTo>
                    <a:pt x="2360" y="2361"/>
                  </a:lnTo>
                  <a:lnTo>
                    <a:pt x="2449" y="2262"/>
                  </a:lnTo>
                  <a:lnTo>
                    <a:pt x="2528" y="2154"/>
                  </a:lnTo>
                  <a:lnTo>
                    <a:pt x="2596" y="2046"/>
                  </a:lnTo>
                  <a:lnTo>
                    <a:pt x="2655" y="1918"/>
                  </a:lnTo>
                  <a:lnTo>
                    <a:pt x="2705" y="1790"/>
                  </a:lnTo>
                  <a:lnTo>
                    <a:pt x="2734" y="1662"/>
                  </a:lnTo>
                  <a:lnTo>
                    <a:pt x="2754" y="1525"/>
                  </a:lnTo>
                  <a:lnTo>
                    <a:pt x="2764" y="1377"/>
                  </a:lnTo>
                  <a:lnTo>
                    <a:pt x="2754" y="1240"/>
                  </a:lnTo>
                  <a:lnTo>
                    <a:pt x="2734" y="1102"/>
                  </a:lnTo>
                  <a:lnTo>
                    <a:pt x="2705" y="974"/>
                  </a:lnTo>
                  <a:lnTo>
                    <a:pt x="2655" y="846"/>
                  </a:lnTo>
                  <a:lnTo>
                    <a:pt x="2596" y="718"/>
                  </a:lnTo>
                  <a:lnTo>
                    <a:pt x="2528" y="610"/>
                  </a:lnTo>
                  <a:lnTo>
                    <a:pt x="2449" y="502"/>
                  </a:lnTo>
                  <a:lnTo>
                    <a:pt x="2360" y="404"/>
                  </a:lnTo>
                  <a:lnTo>
                    <a:pt x="2262" y="315"/>
                  </a:lnTo>
                  <a:lnTo>
                    <a:pt x="2154" y="237"/>
                  </a:lnTo>
                  <a:lnTo>
                    <a:pt x="2036" y="168"/>
                  </a:lnTo>
                  <a:lnTo>
                    <a:pt x="1918" y="109"/>
                  </a:lnTo>
                  <a:lnTo>
                    <a:pt x="1790" y="60"/>
                  </a:lnTo>
                  <a:lnTo>
                    <a:pt x="1662" y="30"/>
                  </a:lnTo>
                  <a:lnTo>
                    <a:pt x="1525" y="1"/>
                  </a:lnTo>
                  <a:close/>
                </a:path>
              </a:pathLst>
            </a:custGeom>
            <a:solidFill>
              <a:srgbClr val="F7F7F7"/>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435" name="Google Shape;435;p34"/>
            <p:cNvSpPr/>
            <p:nvPr/>
          </p:nvSpPr>
          <p:spPr>
            <a:xfrm>
              <a:off x="7180525" y="3104050"/>
              <a:ext cx="69100" cy="69350"/>
            </a:xfrm>
            <a:custGeom>
              <a:avLst/>
              <a:gdLst/>
              <a:ahLst/>
              <a:cxnLst/>
              <a:rect l="l" t="t" r="r" b="b"/>
              <a:pathLst>
                <a:path w="2764" h="2774" extrusionOk="0">
                  <a:moveTo>
                    <a:pt x="0" y="0"/>
                  </a:moveTo>
                  <a:lnTo>
                    <a:pt x="0" y="2773"/>
                  </a:lnTo>
                  <a:lnTo>
                    <a:pt x="2764" y="2773"/>
                  </a:lnTo>
                  <a:lnTo>
                    <a:pt x="2764" y="0"/>
                  </a:lnTo>
                  <a:close/>
                </a:path>
              </a:pathLst>
            </a:custGeom>
            <a:solidFill>
              <a:srgbClr val="F7F7F7"/>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436" name="Google Shape;436;p34"/>
            <p:cNvSpPr/>
            <p:nvPr/>
          </p:nvSpPr>
          <p:spPr>
            <a:xfrm>
              <a:off x="7166025" y="3194525"/>
              <a:ext cx="97850" cy="97850"/>
            </a:xfrm>
            <a:custGeom>
              <a:avLst/>
              <a:gdLst/>
              <a:ahLst/>
              <a:cxnLst/>
              <a:rect l="l" t="t" r="r" b="b"/>
              <a:pathLst>
                <a:path w="3914" h="3914" extrusionOk="0">
                  <a:moveTo>
                    <a:pt x="1957" y="0"/>
                  </a:moveTo>
                  <a:lnTo>
                    <a:pt x="0" y="1957"/>
                  </a:lnTo>
                  <a:lnTo>
                    <a:pt x="1957" y="3914"/>
                  </a:lnTo>
                  <a:lnTo>
                    <a:pt x="3914" y="1957"/>
                  </a:lnTo>
                  <a:lnTo>
                    <a:pt x="1957" y="0"/>
                  </a:lnTo>
                  <a:close/>
                </a:path>
              </a:pathLst>
            </a:custGeom>
            <a:solidFill>
              <a:srgbClr val="F7F7F7"/>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437" name="Google Shape;437;p34"/>
            <p:cNvSpPr/>
            <p:nvPr/>
          </p:nvSpPr>
          <p:spPr>
            <a:xfrm>
              <a:off x="7076050" y="3031525"/>
              <a:ext cx="278050" cy="329200"/>
            </a:xfrm>
            <a:custGeom>
              <a:avLst/>
              <a:gdLst/>
              <a:ahLst/>
              <a:cxnLst/>
              <a:rect l="l" t="t" r="r" b="b"/>
              <a:pathLst>
                <a:path w="11122" h="13168" extrusionOk="0">
                  <a:moveTo>
                    <a:pt x="0" y="1"/>
                  </a:moveTo>
                  <a:lnTo>
                    <a:pt x="0" y="5153"/>
                  </a:lnTo>
                  <a:lnTo>
                    <a:pt x="2547" y="5153"/>
                  </a:lnTo>
                  <a:lnTo>
                    <a:pt x="2547" y="4239"/>
                  </a:lnTo>
                  <a:lnTo>
                    <a:pt x="915" y="4239"/>
                  </a:lnTo>
                  <a:lnTo>
                    <a:pt x="915" y="925"/>
                  </a:lnTo>
                  <a:lnTo>
                    <a:pt x="2547" y="925"/>
                  </a:lnTo>
                  <a:lnTo>
                    <a:pt x="2547" y="1"/>
                  </a:lnTo>
                  <a:close/>
                  <a:moveTo>
                    <a:pt x="8565" y="4219"/>
                  </a:moveTo>
                  <a:lnTo>
                    <a:pt x="8565" y="5134"/>
                  </a:lnTo>
                  <a:lnTo>
                    <a:pt x="10197" y="5134"/>
                  </a:lnTo>
                  <a:lnTo>
                    <a:pt x="10197" y="8428"/>
                  </a:lnTo>
                  <a:lnTo>
                    <a:pt x="8565" y="8428"/>
                  </a:lnTo>
                  <a:lnTo>
                    <a:pt x="8565" y="9342"/>
                  </a:lnTo>
                  <a:lnTo>
                    <a:pt x="11122" y="9342"/>
                  </a:lnTo>
                  <a:lnTo>
                    <a:pt x="11122" y="4219"/>
                  </a:lnTo>
                  <a:close/>
                  <a:moveTo>
                    <a:pt x="0" y="8428"/>
                  </a:moveTo>
                  <a:lnTo>
                    <a:pt x="0" y="13167"/>
                  </a:lnTo>
                  <a:lnTo>
                    <a:pt x="2547" y="13167"/>
                  </a:lnTo>
                  <a:lnTo>
                    <a:pt x="2547" y="12253"/>
                  </a:lnTo>
                  <a:lnTo>
                    <a:pt x="915" y="12253"/>
                  </a:lnTo>
                  <a:lnTo>
                    <a:pt x="915" y="9342"/>
                  </a:lnTo>
                  <a:lnTo>
                    <a:pt x="2547" y="9342"/>
                  </a:lnTo>
                  <a:lnTo>
                    <a:pt x="2547" y="8428"/>
                  </a:lnTo>
                  <a:close/>
                </a:path>
              </a:pathLst>
            </a:custGeom>
            <a:solidFill>
              <a:srgbClr val="F7F7F7"/>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grpSp>
      <p:grpSp>
        <p:nvGrpSpPr>
          <p:cNvPr id="438" name="Google Shape;438;p34"/>
          <p:cNvGrpSpPr/>
          <p:nvPr/>
        </p:nvGrpSpPr>
        <p:grpSpPr>
          <a:xfrm>
            <a:off x="5044872" y="2788262"/>
            <a:ext cx="367957" cy="329413"/>
            <a:chOff x="238125" y="2270475"/>
            <a:chExt cx="386875" cy="346350"/>
          </a:xfrm>
        </p:grpSpPr>
        <p:sp>
          <p:nvSpPr>
            <p:cNvPr id="439" name="Google Shape;439;p34"/>
            <p:cNvSpPr/>
            <p:nvPr/>
          </p:nvSpPr>
          <p:spPr>
            <a:xfrm>
              <a:off x="327825" y="2295500"/>
              <a:ext cx="255750" cy="231325"/>
            </a:xfrm>
            <a:custGeom>
              <a:avLst/>
              <a:gdLst/>
              <a:ahLst/>
              <a:cxnLst/>
              <a:rect l="l" t="t" r="r" b="b"/>
              <a:pathLst>
                <a:path w="10230" h="9253" extrusionOk="0">
                  <a:moveTo>
                    <a:pt x="7213" y="1"/>
                  </a:moveTo>
                  <a:lnTo>
                    <a:pt x="6844" y="24"/>
                  </a:lnTo>
                  <a:lnTo>
                    <a:pt x="6486" y="60"/>
                  </a:lnTo>
                  <a:lnTo>
                    <a:pt x="6140" y="120"/>
                  </a:lnTo>
                  <a:lnTo>
                    <a:pt x="5795" y="191"/>
                  </a:lnTo>
                  <a:lnTo>
                    <a:pt x="5473" y="275"/>
                  </a:lnTo>
                  <a:lnTo>
                    <a:pt x="5139" y="370"/>
                  </a:lnTo>
                  <a:lnTo>
                    <a:pt x="4829" y="489"/>
                  </a:lnTo>
                  <a:lnTo>
                    <a:pt x="4519" y="621"/>
                  </a:lnTo>
                  <a:lnTo>
                    <a:pt x="4221" y="764"/>
                  </a:lnTo>
                  <a:lnTo>
                    <a:pt x="3935" y="930"/>
                  </a:lnTo>
                  <a:lnTo>
                    <a:pt x="3661" y="1097"/>
                  </a:lnTo>
                  <a:lnTo>
                    <a:pt x="3386" y="1288"/>
                  </a:lnTo>
                  <a:lnTo>
                    <a:pt x="3124" y="1503"/>
                  </a:lnTo>
                  <a:lnTo>
                    <a:pt x="2874" y="1717"/>
                  </a:lnTo>
                  <a:lnTo>
                    <a:pt x="2635" y="1956"/>
                  </a:lnTo>
                  <a:lnTo>
                    <a:pt x="2421" y="2182"/>
                  </a:lnTo>
                  <a:lnTo>
                    <a:pt x="2218" y="2409"/>
                  </a:lnTo>
                  <a:lnTo>
                    <a:pt x="2039" y="2647"/>
                  </a:lnTo>
                  <a:lnTo>
                    <a:pt x="1860" y="2898"/>
                  </a:lnTo>
                  <a:lnTo>
                    <a:pt x="1694" y="3148"/>
                  </a:lnTo>
                  <a:lnTo>
                    <a:pt x="1539" y="3398"/>
                  </a:lnTo>
                  <a:lnTo>
                    <a:pt x="1395" y="3661"/>
                  </a:lnTo>
                  <a:lnTo>
                    <a:pt x="1252" y="3911"/>
                  </a:lnTo>
                  <a:lnTo>
                    <a:pt x="1133" y="4173"/>
                  </a:lnTo>
                  <a:lnTo>
                    <a:pt x="1014" y="4447"/>
                  </a:lnTo>
                  <a:lnTo>
                    <a:pt x="895" y="4710"/>
                  </a:lnTo>
                  <a:lnTo>
                    <a:pt x="799" y="4972"/>
                  </a:lnTo>
                  <a:lnTo>
                    <a:pt x="621" y="5509"/>
                  </a:lnTo>
                  <a:lnTo>
                    <a:pt x="466" y="6021"/>
                  </a:lnTo>
                  <a:lnTo>
                    <a:pt x="334" y="6534"/>
                  </a:lnTo>
                  <a:lnTo>
                    <a:pt x="239" y="7023"/>
                  </a:lnTo>
                  <a:lnTo>
                    <a:pt x="156" y="7488"/>
                  </a:lnTo>
                  <a:lnTo>
                    <a:pt x="96" y="7929"/>
                  </a:lnTo>
                  <a:lnTo>
                    <a:pt x="60" y="8322"/>
                  </a:lnTo>
                  <a:lnTo>
                    <a:pt x="24" y="8680"/>
                  </a:lnTo>
                  <a:lnTo>
                    <a:pt x="1" y="9252"/>
                  </a:lnTo>
                  <a:lnTo>
                    <a:pt x="1157" y="9252"/>
                  </a:lnTo>
                  <a:lnTo>
                    <a:pt x="1181" y="8727"/>
                  </a:lnTo>
                  <a:lnTo>
                    <a:pt x="1205" y="8406"/>
                  </a:lnTo>
                  <a:lnTo>
                    <a:pt x="1252" y="8048"/>
                  </a:lnTo>
                  <a:lnTo>
                    <a:pt x="1312" y="7654"/>
                  </a:lnTo>
                  <a:lnTo>
                    <a:pt x="1384" y="7237"/>
                  </a:lnTo>
                  <a:lnTo>
                    <a:pt x="1467" y="6796"/>
                  </a:lnTo>
                  <a:lnTo>
                    <a:pt x="1574" y="6343"/>
                  </a:lnTo>
                  <a:lnTo>
                    <a:pt x="1717" y="5878"/>
                  </a:lnTo>
                  <a:lnTo>
                    <a:pt x="1872" y="5401"/>
                  </a:lnTo>
                  <a:lnTo>
                    <a:pt x="2051" y="4936"/>
                  </a:lnTo>
                  <a:lnTo>
                    <a:pt x="2158" y="4698"/>
                  </a:lnTo>
                  <a:lnTo>
                    <a:pt x="2266" y="4471"/>
                  </a:lnTo>
                  <a:lnTo>
                    <a:pt x="2385" y="4233"/>
                  </a:lnTo>
                  <a:lnTo>
                    <a:pt x="2516" y="4006"/>
                  </a:lnTo>
                  <a:lnTo>
                    <a:pt x="2647" y="3792"/>
                  </a:lnTo>
                  <a:lnTo>
                    <a:pt x="2790" y="3577"/>
                  </a:lnTo>
                  <a:lnTo>
                    <a:pt x="2945" y="3363"/>
                  </a:lnTo>
                  <a:lnTo>
                    <a:pt x="3112" y="3148"/>
                  </a:lnTo>
                  <a:lnTo>
                    <a:pt x="3279" y="2957"/>
                  </a:lnTo>
                  <a:lnTo>
                    <a:pt x="3458" y="2755"/>
                  </a:lnTo>
                  <a:lnTo>
                    <a:pt x="3661" y="2564"/>
                  </a:lnTo>
                  <a:lnTo>
                    <a:pt x="3863" y="2385"/>
                  </a:lnTo>
                  <a:lnTo>
                    <a:pt x="4078" y="2218"/>
                  </a:lnTo>
                  <a:lnTo>
                    <a:pt x="4304" y="2051"/>
                  </a:lnTo>
                  <a:lnTo>
                    <a:pt x="4543" y="1908"/>
                  </a:lnTo>
                  <a:lnTo>
                    <a:pt x="4781" y="1777"/>
                  </a:lnTo>
                  <a:lnTo>
                    <a:pt x="5032" y="1658"/>
                  </a:lnTo>
                  <a:lnTo>
                    <a:pt x="5282" y="1550"/>
                  </a:lnTo>
                  <a:lnTo>
                    <a:pt x="5544" y="1455"/>
                  </a:lnTo>
                  <a:lnTo>
                    <a:pt x="5819" y="1372"/>
                  </a:lnTo>
                  <a:lnTo>
                    <a:pt x="6093" y="1312"/>
                  </a:lnTo>
                  <a:lnTo>
                    <a:pt x="6379" y="1252"/>
                  </a:lnTo>
                  <a:lnTo>
                    <a:pt x="6665" y="1205"/>
                  </a:lnTo>
                  <a:lnTo>
                    <a:pt x="6963" y="1169"/>
                  </a:lnTo>
                  <a:lnTo>
                    <a:pt x="7273" y="1157"/>
                  </a:lnTo>
                  <a:lnTo>
                    <a:pt x="7583" y="1145"/>
                  </a:lnTo>
                  <a:lnTo>
                    <a:pt x="10230" y="1145"/>
                  </a:lnTo>
                  <a:lnTo>
                    <a:pt x="10230" y="1"/>
                  </a:lnTo>
                  <a:close/>
                </a:path>
              </a:pathLst>
            </a:custGeom>
            <a:solidFill>
              <a:srgbClr val="F7F7F7"/>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440" name="Google Shape;440;p34"/>
            <p:cNvSpPr/>
            <p:nvPr/>
          </p:nvSpPr>
          <p:spPr>
            <a:xfrm>
              <a:off x="238125" y="2270475"/>
              <a:ext cx="386875" cy="346350"/>
            </a:xfrm>
            <a:custGeom>
              <a:avLst/>
              <a:gdLst/>
              <a:ahLst/>
              <a:cxnLst/>
              <a:rect l="l" t="t" r="r" b="b"/>
              <a:pathLst>
                <a:path w="15475" h="13854" extrusionOk="0">
                  <a:moveTo>
                    <a:pt x="1860" y="0"/>
                  </a:moveTo>
                  <a:lnTo>
                    <a:pt x="0" y="1872"/>
                  </a:lnTo>
                  <a:lnTo>
                    <a:pt x="811" y="2683"/>
                  </a:lnTo>
                  <a:lnTo>
                    <a:pt x="1288" y="2206"/>
                  </a:lnTo>
                  <a:lnTo>
                    <a:pt x="1288" y="12554"/>
                  </a:lnTo>
                  <a:lnTo>
                    <a:pt x="13269" y="12554"/>
                  </a:lnTo>
                  <a:lnTo>
                    <a:pt x="12792" y="13031"/>
                  </a:lnTo>
                  <a:lnTo>
                    <a:pt x="13615" y="13853"/>
                  </a:lnTo>
                  <a:lnTo>
                    <a:pt x="15475" y="11982"/>
                  </a:lnTo>
                  <a:lnTo>
                    <a:pt x="13615" y="10110"/>
                  </a:lnTo>
                  <a:lnTo>
                    <a:pt x="12792" y="10933"/>
                  </a:lnTo>
                  <a:lnTo>
                    <a:pt x="13269" y="11409"/>
                  </a:lnTo>
                  <a:lnTo>
                    <a:pt x="2444" y="11409"/>
                  </a:lnTo>
                  <a:lnTo>
                    <a:pt x="2444" y="2206"/>
                  </a:lnTo>
                  <a:lnTo>
                    <a:pt x="2909" y="2683"/>
                  </a:lnTo>
                  <a:lnTo>
                    <a:pt x="3732" y="1872"/>
                  </a:lnTo>
                  <a:lnTo>
                    <a:pt x="1860" y="0"/>
                  </a:lnTo>
                  <a:close/>
                </a:path>
              </a:pathLst>
            </a:custGeom>
            <a:solidFill>
              <a:srgbClr val="F7F7F7"/>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grpSp>
      <p:sp>
        <p:nvSpPr>
          <p:cNvPr id="441" name="Google Shape;441;p34"/>
          <p:cNvSpPr/>
          <p:nvPr/>
        </p:nvSpPr>
        <p:spPr>
          <a:xfrm>
            <a:off x="5073547" y="4147635"/>
            <a:ext cx="343550" cy="281475"/>
          </a:xfrm>
          <a:custGeom>
            <a:avLst/>
            <a:gdLst/>
            <a:ahLst/>
            <a:cxnLst/>
            <a:rect l="l" t="t" r="r" b="b"/>
            <a:pathLst>
              <a:path w="13742" h="11259" extrusionOk="0">
                <a:moveTo>
                  <a:pt x="11524" y="1"/>
                </a:moveTo>
                <a:lnTo>
                  <a:pt x="4701" y="6823"/>
                </a:lnTo>
                <a:lnTo>
                  <a:pt x="2218" y="4341"/>
                </a:lnTo>
                <a:lnTo>
                  <a:pt x="0" y="6558"/>
                </a:lnTo>
                <a:lnTo>
                  <a:pt x="4701" y="11259"/>
                </a:lnTo>
                <a:lnTo>
                  <a:pt x="13741" y="2218"/>
                </a:lnTo>
                <a:lnTo>
                  <a:pt x="11524" y="1"/>
                </a:lnTo>
                <a:close/>
              </a:path>
            </a:pathLst>
          </a:custGeom>
          <a:solidFill>
            <a:srgbClr val="F7F7F7"/>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pic>
        <p:nvPicPr>
          <p:cNvPr id="442" name="Google Shape;442;p34"/>
          <p:cNvPicPr preferRelativeResize="0"/>
          <p:nvPr/>
        </p:nvPicPr>
        <p:blipFill>
          <a:blip r:embed="rId2">
            <a:alphaModFix/>
          </a:blip>
          <a:stretch>
            <a:fillRect/>
          </a:stretch>
        </p:blipFill>
        <p:spPr>
          <a:xfrm>
            <a:off x="8565901" y="154374"/>
            <a:ext cx="424850" cy="428253"/>
          </a:xfrm>
          <a:prstGeom prst="rect">
            <a:avLst/>
          </a:prstGeom>
          <a:noFill/>
          <a:ln>
            <a:noFill/>
          </a:ln>
        </p:spPr>
      </p:pic>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Case Study - 3">
  <p:cSld name="TITLE_ONLY_7_1">
    <p:bg>
      <p:bgPr>
        <a:solidFill>
          <a:schemeClr val="dk1"/>
        </a:solidFill>
        <a:effectLst/>
      </p:bgPr>
    </p:bg>
    <p:spTree>
      <p:nvGrpSpPr>
        <p:cNvPr id="1" name="Shape 443"/>
        <p:cNvGrpSpPr/>
        <p:nvPr/>
      </p:nvGrpSpPr>
      <p:grpSpPr>
        <a:xfrm>
          <a:off x="0" y="0"/>
          <a:ext cx="0" cy="0"/>
          <a:chOff x="0" y="0"/>
          <a:chExt cx="0" cy="0"/>
        </a:xfrm>
      </p:grpSpPr>
      <p:sp>
        <p:nvSpPr>
          <p:cNvPr id="444" name="Google Shape;444;p35"/>
          <p:cNvSpPr txBox="1">
            <a:spLocks noGrp="1"/>
          </p:cNvSpPr>
          <p:nvPr>
            <p:ph type="body" idx="1"/>
          </p:nvPr>
        </p:nvSpPr>
        <p:spPr>
          <a:xfrm>
            <a:off x="805125" y="3272447"/>
            <a:ext cx="1739100" cy="704700"/>
          </a:xfrm>
          <a:prstGeom prst="rect">
            <a:avLst/>
          </a:prstGeom>
        </p:spPr>
        <p:txBody>
          <a:bodyPr spcFirstLastPara="1" wrap="square" lIns="0" tIns="0" rIns="0" bIns="0" anchor="t" anchorCtr="0">
            <a:normAutofit/>
          </a:bodyPr>
          <a:lstStyle>
            <a:lvl1pPr marL="457200" lvl="0" indent="-285750" algn="ctr" rtl="0">
              <a:spcBef>
                <a:spcPts val="0"/>
              </a:spcBef>
              <a:spcAft>
                <a:spcPts val="0"/>
              </a:spcAft>
              <a:buClr>
                <a:schemeClr val="lt1"/>
              </a:buClr>
              <a:buSzPts val="900"/>
              <a:buChar char="■"/>
              <a:defRPr sz="900">
                <a:solidFill>
                  <a:schemeClr val="lt1"/>
                </a:solidFill>
              </a:defRPr>
            </a:lvl1pPr>
            <a:lvl2pPr marL="914400" lvl="1" indent="-285750" algn="ctr" rtl="0">
              <a:spcBef>
                <a:spcPts val="0"/>
              </a:spcBef>
              <a:spcAft>
                <a:spcPts val="0"/>
              </a:spcAft>
              <a:buClr>
                <a:schemeClr val="lt1"/>
              </a:buClr>
              <a:buSzPts val="900"/>
              <a:buChar char="■"/>
              <a:defRPr sz="900">
                <a:solidFill>
                  <a:schemeClr val="lt1"/>
                </a:solidFill>
              </a:defRPr>
            </a:lvl2pPr>
            <a:lvl3pPr marL="1371600" lvl="2" indent="-285750" algn="ctr" rtl="0">
              <a:spcBef>
                <a:spcPts val="0"/>
              </a:spcBef>
              <a:spcAft>
                <a:spcPts val="0"/>
              </a:spcAft>
              <a:buClr>
                <a:schemeClr val="lt1"/>
              </a:buClr>
              <a:buSzPts val="900"/>
              <a:buChar char="■"/>
              <a:defRPr sz="900">
                <a:solidFill>
                  <a:schemeClr val="lt1"/>
                </a:solidFill>
              </a:defRPr>
            </a:lvl3pPr>
            <a:lvl4pPr marL="1828800" lvl="3" indent="-285750" algn="ctr" rtl="0">
              <a:spcBef>
                <a:spcPts val="0"/>
              </a:spcBef>
              <a:spcAft>
                <a:spcPts val="0"/>
              </a:spcAft>
              <a:buClr>
                <a:schemeClr val="lt1"/>
              </a:buClr>
              <a:buSzPts val="900"/>
              <a:buChar char="●"/>
              <a:defRPr sz="900">
                <a:solidFill>
                  <a:schemeClr val="lt1"/>
                </a:solidFill>
              </a:defRPr>
            </a:lvl4pPr>
            <a:lvl5pPr marL="2286000" lvl="4" indent="-285750" algn="ctr" rtl="0">
              <a:spcBef>
                <a:spcPts val="0"/>
              </a:spcBef>
              <a:spcAft>
                <a:spcPts val="0"/>
              </a:spcAft>
              <a:buClr>
                <a:schemeClr val="lt1"/>
              </a:buClr>
              <a:buSzPts val="900"/>
              <a:buChar char="○"/>
              <a:defRPr sz="900">
                <a:solidFill>
                  <a:schemeClr val="lt1"/>
                </a:solidFill>
              </a:defRPr>
            </a:lvl5pPr>
            <a:lvl6pPr marL="2743200" lvl="5" indent="-285750" algn="ctr" rtl="0">
              <a:spcBef>
                <a:spcPts val="0"/>
              </a:spcBef>
              <a:spcAft>
                <a:spcPts val="0"/>
              </a:spcAft>
              <a:buClr>
                <a:schemeClr val="lt1"/>
              </a:buClr>
              <a:buSzPts val="900"/>
              <a:buChar char="■"/>
              <a:defRPr sz="900">
                <a:solidFill>
                  <a:schemeClr val="lt1"/>
                </a:solidFill>
              </a:defRPr>
            </a:lvl6pPr>
            <a:lvl7pPr marL="3200400" lvl="6" indent="-285750" algn="ctr" rtl="0">
              <a:spcBef>
                <a:spcPts val="0"/>
              </a:spcBef>
              <a:spcAft>
                <a:spcPts val="0"/>
              </a:spcAft>
              <a:buClr>
                <a:schemeClr val="lt1"/>
              </a:buClr>
              <a:buSzPts val="900"/>
              <a:buChar char="●"/>
              <a:defRPr sz="900">
                <a:solidFill>
                  <a:schemeClr val="lt1"/>
                </a:solidFill>
              </a:defRPr>
            </a:lvl7pPr>
            <a:lvl8pPr marL="3657600" lvl="7" indent="-285750" algn="ctr" rtl="0">
              <a:spcBef>
                <a:spcPts val="0"/>
              </a:spcBef>
              <a:spcAft>
                <a:spcPts val="0"/>
              </a:spcAft>
              <a:buClr>
                <a:schemeClr val="lt1"/>
              </a:buClr>
              <a:buSzPts val="900"/>
              <a:buChar char="○"/>
              <a:defRPr sz="900">
                <a:solidFill>
                  <a:schemeClr val="lt1"/>
                </a:solidFill>
              </a:defRPr>
            </a:lvl8pPr>
            <a:lvl9pPr marL="4114800" lvl="8" indent="-285750" algn="ctr" rtl="0">
              <a:spcBef>
                <a:spcPts val="0"/>
              </a:spcBef>
              <a:spcAft>
                <a:spcPts val="0"/>
              </a:spcAft>
              <a:buClr>
                <a:schemeClr val="lt1"/>
              </a:buClr>
              <a:buSzPts val="900"/>
              <a:buChar char="■"/>
              <a:defRPr sz="900">
                <a:solidFill>
                  <a:schemeClr val="lt1"/>
                </a:solidFill>
              </a:defRPr>
            </a:lvl9pPr>
          </a:lstStyle>
          <a:p>
            <a:endParaRPr/>
          </a:p>
        </p:txBody>
      </p:sp>
      <p:sp>
        <p:nvSpPr>
          <p:cNvPr id="445" name="Google Shape;445;p35"/>
          <p:cNvSpPr txBox="1">
            <a:spLocks noGrp="1"/>
          </p:cNvSpPr>
          <p:nvPr>
            <p:ph type="subTitle" idx="2"/>
          </p:nvPr>
        </p:nvSpPr>
        <p:spPr>
          <a:xfrm>
            <a:off x="805100" y="2975411"/>
            <a:ext cx="1739100" cy="206400"/>
          </a:xfrm>
          <a:prstGeom prst="rect">
            <a:avLst/>
          </a:prstGeom>
        </p:spPr>
        <p:txBody>
          <a:bodyPr spcFirstLastPara="1" wrap="square" lIns="0" tIns="0" rIns="0" bIns="0" anchor="t" anchorCtr="0">
            <a:spAutoFit/>
          </a:bodyPr>
          <a:lstStyle>
            <a:lvl1pPr lvl="0" algn="ctr" rtl="0">
              <a:lnSpc>
                <a:spcPct val="100000"/>
              </a:lnSpc>
              <a:spcBef>
                <a:spcPts val="0"/>
              </a:spcBef>
              <a:spcAft>
                <a:spcPts val="0"/>
              </a:spcAft>
              <a:buClr>
                <a:schemeClr val="lt1"/>
              </a:buClr>
              <a:buSzPts val="1250"/>
              <a:buFont typeface="IBM Plex Sans Medium"/>
              <a:buNone/>
              <a:defRPr sz="1250">
                <a:solidFill>
                  <a:schemeClr val="lt1"/>
                </a:solidFill>
                <a:latin typeface="IBM Plex Sans Medium"/>
                <a:ea typeface="IBM Plex Sans Medium"/>
                <a:cs typeface="IBM Plex Sans Medium"/>
                <a:sym typeface="IBM Plex Sans Medium"/>
              </a:defRPr>
            </a:lvl1pPr>
            <a:lvl2pPr lvl="1" rtl="0">
              <a:lnSpc>
                <a:spcPct val="100000"/>
              </a:lnSpc>
              <a:spcBef>
                <a:spcPts val="0"/>
              </a:spcBef>
              <a:spcAft>
                <a:spcPts val="0"/>
              </a:spcAft>
              <a:buClr>
                <a:schemeClr val="lt1"/>
              </a:buClr>
              <a:buSzPts val="700"/>
              <a:buFont typeface="IBM Plex Sans Medium"/>
              <a:buNone/>
              <a:defRPr sz="700">
                <a:solidFill>
                  <a:schemeClr val="lt1"/>
                </a:solidFill>
                <a:latin typeface="IBM Plex Sans Medium"/>
                <a:ea typeface="IBM Plex Sans Medium"/>
                <a:cs typeface="IBM Plex Sans Medium"/>
                <a:sym typeface="IBM Plex Sans Medium"/>
              </a:defRPr>
            </a:lvl2pPr>
            <a:lvl3pPr lvl="2" rtl="0">
              <a:lnSpc>
                <a:spcPct val="100000"/>
              </a:lnSpc>
              <a:spcBef>
                <a:spcPts val="0"/>
              </a:spcBef>
              <a:spcAft>
                <a:spcPts val="0"/>
              </a:spcAft>
              <a:buClr>
                <a:schemeClr val="lt1"/>
              </a:buClr>
              <a:buSzPts val="700"/>
              <a:buFont typeface="IBM Plex Sans Medium"/>
              <a:buNone/>
              <a:defRPr sz="700">
                <a:solidFill>
                  <a:schemeClr val="lt1"/>
                </a:solidFill>
                <a:latin typeface="IBM Plex Sans Medium"/>
                <a:ea typeface="IBM Plex Sans Medium"/>
                <a:cs typeface="IBM Plex Sans Medium"/>
                <a:sym typeface="IBM Plex Sans Medium"/>
              </a:defRPr>
            </a:lvl3pPr>
            <a:lvl4pPr lvl="3" rtl="0">
              <a:lnSpc>
                <a:spcPct val="100000"/>
              </a:lnSpc>
              <a:spcBef>
                <a:spcPts val="0"/>
              </a:spcBef>
              <a:spcAft>
                <a:spcPts val="0"/>
              </a:spcAft>
              <a:buClr>
                <a:schemeClr val="lt1"/>
              </a:buClr>
              <a:buSzPts val="700"/>
              <a:buFont typeface="IBM Plex Sans Medium"/>
              <a:buNone/>
              <a:defRPr sz="700">
                <a:solidFill>
                  <a:schemeClr val="lt1"/>
                </a:solidFill>
                <a:latin typeface="IBM Plex Sans Medium"/>
                <a:ea typeface="IBM Plex Sans Medium"/>
                <a:cs typeface="IBM Plex Sans Medium"/>
                <a:sym typeface="IBM Plex Sans Medium"/>
              </a:defRPr>
            </a:lvl4pPr>
            <a:lvl5pPr lvl="4" rtl="0">
              <a:lnSpc>
                <a:spcPct val="100000"/>
              </a:lnSpc>
              <a:spcBef>
                <a:spcPts val="0"/>
              </a:spcBef>
              <a:spcAft>
                <a:spcPts val="0"/>
              </a:spcAft>
              <a:buClr>
                <a:schemeClr val="lt1"/>
              </a:buClr>
              <a:buSzPts val="700"/>
              <a:buFont typeface="IBM Plex Sans Medium"/>
              <a:buNone/>
              <a:defRPr sz="700">
                <a:solidFill>
                  <a:schemeClr val="lt1"/>
                </a:solidFill>
                <a:latin typeface="IBM Plex Sans Medium"/>
                <a:ea typeface="IBM Plex Sans Medium"/>
                <a:cs typeface="IBM Plex Sans Medium"/>
                <a:sym typeface="IBM Plex Sans Medium"/>
              </a:defRPr>
            </a:lvl5pPr>
            <a:lvl6pPr lvl="5" rtl="0">
              <a:lnSpc>
                <a:spcPct val="100000"/>
              </a:lnSpc>
              <a:spcBef>
                <a:spcPts val="0"/>
              </a:spcBef>
              <a:spcAft>
                <a:spcPts val="0"/>
              </a:spcAft>
              <a:buClr>
                <a:schemeClr val="lt1"/>
              </a:buClr>
              <a:buSzPts val="700"/>
              <a:buFont typeface="IBM Plex Sans Medium"/>
              <a:buNone/>
              <a:defRPr sz="700">
                <a:solidFill>
                  <a:schemeClr val="lt1"/>
                </a:solidFill>
                <a:latin typeface="IBM Plex Sans Medium"/>
                <a:ea typeface="IBM Plex Sans Medium"/>
                <a:cs typeface="IBM Plex Sans Medium"/>
                <a:sym typeface="IBM Plex Sans Medium"/>
              </a:defRPr>
            </a:lvl6pPr>
            <a:lvl7pPr lvl="6" rtl="0">
              <a:lnSpc>
                <a:spcPct val="100000"/>
              </a:lnSpc>
              <a:spcBef>
                <a:spcPts val="0"/>
              </a:spcBef>
              <a:spcAft>
                <a:spcPts val="0"/>
              </a:spcAft>
              <a:buClr>
                <a:schemeClr val="lt1"/>
              </a:buClr>
              <a:buSzPts val="700"/>
              <a:buFont typeface="IBM Plex Sans Medium"/>
              <a:buNone/>
              <a:defRPr sz="700">
                <a:solidFill>
                  <a:schemeClr val="lt1"/>
                </a:solidFill>
                <a:latin typeface="IBM Plex Sans Medium"/>
                <a:ea typeface="IBM Plex Sans Medium"/>
                <a:cs typeface="IBM Plex Sans Medium"/>
                <a:sym typeface="IBM Plex Sans Medium"/>
              </a:defRPr>
            </a:lvl7pPr>
            <a:lvl8pPr lvl="7" rtl="0">
              <a:lnSpc>
                <a:spcPct val="100000"/>
              </a:lnSpc>
              <a:spcBef>
                <a:spcPts val="0"/>
              </a:spcBef>
              <a:spcAft>
                <a:spcPts val="0"/>
              </a:spcAft>
              <a:buClr>
                <a:schemeClr val="lt1"/>
              </a:buClr>
              <a:buSzPts val="700"/>
              <a:buFont typeface="IBM Plex Sans Medium"/>
              <a:buNone/>
              <a:defRPr sz="700">
                <a:solidFill>
                  <a:schemeClr val="lt1"/>
                </a:solidFill>
                <a:latin typeface="IBM Plex Sans Medium"/>
                <a:ea typeface="IBM Plex Sans Medium"/>
                <a:cs typeface="IBM Plex Sans Medium"/>
                <a:sym typeface="IBM Plex Sans Medium"/>
              </a:defRPr>
            </a:lvl8pPr>
            <a:lvl9pPr lvl="8" rtl="0">
              <a:lnSpc>
                <a:spcPct val="100000"/>
              </a:lnSpc>
              <a:spcBef>
                <a:spcPts val="0"/>
              </a:spcBef>
              <a:spcAft>
                <a:spcPts val="0"/>
              </a:spcAft>
              <a:buClr>
                <a:schemeClr val="lt1"/>
              </a:buClr>
              <a:buSzPts val="700"/>
              <a:buFont typeface="IBM Plex Sans Medium"/>
              <a:buNone/>
              <a:defRPr sz="700">
                <a:solidFill>
                  <a:schemeClr val="lt1"/>
                </a:solidFill>
                <a:latin typeface="IBM Plex Sans Medium"/>
                <a:ea typeface="IBM Plex Sans Medium"/>
                <a:cs typeface="IBM Plex Sans Medium"/>
                <a:sym typeface="IBM Plex Sans Medium"/>
              </a:defRPr>
            </a:lvl9pPr>
          </a:lstStyle>
          <a:p>
            <a:endParaRPr/>
          </a:p>
        </p:txBody>
      </p:sp>
      <p:sp>
        <p:nvSpPr>
          <p:cNvPr id="446" name="Google Shape;446;p35"/>
          <p:cNvSpPr txBox="1">
            <a:spLocks noGrp="1"/>
          </p:cNvSpPr>
          <p:nvPr>
            <p:ph type="body" idx="3"/>
          </p:nvPr>
        </p:nvSpPr>
        <p:spPr>
          <a:xfrm>
            <a:off x="3630950" y="3272447"/>
            <a:ext cx="1638300" cy="704700"/>
          </a:xfrm>
          <a:prstGeom prst="rect">
            <a:avLst/>
          </a:prstGeom>
        </p:spPr>
        <p:txBody>
          <a:bodyPr spcFirstLastPara="1" wrap="square" lIns="0" tIns="0" rIns="0" bIns="0" anchor="t" anchorCtr="0">
            <a:normAutofit/>
          </a:bodyPr>
          <a:lstStyle>
            <a:lvl1pPr marL="457200" lvl="0" indent="-285750" algn="ctr" rtl="0">
              <a:spcBef>
                <a:spcPts val="0"/>
              </a:spcBef>
              <a:spcAft>
                <a:spcPts val="0"/>
              </a:spcAft>
              <a:buClr>
                <a:schemeClr val="lt1"/>
              </a:buClr>
              <a:buSzPts val="900"/>
              <a:buChar char="■"/>
              <a:defRPr sz="900">
                <a:solidFill>
                  <a:schemeClr val="lt1"/>
                </a:solidFill>
              </a:defRPr>
            </a:lvl1pPr>
            <a:lvl2pPr marL="914400" lvl="1" indent="-285750" algn="ctr" rtl="0">
              <a:spcBef>
                <a:spcPts val="0"/>
              </a:spcBef>
              <a:spcAft>
                <a:spcPts val="0"/>
              </a:spcAft>
              <a:buClr>
                <a:schemeClr val="lt1"/>
              </a:buClr>
              <a:buSzPts val="900"/>
              <a:buChar char="■"/>
              <a:defRPr sz="900">
                <a:solidFill>
                  <a:schemeClr val="lt1"/>
                </a:solidFill>
              </a:defRPr>
            </a:lvl2pPr>
            <a:lvl3pPr marL="1371600" lvl="2" indent="-285750" algn="ctr" rtl="0">
              <a:spcBef>
                <a:spcPts val="0"/>
              </a:spcBef>
              <a:spcAft>
                <a:spcPts val="0"/>
              </a:spcAft>
              <a:buClr>
                <a:schemeClr val="lt1"/>
              </a:buClr>
              <a:buSzPts val="900"/>
              <a:buChar char="■"/>
              <a:defRPr sz="900">
                <a:solidFill>
                  <a:schemeClr val="lt1"/>
                </a:solidFill>
              </a:defRPr>
            </a:lvl3pPr>
            <a:lvl4pPr marL="1828800" lvl="3" indent="-285750" algn="ctr" rtl="0">
              <a:spcBef>
                <a:spcPts val="0"/>
              </a:spcBef>
              <a:spcAft>
                <a:spcPts val="0"/>
              </a:spcAft>
              <a:buClr>
                <a:schemeClr val="lt1"/>
              </a:buClr>
              <a:buSzPts val="900"/>
              <a:buChar char="●"/>
              <a:defRPr sz="900">
                <a:solidFill>
                  <a:schemeClr val="lt1"/>
                </a:solidFill>
              </a:defRPr>
            </a:lvl4pPr>
            <a:lvl5pPr marL="2286000" lvl="4" indent="-285750" algn="ctr" rtl="0">
              <a:spcBef>
                <a:spcPts val="0"/>
              </a:spcBef>
              <a:spcAft>
                <a:spcPts val="0"/>
              </a:spcAft>
              <a:buClr>
                <a:schemeClr val="lt1"/>
              </a:buClr>
              <a:buSzPts val="900"/>
              <a:buChar char="○"/>
              <a:defRPr sz="900">
                <a:solidFill>
                  <a:schemeClr val="lt1"/>
                </a:solidFill>
              </a:defRPr>
            </a:lvl5pPr>
            <a:lvl6pPr marL="2743200" lvl="5" indent="-285750" algn="ctr" rtl="0">
              <a:spcBef>
                <a:spcPts val="0"/>
              </a:spcBef>
              <a:spcAft>
                <a:spcPts val="0"/>
              </a:spcAft>
              <a:buClr>
                <a:schemeClr val="lt1"/>
              </a:buClr>
              <a:buSzPts val="900"/>
              <a:buChar char="■"/>
              <a:defRPr sz="900">
                <a:solidFill>
                  <a:schemeClr val="lt1"/>
                </a:solidFill>
              </a:defRPr>
            </a:lvl6pPr>
            <a:lvl7pPr marL="3200400" lvl="6" indent="-285750" algn="ctr" rtl="0">
              <a:spcBef>
                <a:spcPts val="0"/>
              </a:spcBef>
              <a:spcAft>
                <a:spcPts val="0"/>
              </a:spcAft>
              <a:buClr>
                <a:schemeClr val="lt1"/>
              </a:buClr>
              <a:buSzPts val="900"/>
              <a:buChar char="●"/>
              <a:defRPr sz="900">
                <a:solidFill>
                  <a:schemeClr val="lt1"/>
                </a:solidFill>
              </a:defRPr>
            </a:lvl7pPr>
            <a:lvl8pPr marL="3657600" lvl="7" indent="-285750" algn="ctr" rtl="0">
              <a:spcBef>
                <a:spcPts val="0"/>
              </a:spcBef>
              <a:spcAft>
                <a:spcPts val="0"/>
              </a:spcAft>
              <a:buClr>
                <a:schemeClr val="lt1"/>
              </a:buClr>
              <a:buSzPts val="900"/>
              <a:buChar char="○"/>
              <a:defRPr sz="900">
                <a:solidFill>
                  <a:schemeClr val="lt1"/>
                </a:solidFill>
              </a:defRPr>
            </a:lvl8pPr>
            <a:lvl9pPr marL="4114800" lvl="8" indent="-285750" algn="ctr" rtl="0">
              <a:spcBef>
                <a:spcPts val="0"/>
              </a:spcBef>
              <a:spcAft>
                <a:spcPts val="0"/>
              </a:spcAft>
              <a:buClr>
                <a:schemeClr val="lt1"/>
              </a:buClr>
              <a:buSzPts val="900"/>
              <a:buChar char="■"/>
              <a:defRPr sz="900">
                <a:solidFill>
                  <a:schemeClr val="lt1"/>
                </a:solidFill>
              </a:defRPr>
            </a:lvl9pPr>
          </a:lstStyle>
          <a:p>
            <a:endParaRPr/>
          </a:p>
        </p:txBody>
      </p:sp>
      <p:sp>
        <p:nvSpPr>
          <p:cNvPr id="447" name="Google Shape;447;p35"/>
          <p:cNvSpPr txBox="1">
            <a:spLocks noGrp="1"/>
          </p:cNvSpPr>
          <p:nvPr>
            <p:ph type="subTitle" idx="4"/>
          </p:nvPr>
        </p:nvSpPr>
        <p:spPr>
          <a:xfrm>
            <a:off x="3631050" y="2975411"/>
            <a:ext cx="1638300" cy="206400"/>
          </a:xfrm>
          <a:prstGeom prst="rect">
            <a:avLst/>
          </a:prstGeom>
        </p:spPr>
        <p:txBody>
          <a:bodyPr spcFirstLastPara="1" wrap="square" lIns="0" tIns="0" rIns="0" bIns="0" anchor="t" anchorCtr="0">
            <a:spAutoFit/>
          </a:bodyPr>
          <a:lstStyle>
            <a:lvl1pPr lvl="0" algn="ctr" rtl="0">
              <a:lnSpc>
                <a:spcPct val="100000"/>
              </a:lnSpc>
              <a:spcBef>
                <a:spcPts val="0"/>
              </a:spcBef>
              <a:spcAft>
                <a:spcPts val="0"/>
              </a:spcAft>
              <a:buClr>
                <a:schemeClr val="lt1"/>
              </a:buClr>
              <a:buSzPts val="1250"/>
              <a:buFont typeface="IBM Plex Sans Medium"/>
              <a:buNone/>
              <a:defRPr sz="1250">
                <a:solidFill>
                  <a:schemeClr val="lt1"/>
                </a:solidFill>
                <a:latin typeface="IBM Plex Sans Medium"/>
                <a:ea typeface="IBM Plex Sans Medium"/>
                <a:cs typeface="IBM Plex Sans Medium"/>
                <a:sym typeface="IBM Plex Sans Medium"/>
              </a:defRPr>
            </a:lvl1pPr>
            <a:lvl2pPr lvl="1" rtl="0">
              <a:lnSpc>
                <a:spcPct val="100000"/>
              </a:lnSpc>
              <a:spcBef>
                <a:spcPts val="0"/>
              </a:spcBef>
              <a:spcAft>
                <a:spcPts val="0"/>
              </a:spcAft>
              <a:buClr>
                <a:schemeClr val="lt1"/>
              </a:buClr>
              <a:buSzPts val="700"/>
              <a:buFont typeface="IBM Plex Sans Medium"/>
              <a:buNone/>
              <a:defRPr sz="700">
                <a:solidFill>
                  <a:schemeClr val="lt1"/>
                </a:solidFill>
                <a:latin typeface="IBM Plex Sans Medium"/>
                <a:ea typeface="IBM Plex Sans Medium"/>
                <a:cs typeface="IBM Plex Sans Medium"/>
                <a:sym typeface="IBM Plex Sans Medium"/>
              </a:defRPr>
            </a:lvl2pPr>
            <a:lvl3pPr lvl="2" rtl="0">
              <a:lnSpc>
                <a:spcPct val="100000"/>
              </a:lnSpc>
              <a:spcBef>
                <a:spcPts val="0"/>
              </a:spcBef>
              <a:spcAft>
                <a:spcPts val="0"/>
              </a:spcAft>
              <a:buClr>
                <a:schemeClr val="lt1"/>
              </a:buClr>
              <a:buSzPts val="700"/>
              <a:buFont typeface="IBM Plex Sans Medium"/>
              <a:buNone/>
              <a:defRPr sz="700">
                <a:solidFill>
                  <a:schemeClr val="lt1"/>
                </a:solidFill>
                <a:latin typeface="IBM Plex Sans Medium"/>
                <a:ea typeface="IBM Plex Sans Medium"/>
                <a:cs typeface="IBM Plex Sans Medium"/>
                <a:sym typeface="IBM Plex Sans Medium"/>
              </a:defRPr>
            </a:lvl3pPr>
            <a:lvl4pPr lvl="3" rtl="0">
              <a:lnSpc>
                <a:spcPct val="100000"/>
              </a:lnSpc>
              <a:spcBef>
                <a:spcPts val="0"/>
              </a:spcBef>
              <a:spcAft>
                <a:spcPts val="0"/>
              </a:spcAft>
              <a:buClr>
                <a:schemeClr val="lt1"/>
              </a:buClr>
              <a:buSzPts val="700"/>
              <a:buFont typeface="IBM Plex Sans Medium"/>
              <a:buNone/>
              <a:defRPr sz="700">
                <a:solidFill>
                  <a:schemeClr val="lt1"/>
                </a:solidFill>
                <a:latin typeface="IBM Plex Sans Medium"/>
                <a:ea typeface="IBM Plex Sans Medium"/>
                <a:cs typeface="IBM Plex Sans Medium"/>
                <a:sym typeface="IBM Plex Sans Medium"/>
              </a:defRPr>
            </a:lvl4pPr>
            <a:lvl5pPr lvl="4" rtl="0">
              <a:lnSpc>
                <a:spcPct val="100000"/>
              </a:lnSpc>
              <a:spcBef>
                <a:spcPts val="0"/>
              </a:spcBef>
              <a:spcAft>
                <a:spcPts val="0"/>
              </a:spcAft>
              <a:buClr>
                <a:schemeClr val="lt1"/>
              </a:buClr>
              <a:buSzPts val="700"/>
              <a:buFont typeface="IBM Plex Sans Medium"/>
              <a:buNone/>
              <a:defRPr sz="700">
                <a:solidFill>
                  <a:schemeClr val="lt1"/>
                </a:solidFill>
                <a:latin typeface="IBM Plex Sans Medium"/>
                <a:ea typeface="IBM Plex Sans Medium"/>
                <a:cs typeface="IBM Plex Sans Medium"/>
                <a:sym typeface="IBM Plex Sans Medium"/>
              </a:defRPr>
            </a:lvl5pPr>
            <a:lvl6pPr lvl="5" rtl="0">
              <a:lnSpc>
                <a:spcPct val="100000"/>
              </a:lnSpc>
              <a:spcBef>
                <a:spcPts val="0"/>
              </a:spcBef>
              <a:spcAft>
                <a:spcPts val="0"/>
              </a:spcAft>
              <a:buClr>
                <a:schemeClr val="lt1"/>
              </a:buClr>
              <a:buSzPts val="700"/>
              <a:buFont typeface="IBM Plex Sans Medium"/>
              <a:buNone/>
              <a:defRPr sz="700">
                <a:solidFill>
                  <a:schemeClr val="lt1"/>
                </a:solidFill>
                <a:latin typeface="IBM Plex Sans Medium"/>
                <a:ea typeface="IBM Plex Sans Medium"/>
                <a:cs typeface="IBM Plex Sans Medium"/>
                <a:sym typeface="IBM Plex Sans Medium"/>
              </a:defRPr>
            </a:lvl6pPr>
            <a:lvl7pPr lvl="6" rtl="0">
              <a:lnSpc>
                <a:spcPct val="100000"/>
              </a:lnSpc>
              <a:spcBef>
                <a:spcPts val="0"/>
              </a:spcBef>
              <a:spcAft>
                <a:spcPts val="0"/>
              </a:spcAft>
              <a:buClr>
                <a:schemeClr val="lt1"/>
              </a:buClr>
              <a:buSzPts val="700"/>
              <a:buFont typeface="IBM Plex Sans Medium"/>
              <a:buNone/>
              <a:defRPr sz="700">
                <a:solidFill>
                  <a:schemeClr val="lt1"/>
                </a:solidFill>
                <a:latin typeface="IBM Plex Sans Medium"/>
                <a:ea typeface="IBM Plex Sans Medium"/>
                <a:cs typeface="IBM Plex Sans Medium"/>
                <a:sym typeface="IBM Plex Sans Medium"/>
              </a:defRPr>
            </a:lvl7pPr>
            <a:lvl8pPr lvl="7" rtl="0">
              <a:lnSpc>
                <a:spcPct val="100000"/>
              </a:lnSpc>
              <a:spcBef>
                <a:spcPts val="0"/>
              </a:spcBef>
              <a:spcAft>
                <a:spcPts val="0"/>
              </a:spcAft>
              <a:buClr>
                <a:schemeClr val="lt1"/>
              </a:buClr>
              <a:buSzPts val="700"/>
              <a:buFont typeface="IBM Plex Sans Medium"/>
              <a:buNone/>
              <a:defRPr sz="700">
                <a:solidFill>
                  <a:schemeClr val="lt1"/>
                </a:solidFill>
                <a:latin typeface="IBM Plex Sans Medium"/>
                <a:ea typeface="IBM Plex Sans Medium"/>
                <a:cs typeface="IBM Plex Sans Medium"/>
                <a:sym typeface="IBM Plex Sans Medium"/>
              </a:defRPr>
            </a:lvl8pPr>
            <a:lvl9pPr lvl="8" rtl="0">
              <a:lnSpc>
                <a:spcPct val="100000"/>
              </a:lnSpc>
              <a:spcBef>
                <a:spcPts val="0"/>
              </a:spcBef>
              <a:spcAft>
                <a:spcPts val="0"/>
              </a:spcAft>
              <a:buClr>
                <a:schemeClr val="lt1"/>
              </a:buClr>
              <a:buSzPts val="700"/>
              <a:buFont typeface="IBM Plex Sans Medium"/>
              <a:buNone/>
              <a:defRPr sz="700">
                <a:solidFill>
                  <a:schemeClr val="lt1"/>
                </a:solidFill>
                <a:latin typeface="IBM Plex Sans Medium"/>
                <a:ea typeface="IBM Plex Sans Medium"/>
                <a:cs typeface="IBM Plex Sans Medium"/>
                <a:sym typeface="IBM Plex Sans Medium"/>
              </a:defRPr>
            </a:lvl9pPr>
          </a:lstStyle>
          <a:p>
            <a:endParaRPr/>
          </a:p>
        </p:txBody>
      </p:sp>
      <p:sp>
        <p:nvSpPr>
          <p:cNvPr id="448" name="Google Shape;448;p35"/>
          <p:cNvSpPr txBox="1">
            <a:spLocks noGrp="1"/>
          </p:cNvSpPr>
          <p:nvPr>
            <p:ph type="body" idx="5"/>
          </p:nvPr>
        </p:nvSpPr>
        <p:spPr>
          <a:xfrm>
            <a:off x="6599825" y="3272447"/>
            <a:ext cx="1739100" cy="704700"/>
          </a:xfrm>
          <a:prstGeom prst="rect">
            <a:avLst/>
          </a:prstGeom>
        </p:spPr>
        <p:txBody>
          <a:bodyPr spcFirstLastPara="1" wrap="square" lIns="0" tIns="0" rIns="0" bIns="0" anchor="t" anchorCtr="0">
            <a:normAutofit/>
          </a:bodyPr>
          <a:lstStyle>
            <a:lvl1pPr marL="457200" lvl="0" indent="-285750" algn="ctr" rtl="0">
              <a:spcBef>
                <a:spcPts val="0"/>
              </a:spcBef>
              <a:spcAft>
                <a:spcPts val="0"/>
              </a:spcAft>
              <a:buClr>
                <a:schemeClr val="lt1"/>
              </a:buClr>
              <a:buSzPts val="900"/>
              <a:buChar char="■"/>
              <a:defRPr sz="900">
                <a:solidFill>
                  <a:schemeClr val="lt1"/>
                </a:solidFill>
              </a:defRPr>
            </a:lvl1pPr>
            <a:lvl2pPr marL="914400" lvl="1" indent="-285750" algn="ctr" rtl="0">
              <a:spcBef>
                <a:spcPts val="0"/>
              </a:spcBef>
              <a:spcAft>
                <a:spcPts val="0"/>
              </a:spcAft>
              <a:buClr>
                <a:schemeClr val="lt1"/>
              </a:buClr>
              <a:buSzPts val="900"/>
              <a:buChar char="■"/>
              <a:defRPr sz="900">
                <a:solidFill>
                  <a:schemeClr val="lt1"/>
                </a:solidFill>
              </a:defRPr>
            </a:lvl2pPr>
            <a:lvl3pPr marL="1371600" lvl="2" indent="-285750" algn="ctr" rtl="0">
              <a:spcBef>
                <a:spcPts val="0"/>
              </a:spcBef>
              <a:spcAft>
                <a:spcPts val="0"/>
              </a:spcAft>
              <a:buClr>
                <a:schemeClr val="lt1"/>
              </a:buClr>
              <a:buSzPts val="900"/>
              <a:buChar char="■"/>
              <a:defRPr sz="900">
                <a:solidFill>
                  <a:schemeClr val="lt1"/>
                </a:solidFill>
              </a:defRPr>
            </a:lvl3pPr>
            <a:lvl4pPr marL="1828800" lvl="3" indent="-285750" algn="ctr" rtl="0">
              <a:spcBef>
                <a:spcPts val="0"/>
              </a:spcBef>
              <a:spcAft>
                <a:spcPts val="0"/>
              </a:spcAft>
              <a:buClr>
                <a:schemeClr val="lt1"/>
              </a:buClr>
              <a:buSzPts val="900"/>
              <a:buChar char="●"/>
              <a:defRPr sz="900">
                <a:solidFill>
                  <a:schemeClr val="lt1"/>
                </a:solidFill>
              </a:defRPr>
            </a:lvl4pPr>
            <a:lvl5pPr marL="2286000" lvl="4" indent="-285750" algn="ctr" rtl="0">
              <a:spcBef>
                <a:spcPts val="0"/>
              </a:spcBef>
              <a:spcAft>
                <a:spcPts val="0"/>
              </a:spcAft>
              <a:buClr>
                <a:schemeClr val="lt1"/>
              </a:buClr>
              <a:buSzPts val="900"/>
              <a:buChar char="○"/>
              <a:defRPr sz="900">
                <a:solidFill>
                  <a:schemeClr val="lt1"/>
                </a:solidFill>
              </a:defRPr>
            </a:lvl5pPr>
            <a:lvl6pPr marL="2743200" lvl="5" indent="-285750" algn="ctr" rtl="0">
              <a:spcBef>
                <a:spcPts val="0"/>
              </a:spcBef>
              <a:spcAft>
                <a:spcPts val="0"/>
              </a:spcAft>
              <a:buClr>
                <a:schemeClr val="lt1"/>
              </a:buClr>
              <a:buSzPts val="900"/>
              <a:buChar char="■"/>
              <a:defRPr sz="900">
                <a:solidFill>
                  <a:schemeClr val="lt1"/>
                </a:solidFill>
              </a:defRPr>
            </a:lvl6pPr>
            <a:lvl7pPr marL="3200400" lvl="6" indent="-285750" algn="ctr" rtl="0">
              <a:spcBef>
                <a:spcPts val="0"/>
              </a:spcBef>
              <a:spcAft>
                <a:spcPts val="0"/>
              </a:spcAft>
              <a:buClr>
                <a:schemeClr val="lt1"/>
              </a:buClr>
              <a:buSzPts val="900"/>
              <a:buChar char="●"/>
              <a:defRPr sz="900">
                <a:solidFill>
                  <a:schemeClr val="lt1"/>
                </a:solidFill>
              </a:defRPr>
            </a:lvl7pPr>
            <a:lvl8pPr marL="3657600" lvl="7" indent="-285750" algn="ctr" rtl="0">
              <a:spcBef>
                <a:spcPts val="0"/>
              </a:spcBef>
              <a:spcAft>
                <a:spcPts val="0"/>
              </a:spcAft>
              <a:buClr>
                <a:schemeClr val="lt1"/>
              </a:buClr>
              <a:buSzPts val="900"/>
              <a:buChar char="○"/>
              <a:defRPr sz="900">
                <a:solidFill>
                  <a:schemeClr val="lt1"/>
                </a:solidFill>
              </a:defRPr>
            </a:lvl8pPr>
            <a:lvl9pPr marL="4114800" lvl="8" indent="-285750" algn="ctr" rtl="0">
              <a:spcBef>
                <a:spcPts val="0"/>
              </a:spcBef>
              <a:spcAft>
                <a:spcPts val="0"/>
              </a:spcAft>
              <a:buClr>
                <a:schemeClr val="lt1"/>
              </a:buClr>
              <a:buSzPts val="900"/>
              <a:buChar char="■"/>
              <a:defRPr sz="900">
                <a:solidFill>
                  <a:schemeClr val="lt1"/>
                </a:solidFill>
              </a:defRPr>
            </a:lvl9pPr>
          </a:lstStyle>
          <a:p>
            <a:endParaRPr/>
          </a:p>
        </p:txBody>
      </p:sp>
      <p:sp>
        <p:nvSpPr>
          <p:cNvPr id="449" name="Google Shape;449;p35"/>
          <p:cNvSpPr txBox="1">
            <a:spLocks noGrp="1"/>
          </p:cNvSpPr>
          <p:nvPr>
            <p:ph type="subTitle" idx="6"/>
          </p:nvPr>
        </p:nvSpPr>
        <p:spPr>
          <a:xfrm>
            <a:off x="6599825" y="2975411"/>
            <a:ext cx="1739100" cy="206400"/>
          </a:xfrm>
          <a:prstGeom prst="rect">
            <a:avLst/>
          </a:prstGeom>
        </p:spPr>
        <p:txBody>
          <a:bodyPr spcFirstLastPara="1" wrap="square" lIns="0" tIns="0" rIns="0" bIns="0" anchor="t" anchorCtr="0">
            <a:spAutoFit/>
          </a:bodyPr>
          <a:lstStyle>
            <a:lvl1pPr lvl="0" algn="ctr" rtl="0">
              <a:lnSpc>
                <a:spcPct val="100000"/>
              </a:lnSpc>
              <a:spcBef>
                <a:spcPts val="0"/>
              </a:spcBef>
              <a:spcAft>
                <a:spcPts val="0"/>
              </a:spcAft>
              <a:buClr>
                <a:schemeClr val="lt1"/>
              </a:buClr>
              <a:buSzPts val="1250"/>
              <a:buFont typeface="IBM Plex Sans Medium"/>
              <a:buNone/>
              <a:defRPr sz="1250">
                <a:solidFill>
                  <a:schemeClr val="lt1"/>
                </a:solidFill>
                <a:latin typeface="IBM Plex Sans Medium"/>
                <a:ea typeface="IBM Plex Sans Medium"/>
                <a:cs typeface="IBM Plex Sans Medium"/>
                <a:sym typeface="IBM Plex Sans Medium"/>
              </a:defRPr>
            </a:lvl1pPr>
            <a:lvl2pPr lvl="1" rtl="0">
              <a:lnSpc>
                <a:spcPct val="100000"/>
              </a:lnSpc>
              <a:spcBef>
                <a:spcPts val="0"/>
              </a:spcBef>
              <a:spcAft>
                <a:spcPts val="0"/>
              </a:spcAft>
              <a:buClr>
                <a:schemeClr val="lt1"/>
              </a:buClr>
              <a:buSzPts val="700"/>
              <a:buFont typeface="IBM Plex Sans Medium"/>
              <a:buNone/>
              <a:defRPr sz="700">
                <a:solidFill>
                  <a:schemeClr val="lt1"/>
                </a:solidFill>
                <a:latin typeface="IBM Plex Sans Medium"/>
                <a:ea typeface="IBM Plex Sans Medium"/>
                <a:cs typeface="IBM Plex Sans Medium"/>
                <a:sym typeface="IBM Plex Sans Medium"/>
              </a:defRPr>
            </a:lvl2pPr>
            <a:lvl3pPr lvl="2" rtl="0">
              <a:lnSpc>
                <a:spcPct val="100000"/>
              </a:lnSpc>
              <a:spcBef>
                <a:spcPts val="0"/>
              </a:spcBef>
              <a:spcAft>
                <a:spcPts val="0"/>
              </a:spcAft>
              <a:buClr>
                <a:schemeClr val="lt1"/>
              </a:buClr>
              <a:buSzPts val="700"/>
              <a:buFont typeface="IBM Plex Sans Medium"/>
              <a:buNone/>
              <a:defRPr sz="700">
                <a:solidFill>
                  <a:schemeClr val="lt1"/>
                </a:solidFill>
                <a:latin typeface="IBM Plex Sans Medium"/>
                <a:ea typeface="IBM Plex Sans Medium"/>
                <a:cs typeface="IBM Plex Sans Medium"/>
                <a:sym typeface="IBM Plex Sans Medium"/>
              </a:defRPr>
            </a:lvl3pPr>
            <a:lvl4pPr lvl="3" rtl="0">
              <a:lnSpc>
                <a:spcPct val="100000"/>
              </a:lnSpc>
              <a:spcBef>
                <a:spcPts val="0"/>
              </a:spcBef>
              <a:spcAft>
                <a:spcPts val="0"/>
              </a:spcAft>
              <a:buClr>
                <a:schemeClr val="lt1"/>
              </a:buClr>
              <a:buSzPts val="700"/>
              <a:buFont typeface="IBM Plex Sans Medium"/>
              <a:buNone/>
              <a:defRPr sz="700">
                <a:solidFill>
                  <a:schemeClr val="lt1"/>
                </a:solidFill>
                <a:latin typeface="IBM Plex Sans Medium"/>
                <a:ea typeface="IBM Plex Sans Medium"/>
                <a:cs typeface="IBM Plex Sans Medium"/>
                <a:sym typeface="IBM Plex Sans Medium"/>
              </a:defRPr>
            </a:lvl4pPr>
            <a:lvl5pPr lvl="4" rtl="0">
              <a:lnSpc>
                <a:spcPct val="100000"/>
              </a:lnSpc>
              <a:spcBef>
                <a:spcPts val="0"/>
              </a:spcBef>
              <a:spcAft>
                <a:spcPts val="0"/>
              </a:spcAft>
              <a:buClr>
                <a:schemeClr val="lt1"/>
              </a:buClr>
              <a:buSzPts val="700"/>
              <a:buFont typeface="IBM Plex Sans Medium"/>
              <a:buNone/>
              <a:defRPr sz="700">
                <a:solidFill>
                  <a:schemeClr val="lt1"/>
                </a:solidFill>
                <a:latin typeface="IBM Plex Sans Medium"/>
                <a:ea typeface="IBM Plex Sans Medium"/>
                <a:cs typeface="IBM Plex Sans Medium"/>
                <a:sym typeface="IBM Plex Sans Medium"/>
              </a:defRPr>
            </a:lvl5pPr>
            <a:lvl6pPr lvl="5" rtl="0">
              <a:lnSpc>
                <a:spcPct val="100000"/>
              </a:lnSpc>
              <a:spcBef>
                <a:spcPts val="0"/>
              </a:spcBef>
              <a:spcAft>
                <a:spcPts val="0"/>
              </a:spcAft>
              <a:buClr>
                <a:schemeClr val="lt1"/>
              </a:buClr>
              <a:buSzPts val="700"/>
              <a:buFont typeface="IBM Plex Sans Medium"/>
              <a:buNone/>
              <a:defRPr sz="700">
                <a:solidFill>
                  <a:schemeClr val="lt1"/>
                </a:solidFill>
                <a:latin typeface="IBM Plex Sans Medium"/>
                <a:ea typeface="IBM Plex Sans Medium"/>
                <a:cs typeface="IBM Plex Sans Medium"/>
                <a:sym typeface="IBM Plex Sans Medium"/>
              </a:defRPr>
            </a:lvl6pPr>
            <a:lvl7pPr lvl="6" rtl="0">
              <a:lnSpc>
                <a:spcPct val="100000"/>
              </a:lnSpc>
              <a:spcBef>
                <a:spcPts val="0"/>
              </a:spcBef>
              <a:spcAft>
                <a:spcPts val="0"/>
              </a:spcAft>
              <a:buClr>
                <a:schemeClr val="lt1"/>
              </a:buClr>
              <a:buSzPts val="700"/>
              <a:buFont typeface="IBM Plex Sans Medium"/>
              <a:buNone/>
              <a:defRPr sz="700">
                <a:solidFill>
                  <a:schemeClr val="lt1"/>
                </a:solidFill>
                <a:latin typeface="IBM Plex Sans Medium"/>
                <a:ea typeface="IBM Plex Sans Medium"/>
                <a:cs typeface="IBM Plex Sans Medium"/>
                <a:sym typeface="IBM Plex Sans Medium"/>
              </a:defRPr>
            </a:lvl7pPr>
            <a:lvl8pPr lvl="7" rtl="0">
              <a:lnSpc>
                <a:spcPct val="100000"/>
              </a:lnSpc>
              <a:spcBef>
                <a:spcPts val="0"/>
              </a:spcBef>
              <a:spcAft>
                <a:spcPts val="0"/>
              </a:spcAft>
              <a:buClr>
                <a:schemeClr val="lt1"/>
              </a:buClr>
              <a:buSzPts val="700"/>
              <a:buFont typeface="IBM Plex Sans Medium"/>
              <a:buNone/>
              <a:defRPr sz="700">
                <a:solidFill>
                  <a:schemeClr val="lt1"/>
                </a:solidFill>
                <a:latin typeface="IBM Plex Sans Medium"/>
                <a:ea typeface="IBM Plex Sans Medium"/>
                <a:cs typeface="IBM Plex Sans Medium"/>
                <a:sym typeface="IBM Plex Sans Medium"/>
              </a:defRPr>
            </a:lvl8pPr>
            <a:lvl9pPr lvl="8" rtl="0">
              <a:lnSpc>
                <a:spcPct val="100000"/>
              </a:lnSpc>
              <a:spcBef>
                <a:spcPts val="0"/>
              </a:spcBef>
              <a:spcAft>
                <a:spcPts val="0"/>
              </a:spcAft>
              <a:buClr>
                <a:schemeClr val="lt1"/>
              </a:buClr>
              <a:buSzPts val="700"/>
              <a:buFont typeface="IBM Plex Sans Medium"/>
              <a:buNone/>
              <a:defRPr sz="700">
                <a:solidFill>
                  <a:schemeClr val="lt1"/>
                </a:solidFill>
                <a:latin typeface="IBM Plex Sans Medium"/>
                <a:ea typeface="IBM Plex Sans Medium"/>
                <a:cs typeface="IBM Plex Sans Medium"/>
                <a:sym typeface="IBM Plex Sans Medium"/>
              </a:defRPr>
            </a:lvl9pPr>
          </a:lstStyle>
          <a:p>
            <a:endParaRPr/>
          </a:p>
        </p:txBody>
      </p:sp>
      <p:grpSp>
        <p:nvGrpSpPr>
          <p:cNvPr id="450" name="Google Shape;450;p35"/>
          <p:cNvGrpSpPr/>
          <p:nvPr/>
        </p:nvGrpSpPr>
        <p:grpSpPr>
          <a:xfrm>
            <a:off x="1295350" y="682980"/>
            <a:ext cx="6614505" cy="989668"/>
            <a:chOff x="457262" y="1115087"/>
            <a:chExt cx="2003424" cy="663583"/>
          </a:xfrm>
        </p:grpSpPr>
        <p:sp>
          <p:nvSpPr>
            <p:cNvPr id="451" name="Google Shape;451;p35"/>
            <p:cNvSpPr/>
            <p:nvPr/>
          </p:nvSpPr>
          <p:spPr>
            <a:xfrm>
              <a:off x="512486" y="1213171"/>
              <a:ext cx="1948200" cy="565500"/>
            </a:xfrm>
            <a:prstGeom prst="roundRect">
              <a:avLst>
                <a:gd name="adj" fmla="val 16667"/>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2" name="Google Shape;452;p35"/>
            <p:cNvSpPr/>
            <p:nvPr/>
          </p:nvSpPr>
          <p:spPr>
            <a:xfrm>
              <a:off x="457262" y="1115087"/>
              <a:ext cx="1948200" cy="565500"/>
            </a:xfrm>
            <a:prstGeom prst="roundRect">
              <a:avLst>
                <a:gd name="adj" fmla="val 16667"/>
              </a:avLst>
            </a:prstGeom>
            <a:solidFill>
              <a:schemeClr val="lt2"/>
            </a:solidFill>
            <a:ln w="3810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53" name="Google Shape;453;p35"/>
          <p:cNvSpPr/>
          <p:nvPr/>
        </p:nvSpPr>
        <p:spPr>
          <a:xfrm>
            <a:off x="4229540" y="2287235"/>
            <a:ext cx="441103" cy="441103"/>
          </a:xfrm>
          <a:custGeom>
            <a:avLst/>
            <a:gdLst/>
            <a:ahLst/>
            <a:cxnLst/>
            <a:rect l="l" t="t" r="r" b="b"/>
            <a:pathLst>
              <a:path w="209550" h="209550" extrusionOk="0">
                <a:moveTo>
                  <a:pt x="0" y="41134"/>
                </a:moveTo>
                <a:lnTo>
                  <a:pt x="0" y="41134"/>
                </a:lnTo>
                <a:lnTo>
                  <a:pt x="0" y="41134"/>
                </a:lnTo>
                <a:lnTo>
                  <a:pt x="776" y="32597"/>
                </a:lnTo>
                <a:lnTo>
                  <a:pt x="3104" y="24836"/>
                </a:lnTo>
                <a:lnTo>
                  <a:pt x="6985" y="18627"/>
                </a:lnTo>
                <a:lnTo>
                  <a:pt x="12418" y="12418"/>
                </a:lnTo>
                <a:lnTo>
                  <a:pt x="18627" y="6985"/>
                </a:lnTo>
                <a:lnTo>
                  <a:pt x="24836" y="3104"/>
                </a:lnTo>
                <a:lnTo>
                  <a:pt x="32597" y="776"/>
                </a:lnTo>
                <a:lnTo>
                  <a:pt x="41134" y="0"/>
                </a:lnTo>
                <a:lnTo>
                  <a:pt x="168416" y="0"/>
                </a:lnTo>
                <a:lnTo>
                  <a:pt x="168416" y="0"/>
                </a:lnTo>
                <a:lnTo>
                  <a:pt x="176177" y="776"/>
                </a:lnTo>
                <a:lnTo>
                  <a:pt x="183938" y="3104"/>
                </a:lnTo>
                <a:lnTo>
                  <a:pt x="190923" y="6985"/>
                </a:lnTo>
                <a:lnTo>
                  <a:pt x="197132" y="12418"/>
                </a:lnTo>
                <a:lnTo>
                  <a:pt x="197132" y="12418"/>
                </a:lnTo>
                <a:lnTo>
                  <a:pt x="202565" y="18627"/>
                </a:lnTo>
                <a:lnTo>
                  <a:pt x="206446" y="25612"/>
                </a:lnTo>
                <a:lnTo>
                  <a:pt x="208774" y="33373"/>
                </a:lnTo>
                <a:lnTo>
                  <a:pt x="209550" y="41134"/>
                </a:lnTo>
                <a:lnTo>
                  <a:pt x="209550" y="168416"/>
                </a:lnTo>
                <a:lnTo>
                  <a:pt x="209550" y="168416"/>
                </a:lnTo>
                <a:lnTo>
                  <a:pt x="208774" y="176953"/>
                </a:lnTo>
                <a:lnTo>
                  <a:pt x="206446" y="184714"/>
                </a:lnTo>
                <a:lnTo>
                  <a:pt x="202565" y="190923"/>
                </a:lnTo>
                <a:lnTo>
                  <a:pt x="197132" y="197132"/>
                </a:lnTo>
                <a:lnTo>
                  <a:pt x="190923" y="202565"/>
                </a:lnTo>
                <a:lnTo>
                  <a:pt x="184714" y="206446"/>
                </a:lnTo>
                <a:lnTo>
                  <a:pt x="176953" y="208774"/>
                </a:lnTo>
                <a:lnTo>
                  <a:pt x="168416" y="209550"/>
                </a:lnTo>
                <a:lnTo>
                  <a:pt x="41134" y="209550"/>
                </a:lnTo>
                <a:lnTo>
                  <a:pt x="41134" y="209550"/>
                </a:lnTo>
                <a:lnTo>
                  <a:pt x="32597" y="208774"/>
                </a:lnTo>
                <a:lnTo>
                  <a:pt x="24836" y="206446"/>
                </a:lnTo>
                <a:lnTo>
                  <a:pt x="18627" y="202565"/>
                </a:lnTo>
                <a:lnTo>
                  <a:pt x="12418" y="197132"/>
                </a:lnTo>
                <a:lnTo>
                  <a:pt x="6985" y="190923"/>
                </a:lnTo>
                <a:lnTo>
                  <a:pt x="3104" y="184714"/>
                </a:lnTo>
                <a:lnTo>
                  <a:pt x="776" y="176953"/>
                </a:lnTo>
                <a:lnTo>
                  <a:pt x="0" y="168416"/>
                </a:lnTo>
                <a:lnTo>
                  <a:pt x="0" y="41134"/>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4" name="Google Shape;454;p35"/>
          <p:cNvSpPr/>
          <p:nvPr/>
        </p:nvSpPr>
        <p:spPr>
          <a:xfrm>
            <a:off x="7221576" y="2259976"/>
            <a:ext cx="495586" cy="495586"/>
          </a:xfrm>
          <a:custGeom>
            <a:avLst/>
            <a:gdLst/>
            <a:ahLst/>
            <a:cxnLst/>
            <a:rect l="l" t="t" r="r" b="b"/>
            <a:pathLst>
              <a:path w="209550" h="209550" extrusionOk="0">
                <a:moveTo>
                  <a:pt x="111668" y="206793"/>
                </a:moveTo>
                <a:lnTo>
                  <a:pt x="111668" y="206793"/>
                </a:lnTo>
                <a:lnTo>
                  <a:pt x="111668" y="206793"/>
                </a:lnTo>
                <a:lnTo>
                  <a:pt x="108222" y="208861"/>
                </a:lnTo>
                <a:lnTo>
                  <a:pt x="104775" y="209550"/>
                </a:lnTo>
                <a:lnTo>
                  <a:pt x="102018" y="208861"/>
                </a:lnTo>
                <a:lnTo>
                  <a:pt x="98571" y="206793"/>
                </a:lnTo>
                <a:lnTo>
                  <a:pt x="2757" y="110979"/>
                </a:lnTo>
                <a:lnTo>
                  <a:pt x="2757" y="110979"/>
                </a:lnTo>
                <a:lnTo>
                  <a:pt x="689" y="108222"/>
                </a:lnTo>
                <a:lnTo>
                  <a:pt x="0" y="104775"/>
                </a:lnTo>
                <a:lnTo>
                  <a:pt x="0" y="104775"/>
                </a:lnTo>
                <a:lnTo>
                  <a:pt x="689" y="101328"/>
                </a:lnTo>
                <a:lnTo>
                  <a:pt x="2757" y="97882"/>
                </a:lnTo>
                <a:lnTo>
                  <a:pt x="97882" y="2757"/>
                </a:lnTo>
                <a:lnTo>
                  <a:pt x="97882" y="2757"/>
                </a:lnTo>
                <a:lnTo>
                  <a:pt x="101328" y="689"/>
                </a:lnTo>
                <a:lnTo>
                  <a:pt x="104775" y="0"/>
                </a:lnTo>
                <a:lnTo>
                  <a:pt x="107532" y="689"/>
                </a:lnTo>
                <a:lnTo>
                  <a:pt x="110979" y="2757"/>
                </a:lnTo>
                <a:lnTo>
                  <a:pt x="206793" y="98571"/>
                </a:lnTo>
                <a:lnTo>
                  <a:pt x="206793" y="98571"/>
                </a:lnTo>
                <a:lnTo>
                  <a:pt x="208861" y="102018"/>
                </a:lnTo>
                <a:lnTo>
                  <a:pt x="209550" y="104775"/>
                </a:lnTo>
                <a:lnTo>
                  <a:pt x="208861" y="108222"/>
                </a:lnTo>
                <a:lnTo>
                  <a:pt x="206793" y="111668"/>
                </a:lnTo>
                <a:lnTo>
                  <a:pt x="111668" y="206793"/>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5" name="Google Shape;455;p35"/>
          <p:cNvSpPr/>
          <p:nvPr/>
        </p:nvSpPr>
        <p:spPr>
          <a:xfrm>
            <a:off x="1426925" y="2259975"/>
            <a:ext cx="495600" cy="495600"/>
          </a:xfrm>
          <a:prstGeom prst="ellipse">
            <a:avLst/>
          </a:prstGeom>
          <a:solidFill>
            <a:srgbClr val="FFB7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6" name="Google Shape;456;p35"/>
          <p:cNvSpPr txBox="1">
            <a:spLocks noGrp="1"/>
          </p:cNvSpPr>
          <p:nvPr>
            <p:ph type="title"/>
          </p:nvPr>
        </p:nvSpPr>
        <p:spPr>
          <a:xfrm>
            <a:off x="1283425" y="827026"/>
            <a:ext cx="6484800" cy="495600"/>
          </a:xfrm>
          <a:prstGeom prst="rect">
            <a:avLst/>
          </a:prstGeom>
        </p:spPr>
        <p:txBody>
          <a:bodyPr spcFirstLastPara="1" wrap="square" lIns="0" tIns="0" rIns="0" bIns="0" anchor="t" anchorCtr="0">
            <a:normAutofit/>
          </a:bodyPr>
          <a:lstStyle>
            <a:lvl1pPr lvl="0" algn="ctr">
              <a:spcBef>
                <a:spcPts val="0"/>
              </a:spcBef>
              <a:spcAft>
                <a:spcPts val="0"/>
              </a:spcAft>
              <a:buSzPts val="3200"/>
              <a:buNone/>
              <a:defRPr sz="32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pic>
        <p:nvPicPr>
          <p:cNvPr id="457" name="Google Shape;457;p35"/>
          <p:cNvPicPr preferRelativeResize="0"/>
          <p:nvPr/>
        </p:nvPicPr>
        <p:blipFill>
          <a:blip r:embed="rId2">
            <a:alphaModFix/>
          </a:blip>
          <a:stretch>
            <a:fillRect/>
          </a:stretch>
        </p:blipFill>
        <p:spPr>
          <a:xfrm>
            <a:off x="8565901" y="154375"/>
            <a:ext cx="424850" cy="428248"/>
          </a:xfrm>
          <a:prstGeom prst="rect">
            <a:avLst/>
          </a:prstGeom>
          <a:noFill/>
          <a:ln>
            <a:noFill/>
          </a:ln>
        </p:spPr>
      </p:pic>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matchingName="Case Study - 2">
  <p:cSld name="TITLE_ONLY_8">
    <p:bg>
      <p:bgPr>
        <a:solidFill>
          <a:schemeClr val="dk1"/>
        </a:solidFill>
        <a:effectLst/>
      </p:bgPr>
    </p:bg>
    <p:spTree>
      <p:nvGrpSpPr>
        <p:cNvPr id="1" name="Shape 458"/>
        <p:cNvGrpSpPr/>
        <p:nvPr/>
      </p:nvGrpSpPr>
      <p:grpSpPr>
        <a:xfrm>
          <a:off x="0" y="0"/>
          <a:ext cx="0" cy="0"/>
          <a:chOff x="0" y="0"/>
          <a:chExt cx="0" cy="0"/>
        </a:xfrm>
      </p:grpSpPr>
      <p:grpSp>
        <p:nvGrpSpPr>
          <p:cNvPr id="459" name="Google Shape;459;p36"/>
          <p:cNvGrpSpPr/>
          <p:nvPr/>
        </p:nvGrpSpPr>
        <p:grpSpPr>
          <a:xfrm>
            <a:off x="7680984" y="2604086"/>
            <a:ext cx="961107" cy="958974"/>
            <a:chOff x="4999950" y="1343050"/>
            <a:chExt cx="2381925" cy="2376050"/>
          </a:xfrm>
        </p:grpSpPr>
        <p:sp>
          <p:nvSpPr>
            <p:cNvPr id="460" name="Google Shape;460;p36"/>
            <p:cNvSpPr/>
            <p:nvPr/>
          </p:nvSpPr>
          <p:spPr>
            <a:xfrm>
              <a:off x="5078375" y="1427350"/>
              <a:ext cx="2303500" cy="2291750"/>
            </a:xfrm>
            <a:custGeom>
              <a:avLst/>
              <a:gdLst/>
              <a:ahLst/>
              <a:cxnLst/>
              <a:rect l="l" t="t" r="r" b="b"/>
              <a:pathLst>
                <a:path w="92140" h="91670" extrusionOk="0">
                  <a:moveTo>
                    <a:pt x="89631" y="550"/>
                  </a:moveTo>
                  <a:lnTo>
                    <a:pt x="90101" y="706"/>
                  </a:lnTo>
                  <a:lnTo>
                    <a:pt x="90493" y="942"/>
                  </a:lnTo>
                  <a:lnTo>
                    <a:pt x="90885" y="1255"/>
                  </a:lnTo>
                  <a:lnTo>
                    <a:pt x="91121" y="1647"/>
                  </a:lnTo>
                  <a:lnTo>
                    <a:pt x="91356" y="2039"/>
                  </a:lnTo>
                  <a:lnTo>
                    <a:pt x="91513" y="2510"/>
                  </a:lnTo>
                  <a:lnTo>
                    <a:pt x="91591" y="2980"/>
                  </a:lnTo>
                  <a:lnTo>
                    <a:pt x="91591" y="3686"/>
                  </a:lnTo>
                  <a:lnTo>
                    <a:pt x="91513" y="4157"/>
                  </a:lnTo>
                  <a:lnTo>
                    <a:pt x="91356" y="4549"/>
                  </a:lnTo>
                  <a:lnTo>
                    <a:pt x="91121" y="5019"/>
                  </a:lnTo>
                  <a:lnTo>
                    <a:pt x="90885" y="5333"/>
                  </a:lnTo>
                  <a:lnTo>
                    <a:pt x="90493" y="5647"/>
                  </a:lnTo>
                  <a:lnTo>
                    <a:pt x="90101" y="5882"/>
                  </a:lnTo>
                  <a:lnTo>
                    <a:pt x="89631" y="6039"/>
                  </a:lnTo>
                  <a:lnTo>
                    <a:pt x="2510" y="6039"/>
                  </a:lnTo>
                  <a:lnTo>
                    <a:pt x="2118" y="5882"/>
                  </a:lnTo>
                  <a:lnTo>
                    <a:pt x="1647" y="5647"/>
                  </a:lnTo>
                  <a:lnTo>
                    <a:pt x="1334" y="5333"/>
                  </a:lnTo>
                  <a:lnTo>
                    <a:pt x="1020" y="5019"/>
                  </a:lnTo>
                  <a:lnTo>
                    <a:pt x="785" y="4627"/>
                  </a:lnTo>
                  <a:lnTo>
                    <a:pt x="628" y="4157"/>
                  </a:lnTo>
                  <a:lnTo>
                    <a:pt x="628" y="3686"/>
                  </a:lnTo>
                  <a:lnTo>
                    <a:pt x="628" y="2980"/>
                  </a:lnTo>
                  <a:lnTo>
                    <a:pt x="628" y="2510"/>
                  </a:lnTo>
                  <a:lnTo>
                    <a:pt x="785" y="2039"/>
                  </a:lnTo>
                  <a:lnTo>
                    <a:pt x="1020" y="1647"/>
                  </a:lnTo>
                  <a:lnTo>
                    <a:pt x="1334" y="1255"/>
                  </a:lnTo>
                  <a:lnTo>
                    <a:pt x="1647" y="942"/>
                  </a:lnTo>
                  <a:lnTo>
                    <a:pt x="2118" y="706"/>
                  </a:lnTo>
                  <a:lnTo>
                    <a:pt x="2510" y="550"/>
                  </a:lnTo>
                  <a:close/>
                  <a:moveTo>
                    <a:pt x="2431" y="1"/>
                  </a:moveTo>
                  <a:lnTo>
                    <a:pt x="1883" y="236"/>
                  </a:lnTo>
                  <a:lnTo>
                    <a:pt x="1334" y="471"/>
                  </a:lnTo>
                  <a:lnTo>
                    <a:pt x="942" y="863"/>
                  </a:lnTo>
                  <a:lnTo>
                    <a:pt x="549" y="1334"/>
                  </a:lnTo>
                  <a:lnTo>
                    <a:pt x="236" y="1804"/>
                  </a:lnTo>
                  <a:lnTo>
                    <a:pt x="79" y="2353"/>
                  </a:lnTo>
                  <a:lnTo>
                    <a:pt x="1" y="2980"/>
                  </a:lnTo>
                  <a:lnTo>
                    <a:pt x="1" y="3686"/>
                  </a:lnTo>
                  <a:lnTo>
                    <a:pt x="79" y="4235"/>
                  </a:lnTo>
                  <a:lnTo>
                    <a:pt x="236" y="4784"/>
                  </a:lnTo>
                  <a:lnTo>
                    <a:pt x="549" y="5333"/>
                  </a:lnTo>
                  <a:lnTo>
                    <a:pt x="942" y="5803"/>
                  </a:lnTo>
                  <a:lnTo>
                    <a:pt x="1334" y="6117"/>
                  </a:lnTo>
                  <a:lnTo>
                    <a:pt x="1883" y="6431"/>
                  </a:lnTo>
                  <a:lnTo>
                    <a:pt x="2431" y="6588"/>
                  </a:lnTo>
                  <a:lnTo>
                    <a:pt x="2980" y="6666"/>
                  </a:lnTo>
                  <a:lnTo>
                    <a:pt x="89160" y="6666"/>
                  </a:lnTo>
                  <a:lnTo>
                    <a:pt x="89709" y="6588"/>
                  </a:lnTo>
                  <a:lnTo>
                    <a:pt x="90258" y="6431"/>
                  </a:lnTo>
                  <a:lnTo>
                    <a:pt x="90807" y="6117"/>
                  </a:lnTo>
                  <a:lnTo>
                    <a:pt x="91277" y="5803"/>
                  </a:lnTo>
                  <a:lnTo>
                    <a:pt x="91591" y="5333"/>
                  </a:lnTo>
                  <a:lnTo>
                    <a:pt x="91905" y="4784"/>
                  </a:lnTo>
                  <a:lnTo>
                    <a:pt x="92062" y="4235"/>
                  </a:lnTo>
                  <a:lnTo>
                    <a:pt x="92140" y="3686"/>
                  </a:lnTo>
                  <a:lnTo>
                    <a:pt x="92140" y="2980"/>
                  </a:lnTo>
                  <a:lnTo>
                    <a:pt x="92062" y="2353"/>
                  </a:lnTo>
                  <a:lnTo>
                    <a:pt x="91905" y="1804"/>
                  </a:lnTo>
                  <a:lnTo>
                    <a:pt x="91591" y="1334"/>
                  </a:lnTo>
                  <a:lnTo>
                    <a:pt x="91277" y="863"/>
                  </a:lnTo>
                  <a:lnTo>
                    <a:pt x="90807" y="471"/>
                  </a:lnTo>
                  <a:lnTo>
                    <a:pt x="90258" y="236"/>
                  </a:lnTo>
                  <a:lnTo>
                    <a:pt x="89709" y="1"/>
                  </a:lnTo>
                  <a:close/>
                  <a:moveTo>
                    <a:pt x="89631" y="17566"/>
                  </a:moveTo>
                  <a:lnTo>
                    <a:pt x="90101" y="17723"/>
                  </a:lnTo>
                  <a:lnTo>
                    <a:pt x="90493" y="17958"/>
                  </a:lnTo>
                  <a:lnTo>
                    <a:pt x="90885" y="18272"/>
                  </a:lnTo>
                  <a:lnTo>
                    <a:pt x="91121" y="18585"/>
                  </a:lnTo>
                  <a:lnTo>
                    <a:pt x="91356" y="19056"/>
                  </a:lnTo>
                  <a:lnTo>
                    <a:pt x="91513" y="19448"/>
                  </a:lnTo>
                  <a:lnTo>
                    <a:pt x="91591" y="19918"/>
                  </a:lnTo>
                  <a:lnTo>
                    <a:pt x="91591" y="20703"/>
                  </a:lnTo>
                  <a:lnTo>
                    <a:pt x="91513" y="21173"/>
                  </a:lnTo>
                  <a:lnTo>
                    <a:pt x="91356" y="21565"/>
                  </a:lnTo>
                  <a:lnTo>
                    <a:pt x="91121" y="22036"/>
                  </a:lnTo>
                  <a:lnTo>
                    <a:pt x="90885" y="22349"/>
                  </a:lnTo>
                  <a:lnTo>
                    <a:pt x="90493" y="22663"/>
                  </a:lnTo>
                  <a:lnTo>
                    <a:pt x="90101" y="22898"/>
                  </a:lnTo>
                  <a:lnTo>
                    <a:pt x="89631" y="23055"/>
                  </a:lnTo>
                  <a:lnTo>
                    <a:pt x="2510" y="23055"/>
                  </a:lnTo>
                  <a:lnTo>
                    <a:pt x="2118" y="22898"/>
                  </a:lnTo>
                  <a:lnTo>
                    <a:pt x="1647" y="22663"/>
                  </a:lnTo>
                  <a:lnTo>
                    <a:pt x="1334" y="22349"/>
                  </a:lnTo>
                  <a:lnTo>
                    <a:pt x="1020" y="22036"/>
                  </a:lnTo>
                  <a:lnTo>
                    <a:pt x="785" y="21565"/>
                  </a:lnTo>
                  <a:lnTo>
                    <a:pt x="628" y="21173"/>
                  </a:lnTo>
                  <a:lnTo>
                    <a:pt x="628" y="20703"/>
                  </a:lnTo>
                  <a:lnTo>
                    <a:pt x="628" y="19918"/>
                  </a:lnTo>
                  <a:lnTo>
                    <a:pt x="628" y="19448"/>
                  </a:lnTo>
                  <a:lnTo>
                    <a:pt x="785" y="19056"/>
                  </a:lnTo>
                  <a:lnTo>
                    <a:pt x="1020" y="18585"/>
                  </a:lnTo>
                  <a:lnTo>
                    <a:pt x="1334" y="18272"/>
                  </a:lnTo>
                  <a:lnTo>
                    <a:pt x="1647" y="17958"/>
                  </a:lnTo>
                  <a:lnTo>
                    <a:pt x="2118" y="17723"/>
                  </a:lnTo>
                  <a:lnTo>
                    <a:pt x="2510" y="17566"/>
                  </a:lnTo>
                  <a:close/>
                  <a:moveTo>
                    <a:pt x="2980" y="16939"/>
                  </a:moveTo>
                  <a:lnTo>
                    <a:pt x="2431" y="17017"/>
                  </a:lnTo>
                  <a:lnTo>
                    <a:pt x="1883" y="17174"/>
                  </a:lnTo>
                  <a:lnTo>
                    <a:pt x="1334" y="17488"/>
                  </a:lnTo>
                  <a:lnTo>
                    <a:pt x="942" y="17880"/>
                  </a:lnTo>
                  <a:lnTo>
                    <a:pt x="549" y="18272"/>
                  </a:lnTo>
                  <a:lnTo>
                    <a:pt x="236" y="18821"/>
                  </a:lnTo>
                  <a:lnTo>
                    <a:pt x="79" y="19370"/>
                  </a:lnTo>
                  <a:lnTo>
                    <a:pt x="1" y="19918"/>
                  </a:lnTo>
                  <a:lnTo>
                    <a:pt x="1" y="20703"/>
                  </a:lnTo>
                  <a:lnTo>
                    <a:pt x="79" y="21252"/>
                  </a:lnTo>
                  <a:lnTo>
                    <a:pt x="236" y="21800"/>
                  </a:lnTo>
                  <a:lnTo>
                    <a:pt x="549" y="22349"/>
                  </a:lnTo>
                  <a:lnTo>
                    <a:pt x="942" y="22741"/>
                  </a:lnTo>
                  <a:lnTo>
                    <a:pt x="1334" y="23134"/>
                  </a:lnTo>
                  <a:lnTo>
                    <a:pt x="1883" y="23447"/>
                  </a:lnTo>
                  <a:lnTo>
                    <a:pt x="2431" y="23604"/>
                  </a:lnTo>
                  <a:lnTo>
                    <a:pt x="2980" y="23682"/>
                  </a:lnTo>
                  <a:lnTo>
                    <a:pt x="89160" y="23682"/>
                  </a:lnTo>
                  <a:lnTo>
                    <a:pt x="89709" y="23604"/>
                  </a:lnTo>
                  <a:lnTo>
                    <a:pt x="90258" y="23447"/>
                  </a:lnTo>
                  <a:lnTo>
                    <a:pt x="90807" y="23134"/>
                  </a:lnTo>
                  <a:lnTo>
                    <a:pt x="91277" y="22741"/>
                  </a:lnTo>
                  <a:lnTo>
                    <a:pt x="91591" y="22349"/>
                  </a:lnTo>
                  <a:lnTo>
                    <a:pt x="91905" y="21800"/>
                  </a:lnTo>
                  <a:lnTo>
                    <a:pt x="92062" y="21252"/>
                  </a:lnTo>
                  <a:lnTo>
                    <a:pt x="92140" y="20703"/>
                  </a:lnTo>
                  <a:lnTo>
                    <a:pt x="92140" y="19918"/>
                  </a:lnTo>
                  <a:lnTo>
                    <a:pt x="92062" y="19370"/>
                  </a:lnTo>
                  <a:lnTo>
                    <a:pt x="91905" y="18821"/>
                  </a:lnTo>
                  <a:lnTo>
                    <a:pt x="91591" y="18272"/>
                  </a:lnTo>
                  <a:lnTo>
                    <a:pt x="91277" y="17880"/>
                  </a:lnTo>
                  <a:lnTo>
                    <a:pt x="90807" y="17488"/>
                  </a:lnTo>
                  <a:lnTo>
                    <a:pt x="90258" y="17174"/>
                  </a:lnTo>
                  <a:lnTo>
                    <a:pt x="89709" y="17017"/>
                  </a:lnTo>
                  <a:lnTo>
                    <a:pt x="89160" y="16939"/>
                  </a:lnTo>
                  <a:close/>
                  <a:moveTo>
                    <a:pt x="89631" y="34582"/>
                  </a:moveTo>
                  <a:lnTo>
                    <a:pt x="90101" y="34739"/>
                  </a:lnTo>
                  <a:lnTo>
                    <a:pt x="90493" y="34974"/>
                  </a:lnTo>
                  <a:lnTo>
                    <a:pt x="90885" y="35288"/>
                  </a:lnTo>
                  <a:lnTo>
                    <a:pt x="91121" y="35602"/>
                  </a:lnTo>
                  <a:lnTo>
                    <a:pt x="91356" y="36072"/>
                  </a:lnTo>
                  <a:lnTo>
                    <a:pt x="91513" y="36464"/>
                  </a:lnTo>
                  <a:lnTo>
                    <a:pt x="91591" y="36935"/>
                  </a:lnTo>
                  <a:lnTo>
                    <a:pt x="91591" y="37641"/>
                  </a:lnTo>
                  <a:lnTo>
                    <a:pt x="91513" y="38111"/>
                  </a:lnTo>
                  <a:lnTo>
                    <a:pt x="91356" y="38582"/>
                  </a:lnTo>
                  <a:lnTo>
                    <a:pt x="91121" y="38974"/>
                  </a:lnTo>
                  <a:lnTo>
                    <a:pt x="90885" y="39366"/>
                  </a:lnTo>
                  <a:lnTo>
                    <a:pt x="90493" y="39679"/>
                  </a:lnTo>
                  <a:lnTo>
                    <a:pt x="90101" y="39915"/>
                  </a:lnTo>
                  <a:lnTo>
                    <a:pt x="89631" y="40071"/>
                  </a:lnTo>
                  <a:lnTo>
                    <a:pt x="2510" y="40071"/>
                  </a:lnTo>
                  <a:lnTo>
                    <a:pt x="2118" y="39915"/>
                  </a:lnTo>
                  <a:lnTo>
                    <a:pt x="1647" y="39679"/>
                  </a:lnTo>
                  <a:lnTo>
                    <a:pt x="1334" y="39366"/>
                  </a:lnTo>
                  <a:lnTo>
                    <a:pt x="1020" y="39052"/>
                  </a:lnTo>
                  <a:lnTo>
                    <a:pt x="785" y="38582"/>
                  </a:lnTo>
                  <a:lnTo>
                    <a:pt x="628" y="38111"/>
                  </a:lnTo>
                  <a:lnTo>
                    <a:pt x="628" y="37641"/>
                  </a:lnTo>
                  <a:lnTo>
                    <a:pt x="628" y="36935"/>
                  </a:lnTo>
                  <a:lnTo>
                    <a:pt x="628" y="36464"/>
                  </a:lnTo>
                  <a:lnTo>
                    <a:pt x="785" y="36072"/>
                  </a:lnTo>
                  <a:lnTo>
                    <a:pt x="1020" y="35602"/>
                  </a:lnTo>
                  <a:lnTo>
                    <a:pt x="1334" y="35288"/>
                  </a:lnTo>
                  <a:lnTo>
                    <a:pt x="1647" y="34974"/>
                  </a:lnTo>
                  <a:lnTo>
                    <a:pt x="2118" y="34739"/>
                  </a:lnTo>
                  <a:lnTo>
                    <a:pt x="2510" y="34582"/>
                  </a:lnTo>
                  <a:close/>
                  <a:moveTo>
                    <a:pt x="2980" y="33955"/>
                  </a:moveTo>
                  <a:lnTo>
                    <a:pt x="2431" y="34033"/>
                  </a:lnTo>
                  <a:lnTo>
                    <a:pt x="1883" y="34190"/>
                  </a:lnTo>
                  <a:lnTo>
                    <a:pt x="1334" y="34504"/>
                  </a:lnTo>
                  <a:lnTo>
                    <a:pt x="942" y="34818"/>
                  </a:lnTo>
                  <a:lnTo>
                    <a:pt x="549" y="35288"/>
                  </a:lnTo>
                  <a:lnTo>
                    <a:pt x="236" y="35837"/>
                  </a:lnTo>
                  <a:lnTo>
                    <a:pt x="79" y="36386"/>
                  </a:lnTo>
                  <a:lnTo>
                    <a:pt x="1" y="36935"/>
                  </a:lnTo>
                  <a:lnTo>
                    <a:pt x="1" y="37641"/>
                  </a:lnTo>
                  <a:lnTo>
                    <a:pt x="79" y="38268"/>
                  </a:lnTo>
                  <a:lnTo>
                    <a:pt x="236" y="38817"/>
                  </a:lnTo>
                  <a:lnTo>
                    <a:pt x="549" y="39366"/>
                  </a:lnTo>
                  <a:lnTo>
                    <a:pt x="942" y="39758"/>
                  </a:lnTo>
                  <a:lnTo>
                    <a:pt x="1334" y="40150"/>
                  </a:lnTo>
                  <a:lnTo>
                    <a:pt x="1883" y="40464"/>
                  </a:lnTo>
                  <a:lnTo>
                    <a:pt x="2431" y="40620"/>
                  </a:lnTo>
                  <a:lnTo>
                    <a:pt x="89709" y="40620"/>
                  </a:lnTo>
                  <a:lnTo>
                    <a:pt x="90258" y="40464"/>
                  </a:lnTo>
                  <a:lnTo>
                    <a:pt x="90807" y="40150"/>
                  </a:lnTo>
                  <a:lnTo>
                    <a:pt x="91277" y="39758"/>
                  </a:lnTo>
                  <a:lnTo>
                    <a:pt x="91591" y="39287"/>
                  </a:lnTo>
                  <a:lnTo>
                    <a:pt x="91905" y="38817"/>
                  </a:lnTo>
                  <a:lnTo>
                    <a:pt x="92062" y="38268"/>
                  </a:lnTo>
                  <a:lnTo>
                    <a:pt x="92140" y="37641"/>
                  </a:lnTo>
                  <a:lnTo>
                    <a:pt x="92140" y="36935"/>
                  </a:lnTo>
                  <a:lnTo>
                    <a:pt x="92062" y="36386"/>
                  </a:lnTo>
                  <a:lnTo>
                    <a:pt x="91905" y="35837"/>
                  </a:lnTo>
                  <a:lnTo>
                    <a:pt x="91591" y="35288"/>
                  </a:lnTo>
                  <a:lnTo>
                    <a:pt x="91277" y="34818"/>
                  </a:lnTo>
                  <a:lnTo>
                    <a:pt x="90807" y="34504"/>
                  </a:lnTo>
                  <a:lnTo>
                    <a:pt x="90258" y="34190"/>
                  </a:lnTo>
                  <a:lnTo>
                    <a:pt x="89709" y="34033"/>
                  </a:lnTo>
                  <a:lnTo>
                    <a:pt x="89160" y="33955"/>
                  </a:lnTo>
                  <a:close/>
                  <a:moveTo>
                    <a:pt x="89160" y="51520"/>
                  </a:moveTo>
                  <a:lnTo>
                    <a:pt x="89631" y="51599"/>
                  </a:lnTo>
                  <a:lnTo>
                    <a:pt x="90101" y="51756"/>
                  </a:lnTo>
                  <a:lnTo>
                    <a:pt x="90493" y="51991"/>
                  </a:lnTo>
                  <a:lnTo>
                    <a:pt x="90885" y="52226"/>
                  </a:lnTo>
                  <a:lnTo>
                    <a:pt x="91121" y="52618"/>
                  </a:lnTo>
                  <a:lnTo>
                    <a:pt x="91356" y="53010"/>
                  </a:lnTo>
                  <a:lnTo>
                    <a:pt x="91513" y="53481"/>
                  </a:lnTo>
                  <a:lnTo>
                    <a:pt x="91591" y="53951"/>
                  </a:lnTo>
                  <a:lnTo>
                    <a:pt x="91591" y="54657"/>
                  </a:lnTo>
                  <a:lnTo>
                    <a:pt x="91513" y="55127"/>
                  </a:lnTo>
                  <a:lnTo>
                    <a:pt x="91356" y="55598"/>
                  </a:lnTo>
                  <a:lnTo>
                    <a:pt x="91121" y="55990"/>
                  </a:lnTo>
                  <a:lnTo>
                    <a:pt x="90885" y="56382"/>
                  </a:lnTo>
                  <a:lnTo>
                    <a:pt x="90493" y="56696"/>
                  </a:lnTo>
                  <a:lnTo>
                    <a:pt x="90101" y="56931"/>
                  </a:lnTo>
                  <a:lnTo>
                    <a:pt x="89631" y="57009"/>
                  </a:lnTo>
                  <a:lnTo>
                    <a:pt x="89160" y="57088"/>
                  </a:lnTo>
                  <a:lnTo>
                    <a:pt x="2980" y="57088"/>
                  </a:lnTo>
                  <a:lnTo>
                    <a:pt x="2510" y="57009"/>
                  </a:lnTo>
                  <a:lnTo>
                    <a:pt x="2118" y="56931"/>
                  </a:lnTo>
                  <a:lnTo>
                    <a:pt x="1647" y="56696"/>
                  </a:lnTo>
                  <a:lnTo>
                    <a:pt x="1334" y="56382"/>
                  </a:lnTo>
                  <a:lnTo>
                    <a:pt x="1020" y="55990"/>
                  </a:lnTo>
                  <a:lnTo>
                    <a:pt x="785" y="55598"/>
                  </a:lnTo>
                  <a:lnTo>
                    <a:pt x="628" y="55127"/>
                  </a:lnTo>
                  <a:lnTo>
                    <a:pt x="628" y="54657"/>
                  </a:lnTo>
                  <a:lnTo>
                    <a:pt x="628" y="53951"/>
                  </a:lnTo>
                  <a:lnTo>
                    <a:pt x="628" y="53481"/>
                  </a:lnTo>
                  <a:lnTo>
                    <a:pt x="785" y="53010"/>
                  </a:lnTo>
                  <a:lnTo>
                    <a:pt x="1020" y="52618"/>
                  </a:lnTo>
                  <a:lnTo>
                    <a:pt x="1334" y="52226"/>
                  </a:lnTo>
                  <a:lnTo>
                    <a:pt x="1647" y="51991"/>
                  </a:lnTo>
                  <a:lnTo>
                    <a:pt x="2118" y="51756"/>
                  </a:lnTo>
                  <a:lnTo>
                    <a:pt x="2510" y="51599"/>
                  </a:lnTo>
                  <a:lnTo>
                    <a:pt x="2980" y="51520"/>
                  </a:lnTo>
                  <a:close/>
                  <a:moveTo>
                    <a:pt x="2980" y="50971"/>
                  </a:moveTo>
                  <a:lnTo>
                    <a:pt x="2431" y="51050"/>
                  </a:lnTo>
                  <a:lnTo>
                    <a:pt x="1883" y="51207"/>
                  </a:lnTo>
                  <a:lnTo>
                    <a:pt x="1334" y="51520"/>
                  </a:lnTo>
                  <a:lnTo>
                    <a:pt x="942" y="51834"/>
                  </a:lnTo>
                  <a:lnTo>
                    <a:pt x="549" y="52304"/>
                  </a:lnTo>
                  <a:lnTo>
                    <a:pt x="236" y="52853"/>
                  </a:lnTo>
                  <a:lnTo>
                    <a:pt x="79" y="53402"/>
                  </a:lnTo>
                  <a:lnTo>
                    <a:pt x="1" y="53951"/>
                  </a:lnTo>
                  <a:lnTo>
                    <a:pt x="1" y="54657"/>
                  </a:lnTo>
                  <a:lnTo>
                    <a:pt x="79" y="55284"/>
                  </a:lnTo>
                  <a:lnTo>
                    <a:pt x="236" y="55833"/>
                  </a:lnTo>
                  <a:lnTo>
                    <a:pt x="549" y="56304"/>
                  </a:lnTo>
                  <a:lnTo>
                    <a:pt x="942" y="56774"/>
                  </a:lnTo>
                  <a:lnTo>
                    <a:pt x="1334" y="57166"/>
                  </a:lnTo>
                  <a:lnTo>
                    <a:pt x="1883" y="57402"/>
                  </a:lnTo>
                  <a:lnTo>
                    <a:pt x="2431" y="57637"/>
                  </a:lnTo>
                  <a:lnTo>
                    <a:pt x="89709" y="57637"/>
                  </a:lnTo>
                  <a:lnTo>
                    <a:pt x="90258" y="57402"/>
                  </a:lnTo>
                  <a:lnTo>
                    <a:pt x="90807" y="57166"/>
                  </a:lnTo>
                  <a:lnTo>
                    <a:pt x="91277" y="56774"/>
                  </a:lnTo>
                  <a:lnTo>
                    <a:pt x="91591" y="56304"/>
                  </a:lnTo>
                  <a:lnTo>
                    <a:pt x="91905" y="55833"/>
                  </a:lnTo>
                  <a:lnTo>
                    <a:pt x="92062" y="55284"/>
                  </a:lnTo>
                  <a:lnTo>
                    <a:pt x="92140" y="54657"/>
                  </a:lnTo>
                  <a:lnTo>
                    <a:pt x="92140" y="53951"/>
                  </a:lnTo>
                  <a:lnTo>
                    <a:pt x="92062" y="53402"/>
                  </a:lnTo>
                  <a:lnTo>
                    <a:pt x="91905" y="52853"/>
                  </a:lnTo>
                  <a:lnTo>
                    <a:pt x="91591" y="52304"/>
                  </a:lnTo>
                  <a:lnTo>
                    <a:pt x="91277" y="51834"/>
                  </a:lnTo>
                  <a:lnTo>
                    <a:pt x="90807" y="51520"/>
                  </a:lnTo>
                  <a:lnTo>
                    <a:pt x="90258" y="51207"/>
                  </a:lnTo>
                  <a:lnTo>
                    <a:pt x="89709" y="51050"/>
                  </a:lnTo>
                  <a:lnTo>
                    <a:pt x="89160" y="50971"/>
                  </a:lnTo>
                  <a:close/>
                  <a:moveTo>
                    <a:pt x="89160" y="68537"/>
                  </a:moveTo>
                  <a:lnTo>
                    <a:pt x="89631" y="68615"/>
                  </a:lnTo>
                  <a:lnTo>
                    <a:pt x="90101" y="68772"/>
                  </a:lnTo>
                  <a:lnTo>
                    <a:pt x="90493" y="68929"/>
                  </a:lnTo>
                  <a:lnTo>
                    <a:pt x="90885" y="69242"/>
                  </a:lnTo>
                  <a:lnTo>
                    <a:pt x="91121" y="69635"/>
                  </a:lnTo>
                  <a:lnTo>
                    <a:pt x="91356" y="70027"/>
                  </a:lnTo>
                  <a:lnTo>
                    <a:pt x="91513" y="70497"/>
                  </a:lnTo>
                  <a:lnTo>
                    <a:pt x="91591" y="70968"/>
                  </a:lnTo>
                  <a:lnTo>
                    <a:pt x="91591" y="71673"/>
                  </a:lnTo>
                  <a:lnTo>
                    <a:pt x="91513" y="72144"/>
                  </a:lnTo>
                  <a:lnTo>
                    <a:pt x="91356" y="72614"/>
                  </a:lnTo>
                  <a:lnTo>
                    <a:pt x="91121" y="73006"/>
                  </a:lnTo>
                  <a:lnTo>
                    <a:pt x="90885" y="73399"/>
                  </a:lnTo>
                  <a:lnTo>
                    <a:pt x="90493" y="73712"/>
                  </a:lnTo>
                  <a:lnTo>
                    <a:pt x="90101" y="73947"/>
                  </a:lnTo>
                  <a:lnTo>
                    <a:pt x="89631" y="74026"/>
                  </a:lnTo>
                  <a:lnTo>
                    <a:pt x="89160" y="74104"/>
                  </a:lnTo>
                  <a:lnTo>
                    <a:pt x="2980" y="74104"/>
                  </a:lnTo>
                  <a:lnTo>
                    <a:pt x="2510" y="74026"/>
                  </a:lnTo>
                  <a:lnTo>
                    <a:pt x="2118" y="73947"/>
                  </a:lnTo>
                  <a:lnTo>
                    <a:pt x="1647" y="73712"/>
                  </a:lnTo>
                  <a:lnTo>
                    <a:pt x="1334" y="73399"/>
                  </a:lnTo>
                  <a:lnTo>
                    <a:pt x="1020" y="73006"/>
                  </a:lnTo>
                  <a:lnTo>
                    <a:pt x="785" y="72614"/>
                  </a:lnTo>
                  <a:lnTo>
                    <a:pt x="628" y="72144"/>
                  </a:lnTo>
                  <a:lnTo>
                    <a:pt x="628" y="71673"/>
                  </a:lnTo>
                  <a:lnTo>
                    <a:pt x="628" y="70968"/>
                  </a:lnTo>
                  <a:lnTo>
                    <a:pt x="628" y="70497"/>
                  </a:lnTo>
                  <a:lnTo>
                    <a:pt x="785" y="70027"/>
                  </a:lnTo>
                  <a:lnTo>
                    <a:pt x="1020" y="69635"/>
                  </a:lnTo>
                  <a:lnTo>
                    <a:pt x="1334" y="69242"/>
                  </a:lnTo>
                  <a:lnTo>
                    <a:pt x="1647" y="68929"/>
                  </a:lnTo>
                  <a:lnTo>
                    <a:pt x="2118" y="68772"/>
                  </a:lnTo>
                  <a:lnTo>
                    <a:pt x="2510" y="68615"/>
                  </a:lnTo>
                  <a:lnTo>
                    <a:pt x="2980" y="68537"/>
                  </a:lnTo>
                  <a:close/>
                  <a:moveTo>
                    <a:pt x="2980" y="67988"/>
                  </a:moveTo>
                  <a:lnTo>
                    <a:pt x="2431" y="68066"/>
                  </a:lnTo>
                  <a:lnTo>
                    <a:pt x="1883" y="68223"/>
                  </a:lnTo>
                  <a:lnTo>
                    <a:pt x="1334" y="68458"/>
                  </a:lnTo>
                  <a:lnTo>
                    <a:pt x="942" y="68850"/>
                  </a:lnTo>
                  <a:lnTo>
                    <a:pt x="549" y="69321"/>
                  </a:lnTo>
                  <a:lnTo>
                    <a:pt x="236" y="69870"/>
                  </a:lnTo>
                  <a:lnTo>
                    <a:pt x="79" y="70419"/>
                  </a:lnTo>
                  <a:lnTo>
                    <a:pt x="1" y="70968"/>
                  </a:lnTo>
                  <a:lnTo>
                    <a:pt x="1" y="71673"/>
                  </a:lnTo>
                  <a:lnTo>
                    <a:pt x="79" y="72301"/>
                  </a:lnTo>
                  <a:lnTo>
                    <a:pt x="236" y="72850"/>
                  </a:lnTo>
                  <a:lnTo>
                    <a:pt x="549" y="73320"/>
                  </a:lnTo>
                  <a:lnTo>
                    <a:pt x="942" y="73791"/>
                  </a:lnTo>
                  <a:lnTo>
                    <a:pt x="1334" y="74183"/>
                  </a:lnTo>
                  <a:lnTo>
                    <a:pt x="1883" y="74418"/>
                  </a:lnTo>
                  <a:lnTo>
                    <a:pt x="2431" y="74575"/>
                  </a:lnTo>
                  <a:lnTo>
                    <a:pt x="2980" y="74653"/>
                  </a:lnTo>
                  <a:lnTo>
                    <a:pt x="89631" y="74653"/>
                  </a:lnTo>
                  <a:lnTo>
                    <a:pt x="90180" y="74496"/>
                  </a:lnTo>
                  <a:lnTo>
                    <a:pt x="90650" y="74261"/>
                  </a:lnTo>
                  <a:lnTo>
                    <a:pt x="91042" y="73947"/>
                  </a:lnTo>
                  <a:lnTo>
                    <a:pt x="91042" y="74026"/>
                  </a:lnTo>
                  <a:lnTo>
                    <a:pt x="91199" y="73869"/>
                  </a:lnTo>
                  <a:lnTo>
                    <a:pt x="91277" y="73791"/>
                  </a:lnTo>
                  <a:lnTo>
                    <a:pt x="91277" y="73712"/>
                  </a:lnTo>
                  <a:lnTo>
                    <a:pt x="91434" y="73555"/>
                  </a:lnTo>
                  <a:lnTo>
                    <a:pt x="91748" y="73163"/>
                  </a:lnTo>
                  <a:lnTo>
                    <a:pt x="91905" y="72693"/>
                  </a:lnTo>
                  <a:lnTo>
                    <a:pt x="92062" y="72222"/>
                  </a:lnTo>
                  <a:lnTo>
                    <a:pt x="92140" y="71673"/>
                  </a:lnTo>
                  <a:lnTo>
                    <a:pt x="92140" y="70968"/>
                  </a:lnTo>
                  <a:lnTo>
                    <a:pt x="92062" y="70419"/>
                  </a:lnTo>
                  <a:lnTo>
                    <a:pt x="91905" y="69870"/>
                  </a:lnTo>
                  <a:lnTo>
                    <a:pt x="91591" y="69321"/>
                  </a:lnTo>
                  <a:lnTo>
                    <a:pt x="91277" y="68850"/>
                  </a:lnTo>
                  <a:lnTo>
                    <a:pt x="90807" y="68458"/>
                  </a:lnTo>
                  <a:lnTo>
                    <a:pt x="90258" y="68223"/>
                  </a:lnTo>
                  <a:lnTo>
                    <a:pt x="89709" y="68066"/>
                  </a:lnTo>
                  <a:lnTo>
                    <a:pt x="89160" y="67988"/>
                  </a:lnTo>
                  <a:close/>
                  <a:moveTo>
                    <a:pt x="89160" y="85553"/>
                  </a:moveTo>
                  <a:lnTo>
                    <a:pt x="89631" y="85631"/>
                  </a:lnTo>
                  <a:lnTo>
                    <a:pt x="90101" y="85788"/>
                  </a:lnTo>
                  <a:lnTo>
                    <a:pt x="90493" y="85945"/>
                  </a:lnTo>
                  <a:lnTo>
                    <a:pt x="90885" y="86259"/>
                  </a:lnTo>
                  <a:lnTo>
                    <a:pt x="91121" y="86651"/>
                  </a:lnTo>
                  <a:lnTo>
                    <a:pt x="91356" y="87043"/>
                  </a:lnTo>
                  <a:lnTo>
                    <a:pt x="91513" y="87513"/>
                  </a:lnTo>
                  <a:lnTo>
                    <a:pt x="91591" y="87984"/>
                  </a:lnTo>
                  <a:lnTo>
                    <a:pt x="91591" y="88690"/>
                  </a:lnTo>
                  <a:lnTo>
                    <a:pt x="91513" y="89160"/>
                  </a:lnTo>
                  <a:lnTo>
                    <a:pt x="91356" y="89631"/>
                  </a:lnTo>
                  <a:lnTo>
                    <a:pt x="91121" y="90023"/>
                  </a:lnTo>
                  <a:lnTo>
                    <a:pt x="90885" y="90415"/>
                  </a:lnTo>
                  <a:lnTo>
                    <a:pt x="90493" y="90729"/>
                  </a:lnTo>
                  <a:lnTo>
                    <a:pt x="90101" y="90885"/>
                  </a:lnTo>
                  <a:lnTo>
                    <a:pt x="89631" y="91042"/>
                  </a:lnTo>
                  <a:lnTo>
                    <a:pt x="89160" y="91121"/>
                  </a:lnTo>
                  <a:lnTo>
                    <a:pt x="2980" y="91121"/>
                  </a:lnTo>
                  <a:lnTo>
                    <a:pt x="2510" y="91042"/>
                  </a:lnTo>
                  <a:lnTo>
                    <a:pt x="2118" y="90885"/>
                  </a:lnTo>
                  <a:lnTo>
                    <a:pt x="1647" y="90729"/>
                  </a:lnTo>
                  <a:lnTo>
                    <a:pt x="1334" y="90415"/>
                  </a:lnTo>
                  <a:lnTo>
                    <a:pt x="1020" y="90023"/>
                  </a:lnTo>
                  <a:lnTo>
                    <a:pt x="785" y="89631"/>
                  </a:lnTo>
                  <a:lnTo>
                    <a:pt x="628" y="89160"/>
                  </a:lnTo>
                  <a:lnTo>
                    <a:pt x="628" y="88690"/>
                  </a:lnTo>
                  <a:lnTo>
                    <a:pt x="628" y="87984"/>
                  </a:lnTo>
                  <a:lnTo>
                    <a:pt x="628" y="87513"/>
                  </a:lnTo>
                  <a:lnTo>
                    <a:pt x="785" y="87043"/>
                  </a:lnTo>
                  <a:lnTo>
                    <a:pt x="1020" y="86651"/>
                  </a:lnTo>
                  <a:lnTo>
                    <a:pt x="1334" y="86259"/>
                  </a:lnTo>
                  <a:lnTo>
                    <a:pt x="1647" y="85945"/>
                  </a:lnTo>
                  <a:lnTo>
                    <a:pt x="2118" y="85788"/>
                  </a:lnTo>
                  <a:lnTo>
                    <a:pt x="2510" y="85631"/>
                  </a:lnTo>
                  <a:lnTo>
                    <a:pt x="2980" y="85553"/>
                  </a:lnTo>
                  <a:close/>
                  <a:moveTo>
                    <a:pt x="2980" y="85004"/>
                  </a:moveTo>
                  <a:lnTo>
                    <a:pt x="2431" y="85083"/>
                  </a:lnTo>
                  <a:lnTo>
                    <a:pt x="1883" y="85239"/>
                  </a:lnTo>
                  <a:lnTo>
                    <a:pt x="1334" y="85475"/>
                  </a:lnTo>
                  <a:lnTo>
                    <a:pt x="942" y="85867"/>
                  </a:lnTo>
                  <a:lnTo>
                    <a:pt x="549" y="86337"/>
                  </a:lnTo>
                  <a:lnTo>
                    <a:pt x="236" y="86808"/>
                  </a:lnTo>
                  <a:lnTo>
                    <a:pt x="79" y="87357"/>
                  </a:lnTo>
                  <a:lnTo>
                    <a:pt x="1" y="87984"/>
                  </a:lnTo>
                  <a:lnTo>
                    <a:pt x="1" y="88690"/>
                  </a:lnTo>
                  <a:lnTo>
                    <a:pt x="79" y="89239"/>
                  </a:lnTo>
                  <a:lnTo>
                    <a:pt x="236" y="89866"/>
                  </a:lnTo>
                  <a:lnTo>
                    <a:pt x="549" y="90336"/>
                  </a:lnTo>
                  <a:lnTo>
                    <a:pt x="942" y="90807"/>
                  </a:lnTo>
                  <a:lnTo>
                    <a:pt x="1334" y="91199"/>
                  </a:lnTo>
                  <a:lnTo>
                    <a:pt x="1883" y="91434"/>
                  </a:lnTo>
                  <a:lnTo>
                    <a:pt x="2431" y="91591"/>
                  </a:lnTo>
                  <a:lnTo>
                    <a:pt x="2980" y="91670"/>
                  </a:lnTo>
                  <a:lnTo>
                    <a:pt x="89160" y="91670"/>
                  </a:lnTo>
                  <a:lnTo>
                    <a:pt x="89709" y="91591"/>
                  </a:lnTo>
                  <a:lnTo>
                    <a:pt x="90258" y="91434"/>
                  </a:lnTo>
                  <a:lnTo>
                    <a:pt x="90807" y="91199"/>
                  </a:lnTo>
                  <a:lnTo>
                    <a:pt x="91277" y="90807"/>
                  </a:lnTo>
                  <a:lnTo>
                    <a:pt x="91591" y="90336"/>
                  </a:lnTo>
                  <a:lnTo>
                    <a:pt x="91905" y="89866"/>
                  </a:lnTo>
                  <a:lnTo>
                    <a:pt x="92062" y="89239"/>
                  </a:lnTo>
                  <a:lnTo>
                    <a:pt x="92140" y="88690"/>
                  </a:lnTo>
                  <a:lnTo>
                    <a:pt x="92140" y="87984"/>
                  </a:lnTo>
                  <a:lnTo>
                    <a:pt x="92062" y="87357"/>
                  </a:lnTo>
                  <a:lnTo>
                    <a:pt x="91905" y="86808"/>
                  </a:lnTo>
                  <a:lnTo>
                    <a:pt x="91591" y="86337"/>
                  </a:lnTo>
                  <a:lnTo>
                    <a:pt x="91277" y="85867"/>
                  </a:lnTo>
                  <a:lnTo>
                    <a:pt x="90807" y="85475"/>
                  </a:lnTo>
                  <a:lnTo>
                    <a:pt x="90258" y="85239"/>
                  </a:lnTo>
                  <a:lnTo>
                    <a:pt x="89709" y="85083"/>
                  </a:lnTo>
                  <a:lnTo>
                    <a:pt x="89160" y="85004"/>
                  </a:lnTo>
                  <a:close/>
                </a:path>
              </a:pathLst>
            </a:custGeom>
            <a:solidFill>
              <a:srgbClr val="D2FF1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1" name="Google Shape;461;p36"/>
            <p:cNvSpPr/>
            <p:nvPr/>
          </p:nvSpPr>
          <p:spPr>
            <a:xfrm>
              <a:off x="4999950" y="1343050"/>
              <a:ext cx="2301550" cy="2291750"/>
            </a:xfrm>
            <a:custGeom>
              <a:avLst/>
              <a:gdLst/>
              <a:ahLst/>
              <a:cxnLst/>
              <a:rect l="l" t="t" r="r" b="b"/>
              <a:pathLst>
                <a:path w="92062" h="91670" extrusionOk="0">
                  <a:moveTo>
                    <a:pt x="1" y="2981"/>
                  </a:moveTo>
                  <a:lnTo>
                    <a:pt x="1" y="2981"/>
                  </a:lnTo>
                  <a:lnTo>
                    <a:pt x="79" y="2432"/>
                  </a:lnTo>
                  <a:lnTo>
                    <a:pt x="236" y="1883"/>
                  </a:lnTo>
                  <a:lnTo>
                    <a:pt x="471" y="1334"/>
                  </a:lnTo>
                  <a:lnTo>
                    <a:pt x="863" y="863"/>
                  </a:lnTo>
                  <a:lnTo>
                    <a:pt x="863" y="863"/>
                  </a:lnTo>
                  <a:lnTo>
                    <a:pt x="1334" y="471"/>
                  </a:lnTo>
                  <a:lnTo>
                    <a:pt x="1804" y="236"/>
                  </a:lnTo>
                  <a:lnTo>
                    <a:pt x="2432" y="79"/>
                  </a:lnTo>
                  <a:lnTo>
                    <a:pt x="2981" y="1"/>
                  </a:lnTo>
                  <a:lnTo>
                    <a:pt x="89082" y="1"/>
                  </a:lnTo>
                  <a:lnTo>
                    <a:pt x="89082" y="1"/>
                  </a:lnTo>
                  <a:lnTo>
                    <a:pt x="89709" y="79"/>
                  </a:lnTo>
                  <a:lnTo>
                    <a:pt x="90258" y="236"/>
                  </a:lnTo>
                  <a:lnTo>
                    <a:pt x="90258" y="236"/>
                  </a:lnTo>
                  <a:lnTo>
                    <a:pt x="90729" y="471"/>
                  </a:lnTo>
                  <a:lnTo>
                    <a:pt x="91199" y="863"/>
                  </a:lnTo>
                  <a:lnTo>
                    <a:pt x="91199" y="863"/>
                  </a:lnTo>
                  <a:lnTo>
                    <a:pt x="91591" y="1334"/>
                  </a:lnTo>
                  <a:lnTo>
                    <a:pt x="91827" y="1883"/>
                  </a:lnTo>
                  <a:lnTo>
                    <a:pt x="91827" y="1883"/>
                  </a:lnTo>
                  <a:lnTo>
                    <a:pt x="92062" y="2432"/>
                  </a:lnTo>
                  <a:lnTo>
                    <a:pt x="92062" y="2981"/>
                  </a:lnTo>
                  <a:lnTo>
                    <a:pt x="92062" y="3686"/>
                  </a:lnTo>
                  <a:lnTo>
                    <a:pt x="92062" y="3686"/>
                  </a:lnTo>
                  <a:lnTo>
                    <a:pt x="92062" y="4314"/>
                  </a:lnTo>
                  <a:lnTo>
                    <a:pt x="91827" y="4863"/>
                  </a:lnTo>
                  <a:lnTo>
                    <a:pt x="91591" y="5333"/>
                  </a:lnTo>
                  <a:lnTo>
                    <a:pt x="91199" y="5804"/>
                  </a:lnTo>
                  <a:lnTo>
                    <a:pt x="91199" y="5804"/>
                  </a:lnTo>
                  <a:lnTo>
                    <a:pt x="90729" y="6196"/>
                  </a:lnTo>
                  <a:lnTo>
                    <a:pt x="90258" y="6431"/>
                  </a:lnTo>
                  <a:lnTo>
                    <a:pt x="89709" y="6588"/>
                  </a:lnTo>
                  <a:lnTo>
                    <a:pt x="89082" y="6666"/>
                  </a:lnTo>
                  <a:lnTo>
                    <a:pt x="2981" y="6666"/>
                  </a:lnTo>
                  <a:lnTo>
                    <a:pt x="2981" y="6666"/>
                  </a:lnTo>
                  <a:lnTo>
                    <a:pt x="2432" y="6588"/>
                  </a:lnTo>
                  <a:lnTo>
                    <a:pt x="1804" y="6431"/>
                  </a:lnTo>
                  <a:lnTo>
                    <a:pt x="1334" y="6196"/>
                  </a:lnTo>
                  <a:lnTo>
                    <a:pt x="863" y="5804"/>
                  </a:lnTo>
                  <a:lnTo>
                    <a:pt x="863" y="5804"/>
                  </a:lnTo>
                  <a:lnTo>
                    <a:pt x="471" y="5333"/>
                  </a:lnTo>
                  <a:lnTo>
                    <a:pt x="236" y="4863"/>
                  </a:lnTo>
                  <a:lnTo>
                    <a:pt x="79" y="4314"/>
                  </a:lnTo>
                  <a:lnTo>
                    <a:pt x="1" y="3686"/>
                  </a:lnTo>
                  <a:lnTo>
                    <a:pt x="1" y="2981"/>
                  </a:lnTo>
                  <a:close/>
                  <a:moveTo>
                    <a:pt x="1" y="20703"/>
                  </a:moveTo>
                  <a:lnTo>
                    <a:pt x="1" y="20703"/>
                  </a:lnTo>
                  <a:lnTo>
                    <a:pt x="79" y="21252"/>
                  </a:lnTo>
                  <a:lnTo>
                    <a:pt x="236" y="21879"/>
                  </a:lnTo>
                  <a:lnTo>
                    <a:pt x="471" y="22349"/>
                  </a:lnTo>
                  <a:lnTo>
                    <a:pt x="863" y="22820"/>
                  </a:lnTo>
                  <a:lnTo>
                    <a:pt x="863" y="22820"/>
                  </a:lnTo>
                  <a:lnTo>
                    <a:pt x="1334" y="23212"/>
                  </a:lnTo>
                  <a:lnTo>
                    <a:pt x="1804" y="23447"/>
                  </a:lnTo>
                  <a:lnTo>
                    <a:pt x="2432" y="23604"/>
                  </a:lnTo>
                  <a:lnTo>
                    <a:pt x="2981" y="23683"/>
                  </a:lnTo>
                  <a:lnTo>
                    <a:pt x="89082" y="23683"/>
                  </a:lnTo>
                  <a:lnTo>
                    <a:pt x="89082" y="23683"/>
                  </a:lnTo>
                  <a:lnTo>
                    <a:pt x="89709" y="23604"/>
                  </a:lnTo>
                  <a:lnTo>
                    <a:pt x="90258" y="23447"/>
                  </a:lnTo>
                  <a:lnTo>
                    <a:pt x="90729" y="23212"/>
                  </a:lnTo>
                  <a:lnTo>
                    <a:pt x="91199" y="22820"/>
                  </a:lnTo>
                  <a:lnTo>
                    <a:pt x="91199" y="22820"/>
                  </a:lnTo>
                  <a:lnTo>
                    <a:pt x="91591" y="22349"/>
                  </a:lnTo>
                  <a:lnTo>
                    <a:pt x="91827" y="21879"/>
                  </a:lnTo>
                  <a:lnTo>
                    <a:pt x="92062" y="21252"/>
                  </a:lnTo>
                  <a:lnTo>
                    <a:pt x="92062" y="20703"/>
                  </a:lnTo>
                  <a:lnTo>
                    <a:pt x="92062" y="19997"/>
                  </a:lnTo>
                  <a:lnTo>
                    <a:pt x="92062" y="19997"/>
                  </a:lnTo>
                  <a:lnTo>
                    <a:pt x="92062" y="19448"/>
                  </a:lnTo>
                  <a:lnTo>
                    <a:pt x="91827" y="18821"/>
                  </a:lnTo>
                  <a:lnTo>
                    <a:pt x="91827" y="18821"/>
                  </a:lnTo>
                  <a:lnTo>
                    <a:pt x="91591" y="18350"/>
                  </a:lnTo>
                  <a:lnTo>
                    <a:pt x="91199" y="17880"/>
                  </a:lnTo>
                  <a:lnTo>
                    <a:pt x="91199" y="17880"/>
                  </a:lnTo>
                  <a:lnTo>
                    <a:pt x="90729" y="17488"/>
                  </a:lnTo>
                  <a:lnTo>
                    <a:pt x="90258" y="17252"/>
                  </a:lnTo>
                  <a:lnTo>
                    <a:pt x="90258" y="17252"/>
                  </a:lnTo>
                  <a:lnTo>
                    <a:pt x="89709" y="17096"/>
                  </a:lnTo>
                  <a:lnTo>
                    <a:pt x="89082" y="17017"/>
                  </a:lnTo>
                  <a:lnTo>
                    <a:pt x="2981" y="17017"/>
                  </a:lnTo>
                  <a:lnTo>
                    <a:pt x="2981" y="17017"/>
                  </a:lnTo>
                  <a:lnTo>
                    <a:pt x="2432" y="17096"/>
                  </a:lnTo>
                  <a:lnTo>
                    <a:pt x="1804" y="17252"/>
                  </a:lnTo>
                  <a:lnTo>
                    <a:pt x="1334" y="17488"/>
                  </a:lnTo>
                  <a:lnTo>
                    <a:pt x="863" y="17880"/>
                  </a:lnTo>
                  <a:lnTo>
                    <a:pt x="863" y="17880"/>
                  </a:lnTo>
                  <a:lnTo>
                    <a:pt x="471" y="18350"/>
                  </a:lnTo>
                  <a:lnTo>
                    <a:pt x="236" y="18821"/>
                  </a:lnTo>
                  <a:lnTo>
                    <a:pt x="79" y="19448"/>
                  </a:lnTo>
                  <a:lnTo>
                    <a:pt x="1" y="19997"/>
                  </a:lnTo>
                  <a:lnTo>
                    <a:pt x="1" y="20703"/>
                  </a:lnTo>
                  <a:close/>
                  <a:moveTo>
                    <a:pt x="1" y="37719"/>
                  </a:moveTo>
                  <a:lnTo>
                    <a:pt x="1" y="37719"/>
                  </a:lnTo>
                  <a:lnTo>
                    <a:pt x="79" y="38268"/>
                  </a:lnTo>
                  <a:lnTo>
                    <a:pt x="236" y="38817"/>
                  </a:lnTo>
                  <a:lnTo>
                    <a:pt x="471" y="39366"/>
                  </a:lnTo>
                  <a:lnTo>
                    <a:pt x="863" y="39836"/>
                  </a:lnTo>
                  <a:lnTo>
                    <a:pt x="863" y="39836"/>
                  </a:lnTo>
                  <a:lnTo>
                    <a:pt x="1334" y="40228"/>
                  </a:lnTo>
                  <a:lnTo>
                    <a:pt x="1804" y="40464"/>
                  </a:lnTo>
                  <a:lnTo>
                    <a:pt x="2432" y="40620"/>
                  </a:lnTo>
                  <a:lnTo>
                    <a:pt x="2981" y="40699"/>
                  </a:lnTo>
                  <a:lnTo>
                    <a:pt x="89082" y="40699"/>
                  </a:lnTo>
                  <a:lnTo>
                    <a:pt x="89082" y="40699"/>
                  </a:lnTo>
                  <a:lnTo>
                    <a:pt x="89709" y="40620"/>
                  </a:lnTo>
                  <a:lnTo>
                    <a:pt x="90258" y="40464"/>
                  </a:lnTo>
                  <a:lnTo>
                    <a:pt x="90729" y="40228"/>
                  </a:lnTo>
                  <a:lnTo>
                    <a:pt x="91199" y="39836"/>
                  </a:lnTo>
                  <a:lnTo>
                    <a:pt x="91199" y="39836"/>
                  </a:lnTo>
                  <a:lnTo>
                    <a:pt x="91591" y="39366"/>
                  </a:lnTo>
                  <a:lnTo>
                    <a:pt x="91827" y="38817"/>
                  </a:lnTo>
                  <a:lnTo>
                    <a:pt x="92062" y="38268"/>
                  </a:lnTo>
                  <a:lnTo>
                    <a:pt x="92062" y="37719"/>
                  </a:lnTo>
                  <a:lnTo>
                    <a:pt x="92062" y="37013"/>
                  </a:lnTo>
                  <a:lnTo>
                    <a:pt x="92062" y="37013"/>
                  </a:lnTo>
                  <a:lnTo>
                    <a:pt x="92062" y="36386"/>
                  </a:lnTo>
                  <a:lnTo>
                    <a:pt x="91827" y="35837"/>
                  </a:lnTo>
                  <a:lnTo>
                    <a:pt x="91591" y="35367"/>
                  </a:lnTo>
                  <a:lnTo>
                    <a:pt x="91199" y="34896"/>
                  </a:lnTo>
                  <a:lnTo>
                    <a:pt x="91199" y="34896"/>
                  </a:lnTo>
                  <a:lnTo>
                    <a:pt x="90729" y="34504"/>
                  </a:lnTo>
                  <a:lnTo>
                    <a:pt x="90258" y="34269"/>
                  </a:lnTo>
                  <a:lnTo>
                    <a:pt x="89709" y="34112"/>
                  </a:lnTo>
                  <a:lnTo>
                    <a:pt x="89082" y="34034"/>
                  </a:lnTo>
                  <a:lnTo>
                    <a:pt x="2981" y="34034"/>
                  </a:lnTo>
                  <a:lnTo>
                    <a:pt x="2981" y="34034"/>
                  </a:lnTo>
                  <a:lnTo>
                    <a:pt x="2432" y="34112"/>
                  </a:lnTo>
                  <a:lnTo>
                    <a:pt x="1804" y="34269"/>
                  </a:lnTo>
                  <a:lnTo>
                    <a:pt x="1334" y="34504"/>
                  </a:lnTo>
                  <a:lnTo>
                    <a:pt x="863" y="34896"/>
                  </a:lnTo>
                  <a:lnTo>
                    <a:pt x="863" y="34896"/>
                  </a:lnTo>
                  <a:lnTo>
                    <a:pt x="471" y="35367"/>
                  </a:lnTo>
                  <a:lnTo>
                    <a:pt x="236" y="35837"/>
                  </a:lnTo>
                  <a:lnTo>
                    <a:pt x="79" y="36386"/>
                  </a:lnTo>
                  <a:lnTo>
                    <a:pt x="1" y="37013"/>
                  </a:lnTo>
                  <a:lnTo>
                    <a:pt x="1" y="37719"/>
                  </a:lnTo>
                  <a:close/>
                  <a:moveTo>
                    <a:pt x="1" y="54735"/>
                  </a:moveTo>
                  <a:lnTo>
                    <a:pt x="1" y="54735"/>
                  </a:lnTo>
                  <a:lnTo>
                    <a:pt x="79" y="55284"/>
                  </a:lnTo>
                  <a:lnTo>
                    <a:pt x="236" y="55833"/>
                  </a:lnTo>
                  <a:lnTo>
                    <a:pt x="471" y="56382"/>
                  </a:lnTo>
                  <a:lnTo>
                    <a:pt x="863" y="56853"/>
                  </a:lnTo>
                  <a:lnTo>
                    <a:pt x="863" y="56853"/>
                  </a:lnTo>
                  <a:lnTo>
                    <a:pt x="1334" y="57166"/>
                  </a:lnTo>
                  <a:lnTo>
                    <a:pt x="1804" y="57480"/>
                  </a:lnTo>
                  <a:lnTo>
                    <a:pt x="2432" y="57637"/>
                  </a:lnTo>
                  <a:lnTo>
                    <a:pt x="2981" y="57715"/>
                  </a:lnTo>
                  <a:lnTo>
                    <a:pt x="89082" y="57715"/>
                  </a:lnTo>
                  <a:lnTo>
                    <a:pt x="89082" y="57715"/>
                  </a:lnTo>
                  <a:lnTo>
                    <a:pt x="89709" y="57637"/>
                  </a:lnTo>
                  <a:lnTo>
                    <a:pt x="90258" y="57480"/>
                  </a:lnTo>
                  <a:lnTo>
                    <a:pt x="90729" y="57166"/>
                  </a:lnTo>
                  <a:lnTo>
                    <a:pt x="91199" y="56853"/>
                  </a:lnTo>
                  <a:lnTo>
                    <a:pt x="91199" y="56853"/>
                  </a:lnTo>
                  <a:lnTo>
                    <a:pt x="91591" y="56382"/>
                  </a:lnTo>
                  <a:lnTo>
                    <a:pt x="91827" y="55833"/>
                  </a:lnTo>
                  <a:lnTo>
                    <a:pt x="92062" y="55284"/>
                  </a:lnTo>
                  <a:lnTo>
                    <a:pt x="92062" y="54735"/>
                  </a:lnTo>
                  <a:lnTo>
                    <a:pt x="92062" y="54030"/>
                  </a:lnTo>
                  <a:lnTo>
                    <a:pt x="92062" y="54030"/>
                  </a:lnTo>
                  <a:lnTo>
                    <a:pt x="92062" y="53402"/>
                  </a:lnTo>
                  <a:lnTo>
                    <a:pt x="91827" y="52853"/>
                  </a:lnTo>
                  <a:lnTo>
                    <a:pt x="91591" y="52383"/>
                  </a:lnTo>
                  <a:lnTo>
                    <a:pt x="91199" y="51912"/>
                  </a:lnTo>
                  <a:lnTo>
                    <a:pt x="91199" y="51912"/>
                  </a:lnTo>
                  <a:lnTo>
                    <a:pt x="90729" y="51520"/>
                  </a:lnTo>
                  <a:lnTo>
                    <a:pt x="90258" y="51285"/>
                  </a:lnTo>
                  <a:lnTo>
                    <a:pt x="89709" y="51050"/>
                  </a:lnTo>
                  <a:lnTo>
                    <a:pt x="89082" y="51050"/>
                  </a:lnTo>
                  <a:lnTo>
                    <a:pt x="2981" y="51050"/>
                  </a:lnTo>
                  <a:lnTo>
                    <a:pt x="2981" y="51050"/>
                  </a:lnTo>
                  <a:lnTo>
                    <a:pt x="2432" y="51050"/>
                  </a:lnTo>
                  <a:lnTo>
                    <a:pt x="1804" y="51285"/>
                  </a:lnTo>
                  <a:lnTo>
                    <a:pt x="1334" y="51520"/>
                  </a:lnTo>
                  <a:lnTo>
                    <a:pt x="863" y="51912"/>
                  </a:lnTo>
                  <a:lnTo>
                    <a:pt x="863" y="51912"/>
                  </a:lnTo>
                  <a:lnTo>
                    <a:pt x="471" y="52383"/>
                  </a:lnTo>
                  <a:lnTo>
                    <a:pt x="236" y="52853"/>
                  </a:lnTo>
                  <a:lnTo>
                    <a:pt x="79" y="53402"/>
                  </a:lnTo>
                  <a:lnTo>
                    <a:pt x="1" y="54030"/>
                  </a:lnTo>
                  <a:lnTo>
                    <a:pt x="1" y="54735"/>
                  </a:lnTo>
                  <a:close/>
                  <a:moveTo>
                    <a:pt x="1" y="71752"/>
                  </a:moveTo>
                  <a:lnTo>
                    <a:pt x="1" y="71752"/>
                  </a:lnTo>
                  <a:lnTo>
                    <a:pt x="79" y="72301"/>
                  </a:lnTo>
                  <a:lnTo>
                    <a:pt x="236" y="72850"/>
                  </a:lnTo>
                  <a:lnTo>
                    <a:pt x="471" y="73399"/>
                  </a:lnTo>
                  <a:lnTo>
                    <a:pt x="863" y="73791"/>
                  </a:lnTo>
                  <a:lnTo>
                    <a:pt x="863" y="73791"/>
                  </a:lnTo>
                  <a:lnTo>
                    <a:pt x="1334" y="74183"/>
                  </a:lnTo>
                  <a:lnTo>
                    <a:pt x="1804" y="74496"/>
                  </a:lnTo>
                  <a:lnTo>
                    <a:pt x="2432" y="74653"/>
                  </a:lnTo>
                  <a:lnTo>
                    <a:pt x="2981" y="74732"/>
                  </a:lnTo>
                  <a:lnTo>
                    <a:pt x="89082" y="74732"/>
                  </a:lnTo>
                  <a:lnTo>
                    <a:pt x="89082" y="74732"/>
                  </a:lnTo>
                  <a:lnTo>
                    <a:pt x="89709" y="74653"/>
                  </a:lnTo>
                  <a:lnTo>
                    <a:pt x="90258" y="74496"/>
                  </a:lnTo>
                  <a:lnTo>
                    <a:pt x="90729" y="74183"/>
                  </a:lnTo>
                  <a:lnTo>
                    <a:pt x="91199" y="73791"/>
                  </a:lnTo>
                  <a:lnTo>
                    <a:pt x="91199" y="73791"/>
                  </a:lnTo>
                  <a:lnTo>
                    <a:pt x="91591" y="73399"/>
                  </a:lnTo>
                  <a:lnTo>
                    <a:pt x="91827" y="72850"/>
                  </a:lnTo>
                  <a:lnTo>
                    <a:pt x="92062" y="72301"/>
                  </a:lnTo>
                  <a:lnTo>
                    <a:pt x="92062" y="71752"/>
                  </a:lnTo>
                  <a:lnTo>
                    <a:pt x="92062" y="71046"/>
                  </a:lnTo>
                  <a:lnTo>
                    <a:pt x="92062" y="71046"/>
                  </a:lnTo>
                  <a:lnTo>
                    <a:pt x="92062" y="70419"/>
                  </a:lnTo>
                  <a:lnTo>
                    <a:pt x="91827" y="69870"/>
                  </a:lnTo>
                  <a:lnTo>
                    <a:pt x="91591" y="69321"/>
                  </a:lnTo>
                  <a:lnTo>
                    <a:pt x="91199" y="68929"/>
                  </a:lnTo>
                  <a:lnTo>
                    <a:pt x="91199" y="68929"/>
                  </a:lnTo>
                  <a:lnTo>
                    <a:pt x="90729" y="68537"/>
                  </a:lnTo>
                  <a:lnTo>
                    <a:pt x="90258" y="68223"/>
                  </a:lnTo>
                  <a:lnTo>
                    <a:pt x="89709" y="68066"/>
                  </a:lnTo>
                  <a:lnTo>
                    <a:pt x="89082" y="68066"/>
                  </a:lnTo>
                  <a:lnTo>
                    <a:pt x="2981" y="68066"/>
                  </a:lnTo>
                  <a:lnTo>
                    <a:pt x="2981" y="68066"/>
                  </a:lnTo>
                  <a:lnTo>
                    <a:pt x="2432" y="68066"/>
                  </a:lnTo>
                  <a:lnTo>
                    <a:pt x="1804" y="68223"/>
                  </a:lnTo>
                  <a:lnTo>
                    <a:pt x="1804" y="68223"/>
                  </a:lnTo>
                  <a:lnTo>
                    <a:pt x="1334" y="68537"/>
                  </a:lnTo>
                  <a:lnTo>
                    <a:pt x="863" y="68929"/>
                  </a:lnTo>
                  <a:lnTo>
                    <a:pt x="863" y="68929"/>
                  </a:lnTo>
                  <a:lnTo>
                    <a:pt x="471" y="69321"/>
                  </a:lnTo>
                  <a:lnTo>
                    <a:pt x="236" y="69870"/>
                  </a:lnTo>
                  <a:lnTo>
                    <a:pt x="236" y="69870"/>
                  </a:lnTo>
                  <a:lnTo>
                    <a:pt x="79" y="70419"/>
                  </a:lnTo>
                  <a:lnTo>
                    <a:pt x="1" y="71046"/>
                  </a:lnTo>
                  <a:lnTo>
                    <a:pt x="1" y="71752"/>
                  </a:lnTo>
                  <a:close/>
                  <a:moveTo>
                    <a:pt x="1" y="88690"/>
                  </a:moveTo>
                  <a:lnTo>
                    <a:pt x="1" y="88690"/>
                  </a:lnTo>
                  <a:lnTo>
                    <a:pt x="79" y="89317"/>
                  </a:lnTo>
                  <a:lnTo>
                    <a:pt x="236" y="89866"/>
                  </a:lnTo>
                  <a:lnTo>
                    <a:pt x="471" y="90415"/>
                  </a:lnTo>
                  <a:lnTo>
                    <a:pt x="863" y="90807"/>
                  </a:lnTo>
                  <a:lnTo>
                    <a:pt x="863" y="90807"/>
                  </a:lnTo>
                  <a:lnTo>
                    <a:pt x="1334" y="91199"/>
                  </a:lnTo>
                  <a:lnTo>
                    <a:pt x="1804" y="91513"/>
                  </a:lnTo>
                  <a:lnTo>
                    <a:pt x="2432" y="91670"/>
                  </a:lnTo>
                  <a:lnTo>
                    <a:pt x="2981" y="91670"/>
                  </a:lnTo>
                  <a:lnTo>
                    <a:pt x="89082" y="91670"/>
                  </a:lnTo>
                  <a:lnTo>
                    <a:pt x="89082" y="91670"/>
                  </a:lnTo>
                  <a:lnTo>
                    <a:pt x="89709" y="91670"/>
                  </a:lnTo>
                  <a:lnTo>
                    <a:pt x="90258" y="91513"/>
                  </a:lnTo>
                  <a:lnTo>
                    <a:pt x="90729" y="91199"/>
                  </a:lnTo>
                  <a:lnTo>
                    <a:pt x="91199" y="90807"/>
                  </a:lnTo>
                  <a:lnTo>
                    <a:pt x="91199" y="90807"/>
                  </a:lnTo>
                  <a:lnTo>
                    <a:pt x="91591" y="90415"/>
                  </a:lnTo>
                  <a:lnTo>
                    <a:pt x="91827" y="89866"/>
                  </a:lnTo>
                  <a:lnTo>
                    <a:pt x="92062" y="89317"/>
                  </a:lnTo>
                  <a:lnTo>
                    <a:pt x="92062" y="88690"/>
                  </a:lnTo>
                  <a:lnTo>
                    <a:pt x="92062" y="87984"/>
                  </a:lnTo>
                  <a:lnTo>
                    <a:pt x="92062" y="87984"/>
                  </a:lnTo>
                  <a:lnTo>
                    <a:pt x="92062" y="87435"/>
                  </a:lnTo>
                  <a:lnTo>
                    <a:pt x="91827" y="86886"/>
                  </a:lnTo>
                  <a:lnTo>
                    <a:pt x="91591" y="86337"/>
                  </a:lnTo>
                  <a:lnTo>
                    <a:pt x="91199" y="85945"/>
                  </a:lnTo>
                  <a:lnTo>
                    <a:pt x="91199" y="85945"/>
                  </a:lnTo>
                  <a:lnTo>
                    <a:pt x="90729" y="85553"/>
                  </a:lnTo>
                  <a:lnTo>
                    <a:pt x="90258" y="85240"/>
                  </a:lnTo>
                  <a:lnTo>
                    <a:pt x="89709" y="85083"/>
                  </a:lnTo>
                  <a:lnTo>
                    <a:pt x="89082" y="85004"/>
                  </a:lnTo>
                  <a:lnTo>
                    <a:pt x="2981" y="85004"/>
                  </a:lnTo>
                  <a:lnTo>
                    <a:pt x="2981" y="85004"/>
                  </a:lnTo>
                  <a:lnTo>
                    <a:pt x="2432" y="85083"/>
                  </a:lnTo>
                  <a:lnTo>
                    <a:pt x="1804" y="85240"/>
                  </a:lnTo>
                  <a:lnTo>
                    <a:pt x="1334" y="85553"/>
                  </a:lnTo>
                  <a:lnTo>
                    <a:pt x="863" y="85945"/>
                  </a:lnTo>
                  <a:lnTo>
                    <a:pt x="863" y="85945"/>
                  </a:lnTo>
                  <a:lnTo>
                    <a:pt x="471" y="86337"/>
                  </a:lnTo>
                  <a:lnTo>
                    <a:pt x="236" y="86886"/>
                  </a:lnTo>
                  <a:lnTo>
                    <a:pt x="79" y="87435"/>
                  </a:lnTo>
                  <a:lnTo>
                    <a:pt x="1" y="87984"/>
                  </a:lnTo>
                  <a:lnTo>
                    <a:pt x="1" y="88690"/>
                  </a:lnTo>
                  <a:close/>
                </a:path>
              </a:pathLst>
            </a:custGeom>
            <a:solidFill>
              <a:srgbClr val="D0B08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62" name="Google Shape;462;p36"/>
          <p:cNvSpPr/>
          <p:nvPr/>
        </p:nvSpPr>
        <p:spPr>
          <a:xfrm>
            <a:off x="3979175" y="1167325"/>
            <a:ext cx="4248600" cy="2824200"/>
          </a:xfrm>
          <a:prstGeom prst="roundRect">
            <a:avLst>
              <a:gd name="adj" fmla="val 10177"/>
            </a:avLst>
          </a:prstGeom>
          <a:solidFill>
            <a:srgbClr val="0072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3" name="Google Shape;463;p36"/>
          <p:cNvSpPr/>
          <p:nvPr/>
        </p:nvSpPr>
        <p:spPr>
          <a:xfrm>
            <a:off x="0" y="-17975"/>
            <a:ext cx="4572000" cy="5161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4" name="Google Shape;464;p36"/>
          <p:cNvSpPr txBox="1">
            <a:spLocks noGrp="1"/>
          </p:cNvSpPr>
          <p:nvPr>
            <p:ph type="title"/>
          </p:nvPr>
        </p:nvSpPr>
        <p:spPr>
          <a:xfrm>
            <a:off x="457200" y="114300"/>
            <a:ext cx="3612900" cy="903300"/>
          </a:xfrm>
          <a:prstGeom prst="rect">
            <a:avLst/>
          </a:prstGeom>
        </p:spPr>
        <p:txBody>
          <a:bodyPr spcFirstLastPara="1" wrap="square" lIns="0" tIns="0" rIns="0" bIns="0" anchor="t" anchorCtr="0">
            <a:normAutofit/>
          </a:bodyPr>
          <a:lstStyle>
            <a:lvl1pPr lvl="0" rtl="0">
              <a:spcBef>
                <a:spcPts val="0"/>
              </a:spcBef>
              <a:spcAft>
                <a:spcPts val="0"/>
              </a:spcAft>
              <a:buSzPts val="34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465" name="Google Shape;465;p36"/>
          <p:cNvSpPr txBox="1">
            <a:spLocks noGrp="1"/>
          </p:cNvSpPr>
          <p:nvPr>
            <p:ph type="subTitle" idx="1"/>
          </p:nvPr>
        </p:nvSpPr>
        <p:spPr>
          <a:xfrm>
            <a:off x="457200" y="1183877"/>
            <a:ext cx="3612900" cy="312900"/>
          </a:xfrm>
          <a:prstGeom prst="rect">
            <a:avLst/>
          </a:prstGeom>
        </p:spPr>
        <p:txBody>
          <a:bodyPr spcFirstLastPara="1" wrap="square" lIns="0" tIns="0" rIns="0" bIns="0" anchor="t" anchorCtr="0">
            <a:normAutofit/>
          </a:bodyPr>
          <a:lstStyle>
            <a:lvl1pPr lvl="0" rtl="0">
              <a:lnSpc>
                <a:spcPct val="100000"/>
              </a:lnSpc>
              <a:spcBef>
                <a:spcPts val="0"/>
              </a:spcBef>
              <a:spcAft>
                <a:spcPts val="0"/>
              </a:spcAft>
              <a:buSzPts val="1600"/>
              <a:buFont typeface="IBM Plex Sans Medium"/>
              <a:buNone/>
              <a:defRPr>
                <a:solidFill>
                  <a:schemeClr val="accent1"/>
                </a:solidFill>
                <a:latin typeface="IBM Plex Sans Medium"/>
                <a:ea typeface="IBM Plex Sans Medium"/>
                <a:cs typeface="IBM Plex Sans Medium"/>
                <a:sym typeface="IBM Plex Sans Medium"/>
              </a:defRPr>
            </a:lvl1pPr>
            <a:lvl2pPr lvl="1" rtl="0">
              <a:lnSpc>
                <a:spcPct val="100000"/>
              </a:lnSpc>
              <a:spcBef>
                <a:spcPts val="0"/>
              </a:spcBef>
              <a:spcAft>
                <a:spcPts val="0"/>
              </a:spcAft>
              <a:buSzPts val="1800"/>
              <a:buFont typeface="IBM Plex Sans Medium"/>
              <a:buNone/>
              <a:defRPr sz="1800">
                <a:solidFill>
                  <a:schemeClr val="accent1"/>
                </a:solidFill>
                <a:latin typeface="IBM Plex Sans Medium"/>
                <a:ea typeface="IBM Plex Sans Medium"/>
                <a:cs typeface="IBM Plex Sans Medium"/>
                <a:sym typeface="IBM Plex Sans Medium"/>
              </a:defRPr>
            </a:lvl2pPr>
            <a:lvl3pPr lvl="2" rtl="0">
              <a:lnSpc>
                <a:spcPct val="100000"/>
              </a:lnSpc>
              <a:spcBef>
                <a:spcPts val="0"/>
              </a:spcBef>
              <a:spcAft>
                <a:spcPts val="0"/>
              </a:spcAft>
              <a:buSzPts val="1800"/>
              <a:buFont typeface="IBM Plex Sans Medium"/>
              <a:buNone/>
              <a:defRPr sz="1800">
                <a:solidFill>
                  <a:schemeClr val="accent1"/>
                </a:solidFill>
                <a:latin typeface="IBM Plex Sans Medium"/>
                <a:ea typeface="IBM Plex Sans Medium"/>
                <a:cs typeface="IBM Plex Sans Medium"/>
                <a:sym typeface="IBM Plex Sans Medium"/>
              </a:defRPr>
            </a:lvl3pPr>
            <a:lvl4pPr lvl="3" rtl="0">
              <a:lnSpc>
                <a:spcPct val="100000"/>
              </a:lnSpc>
              <a:spcBef>
                <a:spcPts val="0"/>
              </a:spcBef>
              <a:spcAft>
                <a:spcPts val="0"/>
              </a:spcAft>
              <a:buSzPts val="1800"/>
              <a:buFont typeface="IBM Plex Sans Medium"/>
              <a:buNone/>
              <a:defRPr sz="1800">
                <a:solidFill>
                  <a:schemeClr val="accent1"/>
                </a:solidFill>
                <a:latin typeface="IBM Plex Sans Medium"/>
                <a:ea typeface="IBM Plex Sans Medium"/>
                <a:cs typeface="IBM Plex Sans Medium"/>
                <a:sym typeface="IBM Plex Sans Medium"/>
              </a:defRPr>
            </a:lvl4pPr>
            <a:lvl5pPr lvl="4" rtl="0">
              <a:lnSpc>
                <a:spcPct val="100000"/>
              </a:lnSpc>
              <a:spcBef>
                <a:spcPts val="0"/>
              </a:spcBef>
              <a:spcAft>
                <a:spcPts val="0"/>
              </a:spcAft>
              <a:buClr>
                <a:schemeClr val="accent1"/>
              </a:buClr>
              <a:buSzPts val="1800"/>
              <a:buFont typeface="IBM Plex Sans Medium"/>
              <a:buNone/>
              <a:defRPr sz="1800">
                <a:solidFill>
                  <a:schemeClr val="accent1"/>
                </a:solidFill>
                <a:latin typeface="IBM Plex Sans Medium"/>
                <a:ea typeface="IBM Plex Sans Medium"/>
                <a:cs typeface="IBM Plex Sans Medium"/>
                <a:sym typeface="IBM Plex Sans Medium"/>
              </a:defRPr>
            </a:lvl5pPr>
            <a:lvl6pPr lvl="5" rtl="0">
              <a:lnSpc>
                <a:spcPct val="100000"/>
              </a:lnSpc>
              <a:spcBef>
                <a:spcPts val="0"/>
              </a:spcBef>
              <a:spcAft>
                <a:spcPts val="0"/>
              </a:spcAft>
              <a:buClr>
                <a:schemeClr val="accent1"/>
              </a:buClr>
              <a:buSzPts val="1800"/>
              <a:buFont typeface="IBM Plex Sans Medium"/>
              <a:buNone/>
              <a:defRPr sz="1800">
                <a:solidFill>
                  <a:schemeClr val="accent1"/>
                </a:solidFill>
                <a:latin typeface="IBM Plex Sans Medium"/>
                <a:ea typeface="IBM Plex Sans Medium"/>
                <a:cs typeface="IBM Plex Sans Medium"/>
                <a:sym typeface="IBM Plex Sans Medium"/>
              </a:defRPr>
            </a:lvl6pPr>
            <a:lvl7pPr lvl="6" rtl="0">
              <a:lnSpc>
                <a:spcPct val="100000"/>
              </a:lnSpc>
              <a:spcBef>
                <a:spcPts val="0"/>
              </a:spcBef>
              <a:spcAft>
                <a:spcPts val="0"/>
              </a:spcAft>
              <a:buClr>
                <a:schemeClr val="accent1"/>
              </a:buClr>
              <a:buSzPts val="1800"/>
              <a:buFont typeface="IBM Plex Sans Medium"/>
              <a:buNone/>
              <a:defRPr sz="1800">
                <a:solidFill>
                  <a:schemeClr val="accent1"/>
                </a:solidFill>
                <a:latin typeface="IBM Plex Sans Medium"/>
                <a:ea typeface="IBM Plex Sans Medium"/>
                <a:cs typeface="IBM Plex Sans Medium"/>
                <a:sym typeface="IBM Plex Sans Medium"/>
              </a:defRPr>
            </a:lvl7pPr>
            <a:lvl8pPr lvl="7" rtl="0">
              <a:lnSpc>
                <a:spcPct val="100000"/>
              </a:lnSpc>
              <a:spcBef>
                <a:spcPts val="0"/>
              </a:spcBef>
              <a:spcAft>
                <a:spcPts val="0"/>
              </a:spcAft>
              <a:buClr>
                <a:schemeClr val="accent1"/>
              </a:buClr>
              <a:buSzPts val="1800"/>
              <a:buFont typeface="IBM Plex Sans Medium"/>
              <a:buNone/>
              <a:defRPr sz="1800">
                <a:solidFill>
                  <a:schemeClr val="accent1"/>
                </a:solidFill>
                <a:latin typeface="IBM Plex Sans Medium"/>
                <a:ea typeface="IBM Plex Sans Medium"/>
                <a:cs typeface="IBM Plex Sans Medium"/>
                <a:sym typeface="IBM Plex Sans Medium"/>
              </a:defRPr>
            </a:lvl8pPr>
            <a:lvl9pPr lvl="8" rtl="0">
              <a:lnSpc>
                <a:spcPct val="100000"/>
              </a:lnSpc>
              <a:spcBef>
                <a:spcPts val="0"/>
              </a:spcBef>
              <a:spcAft>
                <a:spcPts val="0"/>
              </a:spcAft>
              <a:buClr>
                <a:schemeClr val="accent1"/>
              </a:buClr>
              <a:buSzPts val="1800"/>
              <a:buFont typeface="IBM Plex Sans Medium"/>
              <a:buNone/>
              <a:defRPr sz="1800">
                <a:solidFill>
                  <a:schemeClr val="accent1"/>
                </a:solidFill>
                <a:latin typeface="IBM Plex Sans Medium"/>
                <a:ea typeface="IBM Plex Sans Medium"/>
                <a:cs typeface="IBM Plex Sans Medium"/>
                <a:sym typeface="IBM Plex Sans Medium"/>
              </a:defRPr>
            </a:lvl9pPr>
          </a:lstStyle>
          <a:p>
            <a:endParaRPr/>
          </a:p>
        </p:txBody>
      </p:sp>
      <p:sp>
        <p:nvSpPr>
          <p:cNvPr id="466" name="Google Shape;466;p36"/>
          <p:cNvSpPr txBox="1">
            <a:spLocks noGrp="1"/>
          </p:cNvSpPr>
          <p:nvPr>
            <p:ph type="body" idx="2"/>
          </p:nvPr>
        </p:nvSpPr>
        <p:spPr>
          <a:xfrm>
            <a:off x="464326" y="1504916"/>
            <a:ext cx="3612900" cy="831600"/>
          </a:xfrm>
          <a:prstGeom prst="rect">
            <a:avLst/>
          </a:prstGeom>
        </p:spPr>
        <p:txBody>
          <a:bodyPr spcFirstLastPara="1" wrap="square" lIns="0" tIns="0" rIns="0" bIns="0" anchor="t" anchorCtr="0">
            <a:normAutofit/>
          </a:bodyPr>
          <a:lstStyle>
            <a:lvl1pPr marL="457200" lvl="0" indent="-304800" rtl="0">
              <a:spcBef>
                <a:spcPts val="0"/>
              </a:spcBef>
              <a:spcAft>
                <a:spcPts val="0"/>
              </a:spcAft>
              <a:buClr>
                <a:schemeClr val="dk1"/>
              </a:buClr>
              <a:buSzPts val="1200"/>
              <a:buChar char="■"/>
              <a:defRPr sz="1200"/>
            </a:lvl1pPr>
            <a:lvl2pPr marL="914400" lvl="1" indent="-304800" rtl="0">
              <a:spcBef>
                <a:spcPts val="0"/>
              </a:spcBef>
              <a:spcAft>
                <a:spcPts val="0"/>
              </a:spcAft>
              <a:buClr>
                <a:schemeClr val="dk1"/>
              </a:buClr>
              <a:buSzPts val="1200"/>
              <a:buChar char="■"/>
              <a:defRPr sz="1200"/>
            </a:lvl2pPr>
            <a:lvl3pPr marL="1371600" lvl="2" indent="-304800" rtl="0">
              <a:spcBef>
                <a:spcPts val="0"/>
              </a:spcBef>
              <a:spcAft>
                <a:spcPts val="0"/>
              </a:spcAft>
              <a:buClr>
                <a:schemeClr val="dk1"/>
              </a:buClr>
              <a:buSzPts val="1200"/>
              <a:buChar char="■"/>
              <a:defRPr sz="1200"/>
            </a:lvl3pPr>
            <a:lvl4pPr marL="1828800" lvl="3" indent="-304800" rtl="0">
              <a:spcBef>
                <a:spcPts val="0"/>
              </a:spcBef>
              <a:spcAft>
                <a:spcPts val="0"/>
              </a:spcAft>
              <a:buClr>
                <a:schemeClr val="dk1"/>
              </a:buClr>
              <a:buSzPts val="1200"/>
              <a:buChar char="●"/>
              <a:defRPr sz="1200"/>
            </a:lvl4pPr>
            <a:lvl5pPr marL="2286000" lvl="4" indent="-304800" rtl="0">
              <a:spcBef>
                <a:spcPts val="0"/>
              </a:spcBef>
              <a:spcAft>
                <a:spcPts val="0"/>
              </a:spcAft>
              <a:buSzPts val="1200"/>
              <a:buChar char="○"/>
              <a:defRPr sz="1200"/>
            </a:lvl5pPr>
            <a:lvl6pPr marL="2743200" lvl="5" indent="-304800" rtl="0">
              <a:spcBef>
                <a:spcPts val="0"/>
              </a:spcBef>
              <a:spcAft>
                <a:spcPts val="0"/>
              </a:spcAft>
              <a:buSzPts val="1200"/>
              <a:buChar char="■"/>
              <a:defRPr sz="1200"/>
            </a:lvl6pPr>
            <a:lvl7pPr marL="3200400" lvl="6" indent="-304800" rtl="0">
              <a:spcBef>
                <a:spcPts val="0"/>
              </a:spcBef>
              <a:spcAft>
                <a:spcPts val="0"/>
              </a:spcAft>
              <a:buSzPts val="1200"/>
              <a:buChar char="●"/>
              <a:defRPr sz="1200"/>
            </a:lvl7pPr>
            <a:lvl8pPr marL="3657600" lvl="7" indent="-304800" rtl="0">
              <a:spcBef>
                <a:spcPts val="0"/>
              </a:spcBef>
              <a:spcAft>
                <a:spcPts val="0"/>
              </a:spcAft>
              <a:buSzPts val="1200"/>
              <a:buChar char="○"/>
              <a:defRPr sz="1200"/>
            </a:lvl8pPr>
            <a:lvl9pPr marL="4114800" lvl="8" indent="-304800" rtl="0">
              <a:spcBef>
                <a:spcPts val="0"/>
              </a:spcBef>
              <a:spcAft>
                <a:spcPts val="0"/>
              </a:spcAft>
              <a:buSzPts val="1200"/>
              <a:buChar char="■"/>
              <a:defRPr sz="1200"/>
            </a:lvl9pPr>
          </a:lstStyle>
          <a:p>
            <a:endParaRPr/>
          </a:p>
        </p:txBody>
      </p:sp>
      <p:sp>
        <p:nvSpPr>
          <p:cNvPr id="467" name="Google Shape;467;p36"/>
          <p:cNvSpPr txBox="1">
            <a:spLocks noGrp="1"/>
          </p:cNvSpPr>
          <p:nvPr>
            <p:ph type="subTitle" idx="3"/>
          </p:nvPr>
        </p:nvSpPr>
        <p:spPr>
          <a:xfrm>
            <a:off x="457200" y="2422934"/>
            <a:ext cx="3612900" cy="312900"/>
          </a:xfrm>
          <a:prstGeom prst="rect">
            <a:avLst/>
          </a:prstGeom>
        </p:spPr>
        <p:txBody>
          <a:bodyPr spcFirstLastPara="1" wrap="square" lIns="0" tIns="0" rIns="0" bIns="0" anchor="t" anchorCtr="0">
            <a:normAutofit/>
          </a:bodyPr>
          <a:lstStyle>
            <a:lvl1pPr lvl="0" rtl="0">
              <a:lnSpc>
                <a:spcPct val="100000"/>
              </a:lnSpc>
              <a:spcBef>
                <a:spcPts val="0"/>
              </a:spcBef>
              <a:spcAft>
                <a:spcPts val="0"/>
              </a:spcAft>
              <a:buSzPts val="1600"/>
              <a:buFont typeface="IBM Plex Sans Medium"/>
              <a:buNone/>
              <a:defRPr>
                <a:solidFill>
                  <a:schemeClr val="accent1"/>
                </a:solidFill>
                <a:latin typeface="IBM Plex Sans Medium"/>
                <a:ea typeface="IBM Plex Sans Medium"/>
                <a:cs typeface="IBM Plex Sans Medium"/>
                <a:sym typeface="IBM Plex Sans Medium"/>
              </a:defRPr>
            </a:lvl1pPr>
            <a:lvl2pPr lvl="1" rtl="0">
              <a:lnSpc>
                <a:spcPct val="100000"/>
              </a:lnSpc>
              <a:spcBef>
                <a:spcPts val="0"/>
              </a:spcBef>
              <a:spcAft>
                <a:spcPts val="0"/>
              </a:spcAft>
              <a:buSzPts val="1800"/>
              <a:buFont typeface="IBM Plex Sans Medium"/>
              <a:buNone/>
              <a:defRPr sz="1800">
                <a:solidFill>
                  <a:schemeClr val="accent1"/>
                </a:solidFill>
                <a:latin typeface="IBM Plex Sans Medium"/>
                <a:ea typeface="IBM Plex Sans Medium"/>
                <a:cs typeface="IBM Plex Sans Medium"/>
                <a:sym typeface="IBM Plex Sans Medium"/>
              </a:defRPr>
            </a:lvl2pPr>
            <a:lvl3pPr lvl="2" rtl="0">
              <a:lnSpc>
                <a:spcPct val="100000"/>
              </a:lnSpc>
              <a:spcBef>
                <a:spcPts val="0"/>
              </a:spcBef>
              <a:spcAft>
                <a:spcPts val="0"/>
              </a:spcAft>
              <a:buSzPts val="1800"/>
              <a:buFont typeface="IBM Plex Sans Medium"/>
              <a:buNone/>
              <a:defRPr sz="1800">
                <a:solidFill>
                  <a:schemeClr val="accent1"/>
                </a:solidFill>
                <a:latin typeface="IBM Plex Sans Medium"/>
                <a:ea typeface="IBM Plex Sans Medium"/>
                <a:cs typeface="IBM Plex Sans Medium"/>
                <a:sym typeface="IBM Plex Sans Medium"/>
              </a:defRPr>
            </a:lvl3pPr>
            <a:lvl4pPr lvl="3" rtl="0">
              <a:lnSpc>
                <a:spcPct val="100000"/>
              </a:lnSpc>
              <a:spcBef>
                <a:spcPts val="0"/>
              </a:spcBef>
              <a:spcAft>
                <a:spcPts val="0"/>
              </a:spcAft>
              <a:buSzPts val="1800"/>
              <a:buFont typeface="IBM Plex Sans Medium"/>
              <a:buNone/>
              <a:defRPr sz="1800">
                <a:solidFill>
                  <a:schemeClr val="accent1"/>
                </a:solidFill>
                <a:latin typeface="IBM Plex Sans Medium"/>
                <a:ea typeface="IBM Plex Sans Medium"/>
                <a:cs typeface="IBM Plex Sans Medium"/>
                <a:sym typeface="IBM Plex Sans Medium"/>
              </a:defRPr>
            </a:lvl4pPr>
            <a:lvl5pPr lvl="4" rtl="0">
              <a:lnSpc>
                <a:spcPct val="100000"/>
              </a:lnSpc>
              <a:spcBef>
                <a:spcPts val="0"/>
              </a:spcBef>
              <a:spcAft>
                <a:spcPts val="0"/>
              </a:spcAft>
              <a:buClr>
                <a:schemeClr val="accent1"/>
              </a:buClr>
              <a:buSzPts val="1800"/>
              <a:buFont typeface="IBM Plex Sans Medium"/>
              <a:buNone/>
              <a:defRPr sz="1800">
                <a:solidFill>
                  <a:schemeClr val="accent1"/>
                </a:solidFill>
                <a:latin typeface="IBM Plex Sans Medium"/>
                <a:ea typeface="IBM Plex Sans Medium"/>
                <a:cs typeface="IBM Plex Sans Medium"/>
                <a:sym typeface="IBM Plex Sans Medium"/>
              </a:defRPr>
            </a:lvl5pPr>
            <a:lvl6pPr lvl="5" rtl="0">
              <a:lnSpc>
                <a:spcPct val="100000"/>
              </a:lnSpc>
              <a:spcBef>
                <a:spcPts val="0"/>
              </a:spcBef>
              <a:spcAft>
                <a:spcPts val="0"/>
              </a:spcAft>
              <a:buClr>
                <a:schemeClr val="accent1"/>
              </a:buClr>
              <a:buSzPts val="1800"/>
              <a:buFont typeface="IBM Plex Sans Medium"/>
              <a:buNone/>
              <a:defRPr sz="1800">
                <a:solidFill>
                  <a:schemeClr val="accent1"/>
                </a:solidFill>
                <a:latin typeface="IBM Plex Sans Medium"/>
                <a:ea typeface="IBM Plex Sans Medium"/>
                <a:cs typeface="IBM Plex Sans Medium"/>
                <a:sym typeface="IBM Plex Sans Medium"/>
              </a:defRPr>
            </a:lvl6pPr>
            <a:lvl7pPr lvl="6" rtl="0">
              <a:lnSpc>
                <a:spcPct val="100000"/>
              </a:lnSpc>
              <a:spcBef>
                <a:spcPts val="0"/>
              </a:spcBef>
              <a:spcAft>
                <a:spcPts val="0"/>
              </a:spcAft>
              <a:buClr>
                <a:schemeClr val="accent1"/>
              </a:buClr>
              <a:buSzPts val="1800"/>
              <a:buFont typeface="IBM Plex Sans Medium"/>
              <a:buNone/>
              <a:defRPr sz="1800">
                <a:solidFill>
                  <a:schemeClr val="accent1"/>
                </a:solidFill>
                <a:latin typeface="IBM Plex Sans Medium"/>
                <a:ea typeface="IBM Plex Sans Medium"/>
                <a:cs typeface="IBM Plex Sans Medium"/>
                <a:sym typeface="IBM Plex Sans Medium"/>
              </a:defRPr>
            </a:lvl7pPr>
            <a:lvl8pPr lvl="7" rtl="0">
              <a:lnSpc>
                <a:spcPct val="100000"/>
              </a:lnSpc>
              <a:spcBef>
                <a:spcPts val="0"/>
              </a:spcBef>
              <a:spcAft>
                <a:spcPts val="0"/>
              </a:spcAft>
              <a:buClr>
                <a:schemeClr val="accent1"/>
              </a:buClr>
              <a:buSzPts val="1800"/>
              <a:buFont typeface="IBM Plex Sans Medium"/>
              <a:buNone/>
              <a:defRPr sz="1800">
                <a:solidFill>
                  <a:schemeClr val="accent1"/>
                </a:solidFill>
                <a:latin typeface="IBM Plex Sans Medium"/>
                <a:ea typeface="IBM Plex Sans Medium"/>
                <a:cs typeface="IBM Plex Sans Medium"/>
                <a:sym typeface="IBM Plex Sans Medium"/>
              </a:defRPr>
            </a:lvl8pPr>
            <a:lvl9pPr lvl="8" rtl="0">
              <a:lnSpc>
                <a:spcPct val="100000"/>
              </a:lnSpc>
              <a:spcBef>
                <a:spcPts val="0"/>
              </a:spcBef>
              <a:spcAft>
                <a:spcPts val="0"/>
              </a:spcAft>
              <a:buClr>
                <a:schemeClr val="accent1"/>
              </a:buClr>
              <a:buSzPts val="1800"/>
              <a:buFont typeface="IBM Plex Sans Medium"/>
              <a:buNone/>
              <a:defRPr sz="1800">
                <a:solidFill>
                  <a:schemeClr val="accent1"/>
                </a:solidFill>
                <a:latin typeface="IBM Plex Sans Medium"/>
                <a:ea typeface="IBM Plex Sans Medium"/>
                <a:cs typeface="IBM Plex Sans Medium"/>
                <a:sym typeface="IBM Plex Sans Medium"/>
              </a:defRPr>
            </a:lvl9pPr>
          </a:lstStyle>
          <a:p>
            <a:endParaRPr/>
          </a:p>
        </p:txBody>
      </p:sp>
      <p:sp>
        <p:nvSpPr>
          <p:cNvPr id="468" name="Google Shape;468;p36"/>
          <p:cNvSpPr txBox="1">
            <a:spLocks noGrp="1"/>
          </p:cNvSpPr>
          <p:nvPr>
            <p:ph type="body" idx="4"/>
          </p:nvPr>
        </p:nvSpPr>
        <p:spPr>
          <a:xfrm>
            <a:off x="464326" y="2743982"/>
            <a:ext cx="3612900" cy="831600"/>
          </a:xfrm>
          <a:prstGeom prst="rect">
            <a:avLst/>
          </a:prstGeom>
        </p:spPr>
        <p:txBody>
          <a:bodyPr spcFirstLastPara="1" wrap="square" lIns="0" tIns="0" rIns="0" bIns="0" anchor="t" anchorCtr="0">
            <a:normAutofit/>
          </a:bodyPr>
          <a:lstStyle>
            <a:lvl1pPr marL="457200" lvl="0" indent="-304800" rtl="0">
              <a:spcBef>
                <a:spcPts val="0"/>
              </a:spcBef>
              <a:spcAft>
                <a:spcPts val="0"/>
              </a:spcAft>
              <a:buClr>
                <a:schemeClr val="dk1"/>
              </a:buClr>
              <a:buSzPts val="1200"/>
              <a:buChar char="■"/>
              <a:defRPr sz="1200"/>
            </a:lvl1pPr>
            <a:lvl2pPr marL="914400" lvl="1" indent="-304800" rtl="0">
              <a:spcBef>
                <a:spcPts val="0"/>
              </a:spcBef>
              <a:spcAft>
                <a:spcPts val="0"/>
              </a:spcAft>
              <a:buClr>
                <a:schemeClr val="dk1"/>
              </a:buClr>
              <a:buSzPts val="1200"/>
              <a:buChar char="■"/>
              <a:defRPr sz="1200"/>
            </a:lvl2pPr>
            <a:lvl3pPr marL="1371600" lvl="2" indent="-304800" rtl="0">
              <a:spcBef>
                <a:spcPts val="0"/>
              </a:spcBef>
              <a:spcAft>
                <a:spcPts val="0"/>
              </a:spcAft>
              <a:buClr>
                <a:schemeClr val="dk1"/>
              </a:buClr>
              <a:buSzPts val="1200"/>
              <a:buChar char="■"/>
              <a:defRPr sz="1200"/>
            </a:lvl3pPr>
            <a:lvl4pPr marL="1828800" lvl="3" indent="-304800" rtl="0">
              <a:spcBef>
                <a:spcPts val="0"/>
              </a:spcBef>
              <a:spcAft>
                <a:spcPts val="0"/>
              </a:spcAft>
              <a:buClr>
                <a:schemeClr val="dk1"/>
              </a:buClr>
              <a:buSzPts val="1200"/>
              <a:buChar char="●"/>
              <a:defRPr sz="1200"/>
            </a:lvl4pPr>
            <a:lvl5pPr marL="2286000" lvl="4" indent="-304800" rtl="0">
              <a:spcBef>
                <a:spcPts val="0"/>
              </a:spcBef>
              <a:spcAft>
                <a:spcPts val="0"/>
              </a:spcAft>
              <a:buSzPts val="1200"/>
              <a:buChar char="○"/>
              <a:defRPr sz="1200"/>
            </a:lvl5pPr>
            <a:lvl6pPr marL="2743200" lvl="5" indent="-304800" rtl="0">
              <a:spcBef>
                <a:spcPts val="0"/>
              </a:spcBef>
              <a:spcAft>
                <a:spcPts val="0"/>
              </a:spcAft>
              <a:buSzPts val="1200"/>
              <a:buChar char="■"/>
              <a:defRPr sz="1200"/>
            </a:lvl6pPr>
            <a:lvl7pPr marL="3200400" lvl="6" indent="-304800" rtl="0">
              <a:spcBef>
                <a:spcPts val="0"/>
              </a:spcBef>
              <a:spcAft>
                <a:spcPts val="0"/>
              </a:spcAft>
              <a:buSzPts val="1200"/>
              <a:buChar char="●"/>
              <a:defRPr sz="1200"/>
            </a:lvl7pPr>
            <a:lvl8pPr marL="3657600" lvl="7" indent="-304800" rtl="0">
              <a:spcBef>
                <a:spcPts val="0"/>
              </a:spcBef>
              <a:spcAft>
                <a:spcPts val="0"/>
              </a:spcAft>
              <a:buSzPts val="1200"/>
              <a:buChar char="○"/>
              <a:defRPr sz="1200"/>
            </a:lvl8pPr>
            <a:lvl9pPr marL="4114800" lvl="8" indent="-304800" rtl="0">
              <a:spcBef>
                <a:spcPts val="0"/>
              </a:spcBef>
              <a:spcAft>
                <a:spcPts val="0"/>
              </a:spcAft>
              <a:buSzPts val="1200"/>
              <a:buChar char="■"/>
              <a:defRPr sz="1200"/>
            </a:lvl9pPr>
          </a:lstStyle>
          <a:p>
            <a:endParaRPr/>
          </a:p>
        </p:txBody>
      </p:sp>
      <p:sp>
        <p:nvSpPr>
          <p:cNvPr id="469" name="Google Shape;469;p36"/>
          <p:cNvSpPr txBox="1">
            <a:spLocks noGrp="1"/>
          </p:cNvSpPr>
          <p:nvPr>
            <p:ph type="subTitle" idx="5"/>
          </p:nvPr>
        </p:nvSpPr>
        <p:spPr>
          <a:xfrm>
            <a:off x="457200" y="3661991"/>
            <a:ext cx="3612900" cy="312900"/>
          </a:xfrm>
          <a:prstGeom prst="rect">
            <a:avLst/>
          </a:prstGeom>
        </p:spPr>
        <p:txBody>
          <a:bodyPr spcFirstLastPara="1" wrap="square" lIns="0" tIns="0" rIns="0" bIns="0" anchor="t" anchorCtr="0">
            <a:normAutofit/>
          </a:bodyPr>
          <a:lstStyle>
            <a:lvl1pPr lvl="0" rtl="0">
              <a:lnSpc>
                <a:spcPct val="100000"/>
              </a:lnSpc>
              <a:spcBef>
                <a:spcPts val="0"/>
              </a:spcBef>
              <a:spcAft>
                <a:spcPts val="0"/>
              </a:spcAft>
              <a:buSzPts val="1600"/>
              <a:buFont typeface="IBM Plex Sans Medium"/>
              <a:buNone/>
              <a:defRPr>
                <a:solidFill>
                  <a:schemeClr val="accent1"/>
                </a:solidFill>
                <a:latin typeface="IBM Plex Sans Medium"/>
                <a:ea typeface="IBM Plex Sans Medium"/>
                <a:cs typeface="IBM Plex Sans Medium"/>
                <a:sym typeface="IBM Plex Sans Medium"/>
              </a:defRPr>
            </a:lvl1pPr>
            <a:lvl2pPr lvl="1" rtl="0">
              <a:lnSpc>
                <a:spcPct val="100000"/>
              </a:lnSpc>
              <a:spcBef>
                <a:spcPts val="0"/>
              </a:spcBef>
              <a:spcAft>
                <a:spcPts val="0"/>
              </a:spcAft>
              <a:buSzPts val="1800"/>
              <a:buFont typeface="IBM Plex Sans Medium"/>
              <a:buNone/>
              <a:defRPr sz="1800">
                <a:solidFill>
                  <a:schemeClr val="accent1"/>
                </a:solidFill>
                <a:latin typeface="IBM Plex Sans Medium"/>
                <a:ea typeface="IBM Plex Sans Medium"/>
                <a:cs typeface="IBM Plex Sans Medium"/>
                <a:sym typeface="IBM Plex Sans Medium"/>
              </a:defRPr>
            </a:lvl2pPr>
            <a:lvl3pPr lvl="2" rtl="0">
              <a:lnSpc>
                <a:spcPct val="100000"/>
              </a:lnSpc>
              <a:spcBef>
                <a:spcPts val="0"/>
              </a:spcBef>
              <a:spcAft>
                <a:spcPts val="0"/>
              </a:spcAft>
              <a:buSzPts val="1800"/>
              <a:buFont typeface="IBM Plex Sans Medium"/>
              <a:buNone/>
              <a:defRPr sz="1800">
                <a:solidFill>
                  <a:schemeClr val="accent1"/>
                </a:solidFill>
                <a:latin typeface="IBM Plex Sans Medium"/>
                <a:ea typeface="IBM Plex Sans Medium"/>
                <a:cs typeface="IBM Plex Sans Medium"/>
                <a:sym typeface="IBM Plex Sans Medium"/>
              </a:defRPr>
            </a:lvl3pPr>
            <a:lvl4pPr lvl="3" rtl="0">
              <a:lnSpc>
                <a:spcPct val="100000"/>
              </a:lnSpc>
              <a:spcBef>
                <a:spcPts val="0"/>
              </a:spcBef>
              <a:spcAft>
                <a:spcPts val="0"/>
              </a:spcAft>
              <a:buSzPts val="1800"/>
              <a:buFont typeface="IBM Plex Sans Medium"/>
              <a:buNone/>
              <a:defRPr sz="1800">
                <a:solidFill>
                  <a:schemeClr val="accent1"/>
                </a:solidFill>
                <a:latin typeface="IBM Plex Sans Medium"/>
                <a:ea typeface="IBM Plex Sans Medium"/>
                <a:cs typeface="IBM Plex Sans Medium"/>
                <a:sym typeface="IBM Plex Sans Medium"/>
              </a:defRPr>
            </a:lvl4pPr>
            <a:lvl5pPr lvl="4" rtl="0">
              <a:lnSpc>
                <a:spcPct val="100000"/>
              </a:lnSpc>
              <a:spcBef>
                <a:spcPts val="0"/>
              </a:spcBef>
              <a:spcAft>
                <a:spcPts val="0"/>
              </a:spcAft>
              <a:buClr>
                <a:schemeClr val="accent1"/>
              </a:buClr>
              <a:buSzPts val="1800"/>
              <a:buFont typeface="IBM Plex Sans Medium"/>
              <a:buNone/>
              <a:defRPr sz="1800">
                <a:solidFill>
                  <a:schemeClr val="accent1"/>
                </a:solidFill>
                <a:latin typeface="IBM Plex Sans Medium"/>
                <a:ea typeface="IBM Plex Sans Medium"/>
                <a:cs typeface="IBM Plex Sans Medium"/>
                <a:sym typeface="IBM Plex Sans Medium"/>
              </a:defRPr>
            </a:lvl5pPr>
            <a:lvl6pPr lvl="5" rtl="0">
              <a:lnSpc>
                <a:spcPct val="100000"/>
              </a:lnSpc>
              <a:spcBef>
                <a:spcPts val="0"/>
              </a:spcBef>
              <a:spcAft>
                <a:spcPts val="0"/>
              </a:spcAft>
              <a:buClr>
                <a:schemeClr val="accent1"/>
              </a:buClr>
              <a:buSzPts val="1800"/>
              <a:buFont typeface="IBM Plex Sans Medium"/>
              <a:buNone/>
              <a:defRPr sz="1800">
                <a:solidFill>
                  <a:schemeClr val="accent1"/>
                </a:solidFill>
                <a:latin typeface="IBM Plex Sans Medium"/>
                <a:ea typeface="IBM Plex Sans Medium"/>
                <a:cs typeface="IBM Plex Sans Medium"/>
                <a:sym typeface="IBM Plex Sans Medium"/>
              </a:defRPr>
            </a:lvl6pPr>
            <a:lvl7pPr lvl="6" rtl="0">
              <a:lnSpc>
                <a:spcPct val="100000"/>
              </a:lnSpc>
              <a:spcBef>
                <a:spcPts val="0"/>
              </a:spcBef>
              <a:spcAft>
                <a:spcPts val="0"/>
              </a:spcAft>
              <a:buClr>
                <a:schemeClr val="accent1"/>
              </a:buClr>
              <a:buSzPts val="1800"/>
              <a:buFont typeface="IBM Plex Sans Medium"/>
              <a:buNone/>
              <a:defRPr sz="1800">
                <a:solidFill>
                  <a:schemeClr val="accent1"/>
                </a:solidFill>
                <a:latin typeface="IBM Plex Sans Medium"/>
                <a:ea typeface="IBM Plex Sans Medium"/>
                <a:cs typeface="IBM Plex Sans Medium"/>
                <a:sym typeface="IBM Plex Sans Medium"/>
              </a:defRPr>
            </a:lvl7pPr>
            <a:lvl8pPr lvl="7" rtl="0">
              <a:lnSpc>
                <a:spcPct val="100000"/>
              </a:lnSpc>
              <a:spcBef>
                <a:spcPts val="0"/>
              </a:spcBef>
              <a:spcAft>
                <a:spcPts val="0"/>
              </a:spcAft>
              <a:buClr>
                <a:schemeClr val="accent1"/>
              </a:buClr>
              <a:buSzPts val="1800"/>
              <a:buFont typeface="IBM Plex Sans Medium"/>
              <a:buNone/>
              <a:defRPr sz="1800">
                <a:solidFill>
                  <a:schemeClr val="accent1"/>
                </a:solidFill>
                <a:latin typeface="IBM Plex Sans Medium"/>
                <a:ea typeface="IBM Plex Sans Medium"/>
                <a:cs typeface="IBM Plex Sans Medium"/>
                <a:sym typeface="IBM Plex Sans Medium"/>
              </a:defRPr>
            </a:lvl8pPr>
            <a:lvl9pPr lvl="8" rtl="0">
              <a:lnSpc>
                <a:spcPct val="100000"/>
              </a:lnSpc>
              <a:spcBef>
                <a:spcPts val="0"/>
              </a:spcBef>
              <a:spcAft>
                <a:spcPts val="0"/>
              </a:spcAft>
              <a:buClr>
                <a:schemeClr val="accent1"/>
              </a:buClr>
              <a:buSzPts val="1800"/>
              <a:buFont typeface="IBM Plex Sans Medium"/>
              <a:buNone/>
              <a:defRPr sz="1800">
                <a:solidFill>
                  <a:schemeClr val="accent1"/>
                </a:solidFill>
                <a:latin typeface="IBM Plex Sans Medium"/>
                <a:ea typeface="IBM Plex Sans Medium"/>
                <a:cs typeface="IBM Plex Sans Medium"/>
                <a:sym typeface="IBM Plex Sans Medium"/>
              </a:defRPr>
            </a:lvl9pPr>
          </a:lstStyle>
          <a:p>
            <a:endParaRPr/>
          </a:p>
        </p:txBody>
      </p:sp>
      <p:sp>
        <p:nvSpPr>
          <p:cNvPr id="470" name="Google Shape;470;p36"/>
          <p:cNvSpPr txBox="1">
            <a:spLocks noGrp="1"/>
          </p:cNvSpPr>
          <p:nvPr>
            <p:ph type="body" idx="6"/>
          </p:nvPr>
        </p:nvSpPr>
        <p:spPr>
          <a:xfrm>
            <a:off x="464326" y="3983048"/>
            <a:ext cx="3612900" cy="831600"/>
          </a:xfrm>
          <a:prstGeom prst="rect">
            <a:avLst/>
          </a:prstGeom>
        </p:spPr>
        <p:txBody>
          <a:bodyPr spcFirstLastPara="1" wrap="square" lIns="0" tIns="0" rIns="0" bIns="0" anchor="t" anchorCtr="0">
            <a:normAutofit/>
          </a:bodyPr>
          <a:lstStyle>
            <a:lvl1pPr marL="457200" lvl="0" indent="-304800" rtl="0">
              <a:spcBef>
                <a:spcPts val="0"/>
              </a:spcBef>
              <a:spcAft>
                <a:spcPts val="0"/>
              </a:spcAft>
              <a:buClr>
                <a:schemeClr val="dk1"/>
              </a:buClr>
              <a:buSzPts val="1200"/>
              <a:buChar char="■"/>
              <a:defRPr sz="1200"/>
            </a:lvl1pPr>
            <a:lvl2pPr marL="914400" lvl="1" indent="-304800" rtl="0">
              <a:spcBef>
                <a:spcPts val="0"/>
              </a:spcBef>
              <a:spcAft>
                <a:spcPts val="0"/>
              </a:spcAft>
              <a:buClr>
                <a:schemeClr val="dk1"/>
              </a:buClr>
              <a:buSzPts val="1200"/>
              <a:buChar char="■"/>
              <a:defRPr sz="1200"/>
            </a:lvl2pPr>
            <a:lvl3pPr marL="1371600" lvl="2" indent="-304800" rtl="0">
              <a:spcBef>
                <a:spcPts val="0"/>
              </a:spcBef>
              <a:spcAft>
                <a:spcPts val="0"/>
              </a:spcAft>
              <a:buClr>
                <a:schemeClr val="dk1"/>
              </a:buClr>
              <a:buSzPts val="1200"/>
              <a:buChar char="■"/>
              <a:defRPr sz="1200"/>
            </a:lvl3pPr>
            <a:lvl4pPr marL="1828800" lvl="3" indent="-304800" rtl="0">
              <a:spcBef>
                <a:spcPts val="0"/>
              </a:spcBef>
              <a:spcAft>
                <a:spcPts val="0"/>
              </a:spcAft>
              <a:buClr>
                <a:schemeClr val="dk1"/>
              </a:buClr>
              <a:buSzPts val="1200"/>
              <a:buChar char="●"/>
              <a:defRPr sz="1200"/>
            </a:lvl4pPr>
            <a:lvl5pPr marL="2286000" lvl="4" indent="-304800" rtl="0">
              <a:spcBef>
                <a:spcPts val="0"/>
              </a:spcBef>
              <a:spcAft>
                <a:spcPts val="0"/>
              </a:spcAft>
              <a:buSzPts val="1200"/>
              <a:buChar char="○"/>
              <a:defRPr sz="1200"/>
            </a:lvl5pPr>
            <a:lvl6pPr marL="2743200" lvl="5" indent="-304800" rtl="0">
              <a:spcBef>
                <a:spcPts val="0"/>
              </a:spcBef>
              <a:spcAft>
                <a:spcPts val="0"/>
              </a:spcAft>
              <a:buSzPts val="1200"/>
              <a:buChar char="■"/>
              <a:defRPr sz="1200"/>
            </a:lvl6pPr>
            <a:lvl7pPr marL="3200400" lvl="6" indent="-304800" rtl="0">
              <a:spcBef>
                <a:spcPts val="0"/>
              </a:spcBef>
              <a:spcAft>
                <a:spcPts val="0"/>
              </a:spcAft>
              <a:buSzPts val="1200"/>
              <a:buChar char="●"/>
              <a:defRPr sz="1200"/>
            </a:lvl7pPr>
            <a:lvl8pPr marL="3657600" lvl="7" indent="-304800" rtl="0">
              <a:spcBef>
                <a:spcPts val="0"/>
              </a:spcBef>
              <a:spcAft>
                <a:spcPts val="0"/>
              </a:spcAft>
              <a:buSzPts val="1200"/>
              <a:buChar char="○"/>
              <a:defRPr sz="1200"/>
            </a:lvl8pPr>
            <a:lvl9pPr marL="4114800" lvl="8" indent="-304800" rtl="0">
              <a:spcBef>
                <a:spcPts val="0"/>
              </a:spcBef>
              <a:spcAft>
                <a:spcPts val="0"/>
              </a:spcAft>
              <a:buSzPts val="1200"/>
              <a:buChar char="■"/>
              <a:defRPr sz="1200"/>
            </a:lvl9pPr>
          </a:lstStyle>
          <a:p>
            <a:endParaRPr/>
          </a:p>
        </p:txBody>
      </p:sp>
      <p:sp>
        <p:nvSpPr>
          <p:cNvPr id="471" name="Google Shape;471;p36"/>
          <p:cNvSpPr/>
          <p:nvPr/>
        </p:nvSpPr>
        <p:spPr>
          <a:xfrm rot="-2700000">
            <a:off x="4283502" y="2307864"/>
            <a:ext cx="546452" cy="543058"/>
          </a:xfrm>
          <a:prstGeom prst="roundRect">
            <a:avLst>
              <a:gd name="adj" fmla="val 5808"/>
            </a:avLst>
          </a:prstGeom>
          <a:solidFill>
            <a:schemeClr val="lt2"/>
          </a:solidFill>
          <a:ln>
            <a:noFill/>
          </a:ln>
        </p:spPr>
        <p:txBody>
          <a:bodyPr spcFirstLastPara="1" wrap="square" lIns="57150" tIns="57150" rIns="57150" bIns="57150" anchor="ctr" anchorCtr="0">
            <a:noAutofit/>
          </a:bodyPr>
          <a:lstStyle/>
          <a:p>
            <a:pPr marL="0" lvl="0" indent="0" algn="ctr" rtl="0">
              <a:spcBef>
                <a:spcPts val="0"/>
              </a:spcBef>
              <a:spcAft>
                <a:spcPts val="0"/>
              </a:spcAft>
              <a:buNone/>
            </a:pPr>
            <a:endParaRPr sz="800" b="1">
              <a:solidFill>
                <a:srgbClr val="FFFFFF"/>
              </a:solidFill>
              <a:latin typeface="IBM Plex Sans"/>
              <a:ea typeface="IBM Plex Sans"/>
              <a:cs typeface="IBM Plex Sans"/>
              <a:sym typeface="IBM Plex Sans"/>
            </a:endParaRPr>
          </a:p>
        </p:txBody>
      </p:sp>
      <p:sp>
        <p:nvSpPr>
          <p:cNvPr id="472" name="Google Shape;472;p36"/>
          <p:cNvSpPr txBox="1">
            <a:spLocks noGrp="1"/>
          </p:cNvSpPr>
          <p:nvPr>
            <p:ph type="body" idx="7"/>
          </p:nvPr>
        </p:nvSpPr>
        <p:spPr>
          <a:xfrm>
            <a:off x="5201300" y="1724600"/>
            <a:ext cx="2658300" cy="1985100"/>
          </a:xfrm>
          <a:prstGeom prst="rect">
            <a:avLst/>
          </a:prstGeom>
        </p:spPr>
        <p:txBody>
          <a:bodyPr spcFirstLastPara="1" wrap="square" lIns="0" tIns="0" rIns="0" bIns="0" anchor="t" anchorCtr="0">
            <a:normAutofit/>
          </a:bodyPr>
          <a:lstStyle>
            <a:lvl1pPr marL="457200" lvl="0" indent="-330200">
              <a:spcBef>
                <a:spcPts val="0"/>
              </a:spcBef>
              <a:spcAft>
                <a:spcPts val="0"/>
              </a:spcAft>
              <a:buClr>
                <a:schemeClr val="lt1"/>
              </a:buClr>
              <a:buSzPts val="1600"/>
              <a:buFont typeface="IBM Plex Sans Light"/>
              <a:buChar char="■"/>
              <a:defRPr>
                <a:solidFill>
                  <a:schemeClr val="lt1"/>
                </a:solidFill>
                <a:latin typeface="IBM Plex Sans Light"/>
                <a:ea typeface="IBM Plex Sans Light"/>
                <a:cs typeface="IBM Plex Sans Light"/>
                <a:sym typeface="IBM Plex Sans Light"/>
              </a:defRPr>
            </a:lvl1pPr>
            <a:lvl2pPr marL="914400" lvl="1" indent="-342900">
              <a:spcBef>
                <a:spcPts val="0"/>
              </a:spcBef>
              <a:spcAft>
                <a:spcPts val="0"/>
              </a:spcAft>
              <a:buClr>
                <a:schemeClr val="lt1"/>
              </a:buClr>
              <a:buSzPts val="1800"/>
              <a:buFont typeface="IBM Plex Sans Light"/>
              <a:buChar char="■"/>
              <a:defRPr sz="1800">
                <a:solidFill>
                  <a:schemeClr val="lt1"/>
                </a:solidFill>
                <a:latin typeface="IBM Plex Sans Light"/>
                <a:ea typeface="IBM Plex Sans Light"/>
                <a:cs typeface="IBM Plex Sans Light"/>
                <a:sym typeface="IBM Plex Sans Light"/>
              </a:defRPr>
            </a:lvl2pPr>
            <a:lvl3pPr marL="1371600" lvl="2" indent="-342900">
              <a:spcBef>
                <a:spcPts val="0"/>
              </a:spcBef>
              <a:spcAft>
                <a:spcPts val="0"/>
              </a:spcAft>
              <a:buClr>
                <a:schemeClr val="lt1"/>
              </a:buClr>
              <a:buSzPts val="1800"/>
              <a:buFont typeface="IBM Plex Sans Light"/>
              <a:buChar char="■"/>
              <a:defRPr sz="1800">
                <a:solidFill>
                  <a:schemeClr val="lt1"/>
                </a:solidFill>
                <a:latin typeface="IBM Plex Sans Light"/>
                <a:ea typeface="IBM Plex Sans Light"/>
                <a:cs typeface="IBM Plex Sans Light"/>
                <a:sym typeface="IBM Plex Sans Light"/>
              </a:defRPr>
            </a:lvl3pPr>
            <a:lvl4pPr marL="1828800" lvl="3" indent="-342900">
              <a:spcBef>
                <a:spcPts val="0"/>
              </a:spcBef>
              <a:spcAft>
                <a:spcPts val="0"/>
              </a:spcAft>
              <a:buClr>
                <a:schemeClr val="lt1"/>
              </a:buClr>
              <a:buSzPts val="1800"/>
              <a:buFont typeface="IBM Plex Sans Light"/>
              <a:buChar char="●"/>
              <a:defRPr sz="1800">
                <a:solidFill>
                  <a:schemeClr val="lt1"/>
                </a:solidFill>
                <a:latin typeface="IBM Plex Sans Light"/>
                <a:ea typeface="IBM Plex Sans Light"/>
                <a:cs typeface="IBM Plex Sans Light"/>
                <a:sym typeface="IBM Plex Sans Light"/>
              </a:defRPr>
            </a:lvl4pPr>
            <a:lvl5pPr marL="2286000" lvl="4" indent="-342900">
              <a:spcBef>
                <a:spcPts val="0"/>
              </a:spcBef>
              <a:spcAft>
                <a:spcPts val="0"/>
              </a:spcAft>
              <a:buClr>
                <a:schemeClr val="lt1"/>
              </a:buClr>
              <a:buSzPts val="1800"/>
              <a:buFont typeface="IBM Plex Sans Light"/>
              <a:buChar char="○"/>
              <a:defRPr sz="1800">
                <a:solidFill>
                  <a:schemeClr val="lt1"/>
                </a:solidFill>
                <a:latin typeface="IBM Plex Sans Light"/>
                <a:ea typeface="IBM Plex Sans Light"/>
                <a:cs typeface="IBM Plex Sans Light"/>
                <a:sym typeface="IBM Plex Sans Light"/>
              </a:defRPr>
            </a:lvl5pPr>
            <a:lvl6pPr marL="2743200" lvl="5" indent="-342900">
              <a:spcBef>
                <a:spcPts val="0"/>
              </a:spcBef>
              <a:spcAft>
                <a:spcPts val="0"/>
              </a:spcAft>
              <a:buClr>
                <a:schemeClr val="lt1"/>
              </a:buClr>
              <a:buSzPts val="1800"/>
              <a:buFont typeface="IBM Plex Sans Light"/>
              <a:buChar char="■"/>
              <a:defRPr sz="1800">
                <a:solidFill>
                  <a:schemeClr val="lt1"/>
                </a:solidFill>
                <a:latin typeface="IBM Plex Sans Light"/>
                <a:ea typeface="IBM Plex Sans Light"/>
                <a:cs typeface="IBM Plex Sans Light"/>
                <a:sym typeface="IBM Plex Sans Light"/>
              </a:defRPr>
            </a:lvl6pPr>
            <a:lvl7pPr marL="3200400" lvl="6" indent="-342900">
              <a:spcBef>
                <a:spcPts val="0"/>
              </a:spcBef>
              <a:spcAft>
                <a:spcPts val="0"/>
              </a:spcAft>
              <a:buClr>
                <a:schemeClr val="lt1"/>
              </a:buClr>
              <a:buSzPts val="1800"/>
              <a:buFont typeface="IBM Plex Sans Light"/>
              <a:buChar char="●"/>
              <a:defRPr sz="1800">
                <a:solidFill>
                  <a:schemeClr val="lt1"/>
                </a:solidFill>
                <a:latin typeface="IBM Plex Sans Light"/>
                <a:ea typeface="IBM Plex Sans Light"/>
                <a:cs typeface="IBM Plex Sans Light"/>
                <a:sym typeface="IBM Plex Sans Light"/>
              </a:defRPr>
            </a:lvl7pPr>
            <a:lvl8pPr marL="3657600" lvl="7" indent="-342900">
              <a:spcBef>
                <a:spcPts val="0"/>
              </a:spcBef>
              <a:spcAft>
                <a:spcPts val="0"/>
              </a:spcAft>
              <a:buClr>
                <a:schemeClr val="lt1"/>
              </a:buClr>
              <a:buSzPts val="1800"/>
              <a:buFont typeface="IBM Plex Sans Light"/>
              <a:buChar char="○"/>
              <a:defRPr sz="1800">
                <a:solidFill>
                  <a:schemeClr val="lt1"/>
                </a:solidFill>
                <a:latin typeface="IBM Plex Sans Light"/>
                <a:ea typeface="IBM Plex Sans Light"/>
                <a:cs typeface="IBM Plex Sans Light"/>
                <a:sym typeface="IBM Plex Sans Light"/>
              </a:defRPr>
            </a:lvl8pPr>
            <a:lvl9pPr marL="4114800" lvl="8" indent="-342900">
              <a:spcBef>
                <a:spcPts val="0"/>
              </a:spcBef>
              <a:spcAft>
                <a:spcPts val="0"/>
              </a:spcAft>
              <a:buClr>
                <a:schemeClr val="lt1"/>
              </a:buClr>
              <a:buSzPts val="1800"/>
              <a:buFont typeface="IBM Plex Sans Light"/>
              <a:buChar char="■"/>
              <a:defRPr sz="1800">
                <a:solidFill>
                  <a:schemeClr val="lt1"/>
                </a:solidFill>
                <a:latin typeface="IBM Plex Sans Light"/>
                <a:ea typeface="IBM Plex Sans Light"/>
                <a:cs typeface="IBM Plex Sans Light"/>
                <a:sym typeface="IBM Plex Sans Light"/>
              </a:defRPr>
            </a:lvl9pPr>
          </a:lstStyle>
          <a:p>
            <a:endParaRPr/>
          </a:p>
        </p:txBody>
      </p:sp>
      <p:sp>
        <p:nvSpPr>
          <p:cNvPr id="473" name="Google Shape;473;p36"/>
          <p:cNvSpPr txBox="1">
            <a:spLocks noGrp="1"/>
          </p:cNvSpPr>
          <p:nvPr>
            <p:ph type="subTitle" idx="8"/>
          </p:nvPr>
        </p:nvSpPr>
        <p:spPr>
          <a:xfrm>
            <a:off x="5201300" y="4138300"/>
            <a:ext cx="2326500" cy="215400"/>
          </a:xfrm>
          <a:prstGeom prst="rect">
            <a:avLst/>
          </a:prstGeom>
        </p:spPr>
        <p:txBody>
          <a:bodyPr spcFirstLastPara="1" wrap="square" lIns="0" tIns="0" rIns="0" bIns="0" anchor="t" anchorCtr="0">
            <a:normAutofit/>
          </a:bodyPr>
          <a:lstStyle>
            <a:lvl1pPr lvl="0">
              <a:lnSpc>
                <a:spcPct val="100000"/>
              </a:lnSpc>
              <a:spcBef>
                <a:spcPts val="0"/>
              </a:spcBef>
              <a:spcAft>
                <a:spcPts val="0"/>
              </a:spcAft>
              <a:buClr>
                <a:schemeClr val="lt2"/>
              </a:buClr>
              <a:buSzPts val="1400"/>
              <a:buNone/>
              <a:defRPr sz="1400" b="1">
                <a:solidFill>
                  <a:schemeClr val="lt2"/>
                </a:solidFill>
              </a:defRPr>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a:endParaRPr/>
          </a:p>
        </p:txBody>
      </p:sp>
      <p:sp>
        <p:nvSpPr>
          <p:cNvPr id="474" name="Google Shape;474;p36"/>
          <p:cNvSpPr txBox="1">
            <a:spLocks noGrp="1"/>
          </p:cNvSpPr>
          <p:nvPr>
            <p:ph type="subTitle" idx="9"/>
          </p:nvPr>
        </p:nvSpPr>
        <p:spPr>
          <a:xfrm>
            <a:off x="5201300" y="4434700"/>
            <a:ext cx="2326500" cy="215400"/>
          </a:xfrm>
          <a:prstGeom prst="rect">
            <a:avLst/>
          </a:prstGeom>
        </p:spPr>
        <p:txBody>
          <a:bodyPr spcFirstLastPara="1" wrap="square" lIns="0" tIns="0" rIns="0" bIns="0" anchor="t" anchorCtr="0">
            <a:normAutofit/>
          </a:bodyPr>
          <a:lstStyle>
            <a:lvl1pPr lvl="0" rtl="0">
              <a:lnSpc>
                <a:spcPct val="100000"/>
              </a:lnSpc>
              <a:spcBef>
                <a:spcPts val="0"/>
              </a:spcBef>
              <a:spcAft>
                <a:spcPts val="0"/>
              </a:spcAft>
              <a:buClr>
                <a:schemeClr val="lt2"/>
              </a:buClr>
              <a:buSzPts val="1200"/>
              <a:buNone/>
              <a:defRPr sz="1200">
                <a:solidFill>
                  <a:schemeClr val="lt2"/>
                </a:solidFill>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pic>
        <p:nvPicPr>
          <p:cNvPr id="475" name="Google Shape;475;p36"/>
          <p:cNvPicPr preferRelativeResize="0"/>
          <p:nvPr/>
        </p:nvPicPr>
        <p:blipFill>
          <a:blip r:embed="rId2">
            <a:alphaModFix/>
          </a:blip>
          <a:stretch>
            <a:fillRect/>
          </a:stretch>
        </p:blipFill>
        <p:spPr>
          <a:xfrm>
            <a:off x="8544859" y="62003"/>
            <a:ext cx="599140" cy="599141"/>
          </a:xfrm>
          <a:prstGeom prst="rect">
            <a:avLst/>
          </a:prstGeom>
          <a:noFill/>
          <a:ln>
            <a:noFill/>
          </a:ln>
        </p:spPr>
      </p:pic>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matchingName="Quote - 1">
  <p:cSld name="CUSTOM_2">
    <p:spTree>
      <p:nvGrpSpPr>
        <p:cNvPr id="1" name="Shape 476"/>
        <p:cNvGrpSpPr/>
        <p:nvPr/>
      </p:nvGrpSpPr>
      <p:grpSpPr>
        <a:xfrm>
          <a:off x="0" y="0"/>
          <a:ext cx="0" cy="0"/>
          <a:chOff x="0" y="0"/>
          <a:chExt cx="0" cy="0"/>
        </a:xfrm>
      </p:grpSpPr>
      <p:sp>
        <p:nvSpPr>
          <p:cNvPr id="477" name="Google Shape;477;p37"/>
          <p:cNvSpPr/>
          <p:nvPr/>
        </p:nvSpPr>
        <p:spPr>
          <a:xfrm>
            <a:off x="1091700" y="935250"/>
            <a:ext cx="6960600" cy="3273000"/>
          </a:xfrm>
          <a:prstGeom prst="roundRect">
            <a:avLst>
              <a:gd name="adj" fmla="val 12660"/>
            </a:avLst>
          </a:prstGeom>
          <a:solidFill>
            <a:schemeClr val="accent6"/>
          </a:solidFill>
          <a:ln>
            <a:noFill/>
          </a:ln>
        </p:spPr>
        <p:txBody>
          <a:bodyPr spcFirstLastPara="1" wrap="square" lIns="57150" tIns="57150" rIns="57150" bIns="57150" anchor="ctr" anchorCtr="0">
            <a:noAutofit/>
          </a:bodyPr>
          <a:lstStyle/>
          <a:p>
            <a:pPr marL="0" lvl="0" indent="0" algn="ctr" rtl="0">
              <a:spcBef>
                <a:spcPts val="0"/>
              </a:spcBef>
              <a:spcAft>
                <a:spcPts val="0"/>
              </a:spcAft>
              <a:buNone/>
            </a:pPr>
            <a:endParaRPr sz="1000">
              <a:solidFill>
                <a:srgbClr val="000000"/>
              </a:solidFill>
              <a:latin typeface="IBM Plex Sans"/>
              <a:ea typeface="IBM Plex Sans"/>
              <a:cs typeface="IBM Plex Sans"/>
              <a:sym typeface="IBM Plex Sans"/>
            </a:endParaRPr>
          </a:p>
        </p:txBody>
      </p:sp>
      <p:sp>
        <p:nvSpPr>
          <p:cNvPr id="478" name="Google Shape;478;p37"/>
          <p:cNvSpPr txBox="1">
            <a:spLocks noGrp="1"/>
          </p:cNvSpPr>
          <p:nvPr>
            <p:ph type="body" idx="1"/>
          </p:nvPr>
        </p:nvSpPr>
        <p:spPr>
          <a:xfrm>
            <a:off x="1877400" y="1503000"/>
            <a:ext cx="5389200" cy="1907700"/>
          </a:xfrm>
          <a:prstGeom prst="rect">
            <a:avLst/>
          </a:prstGeom>
        </p:spPr>
        <p:txBody>
          <a:bodyPr spcFirstLastPara="1" wrap="square" lIns="0" tIns="0" rIns="0" bIns="0" anchor="t" anchorCtr="0">
            <a:normAutofit/>
          </a:bodyPr>
          <a:lstStyle>
            <a:lvl1pPr marL="457200" lvl="0" indent="-381000" rtl="0">
              <a:spcBef>
                <a:spcPts val="0"/>
              </a:spcBef>
              <a:spcAft>
                <a:spcPts val="0"/>
              </a:spcAft>
              <a:buClr>
                <a:schemeClr val="lt1"/>
              </a:buClr>
              <a:buSzPts val="2400"/>
              <a:buFont typeface="IBM Plex Sans Light"/>
              <a:buChar char="■"/>
              <a:defRPr sz="2400">
                <a:solidFill>
                  <a:schemeClr val="lt1"/>
                </a:solidFill>
                <a:latin typeface="IBM Plex Sans Light"/>
                <a:ea typeface="IBM Plex Sans Light"/>
                <a:cs typeface="IBM Plex Sans Light"/>
                <a:sym typeface="IBM Plex Sans Light"/>
              </a:defRPr>
            </a:lvl1pPr>
            <a:lvl2pPr marL="914400" lvl="1" indent="-342900" rtl="0">
              <a:spcBef>
                <a:spcPts val="0"/>
              </a:spcBef>
              <a:spcAft>
                <a:spcPts val="0"/>
              </a:spcAft>
              <a:buClr>
                <a:schemeClr val="lt1"/>
              </a:buClr>
              <a:buSzPts val="1800"/>
              <a:buFont typeface="IBM Plex Sans Light"/>
              <a:buChar char="■"/>
              <a:defRPr sz="1800">
                <a:solidFill>
                  <a:schemeClr val="lt1"/>
                </a:solidFill>
                <a:latin typeface="IBM Plex Sans Light"/>
                <a:ea typeface="IBM Plex Sans Light"/>
                <a:cs typeface="IBM Plex Sans Light"/>
                <a:sym typeface="IBM Plex Sans Light"/>
              </a:defRPr>
            </a:lvl2pPr>
            <a:lvl3pPr marL="1371600" lvl="2" indent="-342900" rtl="0">
              <a:spcBef>
                <a:spcPts val="0"/>
              </a:spcBef>
              <a:spcAft>
                <a:spcPts val="0"/>
              </a:spcAft>
              <a:buClr>
                <a:schemeClr val="lt1"/>
              </a:buClr>
              <a:buSzPts val="1800"/>
              <a:buFont typeface="IBM Plex Sans Light"/>
              <a:buChar char="■"/>
              <a:defRPr sz="1800">
                <a:solidFill>
                  <a:schemeClr val="lt1"/>
                </a:solidFill>
                <a:latin typeface="IBM Plex Sans Light"/>
                <a:ea typeface="IBM Plex Sans Light"/>
                <a:cs typeface="IBM Plex Sans Light"/>
                <a:sym typeface="IBM Plex Sans Light"/>
              </a:defRPr>
            </a:lvl3pPr>
            <a:lvl4pPr marL="1828800" lvl="3" indent="-342900" rtl="0">
              <a:spcBef>
                <a:spcPts val="0"/>
              </a:spcBef>
              <a:spcAft>
                <a:spcPts val="0"/>
              </a:spcAft>
              <a:buClr>
                <a:schemeClr val="lt1"/>
              </a:buClr>
              <a:buSzPts val="1800"/>
              <a:buFont typeface="IBM Plex Sans Light"/>
              <a:buChar char="●"/>
              <a:defRPr sz="1800">
                <a:solidFill>
                  <a:schemeClr val="lt1"/>
                </a:solidFill>
                <a:latin typeface="IBM Plex Sans Light"/>
                <a:ea typeface="IBM Plex Sans Light"/>
                <a:cs typeface="IBM Plex Sans Light"/>
                <a:sym typeface="IBM Plex Sans Light"/>
              </a:defRPr>
            </a:lvl4pPr>
            <a:lvl5pPr marL="2286000" lvl="4" indent="-342900" rtl="0">
              <a:spcBef>
                <a:spcPts val="0"/>
              </a:spcBef>
              <a:spcAft>
                <a:spcPts val="0"/>
              </a:spcAft>
              <a:buClr>
                <a:schemeClr val="lt1"/>
              </a:buClr>
              <a:buSzPts val="1800"/>
              <a:buFont typeface="IBM Plex Sans Light"/>
              <a:buChar char="○"/>
              <a:defRPr sz="1800">
                <a:solidFill>
                  <a:schemeClr val="lt1"/>
                </a:solidFill>
                <a:latin typeface="IBM Plex Sans Light"/>
                <a:ea typeface="IBM Plex Sans Light"/>
                <a:cs typeface="IBM Plex Sans Light"/>
                <a:sym typeface="IBM Plex Sans Light"/>
              </a:defRPr>
            </a:lvl5pPr>
            <a:lvl6pPr marL="2743200" lvl="5" indent="-342900" rtl="0">
              <a:spcBef>
                <a:spcPts val="0"/>
              </a:spcBef>
              <a:spcAft>
                <a:spcPts val="0"/>
              </a:spcAft>
              <a:buClr>
                <a:schemeClr val="lt1"/>
              </a:buClr>
              <a:buSzPts val="1800"/>
              <a:buFont typeface="IBM Plex Sans Light"/>
              <a:buChar char="■"/>
              <a:defRPr sz="1800">
                <a:solidFill>
                  <a:schemeClr val="lt1"/>
                </a:solidFill>
                <a:latin typeface="IBM Plex Sans Light"/>
                <a:ea typeface="IBM Plex Sans Light"/>
                <a:cs typeface="IBM Plex Sans Light"/>
                <a:sym typeface="IBM Plex Sans Light"/>
              </a:defRPr>
            </a:lvl6pPr>
            <a:lvl7pPr marL="3200400" lvl="6" indent="-342900" rtl="0">
              <a:spcBef>
                <a:spcPts val="0"/>
              </a:spcBef>
              <a:spcAft>
                <a:spcPts val="0"/>
              </a:spcAft>
              <a:buClr>
                <a:schemeClr val="lt1"/>
              </a:buClr>
              <a:buSzPts val="1800"/>
              <a:buFont typeface="IBM Plex Sans Light"/>
              <a:buChar char="●"/>
              <a:defRPr sz="1800">
                <a:solidFill>
                  <a:schemeClr val="lt1"/>
                </a:solidFill>
                <a:latin typeface="IBM Plex Sans Light"/>
                <a:ea typeface="IBM Plex Sans Light"/>
                <a:cs typeface="IBM Plex Sans Light"/>
                <a:sym typeface="IBM Plex Sans Light"/>
              </a:defRPr>
            </a:lvl7pPr>
            <a:lvl8pPr marL="3657600" lvl="7" indent="-342900" rtl="0">
              <a:spcBef>
                <a:spcPts val="0"/>
              </a:spcBef>
              <a:spcAft>
                <a:spcPts val="0"/>
              </a:spcAft>
              <a:buClr>
                <a:schemeClr val="lt1"/>
              </a:buClr>
              <a:buSzPts val="1800"/>
              <a:buFont typeface="IBM Plex Sans Light"/>
              <a:buChar char="○"/>
              <a:defRPr sz="1800">
                <a:solidFill>
                  <a:schemeClr val="lt1"/>
                </a:solidFill>
                <a:latin typeface="IBM Plex Sans Light"/>
                <a:ea typeface="IBM Plex Sans Light"/>
                <a:cs typeface="IBM Plex Sans Light"/>
                <a:sym typeface="IBM Plex Sans Light"/>
              </a:defRPr>
            </a:lvl8pPr>
            <a:lvl9pPr marL="4114800" lvl="8" indent="-342900" rtl="0">
              <a:spcBef>
                <a:spcPts val="0"/>
              </a:spcBef>
              <a:spcAft>
                <a:spcPts val="0"/>
              </a:spcAft>
              <a:buClr>
                <a:schemeClr val="lt1"/>
              </a:buClr>
              <a:buSzPts val="1800"/>
              <a:buFont typeface="IBM Plex Sans Light"/>
              <a:buChar char="■"/>
              <a:defRPr sz="1800">
                <a:solidFill>
                  <a:schemeClr val="lt1"/>
                </a:solidFill>
                <a:latin typeface="IBM Plex Sans Light"/>
                <a:ea typeface="IBM Plex Sans Light"/>
                <a:cs typeface="IBM Plex Sans Light"/>
                <a:sym typeface="IBM Plex Sans Light"/>
              </a:defRPr>
            </a:lvl9pPr>
          </a:lstStyle>
          <a:p>
            <a:endParaRPr/>
          </a:p>
        </p:txBody>
      </p:sp>
      <p:sp>
        <p:nvSpPr>
          <p:cNvPr id="479" name="Google Shape;479;p37"/>
          <p:cNvSpPr txBox="1">
            <a:spLocks noGrp="1"/>
          </p:cNvSpPr>
          <p:nvPr>
            <p:ph type="subTitle" idx="2"/>
          </p:nvPr>
        </p:nvSpPr>
        <p:spPr>
          <a:xfrm>
            <a:off x="4394950" y="3448481"/>
            <a:ext cx="3368400" cy="215400"/>
          </a:xfrm>
          <a:prstGeom prst="rect">
            <a:avLst/>
          </a:prstGeom>
        </p:spPr>
        <p:txBody>
          <a:bodyPr spcFirstLastPara="1" wrap="square" lIns="0" tIns="0" rIns="0" bIns="0" anchor="t" anchorCtr="0">
            <a:normAutofit/>
          </a:bodyPr>
          <a:lstStyle>
            <a:lvl1pPr lvl="0" algn="r" rtl="0">
              <a:lnSpc>
                <a:spcPct val="100000"/>
              </a:lnSpc>
              <a:spcBef>
                <a:spcPts val="0"/>
              </a:spcBef>
              <a:spcAft>
                <a:spcPts val="0"/>
              </a:spcAft>
              <a:buClr>
                <a:schemeClr val="lt2"/>
              </a:buClr>
              <a:buSzPts val="1400"/>
              <a:buNone/>
              <a:defRPr sz="1400" b="1">
                <a:solidFill>
                  <a:schemeClr val="lt2"/>
                </a:solidFill>
              </a:defRPr>
            </a:lvl1pPr>
            <a:lvl2pPr lvl="1" algn="r" rtl="0">
              <a:lnSpc>
                <a:spcPct val="100000"/>
              </a:lnSpc>
              <a:spcBef>
                <a:spcPts val="0"/>
              </a:spcBef>
              <a:spcAft>
                <a:spcPts val="0"/>
              </a:spcAft>
              <a:buSzPts val="1400"/>
              <a:buNone/>
              <a:defRPr/>
            </a:lvl2pPr>
            <a:lvl3pPr lvl="2" algn="r" rtl="0">
              <a:lnSpc>
                <a:spcPct val="100000"/>
              </a:lnSpc>
              <a:spcBef>
                <a:spcPts val="0"/>
              </a:spcBef>
              <a:spcAft>
                <a:spcPts val="0"/>
              </a:spcAft>
              <a:buSzPts val="1400"/>
              <a:buNone/>
              <a:defRPr/>
            </a:lvl3pPr>
            <a:lvl4pPr lvl="3" algn="r" rtl="0">
              <a:lnSpc>
                <a:spcPct val="100000"/>
              </a:lnSpc>
              <a:spcBef>
                <a:spcPts val="0"/>
              </a:spcBef>
              <a:spcAft>
                <a:spcPts val="0"/>
              </a:spcAft>
              <a:buSzPts val="1400"/>
              <a:buNone/>
              <a:defRPr/>
            </a:lvl4pPr>
            <a:lvl5pPr lvl="4" algn="r" rtl="0">
              <a:lnSpc>
                <a:spcPct val="100000"/>
              </a:lnSpc>
              <a:spcBef>
                <a:spcPts val="0"/>
              </a:spcBef>
              <a:spcAft>
                <a:spcPts val="0"/>
              </a:spcAft>
              <a:buSzPts val="1400"/>
              <a:buNone/>
              <a:defRPr/>
            </a:lvl5pPr>
            <a:lvl6pPr lvl="5" algn="r" rtl="0">
              <a:lnSpc>
                <a:spcPct val="100000"/>
              </a:lnSpc>
              <a:spcBef>
                <a:spcPts val="0"/>
              </a:spcBef>
              <a:spcAft>
                <a:spcPts val="0"/>
              </a:spcAft>
              <a:buSzPts val="1400"/>
              <a:buNone/>
              <a:defRPr/>
            </a:lvl6pPr>
            <a:lvl7pPr lvl="6" algn="r" rtl="0">
              <a:lnSpc>
                <a:spcPct val="100000"/>
              </a:lnSpc>
              <a:spcBef>
                <a:spcPts val="0"/>
              </a:spcBef>
              <a:spcAft>
                <a:spcPts val="0"/>
              </a:spcAft>
              <a:buSzPts val="1400"/>
              <a:buNone/>
              <a:defRPr/>
            </a:lvl7pPr>
            <a:lvl8pPr lvl="7" algn="r" rtl="0">
              <a:lnSpc>
                <a:spcPct val="100000"/>
              </a:lnSpc>
              <a:spcBef>
                <a:spcPts val="0"/>
              </a:spcBef>
              <a:spcAft>
                <a:spcPts val="0"/>
              </a:spcAft>
              <a:buSzPts val="1400"/>
              <a:buNone/>
              <a:defRPr/>
            </a:lvl8pPr>
            <a:lvl9pPr lvl="8" algn="r" rtl="0">
              <a:lnSpc>
                <a:spcPct val="100000"/>
              </a:lnSpc>
              <a:spcBef>
                <a:spcPts val="0"/>
              </a:spcBef>
              <a:spcAft>
                <a:spcPts val="0"/>
              </a:spcAft>
              <a:buSzPts val="1400"/>
              <a:buNone/>
              <a:defRPr/>
            </a:lvl9pPr>
          </a:lstStyle>
          <a:p>
            <a:endParaRPr/>
          </a:p>
        </p:txBody>
      </p:sp>
      <p:sp>
        <p:nvSpPr>
          <p:cNvPr id="480" name="Google Shape;480;p37"/>
          <p:cNvSpPr txBox="1">
            <a:spLocks noGrp="1"/>
          </p:cNvSpPr>
          <p:nvPr>
            <p:ph type="subTitle" idx="3"/>
          </p:nvPr>
        </p:nvSpPr>
        <p:spPr>
          <a:xfrm>
            <a:off x="4394950" y="3706950"/>
            <a:ext cx="3368400" cy="215400"/>
          </a:xfrm>
          <a:prstGeom prst="rect">
            <a:avLst/>
          </a:prstGeom>
        </p:spPr>
        <p:txBody>
          <a:bodyPr spcFirstLastPara="1" wrap="square" lIns="0" tIns="0" rIns="0" bIns="0" anchor="t" anchorCtr="0">
            <a:normAutofit/>
          </a:bodyPr>
          <a:lstStyle>
            <a:lvl1pPr lvl="0" algn="r" rtl="0">
              <a:lnSpc>
                <a:spcPct val="100000"/>
              </a:lnSpc>
              <a:spcBef>
                <a:spcPts val="0"/>
              </a:spcBef>
              <a:spcAft>
                <a:spcPts val="0"/>
              </a:spcAft>
              <a:buClr>
                <a:schemeClr val="lt2"/>
              </a:buClr>
              <a:buSzPts val="1200"/>
              <a:buNone/>
              <a:defRPr sz="1200">
                <a:solidFill>
                  <a:schemeClr val="lt2"/>
                </a:solidFill>
              </a:defRPr>
            </a:lvl1pPr>
            <a:lvl2pPr lvl="1" algn="r" rtl="0">
              <a:lnSpc>
                <a:spcPct val="100000"/>
              </a:lnSpc>
              <a:spcBef>
                <a:spcPts val="0"/>
              </a:spcBef>
              <a:spcAft>
                <a:spcPts val="0"/>
              </a:spcAft>
              <a:buSzPts val="1400"/>
              <a:buNone/>
              <a:defRPr/>
            </a:lvl2pPr>
            <a:lvl3pPr lvl="2" algn="r" rtl="0">
              <a:lnSpc>
                <a:spcPct val="100000"/>
              </a:lnSpc>
              <a:spcBef>
                <a:spcPts val="0"/>
              </a:spcBef>
              <a:spcAft>
                <a:spcPts val="0"/>
              </a:spcAft>
              <a:buSzPts val="1400"/>
              <a:buNone/>
              <a:defRPr/>
            </a:lvl3pPr>
            <a:lvl4pPr lvl="3" algn="r" rtl="0">
              <a:lnSpc>
                <a:spcPct val="100000"/>
              </a:lnSpc>
              <a:spcBef>
                <a:spcPts val="0"/>
              </a:spcBef>
              <a:spcAft>
                <a:spcPts val="0"/>
              </a:spcAft>
              <a:buSzPts val="1400"/>
              <a:buNone/>
              <a:defRPr/>
            </a:lvl4pPr>
            <a:lvl5pPr lvl="4" algn="r" rtl="0">
              <a:lnSpc>
                <a:spcPct val="100000"/>
              </a:lnSpc>
              <a:spcBef>
                <a:spcPts val="0"/>
              </a:spcBef>
              <a:spcAft>
                <a:spcPts val="0"/>
              </a:spcAft>
              <a:buSzPts val="1400"/>
              <a:buNone/>
              <a:defRPr/>
            </a:lvl5pPr>
            <a:lvl6pPr lvl="5" algn="r" rtl="0">
              <a:lnSpc>
                <a:spcPct val="100000"/>
              </a:lnSpc>
              <a:spcBef>
                <a:spcPts val="0"/>
              </a:spcBef>
              <a:spcAft>
                <a:spcPts val="0"/>
              </a:spcAft>
              <a:buSzPts val="1400"/>
              <a:buNone/>
              <a:defRPr/>
            </a:lvl6pPr>
            <a:lvl7pPr lvl="6" algn="r" rtl="0">
              <a:lnSpc>
                <a:spcPct val="100000"/>
              </a:lnSpc>
              <a:spcBef>
                <a:spcPts val="0"/>
              </a:spcBef>
              <a:spcAft>
                <a:spcPts val="0"/>
              </a:spcAft>
              <a:buSzPts val="1400"/>
              <a:buNone/>
              <a:defRPr/>
            </a:lvl7pPr>
            <a:lvl8pPr lvl="7" algn="r" rtl="0">
              <a:lnSpc>
                <a:spcPct val="100000"/>
              </a:lnSpc>
              <a:spcBef>
                <a:spcPts val="0"/>
              </a:spcBef>
              <a:spcAft>
                <a:spcPts val="0"/>
              </a:spcAft>
              <a:buSzPts val="1400"/>
              <a:buNone/>
              <a:defRPr/>
            </a:lvl8pPr>
            <a:lvl9pPr lvl="8" algn="r" rtl="0">
              <a:lnSpc>
                <a:spcPct val="100000"/>
              </a:lnSpc>
              <a:spcBef>
                <a:spcPts val="0"/>
              </a:spcBef>
              <a:spcAft>
                <a:spcPts val="0"/>
              </a:spcAft>
              <a:buSzPts val="1400"/>
              <a:buNone/>
              <a:defRPr/>
            </a:lvl9pPr>
          </a:lstStyle>
          <a:p>
            <a:endParaRPr/>
          </a:p>
        </p:txBody>
      </p:sp>
      <p:grpSp>
        <p:nvGrpSpPr>
          <p:cNvPr id="481" name="Google Shape;481;p37"/>
          <p:cNvGrpSpPr/>
          <p:nvPr/>
        </p:nvGrpSpPr>
        <p:grpSpPr>
          <a:xfrm>
            <a:off x="503147" y="3448466"/>
            <a:ext cx="961141" cy="957298"/>
            <a:chOff x="3000325" y="3156400"/>
            <a:chExt cx="881054" cy="877530"/>
          </a:xfrm>
        </p:grpSpPr>
        <p:sp>
          <p:nvSpPr>
            <p:cNvPr id="482" name="Google Shape;482;p37"/>
            <p:cNvSpPr/>
            <p:nvPr/>
          </p:nvSpPr>
          <p:spPr>
            <a:xfrm>
              <a:off x="3791679" y="3550315"/>
              <a:ext cx="89700" cy="897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3" name="Google Shape;483;p37"/>
            <p:cNvSpPr/>
            <p:nvPr/>
          </p:nvSpPr>
          <p:spPr>
            <a:xfrm>
              <a:off x="3791679" y="3353358"/>
              <a:ext cx="89700" cy="897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4" name="Google Shape;484;p37"/>
            <p:cNvSpPr/>
            <p:nvPr/>
          </p:nvSpPr>
          <p:spPr>
            <a:xfrm>
              <a:off x="3791679" y="3156400"/>
              <a:ext cx="89700" cy="897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5" name="Google Shape;485;p37"/>
            <p:cNvSpPr/>
            <p:nvPr/>
          </p:nvSpPr>
          <p:spPr>
            <a:xfrm>
              <a:off x="3791679" y="3747273"/>
              <a:ext cx="89700" cy="897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6" name="Google Shape;486;p37"/>
            <p:cNvSpPr/>
            <p:nvPr/>
          </p:nvSpPr>
          <p:spPr>
            <a:xfrm>
              <a:off x="3791679" y="3944230"/>
              <a:ext cx="89700" cy="897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7" name="Google Shape;487;p37"/>
            <p:cNvSpPr/>
            <p:nvPr/>
          </p:nvSpPr>
          <p:spPr>
            <a:xfrm>
              <a:off x="3000325" y="3550315"/>
              <a:ext cx="89700" cy="897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8" name="Google Shape;488;p37"/>
            <p:cNvSpPr/>
            <p:nvPr/>
          </p:nvSpPr>
          <p:spPr>
            <a:xfrm>
              <a:off x="3000325" y="3353358"/>
              <a:ext cx="89700" cy="897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9" name="Google Shape;489;p37"/>
            <p:cNvSpPr/>
            <p:nvPr/>
          </p:nvSpPr>
          <p:spPr>
            <a:xfrm>
              <a:off x="3000325" y="3156400"/>
              <a:ext cx="89700" cy="897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0" name="Google Shape;490;p37"/>
            <p:cNvSpPr/>
            <p:nvPr/>
          </p:nvSpPr>
          <p:spPr>
            <a:xfrm>
              <a:off x="3000325" y="3747273"/>
              <a:ext cx="89700" cy="897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1" name="Google Shape;491;p37"/>
            <p:cNvSpPr/>
            <p:nvPr/>
          </p:nvSpPr>
          <p:spPr>
            <a:xfrm>
              <a:off x="3000325" y="3944230"/>
              <a:ext cx="89700" cy="897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2" name="Google Shape;492;p37"/>
            <p:cNvSpPr/>
            <p:nvPr/>
          </p:nvSpPr>
          <p:spPr>
            <a:xfrm>
              <a:off x="3198163" y="3550315"/>
              <a:ext cx="89700" cy="897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3" name="Google Shape;493;p37"/>
            <p:cNvSpPr/>
            <p:nvPr/>
          </p:nvSpPr>
          <p:spPr>
            <a:xfrm>
              <a:off x="3198163" y="3353358"/>
              <a:ext cx="89700" cy="897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4" name="Google Shape;494;p37"/>
            <p:cNvSpPr/>
            <p:nvPr/>
          </p:nvSpPr>
          <p:spPr>
            <a:xfrm>
              <a:off x="3198163" y="3156400"/>
              <a:ext cx="89700" cy="897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5" name="Google Shape;495;p37"/>
            <p:cNvSpPr/>
            <p:nvPr/>
          </p:nvSpPr>
          <p:spPr>
            <a:xfrm>
              <a:off x="3198163" y="3747273"/>
              <a:ext cx="89700" cy="897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6" name="Google Shape;496;p37"/>
            <p:cNvSpPr/>
            <p:nvPr/>
          </p:nvSpPr>
          <p:spPr>
            <a:xfrm>
              <a:off x="3198163" y="3944230"/>
              <a:ext cx="89700" cy="897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7" name="Google Shape;497;p37"/>
            <p:cNvSpPr/>
            <p:nvPr/>
          </p:nvSpPr>
          <p:spPr>
            <a:xfrm>
              <a:off x="3396002" y="3550315"/>
              <a:ext cx="89700" cy="897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8" name="Google Shape;498;p37"/>
            <p:cNvSpPr/>
            <p:nvPr/>
          </p:nvSpPr>
          <p:spPr>
            <a:xfrm>
              <a:off x="3396002" y="3353358"/>
              <a:ext cx="89700" cy="897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9" name="Google Shape;499;p37"/>
            <p:cNvSpPr/>
            <p:nvPr/>
          </p:nvSpPr>
          <p:spPr>
            <a:xfrm>
              <a:off x="3396002" y="3156400"/>
              <a:ext cx="89700" cy="897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0" name="Google Shape;500;p37"/>
            <p:cNvSpPr/>
            <p:nvPr/>
          </p:nvSpPr>
          <p:spPr>
            <a:xfrm>
              <a:off x="3396002" y="3747273"/>
              <a:ext cx="89700" cy="897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1" name="Google Shape;501;p37"/>
            <p:cNvSpPr/>
            <p:nvPr/>
          </p:nvSpPr>
          <p:spPr>
            <a:xfrm>
              <a:off x="3396002" y="3944230"/>
              <a:ext cx="89700" cy="897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2" name="Google Shape;502;p37"/>
            <p:cNvSpPr/>
            <p:nvPr/>
          </p:nvSpPr>
          <p:spPr>
            <a:xfrm>
              <a:off x="3593840" y="3550315"/>
              <a:ext cx="89700" cy="897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3" name="Google Shape;503;p37"/>
            <p:cNvSpPr/>
            <p:nvPr/>
          </p:nvSpPr>
          <p:spPr>
            <a:xfrm>
              <a:off x="3593840" y="3353358"/>
              <a:ext cx="89700" cy="897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4" name="Google Shape;504;p37"/>
            <p:cNvSpPr/>
            <p:nvPr/>
          </p:nvSpPr>
          <p:spPr>
            <a:xfrm>
              <a:off x="3593840" y="3156400"/>
              <a:ext cx="89700" cy="897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5" name="Google Shape;505;p37"/>
            <p:cNvSpPr/>
            <p:nvPr/>
          </p:nvSpPr>
          <p:spPr>
            <a:xfrm>
              <a:off x="3593840" y="3747273"/>
              <a:ext cx="89700" cy="897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6" name="Google Shape;506;p37"/>
            <p:cNvSpPr/>
            <p:nvPr/>
          </p:nvSpPr>
          <p:spPr>
            <a:xfrm>
              <a:off x="3593840" y="3944230"/>
              <a:ext cx="89700" cy="897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507" name="Google Shape;507;p37"/>
          <p:cNvPicPr preferRelativeResize="0"/>
          <p:nvPr/>
        </p:nvPicPr>
        <p:blipFill>
          <a:blip r:embed="rId2">
            <a:alphaModFix/>
          </a:blip>
          <a:stretch>
            <a:fillRect/>
          </a:stretch>
        </p:blipFill>
        <p:spPr>
          <a:xfrm>
            <a:off x="8565901" y="154374"/>
            <a:ext cx="424850" cy="428253"/>
          </a:xfrm>
          <a:prstGeom prst="rect">
            <a:avLst/>
          </a:prstGeom>
          <a:noFill/>
          <a:ln>
            <a:noFill/>
          </a:ln>
        </p:spPr>
      </p:pic>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matchingName="Quote - 2">
  <p:cSld name="CUSTOM_2_1">
    <p:bg>
      <p:bgPr>
        <a:solidFill>
          <a:schemeClr val="dk1"/>
        </a:solidFill>
        <a:effectLst/>
      </p:bgPr>
    </p:bg>
    <p:spTree>
      <p:nvGrpSpPr>
        <p:cNvPr id="1" name="Shape 508"/>
        <p:cNvGrpSpPr/>
        <p:nvPr/>
      </p:nvGrpSpPr>
      <p:grpSpPr>
        <a:xfrm>
          <a:off x="0" y="0"/>
          <a:ext cx="0" cy="0"/>
          <a:chOff x="0" y="0"/>
          <a:chExt cx="0" cy="0"/>
        </a:xfrm>
      </p:grpSpPr>
      <p:sp>
        <p:nvSpPr>
          <p:cNvPr id="509" name="Google Shape;509;p38"/>
          <p:cNvSpPr/>
          <p:nvPr/>
        </p:nvSpPr>
        <p:spPr>
          <a:xfrm>
            <a:off x="1244100" y="1087650"/>
            <a:ext cx="6960600" cy="3273000"/>
          </a:xfrm>
          <a:prstGeom prst="roundRect">
            <a:avLst>
              <a:gd name="adj" fmla="val 9217"/>
            </a:avLst>
          </a:prstGeom>
          <a:solidFill>
            <a:srgbClr val="D2FF1D"/>
          </a:solidFill>
          <a:ln>
            <a:noFill/>
          </a:ln>
        </p:spPr>
        <p:txBody>
          <a:bodyPr spcFirstLastPara="1" wrap="square" lIns="57150" tIns="57150" rIns="57150" bIns="57150" anchor="ctr" anchorCtr="0">
            <a:noAutofit/>
          </a:bodyPr>
          <a:lstStyle/>
          <a:p>
            <a:pPr marL="0" lvl="0" indent="0" algn="ctr" rtl="0">
              <a:spcBef>
                <a:spcPts val="0"/>
              </a:spcBef>
              <a:spcAft>
                <a:spcPts val="0"/>
              </a:spcAft>
              <a:buNone/>
            </a:pPr>
            <a:endParaRPr sz="1000">
              <a:solidFill>
                <a:srgbClr val="000000"/>
              </a:solidFill>
              <a:latin typeface="IBM Plex Sans"/>
              <a:ea typeface="IBM Plex Sans"/>
              <a:cs typeface="IBM Plex Sans"/>
              <a:sym typeface="IBM Plex Sans"/>
            </a:endParaRPr>
          </a:p>
        </p:txBody>
      </p:sp>
      <p:sp>
        <p:nvSpPr>
          <p:cNvPr id="510" name="Google Shape;510;p38"/>
          <p:cNvSpPr/>
          <p:nvPr/>
        </p:nvSpPr>
        <p:spPr>
          <a:xfrm>
            <a:off x="1091700" y="935250"/>
            <a:ext cx="6960600" cy="3273000"/>
          </a:xfrm>
          <a:prstGeom prst="roundRect">
            <a:avLst>
              <a:gd name="adj" fmla="val 9653"/>
            </a:avLst>
          </a:prstGeom>
          <a:solidFill>
            <a:schemeClr val="lt1"/>
          </a:solidFill>
          <a:ln w="38100" cap="flat" cmpd="sng">
            <a:solidFill>
              <a:schemeClr val="dk1"/>
            </a:solidFill>
            <a:prstDash val="solid"/>
            <a:round/>
            <a:headEnd type="none" w="sm" len="sm"/>
            <a:tailEnd type="none" w="sm" len="sm"/>
          </a:ln>
        </p:spPr>
        <p:txBody>
          <a:bodyPr spcFirstLastPara="1" wrap="square" lIns="57150" tIns="57150" rIns="57150" bIns="57150" anchor="ctr" anchorCtr="0">
            <a:noAutofit/>
          </a:bodyPr>
          <a:lstStyle/>
          <a:p>
            <a:pPr marL="0" lvl="0" indent="0" algn="ctr" rtl="0">
              <a:spcBef>
                <a:spcPts val="0"/>
              </a:spcBef>
              <a:spcAft>
                <a:spcPts val="0"/>
              </a:spcAft>
              <a:buNone/>
            </a:pPr>
            <a:endParaRPr sz="1000">
              <a:solidFill>
                <a:srgbClr val="000000"/>
              </a:solidFill>
              <a:latin typeface="IBM Plex Sans"/>
              <a:ea typeface="IBM Plex Sans"/>
              <a:cs typeface="IBM Plex Sans"/>
              <a:sym typeface="IBM Plex Sans"/>
            </a:endParaRPr>
          </a:p>
        </p:txBody>
      </p:sp>
      <p:sp>
        <p:nvSpPr>
          <p:cNvPr id="511" name="Google Shape;511;p38"/>
          <p:cNvSpPr txBox="1">
            <a:spLocks noGrp="1"/>
          </p:cNvSpPr>
          <p:nvPr>
            <p:ph type="body" idx="1"/>
          </p:nvPr>
        </p:nvSpPr>
        <p:spPr>
          <a:xfrm>
            <a:off x="2029800" y="1503000"/>
            <a:ext cx="5389200" cy="1907700"/>
          </a:xfrm>
          <a:prstGeom prst="rect">
            <a:avLst/>
          </a:prstGeom>
        </p:spPr>
        <p:txBody>
          <a:bodyPr spcFirstLastPara="1" wrap="square" lIns="0" tIns="0" rIns="0" bIns="0" anchor="t" anchorCtr="0">
            <a:normAutofit/>
          </a:bodyPr>
          <a:lstStyle>
            <a:lvl1pPr marL="457200" lvl="0" indent="-381000" rtl="0">
              <a:spcBef>
                <a:spcPts val="0"/>
              </a:spcBef>
              <a:spcAft>
                <a:spcPts val="0"/>
              </a:spcAft>
              <a:buClr>
                <a:schemeClr val="dk1"/>
              </a:buClr>
              <a:buSzPts val="2400"/>
              <a:buFont typeface="IBM Plex Sans Light"/>
              <a:buChar char="■"/>
              <a:defRPr sz="2400">
                <a:latin typeface="IBM Plex Sans Light"/>
                <a:ea typeface="IBM Plex Sans Light"/>
                <a:cs typeface="IBM Plex Sans Light"/>
                <a:sym typeface="IBM Plex Sans Light"/>
              </a:defRPr>
            </a:lvl1pPr>
            <a:lvl2pPr marL="914400" lvl="1" indent="-342900" rtl="0">
              <a:spcBef>
                <a:spcPts val="0"/>
              </a:spcBef>
              <a:spcAft>
                <a:spcPts val="0"/>
              </a:spcAft>
              <a:buSzPts val="1800"/>
              <a:buFont typeface="IBM Plex Sans Light"/>
              <a:buChar char="■"/>
              <a:defRPr sz="1800">
                <a:latin typeface="IBM Plex Sans Light"/>
                <a:ea typeface="IBM Plex Sans Light"/>
                <a:cs typeface="IBM Plex Sans Light"/>
                <a:sym typeface="IBM Plex Sans Light"/>
              </a:defRPr>
            </a:lvl2pPr>
            <a:lvl3pPr marL="1371600" lvl="2" indent="-342900" rtl="0">
              <a:spcBef>
                <a:spcPts val="0"/>
              </a:spcBef>
              <a:spcAft>
                <a:spcPts val="0"/>
              </a:spcAft>
              <a:buClr>
                <a:schemeClr val="dk1"/>
              </a:buClr>
              <a:buSzPts val="1800"/>
              <a:buFont typeface="IBM Plex Sans Light"/>
              <a:buChar char="■"/>
              <a:defRPr sz="1800">
                <a:latin typeface="IBM Plex Sans Light"/>
                <a:ea typeface="IBM Plex Sans Light"/>
                <a:cs typeface="IBM Plex Sans Light"/>
                <a:sym typeface="IBM Plex Sans Light"/>
              </a:defRPr>
            </a:lvl3pPr>
            <a:lvl4pPr marL="1828800" lvl="3" indent="-342900" rtl="0">
              <a:spcBef>
                <a:spcPts val="0"/>
              </a:spcBef>
              <a:spcAft>
                <a:spcPts val="0"/>
              </a:spcAft>
              <a:buSzPts val="1800"/>
              <a:buFont typeface="IBM Plex Sans Light"/>
              <a:buChar char="●"/>
              <a:defRPr sz="1800">
                <a:latin typeface="IBM Plex Sans Light"/>
                <a:ea typeface="IBM Plex Sans Light"/>
                <a:cs typeface="IBM Plex Sans Light"/>
                <a:sym typeface="IBM Plex Sans Light"/>
              </a:defRPr>
            </a:lvl4pPr>
            <a:lvl5pPr marL="2286000" lvl="4" indent="-342900" rtl="0">
              <a:spcBef>
                <a:spcPts val="0"/>
              </a:spcBef>
              <a:spcAft>
                <a:spcPts val="0"/>
              </a:spcAft>
              <a:buSzPts val="1800"/>
              <a:buFont typeface="IBM Plex Sans Light"/>
              <a:buChar char="○"/>
              <a:defRPr sz="1800">
                <a:latin typeface="IBM Plex Sans Light"/>
                <a:ea typeface="IBM Plex Sans Light"/>
                <a:cs typeface="IBM Plex Sans Light"/>
                <a:sym typeface="IBM Plex Sans Light"/>
              </a:defRPr>
            </a:lvl5pPr>
            <a:lvl6pPr marL="2743200" lvl="5" indent="-342900" rtl="0">
              <a:spcBef>
                <a:spcPts val="0"/>
              </a:spcBef>
              <a:spcAft>
                <a:spcPts val="0"/>
              </a:spcAft>
              <a:buSzPts val="1800"/>
              <a:buFont typeface="IBM Plex Sans Light"/>
              <a:buChar char="■"/>
              <a:defRPr sz="1800">
                <a:latin typeface="IBM Plex Sans Light"/>
                <a:ea typeface="IBM Plex Sans Light"/>
                <a:cs typeface="IBM Plex Sans Light"/>
                <a:sym typeface="IBM Plex Sans Light"/>
              </a:defRPr>
            </a:lvl6pPr>
            <a:lvl7pPr marL="3200400" lvl="6" indent="-342900" rtl="0">
              <a:spcBef>
                <a:spcPts val="0"/>
              </a:spcBef>
              <a:spcAft>
                <a:spcPts val="0"/>
              </a:spcAft>
              <a:buSzPts val="1800"/>
              <a:buFont typeface="IBM Plex Sans Light"/>
              <a:buChar char="●"/>
              <a:defRPr sz="1800">
                <a:latin typeface="IBM Plex Sans Light"/>
                <a:ea typeface="IBM Plex Sans Light"/>
                <a:cs typeface="IBM Plex Sans Light"/>
                <a:sym typeface="IBM Plex Sans Light"/>
              </a:defRPr>
            </a:lvl7pPr>
            <a:lvl8pPr marL="3657600" lvl="7" indent="-342900" rtl="0">
              <a:spcBef>
                <a:spcPts val="0"/>
              </a:spcBef>
              <a:spcAft>
                <a:spcPts val="0"/>
              </a:spcAft>
              <a:buSzPts val="1800"/>
              <a:buFont typeface="IBM Plex Sans Light"/>
              <a:buChar char="○"/>
              <a:defRPr sz="1800">
                <a:latin typeface="IBM Plex Sans Light"/>
                <a:ea typeface="IBM Plex Sans Light"/>
                <a:cs typeface="IBM Plex Sans Light"/>
                <a:sym typeface="IBM Plex Sans Light"/>
              </a:defRPr>
            </a:lvl8pPr>
            <a:lvl9pPr marL="4114800" lvl="8" indent="-342900" rtl="0">
              <a:spcBef>
                <a:spcPts val="0"/>
              </a:spcBef>
              <a:spcAft>
                <a:spcPts val="0"/>
              </a:spcAft>
              <a:buSzPts val="1800"/>
              <a:buFont typeface="IBM Plex Sans Light"/>
              <a:buChar char="■"/>
              <a:defRPr sz="1800">
                <a:latin typeface="IBM Plex Sans Light"/>
                <a:ea typeface="IBM Plex Sans Light"/>
                <a:cs typeface="IBM Plex Sans Light"/>
                <a:sym typeface="IBM Plex Sans Light"/>
              </a:defRPr>
            </a:lvl9pPr>
          </a:lstStyle>
          <a:p>
            <a:endParaRPr/>
          </a:p>
        </p:txBody>
      </p:sp>
      <p:pic>
        <p:nvPicPr>
          <p:cNvPr id="512" name="Google Shape;512;p38"/>
          <p:cNvPicPr preferRelativeResize="0"/>
          <p:nvPr/>
        </p:nvPicPr>
        <p:blipFill>
          <a:blip r:embed="rId2">
            <a:alphaModFix/>
          </a:blip>
          <a:stretch>
            <a:fillRect/>
          </a:stretch>
        </p:blipFill>
        <p:spPr>
          <a:xfrm>
            <a:off x="8544859" y="62003"/>
            <a:ext cx="599140" cy="599141"/>
          </a:xfrm>
          <a:prstGeom prst="rect">
            <a:avLst/>
          </a:prstGeom>
          <a:noFill/>
          <a:ln>
            <a:noFill/>
          </a:ln>
        </p:spPr>
      </p:pic>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matchingName="Quote - 3">
  <p:cSld name="TITLE_ONLY_1_2_2">
    <p:bg>
      <p:bgPr>
        <a:solidFill>
          <a:schemeClr val="dk1"/>
        </a:solidFill>
        <a:effectLst/>
      </p:bgPr>
    </p:bg>
    <p:spTree>
      <p:nvGrpSpPr>
        <p:cNvPr id="1" name="Shape 513"/>
        <p:cNvGrpSpPr/>
        <p:nvPr/>
      </p:nvGrpSpPr>
      <p:grpSpPr>
        <a:xfrm>
          <a:off x="0" y="0"/>
          <a:ext cx="0" cy="0"/>
          <a:chOff x="0" y="0"/>
          <a:chExt cx="0" cy="0"/>
        </a:xfrm>
      </p:grpSpPr>
      <p:grpSp>
        <p:nvGrpSpPr>
          <p:cNvPr id="514" name="Google Shape;514;p39"/>
          <p:cNvGrpSpPr/>
          <p:nvPr/>
        </p:nvGrpSpPr>
        <p:grpSpPr>
          <a:xfrm rot="10800000">
            <a:off x="7321000" y="1228430"/>
            <a:ext cx="754100" cy="3057840"/>
            <a:chOff x="1409525" y="1524925"/>
            <a:chExt cx="754100" cy="2588100"/>
          </a:xfrm>
        </p:grpSpPr>
        <p:sp>
          <p:nvSpPr>
            <p:cNvPr id="515" name="Google Shape;515;p39"/>
            <p:cNvSpPr/>
            <p:nvPr/>
          </p:nvSpPr>
          <p:spPr>
            <a:xfrm>
              <a:off x="1409525" y="1524925"/>
              <a:ext cx="222600" cy="25881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6" name="Google Shape;516;p39"/>
            <p:cNvSpPr/>
            <p:nvPr/>
          </p:nvSpPr>
          <p:spPr>
            <a:xfrm>
              <a:off x="1508425" y="3912025"/>
              <a:ext cx="655200" cy="2010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7" name="Google Shape;517;p39"/>
            <p:cNvSpPr/>
            <p:nvPr/>
          </p:nvSpPr>
          <p:spPr>
            <a:xfrm>
              <a:off x="1508425" y="1524925"/>
              <a:ext cx="655200" cy="2010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18" name="Google Shape;518;p39"/>
          <p:cNvGrpSpPr/>
          <p:nvPr/>
        </p:nvGrpSpPr>
        <p:grpSpPr>
          <a:xfrm>
            <a:off x="1068925" y="1228369"/>
            <a:ext cx="754100" cy="3057840"/>
            <a:chOff x="1409525" y="1524925"/>
            <a:chExt cx="754100" cy="2588100"/>
          </a:xfrm>
        </p:grpSpPr>
        <p:sp>
          <p:nvSpPr>
            <p:cNvPr id="519" name="Google Shape;519;p39"/>
            <p:cNvSpPr/>
            <p:nvPr/>
          </p:nvSpPr>
          <p:spPr>
            <a:xfrm>
              <a:off x="1409525" y="1524925"/>
              <a:ext cx="222600" cy="25881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0" name="Google Shape;520;p39"/>
            <p:cNvSpPr/>
            <p:nvPr/>
          </p:nvSpPr>
          <p:spPr>
            <a:xfrm>
              <a:off x="1508425" y="3912025"/>
              <a:ext cx="655200" cy="2010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1" name="Google Shape;521;p39"/>
            <p:cNvSpPr/>
            <p:nvPr/>
          </p:nvSpPr>
          <p:spPr>
            <a:xfrm>
              <a:off x="1508425" y="1524925"/>
              <a:ext cx="655200" cy="2010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22" name="Google Shape;522;p39"/>
          <p:cNvSpPr txBox="1">
            <a:spLocks noGrp="1"/>
          </p:cNvSpPr>
          <p:nvPr>
            <p:ph type="title"/>
          </p:nvPr>
        </p:nvSpPr>
        <p:spPr>
          <a:xfrm>
            <a:off x="457200" y="114300"/>
            <a:ext cx="8229600" cy="903300"/>
          </a:xfrm>
          <a:prstGeom prst="rect">
            <a:avLst/>
          </a:prstGeom>
        </p:spPr>
        <p:txBody>
          <a:bodyPr spcFirstLastPara="1" wrap="square" lIns="0" tIns="0" rIns="0" bIns="0" anchor="t" anchorCtr="0">
            <a:normAutofit/>
          </a:bodyPr>
          <a:lstStyle>
            <a:lvl1pPr lvl="0" rtl="0">
              <a:spcBef>
                <a:spcPts val="0"/>
              </a:spcBef>
              <a:spcAft>
                <a:spcPts val="0"/>
              </a:spcAft>
              <a:buClr>
                <a:schemeClr val="lt1"/>
              </a:buClr>
              <a:buSzPts val="3400"/>
              <a:buNone/>
              <a:defRPr>
                <a:solidFill>
                  <a:schemeClr val="lt1"/>
                </a:solidFill>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523" name="Google Shape;523;p39"/>
          <p:cNvSpPr txBox="1">
            <a:spLocks noGrp="1"/>
          </p:cNvSpPr>
          <p:nvPr>
            <p:ph type="body" idx="1"/>
          </p:nvPr>
        </p:nvSpPr>
        <p:spPr>
          <a:xfrm>
            <a:off x="1716775" y="1733450"/>
            <a:ext cx="5731800" cy="1671900"/>
          </a:xfrm>
          <a:prstGeom prst="rect">
            <a:avLst/>
          </a:prstGeom>
        </p:spPr>
        <p:txBody>
          <a:bodyPr spcFirstLastPara="1" wrap="square" lIns="0" tIns="0" rIns="0" bIns="0" anchor="t" anchorCtr="0">
            <a:normAutofit/>
          </a:bodyPr>
          <a:lstStyle>
            <a:lvl1pPr marL="457200" lvl="0" indent="-381000" rtl="0">
              <a:spcBef>
                <a:spcPts val="0"/>
              </a:spcBef>
              <a:spcAft>
                <a:spcPts val="0"/>
              </a:spcAft>
              <a:buClr>
                <a:schemeClr val="lt1"/>
              </a:buClr>
              <a:buSzPts val="2400"/>
              <a:buFont typeface="IBM Plex Sans Light"/>
              <a:buChar char="■"/>
              <a:defRPr sz="2400">
                <a:solidFill>
                  <a:schemeClr val="lt1"/>
                </a:solidFill>
                <a:latin typeface="IBM Plex Sans Light"/>
                <a:ea typeface="IBM Plex Sans Light"/>
                <a:cs typeface="IBM Plex Sans Light"/>
                <a:sym typeface="IBM Plex Sans Light"/>
              </a:defRPr>
            </a:lvl1pPr>
            <a:lvl2pPr marL="914400" lvl="1" indent="-342900" rtl="0">
              <a:spcBef>
                <a:spcPts val="0"/>
              </a:spcBef>
              <a:spcAft>
                <a:spcPts val="0"/>
              </a:spcAft>
              <a:buClr>
                <a:schemeClr val="lt1"/>
              </a:buClr>
              <a:buSzPts val="1800"/>
              <a:buFont typeface="IBM Plex Sans Light"/>
              <a:buChar char="■"/>
              <a:defRPr sz="1800">
                <a:solidFill>
                  <a:schemeClr val="lt1"/>
                </a:solidFill>
                <a:latin typeface="IBM Plex Sans Light"/>
                <a:ea typeface="IBM Plex Sans Light"/>
                <a:cs typeface="IBM Plex Sans Light"/>
                <a:sym typeface="IBM Plex Sans Light"/>
              </a:defRPr>
            </a:lvl2pPr>
            <a:lvl3pPr marL="1371600" lvl="2" indent="-342900" rtl="0">
              <a:spcBef>
                <a:spcPts val="0"/>
              </a:spcBef>
              <a:spcAft>
                <a:spcPts val="0"/>
              </a:spcAft>
              <a:buClr>
                <a:schemeClr val="lt1"/>
              </a:buClr>
              <a:buSzPts val="1800"/>
              <a:buFont typeface="IBM Plex Sans Light"/>
              <a:buChar char="■"/>
              <a:defRPr sz="1800">
                <a:solidFill>
                  <a:schemeClr val="lt1"/>
                </a:solidFill>
                <a:latin typeface="IBM Plex Sans Light"/>
                <a:ea typeface="IBM Plex Sans Light"/>
                <a:cs typeface="IBM Plex Sans Light"/>
                <a:sym typeface="IBM Plex Sans Light"/>
              </a:defRPr>
            </a:lvl3pPr>
            <a:lvl4pPr marL="1828800" lvl="3" indent="-342900" rtl="0">
              <a:spcBef>
                <a:spcPts val="0"/>
              </a:spcBef>
              <a:spcAft>
                <a:spcPts val="0"/>
              </a:spcAft>
              <a:buSzPts val="1800"/>
              <a:buFont typeface="IBM Plex Sans Light"/>
              <a:buChar char="●"/>
              <a:defRPr sz="1800">
                <a:solidFill>
                  <a:schemeClr val="lt1"/>
                </a:solidFill>
                <a:latin typeface="IBM Plex Sans Light"/>
                <a:ea typeface="IBM Plex Sans Light"/>
                <a:cs typeface="IBM Plex Sans Light"/>
                <a:sym typeface="IBM Plex Sans Light"/>
              </a:defRPr>
            </a:lvl4pPr>
            <a:lvl5pPr marL="2286000" lvl="4" indent="-342900" rtl="0">
              <a:spcBef>
                <a:spcPts val="0"/>
              </a:spcBef>
              <a:spcAft>
                <a:spcPts val="0"/>
              </a:spcAft>
              <a:buClr>
                <a:schemeClr val="lt1"/>
              </a:buClr>
              <a:buSzPts val="1800"/>
              <a:buFont typeface="IBM Plex Sans Light"/>
              <a:buChar char="○"/>
              <a:defRPr sz="1800">
                <a:solidFill>
                  <a:schemeClr val="lt1"/>
                </a:solidFill>
                <a:latin typeface="IBM Plex Sans Light"/>
                <a:ea typeface="IBM Plex Sans Light"/>
                <a:cs typeface="IBM Plex Sans Light"/>
                <a:sym typeface="IBM Plex Sans Light"/>
              </a:defRPr>
            </a:lvl5pPr>
            <a:lvl6pPr marL="2743200" lvl="5" indent="-342900" rtl="0">
              <a:spcBef>
                <a:spcPts val="0"/>
              </a:spcBef>
              <a:spcAft>
                <a:spcPts val="0"/>
              </a:spcAft>
              <a:buClr>
                <a:schemeClr val="lt1"/>
              </a:buClr>
              <a:buSzPts val="1800"/>
              <a:buFont typeface="IBM Plex Sans Light"/>
              <a:buChar char="■"/>
              <a:defRPr sz="1800">
                <a:solidFill>
                  <a:schemeClr val="lt1"/>
                </a:solidFill>
                <a:latin typeface="IBM Plex Sans Light"/>
                <a:ea typeface="IBM Plex Sans Light"/>
                <a:cs typeface="IBM Plex Sans Light"/>
                <a:sym typeface="IBM Plex Sans Light"/>
              </a:defRPr>
            </a:lvl6pPr>
            <a:lvl7pPr marL="3200400" lvl="6" indent="-342900" rtl="0">
              <a:spcBef>
                <a:spcPts val="0"/>
              </a:spcBef>
              <a:spcAft>
                <a:spcPts val="0"/>
              </a:spcAft>
              <a:buClr>
                <a:schemeClr val="lt1"/>
              </a:buClr>
              <a:buSzPts val="1800"/>
              <a:buFont typeface="IBM Plex Sans Light"/>
              <a:buChar char="●"/>
              <a:defRPr sz="1800">
                <a:solidFill>
                  <a:schemeClr val="lt1"/>
                </a:solidFill>
                <a:latin typeface="IBM Plex Sans Light"/>
                <a:ea typeface="IBM Plex Sans Light"/>
                <a:cs typeface="IBM Plex Sans Light"/>
                <a:sym typeface="IBM Plex Sans Light"/>
              </a:defRPr>
            </a:lvl7pPr>
            <a:lvl8pPr marL="3657600" lvl="7" indent="-342900" rtl="0">
              <a:spcBef>
                <a:spcPts val="0"/>
              </a:spcBef>
              <a:spcAft>
                <a:spcPts val="0"/>
              </a:spcAft>
              <a:buClr>
                <a:schemeClr val="lt1"/>
              </a:buClr>
              <a:buSzPts val="1800"/>
              <a:buFont typeface="IBM Plex Sans Light"/>
              <a:buChar char="○"/>
              <a:defRPr sz="1800">
                <a:solidFill>
                  <a:schemeClr val="lt1"/>
                </a:solidFill>
                <a:latin typeface="IBM Plex Sans Light"/>
                <a:ea typeface="IBM Plex Sans Light"/>
                <a:cs typeface="IBM Plex Sans Light"/>
                <a:sym typeface="IBM Plex Sans Light"/>
              </a:defRPr>
            </a:lvl8pPr>
            <a:lvl9pPr marL="4114800" lvl="8" indent="-342900" rtl="0">
              <a:spcBef>
                <a:spcPts val="0"/>
              </a:spcBef>
              <a:spcAft>
                <a:spcPts val="0"/>
              </a:spcAft>
              <a:buClr>
                <a:schemeClr val="lt1"/>
              </a:buClr>
              <a:buSzPts val="1800"/>
              <a:buFont typeface="IBM Plex Sans Light"/>
              <a:buChar char="■"/>
              <a:defRPr sz="1800">
                <a:solidFill>
                  <a:schemeClr val="lt1"/>
                </a:solidFill>
                <a:latin typeface="IBM Plex Sans Light"/>
                <a:ea typeface="IBM Plex Sans Light"/>
                <a:cs typeface="IBM Plex Sans Light"/>
                <a:sym typeface="IBM Plex Sans Light"/>
              </a:defRPr>
            </a:lvl9pPr>
          </a:lstStyle>
          <a:p>
            <a:endParaRPr/>
          </a:p>
        </p:txBody>
      </p:sp>
      <p:pic>
        <p:nvPicPr>
          <p:cNvPr id="524" name="Google Shape;524;p39"/>
          <p:cNvPicPr preferRelativeResize="0"/>
          <p:nvPr/>
        </p:nvPicPr>
        <p:blipFill>
          <a:blip r:embed="rId2">
            <a:alphaModFix/>
          </a:blip>
          <a:stretch>
            <a:fillRect/>
          </a:stretch>
        </p:blipFill>
        <p:spPr>
          <a:xfrm>
            <a:off x="8565901" y="154375"/>
            <a:ext cx="424850" cy="428248"/>
          </a:xfrm>
          <a:prstGeom prst="rect">
            <a:avLst/>
          </a:prstGeom>
          <a:noFill/>
          <a:ln>
            <a:noFill/>
          </a:ln>
        </p:spPr>
      </p:pic>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matchingName="Event Announcement">
  <p:cSld name="CUSTOM_1">
    <p:bg>
      <p:bgPr>
        <a:solidFill>
          <a:schemeClr val="dk1"/>
        </a:solidFill>
        <a:effectLst/>
      </p:bgPr>
    </p:bg>
    <p:spTree>
      <p:nvGrpSpPr>
        <p:cNvPr id="1" name="Shape 525"/>
        <p:cNvGrpSpPr/>
        <p:nvPr/>
      </p:nvGrpSpPr>
      <p:grpSpPr>
        <a:xfrm>
          <a:off x="0" y="0"/>
          <a:ext cx="0" cy="0"/>
          <a:chOff x="0" y="0"/>
          <a:chExt cx="0" cy="0"/>
        </a:xfrm>
      </p:grpSpPr>
      <p:grpSp>
        <p:nvGrpSpPr>
          <p:cNvPr id="526" name="Google Shape;526;p40"/>
          <p:cNvGrpSpPr/>
          <p:nvPr/>
        </p:nvGrpSpPr>
        <p:grpSpPr>
          <a:xfrm>
            <a:off x="7877234" y="3626823"/>
            <a:ext cx="961107" cy="958974"/>
            <a:chOff x="4999950" y="1343050"/>
            <a:chExt cx="2381925" cy="2376050"/>
          </a:xfrm>
        </p:grpSpPr>
        <p:sp>
          <p:nvSpPr>
            <p:cNvPr id="527" name="Google Shape;527;p40"/>
            <p:cNvSpPr/>
            <p:nvPr/>
          </p:nvSpPr>
          <p:spPr>
            <a:xfrm>
              <a:off x="5078375" y="1427350"/>
              <a:ext cx="2303500" cy="2291750"/>
            </a:xfrm>
            <a:custGeom>
              <a:avLst/>
              <a:gdLst/>
              <a:ahLst/>
              <a:cxnLst/>
              <a:rect l="l" t="t" r="r" b="b"/>
              <a:pathLst>
                <a:path w="92140" h="91670" extrusionOk="0">
                  <a:moveTo>
                    <a:pt x="89631" y="550"/>
                  </a:moveTo>
                  <a:lnTo>
                    <a:pt x="90101" y="706"/>
                  </a:lnTo>
                  <a:lnTo>
                    <a:pt x="90493" y="942"/>
                  </a:lnTo>
                  <a:lnTo>
                    <a:pt x="90885" y="1255"/>
                  </a:lnTo>
                  <a:lnTo>
                    <a:pt x="91121" y="1647"/>
                  </a:lnTo>
                  <a:lnTo>
                    <a:pt x="91356" y="2039"/>
                  </a:lnTo>
                  <a:lnTo>
                    <a:pt x="91513" y="2510"/>
                  </a:lnTo>
                  <a:lnTo>
                    <a:pt x="91591" y="2980"/>
                  </a:lnTo>
                  <a:lnTo>
                    <a:pt x="91591" y="3686"/>
                  </a:lnTo>
                  <a:lnTo>
                    <a:pt x="91513" y="4157"/>
                  </a:lnTo>
                  <a:lnTo>
                    <a:pt x="91356" y="4549"/>
                  </a:lnTo>
                  <a:lnTo>
                    <a:pt x="91121" y="5019"/>
                  </a:lnTo>
                  <a:lnTo>
                    <a:pt x="90885" y="5333"/>
                  </a:lnTo>
                  <a:lnTo>
                    <a:pt x="90493" y="5647"/>
                  </a:lnTo>
                  <a:lnTo>
                    <a:pt x="90101" y="5882"/>
                  </a:lnTo>
                  <a:lnTo>
                    <a:pt x="89631" y="6039"/>
                  </a:lnTo>
                  <a:lnTo>
                    <a:pt x="2510" y="6039"/>
                  </a:lnTo>
                  <a:lnTo>
                    <a:pt x="2118" y="5882"/>
                  </a:lnTo>
                  <a:lnTo>
                    <a:pt x="1647" y="5647"/>
                  </a:lnTo>
                  <a:lnTo>
                    <a:pt x="1334" y="5333"/>
                  </a:lnTo>
                  <a:lnTo>
                    <a:pt x="1020" y="5019"/>
                  </a:lnTo>
                  <a:lnTo>
                    <a:pt x="785" y="4627"/>
                  </a:lnTo>
                  <a:lnTo>
                    <a:pt x="628" y="4157"/>
                  </a:lnTo>
                  <a:lnTo>
                    <a:pt x="628" y="3686"/>
                  </a:lnTo>
                  <a:lnTo>
                    <a:pt x="628" y="2980"/>
                  </a:lnTo>
                  <a:lnTo>
                    <a:pt x="628" y="2510"/>
                  </a:lnTo>
                  <a:lnTo>
                    <a:pt x="785" y="2039"/>
                  </a:lnTo>
                  <a:lnTo>
                    <a:pt x="1020" y="1647"/>
                  </a:lnTo>
                  <a:lnTo>
                    <a:pt x="1334" y="1255"/>
                  </a:lnTo>
                  <a:lnTo>
                    <a:pt x="1647" y="942"/>
                  </a:lnTo>
                  <a:lnTo>
                    <a:pt x="2118" y="706"/>
                  </a:lnTo>
                  <a:lnTo>
                    <a:pt x="2510" y="550"/>
                  </a:lnTo>
                  <a:close/>
                  <a:moveTo>
                    <a:pt x="2431" y="1"/>
                  </a:moveTo>
                  <a:lnTo>
                    <a:pt x="1883" y="236"/>
                  </a:lnTo>
                  <a:lnTo>
                    <a:pt x="1334" y="471"/>
                  </a:lnTo>
                  <a:lnTo>
                    <a:pt x="942" y="863"/>
                  </a:lnTo>
                  <a:lnTo>
                    <a:pt x="549" y="1334"/>
                  </a:lnTo>
                  <a:lnTo>
                    <a:pt x="236" y="1804"/>
                  </a:lnTo>
                  <a:lnTo>
                    <a:pt x="79" y="2353"/>
                  </a:lnTo>
                  <a:lnTo>
                    <a:pt x="1" y="2980"/>
                  </a:lnTo>
                  <a:lnTo>
                    <a:pt x="1" y="3686"/>
                  </a:lnTo>
                  <a:lnTo>
                    <a:pt x="79" y="4235"/>
                  </a:lnTo>
                  <a:lnTo>
                    <a:pt x="236" y="4784"/>
                  </a:lnTo>
                  <a:lnTo>
                    <a:pt x="549" y="5333"/>
                  </a:lnTo>
                  <a:lnTo>
                    <a:pt x="942" y="5803"/>
                  </a:lnTo>
                  <a:lnTo>
                    <a:pt x="1334" y="6117"/>
                  </a:lnTo>
                  <a:lnTo>
                    <a:pt x="1883" y="6431"/>
                  </a:lnTo>
                  <a:lnTo>
                    <a:pt x="2431" y="6588"/>
                  </a:lnTo>
                  <a:lnTo>
                    <a:pt x="2980" y="6666"/>
                  </a:lnTo>
                  <a:lnTo>
                    <a:pt x="89160" y="6666"/>
                  </a:lnTo>
                  <a:lnTo>
                    <a:pt x="89709" y="6588"/>
                  </a:lnTo>
                  <a:lnTo>
                    <a:pt x="90258" y="6431"/>
                  </a:lnTo>
                  <a:lnTo>
                    <a:pt x="90807" y="6117"/>
                  </a:lnTo>
                  <a:lnTo>
                    <a:pt x="91277" y="5803"/>
                  </a:lnTo>
                  <a:lnTo>
                    <a:pt x="91591" y="5333"/>
                  </a:lnTo>
                  <a:lnTo>
                    <a:pt x="91905" y="4784"/>
                  </a:lnTo>
                  <a:lnTo>
                    <a:pt x="92062" y="4235"/>
                  </a:lnTo>
                  <a:lnTo>
                    <a:pt x="92140" y="3686"/>
                  </a:lnTo>
                  <a:lnTo>
                    <a:pt x="92140" y="2980"/>
                  </a:lnTo>
                  <a:lnTo>
                    <a:pt x="92062" y="2353"/>
                  </a:lnTo>
                  <a:lnTo>
                    <a:pt x="91905" y="1804"/>
                  </a:lnTo>
                  <a:lnTo>
                    <a:pt x="91591" y="1334"/>
                  </a:lnTo>
                  <a:lnTo>
                    <a:pt x="91277" y="863"/>
                  </a:lnTo>
                  <a:lnTo>
                    <a:pt x="90807" y="471"/>
                  </a:lnTo>
                  <a:lnTo>
                    <a:pt x="90258" y="236"/>
                  </a:lnTo>
                  <a:lnTo>
                    <a:pt x="89709" y="1"/>
                  </a:lnTo>
                  <a:close/>
                  <a:moveTo>
                    <a:pt x="89631" y="17566"/>
                  </a:moveTo>
                  <a:lnTo>
                    <a:pt x="90101" y="17723"/>
                  </a:lnTo>
                  <a:lnTo>
                    <a:pt x="90493" y="17958"/>
                  </a:lnTo>
                  <a:lnTo>
                    <a:pt x="90885" y="18272"/>
                  </a:lnTo>
                  <a:lnTo>
                    <a:pt x="91121" y="18585"/>
                  </a:lnTo>
                  <a:lnTo>
                    <a:pt x="91356" y="19056"/>
                  </a:lnTo>
                  <a:lnTo>
                    <a:pt x="91513" y="19448"/>
                  </a:lnTo>
                  <a:lnTo>
                    <a:pt x="91591" y="19918"/>
                  </a:lnTo>
                  <a:lnTo>
                    <a:pt x="91591" y="20703"/>
                  </a:lnTo>
                  <a:lnTo>
                    <a:pt x="91513" y="21173"/>
                  </a:lnTo>
                  <a:lnTo>
                    <a:pt x="91356" y="21565"/>
                  </a:lnTo>
                  <a:lnTo>
                    <a:pt x="91121" y="22036"/>
                  </a:lnTo>
                  <a:lnTo>
                    <a:pt x="90885" y="22349"/>
                  </a:lnTo>
                  <a:lnTo>
                    <a:pt x="90493" y="22663"/>
                  </a:lnTo>
                  <a:lnTo>
                    <a:pt x="90101" y="22898"/>
                  </a:lnTo>
                  <a:lnTo>
                    <a:pt x="89631" y="23055"/>
                  </a:lnTo>
                  <a:lnTo>
                    <a:pt x="2510" y="23055"/>
                  </a:lnTo>
                  <a:lnTo>
                    <a:pt x="2118" y="22898"/>
                  </a:lnTo>
                  <a:lnTo>
                    <a:pt x="1647" y="22663"/>
                  </a:lnTo>
                  <a:lnTo>
                    <a:pt x="1334" y="22349"/>
                  </a:lnTo>
                  <a:lnTo>
                    <a:pt x="1020" y="22036"/>
                  </a:lnTo>
                  <a:lnTo>
                    <a:pt x="785" y="21565"/>
                  </a:lnTo>
                  <a:lnTo>
                    <a:pt x="628" y="21173"/>
                  </a:lnTo>
                  <a:lnTo>
                    <a:pt x="628" y="20703"/>
                  </a:lnTo>
                  <a:lnTo>
                    <a:pt x="628" y="19918"/>
                  </a:lnTo>
                  <a:lnTo>
                    <a:pt x="628" y="19448"/>
                  </a:lnTo>
                  <a:lnTo>
                    <a:pt x="785" y="19056"/>
                  </a:lnTo>
                  <a:lnTo>
                    <a:pt x="1020" y="18585"/>
                  </a:lnTo>
                  <a:lnTo>
                    <a:pt x="1334" y="18272"/>
                  </a:lnTo>
                  <a:lnTo>
                    <a:pt x="1647" y="17958"/>
                  </a:lnTo>
                  <a:lnTo>
                    <a:pt x="2118" y="17723"/>
                  </a:lnTo>
                  <a:lnTo>
                    <a:pt x="2510" y="17566"/>
                  </a:lnTo>
                  <a:close/>
                  <a:moveTo>
                    <a:pt x="2980" y="16939"/>
                  </a:moveTo>
                  <a:lnTo>
                    <a:pt x="2431" y="17017"/>
                  </a:lnTo>
                  <a:lnTo>
                    <a:pt x="1883" y="17174"/>
                  </a:lnTo>
                  <a:lnTo>
                    <a:pt x="1334" y="17488"/>
                  </a:lnTo>
                  <a:lnTo>
                    <a:pt x="942" y="17880"/>
                  </a:lnTo>
                  <a:lnTo>
                    <a:pt x="549" y="18272"/>
                  </a:lnTo>
                  <a:lnTo>
                    <a:pt x="236" y="18821"/>
                  </a:lnTo>
                  <a:lnTo>
                    <a:pt x="79" y="19370"/>
                  </a:lnTo>
                  <a:lnTo>
                    <a:pt x="1" y="19918"/>
                  </a:lnTo>
                  <a:lnTo>
                    <a:pt x="1" y="20703"/>
                  </a:lnTo>
                  <a:lnTo>
                    <a:pt x="79" y="21252"/>
                  </a:lnTo>
                  <a:lnTo>
                    <a:pt x="236" y="21800"/>
                  </a:lnTo>
                  <a:lnTo>
                    <a:pt x="549" y="22349"/>
                  </a:lnTo>
                  <a:lnTo>
                    <a:pt x="942" y="22741"/>
                  </a:lnTo>
                  <a:lnTo>
                    <a:pt x="1334" y="23134"/>
                  </a:lnTo>
                  <a:lnTo>
                    <a:pt x="1883" y="23447"/>
                  </a:lnTo>
                  <a:lnTo>
                    <a:pt x="2431" y="23604"/>
                  </a:lnTo>
                  <a:lnTo>
                    <a:pt x="2980" y="23682"/>
                  </a:lnTo>
                  <a:lnTo>
                    <a:pt x="89160" y="23682"/>
                  </a:lnTo>
                  <a:lnTo>
                    <a:pt x="89709" y="23604"/>
                  </a:lnTo>
                  <a:lnTo>
                    <a:pt x="90258" y="23447"/>
                  </a:lnTo>
                  <a:lnTo>
                    <a:pt x="90807" y="23134"/>
                  </a:lnTo>
                  <a:lnTo>
                    <a:pt x="91277" y="22741"/>
                  </a:lnTo>
                  <a:lnTo>
                    <a:pt x="91591" y="22349"/>
                  </a:lnTo>
                  <a:lnTo>
                    <a:pt x="91905" y="21800"/>
                  </a:lnTo>
                  <a:lnTo>
                    <a:pt x="92062" y="21252"/>
                  </a:lnTo>
                  <a:lnTo>
                    <a:pt x="92140" y="20703"/>
                  </a:lnTo>
                  <a:lnTo>
                    <a:pt x="92140" y="19918"/>
                  </a:lnTo>
                  <a:lnTo>
                    <a:pt x="92062" y="19370"/>
                  </a:lnTo>
                  <a:lnTo>
                    <a:pt x="91905" y="18821"/>
                  </a:lnTo>
                  <a:lnTo>
                    <a:pt x="91591" y="18272"/>
                  </a:lnTo>
                  <a:lnTo>
                    <a:pt x="91277" y="17880"/>
                  </a:lnTo>
                  <a:lnTo>
                    <a:pt x="90807" y="17488"/>
                  </a:lnTo>
                  <a:lnTo>
                    <a:pt x="90258" y="17174"/>
                  </a:lnTo>
                  <a:lnTo>
                    <a:pt x="89709" y="17017"/>
                  </a:lnTo>
                  <a:lnTo>
                    <a:pt x="89160" y="16939"/>
                  </a:lnTo>
                  <a:close/>
                  <a:moveTo>
                    <a:pt x="89631" y="34582"/>
                  </a:moveTo>
                  <a:lnTo>
                    <a:pt x="90101" y="34739"/>
                  </a:lnTo>
                  <a:lnTo>
                    <a:pt x="90493" y="34974"/>
                  </a:lnTo>
                  <a:lnTo>
                    <a:pt x="90885" y="35288"/>
                  </a:lnTo>
                  <a:lnTo>
                    <a:pt x="91121" y="35602"/>
                  </a:lnTo>
                  <a:lnTo>
                    <a:pt x="91356" y="36072"/>
                  </a:lnTo>
                  <a:lnTo>
                    <a:pt x="91513" y="36464"/>
                  </a:lnTo>
                  <a:lnTo>
                    <a:pt x="91591" y="36935"/>
                  </a:lnTo>
                  <a:lnTo>
                    <a:pt x="91591" y="37641"/>
                  </a:lnTo>
                  <a:lnTo>
                    <a:pt x="91513" y="38111"/>
                  </a:lnTo>
                  <a:lnTo>
                    <a:pt x="91356" y="38582"/>
                  </a:lnTo>
                  <a:lnTo>
                    <a:pt x="91121" y="38974"/>
                  </a:lnTo>
                  <a:lnTo>
                    <a:pt x="90885" y="39366"/>
                  </a:lnTo>
                  <a:lnTo>
                    <a:pt x="90493" y="39679"/>
                  </a:lnTo>
                  <a:lnTo>
                    <a:pt x="90101" y="39915"/>
                  </a:lnTo>
                  <a:lnTo>
                    <a:pt x="89631" y="40071"/>
                  </a:lnTo>
                  <a:lnTo>
                    <a:pt x="2510" y="40071"/>
                  </a:lnTo>
                  <a:lnTo>
                    <a:pt x="2118" y="39915"/>
                  </a:lnTo>
                  <a:lnTo>
                    <a:pt x="1647" y="39679"/>
                  </a:lnTo>
                  <a:lnTo>
                    <a:pt x="1334" y="39366"/>
                  </a:lnTo>
                  <a:lnTo>
                    <a:pt x="1020" y="39052"/>
                  </a:lnTo>
                  <a:lnTo>
                    <a:pt x="785" y="38582"/>
                  </a:lnTo>
                  <a:lnTo>
                    <a:pt x="628" y="38111"/>
                  </a:lnTo>
                  <a:lnTo>
                    <a:pt x="628" y="37641"/>
                  </a:lnTo>
                  <a:lnTo>
                    <a:pt x="628" y="36935"/>
                  </a:lnTo>
                  <a:lnTo>
                    <a:pt x="628" y="36464"/>
                  </a:lnTo>
                  <a:lnTo>
                    <a:pt x="785" y="36072"/>
                  </a:lnTo>
                  <a:lnTo>
                    <a:pt x="1020" y="35602"/>
                  </a:lnTo>
                  <a:lnTo>
                    <a:pt x="1334" y="35288"/>
                  </a:lnTo>
                  <a:lnTo>
                    <a:pt x="1647" y="34974"/>
                  </a:lnTo>
                  <a:lnTo>
                    <a:pt x="2118" y="34739"/>
                  </a:lnTo>
                  <a:lnTo>
                    <a:pt x="2510" y="34582"/>
                  </a:lnTo>
                  <a:close/>
                  <a:moveTo>
                    <a:pt x="2980" y="33955"/>
                  </a:moveTo>
                  <a:lnTo>
                    <a:pt x="2431" y="34033"/>
                  </a:lnTo>
                  <a:lnTo>
                    <a:pt x="1883" y="34190"/>
                  </a:lnTo>
                  <a:lnTo>
                    <a:pt x="1334" y="34504"/>
                  </a:lnTo>
                  <a:lnTo>
                    <a:pt x="942" y="34818"/>
                  </a:lnTo>
                  <a:lnTo>
                    <a:pt x="549" y="35288"/>
                  </a:lnTo>
                  <a:lnTo>
                    <a:pt x="236" y="35837"/>
                  </a:lnTo>
                  <a:lnTo>
                    <a:pt x="79" y="36386"/>
                  </a:lnTo>
                  <a:lnTo>
                    <a:pt x="1" y="36935"/>
                  </a:lnTo>
                  <a:lnTo>
                    <a:pt x="1" y="37641"/>
                  </a:lnTo>
                  <a:lnTo>
                    <a:pt x="79" y="38268"/>
                  </a:lnTo>
                  <a:lnTo>
                    <a:pt x="236" y="38817"/>
                  </a:lnTo>
                  <a:lnTo>
                    <a:pt x="549" y="39366"/>
                  </a:lnTo>
                  <a:lnTo>
                    <a:pt x="942" y="39758"/>
                  </a:lnTo>
                  <a:lnTo>
                    <a:pt x="1334" y="40150"/>
                  </a:lnTo>
                  <a:lnTo>
                    <a:pt x="1883" y="40464"/>
                  </a:lnTo>
                  <a:lnTo>
                    <a:pt x="2431" y="40620"/>
                  </a:lnTo>
                  <a:lnTo>
                    <a:pt x="89709" y="40620"/>
                  </a:lnTo>
                  <a:lnTo>
                    <a:pt x="90258" y="40464"/>
                  </a:lnTo>
                  <a:lnTo>
                    <a:pt x="90807" y="40150"/>
                  </a:lnTo>
                  <a:lnTo>
                    <a:pt x="91277" y="39758"/>
                  </a:lnTo>
                  <a:lnTo>
                    <a:pt x="91591" y="39287"/>
                  </a:lnTo>
                  <a:lnTo>
                    <a:pt x="91905" y="38817"/>
                  </a:lnTo>
                  <a:lnTo>
                    <a:pt x="92062" y="38268"/>
                  </a:lnTo>
                  <a:lnTo>
                    <a:pt x="92140" y="37641"/>
                  </a:lnTo>
                  <a:lnTo>
                    <a:pt x="92140" y="36935"/>
                  </a:lnTo>
                  <a:lnTo>
                    <a:pt x="92062" y="36386"/>
                  </a:lnTo>
                  <a:lnTo>
                    <a:pt x="91905" y="35837"/>
                  </a:lnTo>
                  <a:lnTo>
                    <a:pt x="91591" y="35288"/>
                  </a:lnTo>
                  <a:lnTo>
                    <a:pt x="91277" y="34818"/>
                  </a:lnTo>
                  <a:lnTo>
                    <a:pt x="90807" y="34504"/>
                  </a:lnTo>
                  <a:lnTo>
                    <a:pt x="90258" y="34190"/>
                  </a:lnTo>
                  <a:lnTo>
                    <a:pt x="89709" y="34033"/>
                  </a:lnTo>
                  <a:lnTo>
                    <a:pt x="89160" y="33955"/>
                  </a:lnTo>
                  <a:close/>
                  <a:moveTo>
                    <a:pt x="89160" y="51520"/>
                  </a:moveTo>
                  <a:lnTo>
                    <a:pt x="89631" y="51599"/>
                  </a:lnTo>
                  <a:lnTo>
                    <a:pt x="90101" y="51756"/>
                  </a:lnTo>
                  <a:lnTo>
                    <a:pt x="90493" y="51991"/>
                  </a:lnTo>
                  <a:lnTo>
                    <a:pt x="90885" y="52226"/>
                  </a:lnTo>
                  <a:lnTo>
                    <a:pt x="91121" y="52618"/>
                  </a:lnTo>
                  <a:lnTo>
                    <a:pt x="91356" y="53010"/>
                  </a:lnTo>
                  <a:lnTo>
                    <a:pt x="91513" y="53481"/>
                  </a:lnTo>
                  <a:lnTo>
                    <a:pt x="91591" y="53951"/>
                  </a:lnTo>
                  <a:lnTo>
                    <a:pt x="91591" y="54657"/>
                  </a:lnTo>
                  <a:lnTo>
                    <a:pt x="91513" y="55127"/>
                  </a:lnTo>
                  <a:lnTo>
                    <a:pt x="91356" y="55598"/>
                  </a:lnTo>
                  <a:lnTo>
                    <a:pt x="91121" y="55990"/>
                  </a:lnTo>
                  <a:lnTo>
                    <a:pt x="90885" y="56382"/>
                  </a:lnTo>
                  <a:lnTo>
                    <a:pt x="90493" y="56696"/>
                  </a:lnTo>
                  <a:lnTo>
                    <a:pt x="90101" y="56931"/>
                  </a:lnTo>
                  <a:lnTo>
                    <a:pt x="89631" y="57009"/>
                  </a:lnTo>
                  <a:lnTo>
                    <a:pt x="89160" y="57088"/>
                  </a:lnTo>
                  <a:lnTo>
                    <a:pt x="2980" y="57088"/>
                  </a:lnTo>
                  <a:lnTo>
                    <a:pt x="2510" y="57009"/>
                  </a:lnTo>
                  <a:lnTo>
                    <a:pt x="2118" y="56931"/>
                  </a:lnTo>
                  <a:lnTo>
                    <a:pt x="1647" y="56696"/>
                  </a:lnTo>
                  <a:lnTo>
                    <a:pt x="1334" y="56382"/>
                  </a:lnTo>
                  <a:lnTo>
                    <a:pt x="1020" y="55990"/>
                  </a:lnTo>
                  <a:lnTo>
                    <a:pt x="785" y="55598"/>
                  </a:lnTo>
                  <a:lnTo>
                    <a:pt x="628" y="55127"/>
                  </a:lnTo>
                  <a:lnTo>
                    <a:pt x="628" y="54657"/>
                  </a:lnTo>
                  <a:lnTo>
                    <a:pt x="628" y="53951"/>
                  </a:lnTo>
                  <a:lnTo>
                    <a:pt x="628" y="53481"/>
                  </a:lnTo>
                  <a:lnTo>
                    <a:pt x="785" y="53010"/>
                  </a:lnTo>
                  <a:lnTo>
                    <a:pt x="1020" y="52618"/>
                  </a:lnTo>
                  <a:lnTo>
                    <a:pt x="1334" y="52226"/>
                  </a:lnTo>
                  <a:lnTo>
                    <a:pt x="1647" y="51991"/>
                  </a:lnTo>
                  <a:lnTo>
                    <a:pt x="2118" y="51756"/>
                  </a:lnTo>
                  <a:lnTo>
                    <a:pt x="2510" y="51599"/>
                  </a:lnTo>
                  <a:lnTo>
                    <a:pt x="2980" y="51520"/>
                  </a:lnTo>
                  <a:close/>
                  <a:moveTo>
                    <a:pt x="2980" y="50971"/>
                  </a:moveTo>
                  <a:lnTo>
                    <a:pt x="2431" y="51050"/>
                  </a:lnTo>
                  <a:lnTo>
                    <a:pt x="1883" y="51207"/>
                  </a:lnTo>
                  <a:lnTo>
                    <a:pt x="1334" y="51520"/>
                  </a:lnTo>
                  <a:lnTo>
                    <a:pt x="942" y="51834"/>
                  </a:lnTo>
                  <a:lnTo>
                    <a:pt x="549" y="52304"/>
                  </a:lnTo>
                  <a:lnTo>
                    <a:pt x="236" y="52853"/>
                  </a:lnTo>
                  <a:lnTo>
                    <a:pt x="79" y="53402"/>
                  </a:lnTo>
                  <a:lnTo>
                    <a:pt x="1" y="53951"/>
                  </a:lnTo>
                  <a:lnTo>
                    <a:pt x="1" y="54657"/>
                  </a:lnTo>
                  <a:lnTo>
                    <a:pt x="79" y="55284"/>
                  </a:lnTo>
                  <a:lnTo>
                    <a:pt x="236" y="55833"/>
                  </a:lnTo>
                  <a:lnTo>
                    <a:pt x="549" y="56304"/>
                  </a:lnTo>
                  <a:lnTo>
                    <a:pt x="942" y="56774"/>
                  </a:lnTo>
                  <a:lnTo>
                    <a:pt x="1334" y="57166"/>
                  </a:lnTo>
                  <a:lnTo>
                    <a:pt x="1883" y="57402"/>
                  </a:lnTo>
                  <a:lnTo>
                    <a:pt x="2431" y="57637"/>
                  </a:lnTo>
                  <a:lnTo>
                    <a:pt x="89709" y="57637"/>
                  </a:lnTo>
                  <a:lnTo>
                    <a:pt x="90258" y="57402"/>
                  </a:lnTo>
                  <a:lnTo>
                    <a:pt x="90807" y="57166"/>
                  </a:lnTo>
                  <a:lnTo>
                    <a:pt x="91277" y="56774"/>
                  </a:lnTo>
                  <a:lnTo>
                    <a:pt x="91591" y="56304"/>
                  </a:lnTo>
                  <a:lnTo>
                    <a:pt x="91905" y="55833"/>
                  </a:lnTo>
                  <a:lnTo>
                    <a:pt x="92062" y="55284"/>
                  </a:lnTo>
                  <a:lnTo>
                    <a:pt x="92140" y="54657"/>
                  </a:lnTo>
                  <a:lnTo>
                    <a:pt x="92140" y="53951"/>
                  </a:lnTo>
                  <a:lnTo>
                    <a:pt x="92062" y="53402"/>
                  </a:lnTo>
                  <a:lnTo>
                    <a:pt x="91905" y="52853"/>
                  </a:lnTo>
                  <a:lnTo>
                    <a:pt x="91591" y="52304"/>
                  </a:lnTo>
                  <a:lnTo>
                    <a:pt x="91277" y="51834"/>
                  </a:lnTo>
                  <a:lnTo>
                    <a:pt x="90807" y="51520"/>
                  </a:lnTo>
                  <a:lnTo>
                    <a:pt x="90258" y="51207"/>
                  </a:lnTo>
                  <a:lnTo>
                    <a:pt x="89709" y="51050"/>
                  </a:lnTo>
                  <a:lnTo>
                    <a:pt x="89160" y="50971"/>
                  </a:lnTo>
                  <a:close/>
                  <a:moveTo>
                    <a:pt x="89160" y="68537"/>
                  </a:moveTo>
                  <a:lnTo>
                    <a:pt x="89631" y="68615"/>
                  </a:lnTo>
                  <a:lnTo>
                    <a:pt x="90101" y="68772"/>
                  </a:lnTo>
                  <a:lnTo>
                    <a:pt x="90493" y="68929"/>
                  </a:lnTo>
                  <a:lnTo>
                    <a:pt x="90885" y="69242"/>
                  </a:lnTo>
                  <a:lnTo>
                    <a:pt x="91121" y="69635"/>
                  </a:lnTo>
                  <a:lnTo>
                    <a:pt x="91356" y="70027"/>
                  </a:lnTo>
                  <a:lnTo>
                    <a:pt x="91513" y="70497"/>
                  </a:lnTo>
                  <a:lnTo>
                    <a:pt x="91591" y="70968"/>
                  </a:lnTo>
                  <a:lnTo>
                    <a:pt x="91591" y="71673"/>
                  </a:lnTo>
                  <a:lnTo>
                    <a:pt x="91513" y="72144"/>
                  </a:lnTo>
                  <a:lnTo>
                    <a:pt x="91356" y="72614"/>
                  </a:lnTo>
                  <a:lnTo>
                    <a:pt x="91121" y="73006"/>
                  </a:lnTo>
                  <a:lnTo>
                    <a:pt x="90885" y="73399"/>
                  </a:lnTo>
                  <a:lnTo>
                    <a:pt x="90493" y="73712"/>
                  </a:lnTo>
                  <a:lnTo>
                    <a:pt x="90101" y="73947"/>
                  </a:lnTo>
                  <a:lnTo>
                    <a:pt x="89631" y="74026"/>
                  </a:lnTo>
                  <a:lnTo>
                    <a:pt x="89160" y="74104"/>
                  </a:lnTo>
                  <a:lnTo>
                    <a:pt x="2980" y="74104"/>
                  </a:lnTo>
                  <a:lnTo>
                    <a:pt x="2510" y="74026"/>
                  </a:lnTo>
                  <a:lnTo>
                    <a:pt x="2118" y="73947"/>
                  </a:lnTo>
                  <a:lnTo>
                    <a:pt x="1647" y="73712"/>
                  </a:lnTo>
                  <a:lnTo>
                    <a:pt x="1334" y="73399"/>
                  </a:lnTo>
                  <a:lnTo>
                    <a:pt x="1020" y="73006"/>
                  </a:lnTo>
                  <a:lnTo>
                    <a:pt x="785" y="72614"/>
                  </a:lnTo>
                  <a:lnTo>
                    <a:pt x="628" y="72144"/>
                  </a:lnTo>
                  <a:lnTo>
                    <a:pt x="628" y="71673"/>
                  </a:lnTo>
                  <a:lnTo>
                    <a:pt x="628" y="70968"/>
                  </a:lnTo>
                  <a:lnTo>
                    <a:pt x="628" y="70497"/>
                  </a:lnTo>
                  <a:lnTo>
                    <a:pt x="785" y="70027"/>
                  </a:lnTo>
                  <a:lnTo>
                    <a:pt x="1020" y="69635"/>
                  </a:lnTo>
                  <a:lnTo>
                    <a:pt x="1334" y="69242"/>
                  </a:lnTo>
                  <a:lnTo>
                    <a:pt x="1647" y="68929"/>
                  </a:lnTo>
                  <a:lnTo>
                    <a:pt x="2118" y="68772"/>
                  </a:lnTo>
                  <a:lnTo>
                    <a:pt x="2510" y="68615"/>
                  </a:lnTo>
                  <a:lnTo>
                    <a:pt x="2980" y="68537"/>
                  </a:lnTo>
                  <a:close/>
                  <a:moveTo>
                    <a:pt x="2980" y="67988"/>
                  </a:moveTo>
                  <a:lnTo>
                    <a:pt x="2431" y="68066"/>
                  </a:lnTo>
                  <a:lnTo>
                    <a:pt x="1883" y="68223"/>
                  </a:lnTo>
                  <a:lnTo>
                    <a:pt x="1334" y="68458"/>
                  </a:lnTo>
                  <a:lnTo>
                    <a:pt x="942" y="68850"/>
                  </a:lnTo>
                  <a:lnTo>
                    <a:pt x="549" y="69321"/>
                  </a:lnTo>
                  <a:lnTo>
                    <a:pt x="236" y="69870"/>
                  </a:lnTo>
                  <a:lnTo>
                    <a:pt x="79" y="70419"/>
                  </a:lnTo>
                  <a:lnTo>
                    <a:pt x="1" y="70968"/>
                  </a:lnTo>
                  <a:lnTo>
                    <a:pt x="1" y="71673"/>
                  </a:lnTo>
                  <a:lnTo>
                    <a:pt x="79" y="72301"/>
                  </a:lnTo>
                  <a:lnTo>
                    <a:pt x="236" y="72850"/>
                  </a:lnTo>
                  <a:lnTo>
                    <a:pt x="549" y="73320"/>
                  </a:lnTo>
                  <a:lnTo>
                    <a:pt x="942" y="73791"/>
                  </a:lnTo>
                  <a:lnTo>
                    <a:pt x="1334" y="74183"/>
                  </a:lnTo>
                  <a:lnTo>
                    <a:pt x="1883" y="74418"/>
                  </a:lnTo>
                  <a:lnTo>
                    <a:pt x="2431" y="74575"/>
                  </a:lnTo>
                  <a:lnTo>
                    <a:pt x="2980" y="74653"/>
                  </a:lnTo>
                  <a:lnTo>
                    <a:pt x="89631" y="74653"/>
                  </a:lnTo>
                  <a:lnTo>
                    <a:pt x="90180" y="74496"/>
                  </a:lnTo>
                  <a:lnTo>
                    <a:pt x="90650" y="74261"/>
                  </a:lnTo>
                  <a:lnTo>
                    <a:pt x="91042" y="73947"/>
                  </a:lnTo>
                  <a:lnTo>
                    <a:pt x="91042" y="74026"/>
                  </a:lnTo>
                  <a:lnTo>
                    <a:pt x="91199" y="73869"/>
                  </a:lnTo>
                  <a:lnTo>
                    <a:pt x="91277" y="73791"/>
                  </a:lnTo>
                  <a:lnTo>
                    <a:pt x="91277" y="73712"/>
                  </a:lnTo>
                  <a:lnTo>
                    <a:pt x="91434" y="73555"/>
                  </a:lnTo>
                  <a:lnTo>
                    <a:pt x="91748" y="73163"/>
                  </a:lnTo>
                  <a:lnTo>
                    <a:pt x="91905" y="72693"/>
                  </a:lnTo>
                  <a:lnTo>
                    <a:pt x="92062" y="72222"/>
                  </a:lnTo>
                  <a:lnTo>
                    <a:pt x="92140" y="71673"/>
                  </a:lnTo>
                  <a:lnTo>
                    <a:pt x="92140" y="70968"/>
                  </a:lnTo>
                  <a:lnTo>
                    <a:pt x="92062" y="70419"/>
                  </a:lnTo>
                  <a:lnTo>
                    <a:pt x="91905" y="69870"/>
                  </a:lnTo>
                  <a:lnTo>
                    <a:pt x="91591" y="69321"/>
                  </a:lnTo>
                  <a:lnTo>
                    <a:pt x="91277" y="68850"/>
                  </a:lnTo>
                  <a:lnTo>
                    <a:pt x="90807" y="68458"/>
                  </a:lnTo>
                  <a:lnTo>
                    <a:pt x="90258" y="68223"/>
                  </a:lnTo>
                  <a:lnTo>
                    <a:pt x="89709" y="68066"/>
                  </a:lnTo>
                  <a:lnTo>
                    <a:pt x="89160" y="67988"/>
                  </a:lnTo>
                  <a:close/>
                  <a:moveTo>
                    <a:pt x="89160" y="85553"/>
                  </a:moveTo>
                  <a:lnTo>
                    <a:pt x="89631" y="85631"/>
                  </a:lnTo>
                  <a:lnTo>
                    <a:pt x="90101" y="85788"/>
                  </a:lnTo>
                  <a:lnTo>
                    <a:pt x="90493" y="85945"/>
                  </a:lnTo>
                  <a:lnTo>
                    <a:pt x="90885" y="86259"/>
                  </a:lnTo>
                  <a:lnTo>
                    <a:pt x="91121" y="86651"/>
                  </a:lnTo>
                  <a:lnTo>
                    <a:pt x="91356" y="87043"/>
                  </a:lnTo>
                  <a:lnTo>
                    <a:pt x="91513" y="87513"/>
                  </a:lnTo>
                  <a:lnTo>
                    <a:pt x="91591" y="87984"/>
                  </a:lnTo>
                  <a:lnTo>
                    <a:pt x="91591" y="88690"/>
                  </a:lnTo>
                  <a:lnTo>
                    <a:pt x="91513" y="89160"/>
                  </a:lnTo>
                  <a:lnTo>
                    <a:pt x="91356" y="89631"/>
                  </a:lnTo>
                  <a:lnTo>
                    <a:pt x="91121" y="90023"/>
                  </a:lnTo>
                  <a:lnTo>
                    <a:pt x="90885" y="90415"/>
                  </a:lnTo>
                  <a:lnTo>
                    <a:pt x="90493" y="90729"/>
                  </a:lnTo>
                  <a:lnTo>
                    <a:pt x="90101" y="90885"/>
                  </a:lnTo>
                  <a:lnTo>
                    <a:pt x="89631" y="91042"/>
                  </a:lnTo>
                  <a:lnTo>
                    <a:pt x="89160" y="91121"/>
                  </a:lnTo>
                  <a:lnTo>
                    <a:pt x="2980" y="91121"/>
                  </a:lnTo>
                  <a:lnTo>
                    <a:pt x="2510" y="91042"/>
                  </a:lnTo>
                  <a:lnTo>
                    <a:pt x="2118" y="90885"/>
                  </a:lnTo>
                  <a:lnTo>
                    <a:pt x="1647" y="90729"/>
                  </a:lnTo>
                  <a:lnTo>
                    <a:pt x="1334" y="90415"/>
                  </a:lnTo>
                  <a:lnTo>
                    <a:pt x="1020" y="90023"/>
                  </a:lnTo>
                  <a:lnTo>
                    <a:pt x="785" y="89631"/>
                  </a:lnTo>
                  <a:lnTo>
                    <a:pt x="628" y="89160"/>
                  </a:lnTo>
                  <a:lnTo>
                    <a:pt x="628" y="88690"/>
                  </a:lnTo>
                  <a:lnTo>
                    <a:pt x="628" y="87984"/>
                  </a:lnTo>
                  <a:lnTo>
                    <a:pt x="628" y="87513"/>
                  </a:lnTo>
                  <a:lnTo>
                    <a:pt x="785" y="87043"/>
                  </a:lnTo>
                  <a:lnTo>
                    <a:pt x="1020" y="86651"/>
                  </a:lnTo>
                  <a:lnTo>
                    <a:pt x="1334" y="86259"/>
                  </a:lnTo>
                  <a:lnTo>
                    <a:pt x="1647" y="85945"/>
                  </a:lnTo>
                  <a:lnTo>
                    <a:pt x="2118" y="85788"/>
                  </a:lnTo>
                  <a:lnTo>
                    <a:pt x="2510" y="85631"/>
                  </a:lnTo>
                  <a:lnTo>
                    <a:pt x="2980" y="85553"/>
                  </a:lnTo>
                  <a:close/>
                  <a:moveTo>
                    <a:pt x="2980" y="85004"/>
                  </a:moveTo>
                  <a:lnTo>
                    <a:pt x="2431" y="85083"/>
                  </a:lnTo>
                  <a:lnTo>
                    <a:pt x="1883" y="85239"/>
                  </a:lnTo>
                  <a:lnTo>
                    <a:pt x="1334" y="85475"/>
                  </a:lnTo>
                  <a:lnTo>
                    <a:pt x="942" y="85867"/>
                  </a:lnTo>
                  <a:lnTo>
                    <a:pt x="549" y="86337"/>
                  </a:lnTo>
                  <a:lnTo>
                    <a:pt x="236" y="86808"/>
                  </a:lnTo>
                  <a:lnTo>
                    <a:pt x="79" y="87357"/>
                  </a:lnTo>
                  <a:lnTo>
                    <a:pt x="1" y="87984"/>
                  </a:lnTo>
                  <a:lnTo>
                    <a:pt x="1" y="88690"/>
                  </a:lnTo>
                  <a:lnTo>
                    <a:pt x="79" y="89239"/>
                  </a:lnTo>
                  <a:lnTo>
                    <a:pt x="236" y="89866"/>
                  </a:lnTo>
                  <a:lnTo>
                    <a:pt x="549" y="90336"/>
                  </a:lnTo>
                  <a:lnTo>
                    <a:pt x="942" y="90807"/>
                  </a:lnTo>
                  <a:lnTo>
                    <a:pt x="1334" y="91199"/>
                  </a:lnTo>
                  <a:lnTo>
                    <a:pt x="1883" y="91434"/>
                  </a:lnTo>
                  <a:lnTo>
                    <a:pt x="2431" y="91591"/>
                  </a:lnTo>
                  <a:lnTo>
                    <a:pt x="2980" y="91670"/>
                  </a:lnTo>
                  <a:lnTo>
                    <a:pt x="89160" y="91670"/>
                  </a:lnTo>
                  <a:lnTo>
                    <a:pt x="89709" y="91591"/>
                  </a:lnTo>
                  <a:lnTo>
                    <a:pt x="90258" y="91434"/>
                  </a:lnTo>
                  <a:lnTo>
                    <a:pt x="90807" y="91199"/>
                  </a:lnTo>
                  <a:lnTo>
                    <a:pt x="91277" y="90807"/>
                  </a:lnTo>
                  <a:lnTo>
                    <a:pt x="91591" y="90336"/>
                  </a:lnTo>
                  <a:lnTo>
                    <a:pt x="91905" y="89866"/>
                  </a:lnTo>
                  <a:lnTo>
                    <a:pt x="92062" y="89239"/>
                  </a:lnTo>
                  <a:lnTo>
                    <a:pt x="92140" y="88690"/>
                  </a:lnTo>
                  <a:lnTo>
                    <a:pt x="92140" y="87984"/>
                  </a:lnTo>
                  <a:lnTo>
                    <a:pt x="92062" y="87357"/>
                  </a:lnTo>
                  <a:lnTo>
                    <a:pt x="91905" y="86808"/>
                  </a:lnTo>
                  <a:lnTo>
                    <a:pt x="91591" y="86337"/>
                  </a:lnTo>
                  <a:lnTo>
                    <a:pt x="91277" y="85867"/>
                  </a:lnTo>
                  <a:lnTo>
                    <a:pt x="90807" y="85475"/>
                  </a:lnTo>
                  <a:lnTo>
                    <a:pt x="90258" y="85239"/>
                  </a:lnTo>
                  <a:lnTo>
                    <a:pt x="89709" y="85083"/>
                  </a:lnTo>
                  <a:lnTo>
                    <a:pt x="89160" y="85004"/>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8" name="Google Shape;528;p40"/>
            <p:cNvSpPr/>
            <p:nvPr/>
          </p:nvSpPr>
          <p:spPr>
            <a:xfrm>
              <a:off x="4999950" y="1343050"/>
              <a:ext cx="2301550" cy="2291750"/>
            </a:xfrm>
            <a:custGeom>
              <a:avLst/>
              <a:gdLst/>
              <a:ahLst/>
              <a:cxnLst/>
              <a:rect l="l" t="t" r="r" b="b"/>
              <a:pathLst>
                <a:path w="92062" h="91670" extrusionOk="0">
                  <a:moveTo>
                    <a:pt x="1" y="2981"/>
                  </a:moveTo>
                  <a:lnTo>
                    <a:pt x="1" y="2981"/>
                  </a:lnTo>
                  <a:lnTo>
                    <a:pt x="79" y="2432"/>
                  </a:lnTo>
                  <a:lnTo>
                    <a:pt x="236" y="1883"/>
                  </a:lnTo>
                  <a:lnTo>
                    <a:pt x="471" y="1334"/>
                  </a:lnTo>
                  <a:lnTo>
                    <a:pt x="863" y="863"/>
                  </a:lnTo>
                  <a:lnTo>
                    <a:pt x="863" y="863"/>
                  </a:lnTo>
                  <a:lnTo>
                    <a:pt x="1334" y="471"/>
                  </a:lnTo>
                  <a:lnTo>
                    <a:pt x="1804" y="236"/>
                  </a:lnTo>
                  <a:lnTo>
                    <a:pt x="2432" y="79"/>
                  </a:lnTo>
                  <a:lnTo>
                    <a:pt x="2981" y="1"/>
                  </a:lnTo>
                  <a:lnTo>
                    <a:pt x="89082" y="1"/>
                  </a:lnTo>
                  <a:lnTo>
                    <a:pt x="89082" y="1"/>
                  </a:lnTo>
                  <a:lnTo>
                    <a:pt x="89709" y="79"/>
                  </a:lnTo>
                  <a:lnTo>
                    <a:pt x="90258" y="236"/>
                  </a:lnTo>
                  <a:lnTo>
                    <a:pt x="90258" y="236"/>
                  </a:lnTo>
                  <a:lnTo>
                    <a:pt x="90729" y="471"/>
                  </a:lnTo>
                  <a:lnTo>
                    <a:pt x="91199" y="863"/>
                  </a:lnTo>
                  <a:lnTo>
                    <a:pt x="91199" y="863"/>
                  </a:lnTo>
                  <a:lnTo>
                    <a:pt x="91591" y="1334"/>
                  </a:lnTo>
                  <a:lnTo>
                    <a:pt x="91827" y="1883"/>
                  </a:lnTo>
                  <a:lnTo>
                    <a:pt x="91827" y="1883"/>
                  </a:lnTo>
                  <a:lnTo>
                    <a:pt x="92062" y="2432"/>
                  </a:lnTo>
                  <a:lnTo>
                    <a:pt x="92062" y="2981"/>
                  </a:lnTo>
                  <a:lnTo>
                    <a:pt x="92062" y="3686"/>
                  </a:lnTo>
                  <a:lnTo>
                    <a:pt x="92062" y="3686"/>
                  </a:lnTo>
                  <a:lnTo>
                    <a:pt x="92062" y="4314"/>
                  </a:lnTo>
                  <a:lnTo>
                    <a:pt x="91827" y="4863"/>
                  </a:lnTo>
                  <a:lnTo>
                    <a:pt x="91591" y="5333"/>
                  </a:lnTo>
                  <a:lnTo>
                    <a:pt x="91199" y="5804"/>
                  </a:lnTo>
                  <a:lnTo>
                    <a:pt x="91199" y="5804"/>
                  </a:lnTo>
                  <a:lnTo>
                    <a:pt x="90729" y="6196"/>
                  </a:lnTo>
                  <a:lnTo>
                    <a:pt x="90258" y="6431"/>
                  </a:lnTo>
                  <a:lnTo>
                    <a:pt x="89709" y="6588"/>
                  </a:lnTo>
                  <a:lnTo>
                    <a:pt x="89082" y="6666"/>
                  </a:lnTo>
                  <a:lnTo>
                    <a:pt x="2981" y="6666"/>
                  </a:lnTo>
                  <a:lnTo>
                    <a:pt x="2981" y="6666"/>
                  </a:lnTo>
                  <a:lnTo>
                    <a:pt x="2432" y="6588"/>
                  </a:lnTo>
                  <a:lnTo>
                    <a:pt x="1804" y="6431"/>
                  </a:lnTo>
                  <a:lnTo>
                    <a:pt x="1334" y="6196"/>
                  </a:lnTo>
                  <a:lnTo>
                    <a:pt x="863" y="5804"/>
                  </a:lnTo>
                  <a:lnTo>
                    <a:pt x="863" y="5804"/>
                  </a:lnTo>
                  <a:lnTo>
                    <a:pt x="471" y="5333"/>
                  </a:lnTo>
                  <a:lnTo>
                    <a:pt x="236" y="4863"/>
                  </a:lnTo>
                  <a:lnTo>
                    <a:pt x="79" y="4314"/>
                  </a:lnTo>
                  <a:lnTo>
                    <a:pt x="1" y="3686"/>
                  </a:lnTo>
                  <a:lnTo>
                    <a:pt x="1" y="2981"/>
                  </a:lnTo>
                  <a:close/>
                  <a:moveTo>
                    <a:pt x="1" y="20703"/>
                  </a:moveTo>
                  <a:lnTo>
                    <a:pt x="1" y="20703"/>
                  </a:lnTo>
                  <a:lnTo>
                    <a:pt x="79" y="21252"/>
                  </a:lnTo>
                  <a:lnTo>
                    <a:pt x="236" y="21879"/>
                  </a:lnTo>
                  <a:lnTo>
                    <a:pt x="471" y="22349"/>
                  </a:lnTo>
                  <a:lnTo>
                    <a:pt x="863" y="22820"/>
                  </a:lnTo>
                  <a:lnTo>
                    <a:pt x="863" y="22820"/>
                  </a:lnTo>
                  <a:lnTo>
                    <a:pt x="1334" y="23212"/>
                  </a:lnTo>
                  <a:lnTo>
                    <a:pt x="1804" y="23447"/>
                  </a:lnTo>
                  <a:lnTo>
                    <a:pt x="2432" y="23604"/>
                  </a:lnTo>
                  <a:lnTo>
                    <a:pt x="2981" y="23683"/>
                  </a:lnTo>
                  <a:lnTo>
                    <a:pt x="89082" y="23683"/>
                  </a:lnTo>
                  <a:lnTo>
                    <a:pt x="89082" y="23683"/>
                  </a:lnTo>
                  <a:lnTo>
                    <a:pt x="89709" y="23604"/>
                  </a:lnTo>
                  <a:lnTo>
                    <a:pt x="90258" y="23447"/>
                  </a:lnTo>
                  <a:lnTo>
                    <a:pt x="90729" y="23212"/>
                  </a:lnTo>
                  <a:lnTo>
                    <a:pt x="91199" y="22820"/>
                  </a:lnTo>
                  <a:lnTo>
                    <a:pt x="91199" y="22820"/>
                  </a:lnTo>
                  <a:lnTo>
                    <a:pt x="91591" y="22349"/>
                  </a:lnTo>
                  <a:lnTo>
                    <a:pt x="91827" y="21879"/>
                  </a:lnTo>
                  <a:lnTo>
                    <a:pt x="92062" y="21252"/>
                  </a:lnTo>
                  <a:lnTo>
                    <a:pt x="92062" y="20703"/>
                  </a:lnTo>
                  <a:lnTo>
                    <a:pt x="92062" y="19997"/>
                  </a:lnTo>
                  <a:lnTo>
                    <a:pt x="92062" y="19997"/>
                  </a:lnTo>
                  <a:lnTo>
                    <a:pt x="92062" y="19448"/>
                  </a:lnTo>
                  <a:lnTo>
                    <a:pt x="91827" y="18821"/>
                  </a:lnTo>
                  <a:lnTo>
                    <a:pt x="91827" y="18821"/>
                  </a:lnTo>
                  <a:lnTo>
                    <a:pt x="91591" y="18350"/>
                  </a:lnTo>
                  <a:lnTo>
                    <a:pt x="91199" y="17880"/>
                  </a:lnTo>
                  <a:lnTo>
                    <a:pt x="91199" y="17880"/>
                  </a:lnTo>
                  <a:lnTo>
                    <a:pt x="90729" y="17488"/>
                  </a:lnTo>
                  <a:lnTo>
                    <a:pt x="90258" y="17252"/>
                  </a:lnTo>
                  <a:lnTo>
                    <a:pt x="90258" y="17252"/>
                  </a:lnTo>
                  <a:lnTo>
                    <a:pt x="89709" y="17096"/>
                  </a:lnTo>
                  <a:lnTo>
                    <a:pt x="89082" y="17017"/>
                  </a:lnTo>
                  <a:lnTo>
                    <a:pt x="2981" y="17017"/>
                  </a:lnTo>
                  <a:lnTo>
                    <a:pt x="2981" y="17017"/>
                  </a:lnTo>
                  <a:lnTo>
                    <a:pt x="2432" y="17096"/>
                  </a:lnTo>
                  <a:lnTo>
                    <a:pt x="1804" y="17252"/>
                  </a:lnTo>
                  <a:lnTo>
                    <a:pt x="1334" y="17488"/>
                  </a:lnTo>
                  <a:lnTo>
                    <a:pt x="863" y="17880"/>
                  </a:lnTo>
                  <a:lnTo>
                    <a:pt x="863" y="17880"/>
                  </a:lnTo>
                  <a:lnTo>
                    <a:pt x="471" y="18350"/>
                  </a:lnTo>
                  <a:lnTo>
                    <a:pt x="236" y="18821"/>
                  </a:lnTo>
                  <a:lnTo>
                    <a:pt x="79" y="19448"/>
                  </a:lnTo>
                  <a:lnTo>
                    <a:pt x="1" y="19997"/>
                  </a:lnTo>
                  <a:lnTo>
                    <a:pt x="1" y="20703"/>
                  </a:lnTo>
                  <a:close/>
                  <a:moveTo>
                    <a:pt x="1" y="37719"/>
                  </a:moveTo>
                  <a:lnTo>
                    <a:pt x="1" y="37719"/>
                  </a:lnTo>
                  <a:lnTo>
                    <a:pt x="79" y="38268"/>
                  </a:lnTo>
                  <a:lnTo>
                    <a:pt x="236" y="38817"/>
                  </a:lnTo>
                  <a:lnTo>
                    <a:pt x="471" y="39366"/>
                  </a:lnTo>
                  <a:lnTo>
                    <a:pt x="863" y="39836"/>
                  </a:lnTo>
                  <a:lnTo>
                    <a:pt x="863" y="39836"/>
                  </a:lnTo>
                  <a:lnTo>
                    <a:pt x="1334" y="40228"/>
                  </a:lnTo>
                  <a:lnTo>
                    <a:pt x="1804" y="40464"/>
                  </a:lnTo>
                  <a:lnTo>
                    <a:pt x="2432" y="40620"/>
                  </a:lnTo>
                  <a:lnTo>
                    <a:pt x="2981" y="40699"/>
                  </a:lnTo>
                  <a:lnTo>
                    <a:pt x="89082" y="40699"/>
                  </a:lnTo>
                  <a:lnTo>
                    <a:pt x="89082" y="40699"/>
                  </a:lnTo>
                  <a:lnTo>
                    <a:pt x="89709" y="40620"/>
                  </a:lnTo>
                  <a:lnTo>
                    <a:pt x="90258" y="40464"/>
                  </a:lnTo>
                  <a:lnTo>
                    <a:pt x="90729" y="40228"/>
                  </a:lnTo>
                  <a:lnTo>
                    <a:pt x="91199" y="39836"/>
                  </a:lnTo>
                  <a:lnTo>
                    <a:pt x="91199" y="39836"/>
                  </a:lnTo>
                  <a:lnTo>
                    <a:pt x="91591" y="39366"/>
                  </a:lnTo>
                  <a:lnTo>
                    <a:pt x="91827" y="38817"/>
                  </a:lnTo>
                  <a:lnTo>
                    <a:pt x="92062" y="38268"/>
                  </a:lnTo>
                  <a:lnTo>
                    <a:pt x="92062" y="37719"/>
                  </a:lnTo>
                  <a:lnTo>
                    <a:pt x="92062" y="37013"/>
                  </a:lnTo>
                  <a:lnTo>
                    <a:pt x="92062" y="37013"/>
                  </a:lnTo>
                  <a:lnTo>
                    <a:pt x="92062" y="36386"/>
                  </a:lnTo>
                  <a:lnTo>
                    <a:pt x="91827" y="35837"/>
                  </a:lnTo>
                  <a:lnTo>
                    <a:pt x="91591" y="35367"/>
                  </a:lnTo>
                  <a:lnTo>
                    <a:pt x="91199" y="34896"/>
                  </a:lnTo>
                  <a:lnTo>
                    <a:pt x="91199" y="34896"/>
                  </a:lnTo>
                  <a:lnTo>
                    <a:pt x="90729" y="34504"/>
                  </a:lnTo>
                  <a:lnTo>
                    <a:pt x="90258" y="34269"/>
                  </a:lnTo>
                  <a:lnTo>
                    <a:pt x="89709" y="34112"/>
                  </a:lnTo>
                  <a:lnTo>
                    <a:pt x="89082" y="34034"/>
                  </a:lnTo>
                  <a:lnTo>
                    <a:pt x="2981" y="34034"/>
                  </a:lnTo>
                  <a:lnTo>
                    <a:pt x="2981" y="34034"/>
                  </a:lnTo>
                  <a:lnTo>
                    <a:pt x="2432" y="34112"/>
                  </a:lnTo>
                  <a:lnTo>
                    <a:pt x="1804" y="34269"/>
                  </a:lnTo>
                  <a:lnTo>
                    <a:pt x="1334" y="34504"/>
                  </a:lnTo>
                  <a:lnTo>
                    <a:pt x="863" y="34896"/>
                  </a:lnTo>
                  <a:lnTo>
                    <a:pt x="863" y="34896"/>
                  </a:lnTo>
                  <a:lnTo>
                    <a:pt x="471" y="35367"/>
                  </a:lnTo>
                  <a:lnTo>
                    <a:pt x="236" y="35837"/>
                  </a:lnTo>
                  <a:lnTo>
                    <a:pt x="79" y="36386"/>
                  </a:lnTo>
                  <a:lnTo>
                    <a:pt x="1" y="37013"/>
                  </a:lnTo>
                  <a:lnTo>
                    <a:pt x="1" y="37719"/>
                  </a:lnTo>
                  <a:close/>
                  <a:moveTo>
                    <a:pt x="1" y="54735"/>
                  </a:moveTo>
                  <a:lnTo>
                    <a:pt x="1" y="54735"/>
                  </a:lnTo>
                  <a:lnTo>
                    <a:pt x="79" y="55284"/>
                  </a:lnTo>
                  <a:lnTo>
                    <a:pt x="236" y="55833"/>
                  </a:lnTo>
                  <a:lnTo>
                    <a:pt x="471" y="56382"/>
                  </a:lnTo>
                  <a:lnTo>
                    <a:pt x="863" y="56853"/>
                  </a:lnTo>
                  <a:lnTo>
                    <a:pt x="863" y="56853"/>
                  </a:lnTo>
                  <a:lnTo>
                    <a:pt x="1334" y="57166"/>
                  </a:lnTo>
                  <a:lnTo>
                    <a:pt x="1804" y="57480"/>
                  </a:lnTo>
                  <a:lnTo>
                    <a:pt x="2432" y="57637"/>
                  </a:lnTo>
                  <a:lnTo>
                    <a:pt x="2981" y="57715"/>
                  </a:lnTo>
                  <a:lnTo>
                    <a:pt x="89082" y="57715"/>
                  </a:lnTo>
                  <a:lnTo>
                    <a:pt x="89082" y="57715"/>
                  </a:lnTo>
                  <a:lnTo>
                    <a:pt x="89709" y="57637"/>
                  </a:lnTo>
                  <a:lnTo>
                    <a:pt x="90258" y="57480"/>
                  </a:lnTo>
                  <a:lnTo>
                    <a:pt x="90729" y="57166"/>
                  </a:lnTo>
                  <a:lnTo>
                    <a:pt x="91199" y="56853"/>
                  </a:lnTo>
                  <a:lnTo>
                    <a:pt x="91199" y="56853"/>
                  </a:lnTo>
                  <a:lnTo>
                    <a:pt x="91591" y="56382"/>
                  </a:lnTo>
                  <a:lnTo>
                    <a:pt x="91827" y="55833"/>
                  </a:lnTo>
                  <a:lnTo>
                    <a:pt x="92062" y="55284"/>
                  </a:lnTo>
                  <a:lnTo>
                    <a:pt x="92062" y="54735"/>
                  </a:lnTo>
                  <a:lnTo>
                    <a:pt x="92062" y="54030"/>
                  </a:lnTo>
                  <a:lnTo>
                    <a:pt x="92062" y="54030"/>
                  </a:lnTo>
                  <a:lnTo>
                    <a:pt x="92062" y="53402"/>
                  </a:lnTo>
                  <a:lnTo>
                    <a:pt x="91827" y="52853"/>
                  </a:lnTo>
                  <a:lnTo>
                    <a:pt x="91591" y="52383"/>
                  </a:lnTo>
                  <a:lnTo>
                    <a:pt x="91199" y="51912"/>
                  </a:lnTo>
                  <a:lnTo>
                    <a:pt x="91199" y="51912"/>
                  </a:lnTo>
                  <a:lnTo>
                    <a:pt x="90729" y="51520"/>
                  </a:lnTo>
                  <a:lnTo>
                    <a:pt x="90258" y="51285"/>
                  </a:lnTo>
                  <a:lnTo>
                    <a:pt x="89709" y="51050"/>
                  </a:lnTo>
                  <a:lnTo>
                    <a:pt x="89082" y="51050"/>
                  </a:lnTo>
                  <a:lnTo>
                    <a:pt x="2981" y="51050"/>
                  </a:lnTo>
                  <a:lnTo>
                    <a:pt x="2981" y="51050"/>
                  </a:lnTo>
                  <a:lnTo>
                    <a:pt x="2432" y="51050"/>
                  </a:lnTo>
                  <a:lnTo>
                    <a:pt x="1804" y="51285"/>
                  </a:lnTo>
                  <a:lnTo>
                    <a:pt x="1334" y="51520"/>
                  </a:lnTo>
                  <a:lnTo>
                    <a:pt x="863" y="51912"/>
                  </a:lnTo>
                  <a:lnTo>
                    <a:pt x="863" y="51912"/>
                  </a:lnTo>
                  <a:lnTo>
                    <a:pt x="471" y="52383"/>
                  </a:lnTo>
                  <a:lnTo>
                    <a:pt x="236" y="52853"/>
                  </a:lnTo>
                  <a:lnTo>
                    <a:pt x="79" y="53402"/>
                  </a:lnTo>
                  <a:lnTo>
                    <a:pt x="1" y="54030"/>
                  </a:lnTo>
                  <a:lnTo>
                    <a:pt x="1" y="54735"/>
                  </a:lnTo>
                  <a:close/>
                  <a:moveTo>
                    <a:pt x="1" y="71752"/>
                  </a:moveTo>
                  <a:lnTo>
                    <a:pt x="1" y="71752"/>
                  </a:lnTo>
                  <a:lnTo>
                    <a:pt x="79" y="72301"/>
                  </a:lnTo>
                  <a:lnTo>
                    <a:pt x="236" y="72850"/>
                  </a:lnTo>
                  <a:lnTo>
                    <a:pt x="471" y="73399"/>
                  </a:lnTo>
                  <a:lnTo>
                    <a:pt x="863" y="73791"/>
                  </a:lnTo>
                  <a:lnTo>
                    <a:pt x="863" y="73791"/>
                  </a:lnTo>
                  <a:lnTo>
                    <a:pt x="1334" y="74183"/>
                  </a:lnTo>
                  <a:lnTo>
                    <a:pt x="1804" y="74496"/>
                  </a:lnTo>
                  <a:lnTo>
                    <a:pt x="2432" y="74653"/>
                  </a:lnTo>
                  <a:lnTo>
                    <a:pt x="2981" y="74732"/>
                  </a:lnTo>
                  <a:lnTo>
                    <a:pt x="89082" y="74732"/>
                  </a:lnTo>
                  <a:lnTo>
                    <a:pt x="89082" y="74732"/>
                  </a:lnTo>
                  <a:lnTo>
                    <a:pt x="89709" y="74653"/>
                  </a:lnTo>
                  <a:lnTo>
                    <a:pt x="90258" y="74496"/>
                  </a:lnTo>
                  <a:lnTo>
                    <a:pt x="90729" y="74183"/>
                  </a:lnTo>
                  <a:lnTo>
                    <a:pt x="91199" y="73791"/>
                  </a:lnTo>
                  <a:lnTo>
                    <a:pt x="91199" y="73791"/>
                  </a:lnTo>
                  <a:lnTo>
                    <a:pt x="91591" y="73399"/>
                  </a:lnTo>
                  <a:lnTo>
                    <a:pt x="91827" y="72850"/>
                  </a:lnTo>
                  <a:lnTo>
                    <a:pt x="92062" y="72301"/>
                  </a:lnTo>
                  <a:lnTo>
                    <a:pt x="92062" y="71752"/>
                  </a:lnTo>
                  <a:lnTo>
                    <a:pt x="92062" y="71046"/>
                  </a:lnTo>
                  <a:lnTo>
                    <a:pt x="92062" y="71046"/>
                  </a:lnTo>
                  <a:lnTo>
                    <a:pt x="92062" y="70419"/>
                  </a:lnTo>
                  <a:lnTo>
                    <a:pt x="91827" y="69870"/>
                  </a:lnTo>
                  <a:lnTo>
                    <a:pt x="91591" y="69321"/>
                  </a:lnTo>
                  <a:lnTo>
                    <a:pt x="91199" y="68929"/>
                  </a:lnTo>
                  <a:lnTo>
                    <a:pt x="91199" y="68929"/>
                  </a:lnTo>
                  <a:lnTo>
                    <a:pt x="90729" y="68537"/>
                  </a:lnTo>
                  <a:lnTo>
                    <a:pt x="90258" y="68223"/>
                  </a:lnTo>
                  <a:lnTo>
                    <a:pt x="89709" y="68066"/>
                  </a:lnTo>
                  <a:lnTo>
                    <a:pt x="89082" y="68066"/>
                  </a:lnTo>
                  <a:lnTo>
                    <a:pt x="2981" y="68066"/>
                  </a:lnTo>
                  <a:lnTo>
                    <a:pt x="2981" y="68066"/>
                  </a:lnTo>
                  <a:lnTo>
                    <a:pt x="2432" y="68066"/>
                  </a:lnTo>
                  <a:lnTo>
                    <a:pt x="1804" y="68223"/>
                  </a:lnTo>
                  <a:lnTo>
                    <a:pt x="1804" y="68223"/>
                  </a:lnTo>
                  <a:lnTo>
                    <a:pt x="1334" y="68537"/>
                  </a:lnTo>
                  <a:lnTo>
                    <a:pt x="863" y="68929"/>
                  </a:lnTo>
                  <a:lnTo>
                    <a:pt x="863" y="68929"/>
                  </a:lnTo>
                  <a:lnTo>
                    <a:pt x="471" y="69321"/>
                  </a:lnTo>
                  <a:lnTo>
                    <a:pt x="236" y="69870"/>
                  </a:lnTo>
                  <a:lnTo>
                    <a:pt x="236" y="69870"/>
                  </a:lnTo>
                  <a:lnTo>
                    <a:pt x="79" y="70419"/>
                  </a:lnTo>
                  <a:lnTo>
                    <a:pt x="1" y="71046"/>
                  </a:lnTo>
                  <a:lnTo>
                    <a:pt x="1" y="71752"/>
                  </a:lnTo>
                  <a:close/>
                  <a:moveTo>
                    <a:pt x="1" y="88690"/>
                  </a:moveTo>
                  <a:lnTo>
                    <a:pt x="1" y="88690"/>
                  </a:lnTo>
                  <a:lnTo>
                    <a:pt x="79" y="89317"/>
                  </a:lnTo>
                  <a:lnTo>
                    <a:pt x="236" y="89866"/>
                  </a:lnTo>
                  <a:lnTo>
                    <a:pt x="471" y="90415"/>
                  </a:lnTo>
                  <a:lnTo>
                    <a:pt x="863" y="90807"/>
                  </a:lnTo>
                  <a:lnTo>
                    <a:pt x="863" y="90807"/>
                  </a:lnTo>
                  <a:lnTo>
                    <a:pt x="1334" y="91199"/>
                  </a:lnTo>
                  <a:lnTo>
                    <a:pt x="1804" y="91513"/>
                  </a:lnTo>
                  <a:lnTo>
                    <a:pt x="2432" y="91670"/>
                  </a:lnTo>
                  <a:lnTo>
                    <a:pt x="2981" y="91670"/>
                  </a:lnTo>
                  <a:lnTo>
                    <a:pt x="89082" y="91670"/>
                  </a:lnTo>
                  <a:lnTo>
                    <a:pt x="89082" y="91670"/>
                  </a:lnTo>
                  <a:lnTo>
                    <a:pt x="89709" y="91670"/>
                  </a:lnTo>
                  <a:lnTo>
                    <a:pt x="90258" y="91513"/>
                  </a:lnTo>
                  <a:lnTo>
                    <a:pt x="90729" y="91199"/>
                  </a:lnTo>
                  <a:lnTo>
                    <a:pt x="91199" y="90807"/>
                  </a:lnTo>
                  <a:lnTo>
                    <a:pt x="91199" y="90807"/>
                  </a:lnTo>
                  <a:lnTo>
                    <a:pt x="91591" y="90415"/>
                  </a:lnTo>
                  <a:lnTo>
                    <a:pt x="91827" y="89866"/>
                  </a:lnTo>
                  <a:lnTo>
                    <a:pt x="92062" y="89317"/>
                  </a:lnTo>
                  <a:lnTo>
                    <a:pt x="92062" y="88690"/>
                  </a:lnTo>
                  <a:lnTo>
                    <a:pt x="92062" y="87984"/>
                  </a:lnTo>
                  <a:lnTo>
                    <a:pt x="92062" y="87984"/>
                  </a:lnTo>
                  <a:lnTo>
                    <a:pt x="92062" y="87435"/>
                  </a:lnTo>
                  <a:lnTo>
                    <a:pt x="91827" y="86886"/>
                  </a:lnTo>
                  <a:lnTo>
                    <a:pt x="91591" y="86337"/>
                  </a:lnTo>
                  <a:lnTo>
                    <a:pt x="91199" y="85945"/>
                  </a:lnTo>
                  <a:lnTo>
                    <a:pt x="91199" y="85945"/>
                  </a:lnTo>
                  <a:lnTo>
                    <a:pt x="90729" y="85553"/>
                  </a:lnTo>
                  <a:lnTo>
                    <a:pt x="90258" y="85240"/>
                  </a:lnTo>
                  <a:lnTo>
                    <a:pt x="89709" y="85083"/>
                  </a:lnTo>
                  <a:lnTo>
                    <a:pt x="89082" y="85004"/>
                  </a:lnTo>
                  <a:lnTo>
                    <a:pt x="2981" y="85004"/>
                  </a:lnTo>
                  <a:lnTo>
                    <a:pt x="2981" y="85004"/>
                  </a:lnTo>
                  <a:lnTo>
                    <a:pt x="2432" y="85083"/>
                  </a:lnTo>
                  <a:lnTo>
                    <a:pt x="1804" y="85240"/>
                  </a:lnTo>
                  <a:lnTo>
                    <a:pt x="1334" y="85553"/>
                  </a:lnTo>
                  <a:lnTo>
                    <a:pt x="863" y="85945"/>
                  </a:lnTo>
                  <a:lnTo>
                    <a:pt x="863" y="85945"/>
                  </a:lnTo>
                  <a:lnTo>
                    <a:pt x="471" y="86337"/>
                  </a:lnTo>
                  <a:lnTo>
                    <a:pt x="236" y="86886"/>
                  </a:lnTo>
                  <a:lnTo>
                    <a:pt x="79" y="87435"/>
                  </a:lnTo>
                  <a:lnTo>
                    <a:pt x="1" y="87984"/>
                  </a:lnTo>
                  <a:lnTo>
                    <a:pt x="1" y="8869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29" name="Google Shape;529;p40"/>
          <p:cNvSpPr/>
          <p:nvPr/>
        </p:nvSpPr>
        <p:spPr>
          <a:xfrm>
            <a:off x="304800" y="2282425"/>
            <a:ext cx="3898800" cy="2289000"/>
          </a:xfrm>
          <a:prstGeom prst="roundRect">
            <a:avLst>
              <a:gd name="adj" fmla="val 12204"/>
            </a:avLst>
          </a:prstGeom>
          <a:solidFill>
            <a:schemeClr val="accent6"/>
          </a:solidFill>
          <a:ln>
            <a:noFill/>
          </a:ln>
        </p:spPr>
        <p:txBody>
          <a:bodyPr spcFirstLastPara="1" wrap="square" lIns="57150" tIns="57150" rIns="57150" bIns="57150" anchor="ctr" anchorCtr="0">
            <a:noAutofit/>
          </a:bodyPr>
          <a:lstStyle/>
          <a:p>
            <a:pPr marL="0" lvl="0" indent="0" algn="l" rtl="0">
              <a:spcBef>
                <a:spcPts val="0"/>
              </a:spcBef>
              <a:spcAft>
                <a:spcPts val="0"/>
              </a:spcAft>
              <a:buNone/>
            </a:pPr>
            <a:endParaRPr/>
          </a:p>
        </p:txBody>
      </p:sp>
      <p:sp>
        <p:nvSpPr>
          <p:cNvPr id="530" name="Google Shape;530;p40"/>
          <p:cNvSpPr/>
          <p:nvPr/>
        </p:nvSpPr>
        <p:spPr>
          <a:xfrm>
            <a:off x="3172475" y="114300"/>
            <a:ext cx="5257500" cy="5005500"/>
          </a:xfrm>
          <a:prstGeom prst="round2SameRect">
            <a:avLst>
              <a:gd name="adj1" fmla="val 4688"/>
              <a:gd name="adj2" fmla="val 0"/>
            </a:avLst>
          </a:prstGeom>
          <a:solidFill>
            <a:srgbClr val="F7F7F7"/>
          </a:solidFill>
          <a:ln w="38100" cap="flat" cmpd="sng">
            <a:solidFill>
              <a:schemeClr val="dk1"/>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31" name="Google Shape;531;p40"/>
          <p:cNvSpPr txBox="1">
            <a:spLocks noGrp="1"/>
          </p:cNvSpPr>
          <p:nvPr>
            <p:ph type="subTitle" idx="1"/>
          </p:nvPr>
        </p:nvSpPr>
        <p:spPr>
          <a:xfrm>
            <a:off x="575175" y="2685725"/>
            <a:ext cx="2237100" cy="864900"/>
          </a:xfrm>
          <a:prstGeom prst="rect">
            <a:avLst/>
          </a:prstGeom>
        </p:spPr>
        <p:txBody>
          <a:bodyPr spcFirstLastPara="1" wrap="square" lIns="0" tIns="0" rIns="0" bIns="0" anchor="b" anchorCtr="0">
            <a:normAutofit/>
          </a:bodyPr>
          <a:lstStyle>
            <a:lvl1pPr lvl="0">
              <a:lnSpc>
                <a:spcPct val="100000"/>
              </a:lnSpc>
              <a:spcBef>
                <a:spcPts val="0"/>
              </a:spcBef>
              <a:spcAft>
                <a:spcPts val="0"/>
              </a:spcAft>
              <a:buClr>
                <a:schemeClr val="lt1"/>
              </a:buClr>
              <a:buSzPts val="1400"/>
              <a:buNone/>
              <a:defRPr sz="14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32" name="Google Shape;532;p40"/>
          <p:cNvSpPr txBox="1">
            <a:spLocks noGrp="1"/>
          </p:cNvSpPr>
          <p:nvPr>
            <p:ph type="subTitle" idx="2"/>
          </p:nvPr>
        </p:nvSpPr>
        <p:spPr>
          <a:xfrm>
            <a:off x="575175" y="3626825"/>
            <a:ext cx="2237100" cy="645000"/>
          </a:xfrm>
          <a:prstGeom prst="rect">
            <a:avLst/>
          </a:prstGeom>
        </p:spPr>
        <p:txBody>
          <a:bodyPr spcFirstLastPara="1" wrap="square" lIns="0" tIns="0" rIns="0" bIns="0" anchor="t" anchorCtr="0">
            <a:normAutofit/>
          </a:bodyPr>
          <a:lstStyle>
            <a:lvl1pPr lvl="0" rtl="0">
              <a:lnSpc>
                <a:spcPct val="100000"/>
              </a:lnSpc>
              <a:spcBef>
                <a:spcPts val="0"/>
              </a:spcBef>
              <a:spcAft>
                <a:spcPts val="0"/>
              </a:spcAft>
              <a:buClr>
                <a:schemeClr val="lt1"/>
              </a:buClr>
              <a:buSzPts val="1500"/>
              <a:buFont typeface="IBM Plex Sans Medium"/>
              <a:buNone/>
              <a:defRPr sz="1500">
                <a:solidFill>
                  <a:schemeClr val="lt1"/>
                </a:solidFill>
                <a:latin typeface="IBM Plex Sans Medium"/>
                <a:ea typeface="IBM Plex Sans Medium"/>
                <a:cs typeface="IBM Plex Sans Medium"/>
                <a:sym typeface="IBM Plex Sans Medium"/>
              </a:defRPr>
            </a:lvl1pPr>
            <a:lvl2pPr lvl="1" rtl="0">
              <a:lnSpc>
                <a:spcPct val="100000"/>
              </a:lnSpc>
              <a:spcBef>
                <a:spcPts val="0"/>
              </a:spcBef>
              <a:spcAft>
                <a:spcPts val="0"/>
              </a:spcAft>
              <a:buSzPts val="1800"/>
              <a:buNone/>
              <a:defRPr sz="1800" b="1"/>
            </a:lvl2pPr>
            <a:lvl3pPr lvl="2" rtl="0">
              <a:lnSpc>
                <a:spcPct val="100000"/>
              </a:lnSpc>
              <a:spcBef>
                <a:spcPts val="0"/>
              </a:spcBef>
              <a:spcAft>
                <a:spcPts val="0"/>
              </a:spcAft>
              <a:buSzPts val="1800"/>
              <a:buNone/>
              <a:defRPr sz="1800" b="1"/>
            </a:lvl3pPr>
            <a:lvl4pPr lvl="3" rtl="0">
              <a:lnSpc>
                <a:spcPct val="100000"/>
              </a:lnSpc>
              <a:spcBef>
                <a:spcPts val="0"/>
              </a:spcBef>
              <a:spcAft>
                <a:spcPts val="0"/>
              </a:spcAft>
              <a:buSzPts val="1800"/>
              <a:buNone/>
              <a:defRPr sz="1800" b="1"/>
            </a:lvl4pPr>
            <a:lvl5pPr lvl="4" rtl="0">
              <a:lnSpc>
                <a:spcPct val="100000"/>
              </a:lnSpc>
              <a:spcBef>
                <a:spcPts val="0"/>
              </a:spcBef>
              <a:spcAft>
                <a:spcPts val="0"/>
              </a:spcAft>
              <a:buSzPts val="1800"/>
              <a:buNone/>
              <a:defRPr sz="1800" b="1"/>
            </a:lvl5pPr>
            <a:lvl6pPr lvl="5" rtl="0">
              <a:lnSpc>
                <a:spcPct val="100000"/>
              </a:lnSpc>
              <a:spcBef>
                <a:spcPts val="0"/>
              </a:spcBef>
              <a:spcAft>
                <a:spcPts val="0"/>
              </a:spcAft>
              <a:buSzPts val="1800"/>
              <a:buNone/>
              <a:defRPr sz="1800" b="1"/>
            </a:lvl6pPr>
            <a:lvl7pPr lvl="6" rtl="0">
              <a:lnSpc>
                <a:spcPct val="100000"/>
              </a:lnSpc>
              <a:spcBef>
                <a:spcPts val="0"/>
              </a:spcBef>
              <a:spcAft>
                <a:spcPts val="0"/>
              </a:spcAft>
              <a:buSzPts val="1800"/>
              <a:buNone/>
              <a:defRPr sz="1800" b="1"/>
            </a:lvl7pPr>
            <a:lvl8pPr lvl="7" rtl="0">
              <a:lnSpc>
                <a:spcPct val="100000"/>
              </a:lnSpc>
              <a:spcBef>
                <a:spcPts val="0"/>
              </a:spcBef>
              <a:spcAft>
                <a:spcPts val="0"/>
              </a:spcAft>
              <a:buSzPts val="1800"/>
              <a:buNone/>
              <a:defRPr sz="1800" b="1"/>
            </a:lvl8pPr>
            <a:lvl9pPr lvl="8" rtl="0">
              <a:lnSpc>
                <a:spcPct val="100000"/>
              </a:lnSpc>
              <a:spcBef>
                <a:spcPts val="0"/>
              </a:spcBef>
              <a:spcAft>
                <a:spcPts val="0"/>
              </a:spcAft>
              <a:buSzPts val="1800"/>
              <a:buNone/>
              <a:defRPr sz="1800" b="1"/>
            </a:lvl9pPr>
          </a:lstStyle>
          <a:p>
            <a:endParaRPr/>
          </a:p>
        </p:txBody>
      </p:sp>
      <p:sp>
        <p:nvSpPr>
          <p:cNvPr id="533" name="Google Shape;533;p40"/>
          <p:cNvSpPr txBox="1">
            <a:spLocks noGrp="1"/>
          </p:cNvSpPr>
          <p:nvPr>
            <p:ph type="subTitle" idx="3"/>
          </p:nvPr>
        </p:nvSpPr>
        <p:spPr>
          <a:xfrm>
            <a:off x="3433125" y="3941100"/>
            <a:ext cx="2361000" cy="537000"/>
          </a:xfrm>
          <a:prstGeom prst="rect">
            <a:avLst/>
          </a:prstGeom>
        </p:spPr>
        <p:txBody>
          <a:bodyPr spcFirstLastPara="1" wrap="square" lIns="0" tIns="0" rIns="0" bIns="0" anchor="b" anchorCtr="0">
            <a:normAutofit/>
          </a:bodyPr>
          <a:lstStyle>
            <a:lvl1pPr lvl="0" rtl="0">
              <a:lnSpc>
                <a:spcPct val="100000"/>
              </a:lnSpc>
              <a:spcBef>
                <a:spcPts val="0"/>
              </a:spcBef>
              <a:spcAft>
                <a:spcPts val="0"/>
              </a:spcAft>
              <a:buClr>
                <a:schemeClr val="dk1"/>
              </a:buClr>
              <a:buSzPts val="1600"/>
              <a:buNone/>
              <a:defRPr b="1"/>
            </a:lvl1pPr>
            <a:lvl2pPr lvl="1" rtl="0">
              <a:lnSpc>
                <a:spcPct val="100000"/>
              </a:lnSpc>
              <a:spcBef>
                <a:spcPts val="0"/>
              </a:spcBef>
              <a:spcAft>
                <a:spcPts val="0"/>
              </a:spcAft>
              <a:buClr>
                <a:srgbClr val="F93822"/>
              </a:buClr>
              <a:buSzPts val="1800"/>
              <a:buNone/>
              <a:defRPr sz="1800" b="1">
                <a:solidFill>
                  <a:srgbClr val="F93822"/>
                </a:solidFill>
              </a:defRPr>
            </a:lvl2pPr>
            <a:lvl3pPr lvl="2" rtl="0">
              <a:lnSpc>
                <a:spcPct val="100000"/>
              </a:lnSpc>
              <a:spcBef>
                <a:spcPts val="0"/>
              </a:spcBef>
              <a:spcAft>
                <a:spcPts val="0"/>
              </a:spcAft>
              <a:buClr>
                <a:srgbClr val="F93822"/>
              </a:buClr>
              <a:buSzPts val="1800"/>
              <a:buNone/>
              <a:defRPr sz="1800" b="1">
                <a:solidFill>
                  <a:srgbClr val="F93822"/>
                </a:solidFill>
              </a:defRPr>
            </a:lvl3pPr>
            <a:lvl4pPr lvl="3" rtl="0">
              <a:lnSpc>
                <a:spcPct val="100000"/>
              </a:lnSpc>
              <a:spcBef>
                <a:spcPts val="0"/>
              </a:spcBef>
              <a:spcAft>
                <a:spcPts val="0"/>
              </a:spcAft>
              <a:buClr>
                <a:srgbClr val="F93822"/>
              </a:buClr>
              <a:buSzPts val="1800"/>
              <a:buNone/>
              <a:defRPr sz="1800" b="1">
                <a:solidFill>
                  <a:srgbClr val="F93822"/>
                </a:solidFill>
              </a:defRPr>
            </a:lvl4pPr>
            <a:lvl5pPr lvl="4" rtl="0">
              <a:lnSpc>
                <a:spcPct val="100000"/>
              </a:lnSpc>
              <a:spcBef>
                <a:spcPts val="0"/>
              </a:spcBef>
              <a:spcAft>
                <a:spcPts val="0"/>
              </a:spcAft>
              <a:buClr>
                <a:srgbClr val="F93822"/>
              </a:buClr>
              <a:buSzPts val="1800"/>
              <a:buNone/>
              <a:defRPr sz="1800" b="1">
                <a:solidFill>
                  <a:srgbClr val="F93822"/>
                </a:solidFill>
              </a:defRPr>
            </a:lvl5pPr>
            <a:lvl6pPr lvl="5" rtl="0">
              <a:lnSpc>
                <a:spcPct val="100000"/>
              </a:lnSpc>
              <a:spcBef>
                <a:spcPts val="0"/>
              </a:spcBef>
              <a:spcAft>
                <a:spcPts val="0"/>
              </a:spcAft>
              <a:buClr>
                <a:srgbClr val="F93822"/>
              </a:buClr>
              <a:buSzPts val="1800"/>
              <a:buNone/>
              <a:defRPr sz="1800" b="1">
                <a:solidFill>
                  <a:srgbClr val="F93822"/>
                </a:solidFill>
              </a:defRPr>
            </a:lvl6pPr>
            <a:lvl7pPr lvl="6" rtl="0">
              <a:lnSpc>
                <a:spcPct val="100000"/>
              </a:lnSpc>
              <a:spcBef>
                <a:spcPts val="0"/>
              </a:spcBef>
              <a:spcAft>
                <a:spcPts val="0"/>
              </a:spcAft>
              <a:buClr>
                <a:srgbClr val="F93822"/>
              </a:buClr>
              <a:buSzPts val="1800"/>
              <a:buNone/>
              <a:defRPr sz="1800" b="1">
                <a:solidFill>
                  <a:srgbClr val="F93822"/>
                </a:solidFill>
              </a:defRPr>
            </a:lvl7pPr>
            <a:lvl8pPr lvl="7" rtl="0">
              <a:lnSpc>
                <a:spcPct val="100000"/>
              </a:lnSpc>
              <a:spcBef>
                <a:spcPts val="0"/>
              </a:spcBef>
              <a:spcAft>
                <a:spcPts val="0"/>
              </a:spcAft>
              <a:buClr>
                <a:srgbClr val="F93822"/>
              </a:buClr>
              <a:buSzPts val="1800"/>
              <a:buNone/>
              <a:defRPr sz="1800" b="1">
                <a:solidFill>
                  <a:srgbClr val="F93822"/>
                </a:solidFill>
              </a:defRPr>
            </a:lvl8pPr>
            <a:lvl9pPr lvl="8" rtl="0">
              <a:lnSpc>
                <a:spcPct val="100000"/>
              </a:lnSpc>
              <a:spcBef>
                <a:spcPts val="0"/>
              </a:spcBef>
              <a:spcAft>
                <a:spcPts val="0"/>
              </a:spcAft>
              <a:buClr>
                <a:srgbClr val="F93822"/>
              </a:buClr>
              <a:buSzPts val="1800"/>
              <a:buNone/>
              <a:defRPr sz="1800" b="1">
                <a:solidFill>
                  <a:srgbClr val="F93822"/>
                </a:solidFill>
              </a:defRPr>
            </a:lvl9pPr>
          </a:lstStyle>
          <a:p>
            <a:endParaRPr/>
          </a:p>
        </p:txBody>
      </p:sp>
      <p:sp>
        <p:nvSpPr>
          <p:cNvPr id="534" name="Google Shape;534;p40"/>
          <p:cNvSpPr txBox="1">
            <a:spLocks noGrp="1"/>
          </p:cNvSpPr>
          <p:nvPr>
            <p:ph type="body" idx="4"/>
          </p:nvPr>
        </p:nvSpPr>
        <p:spPr>
          <a:xfrm>
            <a:off x="3433123" y="1245100"/>
            <a:ext cx="4802700" cy="2886900"/>
          </a:xfrm>
          <a:prstGeom prst="rect">
            <a:avLst/>
          </a:prstGeom>
        </p:spPr>
        <p:txBody>
          <a:bodyPr spcFirstLastPara="1" wrap="square" lIns="0" tIns="0" rIns="0" bIns="0" anchor="t" anchorCtr="0">
            <a:normAutofit/>
          </a:bodyPr>
          <a:lstStyle>
            <a:lvl1pPr marL="457200" lvl="0" indent="-330200">
              <a:spcBef>
                <a:spcPts val="0"/>
              </a:spcBef>
              <a:spcAft>
                <a:spcPts val="0"/>
              </a:spcAft>
              <a:buSzPts val="16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535" name="Google Shape;535;p40"/>
          <p:cNvSpPr txBox="1">
            <a:spLocks noGrp="1"/>
          </p:cNvSpPr>
          <p:nvPr>
            <p:ph type="title"/>
          </p:nvPr>
        </p:nvSpPr>
        <p:spPr>
          <a:xfrm>
            <a:off x="3433123" y="114300"/>
            <a:ext cx="4802700" cy="903300"/>
          </a:xfrm>
          <a:prstGeom prst="rect">
            <a:avLst/>
          </a:prstGeom>
        </p:spPr>
        <p:txBody>
          <a:bodyPr spcFirstLastPara="1" wrap="square" lIns="0" tIns="0" rIns="0" bIns="0" anchor="b" anchorCtr="0">
            <a:normAutofit/>
          </a:bodyPr>
          <a:lstStyle>
            <a:lvl1pPr lvl="0" rtl="0">
              <a:spcBef>
                <a:spcPts val="0"/>
              </a:spcBef>
              <a:spcAft>
                <a:spcPts val="0"/>
              </a:spcAft>
              <a:buSzPts val="34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pic>
        <p:nvPicPr>
          <p:cNvPr id="536" name="Google Shape;536;p40"/>
          <p:cNvPicPr preferRelativeResize="0"/>
          <p:nvPr/>
        </p:nvPicPr>
        <p:blipFill>
          <a:blip r:embed="rId2">
            <a:alphaModFix/>
          </a:blip>
          <a:stretch>
            <a:fillRect/>
          </a:stretch>
        </p:blipFill>
        <p:spPr>
          <a:xfrm>
            <a:off x="8565901" y="154375"/>
            <a:ext cx="424850" cy="428248"/>
          </a:xfrm>
          <a:prstGeom prst="rect">
            <a:avLst/>
          </a:prstGeom>
          <a:noFill/>
          <a:ln>
            <a:noFill/>
          </a:ln>
        </p:spPr>
      </p:pic>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matchingName="Closing">
  <p:cSld name="SECTION_HEADER_1_1">
    <p:bg>
      <p:bgPr>
        <a:solidFill>
          <a:schemeClr val="dk1"/>
        </a:solidFill>
        <a:effectLst/>
      </p:bgPr>
    </p:bg>
    <p:spTree>
      <p:nvGrpSpPr>
        <p:cNvPr id="1" name="Shape 537"/>
        <p:cNvGrpSpPr/>
        <p:nvPr/>
      </p:nvGrpSpPr>
      <p:grpSpPr>
        <a:xfrm>
          <a:off x="0" y="0"/>
          <a:ext cx="0" cy="0"/>
          <a:chOff x="0" y="0"/>
          <a:chExt cx="0" cy="0"/>
        </a:xfrm>
      </p:grpSpPr>
      <p:pic>
        <p:nvPicPr>
          <p:cNvPr id="538" name="Google Shape;538;p41"/>
          <p:cNvPicPr preferRelativeResize="0"/>
          <p:nvPr/>
        </p:nvPicPr>
        <p:blipFill>
          <a:blip r:embed="rId2">
            <a:alphaModFix/>
          </a:blip>
          <a:stretch>
            <a:fillRect/>
          </a:stretch>
        </p:blipFill>
        <p:spPr>
          <a:xfrm>
            <a:off x="8408" y="0"/>
            <a:ext cx="9135595" cy="5143501"/>
          </a:xfrm>
          <a:prstGeom prst="rect">
            <a:avLst/>
          </a:prstGeom>
          <a:noFill/>
          <a:ln>
            <a:noFill/>
          </a:ln>
        </p:spPr>
      </p:pic>
      <p:sp>
        <p:nvSpPr>
          <p:cNvPr id="539" name="Google Shape;539;p41"/>
          <p:cNvSpPr txBox="1">
            <a:spLocks noGrp="1"/>
          </p:cNvSpPr>
          <p:nvPr>
            <p:ph type="title"/>
          </p:nvPr>
        </p:nvSpPr>
        <p:spPr>
          <a:xfrm>
            <a:off x="632275" y="1712400"/>
            <a:ext cx="3149700" cy="841800"/>
          </a:xfrm>
          <a:prstGeom prst="rect">
            <a:avLst/>
          </a:prstGeom>
        </p:spPr>
        <p:txBody>
          <a:bodyPr spcFirstLastPara="1" wrap="square" lIns="0" tIns="0" rIns="0" bIns="0" anchor="t" anchorCtr="0">
            <a:normAutofit/>
          </a:bodyPr>
          <a:lstStyle>
            <a:lvl1pPr lvl="0" rtl="0">
              <a:spcBef>
                <a:spcPts val="0"/>
              </a:spcBef>
              <a:spcAft>
                <a:spcPts val="0"/>
              </a:spcAft>
              <a:buClr>
                <a:schemeClr val="lt2"/>
              </a:buClr>
              <a:buSzPts val="3400"/>
              <a:buNone/>
              <a:defRPr>
                <a:solidFill>
                  <a:schemeClr val="lt2"/>
                </a:solidFill>
              </a:defRPr>
            </a:lvl1pPr>
            <a:lvl2pPr lvl="1" rtl="0">
              <a:spcBef>
                <a:spcPts val="0"/>
              </a:spcBef>
              <a:spcAft>
                <a:spcPts val="0"/>
              </a:spcAft>
              <a:buSzPts val="3400"/>
              <a:buNone/>
              <a:defRPr sz="3400"/>
            </a:lvl2pPr>
            <a:lvl3pPr lvl="2" rtl="0">
              <a:spcBef>
                <a:spcPts val="0"/>
              </a:spcBef>
              <a:spcAft>
                <a:spcPts val="0"/>
              </a:spcAft>
              <a:buSzPts val="3400"/>
              <a:buNone/>
              <a:defRPr sz="3400"/>
            </a:lvl3pPr>
            <a:lvl4pPr lvl="3" rtl="0">
              <a:spcBef>
                <a:spcPts val="0"/>
              </a:spcBef>
              <a:spcAft>
                <a:spcPts val="0"/>
              </a:spcAft>
              <a:buSzPts val="3400"/>
              <a:buNone/>
              <a:defRPr sz="3400"/>
            </a:lvl4pPr>
            <a:lvl5pPr lvl="4" rtl="0">
              <a:spcBef>
                <a:spcPts val="0"/>
              </a:spcBef>
              <a:spcAft>
                <a:spcPts val="0"/>
              </a:spcAft>
              <a:buSzPts val="3400"/>
              <a:buNone/>
              <a:defRPr sz="3400"/>
            </a:lvl5pPr>
            <a:lvl6pPr lvl="5" rtl="0">
              <a:spcBef>
                <a:spcPts val="0"/>
              </a:spcBef>
              <a:spcAft>
                <a:spcPts val="0"/>
              </a:spcAft>
              <a:buSzPts val="3400"/>
              <a:buNone/>
              <a:defRPr sz="3400"/>
            </a:lvl6pPr>
            <a:lvl7pPr lvl="6" rtl="0">
              <a:spcBef>
                <a:spcPts val="0"/>
              </a:spcBef>
              <a:spcAft>
                <a:spcPts val="0"/>
              </a:spcAft>
              <a:buSzPts val="3400"/>
              <a:buNone/>
              <a:defRPr sz="3400"/>
            </a:lvl7pPr>
            <a:lvl8pPr lvl="7" rtl="0">
              <a:spcBef>
                <a:spcPts val="0"/>
              </a:spcBef>
              <a:spcAft>
                <a:spcPts val="0"/>
              </a:spcAft>
              <a:buSzPts val="3400"/>
              <a:buNone/>
              <a:defRPr sz="3400"/>
            </a:lvl8pPr>
            <a:lvl9pPr lvl="8" rtl="0">
              <a:spcBef>
                <a:spcPts val="0"/>
              </a:spcBef>
              <a:spcAft>
                <a:spcPts val="0"/>
              </a:spcAft>
              <a:buSzPts val="3400"/>
              <a:buNone/>
              <a:defRPr sz="3400"/>
            </a:lvl9pPr>
          </a:lstStyle>
          <a:p>
            <a:endParaRPr/>
          </a:p>
        </p:txBody>
      </p:sp>
      <p:pic>
        <p:nvPicPr>
          <p:cNvPr id="540" name="Google Shape;540;p41"/>
          <p:cNvPicPr preferRelativeResize="0"/>
          <p:nvPr/>
        </p:nvPicPr>
        <p:blipFill>
          <a:blip r:embed="rId3">
            <a:alphaModFix/>
          </a:blip>
          <a:stretch>
            <a:fillRect/>
          </a:stretch>
        </p:blipFill>
        <p:spPr>
          <a:xfrm>
            <a:off x="8054625" y="383329"/>
            <a:ext cx="731400" cy="737250"/>
          </a:xfrm>
          <a:prstGeom prst="rect">
            <a:avLst/>
          </a:prstGeom>
          <a:noFill/>
          <a:ln>
            <a:noFill/>
          </a:ln>
        </p:spPr>
      </p:pic>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matchingName="Closing 2">
  <p:cSld name="SECTION_HEADER_1_1_2">
    <p:bg>
      <p:bgPr>
        <a:solidFill>
          <a:schemeClr val="dk1"/>
        </a:solidFill>
        <a:effectLst/>
      </p:bgPr>
    </p:bg>
    <p:spTree>
      <p:nvGrpSpPr>
        <p:cNvPr id="1" name="Shape 541"/>
        <p:cNvGrpSpPr/>
        <p:nvPr/>
      </p:nvGrpSpPr>
      <p:grpSpPr>
        <a:xfrm>
          <a:off x="0" y="0"/>
          <a:ext cx="0" cy="0"/>
          <a:chOff x="0" y="0"/>
          <a:chExt cx="0" cy="0"/>
        </a:xfrm>
      </p:grpSpPr>
      <p:pic>
        <p:nvPicPr>
          <p:cNvPr id="542" name="Google Shape;542;p42"/>
          <p:cNvPicPr preferRelativeResize="0"/>
          <p:nvPr/>
        </p:nvPicPr>
        <p:blipFill rotWithShape="1">
          <a:blip r:embed="rId2">
            <a:alphaModFix/>
          </a:blip>
          <a:srcRect l="49" r="39"/>
          <a:stretch/>
        </p:blipFill>
        <p:spPr>
          <a:xfrm>
            <a:off x="8408" y="0"/>
            <a:ext cx="9135595" cy="5143500"/>
          </a:xfrm>
          <a:prstGeom prst="rect">
            <a:avLst/>
          </a:prstGeom>
          <a:noFill/>
          <a:ln>
            <a:noFill/>
          </a:ln>
        </p:spPr>
      </p:pic>
      <p:sp>
        <p:nvSpPr>
          <p:cNvPr id="543" name="Google Shape;543;p42"/>
          <p:cNvSpPr txBox="1">
            <a:spLocks noGrp="1"/>
          </p:cNvSpPr>
          <p:nvPr>
            <p:ph type="title"/>
          </p:nvPr>
        </p:nvSpPr>
        <p:spPr>
          <a:xfrm>
            <a:off x="632275" y="1712400"/>
            <a:ext cx="3149700" cy="841800"/>
          </a:xfrm>
          <a:prstGeom prst="rect">
            <a:avLst/>
          </a:prstGeom>
        </p:spPr>
        <p:txBody>
          <a:bodyPr spcFirstLastPara="1" wrap="square" lIns="0" tIns="0" rIns="0" bIns="0" anchor="t" anchorCtr="0">
            <a:normAutofit/>
          </a:bodyPr>
          <a:lstStyle>
            <a:lvl1pPr lvl="0" rtl="0">
              <a:spcBef>
                <a:spcPts val="0"/>
              </a:spcBef>
              <a:spcAft>
                <a:spcPts val="0"/>
              </a:spcAft>
              <a:buSzPts val="3400"/>
              <a:buNone/>
              <a:defRPr/>
            </a:lvl1pPr>
            <a:lvl2pPr lvl="1" rtl="0">
              <a:spcBef>
                <a:spcPts val="0"/>
              </a:spcBef>
              <a:spcAft>
                <a:spcPts val="0"/>
              </a:spcAft>
              <a:buSzPts val="3400"/>
              <a:buNone/>
              <a:defRPr sz="3400"/>
            </a:lvl2pPr>
            <a:lvl3pPr lvl="2" rtl="0">
              <a:spcBef>
                <a:spcPts val="0"/>
              </a:spcBef>
              <a:spcAft>
                <a:spcPts val="0"/>
              </a:spcAft>
              <a:buSzPts val="3400"/>
              <a:buNone/>
              <a:defRPr sz="3400"/>
            </a:lvl3pPr>
            <a:lvl4pPr lvl="3" rtl="0">
              <a:spcBef>
                <a:spcPts val="0"/>
              </a:spcBef>
              <a:spcAft>
                <a:spcPts val="0"/>
              </a:spcAft>
              <a:buSzPts val="3400"/>
              <a:buNone/>
              <a:defRPr sz="3400"/>
            </a:lvl4pPr>
            <a:lvl5pPr lvl="4" rtl="0">
              <a:spcBef>
                <a:spcPts val="0"/>
              </a:spcBef>
              <a:spcAft>
                <a:spcPts val="0"/>
              </a:spcAft>
              <a:buSzPts val="3400"/>
              <a:buNone/>
              <a:defRPr sz="3400"/>
            </a:lvl5pPr>
            <a:lvl6pPr lvl="5" rtl="0">
              <a:spcBef>
                <a:spcPts val="0"/>
              </a:spcBef>
              <a:spcAft>
                <a:spcPts val="0"/>
              </a:spcAft>
              <a:buSzPts val="3400"/>
              <a:buNone/>
              <a:defRPr sz="3400"/>
            </a:lvl6pPr>
            <a:lvl7pPr lvl="6" rtl="0">
              <a:spcBef>
                <a:spcPts val="0"/>
              </a:spcBef>
              <a:spcAft>
                <a:spcPts val="0"/>
              </a:spcAft>
              <a:buSzPts val="3400"/>
              <a:buNone/>
              <a:defRPr sz="3400"/>
            </a:lvl7pPr>
            <a:lvl8pPr lvl="7" rtl="0">
              <a:spcBef>
                <a:spcPts val="0"/>
              </a:spcBef>
              <a:spcAft>
                <a:spcPts val="0"/>
              </a:spcAft>
              <a:buSzPts val="3400"/>
              <a:buNone/>
              <a:defRPr sz="3400"/>
            </a:lvl8pPr>
            <a:lvl9pPr lvl="8" rtl="0">
              <a:spcBef>
                <a:spcPts val="0"/>
              </a:spcBef>
              <a:spcAft>
                <a:spcPts val="0"/>
              </a:spcAft>
              <a:buSzPts val="3400"/>
              <a:buNone/>
              <a:defRPr sz="3400"/>
            </a:lvl9pPr>
          </a:lstStyle>
          <a:p>
            <a:endParaRPr/>
          </a:p>
        </p:txBody>
      </p:sp>
      <p:pic>
        <p:nvPicPr>
          <p:cNvPr id="544" name="Google Shape;544;p42"/>
          <p:cNvPicPr preferRelativeResize="0"/>
          <p:nvPr/>
        </p:nvPicPr>
        <p:blipFill>
          <a:blip r:embed="rId3">
            <a:alphaModFix/>
          </a:blip>
          <a:stretch>
            <a:fillRect/>
          </a:stretch>
        </p:blipFill>
        <p:spPr>
          <a:xfrm>
            <a:off x="8056878" y="364179"/>
            <a:ext cx="744775" cy="750724"/>
          </a:xfrm>
          <a:prstGeom prst="rect">
            <a:avLst/>
          </a:prstGeom>
          <a:noFill/>
          <a:ln>
            <a:noFill/>
          </a:ln>
        </p:spPr>
      </p:pic>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matchingName="Contact">
  <p:cSld name="SECTION_HEADER_1_1_1">
    <p:bg>
      <p:bgPr>
        <a:solidFill>
          <a:schemeClr val="dk1"/>
        </a:solidFill>
        <a:effectLst/>
      </p:bgPr>
    </p:bg>
    <p:spTree>
      <p:nvGrpSpPr>
        <p:cNvPr id="1" name="Shape 545"/>
        <p:cNvGrpSpPr/>
        <p:nvPr/>
      </p:nvGrpSpPr>
      <p:grpSpPr>
        <a:xfrm>
          <a:off x="0" y="0"/>
          <a:ext cx="0" cy="0"/>
          <a:chOff x="0" y="0"/>
          <a:chExt cx="0" cy="0"/>
        </a:xfrm>
      </p:grpSpPr>
      <p:sp>
        <p:nvSpPr>
          <p:cNvPr id="546" name="Google Shape;546;p43"/>
          <p:cNvSpPr/>
          <p:nvPr/>
        </p:nvSpPr>
        <p:spPr>
          <a:xfrm>
            <a:off x="747968" y="2328425"/>
            <a:ext cx="275988" cy="185937"/>
          </a:xfrm>
          <a:custGeom>
            <a:avLst/>
            <a:gdLst/>
            <a:ahLst/>
            <a:cxnLst/>
            <a:rect l="l" t="t" r="r" b="b"/>
            <a:pathLst>
              <a:path w="14564" h="9812" extrusionOk="0">
                <a:moveTo>
                  <a:pt x="11837" y="1242"/>
                </a:moveTo>
                <a:lnTo>
                  <a:pt x="7287" y="5792"/>
                </a:lnTo>
                <a:lnTo>
                  <a:pt x="2737" y="1242"/>
                </a:lnTo>
                <a:close/>
                <a:moveTo>
                  <a:pt x="1231" y="1496"/>
                </a:moveTo>
                <a:lnTo>
                  <a:pt x="4031" y="4286"/>
                </a:lnTo>
                <a:lnTo>
                  <a:pt x="1231" y="7086"/>
                </a:lnTo>
                <a:lnTo>
                  <a:pt x="1231" y="1496"/>
                </a:lnTo>
                <a:close/>
                <a:moveTo>
                  <a:pt x="13333" y="1496"/>
                </a:moveTo>
                <a:lnTo>
                  <a:pt x="13333" y="7086"/>
                </a:lnTo>
                <a:lnTo>
                  <a:pt x="10533" y="4286"/>
                </a:lnTo>
                <a:lnTo>
                  <a:pt x="13333" y="1496"/>
                </a:lnTo>
                <a:close/>
                <a:moveTo>
                  <a:pt x="9663" y="5166"/>
                </a:moveTo>
                <a:lnTo>
                  <a:pt x="13068" y="8571"/>
                </a:lnTo>
                <a:lnTo>
                  <a:pt x="1496" y="8571"/>
                </a:lnTo>
                <a:lnTo>
                  <a:pt x="4901" y="5166"/>
                </a:lnTo>
                <a:lnTo>
                  <a:pt x="6407" y="6662"/>
                </a:lnTo>
                <a:lnTo>
                  <a:pt x="7287" y="7542"/>
                </a:lnTo>
                <a:lnTo>
                  <a:pt x="8157" y="6662"/>
                </a:lnTo>
                <a:lnTo>
                  <a:pt x="9663" y="5166"/>
                </a:lnTo>
                <a:close/>
                <a:moveTo>
                  <a:pt x="0" y="1"/>
                </a:moveTo>
                <a:lnTo>
                  <a:pt x="0" y="616"/>
                </a:lnTo>
                <a:lnTo>
                  <a:pt x="0" y="1242"/>
                </a:lnTo>
                <a:lnTo>
                  <a:pt x="0" y="8571"/>
                </a:lnTo>
                <a:lnTo>
                  <a:pt x="0" y="9621"/>
                </a:lnTo>
                <a:lnTo>
                  <a:pt x="0" y="9812"/>
                </a:lnTo>
                <a:lnTo>
                  <a:pt x="14563" y="9812"/>
                </a:lnTo>
                <a:lnTo>
                  <a:pt x="14563" y="9621"/>
                </a:lnTo>
                <a:lnTo>
                  <a:pt x="14563" y="616"/>
                </a:lnTo>
                <a:lnTo>
                  <a:pt x="14563"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1"/>
              </a:solidFill>
            </a:endParaRPr>
          </a:p>
        </p:txBody>
      </p:sp>
      <p:sp>
        <p:nvSpPr>
          <p:cNvPr id="547" name="Google Shape;547;p43"/>
          <p:cNvSpPr/>
          <p:nvPr/>
        </p:nvSpPr>
        <p:spPr>
          <a:xfrm>
            <a:off x="747956" y="3991167"/>
            <a:ext cx="276011" cy="275984"/>
          </a:xfrm>
          <a:custGeom>
            <a:avLst/>
            <a:gdLst/>
            <a:ahLst/>
            <a:cxnLst/>
            <a:rect l="l" t="t" r="r" b="b"/>
            <a:pathLst>
              <a:path w="17248" h="17249" extrusionOk="0">
                <a:moveTo>
                  <a:pt x="5742" y="1934"/>
                </a:moveTo>
                <a:lnTo>
                  <a:pt x="5588" y="2123"/>
                </a:lnTo>
                <a:lnTo>
                  <a:pt x="5435" y="2323"/>
                </a:lnTo>
                <a:lnTo>
                  <a:pt x="5305" y="2524"/>
                </a:lnTo>
                <a:lnTo>
                  <a:pt x="5164" y="2736"/>
                </a:lnTo>
                <a:lnTo>
                  <a:pt x="5046" y="2948"/>
                </a:lnTo>
                <a:lnTo>
                  <a:pt x="4928" y="3160"/>
                </a:lnTo>
                <a:lnTo>
                  <a:pt x="4834" y="3384"/>
                </a:lnTo>
                <a:lnTo>
                  <a:pt x="4728" y="3608"/>
                </a:lnTo>
                <a:lnTo>
                  <a:pt x="4633" y="3844"/>
                </a:lnTo>
                <a:lnTo>
                  <a:pt x="4551" y="4080"/>
                </a:lnTo>
                <a:lnTo>
                  <a:pt x="4268" y="3950"/>
                </a:lnTo>
                <a:lnTo>
                  <a:pt x="3997" y="3797"/>
                </a:lnTo>
                <a:lnTo>
                  <a:pt x="3726" y="3644"/>
                </a:lnTo>
                <a:lnTo>
                  <a:pt x="3454" y="3490"/>
                </a:lnTo>
                <a:lnTo>
                  <a:pt x="3714" y="3243"/>
                </a:lnTo>
                <a:lnTo>
                  <a:pt x="3973" y="3019"/>
                </a:lnTo>
                <a:lnTo>
                  <a:pt x="4244" y="2807"/>
                </a:lnTo>
                <a:lnTo>
                  <a:pt x="4527" y="2606"/>
                </a:lnTo>
                <a:lnTo>
                  <a:pt x="4822" y="2417"/>
                </a:lnTo>
                <a:lnTo>
                  <a:pt x="5117" y="2241"/>
                </a:lnTo>
                <a:lnTo>
                  <a:pt x="5423" y="2087"/>
                </a:lnTo>
                <a:lnTo>
                  <a:pt x="5742" y="1934"/>
                </a:lnTo>
                <a:close/>
                <a:moveTo>
                  <a:pt x="11507" y="1934"/>
                </a:moveTo>
                <a:lnTo>
                  <a:pt x="11813" y="2087"/>
                </a:lnTo>
                <a:lnTo>
                  <a:pt x="12131" y="2241"/>
                </a:lnTo>
                <a:lnTo>
                  <a:pt x="12426" y="2417"/>
                </a:lnTo>
                <a:lnTo>
                  <a:pt x="12721" y="2606"/>
                </a:lnTo>
                <a:lnTo>
                  <a:pt x="12992" y="2807"/>
                </a:lnTo>
                <a:lnTo>
                  <a:pt x="13275" y="3019"/>
                </a:lnTo>
                <a:lnTo>
                  <a:pt x="13534" y="3243"/>
                </a:lnTo>
                <a:lnTo>
                  <a:pt x="13782" y="3479"/>
                </a:lnTo>
                <a:lnTo>
                  <a:pt x="13523" y="3644"/>
                </a:lnTo>
                <a:lnTo>
                  <a:pt x="13251" y="3797"/>
                </a:lnTo>
                <a:lnTo>
                  <a:pt x="12968" y="3938"/>
                </a:lnTo>
                <a:lnTo>
                  <a:pt x="12697" y="4080"/>
                </a:lnTo>
                <a:lnTo>
                  <a:pt x="12603" y="3844"/>
                </a:lnTo>
                <a:lnTo>
                  <a:pt x="12509" y="3608"/>
                </a:lnTo>
                <a:lnTo>
                  <a:pt x="12414" y="3384"/>
                </a:lnTo>
                <a:lnTo>
                  <a:pt x="12308" y="3160"/>
                </a:lnTo>
                <a:lnTo>
                  <a:pt x="12190" y="2948"/>
                </a:lnTo>
                <a:lnTo>
                  <a:pt x="12072" y="2736"/>
                </a:lnTo>
                <a:lnTo>
                  <a:pt x="11943" y="2524"/>
                </a:lnTo>
                <a:lnTo>
                  <a:pt x="11801" y="2323"/>
                </a:lnTo>
                <a:lnTo>
                  <a:pt x="11660" y="2123"/>
                </a:lnTo>
                <a:lnTo>
                  <a:pt x="11507" y="1934"/>
                </a:lnTo>
                <a:close/>
                <a:moveTo>
                  <a:pt x="7958" y="1793"/>
                </a:moveTo>
                <a:lnTo>
                  <a:pt x="7958" y="4988"/>
                </a:lnTo>
                <a:lnTo>
                  <a:pt x="7675" y="4964"/>
                </a:lnTo>
                <a:lnTo>
                  <a:pt x="7404" y="4929"/>
                </a:lnTo>
                <a:lnTo>
                  <a:pt x="7133" y="4893"/>
                </a:lnTo>
                <a:lnTo>
                  <a:pt x="6850" y="4846"/>
                </a:lnTo>
                <a:lnTo>
                  <a:pt x="6579" y="4787"/>
                </a:lnTo>
                <a:lnTo>
                  <a:pt x="6319" y="4728"/>
                </a:lnTo>
                <a:lnTo>
                  <a:pt x="6048" y="4657"/>
                </a:lnTo>
                <a:lnTo>
                  <a:pt x="5777" y="4575"/>
                </a:lnTo>
                <a:lnTo>
                  <a:pt x="5954" y="4139"/>
                </a:lnTo>
                <a:lnTo>
                  <a:pt x="6048" y="3927"/>
                </a:lnTo>
                <a:lnTo>
                  <a:pt x="6142" y="3738"/>
                </a:lnTo>
                <a:lnTo>
                  <a:pt x="6237" y="3549"/>
                </a:lnTo>
                <a:lnTo>
                  <a:pt x="6343" y="3361"/>
                </a:lnTo>
                <a:lnTo>
                  <a:pt x="6449" y="3184"/>
                </a:lnTo>
                <a:lnTo>
                  <a:pt x="6567" y="3019"/>
                </a:lnTo>
                <a:lnTo>
                  <a:pt x="6685" y="2865"/>
                </a:lnTo>
                <a:lnTo>
                  <a:pt x="6803" y="2712"/>
                </a:lnTo>
                <a:lnTo>
                  <a:pt x="6932" y="2571"/>
                </a:lnTo>
                <a:lnTo>
                  <a:pt x="7062" y="2441"/>
                </a:lnTo>
                <a:lnTo>
                  <a:pt x="7203" y="2311"/>
                </a:lnTo>
                <a:lnTo>
                  <a:pt x="7345" y="2193"/>
                </a:lnTo>
                <a:lnTo>
                  <a:pt x="7486" y="2087"/>
                </a:lnTo>
                <a:lnTo>
                  <a:pt x="7640" y="1981"/>
                </a:lnTo>
                <a:lnTo>
                  <a:pt x="7793" y="1887"/>
                </a:lnTo>
                <a:lnTo>
                  <a:pt x="7958" y="1793"/>
                </a:lnTo>
                <a:close/>
                <a:moveTo>
                  <a:pt x="9290" y="1793"/>
                </a:moveTo>
                <a:lnTo>
                  <a:pt x="9443" y="1887"/>
                </a:lnTo>
                <a:lnTo>
                  <a:pt x="9608" y="1981"/>
                </a:lnTo>
                <a:lnTo>
                  <a:pt x="9750" y="2087"/>
                </a:lnTo>
                <a:lnTo>
                  <a:pt x="9903" y="2193"/>
                </a:lnTo>
                <a:lnTo>
                  <a:pt x="10045" y="2311"/>
                </a:lnTo>
                <a:lnTo>
                  <a:pt x="10174" y="2441"/>
                </a:lnTo>
                <a:lnTo>
                  <a:pt x="10304" y="2571"/>
                </a:lnTo>
                <a:lnTo>
                  <a:pt x="10434" y="2712"/>
                </a:lnTo>
                <a:lnTo>
                  <a:pt x="10552" y="2865"/>
                </a:lnTo>
                <a:lnTo>
                  <a:pt x="10670" y="3019"/>
                </a:lnTo>
                <a:lnTo>
                  <a:pt x="10787" y="3184"/>
                </a:lnTo>
                <a:lnTo>
                  <a:pt x="10894" y="3361"/>
                </a:lnTo>
                <a:lnTo>
                  <a:pt x="11000" y="3537"/>
                </a:lnTo>
                <a:lnTo>
                  <a:pt x="11106" y="3726"/>
                </a:lnTo>
                <a:lnTo>
                  <a:pt x="11200" y="3927"/>
                </a:lnTo>
                <a:lnTo>
                  <a:pt x="11294" y="4127"/>
                </a:lnTo>
                <a:lnTo>
                  <a:pt x="11459" y="4575"/>
                </a:lnTo>
                <a:lnTo>
                  <a:pt x="11200" y="4657"/>
                </a:lnTo>
                <a:lnTo>
                  <a:pt x="10929" y="4728"/>
                </a:lnTo>
                <a:lnTo>
                  <a:pt x="10658" y="4787"/>
                </a:lnTo>
                <a:lnTo>
                  <a:pt x="10387" y="4846"/>
                </a:lnTo>
                <a:lnTo>
                  <a:pt x="10115" y="4893"/>
                </a:lnTo>
                <a:lnTo>
                  <a:pt x="9844" y="4929"/>
                </a:lnTo>
                <a:lnTo>
                  <a:pt x="9561" y="4964"/>
                </a:lnTo>
                <a:lnTo>
                  <a:pt x="9290" y="4988"/>
                </a:lnTo>
                <a:lnTo>
                  <a:pt x="9290" y="1793"/>
                </a:lnTo>
                <a:close/>
                <a:moveTo>
                  <a:pt x="2594" y="4528"/>
                </a:moveTo>
                <a:lnTo>
                  <a:pt x="2983" y="4764"/>
                </a:lnTo>
                <a:lnTo>
                  <a:pt x="3372" y="4976"/>
                </a:lnTo>
                <a:lnTo>
                  <a:pt x="3773" y="5188"/>
                </a:lnTo>
                <a:lnTo>
                  <a:pt x="4174" y="5377"/>
                </a:lnTo>
                <a:lnTo>
                  <a:pt x="4103" y="5695"/>
                </a:lnTo>
                <a:lnTo>
                  <a:pt x="4044" y="6025"/>
                </a:lnTo>
                <a:lnTo>
                  <a:pt x="3997" y="6343"/>
                </a:lnTo>
                <a:lnTo>
                  <a:pt x="3950" y="6662"/>
                </a:lnTo>
                <a:lnTo>
                  <a:pt x="3902" y="6992"/>
                </a:lnTo>
                <a:lnTo>
                  <a:pt x="3879" y="7310"/>
                </a:lnTo>
                <a:lnTo>
                  <a:pt x="3855" y="7640"/>
                </a:lnTo>
                <a:lnTo>
                  <a:pt x="3832" y="7958"/>
                </a:lnTo>
                <a:lnTo>
                  <a:pt x="1368" y="7958"/>
                </a:lnTo>
                <a:lnTo>
                  <a:pt x="1391" y="7734"/>
                </a:lnTo>
                <a:lnTo>
                  <a:pt x="1415" y="7499"/>
                </a:lnTo>
                <a:lnTo>
                  <a:pt x="1462" y="7275"/>
                </a:lnTo>
                <a:lnTo>
                  <a:pt x="1509" y="7051"/>
                </a:lnTo>
                <a:lnTo>
                  <a:pt x="1556" y="6827"/>
                </a:lnTo>
                <a:lnTo>
                  <a:pt x="1615" y="6603"/>
                </a:lnTo>
                <a:lnTo>
                  <a:pt x="1686" y="6379"/>
                </a:lnTo>
                <a:lnTo>
                  <a:pt x="1757" y="6166"/>
                </a:lnTo>
                <a:lnTo>
                  <a:pt x="1839" y="5942"/>
                </a:lnTo>
                <a:lnTo>
                  <a:pt x="1934" y="5730"/>
                </a:lnTo>
                <a:lnTo>
                  <a:pt x="2028" y="5530"/>
                </a:lnTo>
                <a:lnTo>
                  <a:pt x="2122" y="5318"/>
                </a:lnTo>
                <a:lnTo>
                  <a:pt x="2228" y="5117"/>
                </a:lnTo>
                <a:lnTo>
                  <a:pt x="2346" y="4917"/>
                </a:lnTo>
                <a:lnTo>
                  <a:pt x="2476" y="4716"/>
                </a:lnTo>
                <a:lnTo>
                  <a:pt x="2594" y="4528"/>
                </a:lnTo>
                <a:close/>
                <a:moveTo>
                  <a:pt x="5435" y="5860"/>
                </a:moveTo>
                <a:lnTo>
                  <a:pt x="5742" y="5954"/>
                </a:lnTo>
                <a:lnTo>
                  <a:pt x="6048" y="6037"/>
                </a:lnTo>
                <a:lnTo>
                  <a:pt x="6366" y="6108"/>
                </a:lnTo>
                <a:lnTo>
                  <a:pt x="6685" y="6166"/>
                </a:lnTo>
                <a:lnTo>
                  <a:pt x="6991" y="6225"/>
                </a:lnTo>
                <a:lnTo>
                  <a:pt x="7310" y="6261"/>
                </a:lnTo>
                <a:lnTo>
                  <a:pt x="7628" y="6296"/>
                </a:lnTo>
                <a:lnTo>
                  <a:pt x="7958" y="6320"/>
                </a:lnTo>
                <a:lnTo>
                  <a:pt x="7958" y="7958"/>
                </a:lnTo>
                <a:lnTo>
                  <a:pt x="5176" y="7958"/>
                </a:lnTo>
                <a:lnTo>
                  <a:pt x="5211" y="7428"/>
                </a:lnTo>
                <a:lnTo>
                  <a:pt x="5270" y="6909"/>
                </a:lnTo>
                <a:lnTo>
                  <a:pt x="5341" y="6379"/>
                </a:lnTo>
                <a:lnTo>
                  <a:pt x="5435" y="5860"/>
                </a:lnTo>
                <a:close/>
                <a:moveTo>
                  <a:pt x="11813" y="5860"/>
                </a:moveTo>
                <a:lnTo>
                  <a:pt x="11907" y="6379"/>
                </a:lnTo>
                <a:lnTo>
                  <a:pt x="11978" y="6909"/>
                </a:lnTo>
                <a:lnTo>
                  <a:pt x="12025" y="7428"/>
                </a:lnTo>
                <a:lnTo>
                  <a:pt x="12061" y="7958"/>
                </a:lnTo>
                <a:lnTo>
                  <a:pt x="9290" y="7958"/>
                </a:lnTo>
                <a:lnTo>
                  <a:pt x="9290" y="6320"/>
                </a:lnTo>
                <a:lnTo>
                  <a:pt x="9608" y="6296"/>
                </a:lnTo>
                <a:lnTo>
                  <a:pt x="9927" y="6261"/>
                </a:lnTo>
                <a:lnTo>
                  <a:pt x="10245" y="6225"/>
                </a:lnTo>
                <a:lnTo>
                  <a:pt x="10563" y="6166"/>
                </a:lnTo>
                <a:lnTo>
                  <a:pt x="10882" y="6108"/>
                </a:lnTo>
                <a:lnTo>
                  <a:pt x="11188" y="6037"/>
                </a:lnTo>
                <a:lnTo>
                  <a:pt x="11507" y="5954"/>
                </a:lnTo>
                <a:lnTo>
                  <a:pt x="11813" y="5860"/>
                </a:lnTo>
                <a:close/>
                <a:moveTo>
                  <a:pt x="14643" y="4528"/>
                </a:moveTo>
                <a:lnTo>
                  <a:pt x="14772" y="4716"/>
                </a:lnTo>
                <a:lnTo>
                  <a:pt x="14890" y="4917"/>
                </a:lnTo>
                <a:lnTo>
                  <a:pt x="15008" y="5117"/>
                </a:lnTo>
                <a:lnTo>
                  <a:pt x="15114" y="5318"/>
                </a:lnTo>
                <a:lnTo>
                  <a:pt x="15220" y="5530"/>
                </a:lnTo>
                <a:lnTo>
                  <a:pt x="15315" y="5730"/>
                </a:lnTo>
                <a:lnTo>
                  <a:pt x="15397" y="5942"/>
                </a:lnTo>
                <a:lnTo>
                  <a:pt x="15480" y="6166"/>
                </a:lnTo>
                <a:lnTo>
                  <a:pt x="15562" y="6379"/>
                </a:lnTo>
                <a:lnTo>
                  <a:pt x="15621" y="6603"/>
                </a:lnTo>
                <a:lnTo>
                  <a:pt x="15680" y="6827"/>
                </a:lnTo>
                <a:lnTo>
                  <a:pt x="15739" y="7051"/>
                </a:lnTo>
                <a:lnTo>
                  <a:pt x="15786" y="7275"/>
                </a:lnTo>
                <a:lnTo>
                  <a:pt x="15821" y="7499"/>
                </a:lnTo>
                <a:lnTo>
                  <a:pt x="15857" y="7734"/>
                </a:lnTo>
                <a:lnTo>
                  <a:pt x="15880" y="7958"/>
                </a:lnTo>
                <a:lnTo>
                  <a:pt x="13405" y="7958"/>
                </a:lnTo>
                <a:lnTo>
                  <a:pt x="13393" y="7640"/>
                </a:lnTo>
                <a:lnTo>
                  <a:pt x="13369" y="7310"/>
                </a:lnTo>
                <a:lnTo>
                  <a:pt x="13334" y="6992"/>
                </a:lnTo>
                <a:lnTo>
                  <a:pt x="13299" y="6662"/>
                </a:lnTo>
                <a:lnTo>
                  <a:pt x="13251" y="6343"/>
                </a:lnTo>
                <a:lnTo>
                  <a:pt x="13192" y="6025"/>
                </a:lnTo>
                <a:lnTo>
                  <a:pt x="13134" y="5695"/>
                </a:lnTo>
                <a:lnTo>
                  <a:pt x="13075" y="5377"/>
                </a:lnTo>
                <a:lnTo>
                  <a:pt x="13475" y="5188"/>
                </a:lnTo>
                <a:lnTo>
                  <a:pt x="13876" y="4976"/>
                </a:lnTo>
                <a:lnTo>
                  <a:pt x="14265" y="4764"/>
                </a:lnTo>
                <a:lnTo>
                  <a:pt x="14643" y="4528"/>
                </a:lnTo>
                <a:close/>
                <a:moveTo>
                  <a:pt x="7958" y="9291"/>
                </a:moveTo>
                <a:lnTo>
                  <a:pt x="7958" y="10929"/>
                </a:lnTo>
                <a:lnTo>
                  <a:pt x="7628" y="10953"/>
                </a:lnTo>
                <a:lnTo>
                  <a:pt x="7310" y="10988"/>
                </a:lnTo>
                <a:lnTo>
                  <a:pt x="6991" y="11035"/>
                </a:lnTo>
                <a:lnTo>
                  <a:pt x="6685" y="11083"/>
                </a:lnTo>
                <a:lnTo>
                  <a:pt x="6366" y="11153"/>
                </a:lnTo>
                <a:lnTo>
                  <a:pt x="6048" y="11224"/>
                </a:lnTo>
                <a:lnTo>
                  <a:pt x="5742" y="11307"/>
                </a:lnTo>
                <a:lnTo>
                  <a:pt x="5435" y="11401"/>
                </a:lnTo>
                <a:lnTo>
                  <a:pt x="5341" y="10870"/>
                </a:lnTo>
                <a:lnTo>
                  <a:pt x="5258" y="10352"/>
                </a:lnTo>
                <a:lnTo>
                  <a:pt x="5211" y="9821"/>
                </a:lnTo>
                <a:lnTo>
                  <a:pt x="5176" y="9291"/>
                </a:lnTo>
                <a:close/>
                <a:moveTo>
                  <a:pt x="12072" y="9291"/>
                </a:moveTo>
                <a:lnTo>
                  <a:pt x="12037" y="9821"/>
                </a:lnTo>
                <a:lnTo>
                  <a:pt x="11978" y="10352"/>
                </a:lnTo>
                <a:lnTo>
                  <a:pt x="11907" y="10870"/>
                </a:lnTo>
                <a:lnTo>
                  <a:pt x="11813" y="11401"/>
                </a:lnTo>
                <a:lnTo>
                  <a:pt x="11507" y="11307"/>
                </a:lnTo>
                <a:lnTo>
                  <a:pt x="11188" y="11224"/>
                </a:lnTo>
                <a:lnTo>
                  <a:pt x="10882" y="11153"/>
                </a:lnTo>
                <a:lnTo>
                  <a:pt x="10563" y="11083"/>
                </a:lnTo>
                <a:lnTo>
                  <a:pt x="10245" y="11035"/>
                </a:lnTo>
                <a:lnTo>
                  <a:pt x="9927" y="10988"/>
                </a:lnTo>
                <a:lnTo>
                  <a:pt x="9608" y="10953"/>
                </a:lnTo>
                <a:lnTo>
                  <a:pt x="9290" y="10929"/>
                </a:lnTo>
                <a:lnTo>
                  <a:pt x="9290" y="9291"/>
                </a:lnTo>
                <a:close/>
                <a:moveTo>
                  <a:pt x="3832" y="9291"/>
                </a:moveTo>
                <a:lnTo>
                  <a:pt x="3855" y="9621"/>
                </a:lnTo>
                <a:lnTo>
                  <a:pt x="3879" y="9951"/>
                </a:lnTo>
                <a:lnTo>
                  <a:pt x="3902" y="10269"/>
                </a:lnTo>
                <a:lnTo>
                  <a:pt x="3950" y="10587"/>
                </a:lnTo>
                <a:lnTo>
                  <a:pt x="3997" y="10917"/>
                </a:lnTo>
                <a:lnTo>
                  <a:pt x="4044" y="11236"/>
                </a:lnTo>
                <a:lnTo>
                  <a:pt x="4103" y="11554"/>
                </a:lnTo>
                <a:lnTo>
                  <a:pt x="4174" y="11872"/>
                </a:lnTo>
                <a:lnTo>
                  <a:pt x="3761" y="12073"/>
                </a:lnTo>
                <a:lnTo>
                  <a:pt x="3360" y="12273"/>
                </a:lnTo>
                <a:lnTo>
                  <a:pt x="2971" y="12497"/>
                </a:lnTo>
                <a:lnTo>
                  <a:pt x="2594" y="12733"/>
                </a:lnTo>
                <a:lnTo>
                  <a:pt x="2464" y="12544"/>
                </a:lnTo>
                <a:lnTo>
                  <a:pt x="2346" y="12344"/>
                </a:lnTo>
                <a:lnTo>
                  <a:pt x="2228" y="12144"/>
                </a:lnTo>
                <a:lnTo>
                  <a:pt x="2122" y="11943"/>
                </a:lnTo>
                <a:lnTo>
                  <a:pt x="2016" y="11731"/>
                </a:lnTo>
                <a:lnTo>
                  <a:pt x="1922" y="11519"/>
                </a:lnTo>
                <a:lnTo>
                  <a:pt x="1839" y="11307"/>
                </a:lnTo>
                <a:lnTo>
                  <a:pt x="1757" y="11094"/>
                </a:lnTo>
                <a:lnTo>
                  <a:pt x="1686" y="10882"/>
                </a:lnTo>
                <a:lnTo>
                  <a:pt x="1615" y="10658"/>
                </a:lnTo>
                <a:lnTo>
                  <a:pt x="1556" y="10434"/>
                </a:lnTo>
                <a:lnTo>
                  <a:pt x="1497" y="10210"/>
                </a:lnTo>
                <a:lnTo>
                  <a:pt x="1462" y="9986"/>
                </a:lnTo>
                <a:lnTo>
                  <a:pt x="1415" y="9762"/>
                </a:lnTo>
                <a:lnTo>
                  <a:pt x="1391" y="9526"/>
                </a:lnTo>
                <a:lnTo>
                  <a:pt x="1368" y="9291"/>
                </a:lnTo>
                <a:close/>
                <a:moveTo>
                  <a:pt x="15880" y="9291"/>
                </a:moveTo>
                <a:lnTo>
                  <a:pt x="15857" y="9526"/>
                </a:lnTo>
                <a:lnTo>
                  <a:pt x="15821" y="9762"/>
                </a:lnTo>
                <a:lnTo>
                  <a:pt x="15786" y="9986"/>
                </a:lnTo>
                <a:lnTo>
                  <a:pt x="15739" y="10210"/>
                </a:lnTo>
                <a:lnTo>
                  <a:pt x="15692" y="10434"/>
                </a:lnTo>
                <a:lnTo>
                  <a:pt x="15633" y="10658"/>
                </a:lnTo>
                <a:lnTo>
                  <a:pt x="15562" y="10882"/>
                </a:lnTo>
                <a:lnTo>
                  <a:pt x="15491" y="11094"/>
                </a:lnTo>
                <a:lnTo>
                  <a:pt x="15409" y="11307"/>
                </a:lnTo>
                <a:lnTo>
                  <a:pt x="15315" y="11519"/>
                </a:lnTo>
                <a:lnTo>
                  <a:pt x="15220" y="11731"/>
                </a:lnTo>
                <a:lnTo>
                  <a:pt x="15126" y="11943"/>
                </a:lnTo>
                <a:lnTo>
                  <a:pt x="15020" y="12144"/>
                </a:lnTo>
                <a:lnTo>
                  <a:pt x="14902" y="12344"/>
                </a:lnTo>
                <a:lnTo>
                  <a:pt x="14784" y="12544"/>
                </a:lnTo>
                <a:lnTo>
                  <a:pt x="14654" y="12733"/>
                </a:lnTo>
                <a:lnTo>
                  <a:pt x="14265" y="12497"/>
                </a:lnTo>
                <a:lnTo>
                  <a:pt x="13876" y="12273"/>
                </a:lnTo>
                <a:lnTo>
                  <a:pt x="13475" y="12073"/>
                </a:lnTo>
                <a:lnTo>
                  <a:pt x="13075" y="11872"/>
                </a:lnTo>
                <a:lnTo>
                  <a:pt x="13134" y="11554"/>
                </a:lnTo>
                <a:lnTo>
                  <a:pt x="13192" y="11236"/>
                </a:lnTo>
                <a:lnTo>
                  <a:pt x="13251" y="10917"/>
                </a:lnTo>
                <a:lnTo>
                  <a:pt x="13299" y="10587"/>
                </a:lnTo>
                <a:lnTo>
                  <a:pt x="13334" y="10269"/>
                </a:lnTo>
                <a:lnTo>
                  <a:pt x="13369" y="9951"/>
                </a:lnTo>
                <a:lnTo>
                  <a:pt x="13393" y="9621"/>
                </a:lnTo>
                <a:lnTo>
                  <a:pt x="13405" y="9291"/>
                </a:lnTo>
                <a:close/>
                <a:moveTo>
                  <a:pt x="4551" y="13181"/>
                </a:moveTo>
                <a:lnTo>
                  <a:pt x="4728" y="13641"/>
                </a:lnTo>
                <a:lnTo>
                  <a:pt x="4834" y="13877"/>
                </a:lnTo>
                <a:lnTo>
                  <a:pt x="4940" y="14101"/>
                </a:lnTo>
                <a:lnTo>
                  <a:pt x="5046" y="14325"/>
                </a:lnTo>
                <a:lnTo>
                  <a:pt x="5176" y="14537"/>
                </a:lnTo>
                <a:lnTo>
                  <a:pt x="5305" y="14737"/>
                </a:lnTo>
                <a:lnTo>
                  <a:pt x="5447" y="14949"/>
                </a:lnTo>
                <a:lnTo>
                  <a:pt x="5588" y="15138"/>
                </a:lnTo>
                <a:lnTo>
                  <a:pt x="5742" y="15327"/>
                </a:lnTo>
                <a:lnTo>
                  <a:pt x="5423" y="15185"/>
                </a:lnTo>
                <a:lnTo>
                  <a:pt x="5117" y="15032"/>
                </a:lnTo>
                <a:lnTo>
                  <a:pt x="4822" y="14855"/>
                </a:lnTo>
                <a:lnTo>
                  <a:pt x="4527" y="14666"/>
                </a:lnTo>
                <a:lnTo>
                  <a:pt x="4244" y="14466"/>
                </a:lnTo>
                <a:lnTo>
                  <a:pt x="3973" y="14242"/>
                </a:lnTo>
                <a:lnTo>
                  <a:pt x="3702" y="14018"/>
                </a:lnTo>
                <a:lnTo>
                  <a:pt x="3454" y="13770"/>
                </a:lnTo>
                <a:lnTo>
                  <a:pt x="3726" y="13617"/>
                </a:lnTo>
                <a:lnTo>
                  <a:pt x="3997" y="13464"/>
                </a:lnTo>
                <a:lnTo>
                  <a:pt x="4268" y="13322"/>
                </a:lnTo>
                <a:lnTo>
                  <a:pt x="4551" y="13181"/>
                </a:lnTo>
                <a:close/>
                <a:moveTo>
                  <a:pt x="12697" y="13181"/>
                </a:moveTo>
                <a:lnTo>
                  <a:pt x="12968" y="13322"/>
                </a:lnTo>
                <a:lnTo>
                  <a:pt x="13251" y="13464"/>
                </a:lnTo>
                <a:lnTo>
                  <a:pt x="13523" y="13617"/>
                </a:lnTo>
                <a:lnTo>
                  <a:pt x="13794" y="13770"/>
                </a:lnTo>
                <a:lnTo>
                  <a:pt x="13534" y="14018"/>
                </a:lnTo>
                <a:lnTo>
                  <a:pt x="13275" y="14242"/>
                </a:lnTo>
                <a:lnTo>
                  <a:pt x="13004" y="14466"/>
                </a:lnTo>
                <a:lnTo>
                  <a:pt x="12721" y="14666"/>
                </a:lnTo>
                <a:lnTo>
                  <a:pt x="12426" y="14855"/>
                </a:lnTo>
                <a:lnTo>
                  <a:pt x="12120" y="15032"/>
                </a:lnTo>
                <a:lnTo>
                  <a:pt x="11813" y="15185"/>
                </a:lnTo>
                <a:lnTo>
                  <a:pt x="11495" y="15327"/>
                </a:lnTo>
                <a:lnTo>
                  <a:pt x="11648" y="15138"/>
                </a:lnTo>
                <a:lnTo>
                  <a:pt x="11801" y="14949"/>
                </a:lnTo>
                <a:lnTo>
                  <a:pt x="11943" y="14737"/>
                </a:lnTo>
                <a:lnTo>
                  <a:pt x="12072" y="14537"/>
                </a:lnTo>
                <a:lnTo>
                  <a:pt x="12190" y="14313"/>
                </a:lnTo>
                <a:lnTo>
                  <a:pt x="12308" y="14101"/>
                </a:lnTo>
                <a:lnTo>
                  <a:pt x="12414" y="13877"/>
                </a:lnTo>
                <a:lnTo>
                  <a:pt x="12509" y="13641"/>
                </a:lnTo>
                <a:lnTo>
                  <a:pt x="12603" y="13417"/>
                </a:lnTo>
                <a:lnTo>
                  <a:pt x="12697" y="13181"/>
                </a:lnTo>
                <a:close/>
                <a:moveTo>
                  <a:pt x="7958" y="12261"/>
                </a:moveTo>
                <a:lnTo>
                  <a:pt x="7958" y="15456"/>
                </a:lnTo>
                <a:lnTo>
                  <a:pt x="7793" y="15374"/>
                </a:lnTo>
                <a:lnTo>
                  <a:pt x="7640" y="15279"/>
                </a:lnTo>
                <a:lnTo>
                  <a:pt x="7486" y="15173"/>
                </a:lnTo>
                <a:lnTo>
                  <a:pt x="7345" y="15055"/>
                </a:lnTo>
                <a:lnTo>
                  <a:pt x="7203" y="14938"/>
                </a:lnTo>
                <a:lnTo>
                  <a:pt x="7062" y="14808"/>
                </a:lnTo>
                <a:lnTo>
                  <a:pt x="6932" y="14678"/>
                </a:lnTo>
                <a:lnTo>
                  <a:pt x="6814" y="14537"/>
                </a:lnTo>
                <a:lnTo>
                  <a:pt x="6685" y="14384"/>
                </a:lnTo>
                <a:lnTo>
                  <a:pt x="6567" y="14230"/>
                </a:lnTo>
                <a:lnTo>
                  <a:pt x="6449" y="14065"/>
                </a:lnTo>
                <a:lnTo>
                  <a:pt x="6343" y="13888"/>
                </a:lnTo>
                <a:lnTo>
                  <a:pt x="6237" y="13712"/>
                </a:lnTo>
                <a:lnTo>
                  <a:pt x="6142" y="13511"/>
                </a:lnTo>
                <a:lnTo>
                  <a:pt x="6048" y="13322"/>
                </a:lnTo>
                <a:lnTo>
                  <a:pt x="5954" y="13110"/>
                </a:lnTo>
                <a:lnTo>
                  <a:pt x="5789" y="12686"/>
                </a:lnTo>
                <a:lnTo>
                  <a:pt x="6048" y="12615"/>
                </a:lnTo>
                <a:lnTo>
                  <a:pt x="6319" y="12533"/>
                </a:lnTo>
                <a:lnTo>
                  <a:pt x="6590" y="12474"/>
                </a:lnTo>
                <a:lnTo>
                  <a:pt x="6862" y="12415"/>
                </a:lnTo>
                <a:lnTo>
                  <a:pt x="7133" y="12368"/>
                </a:lnTo>
                <a:lnTo>
                  <a:pt x="7404" y="12320"/>
                </a:lnTo>
                <a:lnTo>
                  <a:pt x="7675" y="12297"/>
                </a:lnTo>
                <a:lnTo>
                  <a:pt x="7958" y="12261"/>
                </a:lnTo>
                <a:close/>
                <a:moveTo>
                  <a:pt x="9290" y="12273"/>
                </a:moveTo>
                <a:lnTo>
                  <a:pt x="9561" y="12297"/>
                </a:lnTo>
                <a:lnTo>
                  <a:pt x="9844" y="12332"/>
                </a:lnTo>
                <a:lnTo>
                  <a:pt x="10115" y="12368"/>
                </a:lnTo>
                <a:lnTo>
                  <a:pt x="10387" y="12415"/>
                </a:lnTo>
                <a:lnTo>
                  <a:pt x="10658" y="12474"/>
                </a:lnTo>
                <a:lnTo>
                  <a:pt x="10929" y="12533"/>
                </a:lnTo>
                <a:lnTo>
                  <a:pt x="11188" y="12615"/>
                </a:lnTo>
                <a:lnTo>
                  <a:pt x="11459" y="12698"/>
                </a:lnTo>
                <a:lnTo>
                  <a:pt x="11294" y="13110"/>
                </a:lnTo>
                <a:lnTo>
                  <a:pt x="11200" y="13322"/>
                </a:lnTo>
                <a:lnTo>
                  <a:pt x="11106" y="13511"/>
                </a:lnTo>
                <a:lnTo>
                  <a:pt x="11000" y="13712"/>
                </a:lnTo>
                <a:lnTo>
                  <a:pt x="10894" y="13888"/>
                </a:lnTo>
                <a:lnTo>
                  <a:pt x="10787" y="14065"/>
                </a:lnTo>
                <a:lnTo>
                  <a:pt x="10670" y="14230"/>
                </a:lnTo>
                <a:lnTo>
                  <a:pt x="10552" y="14384"/>
                </a:lnTo>
                <a:lnTo>
                  <a:pt x="10434" y="14537"/>
                </a:lnTo>
                <a:lnTo>
                  <a:pt x="10304" y="14678"/>
                </a:lnTo>
                <a:lnTo>
                  <a:pt x="10174" y="14808"/>
                </a:lnTo>
                <a:lnTo>
                  <a:pt x="10033" y="14938"/>
                </a:lnTo>
                <a:lnTo>
                  <a:pt x="9903" y="15055"/>
                </a:lnTo>
                <a:lnTo>
                  <a:pt x="9750" y="15173"/>
                </a:lnTo>
                <a:lnTo>
                  <a:pt x="9597" y="15279"/>
                </a:lnTo>
                <a:lnTo>
                  <a:pt x="9443" y="15374"/>
                </a:lnTo>
                <a:lnTo>
                  <a:pt x="9290" y="15468"/>
                </a:lnTo>
                <a:lnTo>
                  <a:pt x="9290" y="12273"/>
                </a:lnTo>
                <a:close/>
                <a:moveTo>
                  <a:pt x="8618" y="1"/>
                </a:moveTo>
                <a:lnTo>
                  <a:pt x="8194" y="13"/>
                </a:lnTo>
                <a:lnTo>
                  <a:pt x="7769" y="48"/>
                </a:lnTo>
                <a:lnTo>
                  <a:pt x="7345" y="95"/>
                </a:lnTo>
                <a:lnTo>
                  <a:pt x="6921" y="166"/>
                </a:lnTo>
                <a:lnTo>
                  <a:pt x="6520" y="260"/>
                </a:lnTo>
                <a:lnTo>
                  <a:pt x="6107" y="378"/>
                </a:lnTo>
                <a:lnTo>
                  <a:pt x="5706" y="508"/>
                </a:lnTo>
                <a:lnTo>
                  <a:pt x="5317" y="661"/>
                </a:lnTo>
                <a:lnTo>
                  <a:pt x="4940" y="826"/>
                </a:lnTo>
                <a:lnTo>
                  <a:pt x="4563" y="1015"/>
                </a:lnTo>
                <a:lnTo>
                  <a:pt x="4197" y="1227"/>
                </a:lnTo>
                <a:lnTo>
                  <a:pt x="3844" y="1451"/>
                </a:lnTo>
                <a:lnTo>
                  <a:pt x="3490" y="1687"/>
                </a:lnTo>
                <a:lnTo>
                  <a:pt x="3160" y="1958"/>
                </a:lnTo>
                <a:lnTo>
                  <a:pt x="2830" y="2229"/>
                </a:lnTo>
                <a:lnTo>
                  <a:pt x="2523" y="2535"/>
                </a:lnTo>
                <a:lnTo>
                  <a:pt x="2228" y="2842"/>
                </a:lnTo>
                <a:lnTo>
                  <a:pt x="1945" y="3160"/>
                </a:lnTo>
                <a:lnTo>
                  <a:pt x="1686" y="3502"/>
                </a:lnTo>
                <a:lnTo>
                  <a:pt x="1438" y="3844"/>
                </a:lnTo>
                <a:lnTo>
                  <a:pt x="1214" y="4198"/>
                </a:lnTo>
                <a:lnTo>
                  <a:pt x="1002" y="4563"/>
                </a:lnTo>
                <a:lnTo>
                  <a:pt x="814" y="4940"/>
                </a:lnTo>
                <a:lnTo>
                  <a:pt x="649" y="5329"/>
                </a:lnTo>
                <a:lnTo>
                  <a:pt x="495" y="5718"/>
                </a:lnTo>
                <a:lnTo>
                  <a:pt x="366" y="6119"/>
                </a:lnTo>
                <a:lnTo>
                  <a:pt x="260" y="6520"/>
                </a:lnTo>
                <a:lnTo>
                  <a:pt x="165" y="6933"/>
                </a:lnTo>
                <a:lnTo>
                  <a:pt x="94" y="7345"/>
                </a:lnTo>
                <a:lnTo>
                  <a:pt x="36" y="7770"/>
                </a:lnTo>
                <a:lnTo>
                  <a:pt x="12" y="8194"/>
                </a:lnTo>
                <a:lnTo>
                  <a:pt x="0" y="8630"/>
                </a:lnTo>
                <a:lnTo>
                  <a:pt x="12" y="9067"/>
                </a:lnTo>
                <a:lnTo>
                  <a:pt x="36" y="9515"/>
                </a:lnTo>
                <a:lnTo>
                  <a:pt x="94" y="9939"/>
                </a:lnTo>
                <a:lnTo>
                  <a:pt x="177" y="10363"/>
                </a:lnTo>
                <a:lnTo>
                  <a:pt x="271" y="10776"/>
                </a:lnTo>
                <a:lnTo>
                  <a:pt x="389" y="11189"/>
                </a:lnTo>
                <a:lnTo>
                  <a:pt x="519" y="11589"/>
                </a:lnTo>
                <a:lnTo>
                  <a:pt x="672" y="11979"/>
                </a:lnTo>
                <a:lnTo>
                  <a:pt x="849" y="12368"/>
                </a:lnTo>
                <a:lnTo>
                  <a:pt x="1038" y="12733"/>
                </a:lnTo>
                <a:lnTo>
                  <a:pt x="1250" y="13098"/>
                </a:lnTo>
                <a:lnTo>
                  <a:pt x="1474" y="13452"/>
                </a:lnTo>
                <a:lnTo>
                  <a:pt x="1710" y="13782"/>
                </a:lnTo>
                <a:lnTo>
                  <a:pt x="1969" y="14112"/>
                </a:lnTo>
                <a:lnTo>
                  <a:pt x="2240" y="14419"/>
                </a:lnTo>
                <a:lnTo>
                  <a:pt x="2523" y="14725"/>
                </a:lnTo>
                <a:lnTo>
                  <a:pt x="2830" y="15008"/>
                </a:lnTo>
                <a:lnTo>
                  <a:pt x="3136" y="15279"/>
                </a:lnTo>
                <a:lnTo>
                  <a:pt x="3466" y="15539"/>
                </a:lnTo>
                <a:lnTo>
                  <a:pt x="3796" y="15775"/>
                </a:lnTo>
                <a:lnTo>
                  <a:pt x="4150" y="15999"/>
                </a:lnTo>
                <a:lnTo>
                  <a:pt x="4515" y="16211"/>
                </a:lnTo>
                <a:lnTo>
                  <a:pt x="4881" y="16399"/>
                </a:lnTo>
                <a:lnTo>
                  <a:pt x="5270" y="16576"/>
                </a:lnTo>
                <a:lnTo>
                  <a:pt x="5659" y="16730"/>
                </a:lnTo>
                <a:lnTo>
                  <a:pt x="6060" y="16859"/>
                </a:lnTo>
                <a:lnTo>
                  <a:pt x="6473" y="16977"/>
                </a:lnTo>
                <a:lnTo>
                  <a:pt x="6885" y="17083"/>
                </a:lnTo>
                <a:lnTo>
                  <a:pt x="7310" y="17154"/>
                </a:lnTo>
                <a:lnTo>
                  <a:pt x="7746" y="17213"/>
                </a:lnTo>
                <a:lnTo>
                  <a:pt x="8182" y="17236"/>
                </a:lnTo>
                <a:lnTo>
                  <a:pt x="8618" y="17248"/>
                </a:lnTo>
                <a:lnTo>
                  <a:pt x="9054" y="17248"/>
                </a:lnTo>
                <a:lnTo>
                  <a:pt x="9479" y="17213"/>
                </a:lnTo>
                <a:lnTo>
                  <a:pt x="9903" y="17166"/>
                </a:lnTo>
                <a:lnTo>
                  <a:pt x="10316" y="17083"/>
                </a:lnTo>
                <a:lnTo>
                  <a:pt x="10728" y="17001"/>
                </a:lnTo>
                <a:lnTo>
                  <a:pt x="11129" y="16883"/>
                </a:lnTo>
                <a:lnTo>
                  <a:pt x="11530" y="16753"/>
                </a:lnTo>
                <a:lnTo>
                  <a:pt x="11919" y="16600"/>
                </a:lnTo>
                <a:lnTo>
                  <a:pt x="12308" y="16435"/>
                </a:lnTo>
                <a:lnTo>
                  <a:pt x="12686" y="16246"/>
                </a:lnTo>
                <a:lnTo>
                  <a:pt x="13051" y="16034"/>
                </a:lnTo>
                <a:lnTo>
                  <a:pt x="13405" y="15810"/>
                </a:lnTo>
                <a:lnTo>
                  <a:pt x="13747" y="15562"/>
                </a:lnTo>
                <a:lnTo>
                  <a:pt x="14088" y="15303"/>
                </a:lnTo>
                <a:lnTo>
                  <a:pt x="14407" y="15020"/>
                </a:lnTo>
                <a:lnTo>
                  <a:pt x="14725" y="14725"/>
                </a:lnTo>
                <a:lnTo>
                  <a:pt x="15020" y="14419"/>
                </a:lnTo>
                <a:lnTo>
                  <a:pt x="15291" y="14089"/>
                </a:lnTo>
                <a:lnTo>
                  <a:pt x="15562" y="13759"/>
                </a:lnTo>
                <a:lnTo>
                  <a:pt x="15798" y="13417"/>
                </a:lnTo>
                <a:lnTo>
                  <a:pt x="16022" y="13051"/>
                </a:lnTo>
                <a:lnTo>
                  <a:pt x="16234" y="12686"/>
                </a:lnTo>
                <a:lnTo>
                  <a:pt x="16423" y="12320"/>
                </a:lnTo>
                <a:lnTo>
                  <a:pt x="16600" y="11931"/>
                </a:lnTo>
                <a:lnTo>
                  <a:pt x="16741" y="11542"/>
                </a:lnTo>
                <a:lnTo>
                  <a:pt x="16871" y="11141"/>
                </a:lnTo>
                <a:lnTo>
                  <a:pt x="16989" y="10741"/>
                </a:lnTo>
                <a:lnTo>
                  <a:pt x="17083" y="10328"/>
                </a:lnTo>
                <a:lnTo>
                  <a:pt x="17154" y="9904"/>
                </a:lnTo>
                <a:lnTo>
                  <a:pt x="17201" y="9491"/>
                </a:lnTo>
                <a:lnTo>
                  <a:pt x="17236" y="9055"/>
                </a:lnTo>
                <a:lnTo>
                  <a:pt x="17248" y="8630"/>
                </a:lnTo>
                <a:lnTo>
                  <a:pt x="17236" y="8194"/>
                </a:lnTo>
                <a:lnTo>
                  <a:pt x="17201" y="7770"/>
                </a:lnTo>
                <a:lnTo>
                  <a:pt x="17154" y="7345"/>
                </a:lnTo>
                <a:lnTo>
                  <a:pt x="17083" y="6933"/>
                </a:lnTo>
                <a:lnTo>
                  <a:pt x="16989" y="6520"/>
                </a:lnTo>
                <a:lnTo>
                  <a:pt x="16871" y="6119"/>
                </a:lnTo>
                <a:lnTo>
                  <a:pt x="16741" y="5718"/>
                </a:lnTo>
                <a:lnTo>
                  <a:pt x="16588" y="5329"/>
                </a:lnTo>
                <a:lnTo>
                  <a:pt x="16423" y="4940"/>
                </a:lnTo>
                <a:lnTo>
                  <a:pt x="16234" y="4563"/>
                </a:lnTo>
                <a:lnTo>
                  <a:pt x="16022" y="4198"/>
                </a:lnTo>
                <a:lnTo>
                  <a:pt x="15798" y="3844"/>
                </a:lnTo>
                <a:lnTo>
                  <a:pt x="15562" y="3502"/>
                </a:lnTo>
                <a:lnTo>
                  <a:pt x="15291" y="3172"/>
                </a:lnTo>
                <a:lnTo>
                  <a:pt x="15020" y="2842"/>
                </a:lnTo>
                <a:lnTo>
                  <a:pt x="14713" y="2535"/>
                </a:lnTo>
                <a:lnTo>
                  <a:pt x="14407" y="2229"/>
                </a:lnTo>
                <a:lnTo>
                  <a:pt x="14088" y="1958"/>
                </a:lnTo>
                <a:lnTo>
                  <a:pt x="13747" y="1698"/>
                </a:lnTo>
                <a:lnTo>
                  <a:pt x="13405" y="1451"/>
                </a:lnTo>
                <a:lnTo>
                  <a:pt x="13051" y="1227"/>
                </a:lnTo>
                <a:lnTo>
                  <a:pt x="12686" y="1015"/>
                </a:lnTo>
                <a:lnTo>
                  <a:pt x="12308" y="826"/>
                </a:lnTo>
                <a:lnTo>
                  <a:pt x="11919" y="661"/>
                </a:lnTo>
                <a:lnTo>
                  <a:pt x="11530" y="508"/>
                </a:lnTo>
                <a:lnTo>
                  <a:pt x="11129" y="378"/>
                </a:lnTo>
                <a:lnTo>
                  <a:pt x="10728" y="260"/>
                </a:lnTo>
                <a:lnTo>
                  <a:pt x="10316" y="166"/>
                </a:lnTo>
                <a:lnTo>
                  <a:pt x="9903" y="95"/>
                </a:lnTo>
                <a:lnTo>
                  <a:pt x="9479" y="48"/>
                </a:lnTo>
                <a:lnTo>
                  <a:pt x="9054" y="13"/>
                </a:lnTo>
                <a:lnTo>
                  <a:pt x="8618" y="1"/>
                </a:lnTo>
                <a:close/>
              </a:path>
            </a:pathLst>
          </a:custGeom>
          <a:solidFill>
            <a:srgbClr val="D2FF1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8" name="Google Shape;548;p43"/>
          <p:cNvSpPr/>
          <p:nvPr/>
        </p:nvSpPr>
        <p:spPr>
          <a:xfrm>
            <a:off x="778466" y="3130775"/>
            <a:ext cx="214998" cy="222815"/>
          </a:xfrm>
          <a:custGeom>
            <a:avLst/>
            <a:gdLst/>
            <a:ahLst/>
            <a:cxnLst/>
            <a:rect l="l" t="t" r="r" b="b"/>
            <a:pathLst>
              <a:path w="16929" h="17541" extrusionOk="0">
                <a:moveTo>
                  <a:pt x="1944" y="1"/>
                </a:moveTo>
                <a:lnTo>
                  <a:pt x="1756" y="16"/>
                </a:lnTo>
                <a:lnTo>
                  <a:pt x="1552" y="48"/>
                </a:lnTo>
                <a:lnTo>
                  <a:pt x="1364" y="95"/>
                </a:lnTo>
                <a:lnTo>
                  <a:pt x="1191" y="157"/>
                </a:lnTo>
                <a:lnTo>
                  <a:pt x="1019" y="236"/>
                </a:lnTo>
                <a:lnTo>
                  <a:pt x="862" y="330"/>
                </a:lnTo>
                <a:lnTo>
                  <a:pt x="705" y="455"/>
                </a:lnTo>
                <a:lnTo>
                  <a:pt x="580" y="580"/>
                </a:lnTo>
                <a:lnTo>
                  <a:pt x="455" y="706"/>
                </a:lnTo>
                <a:lnTo>
                  <a:pt x="345" y="863"/>
                </a:lnTo>
                <a:lnTo>
                  <a:pt x="235" y="1019"/>
                </a:lnTo>
                <a:lnTo>
                  <a:pt x="157" y="1192"/>
                </a:lnTo>
                <a:lnTo>
                  <a:pt x="94" y="1380"/>
                </a:lnTo>
                <a:lnTo>
                  <a:pt x="47" y="1568"/>
                </a:lnTo>
                <a:lnTo>
                  <a:pt x="16" y="1756"/>
                </a:lnTo>
                <a:lnTo>
                  <a:pt x="0" y="1960"/>
                </a:lnTo>
                <a:lnTo>
                  <a:pt x="16" y="2164"/>
                </a:lnTo>
                <a:lnTo>
                  <a:pt x="47" y="2352"/>
                </a:lnTo>
                <a:lnTo>
                  <a:pt x="94" y="2540"/>
                </a:lnTo>
                <a:lnTo>
                  <a:pt x="157" y="2728"/>
                </a:lnTo>
                <a:lnTo>
                  <a:pt x="235" y="2885"/>
                </a:lnTo>
                <a:lnTo>
                  <a:pt x="345" y="3057"/>
                </a:lnTo>
                <a:lnTo>
                  <a:pt x="455" y="3198"/>
                </a:lnTo>
                <a:lnTo>
                  <a:pt x="580" y="3339"/>
                </a:lnTo>
                <a:lnTo>
                  <a:pt x="705" y="3465"/>
                </a:lnTo>
                <a:lnTo>
                  <a:pt x="862" y="3574"/>
                </a:lnTo>
                <a:lnTo>
                  <a:pt x="1019" y="3684"/>
                </a:lnTo>
                <a:lnTo>
                  <a:pt x="1191" y="3762"/>
                </a:lnTo>
                <a:lnTo>
                  <a:pt x="1364" y="3825"/>
                </a:lnTo>
                <a:lnTo>
                  <a:pt x="1552" y="3872"/>
                </a:lnTo>
                <a:lnTo>
                  <a:pt x="1756" y="3903"/>
                </a:lnTo>
                <a:lnTo>
                  <a:pt x="1944" y="3919"/>
                </a:lnTo>
                <a:lnTo>
                  <a:pt x="2147" y="3903"/>
                </a:lnTo>
                <a:lnTo>
                  <a:pt x="2336" y="3872"/>
                </a:lnTo>
                <a:lnTo>
                  <a:pt x="2524" y="3825"/>
                </a:lnTo>
                <a:lnTo>
                  <a:pt x="2712" y="3762"/>
                </a:lnTo>
                <a:lnTo>
                  <a:pt x="2868" y="3684"/>
                </a:lnTo>
                <a:lnTo>
                  <a:pt x="3041" y="3574"/>
                </a:lnTo>
                <a:lnTo>
                  <a:pt x="3182" y="3465"/>
                </a:lnTo>
                <a:lnTo>
                  <a:pt x="3323" y="3339"/>
                </a:lnTo>
                <a:lnTo>
                  <a:pt x="3448" y="3198"/>
                </a:lnTo>
                <a:lnTo>
                  <a:pt x="3558" y="3057"/>
                </a:lnTo>
                <a:lnTo>
                  <a:pt x="3652" y="2885"/>
                </a:lnTo>
                <a:lnTo>
                  <a:pt x="3731" y="2728"/>
                </a:lnTo>
                <a:lnTo>
                  <a:pt x="3809" y="2540"/>
                </a:lnTo>
                <a:lnTo>
                  <a:pt x="3856" y="2352"/>
                </a:lnTo>
                <a:lnTo>
                  <a:pt x="3887" y="2164"/>
                </a:lnTo>
                <a:lnTo>
                  <a:pt x="3887" y="1960"/>
                </a:lnTo>
                <a:lnTo>
                  <a:pt x="3887" y="1756"/>
                </a:lnTo>
                <a:lnTo>
                  <a:pt x="3856" y="1568"/>
                </a:lnTo>
                <a:lnTo>
                  <a:pt x="3809" y="1380"/>
                </a:lnTo>
                <a:lnTo>
                  <a:pt x="3731" y="1192"/>
                </a:lnTo>
                <a:lnTo>
                  <a:pt x="3652" y="1019"/>
                </a:lnTo>
                <a:lnTo>
                  <a:pt x="3558" y="863"/>
                </a:lnTo>
                <a:lnTo>
                  <a:pt x="3448" y="706"/>
                </a:lnTo>
                <a:lnTo>
                  <a:pt x="3323" y="580"/>
                </a:lnTo>
                <a:lnTo>
                  <a:pt x="3182" y="455"/>
                </a:lnTo>
                <a:lnTo>
                  <a:pt x="3041" y="330"/>
                </a:lnTo>
                <a:lnTo>
                  <a:pt x="2868" y="236"/>
                </a:lnTo>
                <a:lnTo>
                  <a:pt x="2712" y="157"/>
                </a:lnTo>
                <a:lnTo>
                  <a:pt x="2524" y="95"/>
                </a:lnTo>
                <a:lnTo>
                  <a:pt x="2336" y="48"/>
                </a:lnTo>
                <a:lnTo>
                  <a:pt x="2147" y="16"/>
                </a:lnTo>
                <a:lnTo>
                  <a:pt x="1944" y="1"/>
                </a:lnTo>
                <a:close/>
                <a:moveTo>
                  <a:pt x="282" y="5330"/>
                </a:moveTo>
                <a:lnTo>
                  <a:pt x="282" y="17540"/>
                </a:lnTo>
                <a:lnTo>
                  <a:pt x="3621" y="17540"/>
                </a:lnTo>
                <a:lnTo>
                  <a:pt x="3621" y="5330"/>
                </a:lnTo>
                <a:close/>
                <a:moveTo>
                  <a:pt x="5831" y="5330"/>
                </a:moveTo>
                <a:lnTo>
                  <a:pt x="5831" y="17540"/>
                </a:lnTo>
                <a:lnTo>
                  <a:pt x="9170" y="17540"/>
                </a:lnTo>
                <a:lnTo>
                  <a:pt x="9170" y="11317"/>
                </a:lnTo>
                <a:lnTo>
                  <a:pt x="9170" y="11004"/>
                </a:lnTo>
                <a:lnTo>
                  <a:pt x="9217" y="10706"/>
                </a:lnTo>
                <a:lnTo>
                  <a:pt x="9279" y="10424"/>
                </a:lnTo>
                <a:lnTo>
                  <a:pt x="9358" y="10173"/>
                </a:lnTo>
                <a:lnTo>
                  <a:pt x="9452" y="9922"/>
                </a:lnTo>
                <a:lnTo>
                  <a:pt x="9577" y="9703"/>
                </a:lnTo>
                <a:lnTo>
                  <a:pt x="9703" y="9515"/>
                </a:lnTo>
                <a:lnTo>
                  <a:pt x="9859" y="9327"/>
                </a:lnTo>
                <a:lnTo>
                  <a:pt x="10016" y="9170"/>
                </a:lnTo>
                <a:lnTo>
                  <a:pt x="10189" y="9029"/>
                </a:lnTo>
                <a:lnTo>
                  <a:pt x="10377" y="8904"/>
                </a:lnTo>
                <a:lnTo>
                  <a:pt x="10565" y="8810"/>
                </a:lnTo>
                <a:lnTo>
                  <a:pt x="10769" y="8731"/>
                </a:lnTo>
                <a:lnTo>
                  <a:pt x="10972" y="8668"/>
                </a:lnTo>
                <a:lnTo>
                  <a:pt x="11176" y="8637"/>
                </a:lnTo>
                <a:lnTo>
                  <a:pt x="11380" y="8621"/>
                </a:lnTo>
                <a:lnTo>
                  <a:pt x="11584" y="8621"/>
                </a:lnTo>
                <a:lnTo>
                  <a:pt x="11803" y="8637"/>
                </a:lnTo>
                <a:lnTo>
                  <a:pt x="12007" y="8684"/>
                </a:lnTo>
                <a:lnTo>
                  <a:pt x="12195" y="8763"/>
                </a:lnTo>
                <a:lnTo>
                  <a:pt x="12383" y="8857"/>
                </a:lnTo>
                <a:lnTo>
                  <a:pt x="12571" y="8966"/>
                </a:lnTo>
                <a:lnTo>
                  <a:pt x="12744" y="9092"/>
                </a:lnTo>
                <a:lnTo>
                  <a:pt x="12916" y="9248"/>
                </a:lnTo>
                <a:lnTo>
                  <a:pt x="13057" y="9421"/>
                </a:lnTo>
                <a:lnTo>
                  <a:pt x="13198" y="9625"/>
                </a:lnTo>
                <a:lnTo>
                  <a:pt x="13308" y="9860"/>
                </a:lnTo>
                <a:lnTo>
                  <a:pt x="13418" y="10095"/>
                </a:lnTo>
                <a:lnTo>
                  <a:pt x="13496" y="10361"/>
                </a:lnTo>
                <a:lnTo>
                  <a:pt x="13559" y="10659"/>
                </a:lnTo>
                <a:lnTo>
                  <a:pt x="13590" y="10973"/>
                </a:lnTo>
                <a:lnTo>
                  <a:pt x="13606" y="11317"/>
                </a:lnTo>
                <a:lnTo>
                  <a:pt x="13606" y="17540"/>
                </a:lnTo>
                <a:lnTo>
                  <a:pt x="16929" y="17540"/>
                </a:lnTo>
                <a:lnTo>
                  <a:pt x="16929" y="10032"/>
                </a:lnTo>
                <a:lnTo>
                  <a:pt x="16913" y="9499"/>
                </a:lnTo>
                <a:lnTo>
                  <a:pt x="16866" y="9013"/>
                </a:lnTo>
                <a:lnTo>
                  <a:pt x="16772" y="8543"/>
                </a:lnTo>
                <a:lnTo>
                  <a:pt x="16662" y="8120"/>
                </a:lnTo>
                <a:lnTo>
                  <a:pt x="16521" y="7728"/>
                </a:lnTo>
                <a:lnTo>
                  <a:pt x="16349" y="7367"/>
                </a:lnTo>
                <a:lnTo>
                  <a:pt x="16161" y="7038"/>
                </a:lnTo>
                <a:lnTo>
                  <a:pt x="15941" y="6741"/>
                </a:lnTo>
                <a:lnTo>
                  <a:pt x="15706" y="6474"/>
                </a:lnTo>
                <a:lnTo>
                  <a:pt x="15440" y="6239"/>
                </a:lnTo>
                <a:lnTo>
                  <a:pt x="15173" y="6019"/>
                </a:lnTo>
                <a:lnTo>
                  <a:pt x="14875" y="5847"/>
                </a:lnTo>
                <a:lnTo>
                  <a:pt x="14577" y="5690"/>
                </a:lnTo>
                <a:lnTo>
                  <a:pt x="14280" y="5565"/>
                </a:lnTo>
                <a:lnTo>
                  <a:pt x="13950" y="5471"/>
                </a:lnTo>
                <a:lnTo>
                  <a:pt x="13621" y="5393"/>
                </a:lnTo>
                <a:lnTo>
                  <a:pt x="13292" y="5345"/>
                </a:lnTo>
                <a:lnTo>
                  <a:pt x="12963" y="5330"/>
                </a:lnTo>
                <a:lnTo>
                  <a:pt x="12634" y="5330"/>
                </a:lnTo>
                <a:lnTo>
                  <a:pt x="12305" y="5361"/>
                </a:lnTo>
                <a:lnTo>
                  <a:pt x="11975" y="5408"/>
                </a:lnTo>
                <a:lnTo>
                  <a:pt x="11646" y="5471"/>
                </a:lnTo>
                <a:lnTo>
                  <a:pt x="11333" y="5565"/>
                </a:lnTo>
                <a:lnTo>
                  <a:pt x="11035" y="5675"/>
                </a:lnTo>
                <a:lnTo>
                  <a:pt x="10737" y="5816"/>
                </a:lnTo>
                <a:lnTo>
                  <a:pt x="10455" y="5972"/>
                </a:lnTo>
                <a:lnTo>
                  <a:pt x="10189" y="6145"/>
                </a:lnTo>
                <a:lnTo>
                  <a:pt x="9938" y="6333"/>
                </a:lnTo>
                <a:lnTo>
                  <a:pt x="9718" y="6552"/>
                </a:lnTo>
                <a:lnTo>
                  <a:pt x="9499" y="6772"/>
                </a:lnTo>
                <a:lnTo>
                  <a:pt x="9326" y="7023"/>
                </a:lnTo>
                <a:lnTo>
                  <a:pt x="9170" y="7289"/>
                </a:lnTo>
                <a:lnTo>
                  <a:pt x="9170" y="533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9" name="Google Shape;549;p43"/>
          <p:cNvSpPr txBox="1">
            <a:spLocks noGrp="1"/>
          </p:cNvSpPr>
          <p:nvPr>
            <p:ph type="subTitle" idx="1"/>
          </p:nvPr>
        </p:nvSpPr>
        <p:spPr>
          <a:xfrm>
            <a:off x="1211525" y="2070475"/>
            <a:ext cx="4148700" cy="673800"/>
          </a:xfrm>
          <a:prstGeom prst="rect">
            <a:avLst/>
          </a:prstGeom>
        </p:spPr>
        <p:txBody>
          <a:bodyPr spcFirstLastPara="1" wrap="square" lIns="91425" tIns="91425" rIns="91425" bIns="91425" anchor="ctr" anchorCtr="0">
            <a:normAutofit/>
          </a:bodyPr>
          <a:lstStyle>
            <a:lvl1pPr lvl="0" rtl="0">
              <a:spcBef>
                <a:spcPts val="0"/>
              </a:spcBef>
              <a:spcAft>
                <a:spcPts val="0"/>
              </a:spcAft>
              <a:buClr>
                <a:schemeClr val="lt1"/>
              </a:buClr>
              <a:buSzPts val="1400"/>
              <a:buNone/>
              <a:defRPr sz="1400">
                <a:solidFill>
                  <a:schemeClr val="lt1"/>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50" name="Google Shape;550;p43"/>
          <p:cNvSpPr txBox="1"/>
          <p:nvPr/>
        </p:nvSpPr>
        <p:spPr>
          <a:xfrm>
            <a:off x="685800" y="977450"/>
            <a:ext cx="6915600" cy="8418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3400" b="1">
                <a:solidFill>
                  <a:schemeClr val="lt1"/>
                </a:solidFill>
                <a:latin typeface="IBM Plex Sans"/>
                <a:ea typeface="IBM Plex Sans"/>
                <a:cs typeface="IBM Plex Sans"/>
                <a:sym typeface="IBM Plex Sans"/>
              </a:rPr>
              <a:t>Thank You</a:t>
            </a:r>
            <a:endParaRPr sz="3400" b="1">
              <a:solidFill>
                <a:schemeClr val="lt1"/>
              </a:solidFill>
              <a:latin typeface="IBM Plex Sans"/>
              <a:ea typeface="IBM Plex Sans"/>
              <a:cs typeface="IBM Plex Sans"/>
              <a:sym typeface="IBM Plex Sans"/>
            </a:endParaRPr>
          </a:p>
        </p:txBody>
      </p:sp>
      <p:sp>
        <p:nvSpPr>
          <p:cNvPr id="551" name="Google Shape;551;p43"/>
          <p:cNvSpPr txBox="1">
            <a:spLocks noGrp="1"/>
          </p:cNvSpPr>
          <p:nvPr>
            <p:ph type="subTitle" idx="2"/>
          </p:nvPr>
        </p:nvSpPr>
        <p:spPr>
          <a:xfrm>
            <a:off x="1211525" y="2905288"/>
            <a:ext cx="4148700" cy="673800"/>
          </a:xfrm>
          <a:prstGeom prst="rect">
            <a:avLst/>
          </a:prstGeom>
        </p:spPr>
        <p:txBody>
          <a:bodyPr spcFirstLastPara="1" wrap="square" lIns="91425" tIns="91425" rIns="91425" bIns="91425" anchor="ctr" anchorCtr="0">
            <a:normAutofit/>
          </a:bodyPr>
          <a:lstStyle>
            <a:lvl1pPr lvl="0" rtl="0">
              <a:spcBef>
                <a:spcPts val="0"/>
              </a:spcBef>
              <a:spcAft>
                <a:spcPts val="0"/>
              </a:spcAft>
              <a:buClr>
                <a:schemeClr val="lt1"/>
              </a:buClr>
              <a:buSzPts val="1400"/>
              <a:buNone/>
              <a:defRPr sz="1400">
                <a:solidFill>
                  <a:schemeClr val="lt1"/>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52" name="Google Shape;552;p43"/>
          <p:cNvSpPr txBox="1">
            <a:spLocks noGrp="1"/>
          </p:cNvSpPr>
          <p:nvPr>
            <p:ph type="subTitle" idx="3"/>
          </p:nvPr>
        </p:nvSpPr>
        <p:spPr>
          <a:xfrm>
            <a:off x="1211525" y="3792275"/>
            <a:ext cx="4148700" cy="673800"/>
          </a:xfrm>
          <a:prstGeom prst="rect">
            <a:avLst/>
          </a:prstGeom>
        </p:spPr>
        <p:txBody>
          <a:bodyPr spcFirstLastPara="1" wrap="square" lIns="91425" tIns="91425" rIns="91425" bIns="91425" anchor="ctr" anchorCtr="0">
            <a:normAutofit/>
          </a:bodyPr>
          <a:lstStyle>
            <a:lvl1pPr lvl="0" rtl="0">
              <a:spcBef>
                <a:spcPts val="0"/>
              </a:spcBef>
              <a:spcAft>
                <a:spcPts val="0"/>
              </a:spcAft>
              <a:buClr>
                <a:schemeClr val="lt1"/>
              </a:buClr>
              <a:buSzPts val="1400"/>
              <a:buNone/>
              <a:defRPr sz="1400">
                <a:solidFill>
                  <a:schemeClr val="lt1"/>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pic>
        <p:nvPicPr>
          <p:cNvPr id="553" name="Google Shape;553;p43"/>
          <p:cNvPicPr preferRelativeResize="0"/>
          <p:nvPr/>
        </p:nvPicPr>
        <p:blipFill>
          <a:blip r:embed="rId2">
            <a:alphaModFix/>
          </a:blip>
          <a:stretch>
            <a:fillRect/>
          </a:stretch>
        </p:blipFill>
        <p:spPr>
          <a:xfrm>
            <a:off x="8565901" y="154375"/>
            <a:ext cx="424850" cy="428248"/>
          </a:xfrm>
          <a:prstGeom prst="rect">
            <a:avLst/>
          </a:prstGeom>
          <a:noFill/>
          <a:ln>
            <a:noFill/>
          </a:ln>
        </p:spPr>
      </p:pic>
      <p:grpSp>
        <p:nvGrpSpPr>
          <p:cNvPr id="554" name="Google Shape;554;p43"/>
          <p:cNvGrpSpPr/>
          <p:nvPr/>
        </p:nvGrpSpPr>
        <p:grpSpPr>
          <a:xfrm flipH="1">
            <a:off x="6143992" y="2246002"/>
            <a:ext cx="2846765" cy="1992383"/>
            <a:chOff x="7237275" y="3277400"/>
            <a:chExt cx="1391925" cy="974175"/>
          </a:xfrm>
        </p:grpSpPr>
        <p:sp>
          <p:nvSpPr>
            <p:cNvPr id="555" name="Google Shape;555;p43"/>
            <p:cNvSpPr/>
            <p:nvPr/>
          </p:nvSpPr>
          <p:spPr>
            <a:xfrm>
              <a:off x="7237275" y="3604025"/>
              <a:ext cx="1065325" cy="320925"/>
            </a:xfrm>
            <a:custGeom>
              <a:avLst/>
              <a:gdLst/>
              <a:ahLst/>
              <a:cxnLst/>
              <a:rect l="l" t="t" r="r" b="b"/>
              <a:pathLst>
                <a:path w="42613" h="12837" extrusionOk="0">
                  <a:moveTo>
                    <a:pt x="0" y="0"/>
                  </a:moveTo>
                  <a:lnTo>
                    <a:pt x="0" y="760"/>
                  </a:lnTo>
                  <a:lnTo>
                    <a:pt x="36764" y="760"/>
                  </a:lnTo>
                  <a:lnTo>
                    <a:pt x="37295" y="836"/>
                  </a:lnTo>
                  <a:lnTo>
                    <a:pt x="37903" y="988"/>
                  </a:lnTo>
                  <a:lnTo>
                    <a:pt x="38359" y="1215"/>
                  </a:lnTo>
                  <a:lnTo>
                    <a:pt x="38890" y="1443"/>
                  </a:lnTo>
                  <a:lnTo>
                    <a:pt x="39346" y="1747"/>
                  </a:lnTo>
                  <a:lnTo>
                    <a:pt x="39802" y="2051"/>
                  </a:lnTo>
                  <a:lnTo>
                    <a:pt x="40182" y="2431"/>
                  </a:lnTo>
                  <a:lnTo>
                    <a:pt x="40561" y="2811"/>
                  </a:lnTo>
                  <a:lnTo>
                    <a:pt x="40865" y="3266"/>
                  </a:lnTo>
                  <a:lnTo>
                    <a:pt x="41169" y="3722"/>
                  </a:lnTo>
                  <a:lnTo>
                    <a:pt x="41397" y="4254"/>
                  </a:lnTo>
                  <a:lnTo>
                    <a:pt x="41625" y="4709"/>
                  </a:lnTo>
                  <a:lnTo>
                    <a:pt x="41777" y="5317"/>
                  </a:lnTo>
                  <a:lnTo>
                    <a:pt x="41853" y="5849"/>
                  </a:lnTo>
                  <a:lnTo>
                    <a:pt x="41853" y="6456"/>
                  </a:lnTo>
                  <a:lnTo>
                    <a:pt x="41853" y="6988"/>
                  </a:lnTo>
                  <a:lnTo>
                    <a:pt x="41777" y="7596"/>
                  </a:lnTo>
                  <a:lnTo>
                    <a:pt x="41625" y="8128"/>
                  </a:lnTo>
                  <a:lnTo>
                    <a:pt x="41397" y="8659"/>
                  </a:lnTo>
                  <a:lnTo>
                    <a:pt x="41169" y="9115"/>
                  </a:lnTo>
                  <a:lnTo>
                    <a:pt x="40865" y="9571"/>
                  </a:lnTo>
                  <a:lnTo>
                    <a:pt x="40561" y="10026"/>
                  </a:lnTo>
                  <a:lnTo>
                    <a:pt x="40182" y="10482"/>
                  </a:lnTo>
                  <a:lnTo>
                    <a:pt x="39802" y="10786"/>
                  </a:lnTo>
                  <a:lnTo>
                    <a:pt x="39346" y="11166"/>
                  </a:lnTo>
                  <a:lnTo>
                    <a:pt x="38890" y="11394"/>
                  </a:lnTo>
                  <a:lnTo>
                    <a:pt x="38359" y="11698"/>
                  </a:lnTo>
                  <a:lnTo>
                    <a:pt x="37903" y="11849"/>
                  </a:lnTo>
                  <a:lnTo>
                    <a:pt x="37295" y="12001"/>
                  </a:lnTo>
                  <a:lnTo>
                    <a:pt x="36764" y="12077"/>
                  </a:lnTo>
                  <a:lnTo>
                    <a:pt x="36156" y="12153"/>
                  </a:lnTo>
                  <a:lnTo>
                    <a:pt x="0" y="12153"/>
                  </a:lnTo>
                  <a:lnTo>
                    <a:pt x="0" y="12837"/>
                  </a:lnTo>
                  <a:lnTo>
                    <a:pt x="36840" y="12837"/>
                  </a:lnTo>
                  <a:lnTo>
                    <a:pt x="37447" y="12685"/>
                  </a:lnTo>
                  <a:lnTo>
                    <a:pt x="38055" y="12533"/>
                  </a:lnTo>
                  <a:lnTo>
                    <a:pt x="38663" y="12381"/>
                  </a:lnTo>
                  <a:lnTo>
                    <a:pt x="39270" y="12077"/>
                  </a:lnTo>
                  <a:lnTo>
                    <a:pt x="39802" y="11773"/>
                  </a:lnTo>
                  <a:lnTo>
                    <a:pt x="40258" y="11394"/>
                  </a:lnTo>
                  <a:lnTo>
                    <a:pt x="40713" y="10938"/>
                  </a:lnTo>
                  <a:lnTo>
                    <a:pt x="41169" y="10482"/>
                  </a:lnTo>
                  <a:lnTo>
                    <a:pt x="41473" y="10026"/>
                  </a:lnTo>
                  <a:lnTo>
                    <a:pt x="41853" y="9495"/>
                  </a:lnTo>
                  <a:lnTo>
                    <a:pt x="42081" y="8963"/>
                  </a:lnTo>
                  <a:lnTo>
                    <a:pt x="42308" y="8355"/>
                  </a:lnTo>
                  <a:lnTo>
                    <a:pt x="42460" y="7748"/>
                  </a:lnTo>
                  <a:lnTo>
                    <a:pt x="42536" y="7064"/>
                  </a:lnTo>
                  <a:lnTo>
                    <a:pt x="42612" y="6456"/>
                  </a:lnTo>
                  <a:lnTo>
                    <a:pt x="42536" y="5773"/>
                  </a:lnTo>
                  <a:lnTo>
                    <a:pt x="42460" y="5165"/>
                  </a:lnTo>
                  <a:lnTo>
                    <a:pt x="42308" y="4558"/>
                  </a:lnTo>
                  <a:lnTo>
                    <a:pt x="42081" y="3950"/>
                  </a:lnTo>
                  <a:lnTo>
                    <a:pt x="41853" y="3342"/>
                  </a:lnTo>
                  <a:lnTo>
                    <a:pt x="41473" y="2811"/>
                  </a:lnTo>
                  <a:lnTo>
                    <a:pt x="41169" y="2355"/>
                  </a:lnTo>
                  <a:lnTo>
                    <a:pt x="40713" y="1899"/>
                  </a:lnTo>
                  <a:lnTo>
                    <a:pt x="40258" y="1443"/>
                  </a:lnTo>
                  <a:lnTo>
                    <a:pt x="39802" y="1139"/>
                  </a:lnTo>
                  <a:lnTo>
                    <a:pt x="39270" y="760"/>
                  </a:lnTo>
                  <a:lnTo>
                    <a:pt x="38663" y="532"/>
                  </a:lnTo>
                  <a:lnTo>
                    <a:pt x="38055" y="304"/>
                  </a:lnTo>
                  <a:lnTo>
                    <a:pt x="37447" y="152"/>
                  </a:lnTo>
                  <a:lnTo>
                    <a:pt x="36840" y="76"/>
                  </a:lnTo>
                  <a:lnTo>
                    <a:pt x="36156" y="0"/>
                  </a:lnTo>
                  <a:close/>
                </a:path>
              </a:pathLst>
            </a:custGeom>
            <a:solidFill>
              <a:srgbClr val="58595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6" name="Google Shape;556;p43"/>
            <p:cNvSpPr/>
            <p:nvPr/>
          </p:nvSpPr>
          <p:spPr>
            <a:xfrm>
              <a:off x="7237275" y="3495775"/>
              <a:ext cx="1173550" cy="539325"/>
            </a:xfrm>
            <a:custGeom>
              <a:avLst/>
              <a:gdLst/>
              <a:ahLst/>
              <a:cxnLst/>
              <a:rect l="l" t="t" r="r" b="b"/>
              <a:pathLst>
                <a:path w="46942" h="21573" extrusionOk="0">
                  <a:moveTo>
                    <a:pt x="0" y="1"/>
                  </a:moveTo>
                  <a:lnTo>
                    <a:pt x="0" y="684"/>
                  </a:lnTo>
                  <a:lnTo>
                    <a:pt x="36156" y="684"/>
                  </a:lnTo>
                  <a:lnTo>
                    <a:pt x="37219" y="760"/>
                  </a:lnTo>
                  <a:lnTo>
                    <a:pt x="38207" y="912"/>
                  </a:lnTo>
                  <a:lnTo>
                    <a:pt x="39194" y="1140"/>
                  </a:lnTo>
                  <a:lnTo>
                    <a:pt x="40106" y="1520"/>
                  </a:lnTo>
                  <a:lnTo>
                    <a:pt x="40941" y="1900"/>
                  </a:lnTo>
                  <a:lnTo>
                    <a:pt x="41777" y="2431"/>
                  </a:lnTo>
                  <a:lnTo>
                    <a:pt x="42536" y="3039"/>
                  </a:lnTo>
                  <a:lnTo>
                    <a:pt x="43296" y="3647"/>
                  </a:lnTo>
                  <a:lnTo>
                    <a:pt x="43904" y="4406"/>
                  </a:lnTo>
                  <a:lnTo>
                    <a:pt x="44511" y="5166"/>
                  </a:lnTo>
                  <a:lnTo>
                    <a:pt x="45043" y="6001"/>
                  </a:lnTo>
                  <a:lnTo>
                    <a:pt x="45423" y="6837"/>
                  </a:lnTo>
                  <a:lnTo>
                    <a:pt x="45802" y="7748"/>
                  </a:lnTo>
                  <a:lnTo>
                    <a:pt x="46030" y="8736"/>
                  </a:lnTo>
                  <a:lnTo>
                    <a:pt x="46182" y="9723"/>
                  </a:lnTo>
                  <a:lnTo>
                    <a:pt x="46258" y="10786"/>
                  </a:lnTo>
                  <a:lnTo>
                    <a:pt x="46182" y="11774"/>
                  </a:lnTo>
                  <a:lnTo>
                    <a:pt x="46030" y="12761"/>
                  </a:lnTo>
                  <a:lnTo>
                    <a:pt x="45802" y="13749"/>
                  </a:lnTo>
                  <a:lnTo>
                    <a:pt x="45423" y="14660"/>
                  </a:lnTo>
                  <a:lnTo>
                    <a:pt x="45043" y="15572"/>
                  </a:lnTo>
                  <a:lnTo>
                    <a:pt x="44511" y="16407"/>
                  </a:lnTo>
                  <a:lnTo>
                    <a:pt x="43904" y="17167"/>
                  </a:lnTo>
                  <a:lnTo>
                    <a:pt x="43296" y="17850"/>
                  </a:lnTo>
                  <a:lnTo>
                    <a:pt x="42536" y="18534"/>
                  </a:lnTo>
                  <a:lnTo>
                    <a:pt x="41777" y="19066"/>
                  </a:lnTo>
                  <a:lnTo>
                    <a:pt x="40941" y="19597"/>
                  </a:lnTo>
                  <a:lnTo>
                    <a:pt x="40106" y="20053"/>
                  </a:lnTo>
                  <a:lnTo>
                    <a:pt x="39194" y="20357"/>
                  </a:lnTo>
                  <a:lnTo>
                    <a:pt x="38207" y="20585"/>
                  </a:lnTo>
                  <a:lnTo>
                    <a:pt x="37219" y="20737"/>
                  </a:lnTo>
                  <a:lnTo>
                    <a:pt x="36156" y="20813"/>
                  </a:lnTo>
                  <a:lnTo>
                    <a:pt x="0" y="20813"/>
                  </a:lnTo>
                  <a:lnTo>
                    <a:pt x="0" y="21572"/>
                  </a:lnTo>
                  <a:lnTo>
                    <a:pt x="36156" y="21572"/>
                  </a:lnTo>
                  <a:lnTo>
                    <a:pt x="37295" y="21496"/>
                  </a:lnTo>
                  <a:lnTo>
                    <a:pt x="38359" y="21344"/>
                  </a:lnTo>
                  <a:lnTo>
                    <a:pt x="39422" y="21041"/>
                  </a:lnTo>
                  <a:lnTo>
                    <a:pt x="40410" y="20661"/>
                  </a:lnTo>
                  <a:lnTo>
                    <a:pt x="41321" y="20205"/>
                  </a:lnTo>
                  <a:lnTo>
                    <a:pt x="42233" y="19673"/>
                  </a:lnTo>
                  <a:lnTo>
                    <a:pt x="43068" y="19066"/>
                  </a:lnTo>
                  <a:lnTo>
                    <a:pt x="43828" y="18382"/>
                  </a:lnTo>
                  <a:lnTo>
                    <a:pt x="44511" y="17623"/>
                  </a:lnTo>
                  <a:lnTo>
                    <a:pt x="45119" y="16787"/>
                  </a:lnTo>
                  <a:lnTo>
                    <a:pt x="45651" y="15876"/>
                  </a:lnTo>
                  <a:lnTo>
                    <a:pt x="46106" y="14964"/>
                  </a:lnTo>
                  <a:lnTo>
                    <a:pt x="46486" y="13977"/>
                  </a:lnTo>
                  <a:lnTo>
                    <a:pt x="46714" y="12913"/>
                  </a:lnTo>
                  <a:lnTo>
                    <a:pt x="46942" y="11850"/>
                  </a:lnTo>
                  <a:lnTo>
                    <a:pt x="46942" y="10786"/>
                  </a:lnTo>
                  <a:lnTo>
                    <a:pt x="46942" y="9647"/>
                  </a:lnTo>
                  <a:lnTo>
                    <a:pt x="46714" y="8584"/>
                  </a:lnTo>
                  <a:lnTo>
                    <a:pt x="46486" y="7520"/>
                  </a:lnTo>
                  <a:lnTo>
                    <a:pt x="46106" y="6533"/>
                  </a:lnTo>
                  <a:lnTo>
                    <a:pt x="45651" y="5621"/>
                  </a:lnTo>
                  <a:lnTo>
                    <a:pt x="45119" y="4710"/>
                  </a:lnTo>
                  <a:lnTo>
                    <a:pt x="44511" y="3874"/>
                  </a:lnTo>
                  <a:lnTo>
                    <a:pt x="43828" y="3115"/>
                  </a:lnTo>
                  <a:lnTo>
                    <a:pt x="43068" y="2431"/>
                  </a:lnTo>
                  <a:lnTo>
                    <a:pt x="42233" y="1824"/>
                  </a:lnTo>
                  <a:lnTo>
                    <a:pt x="41321" y="1292"/>
                  </a:lnTo>
                  <a:lnTo>
                    <a:pt x="40410" y="836"/>
                  </a:lnTo>
                  <a:lnTo>
                    <a:pt x="39422" y="456"/>
                  </a:lnTo>
                  <a:lnTo>
                    <a:pt x="38359" y="228"/>
                  </a:lnTo>
                  <a:lnTo>
                    <a:pt x="3729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7" name="Google Shape;557;p43"/>
            <p:cNvSpPr/>
            <p:nvPr/>
          </p:nvSpPr>
          <p:spPr>
            <a:xfrm>
              <a:off x="7237275" y="3385650"/>
              <a:ext cx="1283700" cy="757675"/>
            </a:xfrm>
            <a:custGeom>
              <a:avLst/>
              <a:gdLst/>
              <a:ahLst/>
              <a:cxnLst/>
              <a:rect l="l" t="t" r="r" b="b"/>
              <a:pathLst>
                <a:path w="51348" h="30307" extrusionOk="0">
                  <a:moveTo>
                    <a:pt x="0" y="0"/>
                  </a:moveTo>
                  <a:lnTo>
                    <a:pt x="0" y="760"/>
                  </a:lnTo>
                  <a:lnTo>
                    <a:pt x="36156" y="760"/>
                  </a:lnTo>
                  <a:lnTo>
                    <a:pt x="37675" y="836"/>
                  </a:lnTo>
                  <a:lnTo>
                    <a:pt x="39118" y="1064"/>
                  </a:lnTo>
                  <a:lnTo>
                    <a:pt x="40485" y="1367"/>
                  </a:lnTo>
                  <a:lnTo>
                    <a:pt x="41777" y="1899"/>
                  </a:lnTo>
                  <a:lnTo>
                    <a:pt x="43068" y="2507"/>
                  </a:lnTo>
                  <a:lnTo>
                    <a:pt x="44207" y="3190"/>
                  </a:lnTo>
                  <a:lnTo>
                    <a:pt x="45347" y="4026"/>
                  </a:lnTo>
                  <a:lnTo>
                    <a:pt x="46334" y="5013"/>
                  </a:lnTo>
                  <a:lnTo>
                    <a:pt x="47322" y="6001"/>
                  </a:lnTo>
                  <a:lnTo>
                    <a:pt x="48157" y="7140"/>
                  </a:lnTo>
                  <a:lnTo>
                    <a:pt x="48841" y="8279"/>
                  </a:lnTo>
                  <a:lnTo>
                    <a:pt x="49448" y="9571"/>
                  </a:lnTo>
                  <a:lnTo>
                    <a:pt x="49980" y="10862"/>
                  </a:lnTo>
                  <a:lnTo>
                    <a:pt x="50284" y="12229"/>
                  </a:lnTo>
                  <a:lnTo>
                    <a:pt x="50512" y="13672"/>
                  </a:lnTo>
                  <a:lnTo>
                    <a:pt x="50588" y="15191"/>
                  </a:lnTo>
                  <a:lnTo>
                    <a:pt x="50512" y="16635"/>
                  </a:lnTo>
                  <a:lnTo>
                    <a:pt x="50284" y="18078"/>
                  </a:lnTo>
                  <a:lnTo>
                    <a:pt x="49980" y="19445"/>
                  </a:lnTo>
                  <a:lnTo>
                    <a:pt x="49448" y="20736"/>
                  </a:lnTo>
                  <a:lnTo>
                    <a:pt x="48841" y="22028"/>
                  </a:lnTo>
                  <a:lnTo>
                    <a:pt x="48157" y="23243"/>
                  </a:lnTo>
                  <a:lnTo>
                    <a:pt x="47322" y="24306"/>
                  </a:lnTo>
                  <a:lnTo>
                    <a:pt x="46334" y="25370"/>
                  </a:lnTo>
                  <a:lnTo>
                    <a:pt x="45347" y="26281"/>
                  </a:lnTo>
                  <a:lnTo>
                    <a:pt x="44207" y="27117"/>
                  </a:lnTo>
                  <a:lnTo>
                    <a:pt x="43068" y="27800"/>
                  </a:lnTo>
                  <a:lnTo>
                    <a:pt x="41777" y="28408"/>
                  </a:lnTo>
                  <a:lnTo>
                    <a:pt x="40485" y="28940"/>
                  </a:lnTo>
                  <a:lnTo>
                    <a:pt x="39118" y="29243"/>
                  </a:lnTo>
                  <a:lnTo>
                    <a:pt x="37675" y="29471"/>
                  </a:lnTo>
                  <a:lnTo>
                    <a:pt x="36156" y="29547"/>
                  </a:lnTo>
                  <a:lnTo>
                    <a:pt x="0" y="29547"/>
                  </a:lnTo>
                  <a:lnTo>
                    <a:pt x="0" y="30307"/>
                  </a:lnTo>
                  <a:lnTo>
                    <a:pt x="36156" y="30307"/>
                  </a:lnTo>
                  <a:lnTo>
                    <a:pt x="37751" y="30231"/>
                  </a:lnTo>
                  <a:lnTo>
                    <a:pt x="39194" y="30003"/>
                  </a:lnTo>
                  <a:lnTo>
                    <a:pt x="40713" y="29623"/>
                  </a:lnTo>
                  <a:lnTo>
                    <a:pt x="42081" y="29092"/>
                  </a:lnTo>
                  <a:lnTo>
                    <a:pt x="43372" y="28484"/>
                  </a:lnTo>
                  <a:lnTo>
                    <a:pt x="44663" y="27724"/>
                  </a:lnTo>
                  <a:lnTo>
                    <a:pt x="45802" y="26813"/>
                  </a:lnTo>
                  <a:lnTo>
                    <a:pt x="46866" y="25901"/>
                  </a:lnTo>
                  <a:lnTo>
                    <a:pt x="47853" y="24762"/>
                  </a:lnTo>
                  <a:lnTo>
                    <a:pt x="48765" y="23623"/>
                  </a:lnTo>
                  <a:lnTo>
                    <a:pt x="49524" y="22407"/>
                  </a:lnTo>
                  <a:lnTo>
                    <a:pt x="50132" y="21040"/>
                  </a:lnTo>
                  <a:lnTo>
                    <a:pt x="50664" y="19673"/>
                  </a:lnTo>
                  <a:lnTo>
                    <a:pt x="51044" y="18230"/>
                  </a:lnTo>
                  <a:lnTo>
                    <a:pt x="51271" y="16711"/>
                  </a:lnTo>
                  <a:lnTo>
                    <a:pt x="51347" y="15191"/>
                  </a:lnTo>
                  <a:lnTo>
                    <a:pt x="51271" y="13596"/>
                  </a:lnTo>
                  <a:lnTo>
                    <a:pt x="51044" y="12153"/>
                  </a:lnTo>
                  <a:lnTo>
                    <a:pt x="50664" y="10634"/>
                  </a:lnTo>
                  <a:lnTo>
                    <a:pt x="50132" y="9267"/>
                  </a:lnTo>
                  <a:lnTo>
                    <a:pt x="49524" y="7976"/>
                  </a:lnTo>
                  <a:lnTo>
                    <a:pt x="48765" y="6684"/>
                  </a:lnTo>
                  <a:lnTo>
                    <a:pt x="47853" y="5545"/>
                  </a:lnTo>
                  <a:lnTo>
                    <a:pt x="46866" y="4482"/>
                  </a:lnTo>
                  <a:lnTo>
                    <a:pt x="45802" y="3494"/>
                  </a:lnTo>
                  <a:lnTo>
                    <a:pt x="44663" y="2583"/>
                  </a:lnTo>
                  <a:lnTo>
                    <a:pt x="43372" y="1823"/>
                  </a:lnTo>
                  <a:lnTo>
                    <a:pt x="42081" y="1215"/>
                  </a:lnTo>
                  <a:lnTo>
                    <a:pt x="40713" y="684"/>
                  </a:lnTo>
                  <a:lnTo>
                    <a:pt x="39194" y="304"/>
                  </a:lnTo>
                  <a:lnTo>
                    <a:pt x="37751" y="76"/>
                  </a:lnTo>
                  <a:lnTo>
                    <a:pt x="36156" y="0"/>
                  </a:lnTo>
                  <a:close/>
                </a:path>
              </a:pathLst>
            </a:custGeom>
            <a:solidFill>
              <a:srgbClr val="58595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8" name="Google Shape;558;p43"/>
            <p:cNvSpPr/>
            <p:nvPr/>
          </p:nvSpPr>
          <p:spPr>
            <a:xfrm>
              <a:off x="7237275" y="3277400"/>
              <a:ext cx="1391925" cy="974175"/>
            </a:xfrm>
            <a:custGeom>
              <a:avLst/>
              <a:gdLst/>
              <a:ahLst/>
              <a:cxnLst/>
              <a:rect l="l" t="t" r="r" b="b"/>
              <a:pathLst>
                <a:path w="55677" h="38967" extrusionOk="0">
                  <a:moveTo>
                    <a:pt x="0" y="1"/>
                  </a:moveTo>
                  <a:lnTo>
                    <a:pt x="0" y="760"/>
                  </a:lnTo>
                  <a:lnTo>
                    <a:pt x="37143" y="760"/>
                  </a:lnTo>
                  <a:lnTo>
                    <a:pt x="38131" y="836"/>
                  </a:lnTo>
                  <a:lnTo>
                    <a:pt x="39042" y="912"/>
                  </a:lnTo>
                  <a:lnTo>
                    <a:pt x="39954" y="1140"/>
                  </a:lnTo>
                  <a:lnTo>
                    <a:pt x="40865" y="1292"/>
                  </a:lnTo>
                  <a:lnTo>
                    <a:pt x="41777" y="1596"/>
                  </a:lnTo>
                  <a:lnTo>
                    <a:pt x="43448" y="2203"/>
                  </a:lnTo>
                  <a:lnTo>
                    <a:pt x="45119" y="2963"/>
                  </a:lnTo>
                  <a:lnTo>
                    <a:pt x="46638" y="3950"/>
                  </a:lnTo>
                  <a:lnTo>
                    <a:pt x="48081" y="5014"/>
                  </a:lnTo>
                  <a:lnTo>
                    <a:pt x="49448" y="6229"/>
                  </a:lnTo>
                  <a:lnTo>
                    <a:pt x="50664" y="7596"/>
                  </a:lnTo>
                  <a:lnTo>
                    <a:pt x="51727" y="9039"/>
                  </a:lnTo>
                  <a:lnTo>
                    <a:pt x="52715" y="10559"/>
                  </a:lnTo>
                  <a:lnTo>
                    <a:pt x="53474" y="12230"/>
                  </a:lnTo>
                  <a:lnTo>
                    <a:pt x="54082" y="13901"/>
                  </a:lnTo>
                  <a:lnTo>
                    <a:pt x="54386" y="14812"/>
                  </a:lnTo>
                  <a:lnTo>
                    <a:pt x="54538" y="15724"/>
                  </a:lnTo>
                  <a:lnTo>
                    <a:pt x="54765" y="16635"/>
                  </a:lnTo>
                  <a:lnTo>
                    <a:pt x="54841" y="17547"/>
                  </a:lnTo>
                  <a:lnTo>
                    <a:pt x="54917" y="18534"/>
                  </a:lnTo>
                  <a:lnTo>
                    <a:pt x="54917" y="19521"/>
                  </a:lnTo>
                  <a:lnTo>
                    <a:pt x="54917" y="20433"/>
                  </a:lnTo>
                  <a:lnTo>
                    <a:pt x="54841" y="21420"/>
                  </a:lnTo>
                  <a:lnTo>
                    <a:pt x="54765" y="22332"/>
                  </a:lnTo>
                  <a:lnTo>
                    <a:pt x="54538" y="23243"/>
                  </a:lnTo>
                  <a:lnTo>
                    <a:pt x="54386" y="24155"/>
                  </a:lnTo>
                  <a:lnTo>
                    <a:pt x="54082" y="25066"/>
                  </a:lnTo>
                  <a:lnTo>
                    <a:pt x="53474" y="26813"/>
                  </a:lnTo>
                  <a:lnTo>
                    <a:pt x="52715" y="28408"/>
                  </a:lnTo>
                  <a:lnTo>
                    <a:pt x="51727" y="30004"/>
                  </a:lnTo>
                  <a:lnTo>
                    <a:pt x="50664" y="31447"/>
                  </a:lnTo>
                  <a:lnTo>
                    <a:pt x="49448" y="32738"/>
                  </a:lnTo>
                  <a:lnTo>
                    <a:pt x="48081" y="33953"/>
                  </a:lnTo>
                  <a:lnTo>
                    <a:pt x="46638" y="35017"/>
                  </a:lnTo>
                  <a:lnTo>
                    <a:pt x="45119" y="36004"/>
                  </a:lnTo>
                  <a:lnTo>
                    <a:pt x="43448" y="36764"/>
                  </a:lnTo>
                  <a:lnTo>
                    <a:pt x="41777" y="37447"/>
                  </a:lnTo>
                  <a:lnTo>
                    <a:pt x="40865" y="37675"/>
                  </a:lnTo>
                  <a:lnTo>
                    <a:pt x="39954" y="37903"/>
                  </a:lnTo>
                  <a:lnTo>
                    <a:pt x="39042" y="38055"/>
                  </a:lnTo>
                  <a:lnTo>
                    <a:pt x="38131" y="38131"/>
                  </a:lnTo>
                  <a:lnTo>
                    <a:pt x="37143" y="38207"/>
                  </a:lnTo>
                  <a:lnTo>
                    <a:pt x="36156" y="38283"/>
                  </a:lnTo>
                  <a:lnTo>
                    <a:pt x="0" y="38283"/>
                  </a:lnTo>
                  <a:lnTo>
                    <a:pt x="0" y="38966"/>
                  </a:lnTo>
                  <a:lnTo>
                    <a:pt x="37219" y="38966"/>
                  </a:lnTo>
                  <a:lnTo>
                    <a:pt x="38207" y="38890"/>
                  </a:lnTo>
                  <a:lnTo>
                    <a:pt x="39118" y="38739"/>
                  </a:lnTo>
                  <a:lnTo>
                    <a:pt x="40106" y="38587"/>
                  </a:lnTo>
                  <a:lnTo>
                    <a:pt x="41017" y="38359"/>
                  </a:lnTo>
                  <a:lnTo>
                    <a:pt x="42005" y="38131"/>
                  </a:lnTo>
                  <a:lnTo>
                    <a:pt x="42916" y="37827"/>
                  </a:lnTo>
                  <a:lnTo>
                    <a:pt x="43752" y="37447"/>
                  </a:lnTo>
                  <a:lnTo>
                    <a:pt x="44663" y="37068"/>
                  </a:lnTo>
                  <a:lnTo>
                    <a:pt x="45499" y="36612"/>
                  </a:lnTo>
                  <a:lnTo>
                    <a:pt x="47094" y="35624"/>
                  </a:lnTo>
                  <a:lnTo>
                    <a:pt x="48613" y="34561"/>
                  </a:lnTo>
                  <a:lnTo>
                    <a:pt x="49980" y="33270"/>
                  </a:lnTo>
                  <a:lnTo>
                    <a:pt x="51195" y="31902"/>
                  </a:lnTo>
                  <a:lnTo>
                    <a:pt x="52335" y="30383"/>
                  </a:lnTo>
                  <a:lnTo>
                    <a:pt x="53322" y="28788"/>
                  </a:lnTo>
                  <a:lnTo>
                    <a:pt x="53778" y="27953"/>
                  </a:lnTo>
                  <a:lnTo>
                    <a:pt x="54158" y="27041"/>
                  </a:lnTo>
                  <a:lnTo>
                    <a:pt x="54462" y="26206"/>
                  </a:lnTo>
                  <a:lnTo>
                    <a:pt x="54841" y="25294"/>
                  </a:lnTo>
                  <a:lnTo>
                    <a:pt x="55069" y="24383"/>
                  </a:lnTo>
                  <a:lnTo>
                    <a:pt x="55297" y="23395"/>
                  </a:lnTo>
                  <a:lnTo>
                    <a:pt x="55449" y="22484"/>
                  </a:lnTo>
                  <a:lnTo>
                    <a:pt x="55601" y="21496"/>
                  </a:lnTo>
                  <a:lnTo>
                    <a:pt x="55677" y="20509"/>
                  </a:lnTo>
                  <a:lnTo>
                    <a:pt x="55677" y="19521"/>
                  </a:lnTo>
                  <a:lnTo>
                    <a:pt x="55677" y="18458"/>
                  </a:lnTo>
                  <a:lnTo>
                    <a:pt x="55601" y="17471"/>
                  </a:lnTo>
                  <a:lnTo>
                    <a:pt x="55449" y="16559"/>
                  </a:lnTo>
                  <a:lnTo>
                    <a:pt x="55297" y="15572"/>
                  </a:lnTo>
                  <a:lnTo>
                    <a:pt x="55069" y="14660"/>
                  </a:lnTo>
                  <a:lnTo>
                    <a:pt x="54841" y="13673"/>
                  </a:lnTo>
                  <a:lnTo>
                    <a:pt x="54462" y="12761"/>
                  </a:lnTo>
                  <a:lnTo>
                    <a:pt x="54158" y="11926"/>
                  </a:lnTo>
                  <a:lnTo>
                    <a:pt x="53778" y="11014"/>
                  </a:lnTo>
                  <a:lnTo>
                    <a:pt x="53322" y="10179"/>
                  </a:lnTo>
                  <a:lnTo>
                    <a:pt x="52335" y="8584"/>
                  </a:lnTo>
                  <a:lnTo>
                    <a:pt x="51195" y="7065"/>
                  </a:lnTo>
                  <a:lnTo>
                    <a:pt x="49980" y="5697"/>
                  </a:lnTo>
                  <a:lnTo>
                    <a:pt x="48613" y="4482"/>
                  </a:lnTo>
                  <a:lnTo>
                    <a:pt x="47094" y="3343"/>
                  </a:lnTo>
                  <a:lnTo>
                    <a:pt x="45499" y="2355"/>
                  </a:lnTo>
                  <a:lnTo>
                    <a:pt x="44663" y="1899"/>
                  </a:lnTo>
                  <a:lnTo>
                    <a:pt x="43752" y="1520"/>
                  </a:lnTo>
                  <a:lnTo>
                    <a:pt x="42916" y="1216"/>
                  </a:lnTo>
                  <a:lnTo>
                    <a:pt x="42005" y="912"/>
                  </a:lnTo>
                  <a:lnTo>
                    <a:pt x="41017" y="608"/>
                  </a:lnTo>
                  <a:lnTo>
                    <a:pt x="40106" y="380"/>
                  </a:lnTo>
                  <a:lnTo>
                    <a:pt x="39118" y="228"/>
                  </a:lnTo>
                  <a:lnTo>
                    <a:pt x="38207" y="77"/>
                  </a:lnTo>
                  <a:lnTo>
                    <a:pt x="37219"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59" name="Google Shape;559;p43"/>
          <p:cNvGrpSpPr/>
          <p:nvPr/>
        </p:nvGrpSpPr>
        <p:grpSpPr>
          <a:xfrm>
            <a:off x="3372421" y="-295321"/>
            <a:ext cx="1438276" cy="1056433"/>
            <a:chOff x="238125" y="2400725"/>
            <a:chExt cx="1203075" cy="883675"/>
          </a:xfrm>
        </p:grpSpPr>
        <p:sp>
          <p:nvSpPr>
            <p:cNvPr id="560" name="Google Shape;560;p43"/>
            <p:cNvSpPr/>
            <p:nvPr/>
          </p:nvSpPr>
          <p:spPr>
            <a:xfrm>
              <a:off x="853075" y="2400725"/>
              <a:ext cx="588125" cy="883675"/>
            </a:xfrm>
            <a:custGeom>
              <a:avLst/>
              <a:gdLst/>
              <a:ahLst/>
              <a:cxnLst/>
              <a:rect l="l" t="t" r="r" b="b"/>
              <a:pathLst>
                <a:path w="23525" h="35347" extrusionOk="0">
                  <a:moveTo>
                    <a:pt x="836" y="1"/>
                  </a:moveTo>
                  <a:lnTo>
                    <a:pt x="1" y="837"/>
                  </a:lnTo>
                  <a:lnTo>
                    <a:pt x="16957" y="17673"/>
                  </a:lnTo>
                  <a:lnTo>
                    <a:pt x="1" y="34630"/>
                  </a:lnTo>
                  <a:lnTo>
                    <a:pt x="836" y="35346"/>
                  </a:lnTo>
                  <a:lnTo>
                    <a:pt x="18629" y="17673"/>
                  </a:lnTo>
                  <a:lnTo>
                    <a:pt x="836" y="1"/>
                  </a:lnTo>
                  <a:close/>
                  <a:moveTo>
                    <a:pt x="5732" y="1"/>
                  </a:moveTo>
                  <a:lnTo>
                    <a:pt x="4896" y="837"/>
                  </a:lnTo>
                  <a:lnTo>
                    <a:pt x="21853" y="17673"/>
                  </a:lnTo>
                  <a:lnTo>
                    <a:pt x="4896" y="34630"/>
                  </a:lnTo>
                  <a:lnTo>
                    <a:pt x="5732" y="35346"/>
                  </a:lnTo>
                  <a:lnTo>
                    <a:pt x="23525" y="17673"/>
                  </a:lnTo>
                  <a:lnTo>
                    <a:pt x="573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1" name="Google Shape;561;p43"/>
            <p:cNvSpPr/>
            <p:nvPr/>
          </p:nvSpPr>
          <p:spPr>
            <a:xfrm>
              <a:off x="238125" y="2400725"/>
              <a:ext cx="859775" cy="883675"/>
            </a:xfrm>
            <a:custGeom>
              <a:avLst/>
              <a:gdLst/>
              <a:ahLst/>
              <a:cxnLst/>
              <a:rect l="l" t="t" r="r" b="b"/>
              <a:pathLst>
                <a:path w="34391" h="35347" extrusionOk="0">
                  <a:moveTo>
                    <a:pt x="716" y="1"/>
                  </a:moveTo>
                  <a:lnTo>
                    <a:pt x="0" y="837"/>
                  </a:lnTo>
                  <a:lnTo>
                    <a:pt x="16956" y="17673"/>
                  </a:lnTo>
                  <a:lnTo>
                    <a:pt x="0" y="34630"/>
                  </a:lnTo>
                  <a:lnTo>
                    <a:pt x="716" y="35346"/>
                  </a:lnTo>
                  <a:lnTo>
                    <a:pt x="18628" y="17673"/>
                  </a:lnTo>
                  <a:lnTo>
                    <a:pt x="716" y="1"/>
                  </a:lnTo>
                  <a:close/>
                  <a:moveTo>
                    <a:pt x="4299" y="1"/>
                  </a:moveTo>
                  <a:lnTo>
                    <a:pt x="3463" y="837"/>
                  </a:lnTo>
                  <a:lnTo>
                    <a:pt x="20419" y="17673"/>
                  </a:lnTo>
                  <a:lnTo>
                    <a:pt x="3463" y="34630"/>
                  </a:lnTo>
                  <a:lnTo>
                    <a:pt x="4299" y="35346"/>
                  </a:lnTo>
                  <a:lnTo>
                    <a:pt x="22091" y="17673"/>
                  </a:lnTo>
                  <a:lnTo>
                    <a:pt x="4299" y="1"/>
                  </a:lnTo>
                  <a:close/>
                  <a:moveTo>
                    <a:pt x="13135" y="1"/>
                  </a:moveTo>
                  <a:lnTo>
                    <a:pt x="12299" y="837"/>
                  </a:lnTo>
                  <a:lnTo>
                    <a:pt x="29256" y="17673"/>
                  </a:lnTo>
                  <a:lnTo>
                    <a:pt x="12299" y="34630"/>
                  </a:lnTo>
                  <a:lnTo>
                    <a:pt x="13135" y="35346"/>
                  </a:lnTo>
                  <a:lnTo>
                    <a:pt x="30927" y="17673"/>
                  </a:lnTo>
                  <a:lnTo>
                    <a:pt x="13135" y="1"/>
                  </a:lnTo>
                  <a:close/>
                  <a:moveTo>
                    <a:pt x="16598" y="1"/>
                  </a:moveTo>
                  <a:lnTo>
                    <a:pt x="15762" y="837"/>
                  </a:lnTo>
                  <a:lnTo>
                    <a:pt x="32719" y="17673"/>
                  </a:lnTo>
                  <a:lnTo>
                    <a:pt x="15762" y="34630"/>
                  </a:lnTo>
                  <a:lnTo>
                    <a:pt x="16598" y="35346"/>
                  </a:lnTo>
                  <a:lnTo>
                    <a:pt x="34390" y="17673"/>
                  </a:lnTo>
                  <a:lnTo>
                    <a:pt x="16598" y="1"/>
                  </a:lnTo>
                  <a:close/>
                </a:path>
              </a:pathLst>
            </a:custGeom>
            <a:solidFill>
              <a:srgbClr val="58595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matchingName="Project Status">
  <p:cSld name="CUSTOM_6">
    <p:bg>
      <p:bgPr>
        <a:solidFill>
          <a:schemeClr val="dk1"/>
        </a:solidFill>
        <a:effectLst/>
      </p:bgPr>
    </p:bg>
    <p:spTree>
      <p:nvGrpSpPr>
        <p:cNvPr id="1" name="Shape 562"/>
        <p:cNvGrpSpPr/>
        <p:nvPr/>
      </p:nvGrpSpPr>
      <p:grpSpPr>
        <a:xfrm>
          <a:off x="0" y="0"/>
          <a:ext cx="0" cy="0"/>
          <a:chOff x="0" y="0"/>
          <a:chExt cx="0" cy="0"/>
        </a:xfrm>
      </p:grpSpPr>
      <p:sp>
        <p:nvSpPr>
          <p:cNvPr id="563" name="Google Shape;563;p44"/>
          <p:cNvSpPr/>
          <p:nvPr/>
        </p:nvSpPr>
        <p:spPr>
          <a:xfrm>
            <a:off x="457214" y="2528802"/>
            <a:ext cx="1361700" cy="323700"/>
          </a:xfrm>
          <a:prstGeom prst="roundRect">
            <a:avLst>
              <a:gd name="adj" fmla="val 23633"/>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100"/>
          </a:p>
        </p:txBody>
      </p:sp>
      <p:sp>
        <p:nvSpPr>
          <p:cNvPr id="564" name="Google Shape;564;p44"/>
          <p:cNvSpPr txBox="1">
            <a:spLocks noGrp="1"/>
          </p:cNvSpPr>
          <p:nvPr>
            <p:ph type="title"/>
          </p:nvPr>
        </p:nvSpPr>
        <p:spPr>
          <a:xfrm>
            <a:off x="457200" y="114300"/>
            <a:ext cx="8229600" cy="903300"/>
          </a:xfrm>
          <a:prstGeom prst="rect">
            <a:avLst/>
          </a:prstGeom>
        </p:spPr>
        <p:txBody>
          <a:bodyPr spcFirstLastPara="1" wrap="square" lIns="0" tIns="0" rIns="0" bIns="0" anchor="t" anchorCtr="0">
            <a:normAutofit/>
          </a:bodyPr>
          <a:lstStyle>
            <a:lvl1pPr lvl="0" rtl="0">
              <a:spcBef>
                <a:spcPts val="0"/>
              </a:spcBef>
              <a:spcAft>
                <a:spcPts val="0"/>
              </a:spcAft>
              <a:buClr>
                <a:schemeClr val="lt1"/>
              </a:buClr>
              <a:buSzPts val="3400"/>
              <a:buNone/>
              <a:defRPr>
                <a:solidFill>
                  <a:schemeClr val="lt1"/>
                </a:solidFill>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565" name="Google Shape;565;p44"/>
          <p:cNvSpPr/>
          <p:nvPr/>
        </p:nvSpPr>
        <p:spPr>
          <a:xfrm>
            <a:off x="457201" y="1760700"/>
            <a:ext cx="1361700" cy="323700"/>
          </a:xfrm>
          <a:prstGeom prst="roundRect">
            <a:avLst>
              <a:gd name="adj" fmla="val 22637"/>
            </a:avLst>
          </a:prstGeom>
          <a:solidFill>
            <a:srgbClr val="FF6900"/>
          </a:solidFill>
          <a:ln>
            <a:noFill/>
          </a:ln>
        </p:spPr>
        <p:txBody>
          <a:bodyPr spcFirstLastPara="1" wrap="square" lIns="57150" tIns="57150" rIns="57150" bIns="57150" anchor="ctr" anchorCtr="0">
            <a:noAutofit/>
          </a:bodyPr>
          <a:lstStyle/>
          <a:p>
            <a:pPr marL="0" lvl="0" indent="0" algn="ctr" rtl="0">
              <a:spcBef>
                <a:spcPts val="0"/>
              </a:spcBef>
              <a:spcAft>
                <a:spcPts val="0"/>
              </a:spcAft>
              <a:buNone/>
            </a:pPr>
            <a:endParaRPr sz="1100" b="1">
              <a:solidFill>
                <a:srgbClr val="000000"/>
              </a:solidFill>
              <a:latin typeface="IBM Plex Sans"/>
              <a:ea typeface="IBM Plex Sans"/>
              <a:cs typeface="IBM Plex Sans"/>
              <a:sym typeface="IBM Plex Sans"/>
            </a:endParaRPr>
          </a:p>
        </p:txBody>
      </p:sp>
      <p:sp>
        <p:nvSpPr>
          <p:cNvPr id="566" name="Google Shape;566;p44"/>
          <p:cNvSpPr/>
          <p:nvPr/>
        </p:nvSpPr>
        <p:spPr>
          <a:xfrm>
            <a:off x="457201" y="3296900"/>
            <a:ext cx="1361700" cy="323700"/>
          </a:xfrm>
          <a:prstGeom prst="roundRect">
            <a:avLst>
              <a:gd name="adj" fmla="val 22637"/>
            </a:avLst>
          </a:prstGeom>
          <a:solidFill>
            <a:srgbClr val="D2FF1D"/>
          </a:solidFill>
          <a:ln>
            <a:noFill/>
          </a:ln>
        </p:spPr>
        <p:txBody>
          <a:bodyPr spcFirstLastPara="1" wrap="square" lIns="57150" tIns="57150" rIns="57150" bIns="57150" anchor="ctr" anchorCtr="0">
            <a:noAutofit/>
          </a:bodyPr>
          <a:lstStyle/>
          <a:p>
            <a:pPr marL="0" lvl="0" indent="0" algn="ctr" rtl="0">
              <a:spcBef>
                <a:spcPts val="0"/>
              </a:spcBef>
              <a:spcAft>
                <a:spcPts val="0"/>
              </a:spcAft>
              <a:buNone/>
            </a:pPr>
            <a:endParaRPr sz="1100" b="1">
              <a:solidFill>
                <a:srgbClr val="000000"/>
              </a:solidFill>
              <a:latin typeface="IBM Plex Sans"/>
              <a:ea typeface="IBM Plex Sans"/>
              <a:cs typeface="IBM Plex Sans"/>
              <a:sym typeface="IBM Plex Sans"/>
            </a:endParaRPr>
          </a:p>
        </p:txBody>
      </p:sp>
      <p:sp>
        <p:nvSpPr>
          <p:cNvPr id="567" name="Google Shape;567;p44"/>
          <p:cNvSpPr/>
          <p:nvPr/>
        </p:nvSpPr>
        <p:spPr>
          <a:xfrm>
            <a:off x="457201" y="4065000"/>
            <a:ext cx="1361700" cy="323700"/>
          </a:xfrm>
          <a:prstGeom prst="roundRect">
            <a:avLst>
              <a:gd name="adj" fmla="val 22637"/>
            </a:avLst>
          </a:prstGeom>
          <a:solidFill>
            <a:schemeClr val="accent2"/>
          </a:solidFill>
          <a:ln>
            <a:noFill/>
          </a:ln>
        </p:spPr>
        <p:txBody>
          <a:bodyPr spcFirstLastPara="1" wrap="square" lIns="57150" tIns="57150" rIns="57150" bIns="57150" anchor="ctr" anchorCtr="0">
            <a:noAutofit/>
          </a:bodyPr>
          <a:lstStyle/>
          <a:p>
            <a:pPr marL="0" lvl="0" indent="0" algn="ctr" rtl="0">
              <a:spcBef>
                <a:spcPts val="0"/>
              </a:spcBef>
              <a:spcAft>
                <a:spcPts val="0"/>
              </a:spcAft>
              <a:buNone/>
            </a:pPr>
            <a:endParaRPr sz="1100" b="1">
              <a:solidFill>
                <a:srgbClr val="000000"/>
              </a:solidFill>
              <a:latin typeface="IBM Plex Sans"/>
              <a:ea typeface="IBM Plex Sans"/>
              <a:cs typeface="IBM Plex Sans"/>
              <a:sym typeface="IBM Plex Sans"/>
            </a:endParaRPr>
          </a:p>
        </p:txBody>
      </p:sp>
      <p:sp>
        <p:nvSpPr>
          <p:cNvPr id="568" name="Google Shape;568;p44"/>
          <p:cNvSpPr/>
          <p:nvPr/>
        </p:nvSpPr>
        <p:spPr>
          <a:xfrm>
            <a:off x="5594484" y="1760734"/>
            <a:ext cx="323700" cy="323700"/>
          </a:xfrm>
          <a:prstGeom prst="ellipse">
            <a:avLst/>
          </a:prstGeom>
          <a:solidFill>
            <a:srgbClr val="FF6900"/>
          </a:solidFill>
          <a:ln>
            <a:noFill/>
          </a:ln>
        </p:spPr>
        <p:txBody>
          <a:bodyPr spcFirstLastPara="1" wrap="square" lIns="57150" tIns="57150" rIns="57150" bIns="57150" anchor="ctr" anchorCtr="0">
            <a:noAutofit/>
          </a:bodyPr>
          <a:lstStyle/>
          <a:p>
            <a:pPr marL="0" lvl="0" indent="0" algn="l" rtl="0">
              <a:spcBef>
                <a:spcPts val="0"/>
              </a:spcBef>
              <a:spcAft>
                <a:spcPts val="0"/>
              </a:spcAft>
              <a:buNone/>
            </a:pPr>
            <a:endParaRPr/>
          </a:p>
        </p:txBody>
      </p:sp>
      <p:sp>
        <p:nvSpPr>
          <p:cNvPr id="569" name="Google Shape;569;p44"/>
          <p:cNvSpPr/>
          <p:nvPr/>
        </p:nvSpPr>
        <p:spPr>
          <a:xfrm>
            <a:off x="5594484" y="2528828"/>
            <a:ext cx="323700" cy="323700"/>
          </a:xfrm>
          <a:prstGeom prst="ellipse">
            <a:avLst/>
          </a:prstGeom>
          <a:solidFill>
            <a:schemeClr val="accent6"/>
          </a:solidFill>
          <a:ln>
            <a:noFill/>
          </a:ln>
        </p:spPr>
        <p:txBody>
          <a:bodyPr spcFirstLastPara="1" wrap="square" lIns="57150" tIns="57150" rIns="57150" bIns="57150" anchor="ctr" anchorCtr="0">
            <a:noAutofit/>
          </a:bodyPr>
          <a:lstStyle/>
          <a:p>
            <a:pPr marL="0" lvl="0" indent="0" algn="l" rtl="0">
              <a:spcBef>
                <a:spcPts val="0"/>
              </a:spcBef>
              <a:spcAft>
                <a:spcPts val="0"/>
              </a:spcAft>
              <a:buNone/>
            </a:pPr>
            <a:endParaRPr/>
          </a:p>
        </p:txBody>
      </p:sp>
      <p:sp>
        <p:nvSpPr>
          <p:cNvPr id="570" name="Google Shape;570;p44"/>
          <p:cNvSpPr/>
          <p:nvPr/>
        </p:nvSpPr>
        <p:spPr>
          <a:xfrm>
            <a:off x="5594484" y="3296922"/>
            <a:ext cx="323700" cy="323700"/>
          </a:xfrm>
          <a:prstGeom prst="ellipse">
            <a:avLst/>
          </a:prstGeom>
          <a:solidFill>
            <a:srgbClr val="D2FF1D"/>
          </a:solidFill>
          <a:ln>
            <a:noFill/>
          </a:ln>
        </p:spPr>
        <p:txBody>
          <a:bodyPr spcFirstLastPara="1" wrap="square" lIns="57150" tIns="57150" rIns="57150" bIns="57150" anchor="ctr" anchorCtr="0">
            <a:noAutofit/>
          </a:bodyPr>
          <a:lstStyle/>
          <a:p>
            <a:pPr marL="0" lvl="0" indent="0" algn="l" rtl="0">
              <a:spcBef>
                <a:spcPts val="0"/>
              </a:spcBef>
              <a:spcAft>
                <a:spcPts val="0"/>
              </a:spcAft>
              <a:buNone/>
            </a:pPr>
            <a:endParaRPr/>
          </a:p>
        </p:txBody>
      </p:sp>
      <p:sp>
        <p:nvSpPr>
          <p:cNvPr id="571" name="Google Shape;571;p44"/>
          <p:cNvSpPr/>
          <p:nvPr/>
        </p:nvSpPr>
        <p:spPr>
          <a:xfrm>
            <a:off x="5594484" y="4065016"/>
            <a:ext cx="323700" cy="323700"/>
          </a:xfrm>
          <a:prstGeom prst="ellipse">
            <a:avLst/>
          </a:prstGeom>
          <a:solidFill>
            <a:schemeClr val="accent2"/>
          </a:solidFill>
          <a:ln>
            <a:noFill/>
          </a:ln>
        </p:spPr>
        <p:txBody>
          <a:bodyPr spcFirstLastPara="1" wrap="square" lIns="57150" tIns="57150" rIns="57150" bIns="57150" anchor="ctr" anchorCtr="0">
            <a:noAutofit/>
          </a:bodyPr>
          <a:lstStyle/>
          <a:p>
            <a:pPr marL="0" lvl="0" indent="0" algn="l" rtl="0">
              <a:spcBef>
                <a:spcPts val="0"/>
              </a:spcBef>
              <a:spcAft>
                <a:spcPts val="0"/>
              </a:spcAft>
              <a:buNone/>
            </a:pPr>
            <a:endParaRPr/>
          </a:p>
        </p:txBody>
      </p:sp>
      <p:sp>
        <p:nvSpPr>
          <p:cNvPr id="572" name="Google Shape;572;p44"/>
          <p:cNvSpPr txBox="1">
            <a:spLocks noGrp="1"/>
          </p:cNvSpPr>
          <p:nvPr>
            <p:ph type="subTitle" idx="1"/>
          </p:nvPr>
        </p:nvSpPr>
        <p:spPr>
          <a:xfrm>
            <a:off x="457200" y="1149700"/>
            <a:ext cx="1275900" cy="450600"/>
          </a:xfrm>
          <a:prstGeom prst="rect">
            <a:avLst/>
          </a:prstGeom>
        </p:spPr>
        <p:txBody>
          <a:bodyPr spcFirstLastPara="1" wrap="square" lIns="0" tIns="0" rIns="0" bIns="0" anchor="t" anchorCtr="0">
            <a:normAutofit/>
          </a:bodyPr>
          <a:lstStyle>
            <a:lvl1pPr lvl="0" rtl="0">
              <a:lnSpc>
                <a:spcPct val="100000"/>
              </a:lnSpc>
              <a:spcBef>
                <a:spcPts val="0"/>
              </a:spcBef>
              <a:spcAft>
                <a:spcPts val="0"/>
              </a:spcAft>
              <a:buClr>
                <a:schemeClr val="lt1"/>
              </a:buClr>
              <a:buSzPts val="1600"/>
              <a:buNone/>
              <a:defRPr sz="1600" b="1">
                <a:solidFill>
                  <a:schemeClr val="lt1"/>
                </a:solidFill>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573" name="Google Shape;573;p44"/>
          <p:cNvSpPr txBox="1">
            <a:spLocks noGrp="1"/>
          </p:cNvSpPr>
          <p:nvPr>
            <p:ph type="subTitle" idx="2"/>
          </p:nvPr>
        </p:nvSpPr>
        <p:spPr>
          <a:xfrm>
            <a:off x="2222800" y="1149700"/>
            <a:ext cx="3114300" cy="450600"/>
          </a:xfrm>
          <a:prstGeom prst="rect">
            <a:avLst/>
          </a:prstGeom>
        </p:spPr>
        <p:txBody>
          <a:bodyPr spcFirstLastPara="1" wrap="square" lIns="0" tIns="0" rIns="0" bIns="0" anchor="t" anchorCtr="0">
            <a:normAutofit/>
          </a:bodyPr>
          <a:lstStyle>
            <a:lvl1pPr lvl="0" rtl="0">
              <a:lnSpc>
                <a:spcPct val="100000"/>
              </a:lnSpc>
              <a:spcBef>
                <a:spcPts val="0"/>
              </a:spcBef>
              <a:spcAft>
                <a:spcPts val="0"/>
              </a:spcAft>
              <a:buClr>
                <a:schemeClr val="lt1"/>
              </a:buClr>
              <a:buSzPts val="1600"/>
              <a:buNone/>
              <a:defRPr sz="1600" b="1">
                <a:solidFill>
                  <a:schemeClr val="lt1"/>
                </a:solidFill>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574" name="Google Shape;574;p44"/>
          <p:cNvSpPr txBox="1">
            <a:spLocks noGrp="1"/>
          </p:cNvSpPr>
          <p:nvPr>
            <p:ph type="subTitle" idx="3"/>
          </p:nvPr>
        </p:nvSpPr>
        <p:spPr>
          <a:xfrm>
            <a:off x="5594475" y="1149700"/>
            <a:ext cx="1484100" cy="450600"/>
          </a:xfrm>
          <a:prstGeom prst="rect">
            <a:avLst/>
          </a:prstGeom>
        </p:spPr>
        <p:txBody>
          <a:bodyPr spcFirstLastPara="1" wrap="square" lIns="0" tIns="0" rIns="0" bIns="0" anchor="t" anchorCtr="0">
            <a:normAutofit/>
          </a:bodyPr>
          <a:lstStyle>
            <a:lvl1pPr lvl="0" rtl="0">
              <a:lnSpc>
                <a:spcPct val="100000"/>
              </a:lnSpc>
              <a:spcBef>
                <a:spcPts val="0"/>
              </a:spcBef>
              <a:spcAft>
                <a:spcPts val="0"/>
              </a:spcAft>
              <a:buClr>
                <a:schemeClr val="lt1"/>
              </a:buClr>
              <a:buSzPts val="1600"/>
              <a:buNone/>
              <a:defRPr sz="1600" b="1">
                <a:solidFill>
                  <a:schemeClr val="lt1"/>
                </a:solidFill>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575" name="Google Shape;575;p44"/>
          <p:cNvSpPr txBox="1">
            <a:spLocks noGrp="1"/>
          </p:cNvSpPr>
          <p:nvPr>
            <p:ph type="subTitle" idx="4"/>
          </p:nvPr>
        </p:nvSpPr>
        <p:spPr>
          <a:xfrm>
            <a:off x="7395800" y="1149700"/>
            <a:ext cx="1275900" cy="450600"/>
          </a:xfrm>
          <a:prstGeom prst="rect">
            <a:avLst/>
          </a:prstGeom>
        </p:spPr>
        <p:txBody>
          <a:bodyPr spcFirstLastPara="1" wrap="square" lIns="0" tIns="0" rIns="0" bIns="0" anchor="t" anchorCtr="0">
            <a:normAutofit/>
          </a:bodyPr>
          <a:lstStyle>
            <a:lvl1pPr lvl="0" rtl="0">
              <a:lnSpc>
                <a:spcPct val="100000"/>
              </a:lnSpc>
              <a:spcBef>
                <a:spcPts val="0"/>
              </a:spcBef>
              <a:spcAft>
                <a:spcPts val="0"/>
              </a:spcAft>
              <a:buClr>
                <a:schemeClr val="lt1"/>
              </a:buClr>
              <a:buSzPts val="1600"/>
              <a:buNone/>
              <a:defRPr sz="1600" b="1">
                <a:solidFill>
                  <a:schemeClr val="lt1"/>
                </a:solidFill>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576" name="Google Shape;576;p44"/>
          <p:cNvSpPr txBox="1">
            <a:spLocks noGrp="1"/>
          </p:cNvSpPr>
          <p:nvPr>
            <p:ph type="subTitle" idx="5"/>
          </p:nvPr>
        </p:nvSpPr>
        <p:spPr>
          <a:xfrm>
            <a:off x="457214" y="1760714"/>
            <a:ext cx="1361700" cy="323700"/>
          </a:xfrm>
          <a:prstGeom prst="rect">
            <a:avLst/>
          </a:prstGeom>
        </p:spPr>
        <p:txBody>
          <a:bodyPr spcFirstLastPara="1" wrap="square" lIns="0" tIns="0" rIns="0" bIns="0" anchor="ctr" anchorCtr="0">
            <a:normAutofit/>
          </a:bodyPr>
          <a:lstStyle>
            <a:lvl1pPr lvl="0" algn="ctr" rtl="0">
              <a:lnSpc>
                <a:spcPct val="100000"/>
              </a:lnSpc>
              <a:spcBef>
                <a:spcPts val="0"/>
              </a:spcBef>
              <a:spcAft>
                <a:spcPts val="0"/>
              </a:spcAft>
              <a:buClr>
                <a:schemeClr val="lt1"/>
              </a:buClr>
              <a:buSzPts val="1000"/>
              <a:buNone/>
              <a:defRPr sz="1000" b="1">
                <a:solidFill>
                  <a:schemeClr val="lt1"/>
                </a:solidFill>
              </a:defRPr>
            </a:lvl1pPr>
            <a:lvl2pPr lvl="1" algn="ctr" rtl="0">
              <a:lnSpc>
                <a:spcPct val="100000"/>
              </a:lnSpc>
              <a:spcBef>
                <a:spcPts val="0"/>
              </a:spcBef>
              <a:spcAft>
                <a:spcPts val="0"/>
              </a:spcAft>
              <a:buSzPts val="1000"/>
              <a:buNone/>
              <a:defRPr sz="1000" b="1"/>
            </a:lvl2pPr>
            <a:lvl3pPr lvl="2" algn="ctr" rtl="0">
              <a:lnSpc>
                <a:spcPct val="100000"/>
              </a:lnSpc>
              <a:spcBef>
                <a:spcPts val="0"/>
              </a:spcBef>
              <a:spcAft>
                <a:spcPts val="0"/>
              </a:spcAft>
              <a:buSzPts val="1000"/>
              <a:buNone/>
              <a:defRPr sz="1000" b="1"/>
            </a:lvl3pPr>
            <a:lvl4pPr lvl="3" algn="ctr" rtl="0">
              <a:lnSpc>
                <a:spcPct val="100000"/>
              </a:lnSpc>
              <a:spcBef>
                <a:spcPts val="0"/>
              </a:spcBef>
              <a:spcAft>
                <a:spcPts val="0"/>
              </a:spcAft>
              <a:buSzPts val="1000"/>
              <a:buNone/>
              <a:defRPr sz="1000" b="1"/>
            </a:lvl4pPr>
            <a:lvl5pPr lvl="4" algn="ctr" rtl="0">
              <a:lnSpc>
                <a:spcPct val="100000"/>
              </a:lnSpc>
              <a:spcBef>
                <a:spcPts val="0"/>
              </a:spcBef>
              <a:spcAft>
                <a:spcPts val="0"/>
              </a:spcAft>
              <a:buSzPts val="1000"/>
              <a:buNone/>
              <a:defRPr sz="1000" b="1"/>
            </a:lvl5pPr>
            <a:lvl6pPr lvl="5" algn="ctr" rtl="0">
              <a:lnSpc>
                <a:spcPct val="100000"/>
              </a:lnSpc>
              <a:spcBef>
                <a:spcPts val="0"/>
              </a:spcBef>
              <a:spcAft>
                <a:spcPts val="0"/>
              </a:spcAft>
              <a:buSzPts val="1000"/>
              <a:buNone/>
              <a:defRPr sz="1000" b="1"/>
            </a:lvl6pPr>
            <a:lvl7pPr lvl="6" algn="ctr" rtl="0">
              <a:lnSpc>
                <a:spcPct val="100000"/>
              </a:lnSpc>
              <a:spcBef>
                <a:spcPts val="0"/>
              </a:spcBef>
              <a:spcAft>
                <a:spcPts val="0"/>
              </a:spcAft>
              <a:buSzPts val="1000"/>
              <a:buNone/>
              <a:defRPr sz="1000" b="1"/>
            </a:lvl7pPr>
            <a:lvl8pPr lvl="7" algn="ctr" rtl="0">
              <a:lnSpc>
                <a:spcPct val="100000"/>
              </a:lnSpc>
              <a:spcBef>
                <a:spcPts val="0"/>
              </a:spcBef>
              <a:spcAft>
                <a:spcPts val="0"/>
              </a:spcAft>
              <a:buSzPts val="1000"/>
              <a:buNone/>
              <a:defRPr sz="1000" b="1"/>
            </a:lvl8pPr>
            <a:lvl9pPr lvl="8" algn="ctr" rtl="0">
              <a:lnSpc>
                <a:spcPct val="100000"/>
              </a:lnSpc>
              <a:spcBef>
                <a:spcPts val="0"/>
              </a:spcBef>
              <a:spcAft>
                <a:spcPts val="0"/>
              </a:spcAft>
              <a:buSzPts val="1000"/>
              <a:buNone/>
              <a:defRPr sz="1000" b="1"/>
            </a:lvl9pPr>
          </a:lstStyle>
          <a:p>
            <a:endParaRPr/>
          </a:p>
        </p:txBody>
      </p:sp>
      <p:sp>
        <p:nvSpPr>
          <p:cNvPr id="577" name="Google Shape;577;p44"/>
          <p:cNvSpPr txBox="1">
            <a:spLocks noGrp="1"/>
          </p:cNvSpPr>
          <p:nvPr>
            <p:ph type="subTitle" idx="6"/>
          </p:nvPr>
        </p:nvSpPr>
        <p:spPr>
          <a:xfrm>
            <a:off x="457214" y="3296898"/>
            <a:ext cx="1361700" cy="323700"/>
          </a:xfrm>
          <a:prstGeom prst="rect">
            <a:avLst/>
          </a:prstGeom>
        </p:spPr>
        <p:txBody>
          <a:bodyPr spcFirstLastPara="1" wrap="square" lIns="0" tIns="0" rIns="0" bIns="0" anchor="ctr" anchorCtr="0">
            <a:normAutofit/>
          </a:bodyPr>
          <a:lstStyle>
            <a:lvl1pPr lvl="0" algn="ctr" rtl="0">
              <a:lnSpc>
                <a:spcPct val="100000"/>
              </a:lnSpc>
              <a:spcBef>
                <a:spcPts val="0"/>
              </a:spcBef>
              <a:spcAft>
                <a:spcPts val="0"/>
              </a:spcAft>
              <a:buClr>
                <a:schemeClr val="dk1"/>
              </a:buClr>
              <a:buSzPts val="1000"/>
              <a:buNone/>
              <a:defRPr sz="1000" b="1"/>
            </a:lvl1pPr>
            <a:lvl2pPr lvl="1" algn="ctr" rtl="0">
              <a:lnSpc>
                <a:spcPct val="100000"/>
              </a:lnSpc>
              <a:spcBef>
                <a:spcPts val="0"/>
              </a:spcBef>
              <a:spcAft>
                <a:spcPts val="0"/>
              </a:spcAft>
              <a:buClr>
                <a:schemeClr val="dk1"/>
              </a:buClr>
              <a:buSzPts val="1000"/>
              <a:buNone/>
              <a:defRPr sz="1000" b="1"/>
            </a:lvl2pPr>
            <a:lvl3pPr lvl="2" algn="ctr" rtl="0">
              <a:lnSpc>
                <a:spcPct val="100000"/>
              </a:lnSpc>
              <a:spcBef>
                <a:spcPts val="0"/>
              </a:spcBef>
              <a:spcAft>
                <a:spcPts val="0"/>
              </a:spcAft>
              <a:buClr>
                <a:schemeClr val="dk1"/>
              </a:buClr>
              <a:buSzPts val="1000"/>
              <a:buNone/>
              <a:defRPr sz="1000" b="1"/>
            </a:lvl3pPr>
            <a:lvl4pPr lvl="3" algn="ctr" rtl="0">
              <a:lnSpc>
                <a:spcPct val="100000"/>
              </a:lnSpc>
              <a:spcBef>
                <a:spcPts val="0"/>
              </a:spcBef>
              <a:spcAft>
                <a:spcPts val="0"/>
              </a:spcAft>
              <a:buClr>
                <a:schemeClr val="dk1"/>
              </a:buClr>
              <a:buSzPts val="1000"/>
              <a:buNone/>
              <a:defRPr sz="1000" b="1"/>
            </a:lvl4pPr>
            <a:lvl5pPr lvl="4" algn="ctr" rtl="0">
              <a:lnSpc>
                <a:spcPct val="100000"/>
              </a:lnSpc>
              <a:spcBef>
                <a:spcPts val="0"/>
              </a:spcBef>
              <a:spcAft>
                <a:spcPts val="0"/>
              </a:spcAft>
              <a:buSzPts val="1000"/>
              <a:buNone/>
              <a:defRPr sz="1000" b="1"/>
            </a:lvl5pPr>
            <a:lvl6pPr lvl="5" algn="ctr" rtl="0">
              <a:lnSpc>
                <a:spcPct val="100000"/>
              </a:lnSpc>
              <a:spcBef>
                <a:spcPts val="0"/>
              </a:spcBef>
              <a:spcAft>
                <a:spcPts val="0"/>
              </a:spcAft>
              <a:buSzPts val="1000"/>
              <a:buNone/>
              <a:defRPr sz="1000" b="1"/>
            </a:lvl6pPr>
            <a:lvl7pPr lvl="6" algn="ctr" rtl="0">
              <a:lnSpc>
                <a:spcPct val="100000"/>
              </a:lnSpc>
              <a:spcBef>
                <a:spcPts val="0"/>
              </a:spcBef>
              <a:spcAft>
                <a:spcPts val="0"/>
              </a:spcAft>
              <a:buSzPts val="1000"/>
              <a:buNone/>
              <a:defRPr sz="1000" b="1"/>
            </a:lvl7pPr>
            <a:lvl8pPr lvl="7" algn="ctr" rtl="0">
              <a:lnSpc>
                <a:spcPct val="100000"/>
              </a:lnSpc>
              <a:spcBef>
                <a:spcPts val="0"/>
              </a:spcBef>
              <a:spcAft>
                <a:spcPts val="0"/>
              </a:spcAft>
              <a:buSzPts val="1000"/>
              <a:buNone/>
              <a:defRPr sz="1000" b="1"/>
            </a:lvl8pPr>
            <a:lvl9pPr lvl="8" algn="ctr" rtl="0">
              <a:lnSpc>
                <a:spcPct val="100000"/>
              </a:lnSpc>
              <a:spcBef>
                <a:spcPts val="0"/>
              </a:spcBef>
              <a:spcAft>
                <a:spcPts val="0"/>
              </a:spcAft>
              <a:buSzPts val="1000"/>
              <a:buNone/>
              <a:defRPr sz="1000" b="1"/>
            </a:lvl9pPr>
          </a:lstStyle>
          <a:p>
            <a:endParaRPr/>
          </a:p>
        </p:txBody>
      </p:sp>
      <p:sp>
        <p:nvSpPr>
          <p:cNvPr id="578" name="Google Shape;578;p44"/>
          <p:cNvSpPr txBox="1">
            <a:spLocks noGrp="1"/>
          </p:cNvSpPr>
          <p:nvPr>
            <p:ph type="subTitle" idx="7"/>
          </p:nvPr>
        </p:nvSpPr>
        <p:spPr>
          <a:xfrm>
            <a:off x="457214" y="4055715"/>
            <a:ext cx="1361700" cy="323700"/>
          </a:xfrm>
          <a:prstGeom prst="rect">
            <a:avLst/>
          </a:prstGeom>
        </p:spPr>
        <p:txBody>
          <a:bodyPr spcFirstLastPara="1" wrap="square" lIns="0" tIns="0" rIns="0" bIns="0" anchor="ctr" anchorCtr="0">
            <a:normAutofit/>
          </a:bodyPr>
          <a:lstStyle>
            <a:lvl1pPr lvl="0" algn="ctr" rtl="0">
              <a:lnSpc>
                <a:spcPct val="100000"/>
              </a:lnSpc>
              <a:spcBef>
                <a:spcPts val="0"/>
              </a:spcBef>
              <a:spcAft>
                <a:spcPts val="0"/>
              </a:spcAft>
              <a:buClr>
                <a:schemeClr val="dk1"/>
              </a:buClr>
              <a:buSzPts val="1000"/>
              <a:buNone/>
              <a:defRPr sz="1000" b="1"/>
            </a:lvl1pPr>
            <a:lvl2pPr lvl="1" algn="ctr" rtl="0">
              <a:lnSpc>
                <a:spcPct val="100000"/>
              </a:lnSpc>
              <a:spcBef>
                <a:spcPts val="0"/>
              </a:spcBef>
              <a:spcAft>
                <a:spcPts val="0"/>
              </a:spcAft>
              <a:buClr>
                <a:schemeClr val="dk1"/>
              </a:buClr>
              <a:buSzPts val="1000"/>
              <a:buNone/>
              <a:defRPr sz="1000" b="1"/>
            </a:lvl2pPr>
            <a:lvl3pPr lvl="2" algn="ctr" rtl="0">
              <a:lnSpc>
                <a:spcPct val="100000"/>
              </a:lnSpc>
              <a:spcBef>
                <a:spcPts val="0"/>
              </a:spcBef>
              <a:spcAft>
                <a:spcPts val="0"/>
              </a:spcAft>
              <a:buClr>
                <a:schemeClr val="dk1"/>
              </a:buClr>
              <a:buSzPts val="1000"/>
              <a:buNone/>
              <a:defRPr sz="1000" b="1"/>
            </a:lvl3pPr>
            <a:lvl4pPr lvl="3" algn="ctr" rtl="0">
              <a:lnSpc>
                <a:spcPct val="100000"/>
              </a:lnSpc>
              <a:spcBef>
                <a:spcPts val="0"/>
              </a:spcBef>
              <a:spcAft>
                <a:spcPts val="0"/>
              </a:spcAft>
              <a:buClr>
                <a:schemeClr val="dk1"/>
              </a:buClr>
              <a:buSzPts val="1000"/>
              <a:buNone/>
              <a:defRPr sz="1000" b="1"/>
            </a:lvl4pPr>
            <a:lvl5pPr lvl="4" algn="ctr" rtl="0">
              <a:lnSpc>
                <a:spcPct val="100000"/>
              </a:lnSpc>
              <a:spcBef>
                <a:spcPts val="0"/>
              </a:spcBef>
              <a:spcAft>
                <a:spcPts val="0"/>
              </a:spcAft>
              <a:buSzPts val="1000"/>
              <a:buNone/>
              <a:defRPr sz="1000" b="1"/>
            </a:lvl5pPr>
            <a:lvl6pPr lvl="5" algn="ctr" rtl="0">
              <a:lnSpc>
                <a:spcPct val="100000"/>
              </a:lnSpc>
              <a:spcBef>
                <a:spcPts val="0"/>
              </a:spcBef>
              <a:spcAft>
                <a:spcPts val="0"/>
              </a:spcAft>
              <a:buSzPts val="1000"/>
              <a:buNone/>
              <a:defRPr sz="1000" b="1"/>
            </a:lvl6pPr>
            <a:lvl7pPr lvl="6" algn="ctr" rtl="0">
              <a:lnSpc>
                <a:spcPct val="100000"/>
              </a:lnSpc>
              <a:spcBef>
                <a:spcPts val="0"/>
              </a:spcBef>
              <a:spcAft>
                <a:spcPts val="0"/>
              </a:spcAft>
              <a:buSzPts val="1000"/>
              <a:buNone/>
              <a:defRPr sz="1000" b="1"/>
            </a:lvl7pPr>
            <a:lvl8pPr lvl="7" algn="ctr" rtl="0">
              <a:lnSpc>
                <a:spcPct val="100000"/>
              </a:lnSpc>
              <a:spcBef>
                <a:spcPts val="0"/>
              </a:spcBef>
              <a:spcAft>
                <a:spcPts val="0"/>
              </a:spcAft>
              <a:buSzPts val="1000"/>
              <a:buNone/>
              <a:defRPr sz="1000" b="1"/>
            </a:lvl8pPr>
            <a:lvl9pPr lvl="8" algn="ctr" rtl="0">
              <a:lnSpc>
                <a:spcPct val="100000"/>
              </a:lnSpc>
              <a:spcBef>
                <a:spcPts val="0"/>
              </a:spcBef>
              <a:spcAft>
                <a:spcPts val="0"/>
              </a:spcAft>
              <a:buSzPts val="1000"/>
              <a:buNone/>
              <a:defRPr sz="1000" b="1"/>
            </a:lvl9pPr>
          </a:lstStyle>
          <a:p>
            <a:endParaRPr/>
          </a:p>
        </p:txBody>
      </p:sp>
      <p:sp>
        <p:nvSpPr>
          <p:cNvPr id="579" name="Google Shape;579;p44"/>
          <p:cNvSpPr txBox="1">
            <a:spLocks noGrp="1"/>
          </p:cNvSpPr>
          <p:nvPr>
            <p:ph type="subTitle" idx="8"/>
          </p:nvPr>
        </p:nvSpPr>
        <p:spPr>
          <a:xfrm>
            <a:off x="2222800" y="1740643"/>
            <a:ext cx="3114300" cy="450600"/>
          </a:xfrm>
          <a:prstGeom prst="rect">
            <a:avLst/>
          </a:prstGeom>
        </p:spPr>
        <p:txBody>
          <a:bodyPr spcFirstLastPara="1" wrap="square" lIns="0" tIns="0" rIns="0" bIns="0" anchor="t" anchorCtr="0">
            <a:normAutofit/>
          </a:bodyPr>
          <a:lstStyle>
            <a:lvl1pPr lvl="0" rtl="0">
              <a:lnSpc>
                <a:spcPct val="100000"/>
              </a:lnSpc>
              <a:spcBef>
                <a:spcPts val="0"/>
              </a:spcBef>
              <a:spcAft>
                <a:spcPts val="0"/>
              </a:spcAft>
              <a:buClr>
                <a:schemeClr val="lt1"/>
              </a:buClr>
              <a:buSzPts val="1100"/>
              <a:buNone/>
              <a:defRPr sz="1100">
                <a:solidFill>
                  <a:schemeClr val="lt1"/>
                </a:solidFill>
              </a:defRPr>
            </a:lvl1pPr>
            <a:lvl2pPr lvl="1" rtl="0">
              <a:lnSpc>
                <a:spcPct val="100000"/>
              </a:lnSpc>
              <a:spcBef>
                <a:spcPts val="0"/>
              </a:spcBef>
              <a:spcAft>
                <a:spcPts val="0"/>
              </a:spcAft>
              <a:buSzPts val="1100"/>
              <a:buNone/>
              <a:defRPr sz="1100"/>
            </a:lvl2pPr>
            <a:lvl3pPr lvl="2" rtl="0">
              <a:lnSpc>
                <a:spcPct val="100000"/>
              </a:lnSpc>
              <a:spcBef>
                <a:spcPts val="0"/>
              </a:spcBef>
              <a:spcAft>
                <a:spcPts val="0"/>
              </a:spcAft>
              <a:buSzPts val="1100"/>
              <a:buNone/>
              <a:defRPr sz="1100"/>
            </a:lvl3pPr>
            <a:lvl4pPr lvl="3" rtl="0">
              <a:lnSpc>
                <a:spcPct val="100000"/>
              </a:lnSpc>
              <a:spcBef>
                <a:spcPts val="0"/>
              </a:spcBef>
              <a:spcAft>
                <a:spcPts val="0"/>
              </a:spcAft>
              <a:buSzPts val="1100"/>
              <a:buNone/>
              <a:defRPr sz="1100"/>
            </a:lvl4pPr>
            <a:lvl5pPr lvl="4" rtl="0">
              <a:lnSpc>
                <a:spcPct val="100000"/>
              </a:lnSpc>
              <a:spcBef>
                <a:spcPts val="0"/>
              </a:spcBef>
              <a:spcAft>
                <a:spcPts val="0"/>
              </a:spcAft>
              <a:buSzPts val="1100"/>
              <a:buNone/>
              <a:defRPr sz="1100"/>
            </a:lvl5pPr>
            <a:lvl6pPr lvl="5" rtl="0">
              <a:lnSpc>
                <a:spcPct val="100000"/>
              </a:lnSpc>
              <a:spcBef>
                <a:spcPts val="0"/>
              </a:spcBef>
              <a:spcAft>
                <a:spcPts val="0"/>
              </a:spcAft>
              <a:buSzPts val="1100"/>
              <a:buNone/>
              <a:defRPr sz="1100"/>
            </a:lvl6pPr>
            <a:lvl7pPr lvl="6" rtl="0">
              <a:lnSpc>
                <a:spcPct val="100000"/>
              </a:lnSpc>
              <a:spcBef>
                <a:spcPts val="0"/>
              </a:spcBef>
              <a:spcAft>
                <a:spcPts val="0"/>
              </a:spcAft>
              <a:buSzPts val="1100"/>
              <a:buNone/>
              <a:defRPr sz="1100"/>
            </a:lvl7pPr>
            <a:lvl8pPr lvl="7" rtl="0">
              <a:lnSpc>
                <a:spcPct val="100000"/>
              </a:lnSpc>
              <a:spcBef>
                <a:spcPts val="0"/>
              </a:spcBef>
              <a:spcAft>
                <a:spcPts val="0"/>
              </a:spcAft>
              <a:buSzPts val="1100"/>
              <a:buNone/>
              <a:defRPr sz="1100"/>
            </a:lvl8pPr>
            <a:lvl9pPr lvl="8" rtl="0">
              <a:lnSpc>
                <a:spcPct val="100000"/>
              </a:lnSpc>
              <a:spcBef>
                <a:spcPts val="0"/>
              </a:spcBef>
              <a:spcAft>
                <a:spcPts val="0"/>
              </a:spcAft>
              <a:buSzPts val="1100"/>
              <a:buNone/>
              <a:defRPr sz="1100"/>
            </a:lvl9pPr>
          </a:lstStyle>
          <a:p>
            <a:endParaRPr/>
          </a:p>
        </p:txBody>
      </p:sp>
      <p:sp>
        <p:nvSpPr>
          <p:cNvPr id="580" name="Google Shape;580;p44"/>
          <p:cNvSpPr txBox="1">
            <a:spLocks noGrp="1"/>
          </p:cNvSpPr>
          <p:nvPr>
            <p:ph type="subTitle" idx="9"/>
          </p:nvPr>
        </p:nvSpPr>
        <p:spPr>
          <a:xfrm>
            <a:off x="2222800" y="2537068"/>
            <a:ext cx="3114300" cy="450600"/>
          </a:xfrm>
          <a:prstGeom prst="rect">
            <a:avLst/>
          </a:prstGeom>
        </p:spPr>
        <p:txBody>
          <a:bodyPr spcFirstLastPara="1" wrap="square" lIns="0" tIns="0" rIns="0" bIns="0" anchor="t" anchorCtr="0">
            <a:normAutofit/>
          </a:bodyPr>
          <a:lstStyle>
            <a:lvl1pPr lvl="0" rtl="0">
              <a:lnSpc>
                <a:spcPct val="100000"/>
              </a:lnSpc>
              <a:spcBef>
                <a:spcPts val="0"/>
              </a:spcBef>
              <a:spcAft>
                <a:spcPts val="0"/>
              </a:spcAft>
              <a:buClr>
                <a:schemeClr val="lt1"/>
              </a:buClr>
              <a:buSzPts val="1100"/>
              <a:buNone/>
              <a:defRPr sz="1100">
                <a:solidFill>
                  <a:schemeClr val="lt1"/>
                </a:solidFill>
              </a:defRPr>
            </a:lvl1pPr>
            <a:lvl2pPr lvl="1" rtl="0">
              <a:lnSpc>
                <a:spcPct val="100000"/>
              </a:lnSpc>
              <a:spcBef>
                <a:spcPts val="0"/>
              </a:spcBef>
              <a:spcAft>
                <a:spcPts val="0"/>
              </a:spcAft>
              <a:buSzPts val="1100"/>
              <a:buNone/>
              <a:defRPr sz="1100"/>
            </a:lvl2pPr>
            <a:lvl3pPr lvl="2" rtl="0">
              <a:lnSpc>
                <a:spcPct val="100000"/>
              </a:lnSpc>
              <a:spcBef>
                <a:spcPts val="0"/>
              </a:spcBef>
              <a:spcAft>
                <a:spcPts val="0"/>
              </a:spcAft>
              <a:buSzPts val="1100"/>
              <a:buNone/>
              <a:defRPr sz="1100"/>
            </a:lvl3pPr>
            <a:lvl4pPr lvl="3" rtl="0">
              <a:lnSpc>
                <a:spcPct val="100000"/>
              </a:lnSpc>
              <a:spcBef>
                <a:spcPts val="0"/>
              </a:spcBef>
              <a:spcAft>
                <a:spcPts val="0"/>
              </a:spcAft>
              <a:buSzPts val="1100"/>
              <a:buNone/>
              <a:defRPr sz="1100"/>
            </a:lvl4pPr>
            <a:lvl5pPr lvl="4" rtl="0">
              <a:lnSpc>
                <a:spcPct val="100000"/>
              </a:lnSpc>
              <a:spcBef>
                <a:spcPts val="0"/>
              </a:spcBef>
              <a:spcAft>
                <a:spcPts val="0"/>
              </a:spcAft>
              <a:buSzPts val="1100"/>
              <a:buNone/>
              <a:defRPr sz="1100"/>
            </a:lvl5pPr>
            <a:lvl6pPr lvl="5" rtl="0">
              <a:lnSpc>
                <a:spcPct val="100000"/>
              </a:lnSpc>
              <a:spcBef>
                <a:spcPts val="0"/>
              </a:spcBef>
              <a:spcAft>
                <a:spcPts val="0"/>
              </a:spcAft>
              <a:buSzPts val="1100"/>
              <a:buNone/>
              <a:defRPr sz="1100"/>
            </a:lvl6pPr>
            <a:lvl7pPr lvl="6" rtl="0">
              <a:lnSpc>
                <a:spcPct val="100000"/>
              </a:lnSpc>
              <a:spcBef>
                <a:spcPts val="0"/>
              </a:spcBef>
              <a:spcAft>
                <a:spcPts val="0"/>
              </a:spcAft>
              <a:buSzPts val="1100"/>
              <a:buNone/>
              <a:defRPr sz="1100"/>
            </a:lvl7pPr>
            <a:lvl8pPr lvl="7" rtl="0">
              <a:lnSpc>
                <a:spcPct val="100000"/>
              </a:lnSpc>
              <a:spcBef>
                <a:spcPts val="0"/>
              </a:spcBef>
              <a:spcAft>
                <a:spcPts val="0"/>
              </a:spcAft>
              <a:buSzPts val="1100"/>
              <a:buNone/>
              <a:defRPr sz="1100"/>
            </a:lvl8pPr>
            <a:lvl9pPr lvl="8" rtl="0">
              <a:lnSpc>
                <a:spcPct val="100000"/>
              </a:lnSpc>
              <a:spcBef>
                <a:spcPts val="0"/>
              </a:spcBef>
              <a:spcAft>
                <a:spcPts val="0"/>
              </a:spcAft>
              <a:buSzPts val="1100"/>
              <a:buNone/>
              <a:defRPr sz="1100"/>
            </a:lvl9pPr>
          </a:lstStyle>
          <a:p>
            <a:endParaRPr/>
          </a:p>
        </p:txBody>
      </p:sp>
      <p:sp>
        <p:nvSpPr>
          <p:cNvPr id="581" name="Google Shape;581;p44"/>
          <p:cNvSpPr txBox="1">
            <a:spLocks noGrp="1"/>
          </p:cNvSpPr>
          <p:nvPr>
            <p:ph type="subTitle" idx="13"/>
          </p:nvPr>
        </p:nvSpPr>
        <p:spPr>
          <a:xfrm>
            <a:off x="2222800" y="3281705"/>
            <a:ext cx="3114300" cy="450600"/>
          </a:xfrm>
          <a:prstGeom prst="rect">
            <a:avLst/>
          </a:prstGeom>
        </p:spPr>
        <p:txBody>
          <a:bodyPr spcFirstLastPara="1" wrap="square" lIns="0" tIns="0" rIns="0" bIns="0" anchor="t" anchorCtr="0">
            <a:normAutofit/>
          </a:bodyPr>
          <a:lstStyle>
            <a:lvl1pPr lvl="0" rtl="0">
              <a:lnSpc>
                <a:spcPct val="100000"/>
              </a:lnSpc>
              <a:spcBef>
                <a:spcPts val="0"/>
              </a:spcBef>
              <a:spcAft>
                <a:spcPts val="0"/>
              </a:spcAft>
              <a:buClr>
                <a:schemeClr val="lt1"/>
              </a:buClr>
              <a:buSzPts val="1100"/>
              <a:buNone/>
              <a:defRPr sz="1100">
                <a:solidFill>
                  <a:schemeClr val="lt1"/>
                </a:solidFill>
              </a:defRPr>
            </a:lvl1pPr>
            <a:lvl2pPr lvl="1" rtl="0">
              <a:lnSpc>
                <a:spcPct val="100000"/>
              </a:lnSpc>
              <a:spcBef>
                <a:spcPts val="0"/>
              </a:spcBef>
              <a:spcAft>
                <a:spcPts val="0"/>
              </a:spcAft>
              <a:buSzPts val="1100"/>
              <a:buNone/>
              <a:defRPr sz="1100"/>
            </a:lvl2pPr>
            <a:lvl3pPr lvl="2" rtl="0">
              <a:lnSpc>
                <a:spcPct val="100000"/>
              </a:lnSpc>
              <a:spcBef>
                <a:spcPts val="0"/>
              </a:spcBef>
              <a:spcAft>
                <a:spcPts val="0"/>
              </a:spcAft>
              <a:buSzPts val="1100"/>
              <a:buNone/>
              <a:defRPr sz="1100"/>
            </a:lvl3pPr>
            <a:lvl4pPr lvl="3" rtl="0">
              <a:lnSpc>
                <a:spcPct val="100000"/>
              </a:lnSpc>
              <a:spcBef>
                <a:spcPts val="0"/>
              </a:spcBef>
              <a:spcAft>
                <a:spcPts val="0"/>
              </a:spcAft>
              <a:buSzPts val="1100"/>
              <a:buNone/>
              <a:defRPr sz="1100"/>
            </a:lvl4pPr>
            <a:lvl5pPr lvl="4" rtl="0">
              <a:lnSpc>
                <a:spcPct val="100000"/>
              </a:lnSpc>
              <a:spcBef>
                <a:spcPts val="0"/>
              </a:spcBef>
              <a:spcAft>
                <a:spcPts val="0"/>
              </a:spcAft>
              <a:buSzPts val="1100"/>
              <a:buNone/>
              <a:defRPr sz="1100"/>
            </a:lvl5pPr>
            <a:lvl6pPr lvl="5" rtl="0">
              <a:lnSpc>
                <a:spcPct val="100000"/>
              </a:lnSpc>
              <a:spcBef>
                <a:spcPts val="0"/>
              </a:spcBef>
              <a:spcAft>
                <a:spcPts val="0"/>
              </a:spcAft>
              <a:buSzPts val="1100"/>
              <a:buNone/>
              <a:defRPr sz="1100"/>
            </a:lvl6pPr>
            <a:lvl7pPr lvl="6" rtl="0">
              <a:lnSpc>
                <a:spcPct val="100000"/>
              </a:lnSpc>
              <a:spcBef>
                <a:spcPts val="0"/>
              </a:spcBef>
              <a:spcAft>
                <a:spcPts val="0"/>
              </a:spcAft>
              <a:buSzPts val="1100"/>
              <a:buNone/>
              <a:defRPr sz="1100"/>
            </a:lvl7pPr>
            <a:lvl8pPr lvl="7" rtl="0">
              <a:lnSpc>
                <a:spcPct val="100000"/>
              </a:lnSpc>
              <a:spcBef>
                <a:spcPts val="0"/>
              </a:spcBef>
              <a:spcAft>
                <a:spcPts val="0"/>
              </a:spcAft>
              <a:buSzPts val="1100"/>
              <a:buNone/>
              <a:defRPr sz="1100"/>
            </a:lvl8pPr>
            <a:lvl9pPr lvl="8" rtl="0">
              <a:lnSpc>
                <a:spcPct val="100000"/>
              </a:lnSpc>
              <a:spcBef>
                <a:spcPts val="0"/>
              </a:spcBef>
              <a:spcAft>
                <a:spcPts val="0"/>
              </a:spcAft>
              <a:buSzPts val="1100"/>
              <a:buNone/>
              <a:defRPr sz="1100"/>
            </a:lvl9pPr>
          </a:lstStyle>
          <a:p>
            <a:endParaRPr/>
          </a:p>
        </p:txBody>
      </p:sp>
      <p:sp>
        <p:nvSpPr>
          <p:cNvPr id="582" name="Google Shape;582;p44"/>
          <p:cNvSpPr txBox="1">
            <a:spLocks noGrp="1"/>
          </p:cNvSpPr>
          <p:nvPr>
            <p:ph type="subTitle" idx="14"/>
          </p:nvPr>
        </p:nvSpPr>
        <p:spPr>
          <a:xfrm>
            <a:off x="2222800" y="4073255"/>
            <a:ext cx="3114300" cy="450600"/>
          </a:xfrm>
          <a:prstGeom prst="rect">
            <a:avLst/>
          </a:prstGeom>
        </p:spPr>
        <p:txBody>
          <a:bodyPr spcFirstLastPara="1" wrap="square" lIns="0" tIns="0" rIns="0" bIns="0" anchor="t" anchorCtr="0">
            <a:normAutofit/>
          </a:bodyPr>
          <a:lstStyle>
            <a:lvl1pPr lvl="0" rtl="0">
              <a:lnSpc>
                <a:spcPct val="100000"/>
              </a:lnSpc>
              <a:spcBef>
                <a:spcPts val="0"/>
              </a:spcBef>
              <a:spcAft>
                <a:spcPts val="0"/>
              </a:spcAft>
              <a:buClr>
                <a:schemeClr val="lt1"/>
              </a:buClr>
              <a:buSzPts val="1100"/>
              <a:buNone/>
              <a:defRPr sz="1100">
                <a:solidFill>
                  <a:schemeClr val="lt1"/>
                </a:solidFill>
              </a:defRPr>
            </a:lvl1pPr>
            <a:lvl2pPr lvl="1" rtl="0">
              <a:lnSpc>
                <a:spcPct val="100000"/>
              </a:lnSpc>
              <a:spcBef>
                <a:spcPts val="0"/>
              </a:spcBef>
              <a:spcAft>
                <a:spcPts val="0"/>
              </a:spcAft>
              <a:buSzPts val="1100"/>
              <a:buNone/>
              <a:defRPr sz="1100"/>
            </a:lvl2pPr>
            <a:lvl3pPr lvl="2" rtl="0">
              <a:lnSpc>
                <a:spcPct val="100000"/>
              </a:lnSpc>
              <a:spcBef>
                <a:spcPts val="0"/>
              </a:spcBef>
              <a:spcAft>
                <a:spcPts val="0"/>
              </a:spcAft>
              <a:buSzPts val="1100"/>
              <a:buNone/>
              <a:defRPr sz="1100"/>
            </a:lvl3pPr>
            <a:lvl4pPr lvl="3" rtl="0">
              <a:lnSpc>
                <a:spcPct val="100000"/>
              </a:lnSpc>
              <a:spcBef>
                <a:spcPts val="0"/>
              </a:spcBef>
              <a:spcAft>
                <a:spcPts val="0"/>
              </a:spcAft>
              <a:buSzPts val="1100"/>
              <a:buNone/>
              <a:defRPr sz="1100"/>
            </a:lvl4pPr>
            <a:lvl5pPr lvl="4" rtl="0">
              <a:lnSpc>
                <a:spcPct val="100000"/>
              </a:lnSpc>
              <a:spcBef>
                <a:spcPts val="0"/>
              </a:spcBef>
              <a:spcAft>
                <a:spcPts val="0"/>
              </a:spcAft>
              <a:buSzPts val="1100"/>
              <a:buNone/>
              <a:defRPr sz="1100"/>
            </a:lvl5pPr>
            <a:lvl6pPr lvl="5" rtl="0">
              <a:lnSpc>
                <a:spcPct val="100000"/>
              </a:lnSpc>
              <a:spcBef>
                <a:spcPts val="0"/>
              </a:spcBef>
              <a:spcAft>
                <a:spcPts val="0"/>
              </a:spcAft>
              <a:buSzPts val="1100"/>
              <a:buNone/>
              <a:defRPr sz="1100"/>
            </a:lvl6pPr>
            <a:lvl7pPr lvl="6" rtl="0">
              <a:lnSpc>
                <a:spcPct val="100000"/>
              </a:lnSpc>
              <a:spcBef>
                <a:spcPts val="0"/>
              </a:spcBef>
              <a:spcAft>
                <a:spcPts val="0"/>
              </a:spcAft>
              <a:buSzPts val="1100"/>
              <a:buNone/>
              <a:defRPr sz="1100"/>
            </a:lvl7pPr>
            <a:lvl8pPr lvl="7" rtl="0">
              <a:lnSpc>
                <a:spcPct val="100000"/>
              </a:lnSpc>
              <a:spcBef>
                <a:spcPts val="0"/>
              </a:spcBef>
              <a:spcAft>
                <a:spcPts val="0"/>
              </a:spcAft>
              <a:buSzPts val="1100"/>
              <a:buNone/>
              <a:defRPr sz="1100"/>
            </a:lvl8pPr>
            <a:lvl9pPr lvl="8" rtl="0">
              <a:lnSpc>
                <a:spcPct val="100000"/>
              </a:lnSpc>
              <a:spcBef>
                <a:spcPts val="0"/>
              </a:spcBef>
              <a:spcAft>
                <a:spcPts val="0"/>
              </a:spcAft>
              <a:buSzPts val="1100"/>
              <a:buNone/>
              <a:defRPr sz="1100"/>
            </a:lvl9pPr>
          </a:lstStyle>
          <a:p>
            <a:endParaRPr/>
          </a:p>
        </p:txBody>
      </p:sp>
      <p:sp>
        <p:nvSpPr>
          <p:cNvPr id="583" name="Google Shape;583;p44"/>
          <p:cNvSpPr txBox="1">
            <a:spLocks noGrp="1"/>
          </p:cNvSpPr>
          <p:nvPr>
            <p:ph type="subTitle" idx="15"/>
          </p:nvPr>
        </p:nvSpPr>
        <p:spPr>
          <a:xfrm>
            <a:off x="6002618" y="1682943"/>
            <a:ext cx="1084200" cy="450600"/>
          </a:xfrm>
          <a:prstGeom prst="rect">
            <a:avLst/>
          </a:prstGeom>
        </p:spPr>
        <p:txBody>
          <a:bodyPr spcFirstLastPara="1" wrap="square" lIns="0" tIns="0" rIns="0" bIns="0" anchor="ctr" anchorCtr="0">
            <a:normAutofit/>
          </a:bodyPr>
          <a:lstStyle>
            <a:lvl1pPr lvl="0" rtl="0">
              <a:lnSpc>
                <a:spcPct val="100000"/>
              </a:lnSpc>
              <a:spcBef>
                <a:spcPts val="0"/>
              </a:spcBef>
              <a:spcAft>
                <a:spcPts val="0"/>
              </a:spcAft>
              <a:buClr>
                <a:schemeClr val="lt1"/>
              </a:buClr>
              <a:buSzPts val="1000"/>
              <a:buNone/>
              <a:defRPr sz="1000" b="1">
                <a:solidFill>
                  <a:schemeClr val="lt1"/>
                </a:solidFill>
              </a:defRPr>
            </a:lvl1pPr>
            <a:lvl2pPr lvl="1" rtl="0">
              <a:lnSpc>
                <a:spcPct val="100000"/>
              </a:lnSpc>
              <a:spcBef>
                <a:spcPts val="0"/>
              </a:spcBef>
              <a:spcAft>
                <a:spcPts val="0"/>
              </a:spcAft>
              <a:buSzPts val="1000"/>
              <a:buNone/>
              <a:defRPr sz="1000" b="1"/>
            </a:lvl2pPr>
            <a:lvl3pPr lvl="2" rtl="0">
              <a:lnSpc>
                <a:spcPct val="100000"/>
              </a:lnSpc>
              <a:spcBef>
                <a:spcPts val="0"/>
              </a:spcBef>
              <a:spcAft>
                <a:spcPts val="0"/>
              </a:spcAft>
              <a:buSzPts val="1000"/>
              <a:buNone/>
              <a:defRPr sz="1000" b="1"/>
            </a:lvl3pPr>
            <a:lvl4pPr lvl="3" rtl="0">
              <a:lnSpc>
                <a:spcPct val="100000"/>
              </a:lnSpc>
              <a:spcBef>
                <a:spcPts val="0"/>
              </a:spcBef>
              <a:spcAft>
                <a:spcPts val="0"/>
              </a:spcAft>
              <a:buSzPts val="1000"/>
              <a:buNone/>
              <a:defRPr sz="1000" b="1"/>
            </a:lvl4pPr>
            <a:lvl5pPr lvl="4" rtl="0">
              <a:lnSpc>
                <a:spcPct val="100000"/>
              </a:lnSpc>
              <a:spcBef>
                <a:spcPts val="0"/>
              </a:spcBef>
              <a:spcAft>
                <a:spcPts val="0"/>
              </a:spcAft>
              <a:buSzPts val="1000"/>
              <a:buNone/>
              <a:defRPr sz="1000" b="1"/>
            </a:lvl5pPr>
            <a:lvl6pPr lvl="5" rtl="0">
              <a:lnSpc>
                <a:spcPct val="100000"/>
              </a:lnSpc>
              <a:spcBef>
                <a:spcPts val="0"/>
              </a:spcBef>
              <a:spcAft>
                <a:spcPts val="0"/>
              </a:spcAft>
              <a:buSzPts val="1000"/>
              <a:buNone/>
              <a:defRPr sz="1000" b="1"/>
            </a:lvl6pPr>
            <a:lvl7pPr lvl="6" rtl="0">
              <a:lnSpc>
                <a:spcPct val="100000"/>
              </a:lnSpc>
              <a:spcBef>
                <a:spcPts val="0"/>
              </a:spcBef>
              <a:spcAft>
                <a:spcPts val="0"/>
              </a:spcAft>
              <a:buSzPts val="1000"/>
              <a:buNone/>
              <a:defRPr sz="1000" b="1"/>
            </a:lvl7pPr>
            <a:lvl8pPr lvl="7" rtl="0">
              <a:lnSpc>
                <a:spcPct val="100000"/>
              </a:lnSpc>
              <a:spcBef>
                <a:spcPts val="0"/>
              </a:spcBef>
              <a:spcAft>
                <a:spcPts val="0"/>
              </a:spcAft>
              <a:buSzPts val="1000"/>
              <a:buNone/>
              <a:defRPr sz="1000" b="1"/>
            </a:lvl8pPr>
            <a:lvl9pPr lvl="8" rtl="0">
              <a:lnSpc>
                <a:spcPct val="100000"/>
              </a:lnSpc>
              <a:spcBef>
                <a:spcPts val="0"/>
              </a:spcBef>
              <a:spcAft>
                <a:spcPts val="0"/>
              </a:spcAft>
              <a:buSzPts val="1000"/>
              <a:buNone/>
              <a:defRPr sz="1000" b="1"/>
            </a:lvl9pPr>
          </a:lstStyle>
          <a:p>
            <a:endParaRPr/>
          </a:p>
        </p:txBody>
      </p:sp>
      <p:sp>
        <p:nvSpPr>
          <p:cNvPr id="584" name="Google Shape;584;p44"/>
          <p:cNvSpPr txBox="1">
            <a:spLocks noGrp="1"/>
          </p:cNvSpPr>
          <p:nvPr>
            <p:ph type="subTitle" idx="16"/>
          </p:nvPr>
        </p:nvSpPr>
        <p:spPr>
          <a:xfrm>
            <a:off x="6002618" y="2479372"/>
            <a:ext cx="1084200" cy="450600"/>
          </a:xfrm>
          <a:prstGeom prst="rect">
            <a:avLst/>
          </a:prstGeom>
        </p:spPr>
        <p:txBody>
          <a:bodyPr spcFirstLastPara="1" wrap="square" lIns="0" tIns="0" rIns="0" bIns="0" anchor="ctr" anchorCtr="0">
            <a:normAutofit/>
          </a:bodyPr>
          <a:lstStyle>
            <a:lvl1pPr lvl="0" rtl="0">
              <a:lnSpc>
                <a:spcPct val="100000"/>
              </a:lnSpc>
              <a:spcBef>
                <a:spcPts val="0"/>
              </a:spcBef>
              <a:spcAft>
                <a:spcPts val="0"/>
              </a:spcAft>
              <a:buClr>
                <a:schemeClr val="lt1"/>
              </a:buClr>
              <a:buSzPts val="1000"/>
              <a:buNone/>
              <a:defRPr sz="1000" b="1">
                <a:solidFill>
                  <a:schemeClr val="lt1"/>
                </a:solidFill>
              </a:defRPr>
            </a:lvl1pPr>
            <a:lvl2pPr lvl="1" rtl="0">
              <a:lnSpc>
                <a:spcPct val="100000"/>
              </a:lnSpc>
              <a:spcBef>
                <a:spcPts val="0"/>
              </a:spcBef>
              <a:spcAft>
                <a:spcPts val="0"/>
              </a:spcAft>
              <a:buSzPts val="1000"/>
              <a:buNone/>
              <a:defRPr sz="1000" b="1"/>
            </a:lvl2pPr>
            <a:lvl3pPr lvl="2" rtl="0">
              <a:lnSpc>
                <a:spcPct val="100000"/>
              </a:lnSpc>
              <a:spcBef>
                <a:spcPts val="0"/>
              </a:spcBef>
              <a:spcAft>
                <a:spcPts val="0"/>
              </a:spcAft>
              <a:buSzPts val="1000"/>
              <a:buNone/>
              <a:defRPr sz="1000" b="1"/>
            </a:lvl3pPr>
            <a:lvl4pPr lvl="3" rtl="0">
              <a:lnSpc>
                <a:spcPct val="100000"/>
              </a:lnSpc>
              <a:spcBef>
                <a:spcPts val="0"/>
              </a:spcBef>
              <a:spcAft>
                <a:spcPts val="0"/>
              </a:spcAft>
              <a:buSzPts val="1000"/>
              <a:buNone/>
              <a:defRPr sz="1000" b="1"/>
            </a:lvl4pPr>
            <a:lvl5pPr lvl="4" rtl="0">
              <a:lnSpc>
                <a:spcPct val="100000"/>
              </a:lnSpc>
              <a:spcBef>
                <a:spcPts val="0"/>
              </a:spcBef>
              <a:spcAft>
                <a:spcPts val="0"/>
              </a:spcAft>
              <a:buSzPts val="1000"/>
              <a:buNone/>
              <a:defRPr sz="1000" b="1"/>
            </a:lvl5pPr>
            <a:lvl6pPr lvl="5" rtl="0">
              <a:lnSpc>
                <a:spcPct val="100000"/>
              </a:lnSpc>
              <a:spcBef>
                <a:spcPts val="0"/>
              </a:spcBef>
              <a:spcAft>
                <a:spcPts val="0"/>
              </a:spcAft>
              <a:buSzPts val="1000"/>
              <a:buNone/>
              <a:defRPr sz="1000" b="1"/>
            </a:lvl6pPr>
            <a:lvl7pPr lvl="6" rtl="0">
              <a:lnSpc>
                <a:spcPct val="100000"/>
              </a:lnSpc>
              <a:spcBef>
                <a:spcPts val="0"/>
              </a:spcBef>
              <a:spcAft>
                <a:spcPts val="0"/>
              </a:spcAft>
              <a:buSzPts val="1000"/>
              <a:buNone/>
              <a:defRPr sz="1000" b="1"/>
            </a:lvl7pPr>
            <a:lvl8pPr lvl="7" rtl="0">
              <a:lnSpc>
                <a:spcPct val="100000"/>
              </a:lnSpc>
              <a:spcBef>
                <a:spcPts val="0"/>
              </a:spcBef>
              <a:spcAft>
                <a:spcPts val="0"/>
              </a:spcAft>
              <a:buSzPts val="1000"/>
              <a:buNone/>
              <a:defRPr sz="1000" b="1"/>
            </a:lvl8pPr>
            <a:lvl9pPr lvl="8" rtl="0">
              <a:lnSpc>
                <a:spcPct val="100000"/>
              </a:lnSpc>
              <a:spcBef>
                <a:spcPts val="0"/>
              </a:spcBef>
              <a:spcAft>
                <a:spcPts val="0"/>
              </a:spcAft>
              <a:buSzPts val="1000"/>
              <a:buNone/>
              <a:defRPr sz="1000" b="1"/>
            </a:lvl9pPr>
          </a:lstStyle>
          <a:p>
            <a:endParaRPr/>
          </a:p>
        </p:txBody>
      </p:sp>
      <p:sp>
        <p:nvSpPr>
          <p:cNvPr id="585" name="Google Shape;585;p44"/>
          <p:cNvSpPr txBox="1">
            <a:spLocks noGrp="1"/>
          </p:cNvSpPr>
          <p:nvPr>
            <p:ph type="subTitle" idx="17"/>
          </p:nvPr>
        </p:nvSpPr>
        <p:spPr>
          <a:xfrm>
            <a:off x="6002618" y="3224013"/>
            <a:ext cx="1084200" cy="450600"/>
          </a:xfrm>
          <a:prstGeom prst="rect">
            <a:avLst/>
          </a:prstGeom>
        </p:spPr>
        <p:txBody>
          <a:bodyPr spcFirstLastPara="1" wrap="square" lIns="0" tIns="0" rIns="0" bIns="0" anchor="ctr" anchorCtr="0">
            <a:normAutofit/>
          </a:bodyPr>
          <a:lstStyle>
            <a:lvl1pPr lvl="0" rtl="0">
              <a:lnSpc>
                <a:spcPct val="100000"/>
              </a:lnSpc>
              <a:spcBef>
                <a:spcPts val="0"/>
              </a:spcBef>
              <a:spcAft>
                <a:spcPts val="0"/>
              </a:spcAft>
              <a:buClr>
                <a:schemeClr val="lt1"/>
              </a:buClr>
              <a:buSzPts val="1000"/>
              <a:buNone/>
              <a:defRPr sz="1000" b="1">
                <a:solidFill>
                  <a:schemeClr val="lt1"/>
                </a:solidFill>
              </a:defRPr>
            </a:lvl1pPr>
            <a:lvl2pPr lvl="1" rtl="0">
              <a:lnSpc>
                <a:spcPct val="100000"/>
              </a:lnSpc>
              <a:spcBef>
                <a:spcPts val="0"/>
              </a:spcBef>
              <a:spcAft>
                <a:spcPts val="0"/>
              </a:spcAft>
              <a:buSzPts val="1000"/>
              <a:buNone/>
              <a:defRPr sz="1000" b="1"/>
            </a:lvl2pPr>
            <a:lvl3pPr lvl="2" rtl="0">
              <a:lnSpc>
                <a:spcPct val="100000"/>
              </a:lnSpc>
              <a:spcBef>
                <a:spcPts val="0"/>
              </a:spcBef>
              <a:spcAft>
                <a:spcPts val="0"/>
              </a:spcAft>
              <a:buSzPts val="1000"/>
              <a:buNone/>
              <a:defRPr sz="1000" b="1"/>
            </a:lvl3pPr>
            <a:lvl4pPr lvl="3" rtl="0">
              <a:lnSpc>
                <a:spcPct val="100000"/>
              </a:lnSpc>
              <a:spcBef>
                <a:spcPts val="0"/>
              </a:spcBef>
              <a:spcAft>
                <a:spcPts val="0"/>
              </a:spcAft>
              <a:buSzPts val="1000"/>
              <a:buNone/>
              <a:defRPr sz="1000" b="1"/>
            </a:lvl4pPr>
            <a:lvl5pPr lvl="4" rtl="0">
              <a:lnSpc>
                <a:spcPct val="100000"/>
              </a:lnSpc>
              <a:spcBef>
                <a:spcPts val="0"/>
              </a:spcBef>
              <a:spcAft>
                <a:spcPts val="0"/>
              </a:spcAft>
              <a:buSzPts val="1000"/>
              <a:buNone/>
              <a:defRPr sz="1000" b="1"/>
            </a:lvl5pPr>
            <a:lvl6pPr lvl="5" rtl="0">
              <a:lnSpc>
                <a:spcPct val="100000"/>
              </a:lnSpc>
              <a:spcBef>
                <a:spcPts val="0"/>
              </a:spcBef>
              <a:spcAft>
                <a:spcPts val="0"/>
              </a:spcAft>
              <a:buSzPts val="1000"/>
              <a:buNone/>
              <a:defRPr sz="1000" b="1"/>
            </a:lvl6pPr>
            <a:lvl7pPr lvl="6" rtl="0">
              <a:lnSpc>
                <a:spcPct val="100000"/>
              </a:lnSpc>
              <a:spcBef>
                <a:spcPts val="0"/>
              </a:spcBef>
              <a:spcAft>
                <a:spcPts val="0"/>
              </a:spcAft>
              <a:buSzPts val="1000"/>
              <a:buNone/>
              <a:defRPr sz="1000" b="1"/>
            </a:lvl7pPr>
            <a:lvl8pPr lvl="7" rtl="0">
              <a:lnSpc>
                <a:spcPct val="100000"/>
              </a:lnSpc>
              <a:spcBef>
                <a:spcPts val="0"/>
              </a:spcBef>
              <a:spcAft>
                <a:spcPts val="0"/>
              </a:spcAft>
              <a:buSzPts val="1000"/>
              <a:buNone/>
              <a:defRPr sz="1000" b="1"/>
            </a:lvl8pPr>
            <a:lvl9pPr lvl="8" rtl="0">
              <a:lnSpc>
                <a:spcPct val="100000"/>
              </a:lnSpc>
              <a:spcBef>
                <a:spcPts val="0"/>
              </a:spcBef>
              <a:spcAft>
                <a:spcPts val="0"/>
              </a:spcAft>
              <a:buSzPts val="1000"/>
              <a:buNone/>
              <a:defRPr sz="1000" b="1"/>
            </a:lvl9pPr>
          </a:lstStyle>
          <a:p>
            <a:endParaRPr/>
          </a:p>
        </p:txBody>
      </p:sp>
      <p:sp>
        <p:nvSpPr>
          <p:cNvPr id="586" name="Google Shape;586;p44"/>
          <p:cNvSpPr txBox="1">
            <a:spLocks noGrp="1"/>
          </p:cNvSpPr>
          <p:nvPr>
            <p:ph type="subTitle" idx="18"/>
          </p:nvPr>
        </p:nvSpPr>
        <p:spPr>
          <a:xfrm>
            <a:off x="6002618" y="4015566"/>
            <a:ext cx="1084200" cy="450600"/>
          </a:xfrm>
          <a:prstGeom prst="rect">
            <a:avLst/>
          </a:prstGeom>
        </p:spPr>
        <p:txBody>
          <a:bodyPr spcFirstLastPara="1" wrap="square" lIns="0" tIns="0" rIns="0" bIns="0" anchor="ctr" anchorCtr="0">
            <a:normAutofit/>
          </a:bodyPr>
          <a:lstStyle>
            <a:lvl1pPr lvl="0" rtl="0">
              <a:lnSpc>
                <a:spcPct val="100000"/>
              </a:lnSpc>
              <a:spcBef>
                <a:spcPts val="0"/>
              </a:spcBef>
              <a:spcAft>
                <a:spcPts val="0"/>
              </a:spcAft>
              <a:buClr>
                <a:schemeClr val="lt1"/>
              </a:buClr>
              <a:buSzPts val="1000"/>
              <a:buNone/>
              <a:defRPr sz="1000" b="1">
                <a:solidFill>
                  <a:schemeClr val="lt1"/>
                </a:solidFill>
              </a:defRPr>
            </a:lvl1pPr>
            <a:lvl2pPr lvl="1" rtl="0">
              <a:lnSpc>
                <a:spcPct val="100000"/>
              </a:lnSpc>
              <a:spcBef>
                <a:spcPts val="0"/>
              </a:spcBef>
              <a:spcAft>
                <a:spcPts val="0"/>
              </a:spcAft>
              <a:buSzPts val="1000"/>
              <a:buNone/>
              <a:defRPr sz="1000" b="1"/>
            </a:lvl2pPr>
            <a:lvl3pPr lvl="2" rtl="0">
              <a:lnSpc>
                <a:spcPct val="100000"/>
              </a:lnSpc>
              <a:spcBef>
                <a:spcPts val="0"/>
              </a:spcBef>
              <a:spcAft>
                <a:spcPts val="0"/>
              </a:spcAft>
              <a:buSzPts val="1000"/>
              <a:buNone/>
              <a:defRPr sz="1000" b="1"/>
            </a:lvl3pPr>
            <a:lvl4pPr lvl="3" rtl="0">
              <a:lnSpc>
                <a:spcPct val="100000"/>
              </a:lnSpc>
              <a:spcBef>
                <a:spcPts val="0"/>
              </a:spcBef>
              <a:spcAft>
                <a:spcPts val="0"/>
              </a:spcAft>
              <a:buSzPts val="1000"/>
              <a:buNone/>
              <a:defRPr sz="1000" b="1"/>
            </a:lvl4pPr>
            <a:lvl5pPr lvl="4" rtl="0">
              <a:lnSpc>
                <a:spcPct val="100000"/>
              </a:lnSpc>
              <a:spcBef>
                <a:spcPts val="0"/>
              </a:spcBef>
              <a:spcAft>
                <a:spcPts val="0"/>
              </a:spcAft>
              <a:buSzPts val="1000"/>
              <a:buNone/>
              <a:defRPr sz="1000" b="1"/>
            </a:lvl5pPr>
            <a:lvl6pPr lvl="5" rtl="0">
              <a:lnSpc>
                <a:spcPct val="100000"/>
              </a:lnSpc>
              <a:spcBef>
                <a:spcPts val="0"/>
              </a:spcBef>
              <a:spcAft>
                <a:spcPts val="0"/>
              </a:spcAft>
              <a:buSzPts val="1000"/>
              <a:buNone/>
              <a:defRPr sz="1000" b="1"/>
            </a:lvl6pPr>
            <a:lvl7pPr lvl="6" rtl="0">
              <a:lnSpc>
                <a:spcPct val="100000"/>
              </a:lnSpc>
              <a:spcBef>
                <a:spcPts val="0"/>
              </a:spcBef>
              <a:spcAft>
                <a:spcPts val="0"/>
              </a:spcAft>
              <a:buSzPts val="1000"/>
              <a:buNone/>
              <a:defRPr sz="1000" b="1"/>
            </a:lvl7pPr>
            <a:lvl8pPr lvl="7" rtl="0">
              <a:lnSpc>
                <a:spcPct val="100000"/>
              </a:lnSpc>
              <a:spcBef>
                <a:spcPts val="0"/>
              </a:spcBef>
              <a:spcAft>
                <a:spcPts val="0"/>
              </a:spcAft>
              <a:buSzPts val="1000"/>
              <a:buNone/>
              <a:defRPr sz="1000" b="1"/>
            </a:lvl8pPr>
            <a:lvl9pPr lvl="8" rtl="0">
              <a:lnSpc>
                <a:spcPct val="100000"/>
              </a:lnSpc>
              <a:spcBef>
                <a:spcPts val="0"/>
              </a:spcBef>
              <a:spcAft>
                <a:spcPts val="0"/>
              </a:spcAft>
              <a:buSzPts val="1000"/>
              <a:buNone/>
              <a:defRPr sz="1000" b="1"/>
            </a:lvl9pPr>
          </a:lstStyle>
          <a:p>
            <a:endParaRPr/>
          </a:p>
        </p:txBody>
      </p:sp>
      <p:sp>
        <p:nvSpPr>
          <p:cNvPr id="587" name="Google Shape;587;p44"/>
          <p:cNvSpPr txBox="1">
            <a:spLocks noGrp="1"/>
          </p:cNvSpPr>
          <p:nvPr>
            <p:ph type="subTitle" idx="19"/>
          </p:nvPr>
        </p:nvSpPr>
        <p:spPr>
          <a:xfrm>
            <a:off x="7404043" y="1748886"/>
            <a:ext cx="1275900" cy="450600"/>
          </a:xfrm>
          <a:prstGeom prst="rect">
            <a:avLst/>
          </a:prstGeom>
        </p:spPr>
        <p:txBody>
          <a:bodyPr spcFirstLastPara="1" wrap="square" lIns="0" tIns="0" rIns="0" bIns="0" anchor="t" anchorCtr="0">
            <a:normAutofit/>
          </a:bodyPr>
          <a:lstStyle>
            <a:lvl1pPr lvl="0" rtl="0">
              <a:lnSpc>
                <a:spcPct val="100000"/>
              </a:lnSpc>
              <a:spcBef>
                <a:spcPts val="0"/>
              </a:spcBef>
              <a:spcAft>
                <a:spcPts val="0"/>
              </a:spcAft>
              <a:buClr>
                <a:schemeClr val="lt1"/>
              </a:buClr>
              <a:buSzPts val="1100"/>
              <a:buNone/>
              <a:defRPr sz="1100">
                <a:solidFill>
                  <a:schemeClr val="lt1"/>
                </a:solidFill>
              </a:defRPr>
            </a:lvl1pPr>
            <a:lvl2pPr lvl="1" rtl="0">
              <a:lnSpc>
                <a:spcPct val="100000"/>
              </a:lnSpc>
              <a:spcBef>
                <a:spcPts val="0"/>
              </a:spcBef>
              <a:spcAft>
                <a:spcPts val="0"/>
              </a:spcAft>
              <a:buSzPts val="1100"/>
              <a:buNone/>
              <a:defRPr sz="1100"/>
            </a:lvl2pPr>
            <a:lvl3pPr lvl="2" rtl="0">
              <a:lnSpc>
                <a:spcPct val="100000"/>
              </a:lnSpc>
              <a:spcBef>
                <a:spcPts val="0"/>
              </a:spcBef>
              <a:spcAft>
                <a:spcPts val="0"/>
              </a:spcAft>
              <a:buSzPts val="1100"/>
              <a:buNone/>
              <a:defRPr sz="1100"/>
            </a:lvl3pPr>
            <a:lvl4pPr lvl="3" rtl="0">
              <a:lnSpc>
                <a:spcPct val="100000"/>
              </a:lnSpc>
              <a:spcBef>
                <a:spcPts val="0"/>
              </a:spcBef>
              <a:spcAft>
                <a:spcPts val="0"/>
              </a:spcAft>
              <a:buSzPts val="1100"/>
              <a:buNone/>
              <a:defRPr sz="1100"/>
            </a:lvl4pPr>
            <a:lvl5pPr lvl="4" rtl="0">
              <a:lnSpc>
                <a:spcPct val="100000"/>
              </a:lnSpc>
              <a:spcBef>
                <a:spcPts val="0"/>
              </a:spcBef>
              <a:spcAft>
                <a:spcPts val="0"/>
              </a:spcAft>
              <a:buSzPts val="1100"/>
              <a:buNone/>
              <a:defRPr sz="1100"/>
            </a:lvl5pPr>
            <a:lvl6pPr lvl="5" rtl="0">
              <a:lnSpc>
                <a:spcPct val="100000"/>
              </a:lnSpc>
              <a:spcBef>
                <a:spcPts val="0"/>
              </a:spcBef>
              <a:spcAft>
                <a:spcPts val="0"/>
              </a:spcAft>
              <a:buSzPts val="1100"/>
              <a:buNone/>
              <a:defRPr sz="1100"/>
            </a:lvl6pPr>
            <a:lvl7pPr lvl="6" rtl="0">
              <a:lnSpc>
                <a:spcPct val="100000"/>
              </a:lnSpc>
              <a:spcBef>
                <a:spcPts val="0"/>
              </a:spcBef>
              <a:spcAft>
                <a:spcPts val="0"/>
              </a:spcAft>
              <a:buSzPts val="1100"/>
              <a:buNone/>
              <a:defRPr sz="1100"/>
            </a:lvl7pPr>
            <a:lvl8pPr lvl="7" rtl="0">
              <a:lnSpc>
                <a:spcPct val="100000"/>
              </a:lnSpc>
              <a:spcBef>
                <a:spcPts val="0"/>
              </a:spcBef>
              <a:spcAft>
                <a:spcPts val="0"/>
              </a:spcAft>
              <a:buSzPts val="1100"/>
              <a:buNone/>
              <a:defRPr sz="1100"/>
            </a:lvl8pPr>
            <a:lvl9pPr lvl="8" rtl="0">
              <a:lnSpc>
                <a:spcPct val="100000"/>
              </a:lnSpc>
              <a:spcBef>
                <a:spcPts val="0"/>
              </a:spcBef>
              <a:spcAft>
                <a:spcPts val="0"/>
              </a:spcAft>
              <a:buSzPts val="1100"/>
              <a:buNone/>
              <a:defRPr sz="1100"/>
            </a:lvl9pPr>
          </a:lstStyle>
          <a:p>
            <a:endParaRPr/>
          </a:p>
        </p:txBody>
      </p:sp>
      <p:sp>
        <p:nvSpPr>
          <p:cNvPr id="588" name="Google Shape;588;p44"/>
          <p:cNvSpPr txBox="1">
            <a:spLocks noGrp="1"/>
          </p:cNvSpPr>
          <p:nvPr>
            <p:ph type="subTitle" idx="20"/>
          </p:nvPr>
        </p:nvSpPr>
        <p:spPr>
          <a:xfrm>
            <a:off x="7404043" y="2545315"/>
            <a:ext cx="1275900" cy="450600"/>
          </a:xfrm>
          <a:prstGeom prst="rect">
            <a:avLst/>
          </a:prstGeom>
        </p:spPr>
        <p:txBody>
          <a:bodyPr spcFirstLastPara="1" wrap="square" lIns="0" tIns="0" rIns="0" bIns="0" anchor="t" anchorCtr="0">
            <a:normAutofit/>
          </a:bodyPr>
          <a:lstStyle>
            <a:lvl1pPr lvl="0" rtl="0">
              <a:lnSpc>
                <a:spcPct val="100000"/>
              </a:lnSpc>
              <a:spcBef>
                <a:spcPts val="0"/>
              </a:spcBef>
              <a:spcAft>
                <a:spcPts val="0"/>
              </a:spcAft>
              <a:buClr>
                <a:schemeClr val="lt1"/>
              </a:buClr>
              <a:buSzPts val="1100"/>
              <a:buNone/>
              <a:defRPr sz="1100">
                <a:solidFill>
                  <a:schemeClr val="lt1"/>
                </a:solidFill>
              </a:defRPr>
            </a:lvl1pPr>
            <a:lvl2pPr lvl="1" rtl="0">
              <a:lnSpc>
                <a:spcPct val="100000"/>
              </a:lnSpc>
              <a:spcBef>
                <a:spcPts val="0"/>
              </a:spcBef>
              <a:spcAft>
                <a:spcPts val="0"/>
              </a:spcAft>
              <a:buSzPts val="1100"/>
              <a:buNone/>
              <a:defRPr sz="1100"/>
            </a:lvl2pPr>
            <a:lvl3pPr lvl="2" rtl="0">
              <a:lnSpc>
                <a:spcPct val="100000"/>
              </a:lnSpc>
              <a:spcBef>
                <a:spcPts val="0"/>
              </a:spcBef>
              <a:spcAft>
                <a:spcPts val="0"/>
              </a:spcAft>
              <a:buSzPts val="1100"/>
              <a:buNone/>
              <a:defRPr sz="1100"/>
            </a:lvl3pPr>
            <a:lvl4pPr lvl="3" rtl="0">
              <a:lnSpc>
                <a:spcPct val="100000"/>
              </a:lnSpc>
              <a:spcBef>
                <a:spcPts val="0"/>
              </a:spcBef>
              <a:spcAft>
                <a:spcPts val="0"/>
              </a:spcAft>
              <a:buSzPts val="1100"/>
              <a:buNone/>
              <a:defRPr sz="1100"/>
            </a:lvl4pPr>
            <a:lvl5pPr lvl="4" rtl="0">
              <a:lnSpc>
                <a:spcPct val="100000"/>
              </a:lnSpc>
              <a:spcBef>
                <a:spcPts val="0"/>
              </a:spcBef>
              <a:spcAft>
                <a:spcPts val="0"/>
              </a:spcAft>
              <a:buSzPts val="1100"/>
              <a:buNone/>
              <a:defRPr sz="1100"/>
            </a:lvl5pPr>
            <a:lvl6pPr lvl="5" rtl="0">
              <a:lnSpc>
                <a:spcPct val="100000"/>
              </a:lnSpc>
              <a:spcBef>
                <a:spcPts val="0"/>
              </a:spcBef>
              <a:spcAft>
                <a:spcPts val="0"/>
              </a:spcAft>
              <a:buSzPts val="1100"/>
              <a:buNone/>
              <a:defRPr sz="1100"/>
            </a:lvl6pPr>
            <a:lvl7pPr lvl="6" rtl="0">
              <a:lnSpc>
                <a:spcPct val="100000"/>
              </a:lnSpc>
              <a:spcBef>
                <a:spcPts val="0"/>
              </a:spcBef>
              <a:spcAft>
                <a:spcPts val="0"/>
              </a:spcAft>
              <a:buSzPts val="1100"/>
              <a:buNone/>
              <a:defRPr sz="1100"/>
            </a:lvl7pPr>
            <a:lvl8pPr lvl="7" rtl="0">
              <a:lnSpc>
                <a:spcPct val="100000"/>
              </a:lnSpc>
              <a:spcBef>
                <a:spcPts val="0"/>
              </a:spcBef>
              <a:spcAft>
                <a:spcPts val="0"/>
              </a:spcAft>
              <a:buSzPts val="1100"/>
              <a:buNone/>
              <a:defRPr sz="1100"/>
            </a:lvl8pPr>
            <a:lvl9pPr lvl="8" rtl="0">
              <a:lnSpc>
                <a:spcPct val="100000"/>
              </a:lnSpc>
              <a:spcBef>
                <a:spcPts val="0"/>
              </a:spcBef>
              <a:spcAft>
                <a:spcPts val="0"/>
              </a:spcAft>
              <a:buSzPts val="1100"/>
              <a:buNone/>
              <a:defRPr sz="1100"/>
            </a:lvl9pPr>
          </a:lstStyle>
          <a:p>
            <a:endParaRPr/>
          </a:p>
        </p:txBody>
      </p:sp>
      <p:sp>
        <p:nvSpPr>
          <p:cNvPr id="589" name="Google Shape;589;p44"/>
          <p:cNvSpPr txBox="1">
            <a:spLocks noGrp="1"/>
          </p:cNvSpPr>
          <p:nvPr>
            <p:ph type="subTitle" idx="21"/>
          </p:nvPr>
        </p:nvSpPr>
        <p:spPr>
          <a:xfrm>
            <a:off x="7404043" y="3289956"/>
            <a:ext cx="1275900" cy="450600"/>
          </a:xfrm>
          <a:prstGeom prst="rect">
            <a:avLst/>
          </a:prstGeom>
        </p:spPr>
        <p:txBody>
          <a:bodyPr spcFirstLastPara="1" wrap="square" lIns="0" tIns="0" rIns="0" bIns="0" anchor="t" anchorCtr="0">
            <a:normAutofit/>
          </a:bodyPr>
          <a:lstStyle>
            <a:lvl1pPr lvl="0" rtl="0">
              <a:lnSpc>
                <a:spcPct val="100000"/>
              </a:lnSpc>
              <a:spcBef>
                <a:spcPts val="0"/>
              </a:spcBef>
              <a:spcAft>
                <a:spcPts val="0"/>
              </a:spcAft>
              <a:buClr>
                <a:schemeClr val="lt1"/>
              </a:buClr>
              <a:buSzPts val="1100"/>
              <a:buNone/>
              <a:defRPr sz="1100">
                <a:solidFill>
                  <a:schemeClr val="lt1"/>
                </a:solidFill>
              </a:defRPr>
            </a:lvl1pPr>
            <a:lvl2pPr lvl="1" rtl="0">
              <a:lnSpc>
                <a:spcPct val="100000"/>
              </a:lnSpc>
              <a:spcBef>
                <a:spcPts val="0"/>
              </a:spcBef>
              <a:spcAft>
                <a:spcPts val="0"/>
              </a:spcAft>
              <a:buSzPts val="1100"/>
              <a:buNone/>
              <a:defRPr sz="1100"/>
            </a:lvl2pPr>
            <a:lvl3pPr lvl="2" rtl="0">
              <a:lnSpc>
                <a:spcPct val="100000"/>
              </a:lnSpc>
              <a:spcBef>
                <a:spcPts val="0"/>
              </a:spcBef>
              <a:spcAft>
                <a:spcPts val="0"/>
              </a:spcAft>
              <a:buSzPts val="1100"/>
              <a:buNone/>
              <a:defRPr sz="1100"/>
            </a:lvl3pPr>
            <a:lvl4pPr lvl="3" rtl="0">
              <a:lnSpc>
                <a:spcPct val="100000"/>
              </a:lnSpc>
              <a:spcBef>
                <a:spcPts val="0"/>
              </a:spcBef>
              <a:spcAft>
                <a:spcPts val="0"/>
              </a:spcAft>
              <a:buSzPts val="1100"/>
              <a:buNone/>
              <a:defRPr sz="1100"/>
            </a:lvl4pPr>
            <a:lvl5pPr lvl="4" rtl="0">
              <a:lnSpc>
                <a:spcPct val="100000"/>
              </a:lnSpc>
              <a:spcBef>
                <a:spcPts val="0"/>
              </a:spcBef>
              <a:spcAft>
                <a:spcPts val="0"/>
              </a:spcAft>
              <a:buSzPts val="1100"/>
              <a:buNone/>
              <a:defRPr sz="1100"/>
            </a:lvl5pPr>
            <a:lvl6pPr lvl="5" rtl="0">
              <a:lnSpc>
                <a:spcPct val="100000"/>
              </a:lnSpc>
              <a:spcBef>
                <a:spcPts val="0"/>
              </a:spcBef>
              <a:spcAft>
                <a:spcPts val="0"/>
              </a:spcAft>
              <a:buSzPts val="1100"/>
              <a:buNone/>
              <a:defRPr sz="1100"/>
            </a:lvl6pPr>
            <a:lvl7pPr lvl="6" rtl="0">
              <a:lnSpc>
                <a:spcPct val="100000"/>
              </a:lnSpc>
              <a:spcBef>
                <a:spcPts val="0"/>
              </a:spcBef>
              <a:spcAft>
                <a:spcPts val="0"/>
              </a:spcAft>
              <a:buSzPts val="1100"/>
              <a:buNone/>
              <a:defRPr sz="1100"/>
            </a:lvl7pPr>
            <a:lvl8pPr lvl="7" rtl="0">
              <a:lnSpc>
                <a:spcPct val="100000"/>
              </a:lnSpc>
              <a:spcBef>
                <a:spcPts val="0"/>
              </a:spcBef>
              <a:spcAft>
                <a:spcPts val="0"/>
              </a:spcAft>
              <a:buSzPts val="1100"/>
              <a:buNone/>
              <a:defRPr sz="1100"/>
            </a:lvl8pPr>
            <a:lvl9pPr lvl="8" rtl="0">
              <a:lnSpc>
                <a:spcPct val="100000"/>
              </a:lnSpc>
              <a:spcBef>
                <a:spcPts val="0"/>
              </a:spcBef>
              <a:spcAft>
                <a:spcPts val="0"/>
              </a:spcAft>
              <a:buSzPts val="1100"/>
              <a:buNone/>
              <a:defRPr sz="1100"/>
            </a:lvl9pPr>
          </a:lstStyle>
          <a:p>
            <a:endParaRPr/>
          </a:p>
        </p:txBody>
      </p:sp>
      <p:sp>
        <p:nvSpPr>
          <p:cNvPr id="590" name="Google Shape;590;p44"/>
          <p:cNvSpPr txBox="1">
            <a:spLocks noGrp="1"/>
          </p:cNvSpPr>
          <p:nvPr>
            <p:ph type="subTitle" idx="22"/>
          </p:nvPr>
        </p:nvSpPr>
        <p:spPr>
          <a:xfrm>
            <a:off x="7404043" y="4081510"/>
            <a:ext cx="1275900" cy="450600"/>
          </a:xfrm>
          <a:prstGeom prst="rect">
            <a:avLst/>
          </a:prstGeom>
        </p:spPr>
        <p:txBody>
          <a:bodyPr spcFirstLastPara="1" wrap="square" lIns="0" tIns="0" rIns="0" bIns="0" anchor="t" anchorCtr="0">
            <a:normAutofit/>
          </a:bodyPr>
          <a:lstStyle>
            <a:lvl1pPr lvl="0" rtl="0">
              <a:lnSpc>
                <a:spcPct val="100000"/>
              </a:lnSpc>
              <a:spcBef>
                <a:spcPts val="0"/>
              </a:spcBef>
              <a:spcAft>
                <a:spcPts val="0"/>
              </a:spcAft>
              <a:buClr>
                <a:schemeClr val="lt1"/>
              </a:buClr>
              <a:buSzPts val="1100"/>
              <a:buNone/>
              <a:defRPr sz="1100">
                <a:solidFill>
                  <a:schemeClr val="lt1"/>
                </a:solidFill>
              </a:defRPr>
            </a:lvl1pPr>
            <a:lvl2pPr lvl="1" rtl="0">
              <a:lnSpc>
                <a:spcPct val="100000"/>
              </a:lnSpc>
              <a:spcBef>
                <a:spcPts val="0"/>
              </a:spcBef>
              <a:spcAft>
                <a:spcPts val="0"/>
              </a:spcAft>
              <a:buSzPts val="1100"/>
              <a:buNone/>
              <a:defRPr sz="1100"/>
            </a:lvl2pPr>
            <a:lvl3pPr lvl="2" rtl="0">
              <a:lnSpc>
                <a:spcPct val="100000"/>
              </a:lnSpc>
              <a:spcBef>
                <a:spcPts val="0"/>
              </a:spcBef>
              <a:spcAft>
                <a:spcPts val="0"/>
              </a:spcAft>
              <a:buSzPts val="1100"/>
              <a:buNone/>
              <a:defRPr sz="1100"/>
            </a:lvl3pPr>
            <a:lvl4pPr lvl="3" rtl="0">
              <a:lnSpc>
                <a:spcPct val="100000"/>
              </a:lnSpc>
              <a:spcBef>
                <a:spcPts val="0"/>
              </a:spcBef>
              <a:spcAft>
                <a:spcPts val="0"/>
              </a:spcAft>
              <a:buSzPts val="1100"/>
              <a:buNone/>
              <a:defRPr sz="1100"/>
            </a:lvl4pPr>
            <a:lvl5pPr lvl="4" rtl="0">
              <a:lnSpc>
                <a:spcPct val="100000"/>
              </a:lnSpc>
              <a:spcBef>
                <a:spcPts val="0"/>
              </a:spcBef>
              <a:spcAft>
                <a:spcPts val="0"/>
              </a:spcAft>
              <a:buSzPts val="1100"/>
              <a:buNone/>
              <a:defRPr sz="1100"/>
            </a:lvl5pPr>
            <a:lvl6pPr lvl="5" rtl="0">
              <a:lnSpc>
                <a:spcPct val="100000"/>
              </a:lnSpc>
              <a:spcBef>
                <a:spcPts val="0"/>
              </a:spcBef>
              <a:spcAft>
                <a:spcPts val="0"/>
              </a:spcAft>
              <a:buSzPts val="1100"/>
              <a:buNone/>
              <a:defRPr sz="1100"/>
            </a:lvl6pPr>
            <a:lvl7pPr lvl="6" rtl="0">
              <a:lnSpc>
                <a:spcPct val="100000"/>
              </a:lnSpc>
              <a:spcBef>
                <a:spcPts val="0"/>
              </a:spcBef>
              <a:spcAft>
                <a:spcPts val="0"/>
              </a:spcAft>
              <a:buSzPts val="1100"/>
              <a:buNone/>
              <a:defRPr sz="1100"/>
            </a:lvl7pPr>
            <a:lvl8pPr lvl="7" rtl="0">
              <a:lnSpc>
                <a:spcPct val="100000"/>
              </a:lnSpc>
              <a:spcBef>
                <a:spcPts val="0"/>
              </a:spcBef>
              <a:spcAft>
                <a:spcPts val="0"/>
              </a:spcAft>
              <a:buSzPts val="1100"/>
              <a:buNone/>
              <a:defRPr sz="1100"/>
            </a:lvl8pPr>
            <a:lvl9pPr lvl="8" rtl="0">
              <a:lnSpc>
                <a:spcPct val="100000"/>
              </a:lnSpc>
              <a:spcBef>
                <a:spcPts val="0"/>
              </a:spcBef>
              <a:spcAft>
                <a:spcPts val="0"/>
              </a:spcAft>
              <a:buSzPts val="1100"/>
              <a:buNone/>
              <a:defRPr sz="1100"/>
            </a:lvl9pPr>
          </a:lstStyle>
          <a:p>
            <a:endParaRPr/>
          </a:p>
        </p:txBody>
      </p:sp>
      <p:sp>
        <p:nvSpPr>
          <p:cNvPr id="591" name="Google Shape;591;p44"/>
          <p:cNvSpPr txBox="1">
            <a:spLocks noGrp="1"/>
          </p:cNvSpPr>
          <p:nvPr>
            <p:ph type="subTitle" idx="23"/>
          </p:nvPr>
        </p:nvSpPr>
        <p:spPr>
          <a:xfrm>
            <a:off x="457214" y="2528794"/>
            <a:ext cx="1361700" cy="323700"/>
          </a:xfrm>
          <a:prstGeom prst="rect">
            <a:avLst/>
          </a:prstGeom>
        </p:spPr>
        <p:txBody>
          <a:bodyPr spcFirstLastPara="1" wrap="square" lIns="0" tIns="0" rIns="0" bIns="0" anchor="ctr" anchorCtr="0">
            <a:normAutofit/>
          </a:bodyPr>
          <a:lstStyle>
            <a:lvl1pPr lvl="0" algn="ctr" rtl="0">
              <a:lnSpc>
                <a:spcPct val="100000"/>
              </a:lnSpc>
              <a:spcBef>
                <a:spcPts val="0"/>
              </a:spcBef>
              <a:spcAft>
                <a:spcPts val="0"/>
              </a:spcAft>
              <a:buClr>
                <a:schemeClr val="lt1"/>
              </a:buClr>
              <a:buSzPts val="1000"/>
              <a:buNone/>
              <a:defRPr sz="1000" b="1">
                <a:solidFill>
                  <a:schemeClr val="lt1"/>
                </a:solidFill>
              </a:defRPr>
            </a:lvl1pPr>
            <a:lvl2pPr lvl="1" algn="ctr" rtl="0">
              <a:lnSpc>
                <a:spcPct val="100000"/>
              </a:lnSpc>
              <a:spcBef>
                <a:spcPts val="0"/>
              </a:spcBef>
              <a:spcAft>
                <a:spcPts val="0"/>
              </a:spcAft>
              <a:buClr>
                <a:schemeClr val="dk1"/>
              </a:buClr>
              <a:buSzPts val="1000"/>
              <a:buNone/>
              <a:defRPr sz="1000" b="1"/>
            </a:lvl2pPr>
            <a:lvl3pPr lvl="2" algn="ctr" rtl="0">
              <a:lnSpc>
                <a:spcPct val="100000"/>
              </a:lnSpc>
              <a:spcBef>
                <a:spcPts val="0"/>
              </a:spcBef>
              <a:spcAft>
                <a:spcPts val="0"/>
              </a:spcAft>
              <a:buClr>
                <a:schemeClr val="dk1"/>
              </a:buClr>
              <a:buSzPts val="1000"/>
              <a:buNone/>
              <a:defRPr sz="1000" b="1"/>
            </a:lvl3pPr>
            <a:lvl4pPr lvl="3" algn="ctr" rtl="0">
              <a:lnSpc>
                <a:spcPct val="100000"/>
              </a:lnSpc>
              <a:spcBef>
                <a:spcPts val="0"/>
              </a:spcBef>
              <a:spcAft>
                <a:spcPts val="0"/>
              </a:spcAft>
              <a:buClr>
                <a:schemeClr val="dk1"/>
              </a:buClr>
              <a:buSzPts val="1000"/>
              <a:buNone/>
              <a:defRPr sz="1000" b="1"/>
            </a:lvl4pPr>
            <a:lvl5pPr lvl="4" algn="ctr" rtl="0">
              <a:lnSpc>
                <a:spcPct val="100000"/>
              </a:lnSpc>
              <a:spcBef>
                <a:spcPts val="0"/>
              </a:spcBef>
              <a:spcAft>
                <a:spcPts val="0"/>
              </a:spcAft>
              <a:buSzPts val="1000"/>
              <a:buNone/>
              <a:defRPr sz="1000" b="1"/>
            </a:lvl5pPr>
            <a:lvl6pPr lvl="5" algn="ctr" rtl="0">
              <a:lnSpc>
                <a:spcPct val="100000"/>
              </a:lnSpc>
              <a:spcBef>
                <a:spcPts val="0"/>
              </a:spcBef>
              <a:spcAft>
                <a:spcPts val="0"/>
              </a:spcAft>
              <a:buSzPts val="1000"/>
              <a:buNone/>
              <a:defRPr sz="1000" b="1"/>
            </a:lvl6pPr>
            <a:lvl7pPr lvl="6" algn="ctr" rtl="0">
              <a:lnSpc>
                <a:spcPct val="100000"/>
              </a:lnSpc>
              <a:spcBef>
                <a:spcPts val="0"/>
              </a:spcBef>
              <a:spcAft>
                <a:spcPts val="0"/>
              </a:spcAft>
              <a:buSzPts val="1000"/>
              <a:buNone/>
              <a:defRPr sz="1000" b="1"/>
            </a:lvl7pPr>
            <a:lvl8pPr lvl="7" algn="ctr" rtl="0">
              <a:lnSpc>
                <a:spcPct val="100000"/>
              </a:lnSpc>
              <a:spcBef>
                <a:spcPts val="0"/>
              </a:spcBef>
              <a:spcAft>
                <a:spcPts val="0"/>
              </a:spcAft>
              <a:buSzPts val="1000"/>
              <a:buNone/>
              <a:defRPr sz="1000" b="1"/>
            </a:lvl8pPr>
            <a:lvl9pPr lvl="8" algn="ctr" rtl="0">
              <a:lnSpc>
                <a:spcPct val="100000"/>
              </a:lnSpc>
              <a:spcBef>
                <a:spcPts val="0"/>
              </a:spcBef>
              <a:spcAft>
                <a:spcPts val="0"/>
              </a:spcAft>
              <a:buSzPts val="1000"/>
              <a:buNone/>
              <a:defRPr sz="1000" b="1"/>
            </a:lvl9pPr>
          </a:lstStyle>
          <a:p>
            <a:endParaRPr/>
          </a:p>
        </p:txBody>
      </p:sp>
      <p:pic>
        <p:nvPicPr>
          <p:cNvPr id="592" name="Google Shape;592;p44"/>
          <p:cNvPicPr preferRelativeResize="0"/>
          <p:nvPr/>
        </p:nvPicPr>
        <p:blipFill>
          <a:blip r:embed="rId2">
            <a:alphaModFix/>
          </a:blip>
          <a:stretch>
            <a:fillRect/>
          </a:stretch>
        </p:blipFill>
        <p:spPr>
          <a:xfrm>
            <a:off x="8565901" y="154375"/>
            <a:ext cx="424850" cy="428248"/>
          </a:xfrm>
          <a:prstGeom prst="rect">
            <a:avLst/>
          </a:prstGeom>
          <a:noFill/>
          <a:ln>
            <a:noFill/>
          </a:ln>
        </p:spPr>
      </p:pic>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matchingName="Timeline - 1">
  <p:cSld name="TITLE_ONLY_9">
    <p:spTree>
      <p:nvGrpSpPr>
        <p:cNvPr id="1" name="Shape 593"/>
        <p:cNvGrpSpPr/>
        <p:nvPr/>
      </p:nvGrpSpPr>
      <p:grpSpPr>
        <a:xfrm>
          <a:off x="0" y="0"/>
          <a:ext cx="0" cy="0"/>
          <a:chOff x="0" y="0"/>
          <a:chExt cx="0" cy="0"/>
        </a:xfrm>
      </p:grpSpPr>
      <p:sp>
        <p:nvSpPr>
          <p:cNvPr id="594" name="Google Shape;594;p45"/>
          <p:cNvSpPr txBox="1">
            <a:spLocks noGrp="1"/>
          </p:cNvSpPr>
          <p:nvPr>
            <p:ph type="title"/>
          </p:nvPr>
        </p:nvSpPr>
        <p:spPr>
          <a:xfrm>
            <a:off x="457200" y="114300"/>
            <a:ext cx="8229600" cy="903300"/>
          </a:xfrm>
          <a:prstGeom prst="rect">
            <a:avLst/>
          </a:prstGeom>
        </p:spPr>
        <p:txBody>
          <a:bodyPr spcFirstLastPara="1" wrap="square" lIns="0" tIns="0" rIns="0" bIns="0" anchor="t" anchorCtr="0">
            <a:normAutofit/>
          </a:bodyPr>
          <a:lstStyle>
            <a:lvl1pPr lvl="0" rtl="0">
              <a:spcBef>
                <a:spcPts val="0"/>
              </a:spcBef>
              <a:spcAft>
                <a:spcPts val="0"/>
              </a:spcAft>
              <a:buSzPts val="34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cxnSp>
        <p:nvCxnSpPr>
          <p:cNvPr id="595" name="Google Shape;595;p45"/>
          <p:cNvCxnSpPr/>
          <p:nvPr/>
        </p:nvCxnSpPr>
        <p:spPr>
          <a:xfrm>
            <a:off x="1234459" y="2686025"/>
            <a:ext cx="7371300" cy="0"/>
          </a:xfrm>
          <a:prstGeom prst="straightConnector1">
            <a:avLst/>
          </a:prstGeom>
          <a:noFill/>
          <a:ln w="19050" cap="flat" cmpd="sng">
            <a:solidFill>
              <a:schemeClr val="accent5"/>
            </a:solidFill>
            <a:prstDash val="dash"/>
            <a:round/>
            <a:headEnd type="none" w="med" len="med"/>
            <a:tailEnd type="none" w="med" len="med"/>
          </a:ln>
        </p:spPr>
      </p:cxnSp>
      <p:sp>
        <p:nvSpPr>
          <p:cNvPr id="596" name="Google Shape;596;p45"/>
          <p:cNvSpPr/>
          <p:nvPr/>
        </p:nvSpPr>
        <p:spPr>
          <a:xfrm>
            <a:off x="1774163" y="2599323"/>
            <a:ext cx="173400" cy="173400"/>
          </a:xfrm>
          <a:prstGeom prst="roundRect">
            <a:avLst>
              <a:gd name="adj" fmla="val 50000"/>
            </a:avLst>
          </a:prstGeom>
          <a:solidFill>
            <a:schemeClr val="dk2"/>
          </a:solidFill>
          <a:ln>
            <a:noFill/>
          </a:ln>
        </p:spPr>
        <p:txBody>
          <a:bodyPr spcFirstLastPara="1" wrap="square" lIns="57150" tIns="57150" rIns="57150" bIns="57150" anchor="ctr" anchorCtr="0">
            <a:noAutofit/>
          </a:bodyPr>
          <a:lstStyle/>
          <a:p>
            <a:pPr marL="0" lvl="0" indent="0" algn="ctr" rtl="0">
              <a:spcBef>
                <a:spcPts val="0"/>
              </a:spcBef>
              <a:spcAft>
                <a:spcPts val="0"/>
              </a:spcAft>
              <a:buNone/>
            </a:pPr>
            <a:endParaRPr sz="800" b="1">
              <a:solidFill>
                <a:srgbClr val="FFFFFF"/>
              </a:solidFill>
              <a:latin typeface="IBM Plex Sans"/>
              <a:ea typeface="IBM Plex Sans"/>
              <a:cs typeface="IBM Plex Sans"/>
              <a:sym typeface="IBM Plex Sans"/>
            </a:endParaRPr>
          </a:p>
        </p:txBody>
      </p:sp>
      <p:cxnSp>
        <p:nvCxnSpPr>
          <p:cNvPr id="597" name="Google Shape;597;p45"/>
          <p:cNvCxnSpPr>
            <a:stCxn id="596" idx="2"/>
          </p:cNvCxnSpPr>
          <p:nvPr/>
        </p:nvCxnSpPr>
        <p:spPr>
          <a:xfrm>
            <a:off x="1860863" y="2772723"/>
            <a:ext cx="0" cy="315300"/>
          </a:xfrm>
          <a:prstGeom prst="straightConnector1">
            <a:avLst/>
          </a:prstGeom>
          <a:noFill/>
          <a:ln w="19050" cap="flat" cmpd="sng">
            <a:solidFill>
              <a:schemeClr val="dk2"/>
            </a:solidFill>
            <a:prstDash val="solid"/>
            <a:round/>
            <a:headEnd type="none" w="med" len="med"/>
            <a:tailEnd type="none" w="med" len="med"/>
          </a:ln>
        </p:spPr>
      </p:cxnSp>
      <p:sp>
        <p:nvSpPr>
          <p:cNvPr id="598" name="Google Shape;598;p45"/>
          <p:cNvSpPr/>
          <p:nvPr/>
        </p:nvSpPr>
        <p:spPr>
          <a:xfrm>
            <a:off x="4681163" y="2599323"/>
            <a:ext cx="173400" cy="173400"/>
          </a:xfrm>
          <a:prstGeom prst="roundRect">
            <a:avLst>
              <a:gd name="adj" fmla="val 50000"/>
            </a:avLst>
          </a:prstGeom>
          <a:solidFill>
            <a:schemeClr val="dk2"/>
          </a:solidFill>
          <a:ln>
            <a:noFill/>
          </a:ln>
        </p:spPr>
        <p:txBody>
          <a:bodyPr spcFirstLastPara="1" wrap="square" lIns="57150" tIns="57150" rIns="57150" bIns="57150" anchor="ctr" anchorCtr="0">
            <a:noAutofit/>
          </a:bodyPr>
          <a:lstStyle/>
          <a:p>
            <a:pPr marL="0" lvl="0" indent="0" algn="ctr" rtl="0">
              <a:spcBef>
                <a:spcPts val="0"/>
              </a:spcBef>
              <a:spcAft>
                <a:spcPts val="0"/>
              </a:spcAft>
              <a:buNone/>
            </a:pPr>
            <a:endParaRPr sz="800" b="1">
              <a:solidFill>
                <a:srgbClr val="FFFFFF"/>
              </a:solidFill>
              <a:latin typeface="IBM Plex Sans"/>
              <a:ea typeface="IBM Plex Sans"/>
              <a:cs typeface="IBM Plex Sans"/>
              <a:sym typeface="IBM Plex Sans"/>
            </a:endParaRPr>
          </a:p>
        </p:txBody>
      </p:sp>
      <p:sp>
        <p:nvSpPr>
          <p:cNvPr id="599" name="Google Shape;599;p45"/>
          <p:cNvSpPr/>
          <p:nvPr/>
        </p:nvSpPr>
        <p:spPr>
          <a:xfrm>
            <a:off x="3184313" y="2599323"/>
            <a:ext cx="173400" cy="173400"/>
          </a:xfrm>
          <a:prstGeom prst="roundRect">
            <a:avLst>
              <a:gd name="adj" fmla="val 50000"/>
            </a:avLst>
          </a:prstGeom>
          <a:solidFill>
            <a:schemeClr val="dk2"/>
          </a:solidFill>
          <a:ln>
            <a:noFill/>
          </a:ln>
        </p:spPr>
        <p:txBody>
          <a:bodyPr spcFirstLastPara="1" wrap="square" lIns="57150" tIns="57150" rIns="57150" bIns="57150" anchor="ctr" anchorCtr="0">
            <a:noAutofit/>
          </a:bodyPr>
          <a:lstStyle/>
          <a:p>
            <a:pPr marL="0" lvl="0" indent="0" algn="ctr" rtl="0">
              <a:spcBef>
                <a:spcPts val="0"/>
              </a:spcBef>
              <a:spcAft>
                <a:spcPts val="0"/>
              </a:spcAft>
              <a:buNone/>
            </a:pPr>
            <a:endParaRPr sz="800" b="1">
              <a:solidFill>
                <a:srgbClr val="FFFFFF"/>
              </a:solidFill>
              <a:latin typeface="IBM Plex Sans"/>
              <a:ea typeface="IBM Plex Sans"/>
              <a:cs typeface="IBM Plex Sans"/>
              <a:sym typeface="IBM Plex Sans"/>
            </a:endParaRPr>
          </a:p>
        </p:txBody>
      </p:sp>
      <p:sp>
        <p:nvSpPr>
          <p:cNvPr id="600" name="Google Shape;600;p45"/>
          <p:cNvSpPr/>
          <p:nvPr/>
        </p:nvSpPr>
        <p:spPr>
          <a:xfrm>
            <a:off x="6178013" y="2599323"/>
            <a:ext cx="173400" cy="173400"/>
          </a:xfrm>
          <a:prstGeom prst="roundRect">
            <a:avLst>
              <a:gd name="adj" fmla="val 50000"/>
            </a:avLst>
          </a:prstGeom>
          <a:solidFill>
            <a:schemeClr val="dk2"/>
          </a:solidFill>
          <a:ln>
            <a:noFill/>
          </a:ln>
        </p:spPr>
        <p:txBody>
          <a:bodyPr spcFirstLastPara="1" wrap="square" lIns="57150" tIns="57150" rIns="57150" bIns="57150" anchor="ctr" anchorCtr="0">
            <a:noAutofit/>
          </a:bodyPr>
          <a:lstStyle/>
          <a:p>
            <a:pPr marL="0" lvl="0" indent="0" algn="ctr" rtl="0">
              <a:spcBef>
                <a:spcPts val="0"/>
              </a:spcBef>
              <a:spcAft>
                <a:spcPts val="0"/>
              </a:spcAft>
              <a:buNone/>
            </a:pPr>
            <a:endParaRPr sz="800" b="1">
              <a:solidFill>
                <a:srgbClr val="FFFFFF"/>
              </a:solidFill>
              <a:latin typeface="IBM Plex Sans"/>
              <a:ea typeface="IBM Plex Sans"/>
              <a:cs typeface="IBM Plex Sans"/>
              <a:sym typeface="IBM Plex Sans"/>
            </a:endParaRPr>
          </a:p>
        </p:txBody>
      </p:sp>
      <p:sp>
        <p:nvSpPr>
          <p:cNvPr id="601" name="Google Shape;601;p45"/>
          <p:cNvSpPr/>
          <p:nvPr/>
        </p:nvSpPr>
        <p:spPr>
          <a:xfrm>
            <a:off x="7674863" y="2599323"/>
            <a:ext cx="173400" cy="173400"/>
          </a:xfrm>
          <a:prstGeom prst="roundRect">
            <a:avLst>
              <a:gd name="adj" fmla="val 50000"/>
            </a:avLst>
          </a:prstGeom>
          <a:solidFill>
            <a:schemeClr val="dk2"/>
          </a:solidFill>
          <a:ln>
            <a:noFill/>
          </a:ln>
        </p:spPr>
        <p:txBody>
          <a:bodyPr spcFirstLastPara="1" wrap="square" lIns="57150" tIns="57150" rIns="57150" bIns="57150" anchor="ctr" anchorCtr="0">
            <a:noAutofit/>
          </a:bodyPr>
          <a:lstStyle/>
          <a:p>
            <a:pPr marL="0" lvl="0" indent="0" algn="ctr" rtl="0">
              <a:spcBef>
                <a:spcPts val="0"/>
              </a:spcBef>
              <a:spcAft>
                <a:spcPts val="0"/>
              </a:spcAft>
              <a:buNone/>
            </a:pPr>
            <a:endParaRPr sz="800" b="1">
              <a:solidFill>
                <a:srgbClr val="FFFFFF"/>
              </a:solidFill>
              <a:latin typeface="IBM Plex Sans"/>
              <a:ea typeface="IBM Plex Sans"/>
              <a:cs typeface="IBM Plex Sans"/>
              <a:sym typeface="IBM Plex Sans"/>
            </a:endParaRPr>
          </a:p>
        </p:txBody>
      </p:sp>
      <p:cxnSp>
        <p:nvCxnSpPr>
          <p:cNvPr id="602" name="Google Shape;602;p45"/>
          <p:cNvCxnSpPr/>
          <p:nvPr/>
        </p:nvCxnSpPr>
        <p:spPr>
          <a:xfrm>
            <a:off x="3271013" y="2305023"/>
            <a:ext cx="0" cy="315300"/>
          </a:xfrm>
          <a:prstGeom prst="straightConnector1">
            <a:avLst/>
          </a:prstGeom>
          <a:noFill/>
          <a:ln w="19050" cap="flat" cmpd="sng">
            <a:solidFill>
              <a:schemeClr val="dk2"/>
            </a:solidFill>
            <a:prstDash val="solid"/>
            <a:round/>
            <a:headEnd type="none" w="med" len="med"/>
            <a:tailEnd type="none" w="med" len="med"/>
          </a:ln>
        </p:spPr>
      </p:cxnSp>
      <p:cxnSp>
        <p:nvCxnSpPr>
          <p:cNvPr id="603" name="Google Shape;603;p45"/>
          <p:cNvCxnSpPr/>
          <p:nvPr/>
        </p:nvCxnSpPr>
        <p:spPr>
          <a:xfrm>
            <a:off x="4767863" y="2764173"/>
            <a:ext cx="0" cy="315300"/>
          </a:xfrm>
          <a:prstGeom prst="straightConnector1">
            <a:avLst/>
          </a:prstGeom>
          <a:noFill/>
          <a:ln w="19050" cap="flat" cmpd="sng">
            <a:solidFill>
              <a:schemeClr val="dk2"/>
            </a:solidFill>
            <a:prstDash val="solid"/>
            <a:round/>
            <a:headEnd type="none" w="med" len="med"/>
            <a:tailEnd type="none" w="med" len="med"/>
          </a:ln>
        </p:spPr>
      </p:cxnSp>
      <p:cxnSp>
        <p:nvCxnSpPr>
          <p:cNvPr id="604" name="Google Shape;604;p45"/>
          <p:cNvCxnSpPr/>
          <p:nvPr/>
        </p:nvCxnSpPr>
        <p:spPr>
          <a:xfrm>
            <a:off x="6264713" y="2334623"/>
            <a:ext cx="0" cy="315300"/>
          </a:xfrm>
          <a:prstGeom prst="straightConnector1">
            <a:avLst/>
          </a:prstGeom>
          <a:noFill/>
          <a:ln w="19050" cap="flat" cmpd="sng">
            <a:solidFill>
              <a:schemeClr val="dk2"/>
            </a:solidFill>
            <a:prstDash val="solid"/>
            <a:round/>
            <a:headEnd type="none" w="med" len="med"/>
            <a:tailEnd type="none" w="med" len="med"/>
          </a:ln>
        </p:spPr>
      </p:cxnSp>
      <p:cxnSp>
        <p:nvCxnSpPr>
          <p:cNvPr id="605" name="Google Shape;605;p45"/>
          <p:cNvCxnSpPr/>
          <p:nvPr/>
        </p:nvCxnSpPr>
        <p:spPr>
          <a:xfrm>
            <a:off x="7761563" y="2772723"/>
            <a:ext cx="0" cy="315300"/>
          </a:xfrm>
          <a:prstGeom prst="straightConnector1">
            <a:avLst/>
          </a:prstGeom>
          <a:noFill/>
          <a:ln w="19050" cap="flat" cmpd="sng">
            <a:solidFill>
              <a:schemeClr val="dk2"/>
            </a:solidFill>
            <a:prstDash val="solid"/>
            <a:round/>
            <a:headEnd type="none" w="med" len="med"/>
            <a:tailEnd type="none" w="med" len="med"/>
          </a:ln>
        </p:spPr>
      </p:cxnSp>
      <p:sp>
        <p:nvSpPr>
          <p:cNvPr id="606" name="Google Shape;606;p45"/>
          <p:cNvSpPr/>
          <p:nvPr/>
        </p:nvSpPr>
        <p:spPr>
          <a:xfrm>
            <a:off x="8563023" y="2615299"/>
            <a:ext cx="123789" cy="141446"/>
          </a:xfrm>
          <a:custGeom>
            <a:avLst/>
            <a:gdLst/>
            <a:ahLst/>
            <a:cxnLst/>
            <a:rect l="l" t="t" r="r" b="b"/>
            <a:pathLst>
              <a:path w="184073" h="209550" extrusionOk="0">
                <a:moveTo>
                  <a:pt x="7715" y="0"/>
                </a:moveTo>
                <a:lnTo>
                  <a:pt x="6638" y="359"/>
                </a:lnTo>
                <a:lnTo>
                  <a:pt x="5562" y="718"/>
                </a:lnTo>
                <a:lnTo>
                  <a:pt x="4665" y="1256"/>
                </a:lnTo>
                <a:lnTo>
                  <a:pt x="3588" y="1794"/>
                </a:lnTo>
                <a:lnTo>
                  <a:pt x="2691" y="2512"/>
                </a:lnTo>
                <a:lnTo>
                  <a:pt x="1973" y="3409"/>
                </a:lnTo>
                <a:lnTo>
                  <a:pt x="1435" y="4306"/>
                </a:lnTo>
                <a:lnTo>
                  <a:pt x="897" y="5382"/>
                </a:lnTo>
                <a:lnTo>
                  <a:pt x="359" y="6459"/>
                </a:lnTo>
                <a:lnTo>
                  <a:pt x="179" y="7715"/>
                </a:lnTo>
                <a:lnTo>
                  <a:pt x="0" y="8970"/>
                </a:lnTo>
                <a:lnTo>
                  <a:pt x="0" y="104775"/>
                </a:lnTo>
                <a:lnTo>
                  <a:pt x="0" y="200580"/>
                </a:lnTo>
                <a:lnTo>
                  <a:pt x="179" y="201835"/>
                </a:lnTo>
                <a:lnTo>
                  <a:pt x="359" y="203091"/>
                </a:lnTo>
                <a:lnTo>
                  <a:pt x="897" y="204168"/>
                </a:lnTo>
                <a:lnTo>
                  <a:pt x="1435" y="205244"/>
                </a:lnTo>
                <a:lnTo>
                  <a:pt x="1973" y="206141"/>
                </a:lnTo>
                <a:lnTo>
                  <a:pt x="2691" y="207038"/>
                </a:lnTo>
                <a:lnTo>
                  <a:pt x="3588" y="207756"/>
                </a:lnTo>
                <a:lnTo>
                  <a:pt x="4665" y="208294"/>
                </a:lnTo>
                <a:lnTo>
                  <a:pt x="5562" y="208832"/>
                </a:lnTo>
                <a:lnTo>
                  <a:pt x="6638" y="209191"/>
                </a:lnTo>
                <a:lnTo>
                  <a:pt x="7715" y="209550"/>
                </a:lnTo>
                <a:lnTo>
                  <a:pt x="10047" y="209550"/>
                </a:lnTo>
                <a:lnTo>
                  <a:pt x="11303" y="209371"/>
                </a:lnTo>
                <a:lnTo>
                  <a:pt x="12379" y="208832"/>
                </a:lnTo>
                <a:lnTo>
                  <a:pt x="13635" y="208294"/>
                </a:lnTo>
                <a:lnTo>
                  <a:pt x="179408" y="112669"/>
                </a:lnTo>
                <a:lnTo>
                  <a:pt x="180485" y="111951"/>
                </a:lnTo>
                <a:lnTo>
                  <a:pt x="181382" y="111054"/>
                </a:lnTo>
                <a:lnTo>
                  <a:pt x="182279" y="110157"/>
                </a:lnTo>
                <a:lnTo>
                  <a:pt x="182817" y="109081"/>
                </a:lnTo>
                <a:lnTo>
                  <a:pt x="183355" y="108184"/>
                </a:lnTo>
                <a:lnTo>
                  <a:pt x="183714" y="107107"/>
                </a:lnTo>
                <a:lnTo>
                  <a:pt x="183894" y="105851"/>
                </a:lnTo>
                <a:lnTo>
                  <a:pt x="184073" y="104775"/>
                </a:lnTo>
                <a:lnTo>
                  <a:pt x="183894" y="103699"/>
                </a:lnTo>
                <a:lnTo>
                  <a:pt x="183714" y="102443"/>
                </a:lnTo>
                <a:lnTo>
                  <a:pt x="183355" y="101366"/>
                </a:lnTo>
                <a:lnTo>
                  <a:pt x="182817" y="100469"/>
                </a:lnTo>
                <a:lnTo>
                  <a:pt x="182279" y="99393"/>
                </a:lnTo>
                <a:lnTo>
                  <a:pt x="181382" y="98496"/>
                </a:lnTo>
                <a:lnTo>
                  <a:pt x="180485" y="97599"/>
                </a:lnTo>
                <a:lnTo>
                  <a:pt x="179408" y="96881"/>
                </a:lnTo>
                <a:lnTo>
                  <a:pt x="13635" y="1256"/>
                </a:lnTo>
                <a:lnTo>
                  <a:pt x="12379" y="718"/>
                </a:lnTo>
                <a:lnTo>
                  <a:pt x="11303" y="179"/>
                </a:lnTo>
                <a:lnTo>
                  <a:pt x="10047"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7" name="Google Shape;607;p45"/>
          <p:cNvSpPr>
            <a:spLocks noGrp="1"/>
          </p:cNvSpPr>
          <p:nvPr>
            <p:ph type="pic" idx="2"/>
          </p:nvPr>
        </p:nvSpPr>
        <p:spPr>
          <a:xfrm>
            <a:off x="2971475" y="1152463"/>
            <a:ext cx="599100" cy="599100"/>
          </a:xfrm>
          <a:prstGeom prst="roundRect">
            <a:avLst>
              <a:gd name="adj" fmla="val 16667"/>
            </a:avLst>
          </a:prstGeom>
          <a:noFill/>
          <a:ln>
            <a:noFill/>
          </a:ln>
        </p:spPr>
      </p:sp>
      <p:sp>
        <p:nvSpPr>
          <p:cNvPr id="608" name="Google Shape;608;p45"/>
          <p:cNvSpPr>
            <a:spLocks noGrp="1"/>
          </p:cNvSpPr>
          <p:nvPr>
            <p:ph type="pic" idx="3"/>
          </p:nvPr>
        </p:nvSpPr>
        <p:spPr>
          <a:xfrm>
            <a:off x="5956925" y="1152463"/>
            <a:ext cx="599100" cy="599100"/>
          </a:xfrm>
          <a:prstGeom prst="roundRect">
            <a:avLst>
              <a:gd name="adj" fmla="val 16667"/>
            </a:avLst>
          </a:prstGeom>
          <a:noFill/>
          <a:ln>
            <a:noFill/>
          </a:ln>
        </p:spPr>
      </p:sp>
      <p:sp>
        <p:nvSpPr>
          <p:cNvPr id="609" name="Google Shape;609;p45"/>
          <p:cNvSpPr>
            <a:spLocks noGrp="1"/>
          </p:cNvSpPr>
          <p:nvPr>
            <p:ph type="pic" idx="4"/>
          </p:nvPr>
        </p:nvSpPr>
        <p:spPr>
          <a:xfrm>
            <a:off x="7462025" y="3164213"/>
            <a:ext cx="599100" cy="599100"/>
          </a:xfrm>
          <a:prstGeom prst="roundRect">
            <a:avLst>
              <a:gd name="adj" fmla="val 16667"/>
            </a:avLst>
          </a:prstGeom>
          <a:noFill/>
          <a:ln>
            <a:noFill/>
          </a:ln>
        </p:spPr>
      </p:sp>
      <p:sp>
        <p:nvSpPr>
          <p:cNvPr id="610" name="Google Shape;610;p45"/>
          <p:cNvSpPr>
            <a:spLocks noGrp="1"/>
          </p:cNvSpPr>
          <p:nvPr>
            <p:ph type="pic" idx="5"/>
          </p:nvPr>
        </p:nvSpPr>
        <p:spPr>
          <a:xfrm>
            <a:off x="4464188" y="3164213"/>
            <a:ext cx="599100" cy="599100"/>
          </a:xfrm>
          <a:prstGeom prst="roundRect">
            <a:avLst>
              <a:gd name="adj" fmla="val 16667"/>
            </a:avLst>
          </a:prstGeom>
          <a:noFill/>
          <a:ln>
            <a:noFill/>
          </a:ln>
        </p:spPr>
      </p:sp>
      <p:sp>
        <p:nvSpPr>
          <p:cNvPr id="611" name="Google Shape;611;p45"/>
          <p:cNvSpPr>
            <a:spLocks noGrp="1"/>
          </p:cNvSpPr>
          <p:nvPr>
            <p:ph type="pic" idx="6"/>
          </p:nvPr>
        </p:nvSpPr>
        <p:spPr>
          <a:xfrm>
            <a:off x="1561288" y="3164213"/>
            <a:ext cx="599100" cy="599100"/>
          </a:xfrm>
          <a:prstGeom prst="roundRect">
            <a:avLst>
              <a:gd name="adj" fmla="val 16667"/>
            </a:avLst>
          </a:prstGeom>
          <a:noFill/>
          <a:ln>
            <a:noFill/>
          </a:ln>
        </p:spPr>
      </p:sp>
      <p:sp>
        <p:nvSpPr>
          <p:cNvPr id="612" name="Google Shape;612;p45"/>
          <p:cNvSpPr txBox="1">
            <a:spLocks noGrp="1"/>
          </p:cNvSpPr>
          <p:nvPr>
            <p:ph type="subTitle" idx="1"/>
          </p:nvPr>
        </p:nvSpPr>
        <p:spPr>
          <a:xfrm>
            <a:off x="2480975" y="1829250"/>
            <a:ext cx="1580100" cy="398100"/>
          </a:xfrm>
          <a:prstGeom prst="rect">
            <a:avLst/>
          </a:prstGeom>
        </p:spPr>
        <p:txBody>
          <a:bodyPr spcFirstLastPara="1" wrap="square" lIns="0" tIns="0" rIns="0" bIns="0" anchor="t" anchorCtr="0">
            <a:normAutofit/>
          </a:bodyPr>
          <a:lstStyle>
            <a:lvl1pPr lvl="0" algn="ctr" rtl="0">
              <a:spcBef>
                <a:spcPts val="0"/>
              </a:spcBef>
              <a:spcAft>
                <a:spcPts val="0"/>
              </a:spcAft>
              <a:buClr>
                <a:schemeClr val="dk2"/>
              </a:buClr>
              <a:buSzPts val="1000"/>
              <a:buNone/>
              <a:defRPr sz="1000">
                <a:solidFill>
                  <a:schemeClr val="dk2"/>
                </a:solidFill>
              </a:defRPr>
            </a:lvl1pPr>
            <a:lvl2pPr lvl="1" algn="ctr" rtl="0">
              <a:spcBef>
                <a:spcPts val="0"/>
              </a:spcBef>
              <a:spcAft>
                <a:spcPts val="0"/>
              </a:spcAft>
              <a:buClr>
                <a:schemeClr val="dk1"/>
              </a:buClr>
              <a:buSzPts val="1000"/>
              <a:buNone/>
              <a:defRPr sz="1000"/>
            </a:lvl2pPr>
            <a:lvl3pPr lvl="2" algn="ctr" rtl="0">
              <a:spcBef>
                <a:spcPts val="0"/>
              </a:spcBef>
              <a:spcAft>
                <a:spcPts val="0"/>
              </a:spcAft>
              <a:buClr>
                <a:schemeClr val="dk1"/>
              </a:buClr>
              <a:buSzPts val="1000"/>
              <a:buNone/>
              <a:defRPr sz="1000"/>
            </a:lvl3pPr>
            <a:lvl4pPr lvl="3" algn="ctr" rtl="0">
              <a:spcBef>
                <a:spcPts val="0"/>
              </a:spcBef>
              <a:spcAft>
                <a:spcPts val="0"/>
              </a:spcAft>
              <a:buClr>
                <a:schemeClr val="dk1"/>
              </a:buClr>
              <a:buSzPts val="1000"/>
              <a:buNone/>
              <a:defRPr sz="1000"/>
            </a:lvl4pPr>
            <a:lvl5pPr lvl="4" algn="ctr" rtl="0">
              <a:spcBef>
                <a:spcPts val="0"/>
              </a:spcBef>
              <a:spcAft>
                <a:spcPts val="0"/>
              </a:spcAft>
              <a:buSzPts val="1000"/>
              <a:buNone/>
              <a:defRPr sz="1000"/>
            </a:lvl5pPr>
            <a:lvl6pPr lvl="5" algn="ctr" rtl="0">
              <a:spcBef>
                <a:spcPts val="0"/>
              </a:spcBef>
              <a:spcAft>
                <a:spcPts val="0"/>
              </a:spcAft>
              <a:buSzPts val="1000"/>
              <a:buNone/>
              <a:defRPr sz="1000"/>
            </a:lvl6pPr>
            <a:lvl7pPr lvl="6" algn="ctr" rtl="0">
              <a:spcBef>
                <a:spcPts val="0"/>
              </a:spcBef>
              <a:spcAft>
                <a:spcPts val="0"/>
              </a:spcAft>
              <a:buSzPts val="1000"/>
              <a:buNone/>
              <a:defRPr sz="1000"/>
            </a:lvl7pPr>
            <a:lvl8pPr lvl="7" algn="ctr" rtl="0">
              <a:spcBef>
                <a:spcPts val="0"/>
              </a:spcBef>
              <a:spcAft>
                <a:spcPts val="0"/>
              </a:spcAft>
              <a:buSzPts val="1000"/>
              <a:buNone/>
              <a:defRPr sz="1000"/>
            </a:lvl8pPr>
            <a:lvl9pPr lvl="8" algn="ctr" rtl="0">
              <a:spcBef>
                <a:spcPts val="0"/>
              </a:spcBef>
              <a:spcAft>
                <a:spcPts val="0"/>
              </a:spcAft>
              <a:buSzPts val="1000"/>
              <a:buNone/>
              <a:defRPr sz="1000"/>
            </a:lvl9pPr>
          </a:lstStyle>
          <a:p>
            <a:endParaRPr/>
          </a:p>
        </p:txBody>
      </p:sp>
      <p:sp>
        <p:nvSpPr>
          <p:cNvPr id="613" name="Google Shape;613;p45"/>
          <p:cNvSpPr txBox="1">
            <a:spLocks noGrp="1"/>
          </p:cNvSpPr>
          <p:nvPr>
            <p:ph type="subTitle" idx="7"/>
          </p:nvPr>
        </p:nvSpPr>
        <p:spPr>
          <a:xfrm>
            <a:off x="5433575" y="1844050"/>
            <a:ext cx="1662300" cy="398100"/>
          </a:xfrm>
          <a:prstGeom prst="rect">
            <a:avLst/>
          </a:prstGeom>
        </p:spPr>
        <p:txBody>
          <a:bodyPr spcFirstLastPara="1" wrap="square" lIns="0" tIns="0" rIns="0" bIns="0" anchor="t" anchorCtr="0">
            <a:normAutofit/>
          </a:bodyPr>
          <a:lstStyle>
            <a:lvl1pPr lvl="0" algn="ctr" rtl="0">
              <a:spcBef>
                <a:spcPts val="0"/>
              </a:spcBef>
              <a:spcAft>
                <a:spcPts val="0"/>
              </a:spcAft>
              <a:buClr>
                <a:schemeClr val="dk2"/>
              </a:buClr>
              <a:buSzPts val="1000"/>
              <a:buNone/>
              <a:defRPr sz="1000">
                <a:solidFill>
                  <a:schemeClr val="dk2"/>
                </a:solidFill>
              </a:defRPr>
            </a:lvl1pPr>
            <a:lvl2pPr lvl="1" algn="ctr" rtl="0">
              <a:spcBef>
                <a:spcPts val="0"/>
              </a:spcBef>
              <a:spcAft>
                <a:spcPts val="0"/>
              </a:spcAft>
              <a:buClr>
                <a:schemeClr val="dk1"/>
              </a:buClr>
              <a:buSzPts val="1000"/>
              <a:buNone/>
              <a:defRPr sz="1000"/>
            </a:lvl2pPr>
            <a:lvl3pPr lvl="2" algn="ctr" rtl="0">
              <a:spcBef>
                <a:spcPts val="0"/>
              </a:spcBef>
              <a:spcAft>
                <a:spcPts val="0"/>
              </a:spcAft>
              <a:buClr>
                <a:schemeClr val="dk1"/>
              </a:buClr>
              <a:buSzPts val="1000"/>
              <a:buNone/>
              <a:defRPr sz="1000"/>
            </a:lvl3pPr>
            <a:lvl4pPr lvl="3" algn="ctr" rtl="0">
              <a:spcBef>
                <a:spcPts val="0"/>
              </a:spcBef>
              <a:spcAft>
                <a:spcPts val="0"/>
              </a:spcAft>
              <a:buClr>
                <a:schemeClr val="dk1"/>
              </a:buClr>
              <a:buSzPts val="1000"/>
              <a:buNone/>
              <a:defRPr sz="1000"/>
            </a:lvl4pPr>
            <a:lvl5pPr lvl="4" algn="ctr" rtl="0">
              <a:spcBef>
                <a:spcPts val="0"/>
              </a:spcBef>
              <a:spcAft>
                <a:spcPts val="0"/>
              </a:spcAft>
              <a:buSzPts val="1000"/>
              <a:buNone/>
              <a:defRPr sz="1000"/>
            </a:lvl5pPr>
            <a:lvl6pPr lvl="5" algn="ctr" rtl="0">
              <a:spcBef>
                <a:spcPts val="0"/>
              </a:spcBef>
              <a:spcAft>
                <a:spcPts val="0"/>
              </a:spcAft>
              <a:buSzPts val="1000"/>
              <a:buNone/>
              <a:defRPr sz="1000"/>
            </a:lvl6pPr>
            <a:lvl7pPr lvl="6" algn="ctr" rtl="0">
              <a:spcBef>
                <a:spcPts val="0"/>
              </a:spcBef>
              <a:spcAft>
                <a:spcPts val="0"/>
              </a:spcAft>
              <a:buSzPts val="1000"/>
              <a:buNone/>
              <a:defRPr sz="1000"/>
            </a:lvl7pPr>
            <a:lvl8pPr lvl="7" algn="ctr" rtl="0">
              <a:spcBef>
                <a:spcPts val="0"/>
              </a:spcBef>
              <a:spcAft>
                <a:spcPts val="0"/>
              </a:spcAft>
              <a:buSzPts val="1000"/>
              <a:buNone/>
              <a:defRPr sz="1000"/>
            </a:lvl8pPr>
            <a:lvl9pPr lvl="8" algn="ctr" rtl="0">
              <a:spcBef>
                <a:spcPts val="0"/>
              </a:spcBef>
              <a:spcAft>
                <a:spcPts val="0"/>
              </a:spcAft>
              <a:buSzPts val="1000"/>
              <a:buNone/>
              <a:defRPr sz="1000"/>
            </a:lvl9pPr>
          </a:lstStyle>
          <a:p>
            <a:endParaRPr/>
          </a:p>
        </p:txBody>
      </p:sp>
      <p:sp>
        <p:nvSpPr>
          <p:cNvPr id="614" name="Google Shape;614;p45"/>
          <p:cNvSpPr txBox="1">
            <a:spLocks noGrp="1"/>
          </p:cNvSpPr>
          <p:nvPr>
            <p:ph type="subTitle" idx="8"/>
          </p:nvPr>
        </p:nvSpPr>
        <p:spPr>
          <a:xfrm>
            <a:off x="6930425" y="3862284"/>
            <a:ext cx="1662300" cy="398100"/>
          </a:xfrm>
          <a:prstGeom prst="rect">
            <a:avLst/>
          </a:prstGeom>
        </p:spPr>
        <p:txBody>
          <a:bodyPr spcFirstLastPara="1" wrap="square" lIns="0" tIns="0" rIns="0" bIns="0" anchor="t" anchorCtr="0">
            <a:normAutofit/>
          </a:bodyPr>
          <a:lstStyle>
            <a:lvl1pPr lvl="0" algn="ctr" rtl="0">
              <a:spcBef>
                <a:spcPts val="0"/>
              </a:spcBef>
              <a:spcAft>
                <a:spcPts val="0"/>
              </a:spcAft>
              <a:buClr>
                <a:schemeClr val="dk2"/>
              </a:buClr>
              <a:buSzPts val="1000"/>
              <a:buNone/>
              <a:defRPr sz="1000">
                <a:solidFill>
                  <a:schemeClr val="dk2"/>
                </a:solidFill>
              </a:defRPr>
            </a:lvl1pPr>
            <a:lvl2pPr lvl="1" algn="ctr" rtl="0">
              <a:spcBef>
                <a:spcPts val="0"/>
              </a:spcBef>
              <a:spcAft>
                <a:spcPts val="0"/>
              </a:spcAft>
              <a:buClr>
                <a:schemeClr val="dk1"/>
              </a:buClr>
              <a:buSzPts val="1000"/>
              <a:buNone/>
              <a:defRPr sz="1000"/>
            </a:lvl2pPr>
            <a:lvl3pPr lvl="2" algn="ctr" rtl="0">
              <a:spcBef>
                <a:spcPts val="0"/>
              </a:spcBef>
              <a:spcAft>
                <a:spcPts val="0"/>
              </a:spcAft>
              <a:buClr>
                <a:schemeClr val="dk1"/>
              </a:buClr>
              <a:buSzPts val="1000"/>
              <a:buNone/>
              <a:defRPr sz="1000"/>
            </a:lvl3pPr>
            <a:lvl4pPr lvl="3" algn="ctr" rtl="0">
              <a:spcBef>
                <a:spcPts val="0"/>
              </a:spcBef>
              <a:spcAft>
                <a:spcPts val="0"/>
              </a:spcAft>
              <a:buClr>
                <a:schemeClr val="dk1"/>
              </a:buClr>
              <a:buSzPts val="1000"/>
              <a:buNone/>
              <a:defRPr sz="1000"/>
            </a:lvl4pPr>
            <a:lvl5pPr lvl="4" algn="ctr" rtl="0">
              <a:spcBef>
                <a:spcPts val="0"/>
              </a:spcBef>
              <a:spcAft>
                <a:spcPts val="0"/>
              </a:spcAft>
              <a:buSzPts val="1000"/>
              <a:buNone/>
              <a:defRPr sz="1000"/>
            </a:lvl5pPr>
            <a:lvl6pPr lvl="5" algn="ctr" rtl="0">
              <a:spcBef>
                <a:spcPts val="0"/>
              </a:spcBef>
              <a:spcAft>
                <a:spcPts val="0"/>
              </a:spcAft>
              <a:buSzPts val="1000"/>
              <a:buNone/>
              <a:defRPr sz="1000"/>
            </a:lvl6pPr>
            <a:lvl7pPr lvl="6" algn="ctr" rtl="0">
              <a:spcBef>
                <a:spcPts val="0"/>
              </a:spcBef>
              <a:spcAft>
                <a:spcPts val="0"/>
              </a:spcAft>
              <a:buSzPts val="1000"/>
              <a:buNone/>
              <a:defRPr sz="1000"/>
            </a:lvl7pPr>
            <a:lvl8pPr lvl="7" algn="ctr" rtl="0">
              <a:spcBef>
                <a:spcPts val="0"/>
              </a:spcBef>
              <a:spcAft>
                <a:spcPts val="0"/>
              </a:spcAft>
              <a:buSzPts val="1000"/>
              <a:buNone/>
              <a:defRPr sz="1000"/>
            </a:lvl8pPr>
            <a:lvl9pPr lvl="8" algn="ctr" rtl="0">
              <a:spcBef>
                <a:spcPts val="0"/>
              </a:spcBef>
              <a:spcAft>
                <a:spcPts val="0"/>
              </a:spcAft>
              <a:buSzPts val="1000"/>
              <a:buNone/>
              <a:defRPr sz="1000"/>
            </a:lvl9pPr>
          </a:lstStyle>
          <a:p>
            <a:endParaRPr/>
          </a:p>
        </p:txBody>
      </p:sp>
      <p:sp>
        <p:nvSpPr>
          <p:cNvPr id="615" name="Google Shape;615;p45"/>
          <p:cNvSpPr txBox="1">
            <a:spLocks noGrp="1"/>
          </p:cNvSpPr>
          <p:nvPr>
            <p:ph type="subTitle" idx="9"/>
          </p:nvPr>
        </p:nvSpPr>
        <p:spPr>
          <a:xfrm>
            <a:off x="3932600" y="3870834"/>
            <a:ext cx="1662300" cy="398100"/>
          </a:xfrm>
          <a:prstGeom prst="rect">
            <a:avLst/>
          </a:prstGeom>
        </p:spPr>
        <p:txBody>
          <a:bodyPr spcFirstLastPara="1" wrap="square" lIns="0" tIns="0" rIns="0" bIns="0" anchor="t" anchorCtr="0">
            <a:normAutofit/>
          </a:bodyPr>
          <a:lstStyle>
            <a:lvl1pPr lvl="0" algn="ctr" rtl="0">
              <a:spcBef>
                <a:spcPts val="0"/>
              </a:spcBef>
              <a:spcAft>
                <a:spcPts val="0"/>
              </a:spcAft>
              <a:buClr>
                <a:schemeClr val="dk2"/>
              </a:buClr>
              <a:buSzPts val="1000"/>
              <a:buNone/>
              <a:defRPr sz="1000">
                <a:solidFill>
                  <a:schemeClr val="dk2"/>
                </a:solidFill>
              </a:defRPr>
            </a:lvl1pPr>
            <a:lvl2pPr lvl="1" algn="ctr" rtl="0">
              <a:spcBef>
                <a:spcPts val="0"/>
              </a:spcBef>
              <a:spcAft>
                <a:spcPts val="0"/>
              </a:spcAft>
              <a:buClr>
                <a:schemeClr val="dk1"/>
              </a:buClr>
              <a:buSzPts val="1000"/>
              <a:buNone/>
              <a:defRPr sz="1000"/>
            </a:lvl2pPr>
            <a:lvl3pPr lvl="2" algn="ctr" rtl="0">
              <a:spcBef>
                <a:spcPts val="0"/>
              </a:spcBef>
              <a:spcAft>
                <a:spcPts val="0"/>
              </a:spcAft>
              <a:buClr>
                <a:schemeClr val="dk1"/>
              </a:buClr>
              <a:buSzPts val="1000"/>
              <a:buNone/>
              <a:defRPr sz="1000"/>
            </a:lvl3pPr>
            <a:lvl4pPr lvl="3" algn="ctr" rtl="0">
              <a:spcBef>
                <a:spcPts val="0"/>
              </a:spcBef>
              <a:spcAft>
                <a:spcPts val="0"/>
              </a:spcAft>
              <a:buClr>
                <a:schemeClr val="dk1"/>
              </a:buClr>
              <a:buSzPts val="1000"/>
              <a:buNone/>
              <a:defRPr sz="1000"/>
            </a:lvl4pPr>
            <a:lvl5pPr lvl="4" algn="ctr" rtl="0">
              <a:spcBef>
                <a:spcPts val="0"/>
              </a:spcBef>
              <a:spcAft>
                <a:spcPts val="0"/>
              </a:spcAft>
              <a:buSzPts val="1000"/>
              <a:buNone/>
              <a:defRPr sz="1000"/>
            </a:lvl5pPr>
            <a:lvl6pPr lvl="5" algn="ctr" rtl="0">
              <a:spcBef>
                <a:spcPts val="0"/>
              </a:spcBef>
              <a:spcAft>
                <a:spcPts val="0"/>
              </a:spcAft>
              <a:buSzPts val="1000"/>
              <a:buNone/>
              <a:defRPr sz="1000"/>
            </a:lvl6pPr>
            <a:lvl7pPr lvl="6" algn="ctr" rtl="0">
              <a:spcBef>
                <a:spcPts val="0"/>
              </a:spcBef>
              <a:spcAft>
                <a:spcPts val="0"/>
              </a:spcAft>
              <a:buSzPts val="1000"/>
              <a:buNone/>
              <a:defRPr sz="1000"/>
            </a:lvl7pPr>
            <a:lvl8pPr lvl="7" algn="ctr" rtl="0">
              <a:spcBef>
                <a:spcPts val="0"/>
              </a:spcBef>
              <a:spcAft>
                <a:spcPts val="0"/>
              </a:spcAft>
              <a:buSzPts val="1000"/>
              <a:buNone/>
              <a:defRPr sz="1000"/>
            </a:lvl8pPr>
            <a:lvl9pPr lvl="8" algn="ctr" rtl="0">
              <a:spcBef>
                <a:spcPts val="0"/>
              </a:spcBef>
              <a:spcAft>
                <a:spcPts val="0"/>
              </a:spcAft>
              <a:buSzPts val="1000"/>
              <a:buNone/>
              <a:defRPr sz="1000"/>
            </a:lvl9pPr>
          </a:lstStyle>
          <a:p>
            <a:endParaRPr/>
          </a:p>
        </p:txBody>
      </p:sp>
      <p:sp>
        <p:nvSpPr>
          <p:cNvPr id="616" name="Google Shape;616;p45"/>
          <p:cNvSpPr txBox="1">
            <a:spLocks noGrp="1"/>
          </p:cNvSpPr>
          <p:nvPr>
            <p:ph type="subTitle" idx="13"/>
          </p:nvPr>
        </p:nvSpPr>
        <p:spPr>
          <a:xfrm>
            <a:off x="992475" y="3862271"/>
            <a:ext cx="1736700" cy="398100"/>
          </a:xfrm>
          <a:prstGeom prst="rect">
            <a:avLst/>
          </a:prstGeom>
        </p:spPr>
        <p:txBody>
          <a:bodyPr spcFirstLastPara="1" wrap="square" lIns="0" tIns="0" rIns="0" bIns="0" anchor="t" anchorCtr="0">
            <a:normAutofit/>
          </a:bodyPr>
          <a:lstStyle>
            <a:lvl1pPr lvl="0" algn="ctr" rtl="0">
              <a:spcBef>
                <a:spcPts val="0"/>
              </a:spcBef>
              <a:spcAft>
                <a:spcPts val="0"/>
              </a:spcAft>
              <a:buClr>
                <a:schemeClr val="dk2"/>
              </a:buClr>
              <a:buSzPts val="1000"/>
              <a:buNone/>
              <a:defRPr sz="1000">
                <a:solidFill>
                  <a:schemeClr val="dk2"/>
                </a:solidFill>
              </a:defRPr>
            </a:lvl1pPr>
            <a:lvl2pPr lvl="1" algn="ctr" rtl="0">
              <a:spcBef>
                <a:spcPts val="0"/>
              </a:spcBef>
              <a:spcAft>
                <a:spcPts val="0"/>
              </a:spcAft>
              <a:buClr>
                <a:schemeClr val="dk1"/>
              </a:buClr>
              <a:buSzPts val="1000"/>
              <a:buNone/>
              <a:defRPr sz="1000"/>
            </a:lvl2pPr>
            <a:lvl3pPr lvl="2" algn="ctr" rtl="0">
              <a:spcBef>
                <a:spcPts val="0"/>
              </a:spcBef>
              <a:spcAft>
                <a:spcPts val="0"/>
              </a:spcAft>
              <a:buClr>
                <a:schemeClr val="dk1"/>
              </a:buClr>
              <a:buSzPts val="1000"/>
              <a:buNone/>
              <a:defRPr sz="1000"/>
            </a:lvl3pPr>
            <a:lvl4pPr lvl="3" algn="ctr" rtl="0">
              <a:spcBef>
                <a:spcPts val="0"/>
              </a:spcBef>
              <a:spcAft>
                <a:spcPts val="0"/>
              </a:spcAft>
              <a:buClr>
                <a:schemeClr val="dk1"/>
              </a:buClr>
              <a:buSzPts val="1000"/>
              <a:buNone/>
              <a:defRPr sz="1000"/>
            </a:lvl4pPr>
            <a:lvl5pPr lvl="4" algn="ctr" rtl="0">
              <a:spcBef>
                <a:spcPts val="0"/>
              </a:spcBef>
              <a:spcAft>
                <a:spcPts val="0"/>
              </a:spcAft>
              <a:buSzPts val="1000"/>
              <a:buNone/>
              <a:defRPr sz="1000"/>
            </a:lvl5pPr>
            <a:lvl6pPr lvl="5" algn="ctr" rtl="0">
              <a:spcBef>
                <a:spcPts val="0"/>
              </a:spcBef>
              <a:spcAft>
                <a:spcPts val="0"/>
              </a:spcAft>
              <a:buSzPts val="1000"/>
              <a:buNone/>
              <a:defRPr sz="1000"/>
            </a:lvl6pPr>
            <a:lvl7pPr lvl="6" algn="ctr" rtl="0">
              <a:spcBef>
                <a:spcPts val="0"/>
              </a:spcBef>
              <a:spcAft>
                <a:spcPts val="0"/>
              </a:spcAft>
              <a:buSzPts val="1000"/>
              <a:buNone/>
              <a:defRPr sz="1000"/>
            </a:lvl7pPr>
            <a:lvl8pPr lvl="7" algn="ctr" rtl="0">
              <a:spcBef>
                <a:spcPts val="0"/>
              </a:spcBef>
              <a:spcAft>
                <a:spcPts val="0"/>
              </a:spcAft>
              <a:buSzPts val="1000"/>
              <a:buNone/>
              <a:defRPr sz="1000"/>
            </a:lvl8pPr>
            <a:lvl9pPr lvl="8" algn="ctr" rtl="0">
              <a:spcBef>
                <a:spcPts val="0"/>
              </a:spcBef>
              <a:spcAft>
                <a:spcPts val="0"/>
              </a:spcAft>
              <a:buSzPts val="1000"/>
              <a:buNone/>
              <a:defRPr sz="1000"/>
            </a:lvl9pPr>
          </a:lstStyle>
          <a:p>
            <a:endParaRPr/>
          </a:p>
        </p:txBody>
      </p:sp>
      <p:sp>
        <p:nvSpPr>
          <p:cNvPr id="617" name="Google Shape;617;p45"/>
          <p:cNvSpPr txBox="1">
            <a:spLocks noGrp="1"/>
          </p:cNvSpPr>
          <p:nvPr>
            <p:ph type="subTitle" idx="14"/>
          </p:nvPr>
        </p:nvSpPr>
        <p:spPr>
          <a:xfrm>
            <a:off x="1188675" y="2136050"/>
            <a:ext cx="1344300" cy="398100"/>
          </a:xfrm>
          <a:prstGeom prst="rect">
            <a:avLst/>
          </a:prstGeom>
        </p:spPr>
        <p:txBody>
          <a:bodyPr spcFirstLastPara="1" wrap="square" lIns="0" tIns="0" rIns="0" bIns="0" anchor="b" anchorCtr="0">
            <a:normAutofit/>
          </a:bodyPr>
          <a:lstStyle>
            <a:lvl1pPr lvl="0" algn="ctr" rtl="0">
              <a:lnSpc>
                <a:spcPct val="100000"/>
              </a:lnSpc>
              <a:spcBef>
                <a:spcPts val="0"/>
              </a:spcBef>
              <a:spcAft>
                <a:spcPts val="0"/>
              </a:spcAft>
              <a:buSzPts val="1600"/>
              <a:buFont typeface="IBM Plex Sans Medium"/>
              <a:buNone/>
              <a:defRPr sz="1600">
                <a:solidFill>
                  <a:schemeClr val="accent1"/>
                </a:solidFill>
                <a:latin typeface="IBM Plex Sans Medium"/>
                <a:ea typeface="IBM Plex Sans Medium"/>
                <a:cs typeface="IBM Plex Sans Medium"/>
                <a:sym typeface="IBM Plex Sans Medium"/>
              </a:defRPr>
            </a:lvl1pPr>
            <a:lvl2pPr lvl="1" algn="ctr" rtl="0">
              <a:lnSpc>
                <a:spcPct val="100000"/>
              </a:lnSpc>
              <a:spcBef>
                <a:spcPts val="0"/>
              </a:spcBef>
              <a:spcAft>
                <a:spcPts val="0"/>
              </a:spcAft>
              <a:buClr>
                <a:schemeClr val="accent4"/>
              </a:buClr>
              <a:buSzPts val="1600"/>
              <a:buFont typeface="IBM Plex Sans Medium"/>
              <a:buNone/>
              <a:defRPr sz="1600">
                <a:solidFill>
                  <a:schemeClr val="accent4"/>
                </a:solidFill>
                <a:latin typeface="IBM Plex Sans Medium"/>
                <a:ea typeface="IBM Plex Sans Medium"/>
                <a:cs typeface="IBM Plex Sans Medium"/>
                <a:sym typeface="IBM Plex Sans Medium"/>
              </a:defRPr>
            </a:lvl2pPr>
            <a:lvl3pPr lvl="2" algn="ctr" rtl="0">
              <a:lnSpc>
                <a:spcPct val="100000"/>
              </a:lnSpc>
              <a:spcBef>
                <a:spcPts val="0"/>
              </a:spcBef>
              <a:spcAft>
                <a:spcPts val="0"/>
              </a:spcAft>
              <a:buClr>
                <a:schemeClr val="accent4"/>
              </a:buClr>
              <a:buSzPts val="1600"/>
              <a:buFont typeface="IBM Plex Sans Medium"/>
              <a:buNone/>
              <a:defRPr sz="1600">
                <a:solidFill>
                  <a:schemeClr val="accent4"/>
                </a:solidFill>
                <a:latin typeface="IBM Plex Sans Medium"/>
                <a:ea typeface="IBM Plex Sans Medium"/>
                <a:cs typeface="IBM Plex Sans Medium"/>
                <a:sym typeface="IBM Plex Sans Medium"/>
              </a:defRPr>
            </a:lvl3pPr>
            <a:lvl4pPr lvl="3" algn="ctr" rtl="0">
              <a:lnSpc>
                <a:spcPct val="100000"/>
              </a:lnSpc>
              <a:spcBef>
                <a:spcPts val="0"/>
              </a:spcBef>
              <a:spcAft>
                <a:spcPts val="0"/>
              </a:spcAft>
              <a:buClr>
                <a:schemeClr val="accent4"/>
              </a:buClr>
              <a:buSzPts val="1600"/>
              <a:buFont typeface="IBM Plex Sans Medium"/>
              <a:buNone/>
              <a:defRPr sz="1600">
                <a:solidFill>
                  <a:schemeClr val="accent4"/>
                </a:solidFill>
                <a:latin typeface="IBM Plex Sans Medium"/>
                <a:ea typeface="IBM Plex Sans Medium"/>
                <a:cs typeface="IBM Plex Sans Medium"/>
                <a:sym typeface="IBM Plex Sans Medium"/>
              </a:defRPr>
            </a:lvl4pPr>
            <a:lvl5pPr lvl="4" algn="ctr" rtl="0">
              <a:lnSpc>
                <a:spcPct val="100000"/>
              </a:lnSpc>
              <a:spcBef>
                <a:spcPts val="0"/>
              </a:spcBef>
              <a:spcAft>
                <a:spcPts val="0"/>
              </a:spcAft>
              <a:buClr>
                <a:schemeClr val="accent4"/>
              </a:buClr>
              <a:buSzPts val="1600"/>
              <a:buFont typeface="IBM Plex Sans Medium"/>
              <a:buNone/>
              <a:defRPr sz="1600">
                <a:solidFill>
                  <a:schemeClr val="accent4"/>
                </a:solidFill>
                <a:latin typeface="IBM Plex Sans Medium"/>
                <a:ea typeface="IBM Plex Sans Medium"/>
                <a:cs typeface="IBM Plex Sans Medium"/>
                <a:sym typeface="IBM Plex Sans Medium"/>
              </a:defRPr>
            </a:lvl5pPr>
            <a:lvl6pPr lvl="5" algn="ctr" rtl="0">
              <a:lnSpc>
                <a:spcPct val="100000"/>
              </a:lnSpc>
              <a:spcBef>
                <a:spcPts val="0"/>
              </a:spcBef>
              <a:spcAft>
                <a:spcPts val="0"/>
              </a:spcAft>
              <a:buClr>
                <a:schemeClr val="accent4"/>
              </a:buClr>
              <a:buSzPts val="1600"/>
              <a:buFont typeface="IBM Plex Sans Medium"/>
              <a:buNone/>
              <a:defRPr sz="1600">
                <a:solidFill>
                  <a:schemeClr val="accent4"/>
                </a:solidFill>
                <a:latin typeface="IBM Plex Sans Medium"/>
                <a:ea typeface="IBM Plex Sans Medium"/>
                <a:cs typeface="IBM Plex Sans Medium"/>
                <a:sym typeface="IBM Plex Sans Medium"/>
              </a:defRPr>
            </a:lvl6pPr>
            <a:lvl7pPr lvl="6" algn="ctr" rtl="0">
              <a:lnSpc>
                <a:spcPct val="100000"/>
              </a:lnSpc>
              <a:spcBef>
                <a:spcPts val="0"/>
              </a:spcBef>
              <a:spcAft>
                <a:spcPts val="0"/>
              </a:spcAft>
              <a:buClr>
                <a:schemeClr val="accent4"/>
              </a:buClr>
              <a:buSzPts val="1600"/>
              <a:buFont typeface="IBM Plex Sans Medium"/>
              <a:buNone/>
              <a:defRPr sz="1600">
                <a:solidFill>
                  <a:schemeClr val="accent4"/>
                </a:solidFill>
                <a:latin typeface="IBM Plex Sans Medium"/>
                <a:ea typeface="IBM Plex Sans Medium"/>
                <a:cs typeface="IBM Plex Sans Medium"/>
                <a:sym typeface="IBM Plex Sans Medium"/>
              </a:defRPr>
            </a:lvl7pPr>
            <a:lvl8pPr lvl="7" algn="ctr" rtl="0">
              <a:lnSpc>
                <a:spcPct val="100000"/>
              </a:lnSpc>
              <a:spcBef>
                <a:spcPts val="0"/>
              </a:spcBef>
              <a:spcAft>
                <a:spcPts val="0"/>
              </a:spcAft>
              <a:buClr>
                <a:schemeClr val="accent4"/>
              </a:buClr>
              <a:buSzPts val="1600"/>
              <a:buFont typeface="IBM Plex Sans Medium"/>
              <a:buNone/>
              <a:defRPr sz="1600">
                <a:solidFill>
                  <a:schemeClr val="accent4"/>
                </a:solidFill>
                <a:latin typeface="IBM Plex Sans Medium"/>
                <a:ea typeface="IBM Plex Sans Medium"/>
                <a:cs typeface="IBM Plex Sans Medium"/>
                <a:sym typeface="IBM Plex Sans Medium"/>
              </a:defRPr>
            </a:lvl8pPr>
            <a:lvl9pPr lvl="8" algn="ctr" rtl="0">
              <a:lnSpc>
                <a:spcPct val="100000"/>
              </a:lnSpc>
              <a:spcBef>
                <a:spcPts val="0"/>
              </a:spcBef>
              <a:spcAft>
                <a:spcPts val="0"/>
              </a:spcAft>
              <a:buClr>
                <a:schemeClr val="accent4"/>
              </a:buClr>
              <a:buSzPts val="1600"/>
              <a:buFont typeface="IBM Plex Sans Medium"/>
              <a:buNone/>
              <a:defRPr sz="1600">
                <a:solidFill>
                  <a:schemeClr val="accent4"/>
                </a:solidFill>
                <a:latin typeface="IBM Plex Sans Medium"/>
                <a:ea typeface="IBM Plex Sans Medium"/>
                <a:cs typeface="IBM Plex Sans Medium"/>
                <a:sym typeface="IBM Plex Sans Medium"/>
              </a:defRPr>
            </a:lvl9pPr>
          </a:lstStyle>
          <a:p>
            <a:endParaRPr/>
          </a:p>
        </p:txBody>
      </p:sp>
      <p:sp>
        <p:nvSpPr>
          <p:cNvPr id="618" name="Google Shape;618;p45"/>
          <p:cNvSpPr txBox="1">
            <a:spLocks noGrp="1"/>
          </p:cNvSpPr>
          <p:nvPr>
            <p:ph type="subTitle" idx="15"/>
          </p:nvPr>
        </p:nvSpPr>
        <p:spPr>
          <a:xfrm>
            <a:off x="4106150" y="2136050"/>
            <a:ext cx="1344300" cy="398100"/>
          </a:xfrm>
          <a:prstGeom prst="rect">
            <a:avLst/>
          </a:prstGeom>
        </p:spPr>
        <p:txBody>
          <a:bodyPr spcFirstLastPara="1" wrap="square" lIns="0" tIns="0" rIns="0" bIns="0" anchor="b" anchorCtr="0">
            <a:normAutofit/>
          </a:bodyPr>
          <a:lstStyle>
            <a:lvl1pPr lvl="0" algn="ctr" rtl="0">
              <a:lnSpc>
                <a:spcPct val="100000"/>
              </a:lnSpc>
              <a:spcBef>
                <a:spcPts val="0"/>
              </a:spcBef>
              <a:spcAft>
                <a:spcPts val="0"/>
              </a:spcAft>
              <a:buSzPts val="1600"/>
              <a:buFont typeface="IBM Plex Sans Medium"/>
              <a:buNone/>
              <a:defRPr sz="1600">
                <a:solidFill>
                  <a:schemeClr val="accent1"/>
                </a:solidFill>
                <a:latin typeface="IBM Plex Sans Medium"/>
                <a:ea typeface="IBM Plex Sans Medium"/>
                <a:cs typeface="IBM Plex Sans Medium"/>
                <a:sym typeface="IBM Plex Sans Medium"/>
              </a:defRPr>
            </a:lvl1pPr>
            <a:lvl2pPr lvl="1" algn="ctr" rtl="0">
              <a:lnSpc>
                <a:spcPct val="100000"/>
              </a:lnSpc>
              <a:spcBef>
                <a:spcPts val="0"/>
              </a:spcBef>
              <a:spcAft>
                <a:spcPts val="0"/>
              </a:spcAft>
              <a:buClr>
                <a:schemeClr val="accent4"/>
              </a:buClr>
              <a:buSzPts val="1600"/>
              <a:buFont typeface="IBM Plex Sans Medium"/>
              <a:buNone/>
              <a:defRPr sz="1600">
                <a:solidFill>
                  <a:schemeClr val="accent4"/>
                </a:solidFill>
                <a:latin typeface="IBM Plex Sans Medium"/>
                <a:ea typeface="IBM Plex Sans Medium"/>
                <a:cs typeface="IBM Plex Sans Medium"/>
                <a:sym typeface="IBM Plex Sans Medium"/>
              </a:defRPr>
            </a:lvl2pPr>
            <a:lvl3pPr lvl="2" algn="ctr" rtl="0">
              <a:lnSpc>
                <a:spcPct val="100000"/>
              </a:lnSpc>
              <a:spcBef>
                <a:spcPts val="0"/>
              </a:spcBef>
              <a:spcAft>
                <a:spcPts val="0"/>
              </a:spcAft>
              <a:buClr>
                <a:schemeClr val="accent4"/>
              </a:buClr>
              <a:buSzPts val="1600"/>
              <a:buFont typeface="IBM Plex Sans Medium"/>
              <a:buNone/>
              <a:defRPr sz="1600">
                <a:solidFill>
                  <a:schemeClr val="accent4"/>
                </a:solidFill>
                <a:latin typeface="IBM Plex Sans Medium"/>
                <a:ea typeface="IBM Plex Sans Medium"/>
                <a:cs typeface="IBM Plex Sans Medium"/>
                <a:sym typeface="IBM Plex Sans Medium"/>
              </a:defRPr>
            </a:lvl3pPr>
            <a:lvl4pPr lvl="3" algn="ctr" rtl="0">
              <a:lnSpc>
                <a:spcPct val="100000"/>
              </a:lnSpc>
              <a:spcBef>
                <a:spcPts val="0"/>
              </a:spcBef>
              <a:spcAft>
                <a:spcPts val="0"/>
              </a:spcAft>
              <a:buClr>
                <a:schemeClr val="accent4"/>
              </a:buClr>
              <a:buSzPts val="1600"/>
              <a:buFont typeface="IBM Plex Sans Medium"/>
              <a:buNone/>
              <a:defRPr sz="1600">
                <a:solidFill>
                  <a:schemeClr val="accent4"/>
                </a:solidFill>
                <a:latin typeface="IBM Plex Sans Medium"/>
                <a:ea typeface="IBM Plex Sans Medium"/>
                <a:cs typeface="IBM Plex Sans Medium"/>
                <a:sym typeface="IBM Plex Sans Medium"/>
              </a:defRPr>
            </a:lvl4pPr>
            <a:lvl5pPr lvl="4" algn="ctr" rtl="0">
              <a:lnSpc>
                <a:spcPct val="100000"/>
              </a:lnSpc>
              <a:spcBef>
                <a:spcPts val="0"/>
              </a:spcBef>
              <a:spcAft>
                <a:spcPts val="0"/>
              </a:spcAft>
              <a:buClr>
                <a:schemeClr val="accent4"/>
              </a:buClr>
              <a:buSzPts val="1600"/>
              <a:buFont typeface="IBM Plex Sans Medium"/>
              <a:buNone/>
              <a:defRPr sz="1600">
                <a:solidFill>
                  <a:schemeClr val="accent4"/>
                </a:solidFill>
                <a:latin typeface="IBM Plex Sans Medium"/>
                <a:ea typeface="IBM Plex Sans Medium"/>
                <a:cs typeface="IBM Plex Sans Medium"/>
                <a:sym typeface="IBM Plex Sans Medium"/>
              </a:defRPr>
            </a:lvl5pPr>
            <a:lvl6pPr lvl="5" algn="ctr" rtl="0">
              <a:lnSpc>
                <a:spcPct val="100000"/>
              </a:lnSpc>
              <a:spcBef>
                <a:spcPts val="0"/>
              </a:spcBef>
              <a:spcAft>
                <a:spcPts val="0"/>
              </a:spcAft>
              <a:buClr>
                <a:schemeClr val="accent4"/>
              </a:buClr>
              <a:buSzPts val="1600"/>
              <a:buFont typeface="IBM Plex Sans Medium"/>
              <a:buNone/>
              <a:defRPr sz="1600">
                <a:solidFill>
                  <a:schemeClr val="accent4"/>
                </a:solidFill>
                <a:latin typeface="IBM Plex Sans Medium"/>
                <a:ea typeface="IBM Plex Sans Medium"/>
                <a:cs typeface="IBM Plex Sans Medium"/>
                <a:sym typeface="IBM Plex Sans Medium"/>
              </a:defRPr>
            </a:lvl6pPr>
            <a:lvl7pPr lvl="6" algn="ctr" rtl="0">
              <a:lnSpc>
                <a:spcPct val="100000"/>
              </a:lnSpc>
              <a:spcBef>
                <a:spcPts val="0"/>
              </a:spcBef>
              <a:spcAft>
                <a:spcPts val="0"/>
              </a:spcAft>
              <a:buClr>
                <a:schemeClr val="accent4"/>
              </a:buClr>
              <a:buSzPts val="1600"/>
              <a:buFont typeface="IBM Plex Sans Medium"/>
              <a:buNone/>
              <a:defRPr sz="1600">
                <a:solidFill>
                  <a:schemeClr val="accent4"/>
                </a:solidFill>
                <a:latin typeface="IBM Plex Sans Medium"/>
                <a:ea typeface="IBM Plex Sans Medium"/>
                <a:cs typeface="IBM Plex Sans Medium"/>
                <a:sym typeface="IBM Plex Sans Medium"/>
              </a:defRPr>
            </a:lvl7pPr>
            <a:lvl8pPr lvl="7" algn="ctr" rtl="0">
              <a:lnSpc>
                <a:spcPct val="100000"/>
              </a:lnSpc>
              <a:spcBef>
                <a:spcPts val="0"/>
              </a:spcBef>
              <a:spcAft>
                <a:spcPts val="0"/>
              </a:spcAft>
              <a:buClr>
                <a:schemeClr val="accent4"/>
              </a:buClr>
              <a:buSzPts val="1600"/>
              <a:buFont typeface="IBM Plex Sans Medium"/>
              <a:buNone/>
              <a:defRPr sz="1600">
                <a:solidFill>
                  <a:schemeClr val="accent4"/>
                </a:solidFill>
                <a:latin typeface="IBM Plex Sans Medium"/>
                <a:ea typeface="IBM Plex Sans Medium"/>
                <a:cs typeface="IBM Plex Sans Medium"/>
                <a:sym typeface="IBM Plex Sans Medium"/>
              </a:defRPr>
            </a:lvl8pPr>
            <a:lvl9pPr lvl="8" algn="ctr" rtl="0">
              <a:lnSpc>
                <a:spcPct val="100000"/>
              </a:lnSpc>
              <a:spcBef>
                <a:spcPts val="0"/>
              </a:spcBef>
              <a:spcAft>
                <a:spcPts val="0"/>
              </a:spcAft>
              <a:buClr>
                <a:schemeClr val="accent4"/>
              </a:buClr>
              <a:buSzPts val="1600"/>
              <a:buFont typeface="IBM Plex Sans Medium"/>
              <a:buNone/>
              <a:defRPr sz="1600">
                <a:solidFill>
                  <a:schemeClr val="accent4"/>
                </a:solidFill>
                <a:latin typeface="IBM Plex Sans Medium"/>
                <a:ea typeface="IBM Plex Sans Medium"/>
                <a:cs typeface="IBM Plex Sans Medium"/>
                <a:sym typeface="IBM Plex Sans Medium"/>
              </a:defRPr>
            </a:lvl9pPr>
          </a:lstStyle>
          <a:p>
            <a:endParaRPr/>
          </a:p>
        </p:txBody>
      </p:sp>
      <p:sp>
        <p:nvSpPr>
          <p:cNvPr id="619" name="Google Shape;619;p45"/>
          <p:cNvSpPr txBox="1">
            <a:spLocks noGrp="1"/>
          </p:cNvSpPr>
          <p:nvPr>
            <p:ph type="subTitle" idx="16"/>
          </p:nvPr>
        </p:nvSpPr>
        <p:spPr>
          <a:xfrm>
            <a:off x="7089425" y="2136050"/>
            <a:ext cx="1344300" cy="398100"/>
          </a:xfrm>
          <a:prstGeom prst="rect">
            <a:avLst/>
          </a:prstGeom>
        </p:spPr>
        <p:txBody>
          <a:bodyPr spcFirstLastPara="1" wrap="square" lIns="0" tIns="0" rIns="0" bIns="0" anchor="b" anchorCtr="0">
            <a:normAutofit/>
          </a:bodyPr>
          <a:lstStyle>
            <a:lvl1pPr lvl="0" algn="ctr" rtl="0">
              <a:lnSpc>
                <a:spcPct val="100000"/>
              </a:lnSpc>
              <a:spcBef>
                <a:spcPts val="0"/>
              </a:spcBef>
              <a:spcAft>
                <a:spcPts val="0"/>
              </a:spcAft>
              <a:buSzPts val="1600"/>
              <a:buFont typeface="IBM Plex Sans Medium"/>
              <a:buNone/>
              <a:defRPr sz="1600">
                <a:solidFill>
                  <a:schemeClr val="accent1"/>
                </a:solidFill>
                <a:latin typeface="IBM Plex Sans Medium"/>
                <a:ea typeface="IBM Plex Sans Medium"/>
                <a:cs typeface="IBM Plex Sans Medium"/>
                <a:sym typeface="IBM Plex Sans Medium"/>
              </a:defRPr>
            </a:lvl1pPr>
            <a:lvl2pPr lvl="1" algn="ctr" rtl="0">
              <a:lnSpc>
                <a:spcPct val="100000"/>
              </a:lnSpc>
              <a:spcBef>
                <a:spcPts val="0"/>
              </a:spcBef>
              <a:spcAft>
                <a:spcPts val="0"/>
              </a:spcAft>
              <a:buClr>
                <a:schemeClr val="accent4"/>
              </a:buClr>
              <a:buSzPts val="1600"/>
              <a:buFont typeface="IBM Plex Sans Medium"/>
              <a:buNone/>
              <a:defRPr sz="1600">
                <a:solidFill>
                  <a:schemeClr val="accent4"/>
                </a:solidFill>
                <a:latin typeface="IBM Plex Sans Medium"/>
                <a:ea typeface="IBM Plex Sans Medium"/>
                <a:cs typeface="IBM Plex Sans Medium"/>
                <a:sym typeface="IBM Plex Sans Medium"/>
              </a:defRPr>
            </a:lvl2pPr>
            <a:lvl3pPr lvl="2" algn="ctr" rtl="0">
              <a:lnSpc>
                <a:spcPct val="100000"/>
              </a:lnSpc>
              <a:spcBef>
                <a:spcPts val="0"/>
              </a:spcBef>
              <a:spcAft>
                <a:spcPts val="0"/>
              </a:spcAft>
              <a:buClr>
                <a:schemeClr val="accent4"/>
              </a:buClr>
              <a:buSzPts val="1600"/>
              <a:buFont typeface="IBM Plex Sans Medium"/>
              <a:buNone/>
              <a:defRPr sz="1600">
                <a:solidFill>
                  <a:schemeClr val="accent4"/>
                </a:solidFill>
                <a:latin typeface="IBM Plex Sans Medium"/>
                <a:ea typeface="IBM Plex Sans Medium"/>
                <a:cs typeface="IBM Plex Sans Medium"/>
                <a:sym typeface="IBM Plex Sans Medium"/>
              </a:defRPr>
            </a:lvl3pPr>
            <a:lvl4pPr lvl="3" algn="ctr" rtl="0">
              <a:lnSpc>
                <a:spcPct val="100000"/>
              </a:lnSpc>
              <a:spcBef>
                <a:spcPts val="0"/>
              </a:spcBef>
              <a:spcAft>
                <a:spcPts val="0"/>
              </a:spcAft>
              <a:buClr>
                <a:schemeClr val="accent4"/>
              </a:buClr>
              <a:buSzPts val="1600"/>
              <a:buFont typeface="IBM Plex Sans Medium"/>
              <a:buNone/>
              <a:defRPr sz="1600">
                <a:solidFill>
                  <a:schemeClr val="accent4"/>
                </a:solidFill>
                <a:latin typeface="IBM Plex Sans Medium"/>
                <a:ea typeface="IBM Plex Sans Medium"/>
                <a:cs typeface="IBM Plex Sans Medium"/>
                <a:sym typeface="IBM Plex Sans Medium"/>
              </a:defRPr>
            </a:lvl4pPr>
            <a:lvl5pPr lvl="4" algn="ctr" rtl="0">
              <a:lnSpc>
                <a:spcPct val="100000"/>
              </a:lnSpc>
              <a:spcBef>
                <a:spcPts val="0"/>
              </a:spcBef>
              <a:spcAft>
                <a:spcPts val="0"/>
              </a:spcAft>
              <a:buClr>
                <a:schemeClr val="accent4"/>
              </a:buClr>
              <a:buSzPts val="1600"/>
              <a:buFont typeface="IBM Plex Sans Medium"/>
              <a:buNone/>
              <a:defRPr sz="1600">
                <a:solidFill>
                  <a:schemeClr val="accent4"/>
                </a:solidFill>
                <a:latin typeface="IBM Plex Sans Medium"/>
                <a:ea typeface="IBM Plex Sans Medium"/>
                <a:cs typeface="IBM Plex Sans Medium"/>
                <a:sym typeface="IBM Plex Sans Medium"/>
              </a:defRPr>
            </a:lvl5pPr>
            <a:lvl6pPr lvl="5" algn="ctr" rtl="0">
              <a:lnSpc>
                <a:spcPct val="100000"/>
              </a:lnSpc>
              <a:spcBef>
                <a:spcPts val="0"/>
              </a:spcBef>
              <a:spcAft>
                <a:spcPts val="0"/>
              </a:spcAft>
              <a:buClr>
                <a:schemeClr val="accent4"/>
              </a:buClr>
              <a:buSzPts val="1600"/>
              <a:buFont typeface="IBM Plex Sans Medium"/>
              <a:buNone/>
              <a:defRPr sz="1600">
                <a:solidFill>
                  <a:schemeClr val="accent4"/>
                </a:solidFill>
                <a:latin typeface="IBM Plex Sans Medium"/>
                <a:ea typeface="IBM Plex Sans Medium"/>
                <a:cs typeface="IBM Plex Sans Medium"/>
                <a:sym typeface="IBM Plex Sans Medium"/>
              </a:defRPr>
            </a:lvl6pPr>
            <a:lvl7pPr lvl="6" algn="ctr" rtl="0">
              <a:lnSpc>
                <a:spcPct val="100000"/>
              </a:lnSpc>
              <a:spcBef>
                <a:spcPts val="0"/>
              </a:spcBef>
              <a:spcAft>
                <a:spcPts val="0"/>
              </a:spcAft>
              <a:buClr>
                <a:schemeClr val="accent4"/>
              </a:buClr>
              <a:buSzPts val="1600"/>
              <a:buFont typeface="IBM Plex Sans Medium"/>
              <a:buNone/>
              <a:defRPr sz="1600">
                <a:solidFill>
                  <a:schemeClr val="accent4"/>
                </a:solidFill>
                <a:latin typeface="IBM Plex Sans Medium"/>
                <a:ea typeface="IBM Plex Sans Medium"/>
                <a:cs typeface="IBM Plex Sans Medium"/>
                <a:sym typeface="IBM Plex Sans Medium"/>
              </a:defRPr>
            </a:lvl7pPr>
            <a:lvl8pPr lvl="7" algn="ctr" rtl="0">
              <a:lnSpc>
                <a:spcPct val="100000"/>
              </a:lnSpc>
              <a:spcBef>
                <a:spcPts val="0"/>
              </a:spcBef>
              <a:spcAft>
                <a:spcPts val="0"/>
              </a:spcAft>
              <a:buClr>
                <a:schemeClr val="accent4"/>
              </a:buClr>
              <a:buSzPts val="1600"/>
              <a:buFont typeface="IBM Plex Sans Medium"/>
              <a:buNone/>
              <a:defRPr sz="1600">
                <a:solidFill>
                  <a:schemeClr val="accent4"/>
                </a:solidFill>
                <a:latin typeface="IBM Plex Sans Medium"/>
                <a:ea typeface="IBM Plex Sans Medium"/>
                <a:cs typeface="IBM Plex Sans Medium"/>
                <a:sym typeface="IBM Plex Sans Medium"/>
              </a:defRPr>
            </a:lvl8pPr>
            <a:lvl9pPr lvl="8" algn="ctr" rtl="0">
              <a:lnSpc>
                <a:spcPct val="100000"/>
              </a:lnSpc>
              <a:spcBef>
                <a:spcPts val="0"/>
              </a:spcBef>
              <a:spcAft>
                <a:spcPts val="0"/>
              </a:spcAft>
              <a:buClr>
                <a:schemeClr val="accent4"/>
              </a:buClr>
              <a:buSzPts val="1600"/>
              <a:buFont typeface="IBM Plex Sans Medium"/>
              <a:buNone/>
              <a:defRPr sz="1600">
                <a:solidFill>
                  <a:schemeClr val="accent4"/>
                </a:solidFill>
                <a:latin typeface="IBM Plex Sans Medium"/>
                <a:ea typeface="IBM Plex Sans Medium"/>
                <a:cs typeface="IBM Plex Sans Medium"/>
                <a:sym typeface="IBM Plex Sans Medium"/>
              </a:defRPr>
            </a:lvl9pPr>
          </a:lstStyle>
          <a:p>
            <a:endParaRPr/>
          </a:p>
        </p:txBody>
      </p:sp>
      <p:sp>
        <p:nvSpPr>
          <p:cNvPr id="620" name="Google Shape;620;p45"/>
          <p:cNvSpPr txBox="1">
            <a:spLocks noGrp="1"/>
          </p:cNvSpPr>
          <p:nvPr>
            <p:ph type="subTitle" idx="17"/>
          </p:nvPr>
        </p:nvSpPr>
        <p:spPr>
          <a:xfrm>
            <a:off x="5584325" y="2833650"/>
            <a:ext cx="1344300" cy="398100"/>
          </a:xfrm>
          <a:prstGeom prst="rect">
            <a:avLst/>
          </a:prstGeom>
        </p:spPr>
        <p:txBody>
          <a:bodyPr spcFirstLastPara="1" wrap="square" lIns="0" tIns="0" rIns="0" bIns="0" anchor="t" anchorCtr="0">
            <a:normAutofit/>
          </a:bodyPr>
          <a:lstStyle>
            <a:lvl1pPr lvl="0" algn="ctr" rtl="0">
              <a:lnSpc>
                <a:spcPct val="100000"/>
              </a:lnSpc>
              <a:spcBef>
                <a:spcPts val="0"/>
              </a:spcBef>
              <a:spcAft>
                <a:spcPts val="0"/>
              </a:spcAft>
              <a:buSzPts val="1600"/>
              <a:buFont typeface="IBM Plex Sans Medium"/>
              <a:buNone/>
              <a:defRPr sz="1600">
                <a:solidFill>
                  <a:schemeClr val="accent1"/>
                </a:solidFill>
                <a:latin typeface="IBM Plex Sans Medium"/>
                <a:ea typeface="IBM Plex Sans Medium"/>
                <a:cs typeface="IBM Plex Sans Medium"/>
                <a:sym typeface="IBM Plex Sans Medium"/>
              </a:defRPr>
            </a:lvl1pPr>
            <a:lvl2pPr lvl="1" algn="ctr" rtl="0">
              <a:lnSpc>
                <a:spcPct val="100000"/>
              </a:lnSpc>
              <a:spcBef>
                <a:spcPts val="0"/>
              </a:spcBef>
              <a:spcAft>
                <a:spcPts val="0"/>
              </a:spcAft>
              <a:buClr>
                <a:schemeClr val="accent4"/>
              </a:buClr>
              <a:buSzPts val="1600"/>
              <a:buFont typeface="IBM Plex Sans Medium"/>
              <a:buNone/>
              <a:defRPr sz="1600">
                <a:solidFill>
                  <a:schemeClr val="accent4"/>
                </a:solidFill>
                <a:latin typeface="IBM Plex Sans Medium"/>
                <a:ea typeface="IBM Plex Sans Medium"/>
                <a:cs typeface="IBM Plex Sans Medium"/>
                <a:sym typeface="IBM Plex Sans Medium"/>
              </a:defRPr>
            </a:lvl2pPr>
            <a:lvl3pPr lvl="2" algn="ctr" rtl="0">
              <a:lnSpc>
                <a:spcPct val="100000"/>
              </a:lnSpc>
              <a:spcBef>
                <a:spcPts val="0"/>
              </a:spcBef>
              <a:spcAft>
                <a:spcPts val="0"/>
              </a:spcAft>
              <a:buClr>
                <a:schemeClr val="accent4"/>
              </a:buClr>
              <a:buSzPts val="1600"/>
              <a:buFont typeface="IBM Plex Sans Medium"/>
              <a:buNone/>
              <a:defRPr sz="1600">
                <a:solidFill>
                  <a:schemeClr val="accent4"/>
                </a:solidFill>
                <a:latin typeface="IBM Plex Sans Medium"/>
                <a:ea typeface="IBM Plex Sans Medium"/>
                <a:cs typeface="IBM Plex Sans Medium"/>
                <a:sym typeface="IBM Plex Sans Medium"/>
              </a:defRPr>
            </a:lvl3pPr>
            <a:lvl4pPr lvl="3" algn="ctr" rtl="0">
              <a:lnSpc>
                <a:spcPct val="100000"/>
              </a:lnSpc>
              <a:spcBef>
                <a:spcPts val="0"/>
              </a:spcBef>
              <a:spcAft>
                <a:spcPts val="0"/>
              </a:spcAft>
              <a:buClr>
                <a:schemeClr val="accent4"/>
              </a:buClr>
              <a:buSzPts val="1600"/>
              <a:buFont typeface="IBM Plex Sans Medium"/>
              <a:buNone/>
              <a:defRPr sz="1600">
                <a:solidFill>
                  <a:schemeClr val="accent4"/>
                </a:solidFill>
                <a:latin typeface="IBM Plex Sans Medium"/>
                <a:ea typeface="IBM Plex Sans Medium"/>
                <a:cs typeface="IBM Plex Sans Medium"/>
                <a:sym typeface="IBM Plex Sans Medium"/>
              </a:defRPr>
            </a:lvl4pPr>
            <a:lvl5pPr lvl="4" algn="ctr" rtl="0">
              <a:lnSpc>
                <a:spcPct val="100000"/>
              </a:lnSpc>
              <a:spcBef>
                <a:spcPts val="0"/>
              </a:spcBef>
              <a:spcAft>
                <a:spcPts val="0"/>
              </a:spcAft>
              <a:buClr>
                <a:schemeClr val="accent4"/>
              </a:buClr>
              <a:buSzPts val="1600"/>
              <a:buFont typeface="IBM Plex Sans Medium"/>
              <a:buNone/>
              <a:defRPr sz="1600">
                <a:solidFill>
                  <a:schemeClr val="accent4"/>
                </a:solidFill>
                <a:latin typeface="IBM Plex Sans Medium"/>
                <a:ea typeface="IBM Plex Sans Medium"/>
                <a:cs typeface="IBM Plex Sans Medium"/>
                <a:sym typeface="IBM Plex Sans Medium"/>
              </a:defRPr>
            </a:lvl5pPr>
            <a:lvl6pPr lvl="5" algn="ctr" rtl="0">
              <a:lnSpc>
                <a:spcPct val="100000"/>
              </a:lnSpc>
              <a:spcBef>
                <a:spcPts val="0"/>
              </a:spcBef>
              <a:spcAft>
                <a:spcPts val="0"/>
              </a:spcAft>
              <a:buClr>
                <a:schemeClr val="accent4"/>
              </a:buClr>
              <a:buSzPts val="1600"/>
              <a:buFont typeface="IBM Plex Sans Medium"/>
              <a:buNone/>
              <a:defRPr sz="1600">
                <a:solidFill>
                  <a:schemeClr val="accent4"/>
                </a:solidFill>
                <a:latin typeface="IBM Plex Sans Medium"/>
                <a:ea typeface="IBM Plex Sans Medium"/>
                <a:cs typeface="IBM Plex Sans Medium"/>
                <a:sym typeface="IBM Plex Sans Medium"/>
              </a:defRPr>
            </a:lvl6pPr>
            <a:lvl7pPr lvl="6" algn="ctr" rtl="0">
              <a:lnSpc>
                <a:spcPct val="100000"/>
              </a:lnSpc>
              <a:spcBef>
                <a:spcPts val="0"/>
              </a:spcBef>
              <a:spcAft>
                <a:spcPts val="0"/>
              </a:spcAft>
              <a:buClr>
                <a:schemeClr val="accent4"/>
              </a:buClr>
              <a:buSzPts val="1600"/>
              <a:buFont typeface="IBM Plex Sans Medium"/>
              <a:buNone/>
              <a:defRPr sz="1600">
                <a:solidFill>
                  <a:schemeClr val="accent4"/>
                </a:solidFill>
                <a:latin typeface="IBM Plex Sans Medium"/>
                <a:ea typeface="IBM Plex Sans Medium"/>
                <a:cs typeface="IBM Plex Sans Medium"/>
                <a:sym typeface="IBM Plex Sans Medium"/>
              </a:defRPr>
            </a:lvl7pPr>
            <a:lvl8pPr lvl="7" algn="ctr" rtl="0">
              <a:lnSpc>
                <a:spcPct val="100000"/>
              </a:lnSpc>
              <a:spcBef>
                <a:spcPts val="0"/>
              </a:spcBef>
              <a:spcAft>
                <a:spcPts val="0"/>
              </a:spcAft>
              <a:buClr>
                <a:schemeClr val="accent4"/>
              </a:buClr>
              <a:buSzPts val="1600"/>
              <a:buFont typeface="IBM Plex Sans Medium"/>
              <a:buNone/>
              <a:defRPr sz="1600">
                <a:solidFill>
                  <a:schemeClr val="accent4"/>
                </a:solidFill>
                <a:latin typeface="IBM Plex Sans Medium"/>
                <a:ea typeface="IBM Plex Sans Medium"/>
                <a:cs typeface="IBM Plex Sans Medium"/>
                <a:sym typeface="IBM Plex Sans Medium"/>
              </a:defRPr>
            </a:lvl8pPr>
            <a:lvl9pPr lvl="8" algn="ctr" rtl="0">
              <a:lnSpc>
                <a:spcPct val="100000"/>
              </a:lnSpc>
              <a:spcBef>
                <a:spcPts val="0"/>
              </a:spcBef>
              <a:spcAft>
                <a:spcPts val="0"/>
              </a:spcAft>
              <a:buClr>
                <a:schemeClr val="accent4"/>
              </a:buClr>
              <a:buSzPts val="1600"/>
              <a:buFont typeface="IBM Plex Sans Medium"/>
              <a:buNone/>
              <a:defRPr sz="1600">
                <a:solidFill>
                  <a:schemeClr val="accent4"/>
                </a:solidFill>
                <a:latin typeface="IBM Plex Sans Medium"/>
                <a:ea typeface="IBM Plex Sans Medium"/>
                <a:cs typeface="IBM Plex Sans Medium"/>
                <a:sym typeface="IBM Plex Sans Medium"/>
              </a:defRPr>
            </a:lvl9pPr>
          </a:lstStyle>
          <a:p>
            <a:endParaRPr/>
          </a:p>
        </p:txBody>
      </p:sp>
      <p:sp>
        <p:nvSpPr>
          <p:cNvPr id="621" name="Google Shape;621;p45"/>
          <p:cNvSpPr txBox="1">
            <a:spLocks noGrp="1"/>
          </p:cNvSpPr>
          <p:nvPr>
            <p:ph type="subTitle" idx="18"/>
          </p:nvPr>
        </p:nvSpPr>
        <p:spPr>
          <a:xfrm>
            <a:off x="2598875" y="2833650"/>
            <a:ext cx="1344300" cy="398100"/>
          </a:xfrm>
          <a:prstGeom prst="rect">
            <a:avLst/>
          </a:prstGeom>
        </p:spPr>
        <p:txBody>
          <a:bodyPr spcFirstLastPara="1" wrap="square" lIns="0" tIns="0" rIns="0" bIns="0" anchor="t" anchorCtr="0">
            <a:normAutofit/>
          </a:bodyPr>
          <a:lstStyle>
            <a:lvl1pPr lvl="0" algn="ctr" rtl="0">
              <a:lnSpc>
                <a:spcPct val="100000"/>
              </a:lnSpc>
              <a:spcBef>
                <a:spcPts val="0"/>
              </a:spcBef>
              <a:spcAft>
                <a:spcPts val="0"/>
              </a:spcAft>
              <a:buSzPts val="1600"/>
              <a:buFont typeface="IBM Plex Sans Medium"/>
              <a:buNone/>
              <a:defRPr sz="1600">
                <a:solidFill>
                  <a:schemeClr val="accent1"/>
                </a:solidFill>
                <a:latin typeface="IBM Plex Sans Medium"/>
                <a:ea typeface="IBM Plex Sans Medium"/>
                <a:cs typeface="IBM Plex Sans Medium"/>
                <a:sym typeface="IBM Plex Sans Medium"/>
              </a:defRPr>
            </a:lvl1pPr>
            <a:lvl2pPr lvl="1" algn="ctr" rtl="0">
              <a:lnSpc>
                <a:spcPct val="100000"/>
              </a:lnSpc>
              <a:spcBef>
                <a:spcPts val="0"/>
              </a:spcBef>
              <a:spcAft>
                <a:spcPts val="0"/>
              </a:spcAft>
              <a:buClr>
                <a:schemeClr val="accent4"/>
              </a:buClr>
              <a:buSzPts val="1600"/>
              <a:buFont typeface="IBM Plex Sans Medium"/>
              <a:buNone/>
              <a:defRPr sz="1600">
                <a:solidFill>
                  <a:schemeClr val="accent4"/>
                </a:solidFill>
                <a:latin typeface="IBM Plex Sans Medium"/>
                <a:ea typeface="IBM Plex Sans Medium"/>
                <a:cs typeface="IBM Plex Sans Medium"/>
                <a:sym typeface="IBM Plex Sans Medium"/>
              </a:defRPr>
            </a:lvl2pPr>
            <a:lvl3pPr lvl="2" algn="ctr" rtl="0">
              <a:lnSpc>
                <a:spcPct val="100000"/>
              </a:lnSpc>
              <a:spcBef>
                <a:spcPts val="0"/>
              </a:spcBef>
              <a:spcAft>
                <a:spcPts val="0"/>
              </a:spcAft>
              <a:buClr>
                <a:schemeClr val="accent4"/>
              </a:buClr>
              <a:buSzPts val="1600"/>
              <a:buFont typeface="IBM Plex Sans Medium"/>
              <a:buNone/>
              <a:defRPr sz="1600">
                <a:solidFill>
                  <a:schemeClr val="accent4"/>
                </a:solidFill>
                <a:latin typeface="IBM Plex Sans Medium"/>
                <a:ea typeface="IBM Plex Sans Medium"/>
                <a:cs typeface="IBM Plex Sans Medium"/>
                <a:sym typeface="IBM Plex Sans Medium"/>
              </a:defRPr>
            </a:lvl3pPr>
            <a:lvl4pPr lvl="3" algn="ctr" rtl="0">
              <a:lnSpc>
                <a:spcPct val="100000"/>
              </a:lnSpc>
              <a:spcBef>
                <a:spcPts val="0"/>
              </a:spcBef>
              <a:spcAft>
                <a:spcPts val="0"/>
              </a:spcAft>
              <a:buClr>
                <a:schemeClr val="accent4"/>
              </a:buClr>
              <a:buSzPts val="1600"/>
              <a:buFont typeface="IBM Plex Sans Medium"/>
              <a:buNone/>
              <a:defRPr sz="1600">
                <a:solidFill>
                  <a:schemeClr val="accent4"/>
                </a:solidFill>
                <a:latin typeface="IBM Plex Sans Medium"/>
                <a:ea typeface="IBM Plex Sans Medium"/>
                <a:cs typeface="IBM Plex Sans Medium"/>
                <a:sym typeface="IBM Plex Sans Medium"/>
              </a:defRPr>
            </a:lvl4pPr>
            <a:lvl5pPr lvl="4" algn="ctr" rtl="0">
              <a:lnSpc>
                <a:spcPct val="100000"/>
              </a:lnSpc>
              <a:spcBef>
                <a:spcPts val="0"/>
              </a:spcBef>
              <a:spcAft>
                <a:spcPts val="0"/>
              </a:spcAft>
              <a:buClr>
                <a:schemeClr val="accent4"/>
              </a:buClr>
              <a:buSzPts val="1600"/>
              <a:buFont typeface="IBM Plex Sans Medium"/>
              <a:buNone/>
              <a:defRPr sz="1600">
                <a:solidFill>
                  <a:schemeClr val="accent4"/>
                </a:solidFill>
                <a:latin typeface="IBM Plex Sans Medium"/>
                <a:ea typeface="IBM Plex Sans Medium"/>
                <a:cs typeface="IBM Plex Sans Medium"/>
                <a:sym typeface="IBM Plex Sans Medium"/>
              </a:defRPr>
            </a:lvl5pPr>
            <a:lvl6pPr lvl="5" algn="ctr" rtl="0">
              <a:lnSpc>
                <a:spcPct val="100000"/>
              </a:lnSpc>
              <a:spcBef>
                <a:spcPts val="0"/>
              </a:spcBef>
              <a:spcAft>
                <a:spcPts val="0"/>
              </a:spcAft>
              <a:buClr>
                <a:schemeClr val="accent4"/>
              </a:buClr>
              <a:buSzPts val="1600"/>
              <a:buFont typeface="IBM Plex Sans Medium"/>
              <a:buNone/>
              <a:defRPr sz="1600">
                <a:solidFill>
                  <a:schemeClr val="accent4"/>
                </a:solidFill>
                <a:latin typeface="IBM Plex Sans Medium"/>
                <a:ea typeface="IBM Plex Sans Medium"/>
                <a:cs typeface="IBM Plex Sans Medium"/>
                <a:sym typeface="IBM Plex Sans Medium"/>
              </a:defRPr>
            </a:lvl6pPr>
            <a:lvl7pPr lvl="6" algn="ctr" rtl="0">
              <a:lnSpc>
                <a:spcPct val="100000"/>
              </a:lnSpc>
              <a:spcBef>
                <a:spcPts val="0"/>
              </a:spcBef>
              <a:spcAft>
                <a:spcPts val="0"/>
              </a:spcAft>
              <a:buClr>
                <a:schemeClr val="accent4"/>
              </a:buClr>
              <a:buSzPts val="1600"/>
              <a:buFont typeface="IBM Plex Sans Medium"/>
              <a:buNone/>
              <a:defRPr sz="1600">
                <a:solidFill>
                  <a:schemeClr val="accent4"/>
                </a:solidFill>
                <a:latin typeface="IBM Plex Sans Medium"/>
                <a:ea typeface="IBM Plex Sans Medium"/>
                <a:cs typeface="IBM Plex Sans Medium"/>
                <a:sym typeface="IBM Plex Sans Medium"/>
              </a:defRPr>
            </a:lvl7pPr>
            <a:lvl8pPr lvl="7" algn="ctr" rtl="0">
              <a:lnSpc>
                <a:spcPct val="100000"/>
              </a:lnSpc>
              <a:spcBef>
                <a:spcPts val="0"/>
              </a:spcBef>
              <a:spcAft>
                <a:spcPts val="0"/>
              </a:spcAft>
              <a:buClr>
                <a:schemeClr val="accent4"/>
              </a:buClr>
              <a:buSzPts val="1600"/>
              <a:buFont typeface="IBM Plex Sans Medium"/>
              <a:buNone/>
              <a:defRPr sz="1600">
                <a:solidFill>
                  <a:schemeClr val="accent4"/>
                </a:solidFill>
                <a:latin typeface="IBM Plex Sans Medium"/>
                <a:ea typeface="IBM Plex Sans Medium"/>
                <a:cs typeface="IBM Plex Sans Medium"/>
                <a:sym typeface="IBM Plex Sans Medium"/>
              </a:defRPr>
            </a:lvl8pPr>
            <a:lvl9pPr lvl="8" algn="ctr" rtl="0">
              <a:lnSpc>
                <a:spcPct val="100000"/>
              </a:lnSpc>
              <a:spcBef>
                <a:spcPts val="0"/>
              </a:spcBef>
              <a:spcAft>
                <a:spcPts val="0"/>
              </a:spcAft>
              <a:buClr>
                <a:schemeClr val="accent4"/>
              </a:buClr>
              <a:buSzPts val="1600"/>
              <a:buFont typeface="IBM Plex Sans Medium"/>
              <a:buNone/>
              <a:defRPr sz="1600">
                <a:solidFill>
                  <a:schemeClr val="accent4"/>
                </a:solidFill>
                <a:latin typeface="IBM Plex Sans Medium"/>
                <a:ea typeface="IBM Plex Sans Medium"/>
                <a:cs typeface="IBM Plex Sans Medium"/>
                <a:sym typeface="IBM Plex Sans Medium"/>
              </a:defRPr>
            </a:lvl9pPr>
          </a:lstStyle>
          <a:p>
            <a:endParaRPr/>
          </a:p>
        </p:txBody>
      </p:sp>
      <p:sp>
        <p:nvSpPr>
          <p:cNvPr id="622" name="Google Shape;622;p45"/>
          <p:cNvSpPr txBox="1">
            <a:spLocks noGrp="1"/>
          </p:cNvSpPr>
          <p:nvPr>
            <p:ph type="subTitle" idx="19"/>
          </p:nvPr>
        </p:nvSpPr>
        <p:spPr>
          <a:xfrm>
            <a:off x="220000" y="2457955"/>
            <a:ext cx="903000" cy="455100"/>
          </a:xfrm>
          <a:prstGeom prst="rect">
            <a:avLst/>
          </a:prstGeom>
        </p:spPr>
        <p:txBody>
          <a:bodyPr spcFirstLastPara="1" wrap="square" lIns="0" tIns="0" rIns="0" bIns="0" anchor="ctr" anchorCtr="0">
            <a:normAutofit/>
          </a:bodyPr>
          <a:lstStyle>
            <a:lvl1pPr lvl="0" algn="r" rtl="0">
              <a:spcBef>
                <a:spcPts val="0"/>
              </a:spcBef>
              <a:spcAft>
                <a:spcPts val="0"/>
              </a:spcAft>
              <a:buClr>
                <a:schemeClr val="dk2"/>
              </a:buClr>
              <a:buSzPts val="1400"/>
              <a:buNone/>
              <a:defRPr sz="1400" b="1">
                <a:solidFill>
                  <a:schemeClr val="dk2"/>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pic>
        <p:nvPicPr>
          <p:cNvPr id="623" name="Google Shape;623;p45"/>
          <p:cNvPicPr preferRelativeResize="0"/>
          <p:nvPr/>
        </p:nvPicPr>
        <p:blipFill>
          <a:blip r:embed="rId2">
            <a:alphaModFix/>
          </a:blip>
          <a:stretch>
            <a:fillRect/>
          </a:stretch>
        </p:blipFill>
        <p:spPr>
          <a:xfrm>
            <a:off x="8565901" y="154374"/>
            <a:ext cx="424850" cy="428253"/>
          </a:xfrm>
          <a:prstGeom prst="rect">
            <a:avLst/>
          </a:prstGeom>
          <a:noFill/>
          <a:ln>
            <a:noFill/>
          </a:ln>
        </p:spPr>
      </p:pic>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matchingName="Timeline - 2">
  <p:cSld name="TITLE_ONLY_10">
    <p:spTree>
      <p:nvGrpSpPr>
        <p:cNvPr id="1" name="Shape 624"/>
        <p:cNvGrpSpPr/>
        <p:nvPr/>
      </p:nvGrpSpPr>
      <p:grpSpPr>
        <a:xfrm>
          <a:off x="0" y="0"/>
          <a:ext cx="0" cy="0"/>
          <a:chOff x="0" y="0"/>
          <a:chExt cx="0" cy="0"/>
        </a:xfrm>
      </p:grpSpPr>
      <p:sp>
        <p:nvSpPr>
          <p:cNvPr id="625" name="Google Shape;625;p46"/>
          <p:cNvSpPr txBox="1">
            <a:spLocks noGrp="1"/>
          </p:cNvSpPr>
          <p:nvPr>
            <p:ph type="title"/>
          </p:nvPr>
        </p:nvSpPr>
        <p:spPr>
          <a:xfrm>
            <a:off x="457200" y="114300"/>
            <a:ext cx="8229600" cy="903300"/>
          </a:xfrm>
          <a:prstGeom prst="rect">
            <a:avLst/>
          </a:prstGeom>
        </p:spPr>
        <p:txBody>
          <a:bodyPr spcFirstLastPara="1" wrap="square" lIns="0" tIns="0" rIns="0" bIns="0" anchor="t" anchorCtr="0">
            <a:normAutofit/>
          </a:bodyPr>
          <a:lstStyle>
            <a:lvl1pPr lvl="0" rtl="0">
              <a:spcBef>
                <a:spcPts val="0"/>
              </a:spcBef>
              <a:spcAft>
                <a:spcPts val="0"/>
              </a:spcAft>
              <a:buSzPts val="34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626" name="Google Shape;626;p46"/>
          <p:cNvSpPr/>
          <p:nvPr/>
        </p:nvSpPr>
        <p:spPr>
          <a:xfrm>
            <a:off x="1478638" y="854328"/>
            <a:ext cx="481200" cy="481200"/>
          </a:xfrm>
          <a:prstGeom prst="ellipse">
            <a:avLst/>
          </a:prstGeom>
          <a:solidFill>
            <a:srgbClr val="FC5D0D"/>
          </a:solidFill>
          <a:ln>
            <a:noFill/>
          </a:ln>
        </p:spPr>
        <p:txBody>
          <a:bodyPr spcFirstLastPara="1" wrap="square" lIns="0" tIns="0" rIns="0" bIns="0" anchor="ctr" anchorCtr="0">
            <a:noAutofit/>
          </a:bodyPr>
          <a:lstStyle/>
          <a:p>
            <a:pPr marL="0" lvl="0" indent="0" algn="ctr" rtl="0">
              <a:spcBef>
                <a:spcPts val="0"/>
              </a:spcBef>
              <a:spcAft>
                <a:spcPts val="0"/>
              </a:spcAft>
              <a:buNone/>
            </a:pPr>
            <a:r>
              <a:rPr lang="en" sz="2300">
                <a:solidFill>
                  <a:srgbClr val="F7F7F7"/>
                </a:solidFill>
                <a:latin typeface="IBM Plex Sans Medium"/>
                <a:ea typeface="IBM Plex Sans Medium"/>
                <a:cs typeface="IBM Plex Sans Medium"/>
                <a:sym typeface="IBM Plex Sans Medium"/>
              </a:rPr>
              <a:t>1</a:t>
            </a:r>
            <a:endParaRPr sz="2300">
              <a:solidFill>
                <a:srgbClr val="F7F7F7"/>
              </a:solidFill>
              <a:latin typeface="IBM Plex Sans Medium"/>
              <a:ea typeface="IBM Plex Sans Medium"/>
              <a:cs typeface="IBM Plex Sans Medium"/>
              <a:sym typeface="IBM Plex Sans Medium"/>
            </a:endParaRPr>
          </a:p>
        </p:txBody>
      </p:sp>
      <p:sp>
        <p:nvSpPr>
          <p:cNvPr id="627" name="Google Shape;627;p46"/>
          <p:cNvSpPr/>
          <p:nvPr/>
        </p:nvSpPr>
        <p:spPr>
          <a:xfrm>
            <a:off x="4332902" y="854328"/>
            <a:ext cx="481200" cy="481200"/>
          </a:xfrm>
          <a:prstGeom prst="ellipse">
            <a:avLst/>
          </a:prstGeom>
          <a:solidFill>
            <a:srgbClr val="FC5D0D"/>
          </a:solidFill>
          <a:ln>
            <a:noFill/>
          </a:ln>
        </p:spPr>
        <p:txBody>
          <a:bodyPr spcFirstLastPara="1" wrap="square" lIns="0" tIns="0" rIns="0" bIns="0" anchor="ctr" anchorCtr="0">
            <a:noAutofit/>
          </a:bodyPr>
          <a:lstStyle/>
          <a:p>
            <a:pPr marL="0" lvl="0" indent="0" algn="ctr" rtl="0">
              <a:spcBef>
                <a:spcPts val="0"/>
              </a:spcBef>
              <a:spcAft>
                <a:spcPts val="0"/>
              </a:spcAft>
              <a:buNone/>
            </a:pPr>
            <a:r>
              <a:rPr lang="en" sz="2300">
                <a:solidFill>
                  <a:srgbClr val="F7F7F7"/>
                </a:solidFill>
                <a:latin typeface="IBM Plex Sans Medium"/>
                <a:ea typeface="IBM Plex Sans Medium"/>
                <a:cs typeface="IBM Plex Sans Medium"/>
                <a:sym typeface="IBM Plex Sans Medium"/>
              </a:rPr>
              <a:t>2</a:t>
            </a:r>
            <a:endParaRPr sz="2300">
              <a:solidFill>
                <a:srgbClr val="F7F7F7"/>
              </a:solidFill>
              <a:latin typeface="IBM Plex Sans Medium"/>
              <a:ea typeface="IBM Plex Sans Medium"/>
              <a:cs typeface="IBM Plex Sans Medium"/>
              <a:sym typeface="IBM Plex Sans Medium"/>
            </a:endParaRPr>
          </a:p>
        </p:txBody>
      </p:sp>
      <p:sp>
        <p:nvSpPr>
          <p:cNvPr id="628" name="Google Shape;628;p46"/>
          <p:cNvSpPr/>
          <p:nvPr/>
        </p:nvSpPr>
        <p:spPr>
          <a:xfrm>
            <a:off x="7187216" y="854328"/>
            <a:ext cx="481200" cy="481200"/>
          </a:xfrm>
          <a:prstGeom prst="ellipse">
            <a:avLst/>
          </a:prstGeom>
          <a:solidFill>
            <a:srgbClr val="FC5D0D"/>
          </a:solidFill>
          <a:ln>
            <a:noFill/>
          </a:ln>
        </p:spPr>
        <p:txBody>
          <a:bodyPr spcFirstLastPara="1" wrap="square" lIns="0" tIns="0" rIns="0" bIns="0" anchor="ctr" anchorCtr="0">
            <a:noAutofit/>
          </a:bodyPr>
          <a:lstStyle/>
          <a:p>
            <a:pPr marL="0" lvl="0" indent="0" algn="ctr" rtl="0">
              <a:spcBef>
                <a:spcPts val="0"/>
              </a:spcBef>
              <a:spcAft>
                <a:spcPts val="0"/>
              </a:spcAft>
              <a:buNone/>
            </a:pPr>
            <a:r>
              <a:rPr lang="en" sz="2300">
                <a:solidFill>
                  <a:srgbClr val="F7F7F7"/>
                </a:solidFill>
                <a:latin typeface="IBM Plex Sans Medium"/>
                <a:ea typeface="IBM Plex Sans Medium"/>
                <a:cs typeface="IBM Plex Sans Medium"/>
                <a:sym typeface="IBM Plex Sans Medium"/>
              </a:rPr>
              <a:t>3</a:t>
            </a:r>
            <a:endParaRPr sz="2300">
              <a:solidFill>
                <a:srgbClr val="F7F7F7"/>
              </a:solidFill>
              <a:latin typeface="IBM Plex Sans Medium"/>
              <a:ea typeface="IBM Plex Sans Medium"/>
              <a:cs typeface="IBM Plex Sans Medium"/>
              <a:sym typeface="IBM Plex Sans Medium"/>
            </a:endParaRPr>
          </a:p>
        </p:txBody>
      </p:sp>
      <p:sp>
        <p:nvSpPr>
          <p:cNvPr id="629" name="Google Shape;629;p46"/>
          <p:cNvSpPr/>
          <p:nvPr/>
        </p:nvSpPr>
        <p:spPr>
          <a:xfrm>
            <a:off x="1478638" y="2271477"/>
            <a:ext cx="481200" cy="481200"/>
          </a:xfrm>
          <a:prstGeom prst="ellipse">
            <a:avLst/>
          </a:prstGeom>
          <a:solidFill>
            <a:srgbClr val="58595B"/>
          </a:solidFill>
          <a:ln>
            <a:noFill/>
          </a:ln>
        </p:spPr>
        <p:txBody>
          <a:bodyPr spcFirstLastPara="1" wrap="square" lIns="0" tIns="0" rIns="0" bIns="0" anchor="ctr" anchorCtr="0">
            <a:noAutofit/>
          </a:bodyPr>
          <a:lstStyle/>
          <a:p>
            <a:pPr marL="0" lvl="0" indent="0" algn="ctr" rtl="0">
              <a:spcBef>
                <a:spcPts val="0"/>
              </a:spcBef>
              <a:spcAft>
                <a:spcPts val="0"/>
              </a:spcAft>
              <a:buNone/>
            </a:pPr>
            <a:r>
              <a:rPr lang="en" sz="2300">
                <a:solidFill>
                  <a:srgbClr val="F7F7F7"/>
                </a:solidFill>
                <a:latin typeface="IBM Plex Sans Medium"/>
                <a:ea typeface="IBM Plex Sans Medium"/>
                <a:cs typeface="IBM Plex Sans Medium"/>
                <a:sym typeface="IBM Plex Sans Medium"/>
              </a:rPr>
              <a:t>4</a:t>
            </a:r>
            <a:endParaRPr sz="2300">
              <a:solidFill>
                <a:srgbClr val="F7F7F7"/>
              </a:solidFill>
              <a:latin typeface="IBM Plex Sans Medium"/>
              <a:ea typeface="IBM Plex Sans Medium"/>
              <a:cs typeface="IBM Plex Sans Medium"/>
              <a:sym typeface="IBM Plex Sans Medium"/>
            </a:endParaRPr>
          </a:p>
        </p:txBody>
      </p:sp>
      <p:sp>
        <p:nvSpPr>
          <p:cNvPr id="630" name="Google Shape;630;p46"/>
          <p:cNvSpPr/>
          <p:nvPr/>
        </p:nvSpPr>
        <p:spPr>
          <a:xfrm>
            <a:off x="4332902" y="2271477"/>
            <a:ext cx="481200" cy="481200"/>
          </a:xfrm>
          <a:prstGeom prst="ellipse">
            <a:avLst/>
          </a:prstGeom>
          <a:solidFill>
            <a:srgbClr val="58595B"/>
          </a:solidFill>
          <a:ln>
            <a:noFill/>
          </a:ln>
        </p:spPr>
        <p:txBody>
          <a:bodyPr spcFirstLastPara="1" wrap="square" lIns="0" tIns="0" rIns="0" bIns="0" anchor="ctr" anchorCtr="0">
            <a:noAutofit/>
          </a:bodyPr>
          <a:lstStyle/>
          <a:p>
            <a:pPr marL="0" lvl="0" indent="0" algn="ctr" rtl="0">
              <a:spcBef>
                <a:spcPts val="0"/>
              </a:spcBef>
              <a:spcAft>
                <a:spcPts val="0"/>
              </a:spcAft>
              <a:buNone/>
            </a:pPr>
            <a:r>
              <a:rPr lang="en" sz="2300">
                <a:solidFill>
                  <a:srgbClr val="F7F7F7"/>
                </a:solidFill>
                <a:latin typeface="IBM Plex Sans Medium"/>
                <a:ea typeface="IBM Plex Sans Medium"/>
                <a:cs typeface="IBM Plex Sans Medium"/>
                <a:sym typeface="IBM Plex Sans Medium"/>
              </a:rPr>
              <a:t>5</a:t>
            </a:r>
            <a:endParaRPr sz="2300">
              <a:solidFill>
                <a:srgbClr val="F7F7F7"/>
              </a:solidFill>
              <a:latin typeface="IBM Plex Sans Medium"/>
              <a:ea typeface="IBM Plex Sans Medium"/>
              <a:cs typeface="IBM Plex Sans Medium"/>
              <a:sym typeface="IBM Plex Sans Medium"/>
            </a:endParaRPr>
          </a:p>
        </p:txBody>
      </p:sp>
      <p:sp>
        <p:nvSpPr>
          <p:cNvPr id="631" name="Google Shape;631;p46"/>
          <p:cNvSpPr/>
          <p:nvPr/>
        </p:nvSpPr>
        <p:spPr>
          <a:xfrm>
            <a:off x="7187216" y="2271477"/>
            <a:ext cx="481200" cy="481200"/>
          </a:xfrm>
          <a:prstGeom prst="ellipse">
            <a:avLst/>
          </a:prstGeom>
          <a:solidFill>
            <a:srgbClr val="58595B"/>
          </a:solidFill>
          <a:ln>
            <a:noFill/>
          </a:ln>
        </p:spPr>
        <p:txBody>
          <a:bodyPr spcFirstLastPara="1" wrap="square" lIns="0" tIns="0" rIns="0" bIns="0" anchor="ctr" anchorCtr="0">
            <a:noAutofit/>
          </a:bodyPr>
          <a:lstStyle/>
          <a:p>
            <a:pPr marL="0" lvl="0" indent="0" algn="ctr" rtl="0">
              <a:spcBef>
                <a:spcPts val="0"/>
              </a:spcBef>
              <a:spcAft>
                <a:spcPts val="0"/>
              </a:spcAft>
              <a:buNone/>
            </a:pPr>
            <a:r>
              <a:rPr lang="en" sz="2300">
                <a:solidFill>
                  <a:srgbClr val="F7F7F7"/>
                </a:solidFill>
                <a:latin typeface="IBM Plex Sans Medium"/>
                <a:ea typeface="IBM Plex Sans Medium"/>
                <a:cs typeface="IBM Plex Sans Medium"/>
                <a:sym typeface="IBM Plex Sans Medium"/>
              </a:rPr>
              <a:t>6</a:t>
            </a:r>
            <a:endParaRPr sz="2300">
              <a:solidFill>
                <a:srgbClr val="F7F7F7"/>
              </a:solidFill>
              <a:latin typeface="IBM Plex Sans Medium"/>
              <a:ea typeface="IBM Plex Sans Medium"/>
              <a:cs typeface="IBM Plex Sans Medium"/>
              <a:sym typeface="IBM Plex Sans Medium"/>
            </a:endParaRPr>
          </a:p>
        </p:txBody>
      </p:sp>
      <p:sp>
        <p:nvSpPr>
          <p:cNvPr id="632" name="Google Shape;632;p46"/>
          <p:cNvSpPr/>
          <p:nvPr/>
        </p:nvSpPr>
        <p:spPr>
          <a:xfrm>
            <a:off x="1478638" y="3668727"/>
            <a:ext cx="481200" cy="481200"/>
          </a:xfrm>
          <a:prstGeom prst="ellipse">
            <a:avLst/>
          </a:prstGeom>
          <a:solidFill>
            <a:schemeClr val="accent6"/>
          </a:solidFill>
          <a:ln>
            <a:noFill/>
          </a:ln>
        </p:spPr>
        <p:txBody>
          <a:bodyPr spcFirstLastPara="1" wrap="square" lIns="0" tIns="0" rIns="0" bIns="0" anchor="ctr" anchorCtr="0">
            <a:noAutofit/>
          </a:bodyPr>
          <a:lstStyle/>
          <a:p>
            <a:pPr marL="0" lvl="0" indent="0" algn="ctr" rtl="0">
              <a:spcBef>
                <a:spcPts val="0"/>
              </a:spcBef>
              <a:spcAft>
                <a:spcPts val="0"/>
              </a:spcAft>
              <a:buNone/>
            </a:pPr>
            <a:r>
              <a:rPr lang="en" sz="2300">
                <a:solidFill>
                  <a:srgbClr val="F7F7F7"/>
                </a:solidFill>
                <a:latin typeface="IBM Plex Sans Medium"/>
                <a:ea typeface="IBM Plex Sans Medium"/>
                <a:cs typeface="IBM Plex Sans Medium"/>
                <a:sym typeface="IBM Plex Sans Medium"/>
              </a:rPr>
              <a:t>7</a:t>
            </a:r>
            <a:endParaRPr sz="2300">
              <a:solidFill>
                <a:srgbClr val="F7F7F7"/>
              </a:solidFill>
              <a:latin typeface="IBM Plex Sans Medium"/>
              <a:ea typeface="IBM Plex Sans Medium"/>
              <a:cs typeface="IBM Plex Sans Medium"/>
              <a:sym typeface="IBM Plex Sans Medium"/>
            </a:endParaRPr>
          </a:p>
        </p:txBody>
      </p:sp>
      <p:sp>
        <p:nvSpPr>
          <p:cNvPr id="633" name="Google Shape;633;p46"/>
          <p:cNvSpPr/>
          <p:nvPr/>
        </p:nvSpPr>
        <p:spPr>
          <a:xfrm>
            <a:off x="4332902" y="3668727"/>
            <a:ext cx="481200" cy="481200"/>
          </a:xfrm>
          <a:prstGeom prst="ellipse">
            <a:avLst/>
          </a:prstGeom>
          <a:solidFill>
            <a:schemeClr val="accent6"/>
          </a:solidFill>
          <a:ln>
            <a:noFill/>
          </a:ln>
        </p:spPr>
        <p:txBody>
          <a:bodyPr spcFirstLastPara="1" wrap="square" lIns="0" tIns="0" rIns="0" bIns="0" anchor="ctr" anchorCtr="0">
            <a:noAutofit/>
          </a:bodyPr>
          <a:lstStyle/>
          <a:p>
            <a:pPr marL="0" lvl="0" indent="0" algn="ctr" rtl="0">
              <a:spcBef>
                <a:spcPts val="0"/>
              </a:spcBef>
              <a:spcAft>
                <a:spcPts val="0"/>
              </a:spcAft>
              <a:buNone/>
            </a:pPr>
            <a:r>
              <a:rPr lang="en" sz="2300">
                <a:solidFill>
                  <a:srgbClr val="F7F7F7"/>
                </a:solidFill>
                <a:latin typeface="IBM Plex Sans Medium"/>
                <a:ea typeface="IBM Plex Sans Medium"/>
                <a:cs typeface="IBM Plex Sans Medium"/>
                <a:sym typeface="IBM Plex Sans Medium"/>
              </a:rPr>
              <a:t>8</a:t>
            </a:r>
            <a:endParaRPr sz="2300">
              <a:solidFill>
                <a:srgbClr val="F7F7F7"/>
              </a:solidFill>
              <a:latin typeface="IBM Plex Sans Medium"/>
              <a:ea typeface="IBM Plex Sans Medium"/>
              <a:cs typeface="IBM Plex Sans Medium"/>
              <a:sym typeface="IBM Plex Sans Medium"/>
            </a:endParaRPr>
          </a:p>
        </p:txBody>
      </p:sp>
      <p:sp>
        <p:nvSpPr>
          <p:cNvPr id="634" name="Google Shape;634;p46"/>
          <p:cNvSpPr/>
          <p:nvPr/>
        </p:nvSpPr>
        <p:spPr>
          <a:xfrm>
            <a:off x="7187216" y="3668727"/>
            <a:ext cx="481200" cy="481200"/>
          </a:xfrm>
          <a:prstGeom prst="ellipse">
            <a:avLst/>
          </a:prstGeom>
          <a:solidFill>
            <a:schemeClr val="accent6"/>
          </a:solidFill>
          <a:ln>
            <a:noFill/>
          </a:ln>
        </p:spPr>
        <p:txBody>
          <a:bodyPr spcFirstLastPara="1" wrap="square" lIns="0" tIns="0" rIns="0" bIns="0" anchor="ctr" anchorCtr="0">
            <a:noAutofit/>
          </a:bodyPr>
          <a:lstStyle/>
          <a:p>
            <a:pPr marL="0" lvl="0" indent="0" algn="ctr" rtl="0">
              <a:spcBef>
                <a:spcPts val="0"/>
              </a:spcBef>
              <a:spcAft>
                <a:spcPts val="0"/>
              </a:spcAft>
              <a:buNone/>
            </a:pPr>
            <a:r>
              <a:rPr lang="en" sz="2300">
                <a:solidFill>
                  <a:srgbClr val="F7F7F7"/>
                </a:solidFill>
                <a:latin typeface="IBM Plex Sans Medium"/>
                <a:ea typeface="IBM Plex Sans Medium"/>
                <a:cs typeface="IBM Plex Sans Medium"/>
                <a:sym typeface="IBM Plex Sans Medium"/>
              </a:rPr>
              <a:t>9</a:t>
            </a:r>
            <a:endParaRPr sz="2300">
              <a:solidFill>
                <a:srgbClr val="F7F7F7"/>
              </a:solidFill>
              <a:latin typeface="IBM Plex Sans Medium"/>
              <a:ea typeface="IBM Plex Sans Medium"/>
              <a:cs typeface="IBM Plex Sans Medium"/>
              <a:sym typeface="IBM Plex Sans Medium"/>
            </a:endParaRPr>
          </a:p>
        </p:txBody>
      </p:sp>
      <p:sp>
        <p:nvSpPr>
          <p:cNvPr id="635" name="Google Shape;635;p46"/>
          <p:cNvSpPr txBox="1">
            <a:spLocks noGrp="1"/>
          </p:cNvSpPr>
          <p:nvPr>
            <p:ph type="subTitle" idx="1"/>
          </p:nvPr>
        </p:nvSpPr>
        <p:spPr>
          <a:xfrm>
            <a:off x="510100" y="1449353"/>
            <a:ext cx="2418300" cy="699300"/>
          </a:xfrm>
          <a:prstGeom prst="rect">
            <a:avLst/>
          </a:prstGeom>
        </p:spPr>
        <p:txBody>
          <a:bodyPr spcFirstLastPara="1" wrap="square" lIns="0" tIns="0" rIns="0" bIns="0" anchor="t" anchorCtr="0">
            <a:normAutofit/>
          </a:bodyPr>
          <a:lstStyle>
            <a:lvl1pPr lvl="0" algn="ctr" rtl="0">
              <a:spcBef>
                <a:spcPts val="0"/>
              </a:spcBef>
              <a:spcAft>
                <a:spcPts val="0"/>
              </a:spcAft>
              <a:buClr>
                <a:schemeClr val="dk1"/>
              </a:buClr>
              <a:buSzPts val="1100"/>
              <a:buNone/>
              <a:defRPr sz="1100"/>
            </a:lvl1pPr>
            <a:lvl2pPr lvl="1" algn="ctr" rtl="0">
              <a:spcBef>
                <a:spcPts val="0"/>
              </a:spcBef>
              <a:spcAft>
                <a:spcPts val="0"/>
              </a:spcAft>
              <a:buClr>
                <a:schemeClr val="dk1"/>
              </a:buClr>
              <a:buSzPts val="1100"/>
              <a:buNone/>
              <a:defRPr sz="1100"/>
            </a:lvl2pPr>
            <a:lvl3pPr lvl="2" algn="ctr" rtl="0">
              <a:spcBef>
                <a:spcPts val="0"/>
              </a:spcBef>
              <a:spcAft>
                <a:spcPts val="0"/>
              </a:spcAft>
              <a:buClr>
                <a:schemeClr val="dk1"/>
              </a:buClr>
              <a:buSzPts val="1100"/>
              <a:buNone/>
              <a:defRPr sz="1100"/>
            </a:lvl3pPr>
            <a:lvl4pPr lvl="3" algn="ctr" rtl="0">
              <a:spcBef>
                <a:spcPts val="0"/>
              </a:spcBef>
              <a:spcAft>
                <a:spcPts val="0"/>
              </a:spcAft>
              <a:buClr>
                <a:schemeClr val="dk1"/>
              </a:buClr>
              <a:buSzPts val="1100"/>
              <a:buNone/>
              <a:defRPr sz="1100"/>
            </a:lvl4pPr>
            <a:lvl5pPr lvl="4" algn="ctr" rtl="0">
              <a:spcBef>
                <a:spcPts val="0"/>
              </a:spcBef>
              <a:spcAft>
                <a:spcPts val="0"/>
              </a:spcAft>
              <a:buSzPts val="1100"/>
              <a:buNone/>
              <a:defRPr sz="1100"/>
            </a:lvl5pPr>
            <a:lvl6pPr lvl="5" algn="ctr" rtl="0">
              <a:spcBef>
                <a:spcPts val="0"/>
              </a:spcBef>
              <a:spcAft>
                <a:spcPts val="0"/>
              </a:spcAft>
              <a:buSzPts val="1100"/>
              <a:buNone/>
              <a:defRPr sz="1100"/>
            </a:lvl6pPr>
            <a:lvl7pPr lvl="6" algn="ctr" rtl="0">
              <a:spcBef>
                <a:spcPts val="0"/>
              </a:spcBef>
              <a:spcAft>
                <a:spcPts val="0"/>
              </a:spcAft>
              <a:buSzPts val="1100"/>
              <a:buNone/>
              <a:defRPr sz="1100"/>
            </a:lvl7pPr>
            <a:lvl8pPr lvl="7" algn="ctr" rtl="0">
              <a:spcBef>
                <a:spcPts val="0"/>
              </a:spcBef>
              <a:spcAft>
                <a:spcPts val="0"/>
              </a:spcAft>
              <a:buSzPts val="1100"/>
              <a:buNone/>
              <a:defRPr sz="1100"/>
            </a:lvl8pPr>
            <a:lvl9pPr lvl="8" algn="ctr" rtl="0">
              <a:spcBef>
                <a:spcPts val="0"/>
              </a:spcBef>
              <a:spcAft>
                <a:spcPts val="0"/>
              </a:spcAft>
              <a:buSzPts val="1100"/>
              <a:buNone/>
              <a:defRPr sz="1100"/>
            </a:lvl9pPr>
          </a:lstStyle>
          <a:p>
            <a:endParaRPr/>
          </a:p>
        </p:txBody>
      </p:sp>
      <p:sp>
        <p:nvSpPr>
          <p:cNvPr id="636" name="Google Shape;636;p46"/>
          <p:cNvSpPr txBox="1">
            <a:spLocks noGrp="1"/>
          </p:cNvSpPr>
          <p:nvPr>
            <p:ph type="subTitle" idx="2"/>
          </p:nvPr>
        </p:nvSpPr>
        <p:spPr>
          <a:xfrm>
            <a:off x="510100" y="2847400"/>
            <a:ext cx="2418300" cy="699300"/>
          </a:xfrm>
          <a:prstGeom prst="rect">
            <a:avLst/>
          </a:prstGeom>
        </p:spPr>
        <p:txBody>
          <a:bodyPr spcFirstLastPara="1" wrap="square" lIns="0" tIns="0" rIns="0" bIns="0" anchor="t" anchorCtr="0">
            <a:normAutofit/>
          </a:bodyPr>
          <a:lstStyle>
            <a:lvl1pPr lvl="0" algn="ctr" rtl="0">
              <a:spcBef>
                <a:spcPts val="0"/>
              </a:spcBef>
              <a:spcAft>
                <a:spcPts val="0"/>
              </a:spcAft>
              <a:buClr>
                <a:schemeClr val="dk1"/>
              </a:buClr>
              <a:buSzPts val="1100"/>
              <a:buNone/>
              <a:defRPr sz="1100"/>
            </a:lvl1pPr>
            <a:lvl2pPr lvl="1" algn="ctr" rtl="0">
              <a:spcBef>
                <a:spcPts val="0"/>
              </a:spcBef>
              <a:spcAft>
                <a:spcPts val="0"/>
              </a:spcAft>
              <a:buClr>
                <a:schemeClr val="dk1"/>
              </a:buClr>
              <a:buSzPts val="1100"/>
              <a:buNone/>
              <a:defRPr sz="1100"/>
            </a:lvl2pPr>
            <a:lvl3pPr lvl="2" algn="ctr" rtl="0">
              <a:spcBef>
                <a:spcPts val="0"/>
              </a:spcBef>
              <a:spcAft>
                <a:spcPts val="0"/>
              </a:spcAft>
              <a:buClr>
                <a:schemeClr val="dk1"/>
              </a:buClr>
              <a:buSzPts val="1100"/>
              <a:buNone/>
              <a:defRPr sz="1100"/>
            </a:lvl3pPr>
            <a:lvl4pPr lvl="3" algn="ctr" rtl="0">
              <a:spcBef>
                <a:spcPts val="0"/>
              </a:spcBef>
              <a:spcAft>
                <a:spcPts val="0"/>
              </a:spcAft>
              <a:buClr>
                <a:schemeClr val="dk1"/>
              </a:buClr>
              <a:buSzPts val="1100"/>
              <a:buNone/>
              <a:defRPr sz="1100"/>
            </a:lvl4pPr>
            <a:lvl5pPr lvl="4" algn="ctr" rtl="0">
              <a:spcBef>
                <a:spcPts val="0"/>
              </a:spcBef>
              <a:spcAft>
                <a:spcPts val="0"/>
              </a:spcAft>
              <a:buSzPts val="1100"/>
              <a:buNone/>
              <a:defRPr sz="1100"/>
            </a:lvl5pPr>
            <a:lvl6pPr lvl="5" algn="ctr" rtl="0">
              <a:spcBef>
                <a:spcPts val="0"/>
              </a:spcBef>
              <a:spcAft>
                <a:spcPts val="0"/>
              </a:spcAft>
              <a:buSzPts val="1100"/>
              <a:buNone/>
              <a:defRPr sz="1100"/>
            </a:lvl6pPr>
            <a:lvl7pPr lvl="6" algn="ctr" rtl="0">
              <a:spcBef>
                <a:spcPts val="0"/>
              </a:spcBef>
              <a:spcAft>
                <a:spcPts val="0"/>
              </a:spcAft>
              <a:buSzPts val="1100"/>
              <a:buNone/>
              <a:defRPr sz="1100"/>
            </a:lvl7pPr>
            <a:lvl8pPr lvl="7" algn="ctr" rtl="0">
              <a:spcBef>
                <a:spcPts val="0"/>
              </a:spcBef>
              <a:spcAft>
                <a:spcPts val="0"/>
              </a:spcAft>
              <a:buSzPts val="1100"/>
              <a:buNone/>
              <a:defRPr sz="1100"/>
            </a:lvl8pPr>
            <a:lvl9pPr lvl="8" algn="ctr" rtl="0">
              <a:spcBef>
                <a:spcPts val="0"/>
              </a:spcBef>
              <a:spcAft>
                <a:spcPts val="0"/>
              </a:spcAft>
              <a:buSzPts val="1100"/>
              <a:buNone/>
              <a:defRPr sz="1100"/>
            </a:lvl9pPr>
          </a:lstStyle>
          <a:p>
            <a:endParaRPr/>
          </a:p>
        </p:txBody>
      </p:sp>
      <p:sp>
        <p:nvSpPr>
          <p:cNvPr id="637" name="Google Shape;637;p46"/>
          <p:cNvSpPr txBox="1">
            <a:spLocks noGrp="1"/>
          </p:cNvSpPr>
          <p:nvPr>
            <p:ph type="subTitle" idx="3"/>
          </p:nvPr>
        </p:nvSpPr>
        <p:spPr>
          <a:xfrm>
            <a:off x="507075" y="4245447"/>
            <a:ext cx="2418300" cy="699300"/>
          </a:xfrm>
          <a:prstGeom prst="rect">
            <a:avLst/>
          </a:prstGeom>
        </p:spPr>
        <p:txBody>
          <a:bodyPr spcFirstLastPara="1" wrap="square" lIns="0" tIns="0" rIns="0" bIns="0" anchor="t" anchorCtr="0">
            <a:normAutofit/>
          </a:bodyPr>
          <a:lstStyle>
            <a:lvl1pPr lvl="0" algn="ctr" rtl="0">
              <a:spcBef>
                <a:spcPts val="0"/>
              </a:spcBef>
              <a:spcAft>
                <a:spcPts val="0"/>
              </a:spcAft>
              <a:buClr>
                <a:schemeClr val="dk1"/>
              </a:buClr>
              <a:buSzPts val="1100"/>
              <a:buNone/>
              <a:defRPr sz="1100"/>
            </a:lvl1pPr>
            <a:lvl2pPr lvl="1" algn="ctr" rtl="0">
              <a:spcBef>
                <a:spcPts val="0"/>
              </a:spcBef>
              <a:spcAft>
                <a:spcPts val="0"/>
              </a:spcAft>
              <a:buClr>
                <a:schemeClr val="dk1"/>
              </a:buClr>
              <a:buSzPts val="1100"/>
              <a:buNone/>
              <a:defRPr sz="1100"/>
            </a:lvl2pPr>
            <a:lvl3pPr lvl="2" algn="ctr" rtl="0">
              <a:spcBef>
                <a:spcPts val="0"/>
              </a:spcBef>
              <a:spcAft>
                <a:spcPts val="0"/>
              </a:spcAft>
              <a:buClr>
                <a:schemeClr val="dk1"/>
              </a:buClr>
              <a:buSzPts val="1100"/>
              <a:buNone/>
              <a:defRPr sz="1100"/>
            </a:lvl3pPr>
            <a:lvl4pPr lvl="3" algn="ctr" rtl="0">
              <a:spcBef>
                <a:spcPts val="0"/>
              </a:spcBef>
              <a:spcAft>
                <a:spcPts val="0"/>
              </a:spcAft>
              <a:buClr>
                <a:schemeClr val="dk1"/>
              </a:buClr>
              <a:buSzPts val="1100"/>
              <a:buNone/>
              <a:defRPr sz="1100"/>
            </a:lvl4pPr>
            <a:lvl5pPr lvl="4" algn="ctr" rtl="0">
              <a:spcBef>
                <a:spcPts val="0"/>
              </a:spcBef>
              <a:spcAft>
                <a:spcPts val="0"/>
              </a:spcAft>
              <a:buSzPts val="1100"/>
              <a:buNone/>
              <a:defRPr sz="1100"/>
            </a:lvl5pPr>
            <a:lvl6pPr lvl="5" algn="ctr" rtl="0">
              <a:spcBef>
                <a:spcPts val="0"/>
              </a:spcBef>
              <a:spcAft>
                <a:spcPts val="0"/>
              </a:spcAft>
              <a:buSzPts val="1100"/>
              <a:buNone/>
              <a:defRPr sz="1100"/>
            </a:lvl6pPr>
            <a:lvl7pPr lvl="6" algn="ctr" rtl="0">
              <a:spcBef>
                <a:spcPts val="0"/>
              </a:spcBef>
              <a:spcAft>
                <a:spcPts val="0"/>
              </a:spcAft>
              <a:buSzPts val="1100"/>
              <a:buNone/>
              <a:defRPr sz="1100"/>
            </a:lvl7pPr>
            <a:lvl8pPr lvl="7" algn="ctr" rtl="0">
              <a:spcBef>
                <a:spcPts val="0"/>
              </a:spcBef>
              <a:spcAft>
                <a:spcPts val="0"/>
              </a:spcAft>
              <a:buSzPts val="1100"/>
              <a:buNone/>
              <a:defRPr sz="1100"/>
            </a:lvl8pPr>
            <a:lvl9pPr lvl="8" algn="ctr" rtl="0">
              <a:spcBef>
                <a:spcPts val="0"/>
              </a:spcBef>
              <a:spcAft>
                <a:spcPts val="0"/>
              </a:spcAft>
              <a:buSzPts val="1100"/>
              <a:buNone/>
              <a:defRPr sz="1100"/>
            </a:lvl9pPr>
          </a:lstStyle>
          <a:p>
            <a:endParaRPr/>
          </a:p>
        </p:txBody>
      </p:sp>
      <p:sp>
        <p:nvSpPr>
          <p:cNvPr id="638" name="Google Shape;638;p46"/>
          <p:cNvSpPr txBox="1">
            <a:spLocks noGrp="1"/>
          </p:cNvSpPr>
          <p:nvPr>
            <p:ph type="subTitle" idx="4"/>
          </p:nvPr>
        </p:nvSpPr>
        <p:spPr>
          <a:xfrm>
            <a:off x="3364357" y="1449353"/>
            <a:ext cx="2418300" cy="699300"/>
          </a:xfrm>
          <a:prstGeom prst="rect">
            <a:avLst/>
          </a:prstGeom>
        </p:spPr>
        <p:txBody>
          <a:bodyPr spcFirstLastPara="1" wrap="square" lIns="0" tIns="0" rIns="0" bIns="0" anchor="t" anchorCtr="0">
            <a:normAutofit/>
          </a:bodyPr>
          <a:lstStyle>
            <a:lvl1pPr lvl="0" algn="ctr" rtl="0">
              <a:spcBef>
                <a:spcPts val="0"/>
              </a:spcBef>
              <a:spcAft>
                <a:spcPts val="0"/>
              </a:spcAft>
              <a:buClr>
                <a:schemeClr val="dk1"/>
              </a:buClr>
              <a:buSzPts val="1100"/>
              <a:buNone/>
              <a:defRPr sz="1100"/>
            </a:lvl1pPr>
            <a:lvl2pPr lvl="1" algn="ctr" rtl="0">
              <a:spcBef>
                <a:spcPts val="0"/>
              </a:spcBef>
              <a:spcAft>
                <a:spcPts val="0"/>
              </a:spcAft>
              <a:buClr>
                <a:schemeClr val="dk1"/>
              </a:buClr>
              <a:buSzPts val="1100"/>
              <a:buNone/>
              <a:defRPr sz="1100"/>
            </a:lvl2pPr>
            <a:lvl3pPr lvl="2" algn="ctr" rtl="0">
              <a:spcBef>
                <a:spcPts val="0"/>
              </a:spcBef>
              <a:spcAft>
                <a:spcPts val="0"/>
              </a:spcAft>
              <a:buClr>
                <a:schemeClr val="dk1"/>
              </a:buClr>
              <a:buSzPts val="1100"/>
              <a:buNone/>
              <a:defRPr sz="1100"/>
            </a:lvl3pPr>
            <a:lvl4pPr lvl="3" algn="ctr" rtl="0">
              <a:spcBef>
                <a:spcPts val="0"/>
              </a:spcBef>
              <a:spcAft>
                <a:spcPts val="0"/>
              </a:spcAft>
              <a:buClr>
                <a:schemeClr val="dk1"/>
              </a:buClr>
              <a:buSzPts val="1100"/>
              <a:buNone/>
              <a:defRPr sz="1100"/>
            </a:lvl4pPr>
            <a:lvl5pPr lvl="4" algn="ctr" rtl="0">
              <a:spcBef>
                <a:spcPts val="0"/>
              </a:spcBef>
              <a:spcAft>
                <a:spcPts val="0"/>
              </a:spcAft>
              <a:buSzPts val="1100"/>
              <a:buNone/>
              <a:defRPr sz="1100"/>
            </a:lvl5pPr>
            <a:lvl6pPr lvl="5" algn="ctr" rtl="0">
              <a:spcBef>
                <a:spcPts val="0"/>
              </a:spcBef>
              <a:spcAft>
                <a:spcPts val="0"/>
              </a:spcAft>
              <a:buSzPts val="1100"/>
              <a:buNone/>
              <a:defRPr sz="1100"/>
            </a:lvl6pPr>
            <a:lvl7pPr lvl="6" algn="ctr" rtl="0">
              <a:spcBef>
                <a:spcPts val="0"/>
              </a:spcBef>
              <a:spcAft>
                <a:spcPts val="0"/>
              </a:spcAft>
              <a:buSzPts val="1100"/>
              <a:buNone/>
              <a:defRPr sz="1100"/>
            </a:lvl7pPr>
            <a:lvl8pPr lvl="7" algn="ctr" rtl="0">
              <a:spcBef>
                <a:spcPts val="0"/>
              </a:spcBef>
              <a:spcAft>
                <a:spcPts val="0"/>
              </a:spcAft>
              <a:buSzPts val="1100"/>
              <a:buNone/>
              <a:defRPr sz="1100"/>
            </a:lvl8pPr>
            <a:lvl9pPr lvl="8" algn="ctr" rtl="0">
              <a:spcBef>
                <a:spcPts val="0"/>
              </a:spcBef>
              <a:spcAft>
                <a:spcPts val="0"/>
              </a:spcAft>
              <a:buSzPts val="1100"/>
              <a:buNone/>
              <a:defRPr sz="1100"/>
            </a:lvl9pPr>
          </a:lstStyle>
          <a:p>
            <a:endParaRPr/>
          </a:p>
        </p:txBody>
      </p:sp>
      <p:sp>
        <p:nvSpPr>
          <p:cNvPr id="639" name="Google Shape;639;p46"/>
          <p:cNvSpPr txBox="1">
            <a:spLocks noGrp="1"/>
          </p:cNvSpPr>
          <p:nvPr>
            <p:ph type="subTitle" idx="5"/>
          </p:nvPr>
        </p:nvSpPr>
        <p:spPr>
          <a:xfrm>
            <a:off x="3364357" y="2847400"/>
            <a:ext cx="2418300" cy="699300"/>
          </a:xfrm>
          <a:prstGeom prst="rect">
            <a:avLst/>
          </a:prstGeom>
        </p:spPr>
        <p:txBody>
          <a:bodyPr spcFirstLastPara="1" wrap="square" lIns="0" tIns="0" rIns="0" bIns="0" anchor="t" anchorCtr="0">
            <a:normAutofit/>
          </a:bodyPr>
          <a:lstStyle>
            <a:lvl1pPr lvl="0" algn="ctr" rtl="0">
              <a:spcBef>
                <a:spcPts val="0"/>
              </a:spcBef>
              <a:spcAft>
                <a:spcPts val="0"/>
              </a:spcAft>
              <a:buClr>
                <a:schemeClr val="dk1"/>
              </a:buClr>
              <a:buSzPts val="1100"/>
              <a:buNone/>
              <a:defRPr sz="1100"/>
            </a:lvl1pPr>
            <a:lvl2pPr lvl="1" algn="ctr" rtl="0">
              <a:spcBef>
                <a:spcPts val="0"/>
              </a:spcBef>
              <a:spcAft>
                <a:spcPts val="0"/>
              </a:spcAft>
              <a:buClr>
                <a:schemeClr val="dk1"/>
              </a:buClr>
              <a:buSzPts val="1100"/>
              <a:buNone/>
              <a:defRPr sz="1100"/>
            </a:lvl2pPr>
            <a:lvl3pPr lvl="2" algn="ctr" rtl="0">
              <a:spcBef>
                <a:spcPts val="0"/>
              </a:spcBef>
              <a:spcAft>
                <a:spcPts val="0"/>
              </a:spcAft>
              <a:buClr>
                <a:schemeClr val="dk1"/>
              </a:buClr>
              <a:buSzPts val="1100"/>
              <a:buNone/>
              <a:defRPr sz="1100"/>
            </a:lvl3pPr>
            <a:lvl4pPr lvl="3" algn="ctr" rtl="0">
              <a:spcBef>
                <a:spcPts val="0"/>
              </a:spcBef>
              <a:spcAft>
                <a:spcPts val="0"/>
              </a:spcAft>
              <a:buClr>
                <a:schemeClr val="dk1"/>
              </a:buClr>
              <a:buSzPts val="1100"/>
              <a:buNone/>
              <a:defRPr sz="1100"/>
            </a:lvl4pPr>
            <a:lvl5pPr lvl="4" algn="ctr" rtl="0">
              <a:spcBef>
                <a:spcPts val="0"/>
              </a:spcBef>
              <a:spcAft>
                <a:spcPts val="0"/>
              </a:spcAft>
              <a:buSzPts val="1100"/>
              <a:buNone/>
              <a:defRPr sz="1100"/>
            </a:lvl5pPr>
            <a:lvl6pPr lvl="5" algn="ctr" rtl="0">
              <a:spcBef>
                <a:spcPts val="0"/>
              </a:spcBef>
              <a:spcAft>
                <a:spcPts val="0"/>
              </a:spcAft>
              <a:buSzPts val="1100"/>
              <a:buNone/>
              <a:defRPr sz="1100"/>
            </a:lvl6pPr>
            <a:lvl7pPr lvl="6" algn="ctr" rtl="0">
              <a:spcBef>
                <a:spcPts val="0"/>
              </a:spcBef>
              <a:spcAft>
                <a:spcPts val="0"/>
              </a:spcAft>
              <a:buSzPts val="1100"/>
              <a:buNone/>
              <a:defRPr sz="1100"/>
            </a:lvl7pPr>
            <a:lvl8pPr lvl="7" algn="ctr" rtl="0">
              <a:spcBef>
                <a:spcPts val="0"/>
              </a:spcBef>
              <a:spcAft>
                <a:spcPts val="0"/>
              </a:spcAft>
              <a:buSzPts val="1100"/>
              <a:buNone/>
              <a:defRPr sz="1100"/>
            </a:lvl8pPr>
            <a:lvl9pPr lvl="8" algn="ctr" rtl="0">
              <a:spcBef>
                <a:spcPts val="0"/>
              </a:spcBef>
              <a:spcAft>
                <a:spcPts val="0"/>
              </a:spcAft>
              <a:buSzPts val="1100"/>
              <a:buNone/>
              <a:defRPr sz="1100"/>
            </a:lvl9pPr>
          </a:lstStyle>
          <a:p>
            <a:endParaRPr/>
          </a:p>
        </p:txBody>
      </p:sp>
      <p:sp>
        <p:nvSpPr>
          <p:cNvPr id="640" name="Google Shape;640;p46"/>
          <p:cNvSpPr txBox="1">
            <a:spLocks noGrp="1"/>
          </p:cNvSpPr>
          <p:nvPr>
            <p:ph type="subTitle" idx="6"/>
          </p:nvPr>
        </p:nvSpPr>
        <p:spPr>
          <a:xfrm>
            <a:off x="3361332" y="4245447"/>
            <a:ext cx="2418300" cy="699300"/>
          </a:xfrm>
          <a:prstGeom prst="rect">
            <a:avLst/>
          </a:prstGeom>
        </p:spPr>
        <p:txBody>
          <a:bodyPr spcFirstLastPara="1" wrap="square" lIns="0" tIns="0" rIns="0" bIns="0" anchor="t" anchorCtr="0">
            <a:normAutofit/>
          </a:bodyPr>
          <a:lstStyle>
            <a:lvl1pPr lvl="0" algn="ctr" rtl="0">
              <a:spcBef>
                <a:spcPts val="0"/>
              </a:spcBef>
              <a:spcAft>
                <a:spcPts val="0"/>
              </a:spcAft>
              <a:buClr>
                <a:schemeClr val="dk1"/>
              </a:buClr>
              <a:buSzPts val="1100"/>
              <a:buNone/>
              <a:defRPr sz="1100"/>
            </a:lvl1pPr>
            <a:lvl2pPr lvl="1" algn="ctr" rtl="0">
              <a:spcBef>
                <a:spcPts val="0"/>
              </a:spcBef>
              <a:spcAft>
                <a:spcPts val="0"/>
              </a:spcAft>
              <a:buClr>
                <a:schemeClr val="dk1"/>
              </a:buClr>
              <a:buSzPts val="1100"/>
              <a:buNone/>
              <a:defRPr sz="1100"/>
            </a:lvl2pPr>
            <a:lvl3pPr lvl="2" algn="ctr" rtl="0">
              <a:spcBef>
                <a:spcPts val="0"/>
              </a:spcBef>
              <a:spcAft>
                <a:spcPts val="0"/>
              </a:spcAft>
              <a:buClr>
                <a:schemeClr val="dk1"/>
              </a:buClr>
              <a:buSzPts val="1100"/>
              <a:buNone/>
              <a:defRPr sz="1100"/>
            </a:lvl3pPr>
            <a:lvl4pPr lvl="3" algn="ctr" rtl="0">
              <a:spcBef>
                <a:spcPts val="0"/>
              </a:spcBef>
              <a:spcAft>
                <a:spcPts val="0"/>
              </a:spcAft>
              <a:buClr>
                <a:schemeClr val="dk1"/>
              </a:buClr>
              <a:buSzPts val="1100"/>
              <a:buNone/>
              <a:defRPr sz="1100"/>
            </a:lvl4pPr>
            <a:lvl5pPr lvl="4" algn="ctr" rtl="0">
              <a:spcBef>
                <a:spcPts val="0"/>
              </a:spcBef>
              <a:spcAft>
                <a:spcPts val="0"/>
              </a:spcAft>
              <a:buSzPts val="1100"/>
              <a:buNone/>
              <a:defRPr sz="1100"/>
            </a:lvl5pPr>
            <a:lvl6pPr lvl="5" algn="ctr" rtl="0">
              <a:spcBef>
                <a:spcPts val="0"/>
              </a:spcBef>
              <a:spcAft>
                <a:spcPts val="0"/>
              </a:spcAft>
              <a:buSzPts val="1100"/>
              <a:buNone/>
              <a:defRPr sz="1100"/>
            </a:lvl6pPr>
            <a:lvl7pPr lvl="6" algn="ctr" rtl="0">
              <a:spcBef>
                <a:spcPts val="0"/>
              </a:spcBef>
              <a:spcAft>
                <a:spcPts val="0"/>
              </a:spcAft>
              <a:buSzPts val="1100"/>
              <a:buNone/>
              <a:defRPr sz="1100"/>
            </a:lvl7pPr>
            <a:lvl8pPr lvl="7" algn="ctr" rtl="0">
              <a:spcBef>
                <a:spcPts val="0"/>
              </a:spcBef>
              <a:spcAft>
                <a:spcPts val="0"/>
              </a:spcAft>
              <a:buSzPts val="1100"/>
              <a:buNone/>
              <a:defRPr sz="1100"/>
            </a:lvl8pPr>
            <a:lvl9pPr lvl="8" algn="ctr" rtl="0">
              <a:spcBef>
                <a:spcPts val="0"/>
              </a:spcBef>
              <a:spcAft>
                <a:spcPts val="0"/>
              </a:spcAft>
              <a:buSzPts val="1100"/>
              <a:buNone/>
              <a:defRPr sz="1100"/>
            </a:lvl9pPr>
          </a:lstStyle>
          <a:p>
            <a:endParaRPr/>
          </a:p>
        </p:txBody>
      </p:sp>
      <p:sp>
        <p:nvSpPr>
          <p:cNvPr id="641" name="Google Shape;641;p46"/>
          <p:cNvSpPr txBox="1">
            <a:spLocks noGrp="1"/>
          </p:cNvSpPr>
          <p:nvPr>
            <p:ph type="subTitle" idx="7"/>
          </p:nvPr>
        </p:nvSpPr>
        <p:spPr>
          <a:xfrm>
            <a:off x="6218627" y="1449353"/>
            <a:ext cx="2418300" cy="699300"/>
          </a:xfrm>
          <a:prstGeom prst="rect">
            <a:avLst/>
          </a:prstGeom>
        </p:spPr>
        <p:txBody>
          <a:bodyPr spcFirstLastPara="1" wrap="square" lIns="0" tIns="0" rIns="0" bIns="0" anchor="t" anchorCtr="0">
            <a:normAutofit/>
          </a:bodyPr>
          <a:lstStyle>
            <a:lvl1pPr lvl="0" algn="ctr" rtl="0">
              <a:spcBef>
                <a:spcPts val="0"/>
              </a:spcBef>
              <a:spcAft>
                <a:spcPts val="0"/>
              </a:spcAft>
              <a:buClr>
                <a:schemeClr val="dk1"/>
              </a:buClr>
              <a:buSzPts val="1100"/>
              <a:buNone/>
              <a:defRPr sz="1100"/>
            </a:lvl1pPr>
            <a:lvl2pPr lvl="1" algn="ctr" rtl="0">
              <a:spcBef>
                <a:spcPts val="0"/>
              </a:spcBef>
              <a:spcAft>
                <a:spcPts val="0"/>
              </a:spcAft>
              <a:buClr>
                <a:schemeClr val="dk1"/>
              </a:buClr>
              <a:buSzPts val="1100"/>
              <a:buNone/>
              <a:defRPr sz="1100"/>
            </a:lvl2pPr>
            <a:lvl3pPr lvl="2" algn="ctr" rtl="0">
              <a:spcBef>
                <a:spcPts val="0"/>
              </a:spcBef>
              <a:spcAft>
                <a:spcPts val="0"/>
              </a:spcAft>
              <a:buClr>
                <a:schemeClr val="dk1"/>
              </a:buClr>
              <a:buSzPts val="1100"/>
              <a:buNone/>
              <a:defRPr sz="1100"/>
            </a:lvl3pPr>
            <a:lvl4pPr lvl="3" algn="ctr" rtl="0">
              <a:spcBef>
                <a:spcPts val="0"/>
              </a:spcBef>
              <a:spcAft>
                <a:spcPts val="0"/>
              </a:spcAft>
              <a:buClr>
                <a:schemeClr val="dk1"/>
              </a:buClr>
              <a:buSzPts val="1100"/>
              <a:buNone/>
              <a:defRPr sz="1100"/>
            </a:lvl4pPr>
            <a:lvl5pPr lvl="4" algn="ctr" rtl="0">
              <a:spcBef>
                <a:spcPts val="0"/>
              </a:spcBef>
              <a:spcAft>
                <a:spcPts val="0"/>
              </a:spcAft>
              <a:buSzPts val="1100"/>
              <a:buNone/>
              <a:defRPr sz="1100"/>
            </a:lvl5pPr>
            <a:lvl6pPr lvl="5" algn="ctr" rtl="0">
              <a:spcBef>
                <a:spcPts val="0"/>
              </a:spcBef>
              <a:spcAft>
                <a:spcPts val="0"/>
              </a:spcAft>
              <a:buSzPts val="1100"/>
              <a:buNone/>
              <a:defRPr sz="1100"/>
            </a:lvl6pPr>
            <a:lvl7pPr lvl="6" algn="ctr" rtl="0">
              <a:spcBef>
                <a:spcPts val="0"/>
              </a:spcBef>
              <a:spcAft>
                <a:spcPts val="0"/>
              </a:spcAft>
              <a:buSzPts val="1100"/>
              <a:buNone/>
              <a:defRPr sz="1100"/>
            </a:lvl7pPr>
            <a:lvl8pPr lvl="7" algn="ctr" rtl="0">
              <a:spcBef>
                <a:spcPts val="0"/>
              </a:spcBef>
              <a:spcAft>
                <a:spcPts val="0"/>
              </a:spcAft>
              <a:buSzPts val="1100"/>
              <a:buNone/>
              <a:defRPr sz="1100"/>
            </a:lvl8pPr>
            <a:lvl9pPr lvl="8" algn="ctr" rtl="0">
              <a:spcBef>
                <a:spcPts val="0"/>
              </a:spcBef>
              <a:spcAft>
                <a:spcPts val="0"/>
              </a:spcAft>
              <a:buSzPts val="1100"/>
              <a:buNone/>
              <a:defRPr sz="1100"/>
            </a:lvl9pPr>
          </a:lstStyle>
          <a:p>
            <a:endParaRPr/>
          </a:p>
        </p:txBody>
      </p:sp>
      <p:sp>
        <p:nvSpPr>
          <p:cNvPr id="642" name="Google Shape;642;p46"/>
          <p:cNvSpPr txBox="1">
            <a:spLocks noGrp="1"/>
          </p:cNvSpPr>
          <p:nvPr>
            <p:ph type="subTitle" idx="8"/>
          </p:nvPr>
        </p:nvSpPr>
        <p:spPr>
          <a:xfrm>
            <a:off x="6218627" y="2847400"/>
            <a:ext cx="2418300" cy="699300"/>
          </a:xfrm>
          <a:prstGeom prst="rect">
            <a:avLst/>
          </a:prstGeom>
        </p:spPr>
        <p:txBody>
          <a:bodyPr spcFirstLastPara="1" wrap="square" lIns="0" tIns="0" rIns="0" bIns="0" anchor="t" anchorCtr="0">
            <a:normAutofit/>
          </a:bodyPr>
          <a:lstStyle>
            <a:lvl1pPr lvl="0" algn="ctr" rtl="0">
              <a:spcBef>
                <a:spcPts val="0"/>
              </a:spcBef>
              <a:spcAft>
                <a:spcPts val="0"/>
              </a:spcAft>
              <a:buClr>
                <a:schemeClr val="dk1"/>
              </a:buClr>
              <a:buSzPts val="1100"/>
              <a:buNone/>
              <a:defRPr sz="1100"/>
            </a:lvl1pPr>
            <a:lvl2pPr lvl="1" algn="ctr" rtl="0">
              <a:spcBef>
                <a:spcPts val="0"/>
              </a:spcBef>
              <a:spcAft>
                <a:spcPts val="0"/>
              </a:spcAft>
              <a:buClr>
                <a:schemeClr val="dk1"/>
              </a:buClr>
              <a:buSzPts val="1100"/>
              <a:buNone/>
              <a:defRPr sz="1100"/>
            </a:lvl2pPr>
            <a:lvl3pPr lvl="2" algn="ctr" rtl="0">
              <a:spcBef>
                <a:spcPts val="0"/>
              </a:spcBef>
              <a:spcAft>
                <a:spcPts val="0"/>
              </a:spcAft>
              <a:buClr>
                <a:schemeClr val="dk1"/>
              </a:buClr>
              <a:buSzPts val="1100"/>
              <a:buNone/>
              <a:defRPr sz="1100"/>
            </a:lvl3pPr>
            <a:lvl4pPr lvl="3" algn="ctr" rtl="0">
              <a:spcBef>
                <a:spcPts val="0"/>
              </a:spcBef>
              <a:spcAft>
                <a:spcPts val="0"/>
              </a:spcAft>
              <a:buClr>
                <a:schemeClr val="dk1"/>
              </a:buClr>
              <a:buSzPts val="1100"/>
              <a:buNone/>
              <a:defRPr sz="1100"/>
            </a:lvl4pPr>
            <a:lvl5pPr lvl="4" algn="ctr" rtl="0">
              <a:spcBef>
                <a:spcPts val="0"/>
              </a:spcBef>
              <a:spcAft>
                <a:spcPts val="0"/>
              </a:spcAft>
              <a:buSzPts val="1100"/>
              <a:buNone/>
              <a:defRPr sz="1100"/>
            </a:lvl5pPr>
            <a:lvl6pPr lvl="5" algn="ctr" rtl="0">
              <a:spcBef>
                <a:spcPts val="0"/>
              </a:spcBef>
              <a:spcAft>
                <a:spcPts val="0"/>
              </a:spcAft>
              <a:buSzPts val="1100"/>
              <a:buNone/>
              <a:defRPr sz="1100"/>
            </a:lvl6pPr>
            <a:lvl7pPr lvl="6" algn="ctr" rtl="0">
              <a:spcBef>
                <a:spcPts val="0"/>
              </a:spcBef>
              <a:spcAft>
                <a:spcPts val="0"/>
              </a:spcAft>
              <a:buSzPts val="1100"/>
              <a:buNone/>
              <a:defRPr sz="1100"/>
            </a:lvl7pPr>
            <a:lvl8pPr lvl="7" algn="ctr" rtl="0">
              <a:spcBef>
                <a:spcPts val="0"/>
              </a:spcBef>
              <a:spcAft>
                <a:spcPts val="0"/>
              </a:spcAft>
              <a:buSzPts val="1100"/>
              <a:buNone/>
              <a:defRPr sz="1100"/>
            </a:lvl8pPr>
            <a:lvl9pPr lvl="8" algn="ctr" rtl="0">
              <a:spcBef>
                <a:spcPts val="0"/>
              </a:spcBef>
              <a:spcAft>
                <a:spcPts val="0"/>
              </a:spcAft>
              <a:buSzPts val="1100"/>
              <a:buNone/>
              <a:defRPr sz="1100"/>
            </a:lvl9pPr>
          </a:lstStyle>
          <a:p>
            <a:endParaRPr/>
          </a:p>
        </p:txBody>
      </p:sp>
      <p:sp>
        <p:nvSpPr>
          <p:cNvPr id="643" name="Google Shape;643;p46"/>
          <p:cNvSpPr txBox="1">
            <a:spLocks noGrp="1"/>
          </p:cNvSpPr>
          <p:nvPr>
            <p:ph type="subTitle" idx="9"/>
          </p:nvPr>
        </p:nvSpPr>
        <p:spPr>
          <a:xfrm>
            <a:off x="6215602" y="4245447"/>
            <a:ext cx="2418300" cy="699300"/>
          </a:xfrm>
          <a:prstGeom prst="rect">
            <a:avLst/>
          </a:prstGeom>
        </p:spPr>
        <p:txBody>
          <a:bodyPr spcFirstLastPara="1" wrap="square" lIns="0" tIns="0" rIns="0" bIns="0" anchor="t" anchorCtr="0">
            <a:normAutofit/>
          </a:bodyPr>
          <a:lstStyle>
            <a:lvl1pPr lvl="0" algn="ctr" rtl="0">
              <a:spcBef>
                <a:spcPts val="0"/>
              </a:spcBef>
              <a:spcAft>
                <a:spcPts val="0"/>
              </a:spcAft>
              <a:buClr>
                <a:schemeClr val="dk1"/>
              </a:buClr>
              <a:buSzPts val="1100"/>
              <a:buNone/>
              <a:defRPr sz="1100"/>
            </a:lvl1pPr>
            <a:lvl2pPr lvl="1" algn="ctr" rtl="0">
              <a:spcBef>
                <a:spcPts val="0"/>
              </a:spcBef>
              <a:spcAft>
                <a:spcPts val="0"/>
              </a:spcAft>
              <a:buClr>
                <a:schemeClr val="dk1"/>
              </a:buClr>
              <a:buSzPts val="1100"/>
              <a:buNone/>
              <a:defRPr sz="1100"/>
            </a:lvl2pPr>
            <a:lvl3pPr lvl="2" algn="ctr" rtl="0">
              <a:spcBef>
                <a:spcPts val="0"/>
              </a:spcBef>
              <a:spcAft>
                <a:spcPts val="0"/>
              </a:spcAft>
              <a:buClr>
                <a:schemeClr val="dk1"/>
              </a:buClr>
              <a:buSzPts val="1100"/>
              <a:buNone/>
              <a:defRPr sz="1100"/>
            </a:lvl3pPr>
            <a:lvl4pPr lvl="3" algn="ctr" rtl="0">
              <a:spcBef>
                <a:spcPts val="0"/>
              </a:spcBef>
              <a:spcAft>
                <a:spcPts val="0"/>
              </a:spcAft>
              <a:buClr>
                <a:schemeClr val="dk1"/>
              </a:buClr>
              <a:buSzPts val="1100"/>
              <a:buNone/>
              <a:defRPr sz="1100"/>
            </a:lvl4pPr>
            <a:lvl5pPr lvl="4" algn="ctr" rtl="0">
              <a:spcBef>
                <a:spcPts val="0"/>
              </a:spcBef>
              <a:spcAft>
                <a:spcPts val="0"/>
              </a:spcAft>
              <a:buSzPts val="1100"/>
              <a:buNone/>
              <a:defRPr sz="1100"/>
            </a:lvl5pPr>
            <a:lvl6pPr lvl="5" algn="ctr" rtl="0">
              <a:spcBef>
                <a:spcPts val="0"/>
              </a:spcBef>
              <a:spcAft>
                <a:spcPts val="0"/>
              </a:spcAft>
              <a:buSzPts val="1100"/>
              <a:buNone/>
              <a:defRPr sz="1100"/>
            </a:lvl6pPr>
            <a:lvl7pPr lvl="6" algn="ctr" rtl="0">
              <a:spcBef>
                <a:spcPts val="0"/>
              </a:spcBef>
              <a:spcAft>
                <a:spcPts val="0"/>
              </a:spcAft>
              <a:buSzPts val="1100"/>
              <a:buNone/>
              <a:defRPr sz="1100"/>
            </a:lvl7pPr>
            <a:lvl8pPr lvl="7" algn="ctr" rtl="0">
              <a:spcBef>
                <a:spcPts val="0"/>
              </a:spcBef>
              <a:spcAft>
                <a:spcPts val="0"/>
              </a:spcAft>
              <a:buSzPts val="1100"/>
              <a:buNone/>
              <a:defRPr sz="1100"/>
            </a:lvl8pPr>
            <a:lvl9pPr lvl="8" algn="ctr" rtl="0">
              <a:spcBef>
                <a:spcPts val="0"/>
              </a:spcBef>
              <a:spcAft>
                <a:spcPts val="0"/>
              </a:spcAft>
              <a:buSzPts val="1100"/>
              <a:buNone/>
              <a:defRPr sz="1100"/>
            </a:lvl9pPr>
          </a:lstStyle>
          <a:p>
            <a:endParaRPr/>
          </a:p>
        </p:txBody>
      </p:sp>
      <p:pic>
        <p:nvPicPr>
          <p:cNvPr id="644" name="Google Shape;644;p46"/>
          <p:cNvPicPr preferRelativeResize="0"/>
          <p:nvPr/>
        </p:nvPicPr>
        <p:blipFill>
          <a:blip r:embed="rId2">
            <a:alphaModFix/>
          </a:blip>
          <a:stretch>
            <a:fillRect/>
          </a:stretch>
        </p:blipFill>
        <p:spPr>
          <a:xfrm>
            <a:off x="8565901" y="154374"/>
            <a:ext cx="424850" cy="428253"/>
          </a:xfrm>
          <a:prstGeom prst="rect">
            <a:avLst/>
          </a:prstGeom>
          <a:noFill/>
          <a:ln>
            <a:noFill/>
          </a:ln>
        </p:spPr>
      </p:pic>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matchingName="Timeline - 3">
  <p:cSld name="CUSTOM_7">
    <p:spTree>
      <p:nvGrpSpPr>
        <p:cNvPr id="1" name="Shape 645"/>
        <p:cNvGrpSpPr/>
        <p:nvPr/>
      </p:nvGrpSpPr>
      <p:grpSpPr>
        <a:xfrm>
          <a:off x="0" y="0"/>
          <a:ext cx="0" cy="0"/>
          <a:chOff x="0" y="0"/>
          <a:chExt cx="0" cy="0"/>
        </a:xfrm>
      </p:grpSpPr>
      <p:sp>
        <p:nvSpPr>
          <p:cNvPr id="646" name="Google Shape;646;p47"/>
          <p:cNvSpPr txBox="1">
            <a:spLocks noGrp="1"/>
          </p:cNvSpPr>
          <p:nvPr>
            <p:ph type="title"/>
          </p:nvPr>
        </p:nvSpPr>
        <p:spPr>
          <a:xfrm>
            <a:off x="457200" y="114300"/>
            <a:ext cx="8229600" cy="738900"/>
          </a:xfrm>
          <a:prstGeom prst="rect">
            <a:avLst/>
          </a:prstGeom>
        </p:spPr>
        <p:txBody>
          <a:bodyPr spcFirstLastPara="1" wrap="square" lIns="0" tIns="0" rIns="0" bIns="0" anchor="t" anchorCtr="0">
            <a:normAutofit/>
          </a:bodyPr>
          <a:lstStyle>
            <a:lvl1pPr lvl="0">
              <a:spcBef>
                <a:spcPts val="0"/>
              </a:spcBef>
              <a:spcAft>
                <a:spcPts val="0"/>
              </a:spcAft>
              <a:buSzPts val="34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cxnSp>
        <p:nvCxnSpPr>
          <p:cNvPr id="647" name="Google Shape;647;p47"/>
          <p:cNvCxnSpPr/>
          <p:nvPr/>
        </p:nvCxnSpPr>
        <p:spPr>
          <a:xfrm>
            <a:off x="2191625" y="1666150"/>
            <a:ext cx="0" cy="1555200"/>
          </a:xfrm>
          <a:prstGeom prst="straightConnector1">
            <a:avLst/>
          </a:prstGeom>
          <a:noFill/>
          <a:ln w="9525" cap="flat" cmpd="sng">
            <a:solidFill>
              <a:schemeClr val="accent4"/>
            </a:solidFill>
            <a:prstDash val="solid"/>
            <a:round/>
            <a:headEnd type="none" w="med" len="med"/>
            <a:tailEnd type="none" w="med" len="med"/>
          </a:ln>
        </p:spPr>
      </p:cxnSp>
      <p:cxnSp>
        <p:nvCxnSpPr>
          <p:cNvPr id="648" name="Google Shape;648;p47"/>
          <p:cNvCxnSpPr/>
          <p:nvPr/>
        </p:nvCxnSpPr>
        <p:spPr>
          <a:xfrm>
            <a:off x="4572000" y="1666150"/>
            <a:ext cx="0" cy="1555200"/>
          </a:xfrm>
          <a:prstGeom prst="straightConnector1">
            <a:avLst/>
          </a:prstGeom>
          <a:noFill/>
          <a:ln w="9525" cap="flat" cmpd="sng">
            <a:solidFill>
              <a:schemeClr val="accent4"/>
            </a:solidFill>
            <a:prstDash val="solid"/>
            <a:round/>
            <a:headEnd type="none" w="med" len="med"/>
            <a:tailEnd type="none" w="med" len="med"/>
          </a:ln>
        </p:spPr>
      </p:cxnSp>
      <p:cxnSp>
        <p:nvCxnSpPr>
          <p:cNvPr id="649" name="Google Shape;649;p47"/>
          <p:cNvCxnSpPr/>
          <p:nvPr/>
        </p:nvCxnSpPr>
        <p:spPr>
          <a:xfrm>
            <a:off x="6954625" y="1666150"/>
            <a:ext cx="0" cy="1555200"/>
          </a:xfrm>
          <a:prstGeom prst="straightConnector1">
            <a:avLst/>
          </a:prstGeom>
          <a:noFill/>
          <a:ln w="9525" cap="flat" cmpd="sng">
            <a:solidFill>
              <a:schemeClr val="accent4"/>
            </a:solidFill>
            <a:prstDash val="solid"/>
            <a:round/>
            <a:headEnd type="none" w="med" len="med"/>
            <a:tailEnd type="none" w="med" len="med"/>
          </a:ln>
        </p:spPr>
      </p:cxnSp>
      <p:cxnSp>
        <p:nvCxnSpPr>
          <p:cNvPr id="650" name="Google Shape;650;p47"/>
          <p:cNvCxnSpPr/>
          <p:nvPr/>
        </p:nvCxnSpPr>
        <p:spPr>
          <a:xfrm>
            <a:off x="6954625" y="1314650"/>
            <a:ext cx="0" cy="219600"/>
          </a:xfrm>
          <a:prstGeom prst="straightConnector1">
            <a:avLst/>
          </a:prstGeom>
          <a:noFill/>
          <a:ln w="9525" cap="flat" cmpd="sng">
            <a:solidFill>
              <a:schemeClr val="accent4"/>
            </a:solidFill>
            <a:prstDash val="solid"/>
            <a:round/>
            <a:headEnd type="none" w="med" len="med"/>
            <a:tailEnd type="none" w="med" len="med"/>
          </a:ln>
        </p:spPr>
      </p:cxnSp>
      <p:cxnSp>
        <p:nvCxnSpPr>
          <p:cNvPr id="651" name="Google Shape;651;p47"/>
          <p:cNvCxnSpPr/>
          <p:nvPr/>
        </p:nvCxnSpPr>
        <p:spPr>
          <a:xfrm>
            <a:off x="8112541" y="1314650"/>
            <a:ext cx="0" cy="219600"/>
          </a:xfrm>
          <a:prstGeom prst="straightConnector1">
            <a:avLst/>
          </a:prstGeom>
          <a:noFill/>
          <a:ln w="9525" cap="flat" cmpd="sng">
            <a:solidFill>
              <a:schemeClr val="accent4"/>
            </a:solidFill>
            <a:prstDash val="solid"/>
            <a:round/>
            <a:headEnd type="none" w="med" len="med"/>
            <a:tailEnd type="none" w="med" len="med"/>
          </a:ln>
        </p:spPr>
      </p:cxnSp>
      <p:cxnSp>
        <p:nvCxnSpPr>
          <p:cNvPr id="652" name="Google Shape;652;p47"/>
          <p:cNvCxnSpPr/>
          <p:nvPr/>
        </p:nvCxnSpPr>
        <p:spPr>
          <a:xfrm>
            <a:off x="4573125" y="1314650"/>
            <a:ext cx="0" cy="219600"/>
          </a:xfrm>
          <a:prstGeom prst="straightConnector1">
            <a:avLst/>
          </a:prstGeom>
          <a:noFill/>
          <a:ln w="9525" cap="flat" cmpd="sng">
            <a:solidFill>
              <a:schemeClr val="accent4"/>
            </a:solidFill>
            <a:prstDash val="solid"/>
            <a:round/>
            <a:headEnd type="none" w="med" len="med"/>
            <a:tailEnd type="none" w="med" len="med"/>
          </a:ln>
        </p:spPr>
      </p:cxnSp>
      <p:cxnSp>
        <p:nvCxnSpPr>
          <p:cNvPr id="653" name="Google Shape;653;p47"/>
          <p:cNvCxnSpPr/>
          <p:nvPr/>
        </p:nvCxnSpPr>
        <p:spPr>
          <a:xfrm>
            <a:off x="5761050" y="1314650"/>
            <a:ext cx="0" cy="219600"/>
          </a:xfrm>
          <a:prstGeom prst="straightConnector1">
            <a:avLst/>
          </a:prstGeom>
          <a:noFill/>
          <a:ln w="9525" cap="flat" cmpd="sng">
            <a:solidFill>
              <a:schemeClr val="accent4"/>
            </a:solidFill>
            <a:prstDash val="solid"/>
            <a:round/>
            <a:headEnd type="none" w="med" len="med"/>
            <a:tailEnd type="none" w="med" len="med"/>
          </a:ln>
        </p:spPr>
      </p:cxnSp>
      <p:cxnSp>
        <p:nvCxnSpPr>
          <p:cNvPr id="654" name="Google Shape;654;p47"/>
          <p:cNvCxnSpPr/>
          <p:nvPr/>
        </p:nvCxnSpPr>
        <p:spPr>
          <a:xfrm>
            <a:off x="3385200" y="1314650"/>
            <a:ext cx="0" cy="219600"/>
          </a:xfrm>
          <a:prstGeom prst="straightConnector1">
            <a:avLst/>
          </a:prstGeom>
          <a:noFill/>
          <a:ln w="9525" cap="flat" cmpd="sng">
            <a:solidFill>
              <a:schemeClr val="accent4"/>
            </a:solidFill>
            <a:prstDash val="solid"/>
            <a:round/>
            <a:headEnd type="none" w="med" len="med"/>
            <a:tailEnd type="none" w="med" len="med"/>
          </a:ln>
        </p:spPr>
      </p:cxnSp>
      <p:cxnSp>
        <p:nvCxnSpPr>
          <p:cNvPr id="655" name="Google Shape;655;p47"/>
          <p:cNvCxnSpPr/>
          <p:nvPr/>
        </p:nvCxnSpPr>
        <p:spPr>
          <a:xfrm>
            <a:off x="1033709" y="1314650"/>
            <a:ext cx="0" cy="219600"/>
          </a:xfrm>
          <a:prstGeom prst="straightConnector1">
            <a:avLst/>
          </a:prstGeom>
          <a:noFill/>
          <a:ln w="9525" cap="flat" cmpd="sng">
            <a:solidFill>
              <a:schemeClr val="accent4"/>
            </a:solidFill>
            <a:prstDash val="solid"/>
            <a:round/>
            <a:headEnd type="none" w="med" len="med"/>
            <a:tailEnd type="none" w="med" len="med"/>
          </a:ln>
        </p:spPr>
      </p:cxnSp>
      <p:cxnSp>
        <p:nvCxnSpPr>
          <p:cNvPr id="656" name="Google Shape;656;p47"/>
          <p:cNvCxnSpPr/>
          <p:nvPr/>
        </p:nvCxnSpPr>
        <p:spPr>
          <a:xfrm>
            <a:off x="2191625" y="1314650"/>
            <a:ext cx="0" cy="219600"/>
          </a:xfrm>
          <a:prstGeom prst="straightConnector1">
            <a:avLst/>
          </a:prstGeom>
          <a:noFill/>
          <a:ln w="9525" cap="flat" cmpd="sng">
            <a:solidFill>
              <a:schemeClr val="accent4"/>
            </a:solidFill>
            <a:prstDash val="solid"/>
            <a:round/>
            <a:headEnd type="none" w="med" len="med"/>
            <a:tailEnd type="none" w="med" len="med"/>
          </a:ln>
        </p:spPr>
      </p:cxnSp>
      <p:cxnSp>
        <p:nvCxnSpPr>
          <p:cNvPr id="657" name="Google Shape;657;p47"/>
          <p:cNvCxnSpPr/>
          <p:nvPr/>
        </p:nvCxnSpPr>
        <p:spPr>
          <a:xfrm>
            <a:off x="9" y="1600200"/>
            <a:ext cx="9158700" cy="0"/>
          </a:xfrm>
          <a:prstGeom prst="straightConnector1">
            <a:avLst/>
          </a:prstGeom>
          <a:noFill/>
          <a:ln w="19050" cap="flat" cmpd="sng">
            <a:solidFill>
              <a:schemeClr val="accent2"/>
            </a:solidFill>
            <a:prstDash val="dash"/>
            <a:round/>
            <a:headEnd type="none" w="med" len="med"/>
            <a:tailEnd type="none" w="med" len="med"/>
          </a:ln>
        </p:spPr>
      </p:cxnSp>
      <p:sp>
        <p:nvSpPr>
          <p:cNvPr id="658" name="Google Shape;658;p47"/>
          <p:cNvSpPr/>
          <p:nvPr/>
        </p:nvSpPr>
        <p:spPr>
          <a:xfrm>
            <a:off x="965468" y="1534150"/>
            <a:ext cx="132000" cy="132000"/>
          </a:xfrm>
          <a:prstGeom prst="ellipse">
            <a:avLst/>
          </a:prstGeom>
          <a:solidFill>
            <a:schemeClr val="accent1"/>
          </a:solidFill>
          <a:ln w="2857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9" name="Google Shape;659;p47"/>
          <p:cNvSpPr/>
          <p:nvPr/>
        </p:nvSpPr>
        <p:spPr>
          <a:xfrm>
            <a:off x="2125639" y="1534150"/>
            <a:ext cx="132000" cy="132000"/>
          </a:xfrm>
          <a:prstGeom prst="ellipse">
            <a:avLst/>
          </a:prstGeom>
          <a:solidFill>
            <a:schemeClr val="accent1"/>
          </a:solidFill>
          <a:ln w="2857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0" name="Google Shape;660;p47"/>
          <p:cNvSpPr/>
          <p:nvPr/>
        </p:nvSpPr>
        <p:spPr>
          <a:xfrm>
            <a:off x="3315819" y="1534150"/>
            <a:ext cx="132000" cy="132000"/>
          </a:xfrm>
          <a:prstGeom prst="ellipse">
            <a:avLst/>
          </a:prstGeom>
          <a:solidFill>
            <a:schemeClr val="accent1"/>
          </a:solidFill>
          <a:ln w="2857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1" name="Google Shape;661;p47"/>
          <p:cNvSpPr/>
          <p:nvPr/>
        </p:nvSpPr>
        <p:spPr>
          <a:xfrm>
            <a:off x="4505999" y="1534150"/>
            <a:ext cx="132000" cy="132000"/>
          </a:xfrm>
          <a:prstGeom prst="ellipse">
            <a:avLst/>
          </a:prstGeom>
          <a:solidFill>
            <a:schemeClr val="accent1"/>
          </a:solidFill>
          <a:ln w="2857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2" name="Google Shape;662;p47"/>
          <p:cNvSpPr/>
          <p:nvPr/>
        </p:nvSpPr>
        <p:spPr>
          <a:xfrm>
            <a:off x="5696179" y="1534150"/>
            <a:ext cx="132000" cy="132000"/>
          </a:xfrm>
          <a:prstGeom prst="ellipse">
            <a:avLst/>
          </a:prstGeom>
          <a:solidFill>
            <a:schemeClr val="accent1"/>
          </a:solidFill>
          <a:ln w="2857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3" name="Google Shape;663;p47"/>
          <p:cNvSpPr/>
          <p:nvPr/>
        </p:nvSpPr>
        <p:spPr>
          <a:xfrm>
            <a:off x="6886359" y="1534150"/>
            <a:ext cx="132000" cy="132000"/>
          </a:xfrm>
          <a:prstGeom prst="ellipse">
            <a:avLst/>
          </a:prstGeom>
          <a:solidFill>
            <a:schemeClr val="accent1"/>
          </a:solidFill>
          <a:ln w="2857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4" name="Google Shape;664;p47"/>
          <p:cNvSpPr/>
          <p:nvPr/>
        </p:nvSpPr>
        <p:spPr>
          <a:xfrm>
            <a:off x="8046531" y="1534150"/>
            <a:ext cx="132000" cy="132000"/>
          </a:xfrm>
          <a:prstGeom prst="ellipse">
            <a:avLst/>
          </a:prstGeom>
          <a:solidFill>
            <a:schemeClr val="accent1"/>
          </a:solidFill>
          <a:ln w="2857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5" name="Google Shape;665;p47"/>
          <p:cNvSpPr txBox="1">
            <a:spLocks noGrp="1"/>
          </p:cNvSpPr>
          <p:nvPr>
            <p:ph type="subTitle" idx="1"/>
          </p:nvPr>
        </p:nvSpPr>
        <p:spPr>
          <a:xfrm>
            <a:off x="494325" y="1065989"/>
            <a:ext cx="1078800" cy="219600"/>
          </a:xfrm>
          <a:prstGeom prst="rect">
            <a:avLst/>
          </a:prstGeom>
        </p:spPr>
        <p:txBody>
          <a:bodyPr spcFirstLastPara="1" wrap="square" lIns="0" tIns="0" rIns="0" bIns="0" anchor="t" anchorCtr="0">
            <a:normAutofit/>
          </a:bodyPr>
          <a:lstStyle>
            <a:lvl1pPr lvl="0" algn="ctr">
              <a:lnSpc>
                <a:spcPct val="100000"/>
              </a:lnSpc>
              <a:spcBef>
                <a:spcPts val="0"/>
              </a:spcBef>
              <a:spcAft>
                <a:spcPts val="0"/>
              </a:spcAft>
              <a:buClr>
                <a:schemeClr val="accent4"/>
              </a:buClr>
              <a:buSzPts val="800"/>
              <a:buNone/>
              <a:defRPr sz="800" b="1">
                <a:solidFill>
                  <a:schemeClr val="accent4"/>
                </a:solidFill>
              </a:defRPr>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a:endParaRPr/>
          </a:p>
        </p:txBody>
      </p:sp>
      <p:sp>
        <p:nvSpPr>
          <p:cNvPr id="666" name="Google Shape;666;p47"/>
          <p:cNvSpPr txBox="1">
            <a:spLocks noGrp="1"/>
          </p:cNvSpPr>
          <p:nvPr>
            <p:ph type="subTitle" idx="2"/>
          </p:nvPr>
        </p:nvSpPr>
        <p:spPr>
          <a:xfrm>
            <a:off x="1652225" y="1065989"/>
            <a:ext cx="1078800" cy="219600"/>
          </a:xfrm>
          <a:prstGeom prst="rect">
            <a:avLst/>
          </a:prstGeom>
        </p:spPr>
        <p:txBody>
          <a:bodyPr spcFirstLastPara="1" wrap="square" lIns="0" tIns="0" rIns="0" bIns="0" anchor="t" anchorCtr="0">
            <a:normAutofit/>
          </a:bodyPr>
          <a:lstStyle>
            <a:lvl1pPr lvl="0" algn="ctr" rtl="0">
              <a:lnSpc>
                <a:spcPct val="100000"/>
              </a:lnSpc>
              <a:spcBef>
                <a:spcPts val="0"/>
              </a:spcBef>
              <a:spcAft>
                <a:spcPts val="0"/>
              </a:spcAft>
              <a:buClr>
                <a:schemeClr val="accent4"/>
              </a:buClr>
              <a:buSzPts val="800"/>
              <a:buNone/>
              <a:defRPr sz="800" b="1">
                <a:solidFill>
                  <a:schemeClr val="accent4"/>
                </a:solidFill>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667" name="Google Shape;667;p47"/>
          <p:cNvSpPr txBox="1">
            <a:spLocks noGrp="1"/>
          </p:cNvSpPr>
          <p:nvPr>
            <p:ph type="subTitle" idx="3"/>
          </p:nvPr>
        </p:nvSpPr>
        <p:spPr>
          <a:xfrm>
            <a:off x="2845800" y="1065989"/>
            <a:ext cx="1078800" cy="219600"/>
          </a:xfrm>
          <a:prstGeom prst="rect">
            <a:avLst/>
          </a:prstGeom>
        </p:spPr>
        <p:txBody>
          <a:bodyPr spcFirstLastPara="1" wrap="square" lIns="0" tIns="0" rIns="0" bIns="0" anchor="t" anchorCtr="0">
            <a:normAutofit/>
          </a:bodyPr>
          <a:lstStyle>
            <a:lvl1pPr lvl="0" algn="ctr" rtl="0">
              <a:lnSpc>
                <a:spcPct val="100000"/>
              </a:lnSpc>
              <a:spcBef>
                <a:spcPts val="0"/>
              </a:spcBef>
              <a:spcAft>
                <a:spcPts val="0"/>
              </a:spcAft>
              <a:buClr>
                <a:schemeClr val="accent4"/>
              </a:buClr>
              <a:buSzPts val="800"/>
              <a:buNone/>
              <a:defRPr sz="800" b="1">
                <a:solidFill>
                  <a:schemeClr val="accent4"/>
                </a:solidFill>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668" name="Google Shape;668;p47"/>
          <p:cNvSpPr txBox="1">
            <a:spLocks noGrp="1"/>
          </p:cNvSpPr>
          <p:nvPr>
            <p:ph type="subTitle" idx="4"/>
          </p:nvPr>
        </p:nvSpPr>
        <p:spPr>
          <a:xfrm>
            <a:off x="4039375" y="1065989"/>
            <a:ext cx="1078800" cy="219600"/>
          </a:xfrm>
          <a:prstGeom prst="rect">
            <a:avLst/>
          </a:prstGeom>
        </p:spPr>
        <p:txBody>
          <a:bodyPr spcFirstLastPara="1" wrap="square" lIns="0" tIns="0" rIns="0" bIns="0" anchor="t" anchorCtr="0">
            <a:normAutofit/>
          </a:bodyPr>
          <a:lstStyle>
            <a:lvl1pPr lvl="0" algn="ctr" rtl="0">
              <a:lnSpc>
                <a:spcPct val="100000"/>
              </a:lnSpc>
              <a:spcBef>
                <a:spcPts val="0"/>
              </a:spcBef>
              <a:spcAft>
                <a:spcPts val="0"/>
              </a:spcAft>
              <a:buClr>
                <a:schemeClr val="accent4"/>
              </a:buClr>
              <a:buSzPts val="800"/>
              <a:buNone/>
              <a:defRPr sz="800" b="1">
                <a:solidFill>
                  <a:schemeClr val="accent4"/>
                </a:solidFill>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669" name="Google Shape;669;p47"/>
          <p:cNvSpPr txBox="1">
            <a:spLocks noGrp="1"/>
          </p:cNvSpPr>
          <p:nvPr>
            <p:ph type="subTitle" idx="5"/>
          </p:nvPr>
        </p:nvSpPr>
        <p:spPr>
          <a:xfrm>
            <a:off x="5232950" y="1065989"/>
            <a:ext cx="1078800" cy="219600"/>
          </a:xfrm>
          <a:prstGeom prst="rect">
            <a:avLst/>
          </a:prstGeom>
        </p:spPr>
        <p:txBody>
          <a:bodyPr spcFirstLastPara="1" wrap="square" lIns="0" tIns="0" rIns="0" bIns="0" anchor="t" anchorCtr="0">
            <a:normAutofit/>
          </a:bodyPr>
          <a:lstStyle>
            <a:lvl1pPr lvl="0" algn="ctr" rtl="0">
              <a:lnSpc>
                <a:spcPct val="100000"/>
              </a:lnSpc>
              <a:spcBef>
                <a:spcPts val="0"/>
              </a:spcBef>
              <a:spcAft>
                <a:spcPts val="0"/>
              </a:spcAft>
              <a:buClr>
                <a:schemeClr val="accent4"/>
              </a:buClr>
              <a:buSzPts val="800"/>
              <a:buNone/>
              <a:defRPr sz="800" b="1">
                <a:solidFill>
                  <a:schemeClr val="accent4"/>
                </a:solidFill>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670" name="Google Shape;670;p47"/>
          <p:cNvSpPr txBox="1">
            <a:spLocks noGrp="1"/>
          </p:cNvSpPr>
          <p:nvPr>
            <p:ph type="subTitle" idx="6"/>
          </p:nvPr>
        </p:nvSpPr>
        <p:spPr>
          <a:xfrm>
            <a:off x="6426525" y="1065989"/>
            <a:ext cx="1078800" cy="219600"/>
          </a:xfrm>
          <a:prstGeom prst="rect">
            <a:avLst/>
          </a:prstGeom>
        </p:spPr>
        <p:txBody>
          <a:bodyPr spcFirstLastPara="1" wrap="square" lIns="0" tIns="0" rIns="0" bIns="0" anchor="t" anchorCtr="0">
            <a:normAutofit/>
          </a:bodyPr>
          <a:lstStyle>
            <a:lvl1pPr lvl="0" algn="ctr" rtl="0">
              <a:lnSpc>
                <a:spcPct val="100000"/>
              </a:lnSpc>
              <a:spcBef>
                <a:spcPts val="0"/>
              </a:spcBef>
              <a:spcAft>
                <a:spcPts val="0"/>
              </a:spcAft>
              <a:buClr>
                <a:schemeClr val="accent4"/>
              </a:buClr>
              <a:buSzPts val="800"/>
              <a:buNone/>
              <a:defRPr sz="800" b="1">
                <a:solidFill>
                  <a:schemeClr val="accent4"/>
                </a:solidFill>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671" name="Google Shape;671;p47"/>
          <p:cNvSpPr txBox="1">
            <a:spLocks noGrp="1"/>
          </p:cNvSpPr>
          <p:nvPr>
            <p:ph type="subTitle" idx="7"/>
          </p:nvPr>
        </p:nvSpPr>
        <p:spPr>
          <a:xfrm>
            <a:off x="7584425" y="1065989"/>
            <a:ext cx="1078800" cy="219600"/>
          </a:xfrm>
          <a:prstGeom prst="rect">
            <a:avLst/>
          </a:prstGeom>
        </p:spPr>
        <p:txBody>
          <a:bodyPr spcFirstLastPara="1" wrap="square" lIns="0" tIns="0" rIns="0" bIns="0" anchor="t" anchorCtr="0">
            <a:normAutofit/>
          </a:bodyPr>
          <a:lstStyle>
            <a:lvl1pPr lvl="0" algn="ctr" rtl="0">
              <a:lnSpc>
                <a:spcPct val="100000"/>
              </a:lnSpc>
              <a:spcBef>
                <a:spcPts val="0"/>
              </a:spcBef>
              <a:spcAft>
                <a:spcPts val="0"/>
              </a:spcAft>
              <a:buClr>
                <a:schemeClr val="accent4"/>
              </a:buClr>
              <a:buSzPts val="800"/>
              <a:buNone/>
              <a:defRPr sz="800" b="1">
                <a:solidFill>
                  <a:schemeClr val="accent4"/>
                </a:solidFill>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672" name="Google Shape;672;p47"/>
          <p:cNvSpPr txBox="1">
            <a:spLocks noGrp="1"/>
          </p:cNvSpPr>
          <p:nvPr>
            <p:ph type="subTitle" idx="8"/>
          </p:nvPr>
        </p:nvSpPr>
        <p:spPr>
          <a:xfrm>
            <a:off x="63075" y="1888300"/>
            <a:ext cx="1941300" cy="266100"/>
          </a:xfrm>
          <a:prstGeom prst="rect">
            <a:avLst/>
          </a:prstGeom>
        </p:spPr>
        <p:txBody>
          <a:bodyPr spcFirstLastPara="1" wrap="square" lIns="0" tIns="0" rIns="0" bIns="0" anchor="t" anchorCtr="0">
            <a:normAutofit/>
          </a:bodyPr>
          <a:lstStyle>
            <a:lvl1pPr lvl="0" algn="ctr">
              <a:lnSpc>
                <a:spcPct val="100000"/>
              </a:lnSpc>
              <a:spcBef>
                <a:spcPts val="0"/>
              </a:spcBef>
              <a:spcAft>
                <a:spcPts val="0"/>
              </a:spcAft>
              <a:buSzPts val="900"/>
              <a:buNone/>
              <a:defRPr sz="900" b="1"/>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a:endParaRPr/>
          </a:p>
        </p:txBody>
      </p:sp>
      <p:sp>
        <p:nvSpPr>
          <p:cNvPr id="673" name="Google Shape;673;p47"/>
          <p:cNvSpPr txBox="1">
            <a:spLocks noGrp="1"/>
          </p:cNvSpPr>
          <p:nvPr>
            <p:ph type="body" idx="9"/>
          </p:nvPr>
        </p:nvSpPr>
        <p:spPr>
          <a:xfrm>
            <a:off x="192075" y="2162724"/>
            <a:ext cx="1683300" cy="986700"/>
          </a:xfrm>
          <a:prstGeom prst="rect">
            <a:avLst/>
          </a:prstGeom>
        </p:spPr>
        <p:txBody>
          <a:bodyPr spcFirstLastPara="1" wrap="square" lIns="0" tIns="0" rIns="0" bIns="0" anchor="t" anchorCtr="0">
            <a:normAutofit/>
          </a:bodyPr>
          <a:lstStyle>
            <a:lvl1pPr marL="457200" lvl="0" indent="-279400">
              <a:spcBef>
                <a:spcPts val="0"/>
              </a:spcBef>
              <a:spcAft>
                <a:spcPts val="0"/>
              </a:spcAft>
              <a:buSzPts val="800"/>
              <a:buChar char="■"/>
              <a:defRPr sz="800"/>
            </a:lvl1pPr>
            <a:lvl2pPr marL="914400" lvl="1" indent="-279400">
              <a:spcBef>
                <a:spcPts val="0"/>
              </a:spcBef>
              <a:spcAft>
                <a:spcPts val="0"/>
              </a:spcAft>
              <a:buSzPts val="800"/>
              <a:buChar char="■"/>
              <a:defRPr sz="800"/>
            </a:lvl2pPr>
            <a:lvl3pPr marL="1371600" lvl="2" indent="-279400">
              <a:spcBef>
                <a:spcPts val="0"/>
              </a:spcBef>
              <a:spcAft>
                <a:spcPts val="0"/>
              </a:spcAft>
              <a:buSzPts val="800"/>
              <a:buChar char="■"/>
              <a:defRPr sz="800"/>
            </a:lvl3pPr>
            <a:lvl4pPr marL="1828800" lvl="3" indent="-279400">
              <a:spcBef>
                <a:spcPts val="0"/>
              </a:spcBef>
              <a:spcAft>
                <a:spcPts val="0"/>
              </a:spcAft>
              <a:buSzPts val="800"/>
              <a:buChar char="●"/>
              <a:defRPr sz="800"/>
            </a:lvl4pPr>
            <a:lvl5pPr marL="2286000" lvl="4" indent="-279400">
              <a:spcBef>
                <a:spcPts val="0"/>
              </a:spcBef>
              <a:spcAft>
                <a:spcPts val="0"/>
              </a:spcAft>
              <a:buSzPts val="800"/>
              <a:buChar char="○"/>
              <a:defRPr sz="800"/>
            </a:lvl5pPr>
            <a:lvl6pPr marL="2743200" lvl="5" indent="-279400">
              <a:spcBef>
                <a:spcPts val="0"/>
              </a:spcBef>
              <a:spcAft>
                <a:spcPts val="0"/>
              </a:spcAft>
              <a:buSzPts val="800"/>
              <a:buChar char="■"/>
              <a:defRPr sz="800"/>
            </a:lvl6pPr>
            <a:lvl7pPr marL="3200400" lvl="6" indent="-279400">
              <a:spcBef>
                <a:spcPts val="0"/>
              </a:spcBef>
              <a:spcAft>
                <a:spcPts val="0"/>
              </a:spcAft>
              <a:buSzPts val="800"/>
              <a:buChar char="●"/>
              <a:defRPr sz="800"/>
            </a:lvl7pPr>
            <a:lvl8pPr marL="3657600" lvl="7" indent="-279400">
              <a:spcBef>
                <a:spcPts val="0"/>
              </a:spcBef>
              <a:spcAft>
                <a:spcPts val="0"/>
              </a:spcAft>
              <a:buSzPts val="800"/>
              <a:buChar char="○"/>
              <a:defRPr sz="800"/>
            </a:lvl8pPr>
            <a:lvl9pPr marL="4114800" lvl="8" indent="-279400">
              <a:spcBef>
                <a:spcPts val="0"/>
              </a:spcBef>
              <a:spcAft>
                <a:spcPts val="0"/>
              </a:spcAft>
              <a:buSzPts val="800"/>
              <a:buChar char="■"/>
              <a:defRPr sz="800"/>
            </a:lvl9pPr>
          </a:lstStyle>
          <a:p>
            <a:endParaRPr/>
          </a:p>
        </p:txBody>
      </p:sp>
      <p:sp>
        <p:nvSpPr>
          <p:cNvPr id="674" name="Google Shape;674;p47"/>
          <p:cNvSpPr txBox="1">
            <a:spLocks noGrp="1"/>
          </p:cNvSpPr>
          <p:nvPr>
            <p:ph type="subTitle" idx="13"/>
          </p:nvPr>
        </p:nvSpPr>
        <p:spPr>
          <a:xfrm>
            <a:off x="2414550" y="1888300"/>
            <a:ext cx="1941300" cy="266100"/>
          </a:xfrm>
          <a:prstGeom prst="rect">
            <a:avLst/>
          </a:prstGeom>
        </p:spPr>
        <p:txBody>
          <a:bodyPr spcFirstLastPara="1" wrap="square" lIns="0" tIns="0" rIns="0" bIns="0" anchor="t" anchorCtr="0">
            <a:normAutofit/>
          </a:bodyPr>
          <a:lstStyle>
            <a:lvl1pPr lvl="0" algn="ctr" rtl="0">
              <a:lnSpc>
                <a:spcPct val="100000"/>
              </a:lnSpc>
              <a:spcBef>
                <a:spcPts val="0"/>
              </a:spcBef>
              <a:spcAft>
                <a:spcPts val="0"/>
              </a:spcAft>
              <a:buSzPts val="900"/>
              <a:buNone/>
              <a:defRPr sz="900" b="1"/>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675" name="Google Shape;675;p47"/>
          <p:cNvSpPr txBox="1">
            <a:spLocks noGrp="1"/>
          </p:cNvSpPr>
          <p:nvPr>
            <p:ph type="body" idx="14"/>
          </p:nvPr>
        </p:nvSpPr>
        <p:spPr>
          <a:xfrm>
            <a:off x="2543550" y="2162724"/>
            <a:ext cx="1683300" cy="986700"/>
          </a:xfrm>
          <a:prstGeom prst="rect">
            <a:avLst/>
          </a:prstGeom>
        </p:spPr>
        <p:txBody>
          <a:bodyPr spcFirstLastPara="1" wrap="square" lIns="0" tIns="0" rIns="0" bIns="0" anchor="t" anchorCtr="0">
            <a:normAutofit/>
          </a:bodyPr>
          <a:lstStyle>
            <a:lvl1pPr marL="457200" lvl="0" indent="-279400" rtl="0">
              <a:spcBef>
                <a:spcPts val="0"/>
              </a:spcBef>
              <a:spcAft>
                <a:spcPts val="0"/>
              </a:spcAft>
              <a:buSzPts val="800"/>
              <a:buChar char="■"/>
              <a:defRPr sz="800"/>
            </a:lvl1pPr>
            <a:lvl2pPr marL="914400" lvl="1" indent="-279400" rtl="0">
              <a:spcBef>
                <a:spcPts val="0"/>
              </a:spcBef>
              <a:spcAft>
                <a:spcPts val="0"/>
              </a:spcAft>
              <a:buSzPts val="800"/>
              <a:buChar char="■"/>
              <a:defRPr sz="800"/>
            </a:lvl2pPr>
            <a:lvl3pPr marL="1371600" lvl="2" indent="-279400" rtl="0">
              <a:spcBef>
                <a:spcPts val="0"/>
              </a:spcBef>
              <a:spcAft>
                <a:spcPts val="0"/>
              </a:spcAft>
              <a:buSzPts val="800"/>
              <a:buChar char="■"/>
              <a:defRPr sz="800"/>
            </a:lvl3pPr>
            <a:lvl4pPr marL="1828800" lvl="3" indent="-279400" rtl="0">
              <a:spcBef>
                <a:spcPts val="0"/>
              </a:spcBef>
              <a:spcAft>
                <a:spcPts val="0"/>
              </a:spcAft>
              <a:buSzPts val="800"/>
              <a:buChar char="●"/>
              <a:defRPr sz="800"/>
            </a:lvl4pPr>
            <a:lvl5pPr marL="2286000" lvl="4" indent="-279400" rtl="0">
              <a:spcBef>
                <a:spcPts val="0"/>
              </a:spcBef>
              <a:spcAft>
                <a:spcPts val="0"/>
              </a:spcAft>
              <a:buSzPts val="800"/>
              <a:buChar char="○"/>
              <a:defRPr sz="800"/>
            </a:lvl5pPr>
            <a:lvl6pPr marL="2743200" lvl="5" indent="-279400" rtl="0">
              <a:spcBef>
                <a:spcPts val="0"/>
              </a:spcBef>
              <a:spcAft>
                <a:spcPts val="0"/>
              </a:spcAft>
              <a:buSzPts val="800"/>
              <a:buChar char="■"/>
              <a:defRPr sz="800"/>
            </a:lvl6pPr>
            <a:lvl7pPr marL="3200400" lvl="6" indent="-279400" rtl="0">
              <a:spcBef>
                <a:spcPts val="0"/>
              </a:spcBef>
              <a:spcAft>
                <a:spcPts val="0"/>
              </a:spcAft>
              <a:buSzPts val="800"/>
              <a:buChar char="●"/>
              <a:defRPr sz="800"/>
            </a:lvl7pPr>
            <a:lvl8pPr marL="3657600" lvl="7" indent="-279400" rtl="0">
              <a:spcBef>
                <a:spcPts val="0"/>
              </a:spcBef>
              <a:spcAft>
                <a:spcPts val="0"/>
              </a:spcAft>
              <a:buSzPts val="800"/>
              <a:buChar char="○"/>
              <a:defRPr sz="800"/>
            </a:lvl8pPr>
            <a:lvl9pPr marL="4114800" lvl="8" indent="-279400" rtl="0">
              <a:spcBef>
                <a:spcPts val="0"/>
              </a:spcBef>
              <a:spcAft>
                <a:spcPts val="0"/>
              </a:spcAft>
              <a:buSzPts val="800"/>
              <a:buChar char="■"/>
              <a:defRPr sz="800"/>
            </a:lvl9pPr>
          </a:lstStyle>
          <a:p>
            <a:endParaRPr/>
          </a:p>
        </p:txBody>
      </p:sp>
      <p:sp>
        <p:nvSpPr>
          <p:cNvPr id="676" name="Google Shape;676;p47"/>
          <p:cNvSpPr txBox="1">
            <a:spLocks noGrp="1"/>
          </p:cNvSpPr>
          <p:nvPr>
            <p:ph type="subTitle" idx="15"/>
          </p:nvPr>
        </p:nvSpPr>
        <p:spPr>
          <a:xfrm>
            <a:off x="4792663" y="1888300"/>
            <a:ext cx="1941300" cy="266100"/>
          </a:xfrm>
          <a:prstGeom prst="rect">
            <a:avLst/>
          </a:prstGeom>
        </p:spPr>
        <p:txBody>
          <a:bodyPr spcFirstLastPara="1" wrap="square" lIns="0" tIns="0" rIns="0" bIns="0" anchor="t" anchorCtr="0">
            <a:normAutofit/>
          </a:bodyPr>
          <a:lstStyle>
            <a:lvl1pPr lvl="0" algn="ctr" rtl="0">
              <a:lnSpc>
                <a:spcPct val="100000"/>
              </a:lnSpc>
              <a:spcBef>
                <a:spcPts val="0"/>
              </a:spcBef>
              <a:spcAft>
                <a:spcPts val="0"/>
              </a:spcAft>
              <a:buSzPts val="900"/>
              <a:buNone/>
              <a:defRPr sz="900" b="1"/>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677" name="Google Shape;677;p47"/>
          <p:cNvSpPr txBox="1">
            <a:spLocks noGrp="1"/>
          </p:cNvSpPr>
          <p:nvPr>
            <p:ph type="body" idx="16"/>
          </p:nvPr>
        </p:nvSpPr>
        <p:spPr>
          <a:xfrm>
            <a:off x="4921663" y="2162724"/>
            <a:ext cx="1683300" cy="986700"/>
          </a:xfrm>
          <a:prstGeom prst="rect">
            <a:avLst/>
          </a:prstGeom>
        </p:spPr>
        <p:txBody>
          <a:bodyPr spcFirstLastPara="1" wrap="square" lIns="0" tIns="0" rIns="0" bIns="0" anchor="t" anchorCtr="0">
            <a:normAutofit/>
          </a:bodyPr>
          <a:lstStyle>
            <a:lvl1pPr marL="457200" lvl="0" indent="-279400" rtl="0">
              <a:spcBef>
                <a:spcPts val="0"/>
              </a:spcBef>
              <a:spcAft>
                <a:spcPts val="0"/>
              </a:spcAft>
              <a:buSzPts val="800"/>
              <a:buChar char="■"/>
              <a:defRPr sz="800"/>
            </a:lvl1pPr>
            <a:lvl2pPr marL="914400" lvl="1" indent="-279400" rtl="0">
              <a:spcBef>
                <a:spcPts val="0"/>
              </a:spcBef>
              <a:spcAft>
                <a:spcPts val="0"/>
              </a:spcAft>
              <a:buSzPts val="800"/>
              <a:buChar char="■"/>
              <a:defRPr sz="800"/>
            </a:lvl2pPr>
            <a:lvl3pPr marL="1371600" lvl="2" indent="-279400" rtl="0">
              <a:spcBef>
                <a:spcPts val="0"/>
              </a:spcBef>
              <a:spcAft>
                <a:spcPts val="0"/>
              </a:spcAft>
              <a:buSzPts val="800"/>
              <a:buChar char="■"/>
              <a:defRPr sz="800"/>
            </a:lvl3pPr>
            <a:lvl4pPr marL="1828800" lvl="3" indent="-279400" rtl="0">
              <a:spcBef>
                <a:spcPts val="0"/>
              </a:spcBef>
              <a:spcAft>
                <a:spcPts val="0"/>
              </a:spcAft>
              <a:buSzPts val="800"/>
              <a:buChar char="●"/>
              <a:defRPr sz="800"/>
            </a:lvl4pPr>
            <a:lvl5pPr marL="2286000" lvl="4" indent="-279400" rtl="0">
              <a:spcBef>
                <a:spcPts val="0"/>
              </a:spcBef>
              <a:spcAft>
                <a:spcPts val="0"/>
              </a:spcAft>
              <a:buSzPts val="800"/>
              <a:buChar char="○"/>
              <a:defRPr sz="800"/>
            </a:lvl5pPr>
            <a:lvl6pPr marL="2743200" lvl="5" indent="-279400" rtl="0">
              <a:spcBef>
                <a:spcPts val="0"/>
              </a:spcBef>
              <a:spcAft>
                <a:spcPts val="0"/>
              </a:spcAft>
              <a:buSzPts val="800"/>
              <a:buChar char="■"/>
              <a:defRPr sz="800"/>
            </a:lvl6pPr>
            <a:lvl7pPr marL="3200400" lvl="6" indent="-279400" rtl="0">
              <a:spcBef>
                <a:spcPts val="0"/>
              </a:spcBef>
              <a:spcAft>
                <a:spcPts val="0"/>
              </a:spcAft>
              <a:buSzPts val="800"/>
              <a:buChar char="●"/>
              <a:defRPr sz="800"/>
            </a:lvl7pPr>
            <a:lvl8pPr marL="3657600" lvl="7" indent="-279400" rtl="0">
              <a:spcBef>
                <a:spcPts val="0"/>
              </a:spcBef>
              <a:spcAft>
                <a:spcPts val="0"/>
              </a:spcAft>
              <a:buSzPts val="800"/>
              <a:buChar char="○"/>
              <a:defRPr sz="800"/>
            </a:lvl8pPr>
            <a:lvl9pPr marL="4114800" lvl="8" indent="-279400" rtl="0">
              <a:spcBef>
                <a:spcPts val="0"/>
              </a:spcBef>
              <a:spcAft>
                <a:spcPts val="0"/>
              </a:spcAft>
              <a:buSzPts val="800"/>
              <a:buChar char="■"/>
              <a:defRPr sz="800"/>
            </a:lvl9pPr>
          </a:lstStyle>
          <a:p>
            <a:endParaRPr/>
          </a:p>
        </p:txBody>
      </p:sp>
      <p:sp>
        <p:nvSpPr>
          <p:cNvPr id="678" name="Google Shape;678;p47"/>
          <p:cNvSpPr txBox="1">
            <a:spLocks noGrp="1"/>
          </p:cNvSpPr>
          <p:nvPr>
            <p:ph type="subTitle" idx="17"/>
          </p:nvPr>
        </p:nvSpPr>
        <p:spPr>
          <a:xfrm>
            <a:off x="7134580" y="1888300"/>
            <a:ext cx="1941300" cy="266100"/>
          </a:xfrm>
          <a:prstGeom prst="rect">
            <a:avLst/>
          </a:prstGeom>
        </p:spPr>
        <p:txBody>
          <a:bodyPr spcFirstLastPara="1" wrap="square" lIns="0" tIns="0" rIns="0" bIns="0" anchor="t" anchorCtr="0">
            <a:normAutofit/>
          </a:bodyPr>
          <a:lstStyle>
            <a:lvl1pPr lvl="0" algn="ctr" rtl="0">
              <a:lnSpc>
                <a:spcPct val="100000"/>
              </a:lnSpc>
              <a:spcBef>
                <a:spcPts val="0"/>
              </a:spcBef>
              <a:spcAft>
                <a:spcPts val="0"/>
              </a:spcAft>
              <a:buSzPts val="900"/>
              <a:buNone/>
              <a:defRPr sz="900" b="1"/>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679" name="Google Shape;679;p47"/>
          <p:cNvSpPr txBox="1">
            <a:spLocks noGrp="1"/>
          </p:cNvSpPr>
          <p:nvPr>
            <p:ph type="body" idx="18"/>
          </p:nvPr>
        </p:nvSpPr>
        <p:spPr>
          <a:xfrm>
            <a:off x="7263580" y="2162724"/>
            <a:ext cx="1683300" cy="986700"/>
          </a:xfrm>
          <a:prstGeom prst="rect">
            <a:avLst/>
          </a:prstGeom>
        </p:spPr>
        <p:txBody>
          <a:bodyPr spcFirstLastPara="1" wrap="square" lIns="0" tIns="0" rIns="0" bIns="0" anchor="t" anchorCtr="0">
            <a:normAutofit/>
          </a:bodyPr>
          <a:lstStyle>
            <a:lvl1pPr marL="457200" lvl="0" indent="-279400" rtl="0">
              <a:spcBef>
                <a:spcPts val="0"/>
              </a:spcBef>
              <a:spcAft>
                <a:spcPts val="0"/>
              </a:spcAft>
              <a:buSzPts val="800"/>
              <a:buChar char="■"/>
              <a:defRPr sz="800"/>
            </a:lvl1pPr>
            <a:lvl2pPr marL="914400" lvl="1" indent="-279400" rtl="0">
              <a:spcBef>
                <a:spcPts val="0"/>
              </a:spcBef>
              <a:spcAft>
                <a:spcPts val="0"/>
              </a:spcAft>
              <a:buSzPts val="800"/>
              <a:buChar char="■"/>
              <a:defRPr sz="800"/>
            </a:lvl2pPr>
            <a:lvl3pPr marL="1371600" lvl="2" indent="-279400" rtl="0">
              <a:spcBef>
                <a:spcPts val="0"/>
              </a:spcBef>
              <a:spcAft>
                <a:spcPts val="0"/>
              </a:spcAft>
              <a:buSzPts val="800"/>
              <a:buChar char="■"/>
              <a:defRPr sz="800"/>
            </a:lvl3pPr>
            <a:lvl4pPr marL="1828800" lvl="3" indent="-279400" rtl="0">
              <a:spcBef>
                <a:spcPts val="0"/>
              </a:spcBef>
              <a:spcAft>
                <a:spcPts val="0"/>
              </a:spcAft>
              <a:buSzPts val="800"/>
              <a:buChar char="●"/>
              <a:defRPr sz="800"/>
            </a:lvl4pPr>
            <a:lvl5pPr marL="2286000" lvl="4" indent="-279400" rtl="0">
              <a:spcBef>
                <a:spcPts val="0"/>
              </a:spcBef>
              <a:spcAft>
                <a:spcPts val="0"/>
              </a:spcAft>
              <a:buSzPts val="800"/>
              <a:buChar char="○"/>
              <a:defRPr sz="800"/>
            </a:lvl5pPr>
            <a:lvl6pPr marL="2743200" lvl="5" indent="-279400" rtl="0">
              <a:spcBef>
                <a:spcPts val="0"/>
              </a:spcBef>
              <a:spcAft>
                <a:spcPts val="0"/>
              </a:spcAft>
              <a:buSzPts val="800"/>
              <a:buChar char="■"/>
              <a:defRPr sz="800"/>
            </a:lvl6pPr>
            <a:lvl7pPr marL="3200400" lvl="6" indent="-279400" rtl="0">
              <a:spcBef>
                <a:spcPts val="0"/>
              </a:spcBef>
              <a:spcAft>
                <a:spcPts val="0"/>
              </a:spcAft>
              <a:buSzPts val="800"/>
              <a:buChar char="●"/>
              <a:defRPr sz="800"/>
            </a:lvl7pPr>
            <a:lvl8pPr marL="3657600" lvl="7" indent="-279400" rtl="0">
              <a:spcBef>
                <a:spcPts val="0"/>
              </a:spcBef>
              <a:spcAft>
                <a:spcPts val="0"/>
              </a:spcAft>
              <a:buSzPts val="800"/>
              <a:buChar char="○"/>
              <a:defRPr sz="800"/>
            </a:lvl8pPr>
            <a:lvl9pPr marL="4114800" lvl="8" indent="-279400" rtl="0">
              <a:spcBef>
                <a:spcPts val="0"/>
              </a:spcBef>
              <a:spcAft>
                <a:spcPts val="0"/>
              </a:spcAft>
              <a:buSzPts val="800"/>
              <a:buChar char="■"/>
              <a:defRPr sz="800"/>
            </a:lvl9pPr>
          </a:lstStyle>
          <a:p>
            <a:endParaRPr/>
          </a:p>
        </p:txBody>
      </p:sp>
      <p:sp>
        <p:nvSpPr>
          <p:cNvPr id="680" name="Google Shape;680;p47"/>
          <p:cNvSpPr txBox="1">
            <a:spLocks noGrp="1"/>
          </p:cNvSpPr>
          <p:nvPr>
            <p:ph type="subTitle" idx="19"/>
          </p:nvPr>
        </p:nvSpPr>
        <p:spPr>
          <a:xfrm>
            <a:off x="1221000" y="3421075"/>
            <a:ext cx="1941300" cy="266100"/>
          </a:xfrm>
          <a:prstGeom prst="rect">
            <a:avLst/>
          </a:prstGeom>
        </p:spPr>
        <p:txBody>
          <a:bodyPr spcFirstLastPara="1" wrap="square" lIns="0" tIns="0" rIns="0" bIns="0" anchor="t" anchorCtr="0">
            <a:normAutofit/>
          </a:bodyPr>
          <a:lstStyle>
            <a:lvl1pPr lvl="0" algn="ctr" rtl="0">
              <a:lnSpc>
                <a:spcPct val="100000"/>
              </a:lnSpc>
              <a:spcBef>
                <a:spcPts val="0"/>
              </a:spcBef>
              <a:spcAft>
                <a:spcPts val="0"/>
              </a:spcAft>
              <a:buSzPts val="900"/>
              <a:buNone/>
              <a:defRPr sz="900" b="1"/>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681" name="Google Shape;681;p47"/>
          <p:cNvSpPr txBox="1">
            <a:spLocks noGrp="1"/>
          </p:cNvSpPr>
          <p:nvPr>
            <p:ph type="body" idx="20"/>
          </p:nvPr>
        </p:nvSpPr>
        <p:spPr>
          <a:xfrm>
            <a:off x="1350000" y="3695499"/>
            <a:ext cx="1683300" cy="986700"/>
          </a:xfrm>
          <a:prstGeom prst="rect">
            <a:avLst/>
          </a:prstGeom>
        </p:spPr>
        <p:txBody>
          <a:bodyPr spcFirstLastPara="1" wrap="square" lIns="0" tIns="0" rIns="0" bIns="0" anchor="t" anchorCtr="0">
            <a:normAutofit/>
          </a:bodyPr>
          <a:lstStyle>
            <a:lvl1pPr marL="457200" lvl="0" indent="-279400" rtl="0">
              <a:spcBef>
                <a:spcPts val="0"/>
              </a:spcBef>
              <a:spcAft>
                <a:spcPts val="0"/>
              </a:spcAft>
              <a:buSzPts val="800"/>
              <a:buChar char="■"/>
              <a:defRPr sz="800"/>
            </a:lvl1pPr>
            <a:lvl2pPr marL="914400" lvl="1" indent="-279400" rtl="0">
              <a:spcBef>
                <a:spcPts val="0"/>
              </a:spcBef>
              <a:spcAft>
                <a:spcPts val="0"/>
              </a:spcAft>
              <a:buSzPts val="800"/>
              <a:buChar char="■"/>
              <a:defRPr sz="800"/>
            </a:lvl2pPr>
            <a:lvl3pPr marL="1371600" lvl="2" indent="-279400" rtl="0">
              <a:spcBef>
                <a:spcPts val="0"/>
              </a:spcBef>
              <a:spcAft>
                <a:spcPts val="0"/>
              </a:spcAft>
              <a:buSzPts val="800"/>
              <a:buChar char="■"/>
              <a:defRPr sz="800"/>
            </a:lvl3pPr>
            <a:lvl4pPr marL="1828800" lvl="3" indent="-279400" rtl="0">
              <a:spcBef>
                <a:spcPts val="0"/>
              </a:spcBef>
              <a:spcAft>
                <a:spcPts val="0"/>
              </a:spcAft>
              <a:buSzPts val="800"/>
              <a:buChar char="●"/>
              <a:defRPr sz="800"/>
            </a:lvl4pPr>
            <a:lvl5pPr marL="2286000" lvl="4" indent="-279400" rtl="0">
              <a:spcBef>
                <a:spcPts val="0"/>
              </a:spcBef>
              <a:spcAft>
                <a:spcPts val="0"/>
              </a:spcAft>
              <a:buSzPts val="800"/>
              <a:buChar char="○"/>
              <a:defRPr sz="800"/>
            </a:lvl5pPr>
            <a:lvl6pPr marL="2743200" lvl="5" indent="-279400" rtl="0">
              <a:spcBef>
                <a:spcPts val="0"/>
              </a:spcBef>
              <a:spcAft>
                <a:spcPts val="0"/>
              </a:spcAft>
              <a:buSzPts val="800"/>
              <a:buChar char="■"/>
              <a:defRPr sz="800"/>
            </a:lvl6pPr>
            <a:lvl7pPr marL="3200400" lvl="6" indent="-279400" rtl="0">
              <a:spcBef>
                <a:spcPts val="0"/>
              </a:spcBef>
              <a:spcAft>
                <a:spcPts val="0"/>
              </a:spcAft>
              <a:buSzPts val="800"/>
              <a:buChar char="●"/>
              <a:defRPr sz="800"/>
            </a:lvl7pPr>
            <a:lvl8pPr marL="3657600" lvl="7" indent="-279400" rtl="0">
              <a:spcBef>
                <a:spcPts val="0"/>
              </a:spcBef>
              <a:spcAft>
                <a:spcPts val="0"/>
              </a:spcAft>
              <a:buSzPts val="800"/>
              <a:buChar char="○"/>
              <a:defRPr sz="800"/>
            </a:lvl8pPr>
            <a:lvl9pPr marL="4114800" lvl="8" indent="-279400" rtl="0">
              <a:spcBef>
                <a:spcPts val="0"/>
              </a:spcBef>
              <a:spcAft>
                <a:spcPts val="0"/>
              </a:spcAft>
              <a:buSzPts val="800"/>
              <a:buChar char="■"/>
              <a:defRPr sz="800"/>
            </a:lvl9pPr>
          </a:lstStyle>
          <a:p>
            <a:endParaRPr/>
          </a:p>
        </p:txBody>
      </p:sp>
      <p:sp>
        <p:nvSpPr>
          <p:cNvPr id="682" name="Google Shape;682;p47"/>
          <p:cNvSpPr txBox="1">
            <a:spLocks noGrp="1"/>
          </p:cNvSpPr>
          <p:nvPr>
            <p:ph type="subTitle" idx="21"/>
          </p:nvPr>
        </p:nvSpPr>
        <p:spPr>
          <a:xfrm>
            <a:off x="3601350" y="3421075"/>
            <a:ext cx="1941300" cy="266100"/>
          </a:xfrm>
          <a:prstGeom prst="rect">
            <a:avLst/>
          </a:prstGeom>
        </p:spPr>
        <p:txBody>
          <a:bodyPr spcFirstLastPara="1" wrap="square" lIns="0" tIns="0" rIns="0" bIns="0" anchor="t" anchorCtr="0">
            <a:normAutofit/>
          </a:bodyPr>
          <a:lstStyle>
            <a:lvl1pPr lvl="0" algn="ctr" rtl="0">
              <a:lnSpc>
                <a:spcPct val="100000"/>
              </a:lnSpc>
              <a:spcBef>
                <a:spcPts val="0"/>
              </a:spcBef>
              <a:spcAft>
                <a:spcPts val="0"/>
              </a:spcAft>
              <a:buSzPts val="900"/>
              <a:buNone/>
              <a:defRPr sz="900" b="1"/>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683" name="Google Shape;683;p47"/>
          <p:cNvSpPr txBox="1">
            <a:spLocks noGrp="1"/>
          </p:cNvSpPr>
          <p:nvPr>
            <p:ph type="body" idx="22"/>
          </p:nvPr>
        </p:nvSpPr>
        <p:spPr>
          <a:xfrm>
            <a:off x="3730350" y="3695499"/>
            <a:ext cx="1683300" cy="986700"/>
          </a:xfrm>
          <a:prstGeom prst="rect">
            <a:avLst/>
          </a:prstGeom>
        </p:spPr>
        <p:txBody>
          <a:bodyPr spcFirstLastPara="1" wrap="square" lIns="0" tIns="0" rIns="0" bIns="0" anchor="t" anchorCtr="0">
            <a:normAutofit/>
          </a:bodyPr>
          <a:lstStyle>
            <a:lvl1pPr marL="457200" lvl="0" indent="-279400" rtl="0">
              <a:spcBef>
                <a:spcPts val="0"/>
              </a:spcBef>
              <a:spcAft>
                <a:spcPts val="0"/>
              </a:spcAft>
              <a:buSzPts val="800"/>
              <a:buChar char="■"/>
              <a:defRPr sz="800"/>
            </a:lvl1pPr>
            <a:lvl2pPr marL="914400" lvl="1" indent="-279400" rtl="0">
              <a:spcBef>
                <a:spcPts val="0"/>
              </a:spcBef>
              <a:spcAft>
                <a:spcPts val="0"/>
              </a:spcAft>
              <a:buSzPts val="800"/>
              <a:buChar char="■"/>
              <a:defRPr sz="800"/>
            </a:lvl2pPr>
            <a:lvl3pPr marL="1371600" lvl="2" indent="-279400" rtl="0">
              <a:spcBef>
                <a:spcPts val="0"/>
              </a:spcBef>
              <a:spcAft>
                <a:spcPts val="0"/>
              </a:spcAft>
              <a:buSzPts val="800"/>
              <a:buChar char="■"/>
              <a:defRPr sz="800"/>
            </a:lvl3pPr>
            <a:lvl4pPr marL="1828800" lvl="3" indent="-279400" rtl="0">
              <a:spcBef>
                <a:spcPts val="0"/>
              </a:spcBef>
              <a:spcAft>
                <a:spcPts val="0"/>
              </a:spcAft>
              <a:buSzPts val="800"/>
              <a:buChar char="●"/>
              <a:defRPr sz="800"/>
            </a:lvl4pPr>
            <a:lvl5pPr marL="2286000" lvl="4" indent="-279400" rtl="0">
              <a:spcBef>
                <a:spcPts val="0"/>
              </a:spcBef>
              <a:spcAft>
                <a:spcPts val="0"/>
              </a:spcAft>
              <a:buSzPts val="800"/>
              <a:buChar char="○"/>
              <a:defRPr sz="800"/>
            </a:lvl5pPr>
            <a:lvl6pPr marL="2743200" lvl="5" indent="-279400" rtl="0">
              <a:spcBef>
                <a:spcPts val="0"/>
              </a:spcBef>
              <a:spcAft>
                <a:spcPts val="0"/>
              </a:spcAft>
              <a:buSzPts val="800"/>
              <a:buChar char="■"/>
              <a:defRPr sz="800"/>
            </a:lvl6pPr>
            <a:lvl7pPr marL="3200400" lvl="6" indent="-279400" rtl="0">
              <a:spcBef>
                <a:spcPts val="0"/>
              </a:spcBef>
              <a:spcAft>
                <a:spcPts val="0"/>
              </a:spcAft>
              <a:buSzPts val="800"/>
              <a:buChar char="●"/>
              <a:defRPr sz="800"/>
            </a:lvl7pPr>
            <a:lvl8pPr marL="3657600" lvl="7" indent="-279400" rtl="0">
              <a:spcBef>
                <a:spcPts val="0"/>
              </a:spcBef>
              <a:spcAft>
                <a:spcPts val="0"/>
              </a:spcAft>
              <a:buSzPts val="800"/>
              <a:buChar char="○"/>
              <a:defRPr sz="800"/>
            </a:lvl8pPr>
            <a:lvl9pPr marL="4114800" lvl="8" indent="-279400" rtl="0">
              <a:spcBef>
                <a:spcPts val="0"/>
              </a:spcBef>
              <a:spcAft>
                <a:spcPts val="0"/>
              </a:spcAft>
              <a:buSzPts val="800"/>
              <a:buChar char="■"/>
              <a:defRPr sz="800"/>
            </a:lvl9pPr>
          </a:lstStyle>
          <a:p>
            <a:endParaRPr/>
          </a:p>
        </p:txBody>
      </p:sp>
      <p:sp>
        <p:nvSpPr>
          <p:cNvPr id="684" name="Google Shape;684;p47"/>
          <p:cNvSpPr txBox="1">
            <a:spLocks noGrp="1"/>
          </p:cNvSpPr>
          <p:nvPr>
            <p:ph type="subTitle" idx="23"/>
          </p:nvPr>
        </p:nvSpPr>
        <p:spPr>
          <a:xfrm>
            <a:off x="5981700" y="3421075"/>
            <a:ext cx="1941300" cy="266100"/>
          </a:xfrm>
          <a:prstGeom prst="rect">
            <a:avLst/>
          </a:prstGeom>
        </p:spPr>
        <p:txBody>
          <a:bodyPr spcFirstLastPara="1" wrap="square" lIns="0" tIns="0" rIns="0" bIns="0" anchor="t" anchorCtr="0">
            <a:normAutofit/>
          </a:bodyPr>
          <a:lstStyle>
            <a:lvl1pPr lvl="0" algn="ctr" rtl="0">
              <a:lnSpc>
                <a:spcPct val="100000"/>
              </a:lnSpc>
              <a:spcBef>
                <a:spcPts val="0"/>
              </a:spcBef>
              <a:spcAft>
                <a:spcPts val="0"/>
              </a:spcAft>
              <a:buSzPts val="900"/>
              <a:buNone/>
              <a:defRPr sz="900" b="1"/>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685" name="Google Shape;685;p47"/>
          <p:cNvSpPr txBox="1">
            <a:spLocks noGrp="1"/>
          </p:cNvSpPr>
          <p:nvPr>
            <p:ph type="body" idx="24"/>
          </p:nvPr>
        </p:nvSpPr>
        <p:spPr>
          <a:xfrm>
            <a:off x="6110700" y="3695499"/>
            <a:ext cx="1683300" cy="986700"/>
          </a:xfrm>
          <a:prstGeom prst="rect">
            <a:avLst/>
          </a:prstGeom>
        </p:spPr>
        <p:txBody>
          <a:bodyPr spcFirstLastPara="1" wrap="square" lIns="0" tIns="0" rIns="0" bIns="0" anchor="t" anchorCtr="0">
            <a:normAutofit/>
          </a:bodyPr>
          <a:lstStyle>
            <a:lvl1pPr marL="457200" lvl="0" indent="-279400" rtl="0">
              <a:spcBef>
                <a:spcPts val="0"/>
              </a:spcBef>
              <a:spcAft>
                <a:spcPts val="0"/>
              </a:spcAft>
              <a:buSzPts val="800"/>
              <a:buChar char="■"/>
              <a:defRPr sz="800"/>
            </a:lvl1pPr>
            <a:lvl2pPr marL="914400" lvl="1" indent="-279400" rtl="0">
              <a:spcBef>
                <a:spcPts val="0"/>
              </a:spcBef>
              <a:spcAft>
                <a:spcPts val="0"/>
              </a:spcAft>
              <a:buSzPts val="800"/>
              <a:buChar char="■"/>
              <a:defRPr sz="800"/>
            </a:lvl2pPr>
            <a:lvl3pPr marL="1371600" lvl="2" indent="-279400" rtl="0">
              <a:spcBef>
                <a:spcPts val="0"/>
              </a:spcBef>
              <a:spcAft>
                <a:spcPts val="0"/>
              </a:spcAft>
              <a:buSzPts val="800"/>
              <a:buChar char="■"/>
              <a:defRPr sz="800"/>
            </a:lvl3pPr>
            <a:lvl4pPr marL="1828800" lvl="3" indent="-279400" rtl="0">
              <a:spcBef>
                <a:spcPts val="0"/>
              </a:spcBef>
              <a:spcAft>
                <a:spcPts val="0"/>
              </a:spcAft>
              <a:buSzPts val="800"/>
              <a:buChar char="●"/>
              <a:defRPr sz="800"/>
            </a:lvl4pPr>
            <a:lvl5pPr marL="2286000" lvl="4" indent="-279400" rtl="0">
              <a:spcBef>
                <a:spcPts val="0"/>
              </a:spcBef>
              <a:spcAft>
                <a:spcPts val="0"/>
              </a:spcAft>
              <a:buSzPts val="800"/>
              <a:buChar char="○"/>
              <a:defRPr sz="800"/>
            </a:lvl5pPr>
            <a:lvl6pPr marL="2743200" lvl="5" indent="-279400" rtl="0">
              <a:spcBef>
                <a:spcPts val="0"/>
              </a:spcBef>
              <a:spcAft>
                <a:spcPts val="0"/>
              </a:spcAft>
              <a:buSzPts val="800"/>
              <a:buChar char="■"/>
              <a:defRPr sz="800"/>
            </a:lvl6pPr>
            <a:lvl7pPr marL="3200400" lvl="6" indent="-279400" rtl="0">
              <a:spcBef>
                <a:spcPts val="0"/>
              </a:spcBef>
              <a:spcAft>
                <a:spcPts val="0"/>
              </a:spcAft>
              <a:buSzPts val="800"/>
              <a:buChar char="●"/>
              <a:defRPr sz="800"/>
            </a:lvl7pPr>
            <a:lvl8pPr marL="3657600" lvl="7" indent="-279400" rtl="0">
              <a:spcBef>
                <a:spcPts val="0"/>
              </a:spcBef>
              <a:spcAft>
                <a:spcPts val="0"/>
              </a:spcAft>
              <a:buSzPts val="800"/>
              <a:buChar char="○"/>
              <a:defRPr sz="800"/>
            </a:lvl8pPr>
            <a:lvl9pPr marL="4114800" lvl="8" indent="-279400" rtl="0">
              <a:spcBef>
                <a:spcPts val="0"/>
              </a:spcBef>
              <a:spcAft>
                <a:spcPts val="0"/>
              </a:spcAft>
              <a:buSzPts val="800"/>
              <a:buChar char="■"/>
              <a:defRPr sz="800"/>
            </a:lvl9pPr>
          </a:lstStyle>
          <a:p>
            <a:endParaRPr/>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matchingName="Chart - create your own">
  <p:cSld name="CUSTOM_8">
    <p:bg>
      <p:bgPr>
        <a:solidFill>
          <a:schemeClr val="dk1"/>
        </a:solidFill>
        <a:effectLst/>
      </p:bgPr>
    </p:bg>
    <p:spTree>
      <p:nvGrpSpPr>
        <p:cNvPr id="1" name="Shape 686"/>
        <p:cNvGrpSpPr/>
        <p:nvPr/>
      </p:nvGrpSpPr>
      <p:grpSpPr>
        <a:xfrm>
          <a:off x="0" y="0"/>
          <a:ext cx="0" cy="0"/>
          <a:chOff x="0" y="0"/>
          <a:chExt cx="0" cy="0"/>
        </a:xfrm>
      </p:grpSpPr>
      <p:sp>
        <p:nvSpPr>
          <p:cNvPr id="687" name="Google Shape;687;p48"/>
          <p:cNvSpPr/>
          <p:nvPr/>
        </p:nvSpPr>
        <p:spPr>
          <a:xfrm rot="-5400000">
            <a:off x="5458550" y="1202200"/>
            <a:ext cx="4038600" cy="3332700"/>
          </a:xfrm>
          <a:prstGeom prst="round2SameRect">
            <a:avLst>
              <a:gd name="adj1" fmla="val 7818"/>
              <a:gd name="adj2" fmla="val 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8" name="Google Shape;688;p48"/>
          <p:cNvSpPr txBox="1">
            <a:spLocks noGrp="1"/>
          </p:cNvSpPr>
          <p:nvPr>
            <p:ph type="title"/>
          </p:nvPr>
        </p:nvSpPr>
        <p:spPr>
          <a:xfrm>
            <a:off x="457200" y="114300"/>
            <a:ext cx="8229600" cy="903300"/>
          </a:xfrm>
          <a:prstGeom prst="rect">
            <a:avLst/>
          </a:prstGeom>
        </p:spPr>
        <p:txBody>
          <a:bodyPr spcFirstLastPara="1" wrap="square" lIns="0" tIns="0" rIns="0" bIns="0" anchor="t" anchorCtr="0">
            <a:normAutofit/>
          </a:bodyPr>
          <a:lstStyle>
            <a:lvl1pPr lvl="0">
              <a:spcBef>
                <a:spcPts val="0"/>
              </a:spcBef>
              <a:spcAft>
                <a:spcPts val="0"/>
              </a:spcAft>
              <a:buClr>
                <a:schemeClr val="lt1"/>
              </a:buClr>
              <a:buSzPts val="3400"/>
              <a:buNone/>
              <a:defRPr>
                <a:solidFill>
                  <a:schemeClr val="lt1"/>
                </a:solidFill>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cxnSp>
        <p:nvCxnSpPr>
          <p:cNvPr id="689" name="Google Shape;689;p48"/>
          <p:cNvCxnSpPr/>
          <p:nvPr/>
        </p:nvCxnSpPr>
        <p:spPr>
          <a:xfrm>
            <a:off x="1133875" y="2825318"/>
            <a:ext cx="4274400" cy="0"/>
          </a:xfrm>
          <a:prstGeom prst="straightConnector1">
            <a:avLst/>
          </a:prstGeom>
          <a:noFill/>
          <a:ln w="19050" cap="flat" cmpd="sng">
            <a:solidFill>
              <a:schemeClr val="accent5"/>
            </a:solidFill>
            <a:prstDash val="solid"/>
            <a:round/>
            <a:headEnd type="none" w="med" len="med"/>
            <a:tailEnd type="none" w="med" len="med"/>
          </a:ln>
        </p:spPr>
      </p:cxnSp>
      <p:cxnSp>
        <p:nvCxnSpPr>
          <p:cNvPr id="690" name="Google Shape;690;p48"/>
          <p:cNvCxnSpPr/>
          <p:nvPr/>
        </p:nvCxnSpPr>
        <p:spPr>
          <a:xfrm>
            <a:off x="1133875" y="3571968"/>
            <a:ext cx="4274400" cy="0"/>
          </a:xfrm>
          <a:prstGeom prst="straightConnector1">
            <a:avLst/>
          </a:prstGeom>
          <a:noFill/>
          <a:ln w="19050" cap="flat" cmpd="sng">
            <a:solidFill>
              <a:schemeClr val="accent5"/>
            </a:solidFill>
            <a:prstDash val="solid"/>
            <a:round/>
            <a:headEnd type="none" w="med" len="med"/>
            <a:tailEnd type="none" w="med" len="med"/>
          </a:ln>
        </p:spPr>
      </p:cxnSp>
      <p:cxnSp>
        <p:nvCxnSpPr>
          <p:cNvPr id="691" name="Google Shape;691;p48"/>
          <p:cNvCxnSpPr/>
          <p:nvPr/>
        </p:nvCxnSpPr>
        <p:spPr>
          <a:xfrm>
            <a:off x="1133875" y="2078667"/>
            <a:ext cx="4274400" cy="0"/>
          </a:xfrm>
          <a:prstGeom prst="straightConnector1">
            <a:avLst/>
          </a:prstGeom>
          <a:noFill/>
          <a:ln w="19050" cap="flat" cmpd="sng">
            <a:solidFill>
              <a:schemeClr val="accent5"/>
            </a:solidFill>
            <a:prstDash val="solid"/>
            <a:round/>
            <a:headEnd type="none" w="med" len="med"/>
            <a:tailEnd type="none" w="med" len="med"/>
          </a:ln>
        </p:spPr>
      </p:cxnSp>
      <p:cxnSp>
        <p:nvCxnSpPr>
          <p:cNvPr id="692" name="Google Shape;692;p48"/>
          <p:cNvCxnSpPr/>
          <p:nvPr/>
        </p:nvCxnSpPr>
        <p:spPr>
          <a:xfrm>
            <a:off x="1133875" y="4312725"/>
            <a:ext cx="4274400" cy="0"/>
          </a:xfrm>
          <a:prstGeom prst="straightConnector1">
            <a:avLst/>
          </a:prstGeom>
          <a:noFill/>
          <a:ln w="28575" cap="flat" cmpd="sng">
            <a:solidFill>
              <a:schemeClr val="lt1"/>
            </a:solidFill>
            <a:prstDash val="solid"/>
            <a:round/>
            <a:headEnd type="none" w="med" len="med"/>
            <a:tailEnd type="none" w="med" len="med"/>
          </a:ln>
        </p:spPr>
      </p:cxnSp>
      <p:cxnSp>
        <p:nvCxnSpPr>
          <p:cNvPr id="693" name="Google Shape;693;p48"/>
          <p:cNvCxnSpPr/>
          <p:nvPr/>
        </p:nvCxnSpPr>
        <p:spPr>
          <a:xfrm>
            <a:off x="1133875" y="1332025"/>
            <a:ext cx="4274400" cy="0"/>
          </a:xfrm>
          <a:prstGeom prst="straightConnector1">
            <a:avLst/>
          </a:prstGeom>
          <a:noFill/>
          <a:ln w="19050" cap="flat" cmpd="sng">
            <a:solidFill>
              <a:schemeClr val="accent5"/>
            </a:solidFill>
            <a:prstDash val="solid"/>
            <a:round/>
            <a:headEnd type="none" w="med" len="med"/>
            <a:tailEnd type="none" w="med" len="med"/>
          </a:ln>
        </p:spPr>
      </p:cxnSp>
      <p:sp>
        <p:nvSpPr>
          <p:cNvPr id="694" name="Google Shape;694;p48"/>
          <p:cNvSpPr txBox="1">
            <a:spLocks noGrp="1"/>
          </p:cNvSpPr>
          <p:nvPr>
            <p:ph type="subTitle" idx="1"/>
          </p:nvPr>
        </p:nvSpPr>
        <p:spPr>
          <a:xfrm>
            <a:off x="41200" y="1256425"/>
            <a:ext cx="925200" cy="434700"/>
          </a:xfrm>
          <a:prstGeom prst="rect">
            <a:avLst/>
          </a:prstGeom>
        </p:spPr>
        <p:txBody>
          <a:bodyPr spcFirstLastPara="1" wrap="square" lIns="0" tIns="0" rIns="0" bIns="0" anchor="t" anchorCtr="0">
            <a:normAutofit/>
          </a:bodyPr>
          <a:lstStyle>
            <a:lvl1pPr lvl="0" algn="r" rtl="0">
              <a:lnSpc>
                <a:spcPct val="100000"/>
              </a:lnSpc>
              <a:spcBef>
                <a:spcPts val="0"/>
              </a:spcBef>
              <a:spcAft>
                <a:spcPts val="0"/>
              </a:spcAft>
              <a:buClr>
                <a:schemeClr val="accent2"/>
              </a:buClr>
              <a:buSzPts val="900"/>
              <a:buFont typeface="IBM Plex Sans Medium"/>
              <a:buNone/>
              <a:defRPr sz="900">
                <a:solidFill>
                  <a:schemeClr val="accent2"/>
                </a:solidFill>
                <a:latin typeface="IBM Plex Sans Medium"/>
                <a:ea typeface="IBM Plex Sans Medium"/>
                <a:cs typeface="IBM Plex Sans Medium"/>
                <a:sym typeface="IBM Plex Sans Medium"/>
              </a:defRPr>
            </a:lvl1pPr>
            <a:lvl2pPr lvl="1" algn="r" rtl="0">
              <a:lnSpc>
                <a:spcPct val="100000"/>
              </a:lnSpc>
              <a:spcBef>
                <a:spcPts val="0"/>
              </a:spcBef>
              <a:spcAft>
                <a:spcPts val="0"/>
              </a:spcAft>
              <a:buClr>
                <a:schemeClr val="accent2"/>
              </a:buClr>
              <a:buSzPts val="900"/>
              <a:buFont typeface="IBM Plex Sans Medium"/>
              <a:buNone/>
              <a:defRPr sz="900">
                <a:solidFill>
                  <a:schemeClr val="accent2"/>
                </a:solidFill>
                <a:latin typeface="IBM Plex Sans Medium"/>
                <a:ea typeface="IBM Plex Sans Medium"/>
                <a:cs typeface="IBM Plex Sans Medium"/>
                <a:sym typeface="IBM Plex Sans Medium"/>
              </a:defRPr>
            </a:lvl2pPr>
            <a:lvl3pPr lvl="2" algn="r" rtl="0">
              <a:lnSpc>
                <a:spcPct val="100000"/>
              </a:lnSpc>
              <a:spcBef>
                <a:spcPts val="0"/>
              </a:spcBef>
              <a:spcAft>
                <a:spcPts val="0"/>
              </a:spcAft>
              <a:buClr>
                <a:schemeClr val="accent2"/>
              </a:buClr>
              <a:buSzPts val="900"/>
              <a:buFont typeface="IBM Plex Sans Medium"/>
              <a:buNone/>
              <a:defRPr sz="900">
                <a:solidFill>
                  <a:schemeClr val="accent2"/>
                </a:solidFill>
                <a:latin typeface="IBM Plex Sans Medium"/>
                <a:ea typeface="IBM Plex Sans Medium"/>
                <a:cs typeface="IBM Plex Sans Medium"/>
                <a:sym typeface="IBM Plex Sans Medium"/>
              </a:defRPr>
            </a:lvl3pPr>
            <a:lvl4pPr lvl="3" algn="r" rtl="0">
              <a:lnSpc>
                <a:spcPct val="100000"/>
              </a:lnSpc>
              <a:spcBef>
                <a:spcPts val="0"/>
              </a:spcBef>
              <a:spcAft>
                <a:spcPts val="0"/>
              </a:spcAft>
              <a:buClr>
                <a:schemeClr val="accent2"/>
              </a:buClr>
              <a:buSzPts val="900"/>
              <a:buFont typeface="IBM Plex Sans Medium"/>
              <a:buNone/>
              <a:defRPr sz="900">
                <a:solidFill>
                  <a:schemeClr val="accent2"/>
                </a:solidFill>
                <a:latin typeface="IBM Plex Sans Medium"/>
                <a:ea typeface="IBM Plex Sans Medium"/>
                <a:cs typeface="IBM Plex Sans Medium"/>
                <a:sym typeface="IBM Plex Sans Medium"/>
              </a:defRPr>
            </a:lvl4pPr>
            <a:lvl5pPr lvl="4" algn="r" rtl="0">
              <a:lnSpc>
                <a:spcPct val="100000"/>
              </a:lnSpc>
              <a:spcBef>
                <a:spcPts val="0"/>
              </a:spcBef>
              <a:spcAft>
                <a:spcPts val="0"/>
              </a:spcAft>
              <a:buClr>
                <a:schemeClr val="accent2"/>
              </a:buClr>
              <a:buSzPts val="900"/>
              <a:buFont typeface="IBM Plex Sans Medium"/>
              <a:buNone/>
              <a:defRPr sz="900">
                <a:solidFill>
                  <a:schemeClr val="accent2"/>
                </a:solidFill>
                <a:latin typeface="IBM Plex Sans Medium"/>
                <a:ea typeface="IBM Plex Sans Medium"/>
                <a:cs typeface="IBM Plex Sans Medium"/>
                <a:sym typeface="IBM Plex Sans Medium"/>
              </a:defRPr>
            </a:lvl5pPr>
            <a:lvl6pPr lvl="5" algn="r" rtl="0">
              <a:lnSpc>
                <a:spcPct val="100000"/>
              </a:lnSpc>
              <a:spcBef>
                <a:spcPts val="0"/>
              </a:spcBef>
              <a:spcAft>
                <a:spcPts val="0"/>
              </a:spcAft>
              <a:buClr>
                <a:schemeClr val="accent2"/>
              </a:buClr>
              <a:buSzPts val="900"/>
              <a:buFont typeface="IBM Plex Sans Medium"/>
              <a:buNone/>
              <a:defRPr sz="900">
                <a:solidFill>
                  <a:schemeClr val="accent2"/>
                </a:solidFill>
                <a:latin typeface="IBM Plex Sans Medium"/>
                <a:ea typeface="IBM Plex Sans Medium"/>
                <a:cs typeface="IBM Plex Sans Medium"/>
                <a:sym typeface="IBM Plex Sans Medium"/>
              </a:defRPr>
            </a:lvl6pPr>
            <a:lvl7pPr lvl="6" algn="r" rtl="0">
              <a:lnSpc>
                <a:spcPct val="100000"/>
              </a:lnSpc>
              <a:spcBef>
                <a:spcPts val="0"/>
              </a:spcBef>
              <a:spcAft>
                <a:spcPts val="0"/>
              </a:spcAft>
              <a:buClr>
                <a:schemeClr val="accent2"/>
              </a:buClr>
              <a:buSzPts val="900"/>
              <a:buFont typeface="IBM Plex Sans Medium"/>
              <a:buNone/>
              <a:defRPr sz="900">
                <a:solidFill>
                  <a:schemeClr val="accent2"/>
                </a:solidFill>
                <a:latin typeface="IBM Plex Sans Medium"/>
                <a:ea typeface="IBM Plex Sans Medium"/>
                <a:cs typeface="IBM Plex Sans Medium"/>
                <a:sym typeface="IBM Plex Sans Medium"/>
              </a:defRPr>
            </a:lvl7pPr>
            <a:lvl8pPr lvl="7" algn="r" rtl="0">
              <a:lnSpc>
                <a:spcPct val="100000"/>
              </a:lnSpc>
              <a:spcBef>
                <a:spcPts val="0"/>
              </a:spcBef>
              <a:spcAft>
                <a:spcPts val="0"/>
              </a:spcAft>
              <a:buClr>
                <a:schemeClr val="accent2"/>
              </a:buClr>
              <a:buSzPts val="900"/>
              <a:buFont typeface="IBM Plex Sans Medium"/>
              <a:buNone/>
              <a:defRPr sz="900">
                <a:solidFill>
                  <a:schemeClr val="accent2"/>
                </a:solidFill>
                <a:latin typeface="IBM Plex Sans Medium"/>
                <a:ea typeface="IBM Plex Sans Medium"/>
                <a:cs typeface="IBM Plex Sans Medium"/>
                <a:sym typeface="IBM Plex Sans Medium"/>
              </a:defRPr>
            </a:lvl8pPr>
            <a:lvl9pPr lvl="8" algn="r" rtl="0">
              <a:lnSpc>
                <a:spcPct val="100000"/>
              </a:lnSpc>
              <a:spcBef>
                <a:spcPts val="0"/>
              </a:spcBef>
              <a:spcAft>
                <a:spcPts val="0"/>
              </a:spcAft>
              <a:buClr>
                <a:schemeClr val="accent2"/>
              </a:buClr>
              <a:buSzPts val="900"/>
              <a:buFont typeface="IBM Plex Sans Medium"/>
              <a:buNone/>
              <a:defRPr sz="900">
                <a:solidFill>
                  <a:schemeClr val="accent2"/>
                </a:solidFill>
                <a:latin typeface="IBM Plex Sans Medium"/>
                <a:ea typeface="IBM Plex Sans Medium"/>
                <a:cs typeface="IBM Plex Sans Medium"/>
                <a:sym typeface="IBM Plex Sans Medium"/>
              </a:defRPr>
            </a:lvl9pPr>
          </a:lstStyle>
          <a:p>
            <a:endParaRPr/>
          </a:p>
        </p:txBody>
      </p:sp>
      <p:sp>
        <p:nvSpPr>
          <p:cNvPr id="695" name="Google Shape;695;p48"/>
          <p:cNvSpPr txBox="1">
            <a:spLocks noGrp="1"/>
          </p:cNvSpPr>
          <p:nvPr>
            <p:ph type="subTitle" idx="2"/>
          </p:nvPr>
        </p:nvSpPr>
        <p:spPr>
          <a:xfrm>
            <a:off x="41225" y="2001800"/>
            <a:ext cx="925200" cy="434700"/>
          </a:xfrm>
          <a:prstGeom prst="rect">
            <a:avLst/>
          </a:prstGeom>
        </p:spPr>
        <p:txBody>
          <a:bodyPr spcFirstLastPara="1" wrap="square" lIns="0" tIns="0" rIns="0" bIns="0" anchor="t" anchorCtr="0">
            <a:normAutofit/>
          </a:bodyPr>
          <a:lstStyle>
            <a:lvl1pPr lvl="0" algn="r" rtl="0">
              <a:lnSpc>
                <a:spcPct val="100000"/>
              </a:lnSpc>
              <a:spcBef>
                <a:spcPts val="0"/>
              </a:spcBef>
              <a:spcAft>
                <a:spcPts val="0"/>
              </a:spcAft>
              <a:buClr>
                <a:schemeClr val="accent2"/>
              </a:buClr>
              <a:buSzPts val="900"/>
              <a:buFont typeface="IBM Plex Sans Medium"/>
              <a:buNone/>
              <a:defRPr sz="900">
                <a:solidFill>
                  <a:schemeClr val="accent2"/>
                </a:solidFill>
                <a:latin typeface="IBM Plex Sans Medium"/>
                <a:ea typeface="IBM Plex Sans Medium"/>
                <a:cs typeface="IBM Plex Sans Medium"/>
                <a:sym typeface="IBM Plex Sans Medium"/>
              </a:defRPr>
            </a:lvl1pPr>
            <a:lvl2pPr lvl="1" algn="r" rtl="0">
              <a:lnSpc>
                <a:spcPct val="100000"/>
              </a:lnSpc>
              <a:spcBef>
                <a:spcPts val="0"/>
              </a:spcBef>
              <a:spcAft>
                <a:spcPts val="0"/>
              </a:spcAft>
              <a:buClr>
                <a:schemeClr val="accent2"/>
              </a:buClr>
              <a:buSzPts val="900"/>
              <a:buFont typeface="IBM Plex Sans Medium"/>
              <a:buNone/>
              <a:defRPr sz="900">
                <a:solidFill>
                  <a:schemeClr val="accent2"/>
                </a:solidFill>
                <a:latin typeface="IBM Plex Sans Medium"/>
                <a:ea typeface="IBM Plex Sans Medium"/>
                <a:cs typeface="IBM Plex Sans Medium"/>
                <a:sym typeface="IBM Plex Sans Medium"/>
              </a:defRPr>
            </a:lvl2pPr>
            <a:lvl3pPr lvl="2" algn="r" rtl="0">
              <a:lnSpc>
                <a:spcPct val="100000"/>
              </a:lnSpc>
              <a:spcBef>
                <a:spcPts val="0"/>
              </a:spcBef>
              <a:spcAft>
                <a:spcPts val="0"/>
              </a:spcAft>
              <a:buClr>
                <a:schemeClr val="accent2"/>
              </a:buClr>
              <a:buSzPts val="900"/>
              <a:buFont typeface="IBM Plex Sans Medium"/>
              <a:buNone/>
              <a:defRPr sz="900">
                <a:solidFill>
                  <a:schemeClr val="accent2"/>
                </a:solidFill>
                <a:latin typeface="IBM Plex Sans Medium"/>
                <a:ea typeface="IBM Plex Sans Medium"/>
                <a:cs typeface="IBM Plex Sans Medium"/>
                <a:sym typeface="IBM Plex Sans Medium"/>
              </a:defRPr>
            </a:lvl3pPr>
            <a:lvl4pPr lvl="3" algn="r" rtl="0">
              <a:lnSpc>
                <a:spcPct val="100000"/>
              </a:lnSpc>
              <a:spcBef>
                <a:spcPts val="0"/>
              </a:spcBef>
              <a:spcAft>
                <a:spcPts val="0"/>
              </a:spcAft>
              <a:buClr>
                <a:schemeClr val="accent2"/>
              </a:buClr>
              <a:buSzPts val="900"/>
              <a:buFont typeface="IBM Plex Sans Medium"/>
              <a:buNone/>
              <a:defRPr sz="900">
                <a:solidFill>
                  <a:schemeClr val="accent2"/>
                </a:solidFill>
                <a:latin typeface="IBM Plex Sans Medium"/>
                <a:ea typeface="IBM Plex Sans Medium"/>
                <a:cs typeface="IBM Plex Sans Medium"/>
                <a:sym typeface="IBM Plex Sans Medium"/>
              </a:defRPr>
            </a:lvl4pPr>
            <a:lvl5pPr lvl="4" algn="r" rtl="0">
              <a:lnSpc>
                <a:spcPct val="100000"/>
              </a:lnSpc>
              <a:spcBef>
                <a:spcPts val="0"/>
              </a:spcBef>
              <a:spcAft>
                <a:spcPts val="0"/>
              </a:spcAft>
              <a:buClr>
                <a:schemeClr val="accent2"/>
              </a:buClr>
              <a:buSzPts val="900"/>
              <a:buFont typeface="IBM Plex Sans Medium"/>
              <a:buNone/>
              <a:defRPr sz="900">
                <a:solidFill>
                  <a:schemeClr val="accent2"/>
                </a:solidFill>
                <a:latin typeface="IBM Plex Sans Medium"/>
                <a:ea typeface="IBM Plex Sans Medium"/>
                <a:cs typeface="IBM Plex Sans Medium"/>
                <a:sym typeface="IBM Plex Sans Medium"/>
              </a:defRPr>
            </a:lvl5pPr>
            <a:lvl6pPr lvl="5" algn="r" rtl="0">
              <a:lnSpc>
                <a:spcPct val="100000"/>
              </a:lnSpc>
              <a:spcBef>
                <a:spcPts val="0"/>
              </a:spcBef>
              <a:spcAft>
                <a:spcPts val="0"/>
              </a:spcAft>
              <a:buClr>
                <a:schemeClr val="accent2"/>
              </a:buClr>
              <a:buSzPts val="900"/>
              <a:buFont typeface="IBM Plex Sans Medium"/>
              <a:buNone/>
              <a:defRPr sz="900">
                <a:solidFill>
                  <a:schemeClr val="accent2"/>
                </a:solidFill>
                <a:latin typeface="IBM Plex Sans Medium"/>
                <a:ea typeface="IBM Plex Sans Medium"/>
                <a:cs typeface="IBM Plex Sans Medium"/>
                <a:sym typeface="IBM Plex Sans Medium"/>
              </a:defRPr>
            </a:lvl6pPr>
            <a:lvl7pPr lvl="6" algn="r" rtl="0">
              <a:lnSpc>
                <a:spcPct val="100000"/>
              </a:lnSpc>
              <a:spcBef>
                <a:spcPts val="0"/>
              </a:spcBef>
              <a:spcAft>
                <a:spcPts val="0"/>
              </a:spcAft>
              <a:buClr>
                <a:schemeClr val="accent2"/>
              </a:buClr>
              <a:buSzPts val="900"/>
              <a:buFont typeface="IBM Plex Sans Medium"/>
              <a:buNone/>
              <a:defRPr sz="900">
                <a:solidFill>
                  <a:schemeClr val="accent2"/>
                </a:solidFill>
                <a:latin typeface="IBM Plex Sans Medium"/>
                <a:ea typeface="IBM Plex Sans Medium"/>
                <a:cs typeface="IBM Plex Sans Medium"/>
                <a:sym typeface="IBM Plex Sans Medium"/>
              </a:defRPr>
            </a:lvl7pPr>
            <a:lvl8pPr lvl="7" algn="r" rtl="0">
              <a:lnSpc>
                <a:spcPct val="100000"/>
              </a:lnSpc>
              <a:spcBef>
                <a:spcPts val="0"/>
              </a:spcBef>
              <a:spcAft>
                <a:spcPts val="0"/>
              </a:spcAft>
              <a:buClr>
                <a:schemeClr val="accent2"/>
              </a:buClr>
              <a:buSzPts val="900"/>
              <a:buFont typeface="IBM Plex Sans Medium"/>
              <a:buNone/>
              <a:defRPr sz="900">
                <a:solidFill>
                  <a:schemeClr val="accent2"/>
                </a:solidFill>
                <a:latin typeface="IBM Plex Sans Medium"/>
                <a:ea typeface="IBM Plex Sans Medium"/>
                <a:cs typeface="IBM Plex Sans Medium"/>
                <a:sym typeface="IBM Plex Sans Medium"/>
              </a:defRPr>
            </a:lvl8pPr>
            <a:lvl9pPr lvl="8" algn="r" rtl="0">
              <a:lnSpc>
                <a:spcPct val="100000"/>
              </a:lnSpc>
              <a:spcBef>
                <a:spcPts val="0"/>
              </a:spcBef>
              <a:spcAft>
                <a:spcPts val="0"/>
              </a:spcAft>
              <a:buClr>
                <a:schemeClr val="accent2"/>
              </a:buClr>
              <a:buSzPts val="900"/>
              <a:buFont typeface="IBM Plex Sans Medium"/>
              <a:buNone/>
              <a:defRPr sz="900">
                <a:solidFill>
                  <a:schemeClr val="accent2"/>
                </a:solidFill>
                <a:latin typeface="IBM Plex Sans Medium"/>
                <a:ea typeface="IBM Plex Sans Medium"/>
                <a:cs typeface="IBM Plex Sans Medium"/>
                <a:sym typeface="IBM Plex Sans Medium"/>
              </a:defRPr>
            </a:lvl9pPr>
          </a:lstStyle>
          <a:p>
            <a:endParaRPr/>
          </a:p>
        </p:txBody>
      </p:sp>
      <p:sp>
        <p:nvSpPr>
          <p:cNvPr id="696" name="Google Shape;696;p48"/>
          <p:cNvSpPr txBox="1">
            <a:spLocks noGrp="1"/>
          </p:cNvSpPr>
          <p:nvPr>
            <p:ph type="subTitle" idx="3"/>
          </p:nvPr>
        </p:nvSpPr>
        <p:spPr>
          <a:xfrm>
            <a:off x="41225" y="2747200"/>
            <a:ext cx="925200" cy="434700"/>
          </a:xfrm>
          <a:prstGeom prst="rect">
            <a:avLst/>
          </a:prstGeom>
        </p:spPr>
        <p:txBody>
          <a:bodyPr spcFirstLastPara="1" wrap="square" lIns="0" tIns="0" rIns="0" bIns="0" anchor="t" anchorCtr="0">
            <a:normAutofit/>
          </a:bodyPr>
          <a:lstStyle>
            <a:lvl1pPr lvl="0" algn="r" rtl="0">
              <a:lnSpc>
                <a:spcPct val="100000"/>
              </a:lnSpc>
              <a:spcBef>
                <a:spcPts val="0"/>
              </a:spcBef>
              <a:spcAft>
                <a:spcPts val="0"/>
              </a:spcAft>
              <a:buClr>
                <a:schemeClr val="accent2"/>
              </a:buClr>
              <a:buSzPts val="900"/>
              <a:buFont typeface="IBM Plex Sans Medium"/>
              <a:buNone/>
              <a:defRPr sz="900">
                <a:solidFill>
                  <a:schemeClr val="accent2"/>
                </a:solidFill>
                <a:latin typeface="IBM Plex Sans Medium"/>
                <a:ea typeface="IBM Plex Sans Medium"/>
                <a:cs typeface="IBM Plex Sans Medium"/>
                <a:sym typeface="IBM Plex Sans Medium"/>
              </a:defRPr>
            </a:lvl1pPr>
            <a:lvl2pPr lvl="1" algn="r" rtl="0">
              <a:lnSpc>
                <a:spcPct val="100000"/>
              </a:lnSpc>
              <a:spcBef>
                <a:spcPts val="0"/>
              </a:spcBef>
              <a:spcAft>
                <a:spcPts val="0"/>
              </a:spcAft>
              <a:buClr>
                <a:schemeClr val="accent2"/>
              </a:buClr>
              <a:buSzPts val="900"/>
              <a:buFont typeface="IBM Plex Sans Medium"/>
              <a:buNone/>
              <a:defRPr sz="900">
                <a:solidFill>
                  <a:schemeClr val="accent2"/>
                </a:solidFill>
                <a:latin typeface="IBM Plex Sans Medium"/>
                <a:ea typeface="IBM Plex Sans Medium"/>
                <a:cs typeface="IBM Plex Sans Medium"/>
                <a:sym typeface="IBM Plex Sans Medium"/>
              </a:defRPr>
            </a:lvl2pPr>
            <a:lvl3pPr lvl="2" algn="r" rtl="0">
              <a:lnSpc>
                <a:spcPct val="100000"/>
              </a:lnSpc>
              <a:spcBef>
                <a:spcPts val="0"/>
              </a:spcBef>
              <a:spcAft>
                <a:spcPts val="0"/>
              </a:spcAft>
              <a:buClr>
                <a:schemeClr val="accent2"/>
              </a:buClr>
              <a:buSzPts val="900"/>
              <a:buFont typeface="IBM Plex Sans Medium"/>
              <a:buNone/>
              <a:defRPr sz="900">
                <a:solidFill>
                  <a:schemeClr val="accent2"/>
                </a:solidFill>
                <a:latin typeface="IBM Plex Sans Medium"/>
                <a:ea typeface="IBM Plex Sans Medium"/>
                <a:cs typeface="IBM Plex Sans Medium"/>
                <a:sym typeface="IBM Plex Sans Medium"/>
              </a:defRPr>
            </a:lvl3pPr>
            <a:lvl4pPr lvl="3" algn="r" rtl="0">
              <a:lnSpc>
                <a:spcPct val="100000"/>
              </a:lnSpc>
              <a:spcBef>
                <a:spcPts val="0"/>
              </a:spcBef>
              <a:spcAft>
                <a:spcPts val="0"/>
              </a:spcAft>
              <a:buClr>
                <a:schemeClr val="accent2"/>
              </a:buClr>
              <a:buSzPts val="900"/>
              <a:buFont typeface="IBM Plex Sans Medium"/>
              <a:buNone/>
              <a:defRPr sz="900">
                <a:solidFill>
                  <a:schemeClr val="accent2"/>
                </a:solidFill>
                <a:latin typeface="IBM Plex Sans Medium"/>
                <a:ea typeface="IBM Plex Sans Medium"/>
                <a:cs typeface="IBM Plex Sans Medium"/>
                <a:sym typeface="IBM Plex Sans Medium"/>
              </a:defRPr>
            </a:lvl4pPr>
            <a:lvl5pPr lvl="4" algn="r" rtl="0">
              <a:lnSpc>
                <a:spcPct val="100000"/>
              </a:lnSpc>
              <a:spcBef>
                <a:spcPts val="0"/>
              </a:spcBef>
              <a:spcAft>
                <a:spcPts val="0"/>
              </a:spcAft>
              <a:buClr>
                <a:schemeClr val="accent2"/>
              </a:buClr>
              <a:buSzPts val="900"/>
              <a:buFont typeface="IBM Plex Sans Medium"/>
              <a:buNone/>
              <a:defRPr sz="900">
                <a:solidFill>
                  <a:schemeClr val="accent2"/>
                </a:solidFill>
                <a:latin typeface="IBM Plex Sans Medium"/>
                <a:ea typeface="IBM Plex Sans Medium"/>
                <a:cs typeface="IBM Plex Sans Medium"/>
                <a:sym typeface="IBM Plex Sans Medium"/>
              </a:defRPr>
            </a:lvl5pPr>
            <a:lvl6pPr lvl="5" algn="r" rtl="0">
              <a:lnSpc>
                <a:spcPct val="100000"/>
              </a:lnSpc>
              <a:spcBef>
                <a:spcPts val="0"/>
              </a:spcBef>
              <a:spcAft>
                <a:spcPts val="0"/>
              </a:spcAft>
              <a:buClr>
                <a:schemeClr val="accent2"/>
              </a:buClr>
              <a:buSzPts val="900"/>
              <a:buFont typeface="IBM Plex Sans Medium"/>
              <a:buNone/>
              <a:defRPr sz="900">
                <a:solidFill>
                  <a:schemeClr val="accent2"/>
                </a:solidFill>
                <a:latin typeface="IBM Plex Sans Medium"/>
                <a:ea typeface="IBM Plex Sans Medium"/>
                <a:cs typeface="IBM Plex Sans Medium"/>
                <a:sym typeface="IBM Plex Sans Medium"/>
              </a:defRPr>
            </a:lvl6pPr>
            <a:lvl7pPr lvl="6" algn="r" rtl="0">
              <a:lnSpc>
                <a:spcPct val="100000"/>
              </a:lnSpc>
              <a:spcBef>
                <a:spcPts val="0"/>
              </a:spcBef>
              <a:spcAft>
                <a:spcPts val="0"/>
              </a:spcAft>
              <a:buClr>
                <a:schemeClr val="accent2"/>
              </a:buClr>
              <a:buSzPts val="900"/>
              <a:buFont typeface="IBM Plex Sans Medium"/>
              <a:buNone/>
              <a:defRPr sz="900">
                <a:solidFill>
                  <a:schemeClr val="accent2"/>
                </a:solidFill>
                <a:latin typeface="IBM Plex Sans Medium"/>
                <a:ea typeface="IBM Plex Sans Medium"/>
                <a:cs typeface="IBM Plex Sans Medium"/>
                <a:sym typeface="IBM Plex Sans Medium"/>
              </a:defRPr>
            </a:lvl7pPr>
            <a:lvl8pPr lvl="7" algn="r" rtl="0">
              <a:lnSpc>
                <a:spcPct val="100000"/>
              </a:lnSpc>
              <a:spcBef>
                <a:spcPts val="0"/>
              </a:spcBef>
              <a:spcAft>
                <a:spcPts val="0"/>
              </a:spcAft>
              <a:buClr>
                <a:schemeClr val="accent2"/>
              </a:buClr>
              <a:buSzPts val="900"/>
              <a:buFont typeface="IBM Plex Sans Medium"/>
              <a:buNone/>
              <a:defRPr sz="900">
                <a:solidFill>
                  <a:schemeClr val="accent2"/>
                </a:solidFill>
                <a:latin typeface="IBM Plex Sans Medium"/>
                <a:ea typeface="IBM Plex Sans Medium"/>
                <a:cs typeface="IBM Plex Sans Medium"/>
                <a:sym typeface="IBM Plex Sans Medium"/>
              </a:defRPr>
            </a:lvl8pPr>
            <a:lvl9pPr lvl="8" algn="r" rtl="0">
              <a:lnSpc>
                <a:spcPct val="100000"/>
              </a:lnSpc>
              <a:spcBef>
                <a:spcPts val="0"/>
              </a:spcBef>
              <a:spcAft>
                <a:spcPts val="0"/>
              </a:spcAft>
              <a:buClr>
                <a:schemeClr val="accent2"/>
              </a:buClr>
              <a:buSzPts val="900"/>
              <a:buFont typeface="IBM Plex Sans Medium"/>
              <a:buNone/>
              <a:defRPr sz="900">
                <a:solidFill>
                  <a:schemeClr val="accent2"/>
                </a:solidFill>
                <a:latin typeface="IBM Plex Sans Medium"/>
                <a:ea typeface="IBM Plex Sans Medium"/>
                <a:cs typeface="IBM Plex Sans Medium"/>
                <a:sym typeface="IBM Plex Sans Medium"/>
              </a:defRPr>
            </a:lvl9pPr>
          </a:lstStyle>
          <a:p>
            <a:endParaRPr/>
          </a:p>
        </p:txBody>
      </p:sp>
      <p:sp>
        <p:nvSpPr>
          <p:cNvPr id="697" name="Google Shape;697;p48"/>
          <p:cNvSpPr txBox="1">
            <a:spLocks noGrp="1"/>
          </p:cNvSpPr>
          <p:nvPr>
            <p:ph type="subTitle" idx="4"/>
          </p:nvPr>
        </p:nvSpPr>
        <p:spPr>
          <a:xfrm>
            <a:off x="41225" y="3492575"/>
            <a:ext cx="925200" cy="434700"/>
          </a:xfrm>
          <a:prstGeom prst="rect">
            <a:avLst/>
          </a:prstGeom>
        </p:spPr>
        <p:txBody>
          <a:bodyPr spcFirstLastPara="1" wrap="square" lIns="0" tIns="0" rIns="0" bIns="0" anchor="t" anchorCtr="0">
            <a:normAutofit/>
          </a:bodyPr>
          <a:lstStyle>
            <a:lvl1pPr lvl="0" algn="r" rtl="0">
              <a:lnSpc>
                <a:spcPct val="100000"/>
              </a:lnSpc>
              <a:spcBef>
                <a:spcPts val="0"/>
              </a:spcBef>
              <a:spcAft>
                <a:spcPts val="0"/>
              </a:spcAft>
              <a:buClr>
                <a:schemeClr val="accent2"/>
              </a:buClr>
              <a:buSzPts val="900"/>
              <a:buFont typeface="IBM Plex Sans Medium"/>
              <a:buNone/>
              <a:defRPr sz="900">
                <a:solidFill>
                  <a:schemeClr val="accent2"/>
                </a:solidFill>
                <a:latin typeface="IBM Plex Sans Medium"/>
                <a:ea typeface="IBM Plex Sans Medium"/>
                <a:cs typeface="IBM Plex Sans Medium"/>
                <a:sym typeface="IBM Plex Sans Medium"/>
              </a:defRPr>
            </a:lvl1pPr>
            <a:lvl2pPr lvl="1" algn="r" rtl="0">
              <a:lnSpc>
                <a:spcPct val="100000"/>
              </a:lnSpc>
              <a:spcBef>
                <a:spcPts val="0"/>
              </a:spcBef>
              <a:spcAft>
                <a:spcPts val="0"/>
              </a:spcAft>
              <a:buClr>
                <a:schemeClr val="accent2"/>
              </a:buClr>
              <a:buSzPts val="900"/>
              <a:buFont typeface="IBM Plex Sans Medium"/>
              <a:buNone/>
              <a:defRPr sz="900">
                <a:solidFill>
                  <a:schemeClr val="accent2"/>
                </a:solidFill>
                <a:latin typeface="IBM Plex Sans Medium"/>
                <a:ea typeface="IBM Plex Sans Medium"/>
                <a:cs typeface="IBM Plex Sans Medium"/>
                <a:sym typeface="IBM Plex Sans Medium"/>
              </a:defRPr>
            </a:lvl2pPr>
            <a:lvl3pPr lvl="2" algn="r" rtl="0">
              <a:lnSpc>
                <a:spcPct val="100000"/>
              </a:lnSpc>
              <a:spcBef>
                <a:spcPts val="0"/>
              </a:spcBef>
              <a:spcAft>
                <a:spcPts val="0"/>
              </a:spcAft>
              <a:buClr>
                <a:schemeClr val="accent2"/>
              </a:buClr>
              <a:buSzPts val="900"/>
              <a:buFont typeface="IBM Plex Sans Medium"/>
              <a:buNone/>
              <a:defRPr sz="900">
                <a:solidFill>
                  <a:schemeClr val="accent2"/>
                </a:solidFill>
                <a:latin typeface="IBM Plex Sans Medium"/>
                <a:ea typeface="IBM Plex Sans Medium"/>
                <a:cs typeface="IBM Plex Sans Medium"/>
                <a:sym typeface="IBM Plex Sans Medium"/>
              </a:defRPr>
            </a:lvl3pPr>
            <a:lvl4pPr lvl="3" algn="r" rtl="0">
              <a:lnSpc>
                <a:spcPct val="100000"/>
              </a:lnSpc>
              <a:spcBef>
                <a:spcPts val="0"/>
              </a:spcBef>
              <a:spcAft>
                <a:spcPts val="0"/>
              </a:spcAft>
              <a:buClr>
                <a:schemeClr val="accent2"/>
              </a:buClr>
              <a:buSzPts val="900"/>
              <a:buFont typeface="IBM Plex Sans Medium"/>
              <a:buNone/>
              <a:defRPr sz="900">
                <a:solidFill>
                  <a:schemeClr val="accent2"/>
                </a:solidFill>
                <a:latin typeface="IBM Plex Sans Medium"/>
                <a:ea typeface="IBM Plex Sans Medium"/>
                <a:cs typeface="IBM Plex Sans Medium"/>
                <a:sym typeface="IBM Plex Sans Medium"/>
              </a:defRPr>
            </a:lvl4pPr>
            <a:lvl5pPr lvl="4" algn="r" rtl="0">
              <a:lnSpc>
                <a:spcPct val="100000"/>
              </a:lnSpc>
              <a:spcBef>
                <a:spcPts val="0"/>
              </a:spcBef>
              <a:spcAft>
                <a:spcPts val="0"/>
              </a:spcAft>
              <a:buClr>
                <a:schemeClr val="accent2"/>
              </a:buClr>
              <a:buSzPts val="900"/>
              <a:buFont typeface="IBM Plex Sans Medium"/>
              <a:buNone/>
              <a:defRPr sz="900">
                <a:solidFill>
                  <a:schemeClr val="accent2"/>
                </a:solidFill>
                <a:latin typeface="IBM Plex Sans Medium"/>
                <a:ea typeface="IBM Plex Sans Medium"/>
                <a:cs typeface="IBM Plex Sans Medium"/>
                <a:sym typeface="IBM Plex Sans Medium"/>
              </a:defRPr>
            </a:lvl5pPr>
            <a:lvl6pPr lvl="5" algn="r" rtl="0">
              <a:lnSpc>
                <a:spcPct val="100000"/>
              </a:lnSpc>
              <a:spcBef>
                <a:spcPts val="0"/>
              </a:spcBef>
              <a:spcAft>
                <a:spcPts val="0"/>
              </a:spcAft>
              <a:buClr>
                <a:schemeClr val="accent2"/>
              </a:buClr>
              <a:buSzPts val="900"/>
              <a:buFont typeface="IBM Plex Sans Medium"/>
              <a:buNone/>
              <a:defRPr sz="900">
                <a:solidFill>
                  <a:schemeClr val="accent2"/>
                </a:solidFill>
                <a:latin typeface="IBM Plex Sans Medium"/>
                <a:ea typeface="IBM Plex Sans Medium"/>
                <a:cs typeface="IBM Plex Sans Medium"/>
                <a:sym typeface="IBM Plex Sans Medium"/>
              </a:defRPr>
            </a:lvl6pPr>
            <a:lvl7pPr lvl="6" algn="r" rtl="0">
              <a:lnSpc>
                <a:spcPct val="100000"/>
              </a:lnSpc>
              <a:spcBef>
                <a:spcPts val="0"/>
              </a:spcBef>
              <a:spcAft>
                <a:spcPts val="0"/>
              </a:spcAft>
              <a:buClr>
                <a:schemeClr val="accent2"/>
              </a:buClr>
              <a:buSzPts val="900"/>
              <a:buFont typeface="IBM Plex Sans Medium"/>
              <a:buNone/>
              <a:defRPr sz="900">
                <a:solidFill>
                  <a:schemeClr val="accent2"/>
                </a:solidFill>
                <a:latin typeface="IBM Plex Sans Medium"/>
                <a:ea typeface="IBM Plex Sans Medium"/>
                <a:cs typeface="IBM Plex Sans Medium"/>
                <a:sym typeface="IBM Plex Sans Medium"/>
              </a:defRPr>
            </a:lvl7pPr>
            <a:lvl8pPr lvl="7" algn="r" rtl="0">
              <a:lnSpc>
                <a:spcPct val="100000"/>
              </a:lnSpc>
              <a:spcBef>
                <a:spcPts val="0"/>
              </a:spcBef>
              <a:spcAft>
                <a:spcPts val="0"/>
              </a:spcAft>
              <a:buClr>
                <a:schemeClr val="accent2"/>
              </a:buClr>
              <a:buSzPts val="900"/>
              <a:buFont typeface="IBM Plex Sans Medium"/>
              <a:buNone/>
              <a:defRPr sz="900">
                <a:solidFill>
                  <a:schemeClr val="accent2"/>
                </a:solidFill>
                <a:latin typeface="IBM Plex Sans Medium"/>
                <a:ea typeface="IBM Plex Sans Medium"/>
                <a:cs typeface="IBM Plex Sans Medium"/>
                <a:sym typeface="IBM Plex Sans Medium"/>
              </a:defRPr>
            </a:lvl8pPr>
            <a:lvl9pPr lvl="8" algn="r" rtl="0">
              <a:lnSpc>
                <a:spcPct val="100000"/>
              </a:lnSpc>
              <a:spcBef>
                <a:spcPts val="0"/>
              </a:spcBef>
              <a:spcAft>
                <a:spcPts val="0"/>
              </a:spcAft>
              <a:buClr>
                <a:schemeClr val="accent2"/>
              </a:buClr>
              <a:buSzPts val="900"/>
              <a:buFont typeface="IBM Plex Sans Medium"/>
              <a:buNone/>
              <a:defRPr sz="900">
                <a:solidFill>
                  <a:schemeClr val="accent2"/>
                </a:solidFill>
                <a:latin typeface="IBM Plex Sans Medium"/>
                <a:ea typeface="IBM Plex Sans Medium"/>
                <a:cs typeface="IBM Plex Sans Medium"/>
                <a:sym typeface="IBM Plex Sans Medium"/>
              </a:defRPr>
            </a:lvl9pPr>
          </a:lstStyle>
          <a:p>
            <a:endParaRPr/>
          </a:p>
        </p:txBody>
      </p:sp>
      <p:sp>
        <p:nvSpPr>
          <p:cNvPr id="698" name="Google Shape;698;p48"/>
          <p:cNvSpPr txBox="1">
            <a:spLocks noGrp="1"/>
          </p:cNvSpPr>
          <p:nvPr>
            <p:ph type="subTitle" idx="5"/>
          </p:nvPr>
        </p:nvSpPr>
        <p:spPr>
          <a:xfrm>
            <a:off x="6054925" y="1028700"/>
            <a:ext cx="2860500" cy="539700"/>
          </a:xfrm>
          <a:prstGeom prst="rect">
            <a:avLst/>
          </a:prstGeom>
        </p:spPr>
        <p:txBody>
          <a:bodyPr spcFirstLastPara="1" wrap="square" lIns="0" tIns="0" rIns="0" bIns="0" anchor="t" anchorCtr="0">
            <a:normAutofit/>
          </a:bodyPr>
          <a:lstStyle>
            <a:lvl1pPr lvl="0" rtl="0">
              <a:lnSpc>
                <a:spcPct val="100000"/>
              </a:lnSpc>
              <a:spcBef>
                <a:spcPts val="0"/>
              </a:spcBef>
              <a:spcAft>
                <a:spcPts val="0"/>
              </a:spcAft>
              <a:buClr>
                <a:schemeClr val="accent6"/>
              </a:buClr>
              <a:buSzPts val="2000"/>
              <a:buFont typeface="IBM Plex Sans Medium"/>
              <a:buNone/>
              <a:defRPr sz="2000">
                <a:solidFill>
                  <a:schemeClr val="accent6"/>
                </a:solidFill>
                <a:latin typeface="IBM Plex Sans Medium"/>
                <a:ea typeface="IBM Plex Sans Medium"/>
                <a:cs typeface="IBM Plex Sans Medium"/>
                <a:sym typeface="IBM Plex Sans Medium"/>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99" name="Google Shape;699;p48"/>
          <p:cNvSpPr txBox="1">
            <a:spLocks noGrp="1"/>
          </p:cNvSpPr>
          <p:nvPr>
            <p:ph type="body" idx="6"/>
          </p:nvPr>
        </p:nvSpPr>
        <p:spPr>
          <a:xfrm>
            <a:off x="6054925" y="1691278"/>
            <a:ext cx="2860500" cy="3183000"/>
          </a:xfrm>
          <a:prstGeom prst="rect">
            <a:avLst/>
          </a:prstGeom>
        </p:spPr>
        <p:txBody>
          <a:bodyPr spcFirstLastPara="1" wrap="square" lIns="0" tIns="0" rIns="0" bIns="0" anchor="t" anchorCtr="0">
            <a:normAutofit/>
          </a:bodyPr>
          <a:lstStyle>
            <a:lvl1pPr marL="457200" lvl="0" indent="-317500" rtl="0">
              <a:spcBef>
                <a:spcPts val="0"/>
              </a:spcBef>
              <a:spcAft>
                <a:spcPts val="0"/>
              </a:spcAft>
              <a:buSzPts val="1400"/>
              <a:buChar char="■"/>
              <a:defRPr sz="1400"/>
            </a:lvl1pPr>
            <a:lvl2pPr marL="914400" lvl="1" indent="-304800" rtl="0">
              <a:spcBef>
                <a:spcPts val="0"/>
              </a:spcBef>
              <a:spcAft>
                <a:spcPts val="0"/>
              </a:spcAft>
              <a:buSzPts val="1200"/>
              <a:buChar char="■"/>
              <a:defRPr sz="1200"/>
            </a:lvl2pPr>
            <a:lvl3pPr marL="1371600" lvl="2" indent="-304800" rtl="0">
              <a:spcBef>
                <a:spcPts val="0"/>
              </a:spcBef>
              <a:spcAft>
                <a:spcPts val="0"/>
              </a:spcAft>
              <a:buSzPts val="1200"/>
              <a:buChar char="■"/>
              <a:defRPr sz="1200"/>
            </a:lvl3pPr>
            <a:lvl4pPr marL="1828800" lvl="3" indent="-304800" rtl="0">
              <a:spcBef>
                <a:spcPts val="0"/>
              </a:spcBef>
              <a:spcAft>
                <a:spcPts val="0"/>
              </a:spcAft>
              <a:buClr>
                <a:schemeClr val="dk1"/>
              </a:buClr>
              <a:buSzPts val="1200"/>
              <a:buChar char="●"/>
              <a:defRPr sz="1200"/>
            </a:lvl4pPr>
            <a:lvl5pPr marL="2286000" lvl="4" indent="-304800" rtl="0">
              <a:spcBef>
                <a:spcPts val="0"/>
              </a:spcBef>
              <a:spcAft>
                <a:spcPts val="0"/>
              </a:spcAft>
              <a:buSzPts val="1200"/>
              <a:buChar char="○"/>
              <a:defRPr sz="1200"/>
            </a:lvl5pPr>
            <a:lvl6pPr marL="2743200" lvl="5" indent="-304800" rtl="0">
              <a:spcBef>
                <a:spcPts val="0"/>
              </a:spcBef>
              <a:spcAft>
                <a:spcPts val="0"/>
              </a:spcAft>
              <a:buSzPts val="1200"/>
              <a:buChar char="■"/>
              <a:defRPr sz="1200"/>
            </a:lvl6pPr>
            <a:lvl7pPr marL="3200400" lvl="6" indent="-304800" rtl="0">
              <a:spcBef>
                <a:spcPts val="0"/>
              </a:spcBef>
              <a:spcAft>
                <a:spcPts val="0"/>
              </a:spcAft>
              <a:buSzPts val="1200"/>
              <a:buChar char="●"/>
              <a:defRPr sz="1200"/>
            </a:lvl7pPr>
            <a:lvl8pPr marL="3657600" lvl="7" indent="-304800" rtl="0">
              <a:spcBef>
                <a:spcPts val="0"/>
              </a:spcBef>
              <a:spcAft>
                <a:spcPts val="0"/>
              </a:spcAft>
              <a:buSzPts val="1200"/>
              <a:buChar char="○"/>
              <a:defRPr sz="1200"/>
            </a:lvl8pPr>
            <a:lvl9pPr marL="4114800" lvl="8" indent="-304800" rtl="0">
              <a:spcBef>
                <a:spcPts val="0"/>
              </a:spcBef>
              <a:spcAft>
                <a:spcPts val="0"/>
              </a:spcAft>
              <a:buSzPts val="1200"/>
              <a:buChar char="■"/>
              <a:defRPr sz="1200"/>
            </a:lvl9pPr>
          </a:lstStyle>
          <a:p>
            <a:endParaRPr/>
          </a:p>
        </p:txBody>
      </p:sp>
      <p:sp>
        <p:nvSpPr>
          <p:cNvPr id="700" name="Google Shape;700;p48"/>
          <p:cNvSpPr txBox="1">
            <a:spLocks noGrp="1"/>
          </p:cNvSpPr>
          <p:nvPr>
            <p:ph type="subTitle" idx="7"/>
          </p:nvPr>
        </p:nvSpPr>
        <p:spPr>
          <a:xfrm>
            <a:off x="41225" y="4237950"/>
            <a:ext cx="925200" cy="434700"/>
          </a:xfrm>
          <a:prstGeom prst="rect">
            <a:avLst/>
          </a:prstGeom>
        </p:spPr>
        <p:txBody>
          <a:bodyPr spcFirstLastPara="1" wrap="square" lIns="0" tIns="0" rIns="0" bIns="0" anchor="t" anchorCtr="0">
            <a:normAutofit/>
          </a:bodyPr>
          <a:lstStyle>
            <a:lvl1pPr lvl="0" algn="r" rtl="0">
              <a:lnSpc>
                <a:spcPct val="100000"/>
              </a:lnSpc>
              <a:spcBef>
                <a:spcPts val="0"/>
              </a:spcBef>
              <a:spcAft>
                <a:spcPts val="0"/>
              </a:spcAft>
              <a:buClr>
                <a:schemeClr val="accent2"/>
              </a:buClr>
              <a:buSzPts val="900"/>
              <a:buFont typeface="IBM Plex Sans Medium"/>
              <a:buNone/>
              <a:defRPr sz="900">
                <a:solidFill>
                  <a:schemeClr val="accent2"/>
                </a:solidFill>
                <a:latin typeface="IBM Plex Sans Medium"/>
                <a:ea typeface="IBM Plex Sans Medium"/>
                <a:cs typeface="IBM Plex Sans Medium"/>
                <a:sym typeface="IBM Plex Sans Medium"/>
              </a:defRPr>
            </a:lvl1pPr>
            <a:lvl2pPr lvl="1" algn="r" rtl="0">
              <a:lnSpc>
                <a:spcPct val="100000"/>
              </a:lnSpc>
              <a:spcBef>
                <a:spcPts val="0"/>
              </a:spcBef>
              <a:spcAft>
                <a:spcPts val="0"/>
              </a:spcAft>
              <a:buClr>
                <a:schemeClr val="accent2"/>
              </a:buClr>
              <a:buSzPts val="900"/>
              <a:buFont typeface="IBM Plex Sans Medium"/>
              <a:buNone/>
              <a:defRPr sz="900">
                <a:solidFill>
                  <a:schemeClr val="accent2"/>
                </a:solidFill>
                <a:latin typeface="IBM Plex Sans Medium"/>
                <a:ea typeface="IBM Plex Sans Medium"/>
                <a:cs typeface="IBM Plex Sans Medium"/>
                <a:sym typeface="IBM Plex Sans Medium"/>
              </a:defRPr>
            </a:lvl2pPr>
            <a:lvl3pPr lvl="2" algn="r" rtl="0">
              <a:lnSpc>
                <a:spcPct val="100000"/>
              </a:lnSpc>
              <a:spcBef>
                <a:spcPts val="0"/>
              </a:spcBef>
              <a:spcAft>
                <a:spcPts val="0"/>
              </a:spcAft>
              <a:buClr>
                <a:schemeClr val="accent2"/>
              </a:buClr>
              <a:buSzPts val="900"/>
              <a:buFont typeface="IBM Plex Sans Medium"/>
              <a:buNone/>
              <a:defRPr sz="900">
                <a:solidFill>
                  <a:schemeClr val="accent2"/>
                </a:solidFill>
                <a:latin typeface="IBM Plex Sans Medium"/>
                <a:ea typeface="IBM Plex Sans Medium"/>
                <a:cs typeface="IBM Plex Sans Medium"/>
                <a:sym typeface="IBM Plex Sans Medium"/>
              </a:defRPr>
            </a:lvl3pPr>
            <a:lvl4pPr lvl="3" algn="r" rtl="0">
              <a:lnSpc>
                <a:spcPct val="100000"/>
              </a:lnSpc>
              <a:spcBef>
                <a:spcPts val="0"/>
              </a:spcBef>
              <a:spcAft>
                <a:spcPts val="0"/>
              </a:spcAft>
              <a:buClr>
                <a:schemeClr val="accent2"/>
              </a:buClr>
              <a:buSzPts val="900"/>
              <a:buFont typeface="IBM Plex Sans Medium"/>
              <a:buNone/>
              <a:defRPr sz="900">
                <a:solidFill>
                  <a:schemeClr val="accent2"/>
                </a:solidFill>
                <a:latin typeface="IBM Plex Sans Medium"/>
                <a:ea typeface="IBM Plex Sans Medium"/>
                <a:cs typeface="IBM Plex Sans Medium"/>
                <a:sym typeface="IBM Plex Sans Medium"/>
              </a:defRPr>
            </a:lvl4pPr>
            <a:lvl5pPr lvl="4" algn="r" rtl="0">
              <a:lnSpc>
                <a:spcPct val="100000"/>
              </a:lnSpc>
              <a:spcBef>
                <a:spcPts val="0"/>
              </a:spcBef>
              <a:spcAft>
                <a:spcPts val="0"/>
              </a:spcAft>
              <a:buClr>
                <a:schemeClr val="accent2"/>
              </a:buClr>
              <a:buSzPts val="900"/>
              <a:buFont typeface="IBM Plex Sans Medium"/>
              <a:buNone/>
              <a:defRPr sz="900">
                <a:solidFill>
                  <a:schemeClr val="accent2"/>
                </a:solidFill>
                <a:latin typeface="IBM Plex Sans Medium"/>
                <a:ea typeface="IBM Plex Sans Medium"/>
                <a:cs typeface="IBM Plex Sans Medium"/>
                <a:sym typeface="IBM Plex Sans Medium"/>
              </a:defRPr>
            </a:lvl5pPr>
            <a:lvl6pPr lvl="5" algn="r" rtl="0">
              <a:lnSpc>
                <a:spcPct val="100000"/>
              </a:lnSpc>
              <a:spcBef>
                <a:spcPts val="0"/>
              </a:spcBef>
              <a:spcAft>
                <a:spcPts val="0"/>
              </a:spcAft>
              <a:buClr>
                <a:schemeClr val="accent2"/>
              </a:buClr>
              <a:buSzPts val="900"/>
              <a:buFont typeface="IBM Plex Sans Medium"/>
              <a:buNone/>
              <a:defRPr sz="900">
                <a:solidFill>
                  <a:schemeClr val="accent2"/>
                </a:solidFill>
                <a:latin typeface="IBM Plex Sans Medium"/>
                <a:ea typeface="IBM Plex Sans Medium"/>
                <a:cs typeface="IBM Plex Sans Medium"/>
                <a:sym typeface="IBM Plex Sans Medium"/>
              </a:defRPr>
            </a:lvl6pPr>
            <a:lvl7pPr lvl="6" algn="r" rtl="0">
              <a:lnSpc>
                <a:spcPct val="100000"/>
              </a:lnSpc>
              <a:spcBef>
                <a:spcPts val="0"/>
              </a:spcBef>
              <a:spcAft>
                <a:spcPts val="0"/>
              </a:spcAft>
              <a:buClr>
                <a:schemeClr val="accent2"/>
              </a:buClr>
              <a:buSzPts val="900"/>
              <a:buFont typeface="IBM Plex Sans Medium"/>
              <a:buNone/>
              <a:defRPr sz="900">
                <a:solidFill>
                  <a:schemeClr val="accent2"/>
                </a:solidFill>
                <a:latin typeface="IBM Plex Sans Medium"/>
                <a:ea typeface="IBM Plex Sans Medium"/>
                <a:cs typeface="IBM Plex Sans Medium"/>
                <a:sym typeface="IBM Plex Sans Medium"/>
              </a:defRPr>
            </a:lvl7pPr>
            <a:lvl8pPr lvl="7" algn="r" rtl="0">
              <a:lnSpc>
                <a:spcPct val="100000"/>
              </a:lnSpc>
              <a:spcBef>
                <a:spcPts val="0"/>
              </a:spcBef>
              <a:spcAft>
                <a:spcPts val="0"/>
              </a:spcAft>
              <a:buClr>
                <a:schemeClr val="accent2"/>
              </a:buClr>
              <a:buSzPts val="900"/>
              <a:buFont typeface="IBM Plex Sans Medium"/>
              <a:buNone/>
              <a:defRPr sz="900">
                <a:solidFill>
                  <a:schemeClr val="accent2"/>
                </a:solidFill>
                <a:latin typeface="IBM Plex Sans Medium"/>
                <a:ea typeface="IBM Plex Sans Medium"/>
                <a:cs typeface="IBM Plex Sans Medium"/>
                <a:sym typeface="IBM Plex Sans Medium"/>
              </a:defRPr>
            </a:lvl8pPr>
            <a:lvl9pPr lvl="8" algn="r" rtl="0">
              <a:lnSpc>
                <a:spcPct val="100000"/>
              </a:lnSpc>
              <a:spcBef>
                <a:spcPts val="0"/>
              </a:spcBef>
              <a:spcAft>
                <a:spcPts val="0"/>
              </a:spcAft>
              <a:buClr>
                <a:schemeClr val="accent2"/>
              </a:buClr>
              <a:buSzPts val="900"/>
              <a:buFont typeface="IBM Plex Sans Medium"/>
              <a:buNone/>
              <a:defRPr sz="900">
                <a:solidFill>
                  <a:schemeClr val="accent2"/>
                </a:solidFill>
                <a:latin typeface="IBM Plex Sans Medium"/>
                <a:ea typeface="IBM Plex Sans Medium"/>
                <a:cs typeface="IBM Plex Sans Medium"/>
                <a:sym typeface="IBM Plex Sans Medium"/>
              </a:defRPr>
            </a:lvl9pPr>
          </a:lstStyle>
          <a:p>
            <a:endParaRPr/>
          </a:p>
        </p:txBody>
      </p:sp>
      <p:pic>
        <p:nvPicPr>
          <p:cNvPr id="701" name="Google Shape;701;p48"/>
          <p:cNvPicPr preferRelativeResize="0"/>
          <p:nvPr/>
        </p:nvPicPr>
        <p:blipFill>
          <a:blip r:embed="rId2">
            <a:alphaModFix/>
          </a:blip>
          <a:stretch>
            <a:fillRect/>
          </a:stretch>
        </p:blipFill>
        <p:spPr>
          <a:xfrm>
            <a:off x="8565901" y="154375"/>
            <a:ext cx="424850" cy="428248"/>
          </a:xfrm>
          <a:prstGeom prst="rect">
            <a:avLst/>
          </a:prstGeom>
          <a:noFill/>
          <a:ln>
            <a:noFill/>
          </a:ln>
        </p:spPr>
      </p:pic>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matchingName="Chart - create your own 2">
  <p:cSld name="CUSTOM_9">
    <p:bg>
      <p:bgPr>
        <a:solidFill>
          <a:schemeClr val="dk1"/>
        </a:solidFill>
        <a:effectLst/>
      </p:bgPr>
    </p:bg>
    <p:spTree>
      <p:nvGrpSpPr>
        <p:cNvPr id="1" name="Shape 702"/>
        <p:cNvGrpSpPr/>
        <p:nvPr/>
      </p:nvGrpSpPr>
      <p:grpSpPr>
        <a:xfrm>
          <a:off x="0" y="0"/>
          <a:ext cx="0" cy="0"/>
          <a:chOff x="0" y="0"/>
          <a:chExt cx="0" cy="0"/>
        </a:xfrm>
      </p:grpSpPr>
      <p:sp>
        <p:nvSpPr>
          <p:cNvPr id="703" name="Google Shape;703;p49"/>
          <p:cNvSpPr txBox="1">
            <a:spLocks noGrp="1"/>
          </p:cNvSpPr>
          <p:nvPr>
            <p:ph type="title"/>
          </p:nvPr>
        </p:nvSpPr>
        <p:spPr>
          <a:xfrm>
            <a:off x="457200" y="114300"/>
            <a:ext cx="8229600" cy="903300"/>
          </a:xfrm>
          <a:prstGeom prst="rect">
            <a:avLst/>
          </a:prstGeom>
        </p:spPr>
        <p:txBody>
          <a:bodyPr spcFirstLastPara="1" wrap="square" lIns="0" tIns="0" rIns="0" bIns="0" anchor="t" anchorCtr="0">
            <a:normAutofit/>
          </a:bodyPr>
          <a:lstStyle>
            <a:lvl1pPr lvl="0">
              <a:spcBef>
                <a:spcPts val="0"/>
              </a:spcBef>
              <a:spcAft>
                <a:spcPts val="0"/>
              </a:spcAft>
              <a:buClr>
                <a:schemeClr val="lt1"/>
              </a:buClr>
              <a:buSzPts val="34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a:endParaRPr/>
          </a:p>
        </p:txBody>
      </p:sp>
      <p:cxnSp>
        <p:nvCxnSpPr>
          <p:cNvPr id="704" name="Google Shape;704;p49"/>
          <p:cNvCxnSpPr/>
          <p:nvPr/>
        </p:nvCxnSpPr>
        <p:spPr>
          <a:xfrm rot="10800000">
            <a:off x="1994372" y="1083552"/>
            <a:ext cx="0" cy="3219600"/>
          </a:xfrm>
          <a:prstGeom prst="straightConnector1">
            <a:avLst/>
          </a:prstGeom>
          <a:noFill/>
          <a:ln w="19050" cap="flat" cmpd="sng">
            <a:solidFill>
              <a:schemeClr val="accent5"/>
            </a:solidFill>
            <a:prstDash val="solid"/>
            <a:round/>
            <a:headEnd type="none" w="med" len="med"/>
            <a:tailEnd type="none" w="med" len="med"/>
          </a:ln>
        </p:spPr>
      </p:cxnSp>
      <p:cxnSp>
        <p:nvCxnSpPr>
          <p:cNvPr id="705" name="Google Shape;705;p49"/>
          <p:cNvCxnSpPr/>
          <p:nvPr/>
        </p:nvCxnSpPr>
        <p:spPr>
          <a:xfrm rot="10800000">
            <a:off x="2848792" y="1083552"/>
            <a:ext cx="0" cy="3219600"/>
          </a:xfrm>
          <a:prstGeom prst="straightConnector1">
            <a:avLst/>
          </a:prstGeom>
          <a:noFill/>
          <a:ln w="19050" cap="flat" cmpd="sng">
            <a:solidFill>
              <a:schemeClr val="accent5"/>
            </a:solidFill>
            <a:prstDash val="solid"/>
            <a:round/>
            <a:headEnd type="none" w="med" len="med"/>
            <a:tailEnd type="none" w="med" len="med"/>
          </a:ln>
        </p:spPr>
      </p:cxnSp>
      <p:cxnSp>
        <p:nvCxnSpPr>
          <p:cNvPr id="706" name="Google Shape;706;p49"/>
          <p:cNvCxnSpPr/>
          <p:nvPr/>
        </p:nvCxnSpPr>
        <p:spPr>
          <a:xfrm rot="10800000">
            <a:off x="3703212" y="1083552"/>
            <a:ext cx="0" cy="3219600"/>
          </a:xfrm>
          <a:prstGeom prst="straightConnector1">
            <a:avLst/>
          </a:prstGeom>
          <a:noFill/>
          <a:ln w="19050" cap="flat" cmpd="sng">
            <a:solidFill>
              <a:schemeClr val="accent5"/>
            </a:solidFill>
            <a:prstDash val="solid"/>
            <a:round/>
            <a:headEnd type="none" w="med" len="med"/>
            <a:tailEnd type="none" w="med" len="med"/>
          </a:ln>
        </p:spPr>
      </p:cxnSp>
      <p:cxnSp>
        <p:nvCxnSpPr>
          <p:cNvPr id="707" name="Google Shape;707;p49"/>
          <p:cNvCxnSpPr/>
          <p:nvPr/>
        </p:nvCxnSpPr>
        <p:spPr>
          <a:xfrm rot="10800000">
            <a:off x="4557632" y="1083552"/>
            <a:ext cx="0" cy="3219600"/>
          </a:xfrm>
          <a:prstGeom prst="straightConnector1">
            <a:avLst/>
          </a:prstGeom>
          <a:noFill/>
          <a:ln w="19050" cap="flat" cmpd="sng">
            <a:solidFill>
              <a:schemeClr val="accent5"/>
            </a:solidFill>
            <a:prstDash val="solid"/>
            <a:round/>
            <a:headEnd type="none" w="med" len="med"/>
            <a:tailEnd type="none" w="med" len="med"/>
          </a:ln>
        </p:spPr>
      </p:cxnSp>
      <p:cxnSp>
        <p:nvCxnSpPr>
          <p:cNvPr id="708" name="Google Shape;708;p49"/>
          <p:cNvCxnSpPr/>
          <p:nvPr/>
        </p:nvCxnSpPr>
        <p:spPr>
          <a:xfrm rot="10800000">
            <a:off x="1139952" y="1083552"/>
            <a:ext cx="0" cy="3219600"/>
          </a:xfrm>
          <a:prstGeom prst="straightConnector1">
            <a:avLst/>
          </a:prstGeom>
          <a:noFill/>
          <a:ln w="28575" cap="flat" cmpd="sng">
            <a:solidFill>
              <a:schemeClr val="lt1"/>
            </a:solidFill>
            <a:prstDash val="solid"/>
            <a:round/>
            <a:headEnd type="none" w="med" len="med"/>
            <a:tailEnd type="none" w="med" len="med"/>
          </a:ln>
        </p:spPr>
      </p:cxnSp>
      <p:cxnSp>
        <p:nvCxnSpPr>
          <p:cNvPr id="709" name="Google Shape;709;p49"/>
          <p:cNvCxnSpPr/>
          <p:nvPr/>
        </p:nvCxnSpPr>
        <p:spPr>
          <a:xfrm rot="10800000">
            <a:off x="5406001" y="1083552"/>
            <a:ext cx="0" cy="3219600"/>
          </a:xfrm>
          <a:prstGeom prst="straightConnector1">
            <a:avLst/>
          </a:prstGeom>
          <a:noFill/>
          <a:ln w="19050" cap="flat" cmpd="sng">
            <a:solidFill>
              <a:schemeClr val="accent5"/>
            </a:solidFill>
            <a:prstDash val="solid"/>
            <a:round/>
            <a:headEnd type="none" w="med" len="med"/>
            <a:tailEnd type="none" w="med" len="med"/>
          </a:ln>
        </p:spPr>
      </p:cxnSp>
      <p:sp>
        <p:nvSpPr>
          <p:cNvPr id="710" name="Google Shape;710;p49"/>
          <p:cNvSpPr txBox="1">
            <a:spLocks noGrp="1"/>
          </p:cNvSpPr>
          <p:nvPr>
            <p:ph type="subTitle" idx="1"/>
          </p:nvPr>
        </p:nvSpPr>
        <p:spPr>
          <a:xfrm>
            <a:off x="3376050" y="4418975"/>
            <a:ext cx="654300" cy="434700"/>
          </a:xfrm>
          <a:prstGeom prst="rect">
            <a:avLst/>
          </a:prstGeom>
        </p:spPr>
        <p:txBody>
          <a:bodyPr spcFirstLastPara="1" wrap="square" lIns="0" tIns="0" rIns="0" bIns="0" anchor="t" anchorCtr="0">
            <a:normAutofit/>
          </a:bodyPr>
          <a:lstStyle>
            <a:lvl1pPr lvl="0" algn="ctr" rtl="0">
              <a:lnSpc>
                <a:spcPct val="100000"/>
              </a:lnSpc>
              <a:spcBef>
                <a:spcPts val="0"/>
              </a:spcBef>
              <a:spcAft>
                <a:spcPts val="0"/>
              </a:spcAft>
              <a:buClr>
                <a:schemeClr val="accent2"/>
              </a:buClr>
              <a:buSzPts val="900"/>
              <a:buFont typeface="IBM Plex Sans Medium"/>
              <a:buNone/>
              <a:defRPr sz="900">
                <a:solidFill>
                  <a:schemeClr val="accent2"/>
                </a:solidFill>
                <a:latin typeface="IBM Plex Sans Medium"/>
                <a:ea typeface="IBM Plex Sans Medium"/>
                <a:cs typeface="IBM Plex Sans Medium"/>
                <a:sym typeface="IBM Plex Sans Medium"/>
              </a:defRPr>
            </a:lvl1pPr>
            <a:lvl2pPr lvl="1" algn="ctr" rtl="0">
              <a:lnSpc>
                <a:spcPct val="100000"/>
              </a:lnSpc>
              <a:spcBef>
                <a:spcPts val="0"/>
              </a:spcBef>
              <a:spcAft>
                <a:spcPts val="0"/>
              </a:spcAft>
              <a:buClr>
                <a:schemeClr val="accent2"/>
              </a:buClr>
              <a:buSzPts val="900"/>
              <a:buFont typeface="IBM Plex Sans Medium"/>
              <a:buNone/>
              <a:defRPr sz="900">
                <a:solidFill>
                  <a:schemeClr val="accent2"/>
                </a:solidFill>
                <a:latin typeface="IBM Plex Sans Medium"/>
                <a:ea typeface="IBM Plex Sans Medium"/>
                <a:cs typeface="IBM Plex Sans Medium"/>
                <a:sym typeface="IBM Plex Sans Medium"/>
              </a:defRPr>
            </a:lvl2pPr>
            <a:lvl3pPr lvl="2" algn="ctr" rtl="0">
              <a:lnSpc>
                <a:spcPct val="100000"/>
              </a:lnSpc>
              <a:spcBef>
                <a:spcPts val="0"/>
              </a:spcBef>
              <a:spcAft>
                <a:spcPts val="0"/>
              </a:spcAft>
              <a:buClr>
                <a:schemeClr val="accent2"/>
              </a:buClr>
              <a:buSzPts val="900"/>
              <a:buFont typeface="IBM Plex Sans Medium"/>
              <a:buNone/>
              <a:defRPr sz="900">
                <a:solidFill>
                  <a:schemeClr val="accent2"/>
                </a:solidFill>
                <a:latin typeface="IBM Plex Sans Medium"/>
                <a:ea typeface="IBM Plex Sans Medium"/>
                <a:cs typeface="IBM Plex Sans Medium"/>
                <a:sym typeface="IBM Plex Sans Medium"/>
              </a:defRPr>
            </a:lvl3pPr>
            <a:lvl4pPr lvl="3" algn="ctr" rtl="0">
              <a:lnSpc>
                <a:spcPct val="100000"/>
              </a:lnSpc>
              <a:spcBef>
                <a:spcPts val="0"/>
              </a:spcBef>
              <a:spcAft>
                <a:spcPts val="0"/>
              </a:spcAft>
              <a:buClr>
                <a:schemeClr val="accent2"/>
              </a:buClr>
              <a:buSzPts val="900"/>
              <a:buFont typeface="IBM Plex Sans Medium"/>
              <a:buNone/>
              <a:defRPr sz="900">
                <a:solidFill>
                  <a:schemeClr val="accent2"/>
                </a:solidFill>
                <a:latin typeface="IBM Plex Sans Medium"/>
                <a:ea typeface="IBM Plex Sans Medium"/>
                <a:cs typeface="IBM Plex Sans Medium"/>
                <a:sym typeface="IBM Plex Sans Medium"/>
              </a:defRPr>
            </a:lvl4pPr>
            <a:lvl5pPr lvl="4" algn="ctr" rtl="0">
              <a:lnSpc>
                <a:spcPct val="100000"/>
              </a:lnSpc>
              <a:spcBef>
                <a:spcPts val="0"/>
              </a:spcBef>
              <a:spcAft>
                <a:spcPts val="0"/>
              </a:spcAft>
              <a:buClr>
                <a:schemeClr val="accent2"/>
              </a:buClr>
              <a:buSzPts val="900"/>
              <a:buFont typeface="IBM Plex Sans Medium"/>
              <a:buNone/>
              <a:defRPr sz="900">
                <a:solidFill>
                  <a:schemeClr val="accent2"/>
                </a:solidFill>
                <a:latin typeface="IBM Plex Sans Medium"/>
                <a:ea typeface="IBM Plex Sans Medium"/>
                <a:cs typeface="IBM Plex Sans Medium"/>
                <a:sym typeface="IBM Plex Sans Medium"/>
              </a:defRPr>
            </a:lvl5pPr>
            <a:lvl6pPr lvl="5" algn="ctr" rtl="0">
              <a:lnSpc>
                <a:spcPct val="100000"/>
              </a:lnSpc>
              <a:spcBef>
                <a:spcPts val="0"/>
              </a:spcBef>
              <a:spcAft>
                <a:spcPts val="0"/>
              </a:spcAft>
              <a:buClr>
                <a:schemeClr val="accent2"/>
              </a:buClr>
              <a:buSzPts val="900"/>
              <a:buFont typeface="IBM Plex Sans Medium"/>
              <a:buNone/>
              <a:defRPr sz="900">
                <a:solidFill>
                  <a:schemeClr val="accent2"/>
                </a:solidFill>
                <a:latin typeface="IBM Plex Sans Medium"/>
                <a:ea typeface="IBM Plex Sans Medium"/>
                <a:cs typeface="IBM Plex Sans Medium"/>
                <a:sym typeface="IBM Plex Sans Medium"/>
              </a:defRPr>
            </a:lvl6pPr>
            <a:lvl7pPr lvl="6" algn="ctr" rtl="0">
              <a:lnSpc>
                <a:spcPct val="100000"/>
              </a:lnSpc>
              <a:spcBef>
                <a:spcPts val="0"/>
              </a:spcBef>
              <a:spcAft>
                <a:spcPts val="0"/>
              </a:spcAft>
              <a:buClr>
                <a:schemeClr val="accent2"/>
              </a:buClr>
              <a:buSzPts val="900"/>
              <a:buFont typeface="IBM Plex Sans Medium"/>
              <a:buNone/>
              <a:defRPr sz="900">
                <a:solidFill>
                  <a:schemeClr val="accent2"/>
                </a:solidFill>
                <a:latin typeface="IBM Plex Sans Medium"/>
                <a:ea typeface="IBM Plex Sans Medium"/>
                <a:cs typeface="IBM Plex Sans Medium"/>
                <a:sym typeface="IBM Plex Sans Medium"/>
              </a:defRPr>
            </a:lvl7pPr>
            <a:lvl8pPr lvl="7" algn="ctr" rtl="0">
              <a:lnSpc>
                <a:spcPct val="100000"/>
              </a:lnSpc>
              <a:spcBef>
                <a:spcPts val="0"/>
              </a:spcBef>
              <a:spcAft>
                <a:spcPts val="0"/>
              </a:spcAft>
              <a:buClr>
                <a:schemeClr val="accent2"/>
              </a:buClr>
              <a:buSzPts val="900"/>
              <a:buFont typeface="IBM Plex Sans Medium"/>
              <a:buNone/>
              <a:defRPr sz="900">
                <a:solidFill>
                  <a:schemeClr val="accent2"/>
                </a:solidFill>
                <a:latin typeface="IBM Plex Sans Medium"/>
                <a:ea typeface="IBM Plex Sans Medium"/>
                <a:cs typeface="IBM Plex Sans Medium"/>
                <a:sym typeface="IBM Plex Sans Medium"/>
              </a:defRPr>
            </a:lvl8pPr>
            <a:lvl9pPr lvl="8" algn="ctr" rtl="0">
              <a:lnSpc>
                <a:spcPct val="100000"/>
              </a:lnSpc>
              <a:spcBef>
                <a:spcPts val="0"/>
              </a:spcBef>
              <a:spcAft>
                <a:spcPts val="0"/>
              </a:spcAft>
              <a:buClr>
                <a:schemeClr val="accent2"/>
              </a:buClr>
              <a:buSzPts val="900"/>
              <a:buFont typeface="IBM Plex Sans Medium"/>
              <a:buNone/>
              <a:defRPr sz="900">
                <a:solidFill>
                  <a:schemeClr val="accent2"/>
                </a:solidFill>
                <a:latin typeface="IBM Plex Sans Medium"/>
                <a:ea typeface="IBM Plex Sans Medium"/>
                <a:cs typeface="IBM Plex Sans Medium"/>
                <a:sym typeface="IBM Plex Sans Medium"/>
              </a:defRPr>
            </a:lvl9pPr>
          </a:lstStyle>
          <a:p>
            <a:endParaRPr/>
          </a:p>
        </p:txBody>
      </p:sp>
      <p:sp>
        <p:nvSpPr>
          <p:cNvPr id="711" name="Google Shape;711;p49"/>
          <p:cNvSpPr txBox="1">
            <a:spLocks noGrp="1"/>
          </p:cNvSpPr>
          <p:nvPr>
            <p:ph type="subTitle" idx="2"/>
          </p:nvPr>
        </p:nvSpPr>
        <p:spPr>
          <a:xfrm>
            <a:off x="2521618" y="4418975"/>
            <a:ext cx="654300" cy="434700"/>
          </a:xfrm>
          <a:prstGeom prst="rect">
            <a:avLst/>
          </a:prstGeom>
        </p:spPr>
        <p:txBody>
          <a:bodyPr spcFirstLastPara="1" wrap="square" lIns="0" tIns="0" rIns="0" bIns="0" anchor="t" anchorCtr="0">
            <a:normAutofit/>
          </a:bodyPr>
          <a:lstStyle>
            <a:lvl1pPr lvl="0" algn="ctr" rtl="0">
              <a:lnSpc>
                <a:spcPct val="100000"/>
              </a:lnSpc>
              <a:spcBef>
                <a:spcPts val="0"/>
              </a:spcBef>
              <a:spcAft>
                <a:spcPts val="0"/>
              </a:spcAft>
              <a:buClr>
                <a:schemeClr val="accent2"/>
              </a:buClr>
              <a:buSzPts val="900"/>
              <a:buFont typeface="IBM Plex Sans Medium"/>
              <a:buNone/>
              <a:defRPr sz="900">
                <a:solidFill>
                  <a:schemeClr val="accent2"/>
                </a:solidFill>
                <a:latin typeface="IBM Plex Sans Medium"/>
                <a:ea typeface="IBM Plex Sans Medium"/>
                <a:cs typeface="IBM Plex Sans Medium"/>
                <a:sym typeface="IBM Plex Sans Medium"/>
              </a:defRPr>
            </a:lvl1pPr>
            <a:lvl2pPr lvl="1" algn="ctr" rtl="0">
              <a:lnSpc>
                <a:spcPct val="100000"/>
              </a:lnSpc>
              <a:spcBef>
                <a:spcPts val="0"/>
              </a:spcBef>
              <a:spcAft>
                <a:spcPts val="0"/>
              </a:spcAft>
              <a:buClr>
                <a:schemeClr val="accent2"/>
              </a:buClr>
              <a:buSzPts val="900"/>
              <a:buFont typeface="IBM Plex Sans Medium"/>
              <a:buNone/>
              <a:defRPr sz="900">
                <a:solidFill>
                  <a:schemeClr val="accent2"/>
                </a:solidFill>
                <a:latin typeface="IBM Plex Sans Medium"/>
                <a:ea typeface="IBM Plex Sans Medium"/>
                <a:cs typeface="IBM Plex Sans Medium"/>
                <a:sym typeface="IBM Plex Sans Medium"/>
              </a:defRPr>
            </a:lvl2pPr>
            <a:lvl3pPr lvl="2" algn="ctr" rtl="0">
              <a:lnSpc>
                <a:spcPct val="100000"/>
              </a:lnSpc>
              <a:spcBef>
                <a:spcPts val="0"/>
              </a:spcBef>
              <a:spcAft>
                <a:spcPts val="0"/>
              </a:spcAft>
              <a:buClr>
                <a:schemeClr val="accent2"/>
              </a:buClr>
              <a:buSzPts val="900"/>
              <a:buFont typeface="IBM Plex Sans Medium"/>
              <a:buNone/>
              <a:defRPr sz="900">
                <a:solidFill>
                  <a:schemeClr val="accent2"/>
                </a:solidFill>
                <a:latin typeface="IBM Plex Sans Medium"/>
                <a:ea typeface="IBM Plex Sans Medium"/>
                <a:cs typeface="IBM Plex Sans Medium"/>
                <a:sym typeface="IBM Plex Sans Medium"/>
              </a:defRPr>
            </a:lvl3pPr>
            <a:lvl4pPr lvl="3" algn="ctr" rtl="0">
              <a:lnSpc>
                <a:spcPct val="100000"/>
              </a:lnSpc>
              <a:spcBef>
                <a:spcPts val="0"/>
              </a:spcBef>
              <a:spcAft>
                <a:spcPts val="0"/>
              </a:spcAft>
              <a:buClr>
                <a:schemeClr val="accent2"/>
              </a:buClr>
              <a:buSzPts val="900"/>
              <a:buFont typeface="IBM Plex Sans Medium"/>
              <a:buNone/>
              <a:defRPr sz="900">
                <a:solidFill>
                  <a:schemeClr val="accent2"/>
                </a:solidFill>
                <a:latin typeface="IBM Plex Sans Medium"/>
                <a:ea typeface="IBM Plex Sans Medium"/>
                <a:cs typeface="IBM Plex Sans Medium"/>
                <a:sym typeface="IBM Plex Sans Medium"/>
              </a:defRPr>
            </a:lvl4pPr>
            <a:lvl5pPr lvl="4" algn="ctr" rtl="0">
              <a:lnSpc>
                <a:spcPct val="100000"/>
              </a:lnSpc>
              <a:spcBef>
                <a:spcPts val="0"/>
              </a:spcBef>
              <a:spcAft>
                <a:spcPts val="0"/>
              </a:spcAft>
              <a:buClr>
                <a:schemeClr val="accent2"/>
              </a:buClr>
              <a:buSzPts val="900"/>
              <a:buFont typeface="IBM Plex Sans Medium"/>
              <a:buNone/>
              <a:defRPr sz="900">
                <a:solidFill>
                  <a:schemeClr val="accent2"/>
                </a:solidFill>
                <a:latin typeface="IBM Plex Sans Medium"/>
                <a:ea typeface="IBM Plex Sans Medium"/>
                <a:cs typeface="IBM Plex Sans Medium"/>
                <a:sym typeface="IBM Plex Sans Medium"/>
              </a:defRPr>
            </a:lvl5pPr>
            <a:lvl6pPr lvl="5" algn="ctr" rtl="0">
              <a:lnSpc>
                <a:spcPct val="100000"/>
              </a:lnSpc>
              <a:spcBef>
                <a:spcPts val="0"/>
              </a:spcBef>
              <a:spcAft>
                <a:spcPts val="0"/>
              </a:spcAft>
              <a:buClr>
                <a:schemeClr val="accent2"/>
              </a:buClr>
              <a:buSzPts val="900"/>
              <a:buFont typeface="IBM Plex Sans Medium"/>
              <a:buNone/>
              <a:defRPr sz="900">
                <a:solidFill>
                  <a:schemeClr val="accent2"/>
                </a:solidFill>
                <a:latin typeface="IBM Plex Sans Medium"/>
                <a:ea typeface="IBM Plex Sans Medium"/>
                <a:cs typeface="IBM Plex Sans Medium"/>
                <a:sym typeface="IBM Plex Sans Medium"/>
              </a:defRPr>
            </a:lvl6pPr>
            <a:lvl7pPr lvl="6" algn="ctr" rtl="0">
              <a:lnSpc>
                <a:spcPct val="100000"/>
              </a:lnSpc>
              <a:spcBef>
                <a:spcPts val="0"/>
              </a:spcBef>
              <a:spcAft>
                <a:spcPts val="0"/>
              </a:spcAft>
              <a:buClr>
                <a:schemeClr val="accent2"/>
              </a:buClr>
              <a:buSzPts val="900"/>
              <a:buFont typeface="IBM Plex Sans Medium"/>
              <a:buNone/>
              <a:defRPr sz="900">
                <a:solidFill>
                  <a:schemeClr val="accent2"/>
                </a:solidFill>
                <a:latin typeface="IBM Plex Sans Medium"/>
                <a:ea typeface="IBM Plex Sans Medium"/>
                <a:cs typeface="IBM Plex Sans Medium"/>
                <a:sym typeface="IBM Plex Sans Medium"/>
              </a:defRPr>
            </a:lvl7pPr>
            <a:lvl8pPr lvl="7" algn="ctr" rtl="0">
              <a:lnSpc>
                <a:spcPct val="100000"/>
              </a:lnSpc>
              <a:spcBef>
                <a:spcPts val="0"/>
              </a:spcBef>
              <a:spcAft>
                <a:spcPts val="0"/>
              </a:spcAft>
              <a:buClr>
                <a:schemeClr val="accent2"/>
              </a:buClr>
              <a:buSzPts val="900"/>
              <a:buFont typeface="IBM Plex Sans Medium"/>
              <a:buNone/>
              <a:defRPr sz="900">
                <a:solidFill>
                  <a:schemeClr val="accent2"/>
                </a:solidFill>
                <a:latin typeface="IBM Plex Sans Medium"/>
                <a:ea typeface="IBM Plex Sans Medium"/>
                <a:cs typeface="IBM Plex Sans Medium"/>
                <a:sym typeface="IBM Plex Sans Medium"/>
              </a:defRPr>
            </a:lvl8pPr>
            <a:lvl9pPr lvl="8" algn="ctr" rtl="0">
              <a:lnSpc>
                <a:spcPct val="100000"/>
              </a:lnSpc>
              <a:spcBef>
                <a:spcPts val="0"/>
              </a:spcBef>
              <a:spcAft>
                <a:spcPts val="0"/>
              </a:spcAft>
              <a:buClr>
                <a:schemeClr val="accent2"/>
              </a:buClr>
              <a:buSzPts val="900"/>
              <a:buFont typeface="IBM Plex Sans Medium"/>
              <a:buNone/>
              <a:defRPr sz="900">
                <a:solidFill>
                  <a:schemeClr val="accent2"/>
                </a:solidFill>
                <a:latin typeface="IBM Plex Sans Medium"/>
                <a:ea typeface="IBM Plex Sans Medium"/>
                <a:cs typeface="IBM Plex Sans Medium"/>
                <a:sym typeface="IBM Plex Sans Medium"/>
              </a:defRPr>
            </a:lvl9pPr>
          </a:lstStyle>
          <a:p>
            <a:endParaRPr/>
          </a:p>
        </p:txBody>
      </p:sp>
      <p:sp>
        <p:nvSpPr>
          <p:cNvPr id="712" name="Google Shape;712;p49"/>
          <p:cNvSpPr txBox="1">
            <a:spLocks noGrp="1"/>
          </p:cNvSpPr>
          <p:nvPr>
            <p:ph type="subTitle" idx="3"/>
          </p:nvPr>
        </p:nvSpPr>
        <p:spPr>
          <a:xfrm>
            <a:off x="1667193" y="4418975"/>
            <a:ext cx="654300" cy="434700"/>
          </a:xfrm>
          <a:prstGeom prst="rect">
            <a:avLst/>
          </a:prstGeom>
        </p:spPr>
        <p:txBody>
          <a:bodyPr spcFirstLastPara="1" wrap="square" lIns="0" tIns="0" rIns="0" bIns="0" anchor="t" anchorCtr="0">
            <a:normAutofit/>
          </a:bodyPr>
          <a:lstStyle>
            <a:lvl1pPr lvl="0" algn="ctr" rtl="0">
              <a:lnSpc>
                <a:spcPct val="100000"/>
              </a:lnSpc>
              <a:spcBef>
                <a:spcPts val="0"/>
              </a:spcBef>
              <a:spcAft>
                <a:spcPts val="0"/>
              </a:spcAft>
              <a:buClr>
                <a:schemeClr val="accent2"/>
              </a:buClr>
              <a:buSzPts val="900"/>
              <a:buFont typeface="IBM Plex Sans Medium"/>
              <a:buNone/>
              <a:defRPr sz="900">
                <a:solidFill>
                  <a:schemeClr val="accent2"/>
                </a:solidFill>
                <a:latin typeface="IBM Plex Sans Medium"/>
                <a:ea typeface="IBM Plex Sans Medium"/>
                <a:cs typeface="IBM Plex Sans Medium"/>
                <a:sym typeface="IBM Plex Sans Medium"/>
              </a:defRPr>
            </a:lvl1pPr>
            <a:lvl2pPr lvl="1" algn="ctr" rtl="0">
              <a:lnSpc>
                <a:spcPct val="100000"/>
              </a:lnSpc>
              <a:spcBef>
                <a:spcPts val="0"/>
              </a:spcBef>
              <a:spcAft>
                <a:spcPts val="0"/>
              </a:spcAft>
              <a:buClr>
                <a:schemeClr val="accent2"/>
              </a:buClr>
              <a:buSzPts val="900"/>
              <a:buFont typeface="IBM Plex Sans Medium"/>
              <a:buNone/>
              <a:defRPr sz="900">
                <a:solidFill>
                  <a:schemeClr val="accent2"/>
                </a:solidFill>
                <a:latin typeface="IBM Plex Sans Medium"/>
                <a:ea typeface="IBM Plex Sans Medium"/>
                <a:cs typeface="IBM Plex Sans Medium"/>
                <a:sym typeface="IBM Plex Sans Medium"/>
              </a:defRPr>
            </a:lvl2pPr>
            <a:lvl3pPr lvl="2" algn="ctr" rtl="0">
              <a:lnSpc>
                <a:spcPct val="100000"/>
              </a:lnSpc>
              <a:spcBef>
                <a:spcPts val="0"/>
              </a:spcBef>
              <a:spcAft>
                <a:spcPts val="0"/>
              </a:spcAft>
              <a:buClr>
                <a:schemeClr val="accent2"/>
              </a:buClr>
              <a:buSzPts val="900"/>
              <a:buFont typeface="IBM Plex Sans Medium"/>
              <a:buNone/>
              <a:defRPr sz="900">
                <a:solidFill>
                  <a:schemeClr val="accent2"/>
                </a:solidFill>
                <a:latin typeface="IBM Plex Sans Medium"/>
                <a:ea typeface="IBM Plex Sans Medium"/>
                <a:cs typeface="IBM Plex Sans Medium"/>
                <a:sym typeface="IBM Plex Sans Medium"/>
              </a:defRPr>
            </a:lvl3pPr>
            <a:lvl4pPr lvl="3" algn="ctr" rtl="0">
              <a:lnSpc>
                <a:spcPct val="100000"/>
              </a:lnSpc>
              <a:spcBef>
                <a:spcPts val="0"/>
              </a:spcBef>
              <a:spcAft>
                <a:spcPts val="0"/>
              </a:spcAft>
              <a:buClr>
                <a:schemeClr val="accent2"/>
              </a:buClr>
              <a:buSzPts val="900"/>
              <a:buFont typeface="IBM Plex Sans Medium"/>
              <a:buNone/>
              <a:defRPr sz="900">
                <a:solidFill>
                  <a:schemeClr val="accent2"/>
                </a:solidFill>
                <a:latin typeface="IBM Plex Sans Medium"/>
                <a:ea typeface="IBM Plex Sans Medium"/>
                <a:cs typeface="IBM Plex Sans Medium"/>
                <a:sym typeface="IBM Plex Sans Medium"/>
              </a:defRPr>
            </a:lvl4pPr>
            <a:lvl5pPr lvl="4" algn="ctr" rtl="0">
              <a:lnSpc>
                <a:spcPct val="100000"/>
              </a:lnSpc>
              <a:spcBef>
                <a:spcPts val="0"/>
              </a:spcBef>
              <a:spcAft>
                <a:spcPts val="0"/>
              </a:spcAft>
              <a:buClr>
                <a:schemeClr val="accent2"/>
              </a:buClr>
              <a:buSzPts val="900"/>
              <a:buFont typeface="IBM Plex Sans Medium"/>
              <a:buNone/>
              <a:defRPr sz="900">
                <a:solidFill>
                  <a:schemeClr val="accent2"/>
                </a:solidFill>
                <a:latin typeface="IBM Plex Sans Medium"/>
                <a:ea typeface="IBM Plex Sans Medium"/>
                <a:cs typeface="IBM Plex Sans Medium"/>
                <a:sym typeface="IBM Plex Sans Medium"/>
              </a:defRPr>
            </a:lvl5pPr>
            <a:lvl6pPr lvl="5" algn="ctr" rtl="0">
              <a:lnSpc>
                <a:spcPct val="100000"/>
              </a:lnSpc>
              <a:spcBef>
                <a:spcPts val="0"/>
              </a:spcBef>
              <a:spcAft>
                <a:spcPts val="0"/>
              </a:spcAft>
              <a:buClr>
                <a:schemeClr val="accent2"/>
              </a:buClr>
              <a:buSzPts val="900"/>
              <a:buFont typeface="IBM Plex Sans Medium"/>
              <a:buNone/>
              <a:defRPr sz="900">
                <a:solidFill>
                  <a:schemeClr val="accent2"/>
                </a:solidFill>
                <a:latin typeface="IBM Plex Sans Medium"/>
                <a:ea typeface="IBM Plex Sans Medium"/>
                <a:cs typeface="IBM Plex Sans Medium"/>
                <a:sym typeface="IBM Plex Sans Medium"/>
              </a:defRPr>
            </a:lvl6pPr>
            <a:lvl7pPr lvl="6" algn="ctr" rtl="0">
              <a:lnSpc>
                <a:spcPct val="100000"/>
              </a:lnSpc>
              <a:spcBef>
                <a:spcPts val="0"/>
              </a:spcBef>
              <a:spcAft>
                <a:spcPts val="0"/>
              </a:spcAft>
              <a:buClr>
                <a:schemeClr val="accent2"/>
              </a:buClr>
              <a:buSzPts val="900"/>
              <a:buFont typeface="IBM Plex Sans Medium"/>
              <a:buNone/>
              <a:defRPr sz="900">
                <a:solidFill>
                  <a:schemeClr val="accent2"/>
                </a:solidFill>
                <a:latin typeface="IBM Plex Sans Medium"/>
                <a:ea typeface="IBM Plex Sans Medium"/>
                <a:cs typeface="IBM Plex Sans Medium"/>
                <a:sym typeface="IBM Plex Sans Medium"/>
              </a:defRPr>
            </a:lvl7pPr>
            <a:lvl8pPr lvl="7" algn="ctr" rtl="0">
              <a:lnSpc>
                <a:spcPct val="100000"/>
              </a:lnSpc>
              <a:spcBef>
                <a:spcPts val="0"/>
              </a:spcBef>
              <a:spcAft>
                <a:spcPts val="0"/>
              </a:spcAft>
              <a:buClr>
                <a:schemeClr val="accent2"/>
              </a:buClr>
              <a:buSzPts val="900"/>
              <a:buFont typeface="IBM Plex Sans Medium"/>
              <a:buNone/>
              <a:defRPr sz="900">
                <a:solidFill>
                  <a:schemeClr val="accent2"/>
                </a:solidFill>
                <a:latin typeface="IBM Plex Sans Medium"/>
                <a:ea typeface="IBM Plex Sans Medium"/>
                <a:cs typeface="IBM Plex Sans Medium"/>
                <a:sym typeface="IBM Plex Sans Medium"/>
              </a:defRPr>
            </a:lvl8pPr>
            <a:lvl9pPr lvl="8" algn="ctr" rtl="0">
              <a:lnSpc>
                <a:spcPct val="100000"/>
              </a:lnSpc>
              <a:spcBef>
                <a:spcPts val="0"/>
              </a:spcBef>
              <a:spcAft>
                <a:spcPts val="0"/>
              </a:spcAft>
              <a:buClr>
                <a:schemeClr val="accent2"/>
              </a:buClr>
              <a:buSzPts val="900"/>
              <a:buFont typeface="IBM Plex Sans Medium"/>
              <a:buNone/>
              <a:defRPr sz="900">
                <a:solidFill>
                  <a:schemeClr val="accent2"/>
                </a:solidFill>
                <a:latin typeface="IBM Plex Sans Medium"/>
                <a:ea typeface="IBM Plex Sans Medium"/>
                <a:cs typeface="IBM Plex Sans Medium"/>
                <a:sym typeface="IBM Plex Sans Medium"/>
              </a:defRPr>
            </a:lvl9pPr>
          </a:lstStyle>
          <a:p>
            <a:endParaRPr/>
          </a:p>
        </p:txBody>
      </p:sp>
      <p:sp>
        <p:nvSpPr>
          <p:cNvPr id="713" name="Google Shape;713;p49"/>
          <p:cNvSpPr txBox="1">
            <a:spLocks noGrp="1"/>
          </p:cNvSpPr>
          <p:nvPr>
            <p:ph type="subTitle" idx="4"/>
          </p:nvPr>
        </p:nvSpPr>
        <p:spPr>
          <a:xfrm>
            <a:off x="4230468" y="4418975"/>
            <a:ext cx="654300" cy="434700"/>
          </a:xfrm>
          <a:prstGeom prst="rect">
            <a:avLst/>
          </a:prstGeom>
        </p:spPr>
        <p:txBody>
          <a:bodyPr spcFirstLastPara="1" wrap="square" lIns="0" tIns="0" rIns="0" bIns="0" anchor="t" anchorCtr="0">
            <a:normAutofit/>
          </a:bodyPr>
          <a:lstStyle>
            <a:lvl1pPr lvl="0" algn="ctr" rtl="0">
              <a:lnSpc>
                <a:spcPct val="100000"/>
              </a:lnSpc>
              <a:spcBef>
                <a:spcPts val="0"/>
              </a:spcBef>
              <a:spcAft>
                <a:spcPts val="0"/>
              </a:spcAft>
              <a:buClr>
                <a:schemeClr val="accent2"/>
              </a:buClr>
              <a:buSzPts val="900"/>
              <a:buFont typeface="IBM Plex Sans Medium"/>
              <a:buNone/>
              <a:defRPr sz="900">
                <a:solidFill>
                  <a:schemeClr val="accent2"/>
                </a:solidFill>
                <a:latin typeface="IBM Plex Sans Medium"/>
                <a:ea typeface="IBM Plex Sans Medium"/>
                <a:cs typeface="IBM Plex Sans Medium"/>
                <a:sym typeface="IBM Plex Sans Medium"/>
              </a:defRPr>
            </a:lvl1pPr>
            <a:lvl2pPr lvl="1" algn="ctr" rtl="0">
              <a:lnSpc>
                <a:spcPct val="100000"/>
              </a:lnSpc>
              <a:spcBef>
                <a:spcPts val="0"/>
              </a:spcBef>
              <a:spcAft>
                <a:spcPts val="0"/>
              </a:spcAft>
              <a:buClr>
                <a:schemeClr val="accent2"/>
              </a:buClr>
              <a:buSzPts val="900"/>
              <a:buFont typeface="IBM Plex Sans Medium"/>
              <a:buNone/>
              <a:defRPr sz="900">
                <a:solidFill>
                  <a:schemeClr val="accent2"/>
                </a:solidFill>
                <a:latin typeface="IBM Plex Sans Medium"/>
                <a:ea typeface="IBM Plex Sans Medium"/>
                <a:cs typeface="IBM Plex Sans Medium"/>
                <a:sym typeface="IBM Plex Sans Medium"/>
              </a:defRPr>
            </a:lvl2pPr>
            <a:lvl3pPr lvl="2" algn="ctr" rtl="0">
              <a:lnSpc>
                <a:spcPct val="100000"/>
              </a:lnSpc>
              <a:spcBef>
                <a:spcPts val="0"/>
              </a:spcBef>
              <a:spcAft>
                <a:spcPts val="0"/>
              </a:spcAft>
              <a:buClr>
                <a:schemeClr val="accent2"/>
              </a:buClr>
              <a:buSzPts val="900"/>
              <a:buFont typeface="IBM Plex Sans Medium"/>
              <a:buNone/>
              <a:defRPr sz="900">
                <a:solidFill>
                  <a:schemeClr val="accent2"/>
                </a:solidFill>
                <a:latin typeface="IBM Plex Sans Medium"/>
                <a:ea typeface="IBM Plex Sans Medium"/>
                <a:cs typeface="IBM Plex Sans Medium"/>
                <a:sym typeface="IBM Plex Sans Medium"/>
              </a:defRPr>
            </a:lvl3pPr>
            <a:lvl4pPr lvl="3" algn="ctr" rtl="0">
              <a:lnSpc>
                <a:spcPct val="100000"/>
              </a:lnSpc>
              <a:spcBef>
                <a:spcPts val="0"/>
              </a:spcBef>
              <a:spcAft>
                <a:spcPts val="0"/>
              </a:spcAft>
              <a:buClr>
                <a:schemeClr val="accent2"/>
              </a:buClr>
              <a:buSzPts val="900"/>
              <a:buFont typeface="IBM Plex Sans Medium"/>
              <a:buNone/>
              <a:defRPr sz="900">
                <a:solidFill>
                  <a:schemeClr val="accent2"/>
                </a:solidFill>
                <a:latin typeface="IBM Plex Sans Medium"/>
                <a:ea typeface="IBM Plex Sans Medium"/>
                <a:cs typeface="IBM Plex Sans Medium"/>
                <a:sym typeface="IBM Plex Sans Medium"/>
              </a:defRPr>
            </a:lvl4pPr>
            <a:lvl5pPr lvl="4" algn="ctr" rtl="0">
              <a:lnSpc>
                <a:spcPct val="100000"/>
              </a:lnSpc>
              <a:spcBef>
                <a:spcPts val="0"/>
              </a:spcBef>
              <a:spcAft>
                <a:spcPts val="0"/>
              </a:spcAft>
              <a:buClr>
                <a:schemeClr val="accent2"/>
              </a:buClr>
              <a:buSzPts val="900"/>
              <a:buFont typeface="IBM Plex Sans Medium"/>
              <a:buNone/>
              <a:defRPr sz="900">
                <a:solidFill>
                  <a:schemeClr val="accent2"/>
                </a:solidFill>
                <a:latin typeface="IBM Plex Sans Medium"/>
                <a:ea typeface="IBM Plex Sans Medium"/>
                <a:cs typeface="IBM Plex Sans Medium"/>
                <a:sym typeface="IBM Plex Sans Medium"/>
              </a:defRPr>
            </a:lvl5pPr>
            <a:lvl6pPr lvl="5" algn="ctr" rtl="0">
              <a:lnSpc>
                <a:spcPct val="100000"/>
              </a:lnSpc>
              <a:spcBef>
                <a:spcPts val="0"/>
              </a:spcBef>
              <a:spcAft>
                <a:spcPts val="0"/>
              </a:spcAft>
              <a:buClr>
                <a:schemeClr val="accent2"/>
              </a:buClr>
              <a:buSzPts val="900"/>
              <a:buFont typeface="IBM Plex Sans Medium"/>
              <a:buNone/>
              <a:defRPr sz="900">
                <a:solidFill>
                  <a:schemeClr val="accent2"/>
                </a:solidFill>
                <a:latin typeface="IBM Plex Sans Medium"/>
                <a:ea typeface="IBM Plex Sans Medium"/>
                <a:cs typeface="IBM Plex Sans Medium"/>
                <a:sym typeface="IBM Plex Sans Medium"/>
              </a:defRPr>
            </a:lvl6pPr>
            <a:lvl7pPr lvl="6" algn="ctr" rtl="0">
              <a:lnSpc>
                <a:spcPct val="100000"/>
              </a:lnSpc>
              <a:spcBef>
                <a:spcPts val="0"/>
              </a:spcBef>
              <a:spcAft>
                <a:spcPts val="0"/>
              </a:spcAft>
              <a:buClr>
                <a:schemeClr val="accent2"/>
              </a:buClr>
              <a:buSzPts val="900"/>
              <a:buFont typeface="IBM Plex Sans Medium"/>
              <a:buNone/>
              <a:defRPr sz="900">
                <a:solidFill>
                  <a:schemeClr val="accent2"/>
                </a:solidFill>
                <a:latin typeface="IBM Plex Sans Medium"/>
                <a:ea typeface="IBM Plex Sans Medium"/>
                <a:cs typeface="IBM Plex Sans Medium"/>
                <a:sym typeface="IBM Plex Sans Medium"/>
              </a:defRPr>
            </a:lvl7pPr>
            <a:lvl8pPr lvl="7" algn="ctr" rtl="0">
              <a:lnSpc>
                <a:spcPct val="100000"/>
              </a:lnSpc>
              <a:spcBef>
                <a:spcPts val="0"/>
              </a:spcBef>
              <a:spcAft>
                <a:spcPts val="0"/>
              </a:spcAft>
              <a:buClr>
                <a:schemeClr val="accent2"/>
              </a:buClr>
              <a:buSzPts val="900"/>
              <a:buFont typeface="IBM Plex Sans Medium"/>
              <a:buNone/>
              <a:defRPr sz="900">
                <a:solidFill>
                  <a:schemeClr val="accent2"/>
                </a:solidFill>
                <a:latin typeface="IBM Plex Sans Medium"/>
                <a:ea typeface="IBM Plex Sans Medium"/>
                <a:cs typeface="IBM Plex Sans Medium"/>
                <a:sym typeface="IBM Plex Sans Medium"/>
              </a:defRPr>
            </a:lvl8pPr>
            <a:lvl9pPr lvl="8" algn="ctr" rtl="0">
              <a:lnSpc>
                <a:spcPct val="100000"/>
              </a:lnSpc>
              <a:spcBef>
                <a:spcPts val="0"/>
              </a:spcBef>
              <a:spcAft>
                <a:spcPts val="0"/>
              </a:spcAft>
              <a:buClr>
                <a:schemeClr val="accent2"/>
              </a:buClr>
              <a:buSzPts val="900"/>
              <a:buFont typeface="IBM Plex Sans Medium"/>
              <a:buNone/>
              <a:defRPr sz="900">
                <a:solidFill>
                  <a:schemeClr val="accent2"/>
                </a:solidFill>
                <a:latin typeface="IBM Plex Sans Medium"/>
                <a:ea typeface="IBM Plex Sans Medium"/>
                <a:cs typeface="IBM Plex Sans Medium"/>
                <a:sym typeface="IBM Plex Sans Medium"/>
              </a:defRPr>
            </a:lvl9pPr>
          </a:lstStyle>
          <a:p>
            <a:endParaRPr/>
          </a:p>
        </p:txBody>
      </p:sp>
      <p:sp>
        <p:nvSpPr>
          <p:cNvPr id="714" name="Google Shape;714;p49"/>
          <p:cNvSpPr txBox="1">
            <a:spLocks noGrp="1"/>
          </p:cNvSpPr>
          <p:nvPr>
            <p:ph type="subTitle" idx="5"/>
          </p:nvPr>
        </p:nvSpPr>
        <p:spPr>
          <a:xfrm>
            <a:off x="5078843" y="4418975"/>
            <a:ext cx="654300" cy="434700"/>
          </a:xfrm>
          <a:prstGeom prst="rect">
            <a:avLst/>
          </a:prstGeom>
        </p:spPr>
        <p:txBody>
          <a:bodyPr spcFirstLastPara="1" wrap="square" lIns="0" tIns="0" rIns="0" bIns="0" anchor="t" anchorCtr="0">
            <a:normAutofit/>
          </a:bodyPr>
          <a:lstStyle>
            <a:lvl1pPr lvl="0" algn="ctr" rtl="0">
              <a:lnSpc>
                <a:spcPct val="100000"/>
              </a:lnSpc>
              <a:spcBef>
                <a:spcPts val="0"/>
              </a:spcBef>
              <a:spcAft>
                <a:spcPts val="0"/>
              </a:spcAft>
              <a:buClr>
                <a:schemeClr val="accent2"/>
              </a:buClr>
              <a:buSzPts val="900"/>
              <a:buFont typeface="IBM Plex Sans Medium"/>
              <a:buNone/>
              <a:defRPr sz="900">
                <a:solidFill>
                  <a:schemeClr val="accent2"/>
                </a:solidFill>
                <a:latin typeface="IBM Plex Sans Medium"/>
                <a:ea typeface="IBM Plex Sans Medium"/>
                <a:cs typeface="IBM Plex Sans Medium"/>
                <a:sym typeface="IBM Plex Sans Medium"/>
              </a:defRPr>
            </a:lvl1pPr>
            <a:lvl2pPr lvl="1" algn="ctr" rtl="0">
              <a:lnSpc>
                <a:spcPct val="100000"/>
              </a:lnSpc>
              <a:spcBef>
                <a:spcPts val="0"/>
              </a:spcBef>
              <a:spcAft>
                <a:spcPts val="0"/>
              </a:spcAft>
              <a:buClr>
                <a:schemeClr val="accent2"/>
              </a:buClr>
              <a:buSzPts val="900"/>
              <a:buFont typeface="IBM Plex Sans Medium"/>
              <a:buNone/>
              <a:defRPr sz="900">
                <a:solidFill>
                  <a:schemeClr val="accent2"/>
                </a:solidFill>
                <a:latin typeface="IBM Plex Sans Medium"/>
                <a:ea typeface="IBM Plex Sans Medium"/>
                <a:cs typeface="IBM Plex Sans Medium"/>
                <a:sym typeface="IBM Plex Sans Medium"/>
              </a:defRPr>
            </a:lvl2pPr>
            <a:lvl3pPr lvl="2" algn="ctr" rtl="0">
              <a:lnSpc>
                <a:spcPct val="100000"/>
              </a:lnSpc>
              <a:spcBef>
                <a:spcPts val="0"/>
              </a:spcBef>
              <a:spcAft>
                <a:spcPts val="0"/>
              </a:spcAft>
              <a:buClr>
                <a:schemeClr val="accent2"/>
              </a:buClr>
              <a:buSzPts val="900"/>
              <a:buFont typeface="IBM Plex Sans Medium"/>
              <a:buNone/>
              <a:defRPr sz="900">
                <a:solidFill>
                  <a:schemeClr val="accent2"/>
                </a:solidFill>
                <a:latin typeface="IBM Plex Sans Medium"/>
                <a:ea typeface="IBM Plex Sans Medium"/>
                <a:cs typeface="IBM Plex Sans Medium"/>
                <a:sym typeface="IBM Plex Sans Medium"/>
              </a:defRPr>
            </a:lvl3pPr>
            <a:lvl4pPr lvl="3" algn="ctr" rtl="0">
              <a:lnSpc>
                <a:spcPct val="100000"/>
              </a:lnSpc>
              <a:spcBef>
                <a:spcPts val="0"/>
              </a:spcBef>
              <a:spcAft>
                <a:spcPts val="0"/>
              </a:spcAft>
              <a:buClr>
                <a:schemeClr val="accent2"/>
              </a:buClr>
              <a:buSzPts val="900"/>
              <a:buFont typeface="IBM Plex Sans Medium"/>
              <a:buNone/>
              <a:defRPr sz="900">
                <a:solidFill>
                  <a:schemeClr val="accent2"/>
                </a:solidFill>
                <a:latin typeface="IBM Plex Sans Medium"/>
                <a:ea typeface="IBM Plex Sans Medium"/>
                <a:cs typeface="IBM Plex Sans Medium"/>
                <a:sym typeface="IBM Plex Sans Medium"/>
              </a:defRPr>
            </a:lvl4pPr>
            <a:lvl5pPr lvl="4" algn="ctr" rtl="0">
              <a:lnSpc>
                <a:spcPct val="100000"/>
              </a:lnSpc>
              <a:spcBef>
                <a:spcPts val="0"/>
              </a:spcBef>
              <a:spcAft>
                <a:spcPts val="0"/>
              </a:spcAft>
              <a:buClr>
                <a:schemeClr val="accent2"/>
              </a:buClr>
              <a:buSzPts val="900"/>
              <a:buFont typeface="IBM Plex Sans Medium"/>
              <a:buNone/>
              <a:defRPr sz="900">
                <a:solidFill>
                  <a:schemeClr val="accent2"/>
                </a:solidFill>
                <a:latin typeface="IBM Plex Sans Medium"/>
                <a:ea typeface="IBM Plex Sans Medium"/>
                <a:cs typeface="IBM Plex Sans Medium"/>
                <a:sym typeface="IBM Plex Sans Medium"/>
              </a:defRPr>
            </a:lvl5pPr>
            <a:lvl6pPr lvl="5" algn="ctr" rtl="0">
              <a:lnSpc>
                <a:spcPct val="100000"/>
              </a:lnSpc>
              <a:spcBef>
                <a:spcPts val="0"/>
              </a:spcBef>
              <a:spcAft>
                <a:spcPts val="0"/>
              </a:spcAft>
              <a:buClr>
                <a:schemeClr val="accent2"/>
              </a:buClr>
              <a:buSzPts val="900"/>
              <a:buFont typeface="IBM Plex Sans Medium"/>
              <a:buNone/>
              <a:defRPr sz="900">
                <a:solidFill>
                  <a:schemeClr val="accent2"/>
                </a:solidFill>
                <a:latin typeface="IBM Plex Sans Medium"/>
                <a:ea typeface="IBM Plex Sans Medium"/>
                <a:cs typeface="IBM Plex Sans Medium"/>
                <a:sym typeface="IBM Plex Sans Medium"/>
              </a:defRPr>
            </a:lvl6pPr>
            <a:lvl7pPr lvl="6" algn="ctr" rtl="0">
              <a:lnSpc>
                <a:spcPct val="100000"/>
              </a:lnSpc>
              <a:spcBef>
                <a:spcPts val="0"/>
              </a:spcBef>
              <a:spcAft>
                <a:spcPts val="0"/>
              </a:spcAft>
              <a:buClr>
                <a:schemeClr val="accent2"/>
              </a:buClr>
              <a:buSzPts val="900"/>
              <a:buFont typeface="IBM Plex Sans Medium"/>
              <a:buNone/>
              <a:defRPr sz="900">
                <a:solidFill>
                  <a:schemeClr val="accent2"/>
                </a:solidFill>
                <a:latin typeface="IBM Plex Sans Medium"/>
                <a:ea typeface="IBM Plex Sans Medium"/>
                <a:cs typeface="IBM Plex Sans Medium"/>
                <a:sym typeface="IBM Plex Sans Medium"/>
              </a:defRPr>
            </a:lvl7pPr>
            <a:lvl8pPr lvl="7" algn="ctr" rtl="0">
              <a:lnSpc>
                <a:spcPct val="100000"/>
              </a:lnSpc>
              <a:spcBef>
                <a:spcPts val="0"/>
              </a:spcBef>
              <a:spcAft>
                <a:spcPts val="0"/>
              </a:spcAft>
              <a:buClr>
                <a:schemeClr val="accent2"/>
              </a:buClr>
              <a:buSzPts val="900"/>
              <a:buFont typeface="IBM Plex Sans Medium"/>
              <a:buNone/>
              <a:defRPr sz="900">
                <a:solidFill>
                  <a:schemeClr val="accent2"/>
                </a:solidFill>
                <a:latin typeface="IBM Plex Sans Medium"/>
                <a:ea typeface="IBM Plex Sans Medium"/>
                <a:cs typeface="IBM Plex Sans Medium"/>
                <a:sym typeface="IBM Plex Sans Medium"/>
              </a:defRPr>
            </a:lvl8pPr>
            <a:lvl9pPr lvl="8" algn="ctr" rtl="0">
              <a:lnSpc>
                <a:spcPct val="100000"/>
              </a:lnSpc>
              <a:spcBef>
                <a:spcPts val="0"/>
              </a:spcBef>
              <a:spcAft>
                <a:spcPts val="0"/>
              </a:spcAft>
              <a:buClr>
                <a:schemeClr val="accent2"/>
              </a:buClr>
              <a:buSzPts val="900"/>
              <a:buFont typeface="IBM Plex Sans Medium"/>
              <a:buNone/>
              <a:defRPr sz="900">
                <a:solidFill>
                  <a:schemeClr val="accent2"/>
                </a:solidFill>
                <a:latin typeface="IBM Plex Sans Medium"/>
                <a:ea typeface="IBM Plex Sans Medium"/>
                <a:cs typeface="IBM Plex Sans Medium"/>
                <a:sym typeface="IBM Plex Sans Medium"/>
              </a:defRPr>
            </a:lvl9pPr>
          </a:lstStyle>
          <a:p>
            <a:endParaRPr/>
          </a:p>
        </p:txBody>
      </p:sp>
      <p:sp>
        <p:nvSpPr>
          <p:cNvPr id="715" name="Google Shape;715;p49"/>
          <p:cNvSpPr txBox="1">
            <a:spLocks noGrp="1"/>
          </p:cNvSpPr>
          <p:nvPr>
            <p:ph type="subTitle" idx="6"/>
          </p:nvPr>
        </p:nvSpPr>
        <p:spPr>
          <a:xfrm>
            <a:off x="812768" y="4418975"/>
            <a:ext cx="654300" cy="434700"/>
          </a:xfrm>
          <a:prstGeom prst="rect">
            <a:avLst/>
          </a:prstGeom>
        </p:spPr>
        <p:txBody>
          <a:bodyPr spcFirstLastPara="1" wrap="square" lIns="0" tIns="0" rIns="0" bIns="0" anchor="t" anchorCtr="0">
            <a:normAutofit/>
          </a:bodyPr>
          <a:lstStyle>
            <a:lvl1pPr lvl="0" algn="ctr" rtl="0">
              <a:lnSpc>
                <a:spcPct val="100000"/>
              </a:lnSpc>
              <a:spcBef>
                <a:spcPts val="0"/>
              </a:spcBef>
              <a:spcAft>
                <a:spcPts val="0"/>
              </a:spcAft>
              <a:buClr>
                <a:schemeClr val="accent2"/>
              </a:buClr>
              <a:buSzPts val="900"/>
              <a:buFont typeface="IBM Plex Sans Medium"/>
              <a:buNone/>
              <a:defRPr sz="900">
                <a:solidFill>
                  <a:schemeClr val="accent2"/>
                </a:solidFill>
                <a:latin typeface="IBM Plex Sans Medium"/>
                <a:ea typeface="IBM Plex Sans Medium"/>
                <a:cs typeface="IBM Plex Sans Medium"/>
                <a:sym typeface="IBM Plex Sans Medium"/>
              </a:defRPr>
            </a:lvl1pPr>
            <a:lvl2pPr lvl="1" algn="ctr" rtl="0">
              <a:lnSpc>
                <a:spcPct val="100000"/>
              </a:lnSpc>
              <a:spcBef>
                <a:spcPts val="0"/>
              </a:spcBef>
              <a:spcAft>
                <a:spcPts val="0"/>
              </a:spcAft>
              <a:buClr>
                <a:schemeClr val="accent2"/>
              </a:buClr>
              <a:buSzPts val="900"/>
              <a:buFont typeface="IBM Plex Sans Medium"/>
              <a:buNone/>
              <a:defRPr sz="900">
                <a:solidFill>
                  <a:schemeClr val="accent2"/>
                </a:solidFill>
                <a:latin typeface="IBM Plex Sans Medium"/>
                <a:ea typeface="IBM Plex Sans Medium"/>
                <a:cs typeface="IBM Plex Sans Medium"/>
                <a:sym typeface="IBM Plex Sans Medium"/>
              </a:defRPr>
            </a:lvl2pPr>
            <a:lvl3pPr lvl="2" algn="ctr" rtl="0">
              <a:lnSpc>
                <a:spcPct val="100000"/>
              </a:lnSpc>
              <a:spcBef>
                <a:spcPts val="0"/>
              </a:spcBef>
              <a:spcAft>
                <a:spcPts val="0"/>
              </a:spcAft>
              <a:buClr>
                <a:schemeClr val="accent2"/>
              </a:buClr>
              <a:buSzPts val="900"/>
              <a:buFont typeface="IBM Plex Sans Medium"/>
              <a:buNone/>
              <a:defRPr sz="900">
                <a:solidFill>
                  <a:schemeClr val="accent2"/>
                </a:solidFill>
                <a:latin typeface="IBM Plex Sans Medium"/>
                <a:ea typeface="IBM Plex Sans Medium"/>
                <a:cs typeface="IBM Plex Sans Medium"/>
                <a:sym typeface="IBM Plex Sans Medium"/>
              </a:defRPr>
            </a:lvl3pPr>
            <a:lvl4pPr lvl="3" algn="ctr" rtl="0">
              <a:lnSpc>
                <a:spcPct val="100000"/>
              </a:lnSpc>
              <a:spcBef>
                <a:spcPts val="0"/>
              </a:spcBef>
              <a:spcAft>
                <a:spcPts val="0"/>
              </a:spcAft>
              <a:buClr>
                <a:schemeClr val="accent2"/>
              </a:buClr>
              <a:buSzPts val="900"/>
              <a:buFont typeface="IBM Plex Sans Medium"/>
              <a:buNone/>
              <a:defRPr sz="900">
                <a:solidFill>
                  <a:schemeClr val="accent2"/>
                </a:solidFill>
                <a:latin typeface="IBM Plex Sans Medium"/>
                <a:ea typeface="IBM Plex Sans Medium"/>
                <a:cs typeface="IBM Plex Sans Medium"/>
                <a:sym typeface="IBM Plex Sans Medium"/>
              </a:defRPr>
            </a:lvl4pPr>
            <a:lvl5pPr lvl="4" algn="ctr" rtl="0">
              <a:lnSpc>
                <a:spcPct val="100000"/>
              </a:lnSpc>
              <a:spcBef>
                <a:spcPts val="0"/>
              </a:spcBef>
              <a:spcAft>
                <a:spcPts val="0"/>
              </a:spcAft>
              <a:buClr>
                <a:schemeClr val="accent2"/>
              </a:buClr>
              <a:buSzPts val="900"/>
              <a:buFont typeface="IBM Plex Sans Medium"/>
              <a:buNone/>
              <a:defRPr sz="900">
                <a:solidFill>
                  <a:schemeClr val="accent2"/>
                </a:solidFill>
                <a:latin typeface="IBM Plex Sans Medium"/>
                <a:ea typeface="IBM Plex Sans Medium"/>
                <a:cs typeface="IBM Plex Sans Medium"/>
                <a:sym typeface="IBM Plex Sans Medium"/>
              </a:defRPr>
            </a:lvl5pPr>
            <a:lvl6pPr lvl="5" algn="ctr" rtl="0">
              <a:lnSpc>
                <a:spcPct val="100000"/>
              </a:lnSpc>
              <a:spcBef>
                <a:spcPts val="0"/>
              </a:spcBef>
              <a:spcAft>
                <a:spcPts val="0"/>
              </a:spcAft>
              <a:buClr>
                <a:schemeClr val="accent2"/>
              </a:buClr>
              <a:buSzPts val="900"/>
              <a:buFont typeface="IBM Plex Sans Medium"/>
              <a:buNone/>
              <a:defRPr sz="900">
                <a:solidFill>
                  <a:schemeClr val="accent2"/>
                </a:solidFill>
                <a:latin typeface="IBM Plex Sans Medium"/>
                <a:ea typeface="IBM Plex Sans Medium"/>
                <a:cs typeface="IBM Plex Sans Medium"/>
                <a:sym typeface="IBM Plex Sans Medium"/>
              </a:defRPr>
            </a:lvl6pPr>
            <a:lvl7pPr lvl="6" algn="ctr" rtl="0">
              <a:lnSpc>
                <a:spcPct val="100000"/>
              </a:lnSpc>
              <a:spcBef>
                <a:spcPts val="0"/>
              </a:spcBef>
              <a:spcAft>
                <a:spcPts val="0"/>
              </a:spcAft>
              <a:buClr>
                <a:schemeClr val="accent2"/>
              </a:buClr>
              <a:buSzPts val="900"/>
              <a:buFont typeface="IBM Plex Sans Medium"/>
              <a:buNone/>
              <a:defRPr sz="900">
                <a:solidFill>
                  <a:schemeClr val="accent2"/>
                </a:solidFill>
                <a:latin typeface="IBM Plex Sans Medium"/>
                <a:ea typeface="IBM Plex Sans Medium"/>
                <a:cs typeface="IBM Plex Sans Medium"/>
                <a:sym typeface="IBM Plex Sans Medium"/>
              </a:defRPr>
            </a:lvl7pPr>
            <a:lvl8pPr lvl="7" algn="ctr" rtl="0">
              <a:lnSpc>
                <a:spcPct val="100000"/>
              </a:lnSpc>
              <a:spcBef>
                <a:spcPts val="0"/>
              </a:spcBef>
              <a:spcAft>
                <a:spcPts val="0"/>
              </a:spcAft>
              <a:buClr>
                <a:schemeClr val="accent2"/>
              </a:buClr>
              <a:buSzPts val="900"/>
              <a:buFont typeface="IBM Plex Sans Medium"/>
              <a:buNone/>
              <a:defRPr sz="900">
                <a:solidFill>
                  <a:schemeClr val="accent2"/>
                </a:solidFill>
                <a:latin typeface="IBM Plex Sans Medium"/>
                <a:ea typeface="IBM Plex Sans Medium"/>
                <a:cs typeface="IBM Plex Sans Medium"/>
                <a:sym typeface="IBM Plex Sans Medium"/>
              </a:defRPr>
            </a:lvl8pPr>
            <a:lvl9pPr lvl="8" algn="ctr" rtl="0">
              <a:lnSpc>
                <a:spcPct val="100000"/>
              </a:lnSpc>
              <a:spcBef>
                <a:spcPts val="0"/>
              </a:spcBef>
              <a:spcAft>
                <a:spcPts val="0"/>
              </a:spcAft>
              <a:buClr>
                <a:schemeClr val="accent2"/>
              </a:buClr>
              <a:buSzPts val="900"/>
              <a:buFont typeface="IBM Plex Sans Medium"/>
              <a:buNone/>
              <a:defRPr sz="900">
                <a:solidFill>
                  <a:schemeClr val="accent2"/>
                </a:solidFill>
                <a:latin typeface="IBM Plex Sans Medium"/>
                <a:ea typeface="IBM Plex Sans Medium"/>
                <a:cs typeface="IBM Plex Sans Medium"/>
                <a:sym typeface="IBM Plex Sans Medium"/>
              </a:defRPr>
            </a:lvl9pPr>
          </a:lstStyle>
          <a:p>
            <a:endParaRPr/>
          </a:p>
        </p:txBody>
      </p:sp>
      <p:sp>
        <p:nvSpPr>
          <p:cNvPr id="716" name="Google Shape;716;p49"/>
          <p:cNvSpPr/>
          <p:nvPr/>
        </p:nvSpPr>
        <p:spPr>
          <a:xfrm rot="-5400000">
            <a:off x="5458550" y="1202200"/>
            <a:ext cx="4038600" cy="3332700"/>
          </a:xfrm>
          <a:prstGeom prst="round2SameRect">
            <a:avLst>
              <a:gd name="adj1" fmla="val 7818"/>
              <a:gd name="adj2" fmla="val 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7" name="Google Shape;717;p49"/>
          <p:cNvSpPr txBox="1">
            <a:spLocks noGrp="1"/>
          </p:cNvSpPr>
          <p:nvPr>
            <p:ph type="subTitle" idx="7"/>
          </p:nvPr>
        </p:nvSpPr>
        <p:spPr>
          <a:xfrm>
            <a:off x="6054925" y="1028700"/>
            <a:ext cx="2860500" cy="539700"/>
          </a:xfrm>
          <a:prstGeom prst="rect">
            <a:avLst/>
          </a:prstGeom>
        </p:spPr>
        <p:txBody>
          <a:bodyPr spcFirstLastPara="1" wrap="square" lIns="0" tIns="0" rIns="0" bIns="0" anchor="t" anchorCtr="0">
            <a:normAutofit/>
          </a:bodyPr>
          <a:lstStyle>
            <a:lvl1pPr lvl="0" rtl="0">
              <a:lnSpc>
                <a:spcPct val="100000"/>
              </a:lnSpc>
              <a:spcBef>
                <a:spcPts val="0"/>
              </a:spcBef>
              <a:spcAft>
                <a:spcPts val="0"/>
              </a:spcAft>
              <a:buClr>
                <a:schemeClr val="accent6"/>
              </a:buClr>
              <a:buSzPts val="2000"/>
              <a:buFont typeface="IBM Plex Sans Medium"/>
              <a:buNone/>
              <a:defRPr sz="2000">
                <a:solidFill>
                  <a:schemeClr val="accent6"/>
                </a:solidFill>
                <a:latin typeface="IBM Plex Sans Medium"/>
                <a:ea typeface="IBM Plex Sans Medium"/>
                <a:cs typeface="IBM Plex Sans Medium"/>
                <a:sym typeface="IBM Plex Sans Medium"/>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18" name="Google Shape;718;p49"/>
          <p:cNvSpPr txBox="1">
            <a:spLocks noGrp="1"/>
          </p:cNvSpPr>
          <p:nvPr>
            <p:ph type="body" idx="8"/>
          </p:nvPr>
        </p:nvSpPr>
        <p:spPr>
          <a:xfrm>
            <a:off x="6054925" y="1691278"/>
            <a:ext cx="2860500" cy="3183000"/>
          </a:xfrm>
          <a:prstGeom prst="rect">
            <a:avLst/>
          </a:prstGeom>
        </p:spPr>
        <p:txBody>
          <a:bodyPr spcFirstLastPara="1" wrap="square" lIns="0" tIns="0" rIns="0" bIns="0" anchor="t" anchorCtr="0">
            <a:normAutofit/>
          </a:bodyPr>
          <a:lstStyle>
            <a:lvl1pPr marL="457200" lvl="0" indent="-317500" rtl="0">
              <a:spcBef>
                <a:spcPts val="0"/>
              </a:spcBef>
              <a:spcAft>
                <a:spcPts val="0"/>
              </a:spcAft>
              <a:buSzPts val="1400"/>
              <a:buChar char="■"/>
              <a:defRPr sz="1400"/>
            </a:lvl1pPr>
            <a:lvl2pPr marL="914400" lvl="1" indent="-304800" rtl="0">
              <a:spcBef>
                <a:spcPts val="0"/>
              </a:spcBef>
              <a:spcAft>
                <a:spcPts val="0"/>
              </a:spcAft>
              <a:buSzPts val="1200"/>
              <a:buChar char="■"/>
              <a:defRPr sz="1200"/>
            </a:lvl2pPr>
            <a:lvl3pPr marL="1371600" lvl="2" indent="-304800" rtl="0">
              <a:spcBef>
                <a:spcPts val="0"/>
              </a:spcBef>
              <a:spcAft>
                <a:spcPts val="0"/>
              </a:spcAft>
              <a:buSzPts val="1200"/>
              <a:buChar char="■"/>
              <a:defRPr sz="1200"/>
            </a:lvl3pPr>
            <a:lvl4pPr marL="1828800" lvl="3" indent="-304800" rtl="0">
              <a:spcBef>
                <a:spcPts val="0"/>
              </a:spcBef>
              <a:spcAft>
                <a:spcPts val="0"/>
              </a:spcAft>
              <a:buClr>
                <a:schemeClr val="dk1"/>
              </a:buClr>
              <a:buSzPts val="1200"/>
              <a:buChar char="●"/>
              <a:defRPr sz="1200"/>
            </a:lvl4pPr>
            <a:lvl5pPr marL="2286000" lvl="4" indent="-304800" rtl="0">
              <a:spcBef>
                <a:spcPts val="0"/>
              </a:spcBef>
              <a:spcAft>
                <a:spcPts val="0"/>
              </a:spcAft>
              <a:buSzPts val="1200"/>
              <a:buChar char="○"/>
              <a:defRPr sz="1200"/>
            </a:lvl5pPr>
            <a:lvl6pPr marL="2743200" lvl="5" indent="-304800" rtl="0">
              <a:spcBef>
                <a:spcPts val="0"/>
              </a:spcBef>
              <a:spcAft>
                <a:spcPts val="0"/>
              </a:spcAft>
              <a:buSzPts val="1200"/>
              <a:buChar char="■"/>
              <a:defRPr sz="1200"/>
            </a:lvl6pPr>
            <a:lvl7pPr marL="3200400" lvl="6" indent="-304800" rtl="0">
              <a:spcBef>
                <a:spcPts val="0"/>
              </a:spcBef>
              <a:spcAft>
                <a:spcPts val="0"/>
              </a:spcAft>
              <a:buSzPts val="1200"/>
              <a:buChar char="●"/>
              <a:defRPr sz="1200"/>
            </a:lvl7pPr>
            <a:lvl8pPr marL="3657600" lvl="7" indent="-304800" rtl="0">
              <a:spcBef>
                <a:spcPts val="0"/>
              </a:spcBef>
              <a:spcAft>
                <a:spcPts val="0"/>
              </a:spcAft>
              <a:buSzPts val="1200"/>
              <a:buChar char="○"/>
              <a:defRPr sz="1200"/>
            </a:lvl8pPr>
            <a:lvl9pPr marL="4114800" lvl="8" indent="-304800" rtl="0">
              <a:spcBef>
                <a:spcPts val="0"/>
              </a:spcBef>
              <a:spcAft>
                <a:spcPts val="0"/>
              </a:spcAft>
              <a:buSzPts val="1200"/>
              <a:buChar char="■"/>
              <a:defRPr sz="1200"/>
            </a:lvl9pPr>
          </a:lstStyle>
          <a:p>
            <a:endParaRPr/>
          </a:p>
        </p:txBody>
      </p:sp>
      <p:pic>
        <p:nvPicPr>
          <p:cNvPr id="719" name="Google Shape;719;p49"/>
          <p:cNvPicPr preferRelativeResize="0"/>
          <p:nvPr/>
        </p:nvPicPr>
        <p:blipFill>
          <a:blip r:embed="rId2">
            <a:alphaModFix/>
          </a:blip>
          <a:stretch>
            <a:fillRect/>
          </a:stretch>
        </p:blipFill>
        <p:spPr>
          <a:xfrm>
            <a:off x="8565901" y="154375"/>
            <a:ext cx="424850" cy="428248"/>
          </a:xfrm>
          <a:prstGeom prst="rect">
            <a:avLst/>
          </a:prstGeom>
          <a:noFill/>
          <a:ln>
            <a:noFill/>
          </a:ln>
        </p:spPr>
      </p:pic>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matchingName="Blank - Black">
  <p:cSld name="TITLE_ONLY_1_2_3">
    <p:bg>
      <p:bgPr>
        <a:solidFill>
          <a:schemeClr val="dk1"/>
        </a:solidFill>
        <a:effectLst/>
      </p:bgPr>
    </p:bg>
    <p:spTree>
      <p:nvGrpSpPr>
        <p:cNvPr id="1" name="Shape 720"/>
        <p:cNvGrpSpPr/>
        <p:nvPr/>
      </p:nvGrpSpPr>
      <p:grpSpPr>
        <a:xfrm>
          <a:off x="0" y="0"/>
          <a:ext cx="0" cy="0"/>
          <a:chOff x="0" y="0"/>
          <a:chExt cx="0" cy="0"/>
        </a:xfrm>
      </p:grpSpPr>
      <p:sp>
        <p:nvSpPr>
          <p:cNvPr id="721" name="Google Shape;721;p50"/>
          <p:cNvSpPr txBox="1">
            <a:spLocks noGrp="1"/>
          </p:cNvSpPr>
          <p:nvPr>
            <p:ph type="subTitle" idx="1"/>
          </p:nvPr>
        </p:nvSpPr>
        <p:spPr>
          <a:xfrm>
            <a:off x="467075" y="4814525"/>
            <a:ext cx="2326500" cy="206400"/>
          </a:xfrm>
          <a:prstGeom prst="rect">
            <a:avLst/>
          </a:prstGeom>
        </p:spPr>
        <p:txBody>
          <a:bodyPr spcFirstLastPara="1" wrap="square" lIns="0" tIns="0" rIns="0" bIns="0" anchor="b" anchorCtr="0">
            <a:normAutofit/>
          </a:bodyPr>
          <a:lstStyle>
            <a:lvl1pPr lvl="0" rtl="0">
              <a:spcBef>
                <a:spcPts val="0"/>
              </a:spcBef>
              <a:spcAft>
                <a:spcPts val="0"/>
              </a:spcAft>
              <a:buClr>
                <a:schemeClr val="accent5"/>
              </a:buClr>
              <a:buSzPts val="700"/>
              <a:buNone/>
              <a:defRPr sz="700">
                <a:solidFill>
                  <a:schemeClr val="accent5"/>
                </a:solidFill>
              </a:defRPr>
            </a:lvl1pPr>
            <a:lvl2pPr lvl="1" rtl="0">
              <a:spcBef>
                <a:spcPts val="0"/>
              </a:spcBef>
              <a:spcAft>
                <a:spcPts val="0"/>
              </a:spcAft>
              <a:buClr>
                <a:schemeClr val="accent5"/>
              </a:buClr>
              <a:buSzPts val="1400"/>
              <a:buNone/>
              <a:defRPr>
                <a:solidFill>
                  <a:schemeClr val="accent5"/>
                </a:solidFill>
              </a:defRPr>
            </a:lvl2pPr>
            <a:lvl3pPr lvl="2" rtl="0">
              <a:spcBef>
                <a:spcPts val="0"/>
              </a:spcBef>
              <a:spcAft>
                <a:spcPts val="0"/>
              </a:spcAft>
              <a:buClr>
                <a:schemeClr val="accent5"/>
              </a:buClr>
              <a:buSzPts val="1400"/>
              <a:buNone/>
              <a:defRPr>
                <a:solidFill>
                  <a:schemeClr val="accent5"/>
                </a:solidFill>
              </a:defRPr>
            </a:lvl3pPr>
            <a:lvl4pPr lvl="3" rtl="0">
              <a:spcBef>
                <a:spcPts val="0"/>
              </a:spcBef>
              <a:spcAft>
                <a:spcPts val="0"/>
              </a:spcAft>
              <a:buClr>
                <a:schemeClr val="accent5"/>
              </a:buClr>
              <a:buSzPts val="1400"/>
              <a:buNone/>
              <a:defRPr>
                <a:solidFill>
                  <a:schemeClr val="accent5"/>
                </a:solidFill>
              </a:defRPr>
            </a:lvl4pPr>
            <a:lvl5pPr lvl="4" rtl="0">
              <a:spcBef>
                <a:spcPts val="0"/>
              </a:spcBef>
              <a:spcAft>
                <a:spcPts val="0"/>
              </a:spcAft>
              <a:buClr>
                <a:schemeClr val="accent5"/>
              </a:buClr>
              <a:buSzPts val="1400"/>
              <a:buNone/>
              <a:defRPr>
                <a:solidFill>
                  <a:schemeClr val="accent5"/>
                </a:solidFill>
              </a:defRPr>
            </a:lvl5pPr>
            <a:lvl6pPr lvl="5" rtl="0">
              <a:spcBef>
                <a:spcPts val="0"/>
              </a:spcBef>
              <a:spcAft>
                <a:spcPts val="0"/>
              </a:spcAft>
              <a:buClr>
                <a:schemeClr val="accent5"/>
              </a:buClr>
              <a:buSzPts val="1400"/>
              <a:buNone/>
              <a:defRPr>
                <a:solidFill>
                  <a:schemeClr val="accent5"/>
                </a:solidFill>
              </a:defRPr>
            </a:lvl6pPr>
            <a:lvl7pPr lvl="6" rtl="0">
              <a:spcBef>
                <a:spcPts val="0"/>
              </a:spcBef>
              <a:spcAft>
                <a:spcPts val="0"/>
              </a:spcAft>
              <a:buClr>
                <a:schemeClr val="accent5"/>
              </a:buClr>
              <a:buSzPts val="1400"/>
              <a:buNone/>
              <a:defRPr>
                <a:solidFill>
                  <a:schemeClr val="accent5"/>
                </a:solidFill>
              </a:defRPr>
            </a:lvl7pPr>
            <a:lvl8pPr lvl="7" rtl="0">
              <a:spcBef>
                <a:spcPts val="0"/>
              </a:spcBef>
              <a:spcAft>
                <a:spcPts val="0"/>
              </a:spcAft>
              <a:buClr>
                <a:schemeClr val="accent5"/>
              </a:buClr>
              <a:buSzPts val="1400"/>
              <a:buNone/>
              <a:defRPr>
                <a:solidFill>
                  <a:schemeClr val="accent5"/>
                </a:solidFill>
              </a:defRPr>
            </a:lvl8pPr>
            <a:lvl9pPr lvl="8" rtl="0">
              <a:spcBef>
                <a:spcPts val="0"/>
              </a:spcBef>
              <a:spcAft>
                <a:spcPts val="0"/>
              </a:spcAft>
              <a:buClr>
                <a:schemeClr val="accent5"/>
              </a:buClr>
              <a:buSzPts val="1400"/>
              <a:buNone/>
              <a:defRPr>
                <a:solidFill>
                  <a:schemeClr val="accent5"/>
                </a:solidFill>
              </a:defRPr>
            </a:lvl9pPr>
          </a:lstStyle>
          <a:p>
            <a:endParaRPr/>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matchingName="Blank 1">
  <p:cSld name="Blank_1">
    <p:bg>
      <p:bgPr>
        <a:solidFill>
          <a:srgbClr val="F7F7F7"/>
        </a:solidFill>
        <a:effectLst/>
      </p:bgPr>
    </p:bg>
    <p:spTree>
      <p:nvGrpSpPr>
        <p:cNvPr id="1" name="Shape 722"/>
        <p:cNvGrpSpPr/>
        <p:nvPr/>
      </p:nvGrpSpPr>
      <p:grpSpPr>
        <a:xfrm>
          <a:off x="0" y="0"/>
          <a:ext cx="0" cy="0"/>
          <a:chOff x="0" y="0"/>
          <a:chExt cx="0" cy="0"/>
        </a:xfrm>
      </p:grpSpPr>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matchingName="Blank - Black 1">
  <p:cSld name="TITLE_ONLY_1_2_4">
    <p:bg>
      <p:bgPr>
        <a:solidFill>
          <a:schemeClr val="dk1"/>
        </a:solidFill>
        <a:effectLst/>
      </p:bgPr>
    </p:bg>
    <p:spTree>
      <p:nvGrpSpPr>
        <p:cNvPr id="1" name="Shape 723"/>
        <p:cNvGrpSpPr/>
        <p:nvPr/>
      </p:nvGrpSpPr>
      <p:grpSpPr>
        <a:xfrm>
          <a:off x="0" y="0"/>
          <a:ext cx="0" cy="0"/>
          <a:chOff x="0" y="0"/>
          <a:chExt cx="0" cy="0"/>
        </a:xfrm>
      </p:grpSpPr>
      <p:sp>
        <p:nvSpPr>
          <p:cNvPr id="724" name="Google Shape;724;p52"/>
          <p:cNvSpPr txBox="1">
            <a:spLocks noGrp="1"/>
          </p:cNvSpPr>
          <p:nvPr>
            <p:ph type="subTitle" idx="1"/>
          </p:nvPr>
        </p:nvSpPr>
        <p:spPr>
          <a:xfrm>
            <a:off x="467075" y="4814525"/>
            <a:ext cx="2326500" cy="206400"/>
          </a:xfrm>
          <a:prstGeom prst="rect">
            <a:avLst/>
          </a:prstGeom>
        </p:spPr>
        <p:txBody>
          <a:bodyPr spcFirstLastPara="1" wrap="square" lIns="0" tIns="0" rIns="0" bIns="0" anchor="b" anchorCtr="0">
            <a:normAutofit/>
          </a:bodyPr>
          <a:lstStyle>
            <a:lvl1pPr lvl="0" rtl="0">
              <a:spcBef>
                <a:spcPts val="0"/>
              </a:spcBef>
              <a:spcAft>
                <a:spcPts val="0"/>
              </a:spcAft>
              <a:buClr>
                <a:schemeClr val="accent5"/>
              </a:buClr>
              <a:buSzPts val="700"/>
              <a:buNone/>
              <a:defRPr sz="700">
                <a:solidFill>
                  <a:schemeClr val="accent5"/>
                </a:solidFill>
              </a:defRPr>
            </a:lvl1pPr>
            <a:lvl2pPr lvl="1" rtl="0">
              <a:spcBef>
                <a:spcPts val="0"/>
              </a:spcBef>
              <a:spcAft>
                <a:spcPts val="0"/>
              </a:spcAft>
              <a:buClr>
                <a:schemeClr val="accent5"/>
              </a:buClr>
              <a:buSzPts val="1400"/>
              <a:buNone/>
              <a:defRPr>
                <a:solidFill>
                  <a:schemeClr val="accent5"/>
                </a:solidFill>
              </a:defRPr>
            </a:lvl2pPr>
            <a:lvl3pPr lvl="2" rtl="0">
              <a:spcBef>
                <a:spcPts val="0"/>
              </a:spcBef>
              <a:spcAft>
                <a:spcPts val="0"/>
              </a:spcAft>
              <a:buClr>
                <a:schemeClr val="accent5"/>
              </a:buClr>
              <a:buSzPts val="1400"/>
              <a:buNone/>
              <a:defRPr>
                <a:solidFill>
                  <a:schemeClr val="accent5"/>
                </a:solidFill>
              </a:defRPr>
            </a:lvl3pPr>
            <a:lvl4pPr lvl="3" rtl="0">
              <a:spcBef>
                <a:spcPts val="0"/>
              </a:spcBef>
              <a:spcAft>
                <a:spcPts val="0"/>
              </a:spcAft>
              <a:buClr>
                <a:schemeClr val="accent5"/>
              </a:buClr>
              <a:buSzPts val="1400"/>
              <a:buNone/>
              <a:defRPr>
                <a:solidFill>
                  <a:schemeClr val="accent5"/>
                </a:solidFill>
              </a:defRPr>
            </a:lvl4pPr>
            <a:lvl5pPr lvl="4" rtl="0">
              <a:spcBef>
                <a:spcPts val="0"/>
              </a:spcBef>
              <a:spcAft>
                <a:spcPts val="0"/>
              </a:spcAft>
              <a:buClr>
                <a:schemeClr val="accent5"/>
              </a:buClr>
              <a:buSzPts val="1400"/>
              <a:buNone/>
              <a:defRPr>
                <a:solidFill>
                  <a:schemeClr val="accent5"/>
                </a:solidFill>
              </a:defRPr>
            </a:lvl5pPr>
            <a:lvl6pPr lvl="5" rtl="0">
              <a:spcBef>
                <a:spcPts val="0"/>
              </a:spcBef>
              <a:spcAft>
                <a:spcPts val="0"/>
              </a:spcAft>
              <a:buClr>
                <a:schemeClr val="accent5"/>
              </a:buClr>
              <a:buSzPts val="1400"/>
              <a:buNone/>
              <a:defRPr>
                <a:solidFill>
                  <a:schemeClr val="accent5"/>
                </a:solidFill>
              </a:defRPr>
            </a:lvl6pPr>
            <a:lvl7pPr lvl="6" rtl="0">
              <a:spcBef>
                <a:spcPts val="0"/>
              </a:spcBef>
              <a:spcAft>
                <a:spcPts val="0"/>
              </a:spcAft>
              <a:buClr>
                <a:schemeClr val="accent5"/>
              </a:buClr>
              <a:buSzPts val="1400"/>
              <a:buNone/>
              <a:defRPr>
                <a:solidFill>
                  <a:schemeClr val="accent5"/>
                </a:solidFill>
              </a:defRPr>
            </a:lvl7pPr>
            <a:lvl8pPr lvl="7" rtl="0">
              <a:spcBef>
                <a:spcPts val="0"/>
              </a:spcBef>
              <a:spcAft>
                <a:spcPts val="0"/>
              </a:spcAft>
              <a:buClr>
                <a:schemeClr val="accent5"/>
              </a:buClr>
              <a:buSzPts val="1400"/>
              <a:buNone/>
              <a:defRPr>
                <a:solidFill>
                  <a:schemeClr val="accent5"/>
                </a:solidFill>
              </a:defRPr>
            </a:lvl8pPr>
            <a:lvl9pPr lvl="8" rtl="0">
              <a:spcBef>
                <a:spcPts val="0"/>
              </a:spcBef>
              <a:spcAft>
                <a:spcPts val="0"/>
              </a:spcAft>
              <a:buClr>
                <a:schemeClr val="accent5"/>
              </a:buClr>
              <a:buSzPts val="1400"/>
              <a:buNone/>
              <a:defRPr>
                <a:solidFill>
                  <a:schemeClr val="accent5"/>
                </a:solidFill>
              </a:defRPr>
            </a:lvl9pPr>
          </a:lstStyle>
          <a:p>
            <a:endParaRPr/>
          </a:p>
        </p:txBody>
      </p:sp>
      <p:pic>
        <p:nvPicPr>
          <p:cNvPr id="725" name="Google Shape;725;p52"/>
          <p:cNvPicPr preferRelativeResize="0"/>
          <p:nvPr/>
        </p:nvPicPr>
        <p:blipFill>
          <a:blip r:embed="rId2">
            <a:alphaModFix/>
          </a:blip>
          <a:stretch>
            <a:fillRect/>
          </a:stretch>
        </p:blipFill>
        <p:spPr>
          <a:xfrm>
            <a:off x="8565901" y="154375"/>
            <a:ext cx="424850" cy="428248"/>
          </a:xfrm>
          <a:prstGeom prst="rect">
            <a:avLst/>
          </a:prstGeom>
          <a:noFill/>
          <a:ln>
            <a:noFill/>
          </a:ln>
        </p:spPr>
      </p:pic>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matchingName="Title only - Black 1">
  <p:cSld name="TITLE_ONLY_1_7_3">
    <p:bg>
      <p:bgPr>
        <a:solidFill>
          <a:schemeClr val="dk1"/>
        </a:solidFill>
        <a:effectLst/>
      </p:bgPr>
    </p:bg>
    <p:spTree>
      <p:nvGrpSpPr>
        <p:cNvPr id="1" name="Shape 726"/>
        <p:cNvGrpSpPr/>
        <p:nvPr/>
      </p:nvGrpSpPr>
      <p:grpSpPr>
        <a:xfrm>
          <a:off x="0" y="0"/>
          <a:ext cx="0" cy="0"/>
          <a:chOff x="0" y="0"/>
          <a:chExt cx="0" cy="0"/>
        </a:xfrm>
      </p:grpSpPr>
      <p:sp>
        <p:nvSpPr>
          <p:cNvPr id="727" name="Google Shape;727;p53"/>
          <p:cNvSpPr txBox="1">
            <a:spLocks noGrp="1"/>
          </p:cNvSpPr>
          <p:nvPr>
            <p:ph type="title"/>
          </p:nvPr>
        </p:nvSpPr>
        <p:spPr>
          <a:xfrm>
            <a:off x="457200" y="114300"/>
            <a:ext cx="8229600" cy="903300"/>
          </a:xfrm>
          <a:prstGeom prst="rect">
            <a:avLst/>
          </a:prstGeom>
        </p:spPr>
        <p:txBody>
          <a:bodyPr spcFirstLastPara="1" wrap="square" lIns="0" tIns="0" rIns="0" bIns="0" anchor="t" anchorCtr="0">
            <a:normAutofit/>
          </a:bodyPr>
          <a:lstStyle>
            <a:lvl1pPr lvl="0" rtl="0">
              <a:spcBef>
                <a:spcPts val="0"/>
              </a:spcBef>
              <a:spcAft>
                <a:spcPts val="0"/>
              </a:spcAft>
              <a:buClr>
                <a:schemeClr val="lt2"/>
              </a:buClr>
              <a:buSzPts val="3400"/>
              <a:buNone/>
              <a:defRPr>
                <a:solidFill>
                  <a:schemeClr val="lt2"/>
                </a:solidFill>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728" name="Google Shape;728;p53"/>
          <p:cNvSpPr txBox="1">
            <a:spLocks noGrp="1"/>
          </p:cNvSpPr>
          <p:nvPr>
            <p:ph type="subTitle" idx="1"/>
          </p:nvPr>
        </p:nvSpPr>
        <p:spPr>
          <a:xfrm>
            <a:off x="467075" y="4814525"/>
            <a:ext cx="2326500" cy="206400"/>
          </a:xfrm>
          <a:prstGeom prst="rect">
            <a:avLst/>
          </a:prstGeom>
        </p:spPr>
        <p:txBody>
          <a:bodyPr spcFirstLastPara="1" wrap="square" lIns="0" tIns="0" rIns="0" bIns="0" anchor="b" anchorCtr="0">
            <a:normAutofit/>
          </a:bodyPr>
          <a:lstStyle>
            <a:lvl1pPr lvl="0" rtl="0">
              <a:spcBef>
                <a:spcPts val="0"/>
              </a:spcBef>
              <a:spcAft>
                <a:spcPts val="0"/>
              </a:spcAft>
              <a:buClr>
                <a:schemeClr val="accent5"/>
              </a:buClr>
              <a:buSzPts val="700"/>
              <a:buNone/>
              <a:defRPr sz="700">
                <a:solidFill>
                  <a:schemeClr val="accent5"/>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pic>
        <p:nvPicPr>
          <p:cNvPr id="729" name="Google Shape;729;p53"/>
          <p:cNvPicPr preferRelativeResize="0"/>
          <p:nvPr/>
        </p:nvPicPr>
        <p:blipFill>
          <a:blip r:embed="rId2">
            <a:alphaModFix/>
          </a:blip>
          <a:stretch>
            <a:fillRect/>
          </a:stretch>
        </p:blipFill>
        <p:spPr>
          <a:xfrm>
            <a:off x="8565901" y="154375"/>
            <a:ext cx="424850" cy="428248"/>
          </a:xfrm>
          <a:prstGeom prst="rect">
            <a:avLst/>
          </a:prstGeom>
          <a:noFill/>
          <a:ln>
            <a:noFill/>
          </a:ln>
        </p:spPr>
      </p:pic>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matchingName="Title only - Black 1 1">
  <p:cSld name="TITLE_ONLY_1_7_4">
    <p:bg>
      <p:bgPr>
        <a:solidFill>
          <a:schemeClr val="dk1"/>
        </a:solidFill>
        <a:effectLst/>
      </p:bgPr>
    </p:bg>
    <p:spTree>
      <p:nvGrpSpPr>
        <p:cNvPr id="1" name="Shape 730"/>
        <p:cNvGrpSpPr/>
        <p:nvPr/>
      </p:nvGrpSpPr>
      <p:grpSpPr>
        <a:xfrm>
          <a:off x="0" y="0"/>
          <a:ext cx="0" cy="0"/>
          <a:chOff x="0" y="0"/>
          <a:chExt cx="0" cy="0"/>
        </a:xfrm>
      </p:grpSpPr>
      <p:sp>
        <p:nvSpPr>
          <p:cNvPr id="731" name="Google Shape;731;p54"/>
          <p:cNvSpPr txBox="1">
            <a:spLocks noGrp="1"/>
          </p:cNvSpPr>
          <p:nvPr>
            <p:ph type="title"/>
          </p:nvPr>
        </p:nvSpPr>
        <p:spPr>
          <a:xfrm>
            <a:off x="457200" y="114300"/>
            <a:ext cx="8229600" cy="903300"/>
          </a:xfrm>
          <a:prstGeom prst="rect">
            <a:avLst/>
          </a:prstGeom>
        </p:spPr>
        <p:txBody>
          <a:bodyPr spcFirstLastPara="1" wrap="square" lIns="0" tIns="0" rIns="0" bIns="0" anchor="t" anchorCtr="0">
            <a:normAutofit/>
          </a:bodyPr>
          <a:lstStyle>
            <a:lvl1pPr lvl="0" rtl="0">
              <a:spcBef>
                <a:spcPts val="0"/>
              </a:spcBef>
              <a:spcAft>
                <a:spcPts val="0"/>
              </a:spcAft>
              <a:buClr>
                <a:schemeClr val="lt2"/>
              </a:buClr>
              <a:buSzPts val="3400"/>
              <a:buNone/>
              <a:defRPr>
                <a:solidFill>
                  <a:schemeClr val="lt2"/>
                </a:solidFill>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732" name="Google Shape;732;p54"/>
          <p:cNvSpPr txBox="1">
            <a:spLocks noGrp="1"/>
          </p:cNvSpPr>
          <p:nvPr>
            <p:ph type="subTitle" idx="1"/>
          </p:nvPr>
        </p:nvSpPr>
        <p:spPr>
          <a:xfrm>
            <a:off x="467075" y="4814525"/>
            <a:ext cx="2326500" cy="206400"/>
          </a:xfrm>
          <a:prstGeom prst="rect">
            <a:avLst/>
          </a:prstGeom>
        </p:spPr>
        <p:txBody>
          <a:bodyPr spcFirstLastPara="1" wrap="square" lIns="0" tIns="0" rIns="0" bIns="0" anchor="b" anchorCtr="0">
            <a:normAutofit/>
          </a:bodyPr>
          <a:lstStyle>
            <a:lvl1pPr lvl="0" rtl="0">
              <a:spcBef>
                <a:spcPts val="0"/>
              </a:spcBef>
              <a:spcAft>
                <a:spcPts val="0"/>
              </a:spcAft>
              <a:buClr>
                <a:schemeClr val="accent5"/>
              </a:buClr>
              <a:buSzPts val="700"/>
              <a:buNone/>
              <a:defRPr sz="700">
                <a:solidFill>
                  <a:schemeClr val="accent5"/>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pic>
        <p:nvPicPr>
          <p:cNvPr id="733" name="Google Shape;733;p54"/>
          <p:cNvPicPr preferRelativeResize="0"/>
          <p:nvPr/>
        </p:nvPicPr>
        <p:blipFill>
          <a:blip r:embed="rId2">
            <a:alphaModFix/>
          </a:blip>
          <a:stretch>
            <a:fillRect/>
          </a:stretch>
        </p:blipFill>
        <p:spPr>
          <a:xfrm>
            <a:off x="8565901" y="154375"/>
            <a:ext cx="424850" cy="428248"/>
          </a:xfrm>
          <a:prstGeom prst="rect">
            <a:avLst/>
          </a:prstGeom>
          <a:noFill/>
          <a:ln>
            <a:noFill/>
          </a:ln>
        </p:spPr>
      </p:pic>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matchingName="Event Announcement 1">
  <p:cSld name="CUSTOM_1_1">
    <p:bg>
      <p:bgPr>
        <a:solidFill>
          <a:schemeClr val="dk1"/>
        </a:solidFill>
        <a:effectLst/>
      </p:bgPr>
    </p:bg>
    <p:spTree>
      <p:nvGrpSpPr>
        <p:cNvPr id="1" name="Shape 734"/>
        <p:cNvGrpSpPr/>
        <p:nvPr/>
      </p:nvGrpSpPr>
      <p:grpSpPr>
        <a:xfrm>
          <a:off x="0" y="0"/>
          <a:ext cx="0" cy="0"/>
          <a:chOff x="0" y="0"/>
          <a:chExt cx="0" cy="0"/>
        </a:xfrm>
      </p:grpSpPr>
      <p:grpSp>
        <p:nvGrpSpPr>
          <p:cNvPr id="735" name="Google Shape;735;p55"/>
          <p:cNvGrpSpPr/>
          <p:nvPr/>
        </p:nvGrpSpPr>
        <p:grpSpPr>
          <a:xfrm>
            <a:off x="8196123" y="3703197"/>
            <a:ext cx="795465" cy="792208"/>
            <a:chOff x="137675" y="266700"/>
            <a:chExt cx="939600" cy="935752"/>
          </a:xfrm>
        </p:grpSpPr>
        <p:sp>
          <p:nvSpPr>
            <p:cNvPr id="736" name="Google Shape;736;p55"/>
            <p:cNvSpPr/>
            <p:nvPr/>
          </p:nvSpPr>
          <p:spPr>
            <a:xfrm>
              <a:off x="137675" y="266700"/>
              <a:ext cx="939600" cy="68100"/>
            </a:xfrm>
            <a:prstGeom prst="roundRect">
              <a:avLst>
                <a:gd name="adj" fmla="val 44664"/>
              </a:avLst>
            </a:prstGeom>
            <a:solidFill>
              <a:schemeClr val="accent1"/>
            </a:solidFill>
            <a:ln>
              <a:noFill/>
            </a:ln>
          </p:spPr>
          <p:txBody>
            <a:bodyPr spcFirstLastPara="1" wrap="square" lIns="57150" tIns="57150" rIns="57150" bIns="57150" anchor="ctr" anchorCtr="0">
              <a:noAutofit/>
            </a:bodyPr>
            <a:lstStyle/>
            <a:p>
              <a:pPr marL="0" lvl="0" indent="0" algn="ctr" rtl="0">
                <a:spcBef>
                  <a:spcPts val="0"/>
                </a:spcBef>
                <a:spcAft>
                  <a:spcPts val="0"/>
                </a:spcAft>
                <a:buNone/>
              </a:pPr>
              <a:endParaRPr sz="800" b="1">
                <a:solidFill>
                  <a:srgbClr val="FFFFFF"/>
                </a:solidFill>
                <a:latin typeface="IBM Plex Sans"/>
                <a:ea typeface="IBM Plex Sans"/>
                <a:cs typeface="IBM Plex Sans"/>
                <a:sym typeface="IBM Plex Sans"/>
              </a:endParaRPr>
            </a:p>
          </p:txBody>
        </p:sp>
        <p:sp>
          <p:nvSpPr>
            <p:cNvPr id="737" name="Google Shape;737;p55"/>
            <p:cNvSpPr/>
            <p:nvPr/>
          </p:nvSpPr>
          <p:spPr>
            <a:xfrm>
              <a:off x="137675" y="440230"/>
              <a:ext cx="939600" cy="68100"/>
            </a:xfrm>
            <a:prstGeom prst="roundRect">
              <a:avLst>
                <a:gd name="adj" fmla="val 44664"/>
              </a:avLst>
            </a:prstGeom>
            <a:solidFill>
              <a:schemeClr val="accent1"/>
            </a:solidFill>
            <a:ln>
              <a:noFill/>
            </a:ln>
          </p:spPr>
          <p:txBody>
            <a:bodyPr spcFirstLastPara="1" wrap="square" lIns="57150" tIns="57150" rIns="57150" bIns="57150" anchor="ctr" anchorCtr="0">
              <a:noAutofit/>
            </a:bodyPr>
            <a:lstStyle/>
            <a:p>
              <a:pPr marL="0" lvl="0" indent="0" algn="ctr" rtl="0">
                <a:spcBef>
                  <a:spcPts val="0"/>
                </a:spcBef>
                <a:spcAft>
                  <a:spcPts val="0"/>
                </a:spcAft>
                <a:buNone/>
              </a:pPr>
              <a:endParaRPr sz="800" b="1">
                <a:solidFill>
                  <a:srgbClr val="FFFFFF"/>
                </a:solidFill>
                <a:latin typeface="IBM Plex Sans"/>
                <a:ea typeface="IBM Plex Sans"/>
                <a:cs typeface="IBM Plex Sans"/>
                <a:sym typeface="IBM Plex Sans"/>
              </a:endParaRPr>
            </a:p>
          </p:txBody>
        </p:sp>
        <p:sp>
          <p:nvSpPr>
            <p:cNvPr id="738" name="Google Shape;738;p55"/>
            <p:cNvSpPr/>
            <p:nvPr/>
          </p:nvSpPr>
          <p:spPr>
            <a:xfrm>
              <a:off x="137675" y="613761"/>
              <a:ext cx="939600" cy="68100"/>
            </a:xfrm>
            <a:prstGeom prst="roundRect">
              <a:avLst>
                <a:gd name="adj" fmla="val 44664"/>
              </a:avLst>
            </a:prstGeom>
            <a:solidFill>
              <a:schemeClr val="accent1"/>
            </a:solidFill>
            <a:ln>
              <a:noFill/>
            </a:ln>
          </p:spPr>
          <p:txBody>
            <a:bodyPr spcFirstLastPara="1" wrap="square" lIns="57150" tIns="57150" rIns="57150" bIns="57150" anchor="ctr" anchorCtr="0">
              <a:noAutofit/>
            </a:bodyPr>
            <a:lstStyle/>
            <a:p>
              <a:pPr marL="0" lvl="0" indent="0" algn="ctr" rtl="0">
                <a:spcBef>
                  <a:spcPts val="0"/>
                </a:spcBef>
                <a:spcAft>
                  <a:spcPts val="0"/>
                </a:spcAft>
                <a:buNone/>
              </a:pPr>
              <a:endParaRPr sz="800" b="1">
                <a:solidFill>
                  <a:srgbClr val="FFFFFF"/>
                </a:solidFill>
                <a:latin typeface="IBM Plex Sans"/>
                <a:ea typeface="IBM Plex Sans"/>
                <a:cs typeface="IBM Plex Sans"/>
                <a:sym typeface="IBM Plex Sans"/>
              </a:endParaRPr>
            </a:p>
          </p:txBody>
        </p:sp>
        <p:sp>
          <p:nvSpPr>
            <p:cNvPr id="739" name="Google Shape;739;p55"/>
            <p:cNvSpPr/>
            <p:nvPr/>
          </p:nvSpPr>
          <p:spPr>
            <a:xfrm>
              <a:off x="137675" y="787291"/>
              <a:ext cx="939600" cy="68100"/>
            </a:xfrm>
            <a:prstGeom prst="roundRect">
              <a:avLst>
                <a:gd name="adj" fmla="val 44664"/>
              </a:avLst>
            </a:prstGeom>
            <a:solidFill>
              <a:schemeClr val="accent1"/>
            </a:solidFill>
            <a:ln>
              <a:noFill/>
            </a:ln>
          </p:spPr>
          <p:txBody>
            <a:bodyPr spcFirstLastPara="1" wrap="square" lIns="57150" tIns="57150" rIns="57150" bIns="57150" anchor="ctr" anchorCtr="0">
              <a:noAutofit/>
            </a:bodyPr>
            <a:lstStyle/>
            <a:p>
              <a:pPr marL="0" lvl="0" indent="0" algn="ctr" rtl="0">
                <a:spcBef>
                  <a:spcPts val="0"/>
                </a:spcBef>
                <a:spcAft>
                  <a:spcPts val="0"/>
                </a:spcAft>
                <a:buNone/>
              </a:pPr>
              <a:endParaRPr sz="800" b="1">
                <a:solidFill>
                  <a:srgbClr val="FFFFFF"/>
                </a:solidFill>
                <a:latin typeface="IBM Plex Sans"/>
                <a:ea typeface="IBM Plex Sans"/>
                <a:cs typeface="IBM Plex Sans"/>
                <a:sym typeface="IBM Plex Sans"/>
              </a:endParaRPr>
            </a:p>
          </p:txBody>
        </p:sp>
        <p:sp>
          <p:nvSpPr>
            <p:cNvPr id="740" name="Google Shape;740;p55"/>
            <p:cNvSpPr/>
            <p:nvPr/>
          </p:nvSpPr>
          <p:spPr>
            <a:xfrm>
              <a:off x="137675" y="960822"/>
              <a:ext cx="939600" cy="68100"/>
            </a:xfrm>
            <a:prstGeom prst="roundRect">
              <a:avLst>
                <a:gd name="adj" fmla="val 44664"/>
              </a:avLst>
            </a:prstGeom>
            <a:solidFill>
              <a:schemeClr val="accent1"/>
            </a:solidFill>
            <a:ln>
              <a:noFill/>
            </a:ln>
          </p:spPr>
          <p:txBody>
            <a:bodyPr spcFirstLastPara="1" wrap="square" lIns="57150" tIns="57150" rIns="57150" bIns="57150" anchor="ctr" anchorCtr="0">
              <a:noAutofit/>
            </a:bodyPr>
            <a:lstStyle/>
            <a:p>
              <a:pPr marL="0" lvl="0" indent="0" algn="ctr" rtl="0">
                <a:spcBef>
                  <a:spcPts val="0"/>
                </a:spcBef>
                <a:spcAft>
                  <a:spcPts val="0"/>
                </a:spcAft>
                <a:buNone/>
              </a:pPr>
              <a:endParaRPr sz="800" b="1">
                <a:solidFill>
                  <a:srgbClr val="FFFFFF"/>
                </a:solidFill>
                <a:latin typeface="IBM Plex Sans"/>
                <a:ea typeface="IBM Plex Sans"/>
                <a:cs typeface="IBM Plex Sans"/>
                <a:sym typeface="IBM Plex Sans"/>
              </a:endParaRPr>
            </a:p>
          </p:txBody>
        </p:sp>
        <p:sp>
          <p:nvSpPr>
            <p:cNvPr id="741" name="Google Shape;741;p55"/>
            <p:cNvSpPr/>
            <p:nvPr/>
          </p:nvSpPr>
          <p:spPr>
            <a:xfrm>
              <a:off x="137675" y="1134352"/>
              <a:ext cx="939600" cy="68100"/>
            </a:xfrm>
            <a:prstGeom prst="roundRect">
              <a:avLst>
                <a:gd name="adj" fmla="val 44664"/>
              </a:avLst>
            </a:prstGeom>
            <a:solidFill>
              <a:schemeClr val="accent1"/>
            </a:solidFill>
            <a:ln>
              <a:noFill/>
            </a:ln>
          </p:spPr>
          <p:txBody>
            <a:bodyPr spcFirstLastPara="1" wrap="square" lIns="57150" tIns="57150" rIns="57150" bIns="57150" anchor="ctr" anchorCtr="0">
              <a:noAutofit/>
            </a:bodyPr>
            <a:lstStyle/>
            <a:p>
              <a:pPr marL="0" lvl="0" indent="0" algn="ctr" rtl="0">
                <a:spcBef>
                  <a:spcPts val="0"/>
                </a:spcBef>
                <a:spcAft>
                  <a:spcPts val="0"/>
                </a:spcAft>
                <a:buNone/>
              </a:pPr>
              <a:endParaRPr sz="800" b="1">
                <a:solidFill>
                  <a:srgbClr val="FFFFFF"/>
                </a:solidFill>
                <a:latin typeface="IBM Plex Sans"/>
                <a:ea typeface="IBM Plex Sans"/>
                <a:cs typeface="IBM Plex Sans"/>
                <a:sym typeface="IBM Plex Sans"/>
              </a:endParaRPr>
            </a:p>
          </p:txBody>
        </p:sp>
      </p:grpSp>
      <p:sp>
        <p:nvSpPr>
          <p:cNvPr id="742" name="Google Shape;742;p55"/>
          <p:cNvSpPr/>
          <p:nvPr/>
        </p:nvSpPr>
        <p:spPr>
          <a:xfrm>
            <a:off x="457200" y="2282425"/>
            <a:ext cx="3898800" cy="2289000"/>
          </a:xfrm>
          <a:prstGeom prst="roundRect">
            <a:avLst>
              <a:gd name="adj" fmla="val 12204"/>
            </a:avLst>
          </a:prstGeom>
          <a:solidFill>
            <a:schemeClr val="accent6"/>
          </a:solidFill>
          <a:ln>
            <a:noFill/>
          </a:ln>
        </p:spPr>
        <p:txBody>
          <a:bodyPr spcFirstLastPara="1" wrap="square" lIns="57150" tIns="57150" rIns="57150" bIns="57150" anchor="ctr" anchorCtr="0">
            <a:noAutofit/>
          </a:bodyPr>
          <a:lstStyle/>
          <a:p>
            <a:pPr marL="0" lvl="0" indent="0" algn="l" rtl="0">
              <a:spcBef>
                <a:spcPts val="0"/>
              </a:spcBef>
              <a:spcAft>
                <a:spcPts val="0"/>
              </a:spcAft>
              <a:buNone/>
            </a:pPr>
            <a:endParaRPr/>
          </a:p>
        </p:txBody>
      </p:sp>
      <p:sp>
        <p:nvSpPr>
          <p:cNvPr id="743" name="Google Shape;743;p55"/>
          <p:cNvSpPr/>
          <p:nvPr/>
        </p:nvSpPr>
        <p:spPr>
          <a:xfrm>
            <a:off x="3324875" y="114300"/>
            <a:ext cx="5257500" cy="5005500"/>
          </a:xfrm>
          <a:prstGeom prst="round2SameRect">
            <a:avLst>
              <a:gd name="adj1" fmla="val 4688"/>
              <a:gd name="adj2" fmla="val 0"/>
            </a:avLst>
          </a:prstGeom>
          <a:solidFill>
            <a:srgbClr val="F7F7F7"/>
          </a:solidFill>
          <a:ln w="38100" cap="flat" cmpd="sng">
            <a:solidFill>
              <a:srgbClr val="F7F7F7"/>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44" name="Google Shape;744;p55"/>
          <p:cNvSpPr txBox="1">
            <a:spLocks noGrp="1"/>
          </p:cNvSpPr>
          <p:nvPr>
            <p:ph type="subTitle" idx="1"/>
          </p:nvPr>
        </p:nvSpPr>
        <p:spPr>
          <a:xfrm>
            <a:off x="727575" y="2685725"/>
            <a:ext cx="2237100" cy="1446300"/>
          </a:xfrm>
          <a:prstGeom prst="rect">
            <a:avLst/>
          </a:prstGeom>
        </p:spPr>
        <p:txBody>
          <a:bodyPr spcFirstLastPara="1" wrap="square" lIns="0" tIns="0" rIns="0" bIns="0" anchor="t" anchorCtr="0">
            <a:normAutofit/>
          </a:bodyPr>
          <a:lstStyle>
            <a:lvl1pPr lvl="0" rtl="0">
              <a:lnSpc>
                <a:spcPct val="100000"/>
              </a:lnSpc>
              <a:spcBef>
                <a:spcPts val="0"/>
              </a:spcBef>
              <a:spcAft>
                <a:spcPts val="0"/>
              </a:spcAft>
              <a:buClr>
                <a:schemeClr val="lt1"/>
              </a:buClr>
              <a:buSzPts val="1400"/>
              <a:buNone/>
              <a:defRPr sz="1400">
                <a:solidFill>
                  <a:schemeClr val="lt1"/>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45" name="Google Shape;745;p55"/>
          <p:cNvSpPr txBox="1">
            <a:spLocks noGrp="1"/>
          </p:cNvSpPr>
          <p:nvPr>
            <p:ph type="body" idx="2"/>
          </p:nvPr>
        </p:nvSpPr>
        <p:spPr>
          <a:xfrm>
            <a:off x="3585523" y="1473700"/>
            <a:ext cx="4802700" cy="2886900"/>
          </a:xfrm>
          <a:prstGeom prst="rect">
            <a:avLst/>
          </a:prstGeom>
        </p:spPr>
        <p:txBody>
          <a:bodyPr spcFirstLastPara="1" wrap="square" lIns="0" tIns="0" rIns="0" bIns="0" anchor="t" anchorCtr="0">
            <a:normAutofit/>
          </a:bodyPr>
          <a:lstStyle>
            <a:lvl1pPr marL="457200" lvl="0" indent="-330200" rtl="0">
              <a:spcBef>
                <a:spcPts val="0"/>
              </a:spcBef>
              <a:spcAft>
                <a:spcPts val="0"/>
              </a:spcAft>
              <a:buSzPts val="1600"/>
              <a:buChar char="■"/>
              <a:defRPr/>
            </a:lvl1pPr>
            <a:lvl2pPr marL="914400" lvl="1" indent="-317500" rtl="0">
              <a:spcBef>
                <a:spcPts val="0"/>
              </a:spcBef>
              <a:spcAft>
                <a:spcPts val="0"/>
              </a:spcAft>
              <a:buSzPts val="1400"/>
              <a:buChar char="■"/>
              <a:defRPr/>
            </a:lvl2pPr>
            <a:lvl3pPr marL="1371600" lvl="2" indent="-317500" rtl="0">
              <a:spcBef>
                <a:spcPts val="0"/>
              </a:spcBef>
              <a:spcAft>
                <a:spcPts val="0"/>
              </a:spcAft>
              <a:buSzPts val="1400"/>
              <a:buChar char="■"/>
              <a:defRPr/>
            </a:lvl3pPr>
            <a:lvl4pPr marL="1828800" lvl="3" indent="-317500" rtl="0">
              <a:spcBef>
                <a:spcPts val="0"/>
              </a:spcBef>
              <a:spcAft>
                <a:spcPts val="0"/>
              </a:spcAft>
              <a:buSzPts val="1400"/>
              <a:buChar char="●"/>
              <a:defRPr/>
            </a:lvl4pPr>
            <a:lvl5pPr marL="2286000" lvl="4" indent="-317500" rtl="0">
              <a:spcBef>
                <a:spcPts val="0"/>
              </a:spcBef>
              <a:spcAft>
                <a:spcPts val="0"/>
              </a:spcAft>
              <a:buSzPts val="1400"/>
              <a:buChar char="○"/>
              <a:defRPr/>
            </a:lvl5pPr>
            <a:lvl6pPr marL="2743200" lvl="5" indent="-317500" rtl="0">
              <a:spcBef>
                <a:spcPts val="0"/>
              </a:spcBef>
              <a:spcAft>
                <a:spcPts val="0"/>
              </a:spcAft>
              <a:buSzPts val="1400"/>
              <a:buChar char="■"/>
              <a:defRPr/>
            </a:lvl6pPr>
            <a:lvl7pPr marL="3200400" lvl="6" indent="-317500" rtl="0">
              <a:spcBef>
                <a:spcPts val="0"/>
              </a:spcBef>
              <a:spcAft>
                <a:spcPts val="0"/>
              </a:spcAft>
              <a:buSzPts val="1400"/>
              <a:buChar char="●"/>
              <a:defRPr/>
            </a:lvl7pPr>
            <a:lvl8pPr marL="3657600" lvl="7" indent="-317500" rtl="0">
              <a:spcBef>
                <a:spcPts val="0"/>
              </a:spcBef>
              <a:spcAft>
                <a:spcPts val="0"/>
              </a:spcAft>
              <a:buSzPts val="1400"/>
              <a:buChar char="○"/>
              <a:defRPr/>
            </a:lvl8pPr>
            <a:lvl9pPr marL="4114800" lvl="8" indent="-317500" rtl="0">
              <a:spcBef>
                <a:spcPts val="0"/>
              </a:spcBef>
              <a:spcAft>
                <a:spcPts val="0"/>
              </a:spcAft>
              <a:buSzPts val="1400"/>
              <a:buChar char="■"/>
              <a:defRPr/>
            </a:lvl9pPr>
          </a:lstStyle>
          <a:p>
            <a:endParaRPr/>
          </a:p>
        </p:txBody>
      </p:sp>
      <p:sp>
        <p:nvSpPr>
          <p:cNvPr id="746" name="Google Shape;746;p55"/>
          <p:cNvSpPr txBox="1">
            <a:spLocks noGrp="1"/>
          </p:cNvSpPr>
          <p:nvPr>
            <p:ph type="title"/>
          </p:nvPr>
        </p:nvSpPr>
        <p:spPr>
          <a:xfrm>
            <a:off x="3585523" y="342900"/>
            <a:ext cx="4802700" cy="903300"/>
          </a:xfrm>
          <a:prstGeom prst="rect">
            <a:avLst/>
          </a:prstGeom>
        </p:spPr>
        <p:txBody>
          <a:bodyPr spcFirstLastPara="1" wrap="square" lIns="0" tIns="0" rIns="0" bIns="0" anchor="t" anchorCtr="0">
            <a:normAutofit/>
          </a:bodyPr>
          <a:lstStyle>
            <a:lvl1pPr lvl="0" rtl="0">
              <a:spcBef>
                <a:spcPts val="0"/>
              </a:spcBef>
              <a:spcAft>
                <a:spcPts val="0"/>
              </a:spcAft>
              <a:buSzPts val="2400"/>
              <a:buNone/>
              <a:defRPr sz="24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pic>
        <p:nvPicPr>
          <p:cNvPr id="747" name="Google Shape;747;p55"/>
          <p:cNvPicPr preferRelativeResize="0"/>
          <p:nvPr/>
        </p:nvPicPr>
        <p:blipFill>
          <a:blip r:embed="rId2">
            <a:alphaModFix/>
          </a:blip>
          <a:stretch>
            <a:fillRect/>
          </a:stretch>
        </p:blipFill>
        <p:spPr>
          <a:xfrm>
            <a:off x="8544859" y="62003"/>
            <a:ext cx="599140" cy="599141"/>
          </a:xfrm>
          <a:prstGeom prst="rect">
            <a:avLst/>
          </a:prstGeom>
          <a:noFill/>
          <a:ln>
            <a:noFill/>
          </a:ln>
        </p:spPr>
      </p:pic>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matchingName="Title &amp; body - Simple 1">
  <p:cSld name="TITLE_AND_BODY_4">
    <p:spTree>
      <p:nvGrpSpPr>
        <p:cNvPr id="1" name="Shape 748"/>
        <p:cNvGrpSpPr/>
        <p:nvPr/>
      </p:nvGrpSpPr>
      <p:grpSpPr>
        <a:xfrm>
          <a:off x="0" y="0"/>
          <a:ext cx="0" cy="0"/>
          <a:chOff x="0" y="0"/>
          <a:chExt cx="0" cy="0"/>
        </a:xfrm>
      </p:grpSpPr>
      <p:sp>
        <p:nvSpPr>
          <p:cNvPr id="749" name="Google Shape;749;p56"/>
          <p:cNvSpPr txBox="1">
            <a:spLocks noGrp="1"/>
          </p:cNvSpPr>
          <p:nvPr>
            <p:ph type="title"/>
          </p:nvPr>
        </p:nvSpPr>
        <p:spPr>
          <a:xfrm>
            <a:off x="457200" y="114300"/>
            <a:ext cx="8229600" cy="903300"/>
          </a:xfrm>
          <a:prstGeom prst="rect">
            <a:avLst/>
          </a:prstGeom>
          <a:noFill/>
          <a:ln>
            <a:noFill/>
          </a:ln>
        </p:spPr>
        <p:txBody>
          <a:bodyPr spcFirstLastPara="1" wrap="square" lIns="0" tIns="0" rIns="0" bIns="0" anchor="t" anchorCtr="0">
            <a:normAutofit/>
          </a:bodyPr>
          <a:lstStyle>
            <a:lvl1pPr lvl="0" algn="l" rtl="0">
              <a:lnSpc>
                <a:spcPct val="100000"/>
              </a:lnSpc>
              <a:spcBef>
                <a:spcPts val="0"/>
              </a:spcBef>
              <a:spcAft>
                <a:spcPts val="0"/>
              </a:spcAft>
              <a:buSzPts val="3400"/>
              <a:buNone/>
              <a:defRPr/>
            </a:lvl1pPr>
            <a:lvl2pPr lvl="1" algn="l" rtl="0">
              <a:lnSpc>
                <a:spcPct val="100000"/>
              </a:lnSpc>
              <a:spcBef>
                <a:spcPts val="0"/>
              </a:spcBef>
              <a:spcAft>
                <a:spcPts val="0"/>
              </a:spcAft>
              <a:buSzPts val="2800"/>
              <a:buNone/>
              <a:defRPr/>
            </a:lvl2pPr>
            <a:lvl3pPr lvl="2" algn="l" rtl="0">
              <a:lnSpc>
                <a:spcPct val="100000"/>
              </a:lnSpc>
              <a:spcBef>
                <a:spcPts val="0"/>
              </a:spcBef>
              <a:spcAft>
                <a:spcPts val="0"/>
              </a:spcAft>
              <a:buSzPts val="2800"/>
              <a:buNone/>
              <a:defRPr/>
            </a:lvl3pPr>
            <a:lvl4pPr lvl="3" algn="l" rtl="0">
              <a:lnSpc>
                <a:spcPct val="100000"/>
              </a:lnSpc>
              <a:spcBef>
                <a:spcPts val="0"/>
              </a:spcBef>
              <a:spcAft>
                <a:spcPts val="0"/>
              </a:spcAft>
              <a:buSzPts val="2800"/>
              <a:buNone/>
              <a:defRPr/>
            </a:lvl4pPr>
            <a:lvl5pPr lvl="4" algn="l" rtl="0">
              <a:lnSpc>
                <a:spcPct val="100000"/>
              </a:lnSpc>
              <a:spcBef>
                <a:spcPts val="0"/>
              </a:spcBef>
              <a:spcAft>
                <a:spcPts val="0"/>
              </a:spcAft>
              <a:buSzPts val="2800"/>
              <a:buNone/>
              <a:defRPr/>
            </a:lvl5pPr>
            <a:lvl6pPr lvl="5" algn="l" rtl="0">
              <a:lnSpc>
                <a:spcPct val="100000"/>
              </a:lnSpc>
              <a:spcBef>
                <a:spcPts val="0"/>
              </a:spcBef>
              <a:spcAft>
                <a:spcPts val="0"/>
              </a:spcAft>
              <a:buSzPts val="2800"/>
              <a:buNone/>
              <a:defRPr/>
            </a:lvl6pPr>
            <a:lvl7pPr lvl="6" algn="l" rtl="0">
              <a:lnSpc>
                <a:spcPct val="100000"/>
              </a:lnSpc>
              <a:spcBef>
                <a:spcPts val="0"/>
              </a:spcBef>
              <a:spcAft>
                <a:spcPts val="0"/>
              </a:spcAft>
              <a:buSzPts val="2800"/>
              <a:buNone/>
              <a:defRPr/>
            </a:lvl7pPr>
            <a:lvl8pPr lvl="7" algn="l" rtl="0">
              <a:lnSpc>
                <a:spcPct val="100000"/>
              </a:lnSpc>
              <a:spcBef>
                <a:spcPts val="0"/>
              </a:spcBef>
              <a:spcAft>
                <a:spcPts val="0"/>
              </a:spcAft>
              <a:buSzPts val="2800"/>
              <a:buNone/>
              <a:defRPr/>
            </a:lvl8pPr>
            <a:lvl9pPr lvl="8" algn="l" rtl="0">
              <a:lnSpc>
                <a:spcPct val="100000"/>
              </a:lnSpc>
              <a:spcBef>
                <a:spcPts val="0"/>
              </a:spcBef>
              <a:spcAft>
                <a:spcPts val="0"/>
              </a:spcAft>
              <a:buSzPts val="2800"/>
              <a:buNone/>
              <a:defRPr/>
            </a:lvl9pPr>
          </a:lstStyle>
          <a:p>
            <a:endParaRPr/>
          </a:p>
        </p:txBody>
      </p:sp>
      <p:sp>
        <p:nvSpPr>
          <p:cNvPr id="750" name="Google Shape;750;p56"/>
          <p:cNvSpPr txBox="1">
            <a:spLocks noGrp="1"/>
          </p:cNvSpPr>
          <p:nvPr>
            <p:ph type="body" idx="1"/>
          </p:nvPr>
        </p:nvSpPr>
        <p:spPr>
          <a:xfrm>
            <a:off x="457200" y="1152475"/>
            <a:ext cx="8229600" cy="3416400"/>
          </a:xfrm>
          <a:prstGeom prst="rect">
            <a:avLst/>
          </a:prstGeom>
          <a:noFill/>
          <a:ln>
            <a:noFill/>
          </a:ln>
        </p:spPr>
        <p:txBody>
          <a:bodyPr spcFirstLastPara="1" wrap="square" lIns="0" tIns="0" rIns="0" bIns="0" anchor="t" anchorCtr="0">
            <a:normAutofit/>
          </a:bodyPr>
          <a:lstStyle>
            <a:lvl1pPr marL="457200" lvl="0" indent="-330200" algn="l" rtl="0">
              <a:lnSpc>
                <a:spcPct val="115000"/>
              </a:lnSpc>
              <a:spcBef>
                <a:spcPts val="0"/>
              </a:spcBef>
              <a:spcAft>
                <a:spcPts val="0"/>
              </a:spcAft>
              <a:buSzPts val="1600"/>
              <a:buChar char="■"/>
              <a:defRPr/>
            </a:lvl1pPr>
            <a:lvl2pPr marL="914400" lvl="1" indent="-317500" algn="l" rtl="0">
              <a:lnSpc>
                <a:spcPct val="115000"/>
              </a:lnSpc>
              <a:spcBef>
                <a:spcPts val="0"/>
              </a:spcBef>
              <a:spcAft>
                <a:spcPts val="0"/>
              </a:spcAft>
              <a:buSzPts val="1400"/>
              <a:buChar char="■"/>
              <a:defRPr/>
            </a:lvl2pPr>
            <a:lvl3pPr marL="1371600" lvl="2" indent="-317500" algn="l" rtl="0">
              <a:lnSpc>
                <a:spcPct val="115000"/>
              </a:lnSpc>
              <a:spcBef>
                <a:spcPts val="0"/>
              </a:spcBef>
              <a:spcAft>
                <a:spcPts val="0"/>
              </a:spcAft>
              <a:buSzPts val="1400"/>
              <a:buChar char="■"/>
              <a:defRPr/>
            </a:lvl3pPr>
            <a:lvl4pPr marL="1828800" lvl="3" indent="-317500" algn="l" rtl="0">
              <a:lnSpc>
                <a:spcPct val="115000"/>
              </a:lnSpc>
              <a:spcBef>
                <a:spcPts val="0"/>
              </a:spcBef>
              <a:spcAft>
                <a:spcPts val="0"/>
              </a:spcAft>
              <a:buSzPts val="1400"/>
              <a:buChar char="●"/>
              <a:defRPr/>
            </a:lvl4pPr>
            <a:lvl5pPr marL="2286000" lvl="4" indent="-317500" algn="l" rtl="0">
              <a:lnSpc>
                <a:spcPct val="115000"/>
              </a:lnSpc>
              <a:spcBef>
                <a:spcPts val="0"/>
              </a:spcBef>
              <a:spcAft>
                <a:spcPts val="0"/>
              </a:spcAft>
              <a:buSzPts val="1400"/>
              <a:buChar char="○"/>
              <a:defRPr/>
            </a:lvl5pPr>
            <a:lvl6pPr marL="2743200" lvl="5" indent="-317500" algn="l" rtl="0">
              <a:lnSpc>
                <a:spcPct val="115000"/>
              </a:lnSpc>
              <a:spcBef>
                <a:spcPts val="0"/>
              </a:spcBef>
              <a:spcAft>
                <a:spcPts val="0"/>
              </a:spcAft>
              <a:buSzPts val="1400"/>
              <a:buChar char="■"/>
              <a:defRPr/>
            </a:lvl6pPr>
            <a:lvl7pPr marL="3200400" lvl="6" indent="-317500" algn="l" rtl="0">
              <a:lnSpc>
                <a:spcPct val="115000"/>
              </a:lnSpc>
              <a:spcBef>
                <a:spcPts val="0"/>
              </a:spcBef>
              <a:spcAft>
                <a:spcPts val="0"/>
              </a:spcAft>
              <a:buSzPts val="1400"/>
              <a:buChar char="●"/>
              <a:defRPr/>
            </a:lvl7pPr>
            <a:lvl8pPr marL="3657600" lvl="7" indent="-317500" algn="l" rtl="0">
              <a:lnSpc>
                <a:spcPct val="115000"/>
              </a:lnSpc>
              <a:spcBef>
                <a:spcPts val="0"/>
              </a:spcBef>
              <a:spcAft>
                <a:spcPts val="0"/>
              </a:spcAft>
              <a:buSzPts val="1400"/>
              <a:buChar char="○"/>
              <a:defRPr/>
            </a:lvl8pPr>
            <a:lvl9pPr marL="4114800" lvl="8" indent="-317500" algn="l" rtl="0">
              <a:lnSpc>
                <a:spcPct val="115000"/>
              </a:lnSpc>
              <a:spcBef>
                <a:spcPts val="0"/>
              </a:spcBef>
              <a:spcAft>
                <a:spcPts val="0"/>
              </a:spcAft>
              <a:buSzPts val="1400"/>
              <a:buChar char="■"/>
              <a:defRPr/>
            </a:lvl9pPr>
          </a:lstStyle>
          <a:p>
            <a:endParaRPr/>
          </a:p>
        </p:txBody>
      </p:sp>
      <p:sp>
        <p:nvSpPr>
          <p:cNvPr id="751" name="Google Shape;751;p56"/>
          <p:cNvSpPr txBox="1">
            <a:spLocks noGrp="1"/>
          </p:cNvSpPr>
          <p:nvPr>
            <p:ph type="subTitle" idx="2"/>
          </p:nvPr>
        </p:nvSpPr>
        <p:spPr>
          <a:xfrm>
            <a:off x="467075" y="4814525"/>
            <a:ext cx="2326500" cy="206400"/>
          </a:xfrm>
          <a:prstGeom prst="rect">
            <a:avLst/>
          </a:prstGeom>
          <a:noFill/>
          <a:ln>
            <a:noFill/>
          </a:ln>
        </p:spPr>
        <p:txBody>
          <a:bodyPr spcFirstLastPara="1" wrap="square" lIns="0" tIns="0" rIns="0" bIns="0" anchor="b" anchorCtr="0">
            <a:normAutofit/>
          </a:bodyPr>
          <a:lstStyle>
            <a:lvl1pPr lvl="0" algn="l" rtl="0">
              <a:lnSpc>
                <a:spcPct val="115000"/>
              </a:lnSpc>
              <a:spcBef>
                <a:spcPts val="0"/>
              </a:spcBef>
              <a:spcAft>
                <a:spcPts val="0"/>
              </a:spcAft>
              <a:buClr>
                <a:schemeClr val="dk2"/>
              </a:buClr>
              <a:buSzPts val="700"/>
              <a:buNone/>
              <a:defRPr sz="700">
                <a:solidFill>
                  <a:schemeClr val="dk2"/>
                </a:solidFill>
              </a:defRPr>
            </a:lvl1pPr>
            <a:lvl2pPr lvl="1" algn="l" rtl="0">
              <a:lnSpc>
                <a:spcPct val="115000"/>
              </a:lnSpc>
              <a:spcBef>
                <a:spcPts val="0"/>
              </a:spcBef>
              <a:spcAft>
                <a:spcPts val="0"/>
              </a:spcAft>
              <a:buSzPts val="1400"/>
              <a:buNone/>
              <a:defRPr/>
            </a:lvl2pPr>
            <a:lvl3pPr lvl="2" algn="l" rtl="0">
              <a:lnSpc>
                <a:spcPct val="115000"/>
              </a:lnSpc>
              <a:spcBef>
                <a:spcPts val="0"/>
              </a:spcBef>
              <a:spcAft>
                <a:spcPts val="0"/>
              </a:spcAft>
              <a:buSzPts val="1400"/>
              <a:buNone/>
              <a:defRPr/>
            </a:lvl3pPr>
            <a:lvl4pPr lvl="3" algn="l" rtl="0">
              <a:lnSpc>
                <a:spcPct val="115000"/>
              </a:lnSpc>
              <a:spcBef>
                <a:spcPts val="0"/>
              </a:spcBef>
              <a:spcAft>
                <a:spcPts val="0"/>
              </a:spcAft>
              <a:buSzPts val="1400"/>
              <a:buNone/>
              <a:defRPr/>
            </a:lvl4pPr>
            <a:lvl5pPr lvl="4" algn="l" rtl="0">
              <a:lnSpc>
                <a:spcPct val="115000"/>
              </a:lnSpc>
              <a:spcBef>
                <a:spcPts val="0"/>
              </a:spcBef>
              <a:spcAft>
                <a:spcPts val="0"/>
              </a:spcAft>
              <a:buSzPts val="1400"/>
              <a:buNone/>
              <a:defRPr/>
            </a:lvl5pPr>
            <a:lvl6pPr lvl="5" algn="l" rtl="0">
              <a:lnSpc>
                <a:spcPct val="115000"/>
              </a:lnSpc>
              <a:spcBef>
                <a:spcPts val="0"/>
              </a:spcBef>
              <a:spcAft>
                <a:spcPts val="0"/>
              </a:spcAft>
              <a:buSzPts val="1400"/>
              <a:buNone/>
              <a:defRPr/>
            </a:lvl6pPr>
            <a:lvl7pPr lvl="6" algn="l" rtl="0">
              <a:lnSpc>
                <a:spcPct val="115000"/>
              </a:lnSpc>
              <a:spcBef>
                <a:spcPts val="0"/>
              </a:spcBef>
              <a:spcAft>
                <a:spcPts val="0"/>
              </a:spcAft>
              <a:buSzPts val="1400"/>
              <a:buNone/>
              <a:defRPr/>
            </a:lvl7pPr>
            <a:lvl8pPr lvl="7" algn="l" rtl="0">
              <a:lnSpc>
                <a:spcPct val="115000"/>
              </a:lnSpc>
              <a:spcBef>
                <a:spcPts val="0"/>
              </a:spcBef>
              <a:spcAft>
                <a:spcPts val="0"/>
              </a:spcAft>
              <a:buSzPts val="1400"/>
              <a:buNone/>
              <a:defRPr/>
            </a:lvl8pPr>
            <a:lvl9pPr lvl="8" algn="l" rtl="0">
              <a:lnSpc>
                <a:spcPct val="115000"/>
              </a:lnSpc>
              <a:spcBef>
                <a:spcPts val="0"/>
              </a:spcBef>
              <a:spcAft>
                <a:spcPts val="0"/>
              </a:spcAft>
              <a:buSzPts val="1400"/>
              <a:buNone/>
              <a:defRPr/>
            </a:lvl9pPr>
          </a:lstStyle>
          <a:p>
            <a:endParaRPr/>
          </a:p>
        </p:txBody>
      </p:sp>
      <p:pic>
        <p:nvPicPr>
          <p:cNvPr id="752" name="Google Shape;752;p56"/>
          <p:cNvPicPr preferRelativeResize="0"/>
          <p:nvPr/>
        </p:nvPicPr>
        <p:blipFill>
          <a:blip r:embed="rId2">
            <a:alphaModFix/>
          </a:blip>
          <a:stretch>
            <a:fillRect/>
          </a:stretch>
        </p:blipFill>
        <p:spPr>
          <a:xfrm>
            <a:off x="8565901" y="154374"/>
            <a:ext cx="424850" cy="428253"/>
          </a:xfrm>
          <a:prstGeom prst="rect">
            <a:avLst/>
          </a:prstGeom>
          <a:noFill/>
          <a:ln>
            <a:noFill/>
          </a:ln>
        </p:spPr>
      </p:pic>
    </p:spTree>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matchingName="Title only - Spacecraft 1">
  <p:cSld name="TITLE_ONLY_11">
    <p:spTree>
      <p:nvGrpSpPr>
        <p:cNvPr id="1" name="Shape 753"/>
        <p:cNvGrpSpPr/>
        <p:nvPr/>
      </p:nvGrpSpPr>
      <p:grpSpPr>
        <a:xfrm>
          <a:off x="0" y="0"/>
          <a:ext cx="0" cy="0"/>
          <a:chOff x="0" y="0"/>
          <a:chExt cx="0" cy="0"/>
        </a:xfrm>
      </p:grpSpPr>
      <p:sp>
        <p:nvSpPr>
          <p:cNvPr id="754" name="Google Shape;754;p57"/>
          <p:cNvSpPr txBox="1">
            <a:spLocks noGrp="1"/>
          </p:cNvSpPr>
          <p:nvPr>
            <p:ph type="title"/>
          </p:nvPr>
        </p:nvSpPr>
        <p:spPr>
          <a:xfrm>
            <a:off x="457200" y="114300"/>
            <a:ext cx="8229600" cy="903300"/>
          </a:xfrm>
          <a:prstGeom prst="rect">
            <a:avLst/>
          </a:prstGeom>
        </p:spPr>
        <p:txBody>
          <a:bodyPr spcFirstLastPara="1" wrap="square" lIns="0" tIns="0" rIns="0" bIns="0" anchor="t" anchorCtr="0">
            <a:normAutofit/>
          </a:bodyPr>
          <a:lstStyle>
            <a:lvl1pPr lvl="0" rtl="0">
              <a:spcBef>
                <a:spcPts val="0"/>
              </a:spcBef>
              <a:spcAft>
                <a:spcPts val="0"/>
              </a:spcAft>
              <a:buSzPts val="34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755" name="Google Shape;755;p57"/>
          <p:cNvSpPr txBox="1">
            <a:spLocks noGrp="1"/>
          </p:cNvSpPr>
          <p:nvPr>
            <p:ph type="subTitle" idx="1"/>
          </p:nvPr>
        </p:nvSpPr>
        <p:spPr>
          <a:xfrm>
            <a:off x="467075" y="4814525"/>
            <a:ext cx="2326500" cy="206400"/>
          </a:xfrm>
          <a:prstGeom prst="rect">
            <a:avLst/>
          </a:prstGeom>
        </p:spPr>
        <p:txBody>
          <a:bodyPr spcFirstLastPara="1" wrap="square" lIns="0" tIns="0" rIns="0" bIns="0" anchor="b" anchorCtr="0">
            <a:normAutofit/>
          </a:bodyPr>
          <a:lstStyle>
            <a:lvl1pPr lvl="0" rtl="0">
              <a:spcBef>
                <a:spcPts val="0"/>
              </a:spcBef>
              <a:spcAft>
                <a:spcPts val="0"/>
              </a:spcAft>
              <a:buClr>
                <a:schemeClr val="dk2"/>
              </a:buClr>
              <a:buSzPts val="700"/>
              <a:buNone/>
              <a:defRPr sz="700">
                <a:solidFill>
                  <a:schemeClr val="dk2"/>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matchingName="Title &amp; body - 2 Topic Black &amp; Teal">
  <p:cSld name="TITLE_AND_BODY_1_1_1_2_1">
    <p:bg>
      <p:bgPr>
        <a:solidFill>
          <a:schemeClr val="dk1"/>
        </a:solidFill>
        <a:effectLst/>
      </p:bgPr>
    </p:bg>
    <p:spTree>
      <p:nvGrpSpPr>
        <p:cNvPr id="1" name="Shape 756"/>
        <p:cNvGrpSpPr/>
        <p:nvPr/>
      </p:nvGrpSpPr>
      <p:grpSpPr>
        <a:xfrm>
          <a:off x="0" y="0"/>
          <a:ext cx="0" cy="0"/>
          <a:chOff x="0" y="0"/>
          <a:chExt cx="0" cy="0"/>
        </a:xfrm>
      </p:grpSpPr>
      <p:sp>
        <p:nvSpPr>
          <p:cNvPr id="757" name="Google Shape;757;p58"/>
          <p:cNvSpPr/>
          <p:nvPr/>
        </p:nvSpPr>
        <p:spPr>
          <a:xfrm>
            <a:off x="4961325" y="1304875"/>
            <a:ext cx="3436500" cy="3653100"/>
          </a:xfrm>
          <a:prstGeom prst="roundRect">
            <a:avLst>
              <a:gd name="adj" fmla="val 7490"/>
            </a:avLst>
          </a:prstGeom>
          <a:noFill/>
          <a:ln w="19050" cap="flat" cmpd="sng">
            <a:solidFill>
              <a:schemeClr val="accent3"/>
            </a:solidFill>
            <a:prstDash val="dash"/>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8" name="Google Shape;758;p58"/>
          <p:cNvSpPr/>
          <p:nvPr/>
        </p:nvSpPr>
        <p:spPr>
          <a:xfrm>
            <a:off x="1051825" y="1304875"/>
            <a:ext cx="3436500" cy="3653100"/>
          </a:xfrm>
          <a:prstGeom prst="roundRect">
            <a:avLst>
              <a:gd name="adj" fmla="val 7554"/>
            </a:avLst>
          </a:prstGeom>
          <a:noFill/>
          <a:ln w="19050" cap="flat" cmpd="sng">
            <a:solidFill>
              <a:schemeClr val="accent3"/>
            </a:solidFill>
            <a:prstDash val="dash"/>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9" name="Google Shape;759;p58"/>
          <p:cNvSpPr/>
          <p:nvPr/>
        </p:nvSpPr>
        <p:spPr>
          <a:xfrm>
            <a:off x="899425" y="1152475"/>
            <a:ext cx="3436500" cy="3653100"/>
          </a:xfrm>
          <a:prstGeom prst="roundRect">
            <a:avLst>
              <a:gd name="adj" fmla="val 7545"/>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0" name="Google Shape;760;p58"/>
          <p:cNvSpPr txBox="1">
            <a:spLocks noGrp="1"/>
          </p:cNvSpPr>
          <p:nvPr>
            <p:ph type="title"/>
          </p:nvPr>
        </p:nvSpPr>
        <p:spPr>
          <a:xfrm>
            <a:off x="457200" y="114300"/>
            <a:ext cx="8229600" cy="903300"/>
          </a:xfrm>
          <a:prstGeom prst="rect">
            <a:avLst/>
          </a:prstGeom>
        </p:spPr>
        <p:txBody>
          <a:bodyPr spcFirstLastPara="1" wrap="square" lIns="0" tIns="0" rIns="0" bIns="0" anchor="t" anchorCtr="0">
            <a:spAutoFit/>
          </a:bodyPr>
          <a:lstStyle>
            <a:lvl1pPr lvl="0" rtl="0">
              <a:spcBef>
                <a:spcPts val="0"/>
              </a:spcBef>
              <a:spcAft>
                <a:spcPts val="0"/>
              </a:spcAft>
              <a:buClr>
                <a:schemeClr val="lt2"/>
              </a:buClr>
              <a:buSzPts val="3400"/>
              <a:buNone/>
              <a:defRPr>
                <a:solidFill>
                  <a:schemeClr val="lt2"/>
                </a:solidFill>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761" name="Google Shape;761;p58"/>
          <p:cNvSpPr txBox="1">
            <a:spLocks noGrp="1"/>
          </p:cNvSpPr>
          <p:nvPr>
            <p:ph type="body" idx="1"/>
          </p:nvPr>
        </p:nvSpPr>
        <p:spPr>
          <a:xfrm>
            <a:off x="1157375" y="2902650"/>
            <a:ext cx="2920500" cy="1687200"/>
          </a:xfrm>
          <a:prstGeom prst="rect">
            <a:avLst/>
          </a:prstGeom>
        </p:spPr>
        <p:txBody>
          <a:bodyPr spcFirstLastPara="1" wrap="square" lIns="91425" tIns="91425" rIns="0" bIns="0" anchor="t" anchorCtr="0">
            <a:normAutofit/>
          </a:bodyPr>
          <a:lstStyle>
            <a:lvl1pPr marL="457200" lvl="0" indent="-330200" rtl="0">
              <a:spcBef>
                <a:spcPts val="0"/>
              </a:spcBef>
              <a:spcAft>
                <a:spcPts val="0"/>
              </a:spcAft>
              <a:buSzPts val="1600"/>
              <a:buChar char="■"/>
              <a:defRPr/>
            </a:lvl1pPr>
            <a:lvl2pPr marL="914400" lvl="1" indent="-317500" rtl="0">
              <a:spcBef>
                <a:spcPts val="0"/>
              </a:spcBef>
              <a:spcAft>
                <a:spcPts val="0"/>
              </a:spcAft>
              <a:buSzPts val="1400"/>
              <a:buChar char="■"/>
              <a:defRPr/>
            </a:lvl2pPr>
            <a:lvl3pPr marL="1371600" lvl="2" indent="-317500" rtl="0">
              <a:spcBef>
                <a:spcPts val="0"/>
              </a:spcBef>
              <a:spcAft>
                <a:spcPts val="0"/>
              </a:spcAft>
              <a:buSzPts val="1400"/>
              <a:buChar char="■"/>
              <a:defRPr/>
            </a:lvl3pPr>
            <a:lvl4pPr marL="1828800" lvl="3" indent="-317500" rtl="0">
              <a:spcBef>
                <a:spcPts val="0"/>
              </a:spcBef>
              <a:spcAft>
                <a:spcPts val="0"/>
              </a:spcAft>
              <a:buSzPts val="1400"/>
              <a:buChar char="●"/>
              <a:defRPr/>
            </a:lvl4pPr>
            <a:lvl5pPr marL="2286000" lvl="4" indent="-317500" rtl="0">
              <a:spcBef>
                <a:spcPts val="0"/>
              </a:spcBef>
              <a:spcAft>
                <a:spcPts val="0"/>
              </a:spcAft>
              <a:buSzPts val="1400"/>
              <a:buChar char="○"/>
              <a:defRPr/>
            </a:lvl5pPr>
            <a:lvl6pPr marL="2743200" lvl="5" indent="-317500" rtl="0">
              <a:spcBef>
                <a:spcPts val="0"/>
              </a:spcBef>
              <a:spcAft>
                <a:spcPts val="0"/>
              </a:spcAft>
              <a:buSzPts val="1400"/>
              <a:buChar char="■"/>
              <a:defRPr/>
            </a:lvl6pPr>
            <a:lvl7pPr marL="3200400" lvl="6" indent="-317500" rtl="0">
              <a:spcBef>
                <a:spcPts val="0"/>
              </a:spcBef>
              <a:spcAft>
                <a:spcPts val="0"/>
              </a:spcAft>
              <a:buSzPts val="1400"/>
              <a:buChar char="●"/>
              <a:defRPr/>
            </a:lvl7pPr>
            <a:lvl8pPr marL="3657600" lvl="7" indent="-317500" rtl="0">
              <a:spcBef>
                <a:spcPts val="0"/>
              </a:spcBef>
              <a:spcAft>
                <a:spcPts val="0"/>
              </a:spcAft>
              <a:buSzPts val="1400"/>
              <a:buChar char="○"/>
              <a:defRPr/>
            </a:lvl8pPr>
            <a:lvl9pPr marL="4114800" lvl="8" indent="-317500" rtl="0">
              <a:spcBef>
                <a:spcPts val="0"/>
              </a:spcBef>
              <a:spcAft>
                <a:spcPts val="0"/>
              </a:spcAft>
              <a:buSzPts val="1400"/>
              <a:buChar char="■"/>
              <a:defRPr/>
            </a:lvl9pPr>
          </a:lstStyle>
          <a:p>
            <a:endParaRPr/>
          </a:p>
        </p:txBody>
      </p:sp>
      <p:sp>
        <p:nvSpPr>
          <p:cNvPr id="762" name="Google Shape;762;p58"/>
          <p:cNvSpPr/>
          <p:nvPr/>
        </p:nvSpPr>
        <p:spPr>
          <a:xfrm>
            <a:off x="4808922" y="1152475"/>
            <a:ext cx="3436500" cy="3653100"/>
          </a:xfrm>
          <a:prstGeom prst="roundRect">
            <a:avLst>
              <a:gd name="adj" fmla="val 7482"/>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3" name="Google Shape;763;p58"/>
          <p:cNvSpPr txBox="1">
            <a:spLocks noGrp="1"/>
          </p:cNvSpPr>
          <p:nvPr>
            <p:ph type="body" idx="2"/>
          </p:nvPr>
        </p:nvSpPr>
        <p:spPr>
          <a:xfrm>
            <a:off x="5021125" y="2902650"/>
            <a:ext cx="3012000" cy="1687200"/>
          </a:xfrm>
          <a:prstGeom prst="rect">
            <a:avLst/>
          </a:prstGeom>
        </p:spPr>
        <p:txBody>
          <a:bodyPr spcFirstLastPara="1" wrap="square" lIns="91425" tIns="91425" rIns="0" bIns="0" anchor="t" anchorCtr="0">
            <a:normAutofit/>
          </a:bodyPr>
          <a:lstStyle>
            <a:lvl1pPr marL="457200" lvl="0" indent="-330200" rtl="0">
              <a:spcBef>
                <a:spcPts val="0"/>
              </a:spcBef>
              <a:spcAft>
                <a:spcPts val="0"/>
              </a:spcAft>
              <a:buSzPts val="1600"/>
              <a:buChar char="■"/>
              <a:defRPr/>
            </a:lvl1pPr>
            <a:lvl2pPr marL="914400" lvl="1" indent="-317500" rtl="0">
              <a:spcBef>
                <a:spcPts val="0"/>
              </a:spcBef>
              <a:spcAft>
                <a:spcPts val="0"/>
              </a:spcAft>
              <a:buSzPts val="1400"/>
              <a:buChar char="■"/>
              <a:defRPr/>
            </a:lvl2pPr>
            <a:lvl3pPr marL="1371600" lvl="2" indent="-317500" rtl="0">
              <a:spcBef>
                <a:spcPts val="0"/>
              </a:spcBef>
              <a:spcAft>
                <a:spcPts val="0"/>
              </a:spcAft>
              <a:buSzPts val="1400"/>
              <a:buChar char="■"/>
              <a:defRPr/>
            </a:lvl3pPr>
            <a:lvl4pPr marL="1828800" lvl="3" indent="-317500" rtl="0">
              <a:spcBef>
                <a:spcPts val="0"/>
              </a:spcBef>
              <a:spcAft>
                <a:spcPts val="0"/>
              </a:spcAft>
              <a:buSzPts val="1400"/>
              <a:buChar char="●"/>
              <a:defRPr/>
            </a:lvl4pPr>
            <a:lvl5pPr marL="2286000" lvl="4" indent="-317500" rtl="0">
              <a:spcBef>
                <a:spcPts val="0"/>
              </a:spcBef>
              <a:spcAft>
                <a:spcPts val="0"/>
              </a:spcAft>
              <a:buSzPts val="1400"/>
              <a:buChar char="○"/>
              <a:defRPr/>
            </a:lvl5pPr>
            <a:lvl6pPr marL="2743200" lvl="5" indent="-317500" rtl="0">
              <a:spcBef>
                <a:spcPts val="0"/>
              </a:spcBef>
              <a:spcAft>
                <a:spcPts val="0"/>
              </a:spcAft>
              <a:buSzPts val="1400"/>
              <a:buChar char="■"/>
              <a:defRPr/>
            </a:lvl6pPr>
            <a:lvl7pPr marL="3200400" lvl="6" indent="-317500" rtl="0">
              <a:spcBef>
                <a:spcPts val="0"/>
              </a:spcBef>
              <a:spcAft>
                <a:spcPts val="0"/>
              </a:spcAft>
              <a:buSzPts val="1400"/>
              <a:buChar char="●"/>
              <a:defRPr/>
            </a:lvl7pPr>
            <a:lvl8pPr marL="3657600" lvl="7" indent="-317500" rtl="0">
              <a:spcBef>
                <a:spcPts val="0"/>
              </a:spcBef>
              <a:spcAft>
                <a:spcPts val="0"/>
              </a:spcAft>
              <a:buSzPts val="1400"/>
              <a:buChar char="○"/>
              <a:defRPr/>
            </a:lvl8pPr>
            <a:lvl9pPr marL="4114800" lvl="8" indent="-317500" rtl="0">
              <a:spcBef>
                <a:spcPts val="0"/>
              </a:spcBef>
              <a:spcAft>
                <a:spcPts val="0"/>
              </a:spcAft>
              <a:buSzPts val="1400"/>
              <a:buChar char="■"/>
              <a:defRPr/>
            </a:lvl9pPr>
          </a:lstStyle>
          <a:p>
            <a:endParaRPr/>
          </a:p>
        </p:txBody>
      </p:sp>
      <p:sp>
        <p:nvSpPr>
          <p:cNvPr id="764" name="Google Shape;764;p58"/>
          <p:cNvSpPr>
            <a:spLocks noGrp="1"/>
          </p:cNvSpPr>
          <p:nvPr>
            <p:ph type="pic" idx="3"/>
          </p:nvPr>
        </p:nvSpPr>
        <p:spPr>
          <a:xfrm>
            <a:off x="2064875" y="1342750"/>
            <a:ext cx="1105500" cy="1020000"/>
          </a:xfrm>
          <a:prstGeom prst="roundRect">
            <a:avLst>
              <a:gd name="adj" fmla="val 16667"/>
            </a:avLst>
          </a:prstGeom>
          <a:noFill/>
          <a:ln>
            <a:noFill/>
          </a:ln>
        </p:spPr>
      </p:sp>
      <p:sp>
        <p:nvSpPr>
          <p:cNvPr id="765" name="Google Shape;765;p58"/>
          <p:cNvSpPr>
            <a:spLocks noGrp="1"/>
          </p:cNvSpPr>
          <p:nvPr>
            <p:ph type="pic" idx="4"/>
          </p:nvPr>
        </p:nvSpPr>
        <p:spPr>
          <a:xfrm>
            <a:off x="5974425" y="1342750"/>
            <a:ext cx="1105500" cy="1020000"/>
          </a:xfrm>
          <a:prstGeom prst="roundRect">
            <a:avLst>
              <a:gd name="adj" fmla="val 16667"/>
            </a:avLst>
          </a:prstGeom>
          <a:noFill/>
          <a:ln>
            <a:noFill/>
          </a:ln>
        </p:spPr>
      </p:sp>
      <p:sp>
        <p:nvSpPr>
          <p:cNvPr id="766" name="Google Shape;766;p58"/>
          <p:cNvSpPr txBox="1">
            <a:spLocks noGrp="1"/>
          </p:cNvSpPr>
          <p:nvPr>
            <p:ph type="subTitle" idx="5"/>
          </p:nvPr>
        </p:nvSpPr>
        <p:spPr>
          <a:xfrm>
            <a:off x="1157375" y="2515050"/>
            <a:ext cx="2920500" cy="311400"/>
          </a:xfrm>
          <a:prstGeom prst="rect">
            <a:avLst/>
          </a:prstGeom>
        </p:spPr>
        <p:txBody>
          <a:bodyPr spcFirstLastPara="1" wrap="square" lIns="0" tIns="0" rIns="0" bIns="0" anchor="t" anchorCtr="0">
            <a:normAutofit/>
          </a:bodyPr>
          <a:lstStyle>
            <a:lvl1pPr lvl="0" algn="ctr" rtl="0">
              <a:lnSpc>
                <a:spcPct val="100000"/>
              </a:lnSpc>
              <a:spcBef>
                <a:spcPts val="0"/>
              </a:spcBef>
              <a:spcAft>
                <a:spcPts val="0"/>
              </a:spcAft>
              <a:buClr>
                <a:schemeClr val="accent3"/>
              </a:buClr>
              <a:buSzPts val="1800"/>
              <a:buFont typeface="IBM Plex Sans Medium"/>
              <a:buNone/>
              <a:defRPr sz="1800">
                <a:solidFill>
                  <a:schemeClr val="accent3"/>
                </a:solidFill>
                <a:latin typeface="IBM Plex Sans Medium"/>
                <a:ea typeface="IBM Plex Sans Medium"/>
                <a:cs typeface="IBM Plex Sans Medium"/>
                <a:sym typeface="IBM Plex Sans Medium"/>
              </a:defRPr>
            </a:lvl1pPr>
            <a:lvl2pPr lvl="1" algn="ctr" rtl="0">
              <a:lnSpc>
                <a:spcPct val="100000"/>
              </a:lnSpc>
              <a:spcBef>
                <a:spcPts val="0"/>
              </a:spcBef>
              <a:spcAft>
                <a:spcPts val="0"/>
              </a:spcAft>
              <a:buClr>
                <a:schemeClr val="accent3"/>
              </a:buClr>
              <a:buSzPts val="1800"/>
              <a:buFont typeface="IBM Plex Sans Medium"/>
              <a:buNone/>
              <a:defRPr sz="1800">
                <a:solidFill>
                  <a:schemeClr val="accent3"/>
                </a:solidFill>
                <a:latin typeface="IBM Plex Sans Medium"/>
                <a:ea typeface="IBM Plex Sans Medium"/>
                <a:cs typeface="IBM Plex Sans Medium"/>
                <a:sym typeface="IBM Plex Sans Medium"/>
              </a:defRPr>
            </a:lvl2pPr>
            <a:lvl3pPr lvl="2" algn="ctr" rtl="0">
              <a:lnSpc>
                <a:spcPct val="100000"/>
              </a:lnSpc>
              <a:spcBef>
                <a:spcPts val="0"/>
              </a:spcBef>
              <a:spcAft>
                <a:spcPts val="0"/>
              </a:spcAft>
              <a:buClr>
                <a:schemeClr val="accent3"/>
              </a:buClr>
              <a:buSzPts val="1800"/>
              <a:buFont typeface="IBM Plex Sans Medium"/>
              <a:buNone/>
              <a:defRPr sz="1800">
                <a:solidFill>
                  <a:schemeClr val="accent3"/>
                </a:solidFill>
                <a:latin typeface="IBM Plex Sans Medium"/>
                <a:ea typeface="IBM Plex Sans Medium"/>
                <a:cs typeface="IBM Plex Sans Medium"/>
                <a:sym typeface="IBM Plex Sans Medium"/>
              </a:defRPr>
            </a:lvl3pPr>
            <a:lvl4pPr lvl="3" algn="ctr" rtl="0">
              <a:lnSpc>
                <a:spcPct val="100000"/>
              </a:lnSpc>
              <a:spcBef>
                <a:spcPts val="0"/>
              </a:spcBef>
              <a:spcAft>
                <a:spcPts val="0"/>
              </a:spcAft>
              <a:buClr>
                <a:schemeClr val="accent3"/>
              </a:buClr>
              <a:buSzPts val="1800"/>
              <a:buFont typeface="IBM Plex Sans Medium"/>
              <a:buNone/>
              <a:defRPr sz="1800">
                <a:solidFill>
                  <a:schemeClr val="accent3"/>
                </a:solidFill>
                <a:latin typeface="IBM Plex Sans Medium"/>
                <a:ea typeface="IBM Plex Sans Medium"/>
                <a:cs typeface="IBM Plex Sans Medium"/>
                <a:sym typeface="IBM Plex Sans Medium"/>
              </a:defRPr>
            </a:lvl4pPr>
            <a:lvl5pPr lvl="4" algn="ctr" rtl="0">
              <a:lnSpc>
                <a:spcPct val="100000"/>
              </a:lnSpc>
              <a:spcBef>
                <a:spcPts val="0"/>
              </a:spcBef>
              <a:spcAft>
                <a:spcPts val="0"/>
              </a:spcAft>
              <a:buClr>
                <a:schemeClr val="accent3"/>
              </a:buClr>
              <a:buSzPts val="1800"/>
              <a:buFont typeface="IBM Plex Sans Medium"/>
              <a:buNone/>
              <a:defRPr sz="1800">
                <a:solidFill>
                  <a:schemeClr val="accent3"/>
                </a:solidFill>
                <a:latin typeface="IBM Plex Sans Medium"/>
                <a:ea typeface="IBM Plex Sans Medium"/>
                <a:cs typeface="IBM Plex Sans Medium"/>
                <a:sym typeface="IBM Plex Sans Medium"/>
              </a:defRPr>
            </a:lvl5pPr>
            <a:lvl6pPr lvl="5" algn="ctr" rtl="0">
              <a:lnSpc>
                <a:spcPct val="100000"/>
              </a:lnSpc>
              <a:spcBef>
                <a:spcPts val="0"/>
              </a:spcBef>
              <a:spcAft>
                <a:spcPts val="0"/>
              </a:spcAft>
              <a:buClr>
                <a:schemeClr val="accent3"/>
              </a:buClr>
              <a:buSzPts val="1800"/>
              <a:buFont typeface="IBM Plex Sans Medium"/>
              <a:buNone/>
              <a:defRPr sz="1800">
                <a:solidFill>
                  <a:schemeClr val="accent3"/>
                </a:solidFill>
                <a:latin typeface="IBM Plex Sans Medium"/>
                <a:ea typeface="IBM Plex Sans Medium"/>
                <a:cs typeface="IBM Plex Sans Medium"/>
                <a:sym typeface="IBM Plex Sans Medium"/>
              </a:defRPr>
            </a:lvl6pPr>
            <a:lvl7pPr lvl="6" algn="ctr" rtl="0">
              <a:lnSpc>
                <a:spcPct val="100000"/>
              </a:lnSpc>
              <a:spcBef>
                <a:spcPts val="0"/>
              </a:spcBef>
              <a:spcAft>
                <a:spcPts val="0"/>
              </a:spcAft>
              <a:buClr>
                <a:schemeClr val="accent3"/>
              </a:buClr>
              <a:buSzPts val="1800"/>
              <a:buFont typeface="IBM Plex Sans Medium"/>
              <a:buNone/>
              <a:defRPr sz="1800">
                <a:solidFill>
                  <a:schemeClr val="accent3"/>
                </a:solidFill>
                <a:latin typeface="IBM Plex Sans Medium"/>
                <a:ea typeface="IBM Plex Sans Medium"/>
                <a:cs typeface="IBM Plex Sans Medium"/>
                <a:sym typeface="IBM Plex Sans Medium"/>
              </a:defRPr>
            </a:lvl7pPr>
            <a:lvl8pPr lvl="7" algn="ctr" rtl="0">
              <a:lnSpc>
                <a:spcPct val="100000"/>
              </a:lnSpc>
              <a:spcBef>
                <a:spcPts val="0"/>
              </a:spcBef>
              <a:spcAft>
                <a:spcPts val="0"/>
              </a:spcAft>
              <a:buClr>
                <a:schemeClr val="accent3"/>
              </a:buClr>
              <a:buSzPts val="1800"/>
              <a:buFont typeface="IBM Plex Sans Medium"/>
              <a:buNone/>
              <a:defRPr sz="1800">
                <a:solidFill>
                  <a:schemeClr val="accent3"/>
                </a:solidFill>
                <a:latin typeface="IBM Plex Sans Medium"/>
                <a:ea typeface="IBM Plex Sans Medium"/>
                <a:cs typeface="IBM Plex Sans Medium"/>
                <a:sym typeface="IBM Plex Sans Medium"/>
              </a:defRPr>
            </a:lvl8pPr>
            <a:lvl9pPr lvl="8" algn="ctr" rtl="0">
              <a:lnSpc>
                <a:spcPct val="100000"/>
              </a:lnSpc>
              <a:spcBef>
                <a:spcPts val="0"/>
              </a:spcBef>
              <a:spcAft>
                <a:spcPts val="0"/>
              </a:spcAft>
              <a:buClr>
                <a:schemeClr val="accent3"/>
              </a:buClr>
              <a:buSzPts val="1800"/>
              <a:buFont typeface="IBM Plex Sans Medium"/>
              <a:buNone/>
              <a:defRPr sz="1800">
                <a:solidFill>
                  <a:schemeClr val="accent3"/>
                </a:solidFill>
                <a:latin typeface="IBM Plex Sans Medium"/>
                <a:ea typeface="IBM Plex Sans Medium"/>
                <a:cs typeface="IBM Plex Sans Medium"/>
                <a:sym typeface="IBM Plex Sans Medium"/>
              </a:defRPr>
            </a:lvl9pPr>
          </a:lstStyle>
          <a:p>
            <a:endParaRPr/>
          </a:p>
        </p:txBody>
      </p:sp>
      <p:sp>
        <p:nvSpPr>
          <p:cNvPr id="767" name="Google Shape;767;p58"/>
          <p:cNvSpPr txBox="1">
            <a:spLocks noGrp="1"/>
          </p:cNvSpPr>
          <p:nvPr>
            <p:ph type="subTitle" idx="6"/>
          </p:nvPr>
        </p:nvSpPr>
        <p:spPr>
          <a:xfrm>
            <a:off x="5021132" y="2515050"/>
            <a:ext cx="2920500" cy="311400"/>
          </a:xfrm>
          <a:prstGeom prst="rect">
            <a:avLst/>
          </a:prstGeom>
        </p:spPr>
        <p:txBody>
          <a:bodyPr spcFirstLastPara="1" wrap="square" lIns="0" tIns="0" rIns="0" bIns="0" anchor="t" anchorCtr="0">
            <a:normAutofit/>
          </a:bodyPr>
          <a:lstStyle>
            <a:lvl1pPr lvl="0" algn="ctr" rtl="0">
              <a:lnSpc>
                <a:spcPct val="100000"/>
              </a:lnSpc>
              <a:spcBef>
                <a:spcPts val="0"/>
              </a:spcBef>
              <a:spcAft>
                <a:spcPts val="0"/>
              </a:spcAft>
              <a:buClr>
                <a:schemeClr val="accent3"/>
              </a:buClr>
              <a:buSzPts val="1800"/>
              <a:buFont typeface="IBM Plex Sans Medium"/>
              <a:buNone/>
              <a:defRPr sz="1800">
                <a:solidFill>
                  <a:schemeClr val="accent3"/>
                </a:solidFill>
                <a:latin typeface="IBM Plex Sans Medium"/>
                <a:ea typeface="IBM Plex Sans Medium"/>
                <a:cs typeface="IBM Plex Sans Medium"/>
                <a:sym typeface="IBM Plex Sans Medium"/>
              </a:defRPr>
            </a:lvl1pPr>
            <a:lvl2pPr lvl="1" algn="ctr" rtl="0">
              <a:lnSpc>
                <a:spcPct val="100000"/>
              </a:lnSpc>
              <a:spcBef>
                <a:spcPts val="0"/>
              </a:spcBef>
              <a:spcAft>
                <a:spcPts val="0"/>
              </a:spcAft>
              <a:buClr>
                <a:schemeClr val="accent3"/>
              </a:buClr>
              <a:buSzPts val="1800"/>
              <a:buFont typeface="IBM Plex Sans Medium"/>
              <a:buNone/>
              <a:defRPr sz="1800">
                <a:solidFill>
                  <a:schemeClr val="accent3"/>
                </a:solidFill>
                <a:latin typeface="IBM Plex Sans Medium"/>
                <a:ea typeface="IBM Plex Sans Medium"/>
                <a:cs typeface="IBM Plex Sans Medium"/>
                <a:sym typeface="IBM Plex Sans Medium"/>
              </a:defRPr>
            </a:lvl2pPr>
            <a:lvl3pPr lvl="2" algn="ctr" rtl="0">
              <a:lnSpc>
                <a:spcPct val="100000"/>
              </a:lnSpc>
              <a:spcBef>
                <a:spcPts val="0"/>
              </a:spcBef>
              <a:spcAft>
                <a:spcPts val="0"/>
              </a:spcAft>
              <a:buClr>
                <a:schemeClr val="accent3"/>
              </a:buClr>
              <a:buSzPts val="1800"/>
              <a:buFont typeface="IBM Plex Sans Medium"/>
              <a:buNone/>
              <a:defRPr sz="1800">
                <a:solidFill>
                  <a:schemeClr val="accent3"/>
                </a:solidFill>
                <a:latin typeface="IBM Plex Sans Medium"/>
                <a:ea typeface="IBM Plex Sans Medium"/>
                <a:cs typeface="IBM Plex Sans Medium"/>
                <a:sym typeface="IBM Plex Sans Medium"/>
              </a:defRPr>
            </a:lvl3pPr>
            <a:lvl4pPr lvl="3" algn="ctr" rtl="0">
              <a:lnSpc>
                <a:spcPct val="100000"/>
              </a:lnSpc>
              <a:spcBef>
                <a:spcPts val="0"/>
              </a:spcBef>
              <a:spcAft>
                <a:spcPts val="0"/>
              </a:spcAft>
              <a:buClr>
                <a:schemeClr val="accent3"/>
              </a:buClr>
              <a:buSzPts val="1800"/>
              <a:buFont typeface="IBM Plex Sans Medium"/>
              <a:buNone/>
              <a:defRPr sz="1800">
                <a:solidFill>
                  <a:schemeClr val="accent3"/>
                </a:solidFill>
                <a:latin typeface="IBM Plex Sans Medium"/>
                <a:ea typeface="IBM Plex Sans Medium"/>
                <a:cs typeface="IBM Plex Sans Medium"/>
                <a:sym typeface="IBM Plex Sans Medium"/>
              </a:defRPr>
            </a:lvl4pPr>
            <a:lvl5pPr lvl="4" algn="ctr" rtl="0">
              <a:lnSpc>
                <a:spcPct val="100000"/>
              </a:lnSpc>
              <a:spcBef>
                <a:spcPts val="0"/>
              </a:spcBef>
              <a:spcAft>
                <a:spcPts val="0"/>
              </a:spcAft>
              <a:buClr>
                <a:schemeClr val="accent3"/>
              </a:buClr>
              <a:buSzPts val="1800"/>
              <a:buFont typeface="IBM Plex Sans Medium"/>
              <a:buNone/>
              <a:defRPr sz="1800">
                <a:solidFill>
                  <a:schemeClr val="accent3"/>
                </a:solidFill>
                <a:latin typeface="IBM Plex Sans Medium"/>
                <a:ea typeface="IBM Plex Sans Medium"/>
                <a:cs typeface="IBM Plex Sans Medium"/>
                <a:sym typeface="IBM Plex Sans Medium"/>
              </a:defRPr>
            </a:lvl5pPr>
            <a:lvl6pPr lvl="5" algn="ctr" rtl="0">
              <a:lnSpc>
                <a:spcPct val="100000"/>
              </a:lnSpc>
              <a:spcBef>
                <a:spcPts val="0"/>
              </a:spcBef>
              <a:spcAft>
                <a:spcPts val="0"/>
              </a:spcAft>
              <a:buClr>
                <a:schemeClr val="accent3"/>
              </a:buClr>
              <a:buSzPts val="1800"/>
              <a:buFont typeface="IBM Plex Sans Medium"/>
              <a:buNone/>
              <a:defRPr sz="1800">
                <a:solidFill>
                  <a:schemeClr val="accent3"/>
                </a:solidFill>
                <a:latin typeface="IBM Plex Sans Medium"/>
                <a:ea typeface="IBM Plex Sans Medium"/>
                <a:cs typeface="IBM Plex Sans Medium"/>
                <a:sym typeface="IBM Plex Sans Medium"/>
              </a:defRPr>
            </a:lvl6pPr>
            <a:lvl7pPr lvl="6" algn="ctr" rtl="0">
              <a:lnSpc>
                <a:spcPct val="100000"/>
              </a:lnSpc>
              <a:spcBef>
                <a:spcPts val="0"/>
              </a:spcBef>
              <a:spcAft>
                <a:spcPts val="0"/>
              </a:spcAft>
              <a:buClr>
                <a:schemeClr val="accent3"/>
              </a:buClr>
              <a:buSzPts val="1800"/>
              <a:buFont typeface="IBM Plex Sans Medium"/>
              <a:buNone/>
              <a:defRPr sz="1800">
                <a:solidFill>
                  <a:schemeClr val="accent3"/>
                </a:solidFill>
                <a:latin typeface="IBM Plex Sans Medium"/>
                <a:ea typeface="IBM Plex Sans Medium"/>
                <a:cs typeface="IBM Plex Sans Medium"/>
                <a:sym typeface="IBM Plex Sans Medium"/>
              </a:defRPr>
            </a:lvl7pPr>
            <a:lvl8pPr lvl="7" algn="ctr" rtl="0">
              <a:lnSpc>
                <a:spcPct val="100000"/>
              </a:lnSpc>
              <a:spcBef>
                <a:spcPts val="0"/>
              </a:spcBef>
              <a:spcAft>
                <a:spcPts val="0"/>
              </a:spcAft>
              <a:buClr>
                <a:schemeClr val="accent3"/>
              </a:buClr>
              <a:buSzPts val="1800"/>
              <a:buFont typeface="IBM Plex Sans Medium"/>
              <a:buNone/>
              <a:defRPr sz="1800">
                <a:solidFill>
                  <a:schemeClr val="accent3"/>
                </a:solidFill>
                <a:latin typeface="IBM Plex Sans Medium"/>
                <a:ea typeface="IBM Plex Sans Medium"/>
                <a:cs typeface="IBM Plex Sans Medium"/>
                <a:sym typeface="IBM Plex Sans Medium"/>
              </a:defRPr>
            </a:lvl8pPr>
            <a:lvl9pPr lvl="8" algn="ctr" rtl="0">
              <a:lnSpc>
                <a:spcPct val="100000"/>
              </a:lnSpc>
              <a:spcBef>
                <a:spcPts val="0"/>
              </a:spcBef>
              <a:spcAft>
                <a:spcPts val="0"/>
              </a:spcAft>
              <a:buClr>
                <a:schemeClr val="accent3"/>
              </a:buClr>
              <a:buSzPts val="1800"/>
              <a:buFont typeface="IBM Plex Sans Medium"/>
              <a:buNone/>
              <a:defRPr sz="1800">
                <a:solidFill>
                  <a:schemeClr val="accent3"/>
                </a:solidFill>
                <a:latin typeface="IBM Plex Sans Medium"/>
                <a:ea typeface="IBM Plex Sans Medium"/>
                <a:cs typeface="IBM Plex Sans Medium"/>
                <a:sym typeface="IBM Plex Sans Medium"/>
              </a:defRPr>
            </a:lvl9pPr>
          </a:lstStyle>
          <a:p>
            <a:endParaRPr/>
          </a:p>
        </p:txBody>
      </p:sp>
      <p:pic>
        <p:nvPicPr>
          <p:cNvPr id="768" name="Google Shape;768;p58"/>
          <p:cNvPicPr preferRelativeResize="0"/>
          <p:nvPr/>
        </p:nvPicPr>
        <p:blipFill>
          <a:blip r:embed="rId2">
            <a:alphaModFix/>
          </a:blip>
          <a:stretch>
            <a:fillRect/>
          </a:stretch>
        </p:blipFill>
        <p:spPr>
          <a:xfrm>
            <a:off x="8565901" y="154375"/>
            <a:ext cx="424850" cy="428248"/>
          </a:xfrm>
          <a:prstGeom prst="rect">
            <a:avLst/>
          </a:prstGeom>
          <a:noFill/>
          <a:ln>
            <a:noFill/>
          </a:ln>
        </p:spPr>
      </p:pic>
    </p:spTree>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matchingName="Title &amp; body - 2 Topic Grey 1">
  <p:cSld name="TITLE_AND_BODY_1_1_1_1">
    <p:bg>
      <p:bgPr>
        <a:solidFill>
          <a:schemeClr val="dk2"/>
        </a:solidFill>
        <a:effectLst/>
      </p:bgPr>
    </p:bg>
    <p:spTree>
      <p:nvGrpSpPr>
        <p:cNvPr id="1" name="Shape 769"/>
        <p:cNvGrpSpPr/>
        <p:nvPr/>
      </p:nvGrpSpPr>
      <p:grpSpPr>
        <a:xfrm>
          <a:off x="0" y="0"/>
          <a:ext cx="0" cy="0"/>
          <a:chOff x="0" y="0"/>
          <a:chExt cx="0" cy="0"/>
        </a:xfrm>
      </p:grpSpPr>
      <p:sp>
        <p:nvSpPr>
          <p:cNvPr id="770" name="Google Shape;770;p59"/>
          <p:cNvSpPr/>
          <p:nvPr/>
        </p:nvSpPr>
        <p:spPr>
          <a:xfrm>
            <a:off x="4961325" y="1304875"/>
            <a:ext cx="3436500" cy="3653100"/>
          </a:xfrm>
          <a:prstGeom prst="roundRect">
            <a:avLst>
              <a:gd name="adj" fmla="val 7490"/>
            </a:avLst>
          </a:prstGeom>
          <a:noFill/>
          <a:ln w="19050" cap="flat" cmpd="sng">
            <a:solidFill>
              <a:schemeClr val="accent1"/>
            </a:solidFill>
            <a:prstDash val="dash"/>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1" name="Google Shape;771;p59"/>
          <p:cNvSpPr/>
          <p:nvPr/>
        </p:nvSpPr>
        <p:spPr>
          <a:xfrm>
            <a:off x="1051825" y="1304875"/>
            <a:ext cx="3436500" cy="3653100"/>
          </a:xfrm>
          <a:prstGeom prst="roundRect">
            <a:avLst>
              <a:gd name="adj" fmla="val 7554"/>
            </a:avLst>
          </a:prstGeom>
          <a:noFill/>
          <a:ln w="19050" cap="flat" cmpd="sng">
            <a:solidFill>
              <a:schemeClr val="accent1"/>
            </a:solidFill>
            <a:prstDash val="dash"/>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2" name="Google Shape;772;p59"/>
          <p:cNvSpPr/>
          <p:nvPr/>
        </p:nvSpPr>
        <p:spPr>
          <a:xfrm>
            <a:off x="899425" y="1152475"/>
            <a:ext cx="3436500" cy="3653100"/>
          </a:xfrm>
          <a:prstGeom prst="roundRect">
            <a:avLst>
              <a:gd name="adj" fmla="val 7545"/>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3" name="Google Shape;773;p59"/>
          <p:cNvSpPr txBox="1">
            <a:spLocks noGrp="1"/>
          </p:cNvSpPr>
          <p:nvPr>
            <p:ph type="title"/>
          </p:nvPr>
        </p:nvSpPr>
        <p:spPr>
          <a:xfrm>
            <a:off x="457200" y="114300"/>
            <a:ext cx="8229600" cy="903300"/>
          </a:xfrm>
          <a:prstGeom prst="rect">
            <a:avLst/>
          </a:prstGeom>
        </p:spPr>
        <p:txBody>
          <a:bodyPr spcFirstLastPara="1" wrap="square" lIns="0" tIns="0" rIns="0" bIns="0" anchor="t" anchorCtr="0">
            <a:normAutofit/>
          </a:bodyPr>
          <a:lstStyle>
            <a:lvl1pPr lvl="0" rtl="0">
              <a:spcBef>
                <a:spcPts val="0"/>
              </a:spcBef>
              <a:spcAft>
                <a:spcPts val="0"/>
              </a:spcAft>
              <a:buClr>
                <a:schemeClr val="lt2"/>
              </a:buClr>
              <a:buSzPts val="3400"/>
              <a:buNone/>
              <a:defRPr>
                <a:solidFill>
                  <a:schemeClr val="lt2"/>
                </a:solidFill>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774" name="Google Shape;774;p59"/>
          <p:cNvSpPr txBox="1">
            <a:spLocks noGrp="1"/>
          </p:cNvSpPr>
          <p:nvPr>
            <p:ph type="body" idx="1"/>
          </p:nvPr>
        </p:nvSpPr>
        <p:spPr>
          <a:xfrm>
            <a:off x="1157375" y="2902650"/>
            <a:ext cx="2920500" cy="1687200"/>
          </a:xfrm>
          <a:prstGeom prst="rect">
            <a:avLst/>
          </a:prstGeom>
        </p:spPr>
        <p:txBody>
          <a:bodyPr spcFirstLastPara="1" wrap="square" lIns="91425" tIns="91425" rIns="0" bIns="0" anchor="t" anchorCtr="0">
            <a:normAutofit/>
          </a:bodyPr>
          <a:lstStyle>
            <a:lvl1pPr marL="457200" lvl="0" indent="-330200" rtl="0">
              <a:spcBef>
                <a:spcPts val="0"/>
              </a:spcBef>
              <a:spcAft>
                <a:spcPts val="0"/>
              </a:spcAft>
              <a:buSzPts val="1600"/>
              <a:buChar char="■"/>
              <a:defRPr/>
            </a:lvl1pPr>
            <a:lvl2pPr marL="914400" lvl="1" indent="-317500" rtl="0">
              <a:spcBef>
                <a:spcPts val="0"/>
              </a:spcBef>
              <a:spcAft>
                <a:spcPts val="0"/>
              </a:spcAft>
              <a:buSzPts val="1400"/>
              <a:buChar char="■"/>
              <a:defRPr/>
            </a:lvl2pPr>
            <a:lvl3pPr marL="1371600" lvl="2" indent="-317500" rtl="0">
              <a:spcBef>
                <a:spcPts val="0"/>
              </a:spcBef>
              <a:spcAft>
                <a:spcPts val="0"/>
              </a:spcAft>
              <a:buSzPts val="1400"/>
              <a:buChar char="■"/>
              <a:defRPr/>
            </a:lvl3pPr>
            <a:lvl4pPr marL="1828800" lvl="3" indent="-317500" rtl="0">
              <a:spcBef>
                <a:spcPts val="0"/>
              </a:spcBef>
              <a:spcAft>
                <a:spcPts val="0"/>
              </a:spcAft>
              <a:buSzPts val="1400"/>
              <a:buChar char="●"/>
              <a:defRPr/>
            </a:lvl4pPr>
            <a:lvl5pPr marL="2286000" lvl="4" indent="-317500" rtl="0">
              <a:spcBef>
                <a:spcPts val="0"/>
              </a:spcBef>
              <a:spcAft>
                <a:spcPts val="0"/>
              </a:spcAft>
              <a:buSzPts val="1400"/>
              <a:buChar char="○"/>
              <a:defRPr/>
            </a:lvl5pPr>
            <a:lvl6pPr marL="2743200" lvl="5" indent="-317500" rtl="0">
              <a:spcBef>
                <a:spcPts val="0"/>
              </a:spcBef>
              <a:spcAft>
                <a:spcPts val="0"/>
              </a:spcAft>
              <a:buSzPts val="1400"/>
              <a:buChar char="■"/>
              <a:defRPr/>
            </a:lvl6pPr>
            <a:lvl7pPr marL="3200400" lvl="6" indent="-317500" rtl="0">
              <a:spcBef>
                <a:spcPts val="0"/>
              </a:spcBef>
              <a:spcAft>
                <a:spcPts val="0"/>
              </a:spcAft>
              <a:buSzPts val="1400"/>
              <a:buChar char="●"/>
              <a:defRPr/>
            </a:lvl7pPr>
            <a:lvl8pPr marL="3657600" lvl="7" indent="-317500" rtl="0">
              <a:spcBef>
                <a:spcPts val="0"/>
              </a:spcBef>
              <a:spcAft>
                <a:spcPts val="0"/>
              </a:spcAft>
              <a:buSzPts val="1400"/>
              <a:buChar char="○"/>
              <a:defRPr/>
            </a:lvl8pPr>
            <a:lvl9pPr marL="4114800" lvl="8" indent="-317500" rtl="0">
              <a:spcBef>
                <a:spcPts val="0"/>
              </a:spcBef>
              <a:spcAft>
                <a:spcPts val="0"/>
              </a:spcAft>
              <a:buSzPts val="1400"/>
              <a:buChar char="■"/>
              <a:defRPr/>
            </a:lvl9pPr>
          </a:lstStyle>
          <a:p>
            <a:endParaRPr/>
          </a:p>
        </p:txBody>
      </p:sp>
      <p:sp>
        <p:nvSpPr>
          <p:cNvPr id="775" name="Google Shape;775;p59"/>
          <p:cNvSpPr/>
          <p:nvPr/>
        </p:nvSpPr>
        <p:spPr>
          <a:xfrm>
            <a:off x="4808922" y="1152475"/>
            <a:ext cx="3436500" cy="3653100"/>
          </a:xfrm>
          <a:prstGeom prst="roundRect">
            <a:avLst>
              <a:gd name="adj" fmla="val 7482"/>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6" name="Google Shape;776;p59"/>
          <p:cNvSpPr txBox="1">
            <a:spLocks noGrp="1"/>
          </p:cNvSpPr>
          <p:nvPr>
            <p:ph type="body" idx="2"/>
          </p:nvPr>
        </p:nvSpPr>
        <p:spPr>
          <a:xfrm>
            <a:off x="5021125" y="2902650"/>
            <a:ext cx="3012000" cy="1687200"/>
          </a:xfrm>
          <a:prstGeom prst="rect">
            <a:avLst/>
          </a:prstGeom>
        </p:spPr>
        <p:txBody>
          <a:bodyPr spcFirstLastPara="1" wrap="square" lIns="91425" tIns="91425" rIns="0" bIns="0" anchor="t" anchorCtr="0">
            <a:normAutofit/>
          </a:bodyPr>
          <a:lstStyle>
            <a:lvl1pPr marL="457200" lvl="0" indent="-330200" rtl="0">
              <a:spcBef>
                <a:spcPts val="0"/>
              </a:spcBef>
              <a:spcAft>
                <a:spcPts val="0"/>
              </a:spcAft>
              <a:buSzPts val="1600"/>
              <a:buChar char="■"/>
              <a:defRPr/>
            </a:lvl1pPr>
            <a:lvl2pPr marL="914400" lvl="1" indent="-317500" rtl="0">
              <a:spcBef>
                <a:spcPts val="0"/>
              </a:spcBef>
              <a:spcAft>
                <a:spcPts val="0"/>
              </a:spcAft>
              <a:buSzPts val="1400"/>
              <a:buChar char="■"/>
              <a:defRPr/>
            </a:lvl2pPr>
            <a:lvl3pPr marL="1371600" lvl="2" indent="-317500" rtl="0">
              <a:spcBef>
                <a:spcPts val="0"/>
              </a:spcBef>
              <a:spcAft>
                <a:spcPts val="0"/>
              </a:spcAft>
              <a:buSzPts val="1400"/>
              <a:buChar char="■"/>
              <a:defRPr/>
            </a:lvl3pPr>
            <a:lvl4pPr marL="1828800" lvl="3" indent="-317500" rtl="0">
              <a:spcBef>
                <a:spcPts val="0"/>
              </a:spcBef>
              <a:spcAft>
                <a:spcPts val="0"/>
              </a:spcAft>
              <a:buSzPts val="1400"/>
              <a:buChar char="●"/>
              <a:defRPr/>
            </a:lvl4pPr>
            <a:lvl5pPr marL="2286000" lvl="4" indent="-317500" rtl="0">
              <a:spcBef>
                <a:spcPts val="0"/>
              </a:spcBef>
              <a:spcAft>
                <a:spcPts val="0"/>
              </a:spcAft>
              <a:buSzPts val="1400"/>
              <a:buChar char="○"/>
              <a:defRPr/>
            </a:lvl5pPr>
            <a:lvl6pPr marL="2743200" lvl="5" indent="-317500" rtl="0">
              <a:spcBef>
                <a:spcPts val="0"/>
              </a:spcBef>
              <a:spcAft>
                <a:spcPts val="0"/>
              </a:spcAft>
              <a:buSzPts val="1400"/>
              <a:buChar char="■"/>
              <a:defRPr/>
            </a:lvl6pPr>
            <a:lvl7pPr marL="3200400" lvl="6" indent="-317500" rtl="0">
              <a:spcBef>
                <a:spcPts val="0"/>
              </a:spcBef>
              <a:spcAft>
                <a:spcPts val="0"/>
              </a:spcAft>
              <a:buSzPts val="1400"/>
              <a:buChar char="●"/>
              <a:defRPr/>
            </a:lvl7pPr>
            <a:lvl8pPr marL="3657600" lvl="7" indent="-317500" rtl="0">
              <a:spcBef>
                <a:spcPts val="0"/>
              </a:spcBef>
              <a:spcAft>
                <a:spcPts val="0"/>
              </a:spcAft>
              <a:buSzPts val="1400"/>
              <a:buChar char="○"/>
              <a:defRPr/>
            </a:lvl8pPr>
            <a:lvl9pPr marL="4114800" lvl="8" indent="-317500" rtl="0">
              <a:spcBef>
                <a:spcPts val="0"/>
              </a:spcBef>
              <a:spcAft>
                <a:spcPts val="0"/>
              </a:spcAft>
              <a:buSzPts val="1400"/>
              <a:buChar char="■"/>
              <a:defRPr/>
            </a:lvl9pPr>
          </a:lstStyle>
          <a:p>
            <a:endParaRPr/>
          </a:p>
        </p:txBody>
      </p:sp>
      <p:sp>
        <p:nvSpPr>
          <p:cNvPr id="777" name="Google Shape;777;p59"/>
          <p:cNvSpPr>
            <a:spLocks noGrp="1"/>
          </p:cNvSpPr>
          <p:nvPr>
            <p:ph type="pic" idx="3"/>
          </p:nvPr>
        </p:nvSpPr>
        <p:spPr>
          <a:xfrm>
            <a:off x="2064875" y="1342750"/>
            <a:ext cx="1105500" cy="1020000"/>
          </a:xfrm>
          <a:prstGeom prst="roundRect">
            <a:avLst>
              <a:gd name="adj" fmla="val 16667"/>
            </a:avLst>
          </a:prstGeom>
          <a:noFill/>
          <a:ln>
            <a:noFill/>
          </a:ln>
        </p:spPr>
      </p:sp>
      <p:sp>
        <p:nvSpPr>
          <p:cNvPr id="778" name="Google Shape;778;p59"/>
          <p:cNvSpPr>
            <a:spLocks noGrp="1"/>
          </p:cNvSpPr>
          <p:nvPr>
            <p:ph type="pic" idx="4"/>
          </p:nvPr>
        </p:nvSpPr>
        <p:spPr>
          <a:xfrm>
            <a:off x="5974425" y="1342750"/>
            <a:ext cx="1105500" cy="1020000"/>
          </a:xfrm>
          <a:prstGeom prst="roundRect">
            <a:avLst>
              <a:gd name="adj" fmla="val 16667"/>
            </a:avLst>
          </a:prstGeom>
          <a:noFill/>
          <a:ln>
            <a:noFill/>
          </a:ln>
        </p:spPr>
      </p:sp>
      <p:sp>
        <p:nvSpPr>
          <p:cNvPr id="779" name="Google Shape;779;p59"/>
          <p:cNvSpPr txBox="1">
            <a:spLocks noGrp="1"/>
          </p:cNvSpPr>
          <p:nvPr>
            <p:ph type="subTitle" idx="5"/>
          </p:nvPr>
        </p:nvSpPr>
        <p:spPr>
          <a:xfrm>
            <a:off x="1157375" y="2515050"/>
            <a:ext cx="2920500" cy="311400"/>
          </a:xfrm>
          <a:prstGeom prst="rect">
            <a:avLst/>
          </a:prstGeom>
        </p:spPr>
        <p:txBody>
          <a:bodyPr spcFirstLastPara="1" wrap="square" lIns="0" tIns="0" rIns="0" bIns="0" anchor="t" anchorCtr="0">
            <a:normAutofit/>
          </a:bodyPr>
          <a:lstStyle>
            <a:lvl1pPr lvl="0" algn="ctr" rtl="0">
              <a:lnSpc>
                <a:spcPct val="100000"/>
              </a:lnSpc>
              <a:spcBef>
                <a:spcPts val="0"/>
              </a:spcBef>
              <a:spcAft>
                <a:spcPts val="0"/>
              </a:spcAft>
              <a:buClr>
                <a:schemeClr val="accent4"/>
              </a:buClr>
              <a:buSzPts val="1800"/>
              <a:buFont typeface="IBM Plex Sans Medium"/>
              <a:buNone/>
              <a:defRPr sz="1800">
                <a:solidFill>
                  <a:schemeClr val="accent4"/>
                </a:solidFill>
                <a:latin typeface="IBM Plex Sans Medium"/>
                <a:ea typeface="IBM Plex Sans Medium"/>
                <a:cs typeface="IBM Plex Sans Medium"/>
                <a:sym typeface="IBM Plex Sans Medium"/>
              </a:defRPr>
            </a:lvl1pPr>
            <a:lvl2pPr lvl="1" algn="ctr" rtl="0">
              <a:lnSpc>
                <a:spcPct val="100000"/>
              </a:lnSpc>
              <a:spcBef>
                <a:spcPts val="0"/>
              </a:spcBef>
              <a:spcAft>
                <a:spcPts val="0"/>
              </a:spcAft>
              <a:buClr>
                <a:schemeClr val="accent4"/>
              </a:buClr>
              <a:buSzPts val="1800"/>
              <a:buFont typeface="IBM Plex Sans Medium"/>
              <a:buNone/>
              <a:defRPr sz="1800">
                <a:solidFill>
                  <a:schemeClr val="accent4"/>
                </a:solidFill>
                <a:latin typeface="IBM Plex Sans Medium"/>
                <a:ea typeface="IBM Plex Sans Medium"/>
                <a:cs typeface="IBM Plex Sans Medium"/>
                <a:sym typeface="IBM Plex Sans Medium"/>
              </a:defRPr>
            </a:lvl2pPr>
            <a:lvl3pPr lvl="2" algn="ctr" rtl="0">
              <a:lnSpc>
                <a:spcPct val="100000"/>
              </a:lnSpc>
              <a:spcBef>
                <a:spcPts val="0"/>
              </a:spcBef>
              <a:spcAft>
                <a:spcPts val="0"/>
              </a:spcAft>
              <a:buClr>
                <a:schemeClr val="accent4"/>
              </a:buClr>
              <a:buSzPts val="1800"/>
              <a:buFont typeface="IBM Plex Sans Medium"/>
              <a:buNone/>
              <a:defRPr sz="1800">
                <a:solidFill>
                  <a:schemeClr val="accent4"/>
                </a:solidFill>
                <a:latin typeface="IBM Plex Sans Medium"/>
                <a:ea typeface="IBM Plex Sans Medium"/>
                <a:cs typeface="IBM Plex Sans Medium"/>
                <a:sym typeface="IBM Plex Sans Medium"/>
              </a:defRPr>
            </a:lvl3pPr>
            <a:lvl4pPr lvl="3" algn="ctr" rtl="0">
              <a:lnSpc>
                <a:spcPct val="100000"/>
              </a:lnSpc>
              <a:spcBef>
                <a:spcPts val="0"/>
              </a:spcBef>
              <a:spcAft>
                <a:spcPts val="0"/>
              </a:spcAft>
              <a:buClr>
                <a:schemeClr val="accent4"/>
              </a:buClr>
              <a:buSzPts val="1800"/>
              <a:buFont typeface="IBM Plex Sans Medium"/>
              <a:buNone/>
              <a:defRPr sz="1800">
                <a:solidFill>
                  <a:schemeClr val="accent4"/>
                </a:solidFill>
                <a:latin typeface="IBM Plex Sans Medium"/>
                <a:ea typeface="IBM Plex Sans Medium"/>
                <a:cs typeface="IBM Plex Sans Medium"/>
                <a:sym typeface="IBM Plex Sans Medium"/>
              </a:defRPr>
            </a:lvl4pPr>
            <a:lvl5pPr lvl="4" algn="ctr" rtl="0">
              <a:lnSpc>
                <a:spcPct val="100000"/>
              </a:lnSpc>
              <a:spcBef>
                <a:spcPts val="0"/>
              </a:spcBef>
              <a:spcAft>
                <a:spcPts val="0"/>
              </a:spcAft>
              <a:buClr>
                <a:schemeClr val="accent4"/>
              </a:buClr>
              <a:buSzPts val="1800"/>
              <a:buFont typeface="IBM Plex Sans Medium"/>
              <a:buNone/>
              <a:defRPr sz="1800">
                <a:solidFill>
                  <a:schemeClr val="accent4"/>
                </a:solidFill>
                <a:latin typeface="IBM Plex Sans Medium"/>
                <a:ea typeface="IBM Plex Sans Medium"/>
                <a:cs typeface="IBM Plex Sans Medium"/>
                <a:sym typeface="IBM Plex Sans Medium"/>
              </a:defRPr>
            </a:lvl5pPr>
            <a:lvl6pPr lvl="5" algn="ctr" rtl="0">
              <a:lnSpc>
                <a:spcPct val="100000"/>
              </a:lnSpc>
              <a:spcBef>
                <a:spcPts val="0"/>
              </a:spcBef>
              <a:spcAft>
                <a:spcPts val="0"/>
              </a:spcAft>
              <a:buClr>
                <a:schemeClr val="accent4"/>
              </a:buClr>
              <a:buSzPts val="1800"/>
              <a:buFont typeface="IBM Plex Sans Medium"/>
              <a:buNone/>
              <a:defRPr sz="1800">
                <a:solidFill>
                  <a:schemeClr val="accent4"/>
                </a:solidFill>
                <a:latin typeface="IBM Plex Sans Medium"/>
                <a:ea typeface="IBM Plex Sans Medium"/>
                <a:cs typeface="IBM Plex Sans Medium"/>
                <a:sym typeface="IBM Plex Sans Medium"/>
              </a:defRPr>
            </a:lvl6pPr>
            <a:lvl7pPr lvl="6" algn="ctr" rtl="0">
              <a:lnSpc>
                <a:spcPct val="100000"/>
              </a:lnSpc>
              <a:spcBef>
                <a:spcPts val="0"/>
              </a:spcBef>
              <a:spcAft>
                <a:spcPts val="0"/>
              </a:spcAft>
              <a:buClr>
                <a:schemeClr val="accent4"/>
              </a:buClr>
              <a:buSzPts val="1800"/>
              <a:buFont typeface="IBM Plex Sans Medium"/>
              <a:buNone/>
              <a:defRPr sz="1800">
                <a:solidFill>
                  <a:schemeClr val="accent4"/>
                </a:solidFill>
                <a:latin typeface="IBM Plex Sans Medium"/>
                <a:ea typeface="IBM Plex Sans Medium"/>
                <a:cs typeface="IBM Plex Sans Medium"/>
                <a:sym typeface="IBM Plex Sans Medium"/>
              </a:defRPr>
            </a:lvl7pPr>
            <a:lvl8pPr lvl="7" algn="ctr" rtl="0">
              <a:lnSpc>
                <a:spcPct val="100000"/>
              </a:lnSpc>
              <a:spcBef>
                <a:spcPts val="0"/>
              </a:spcBef>
              <a:spcAft>
                <a:spcPts val="0"/>
              </a:spcAft>
              <a:buClr>
                <a:schemeClr val="accent4"/>
              </a:buClr>
              <a:buSzPts val="1800"/>
              <a:buFont typeface="IBM Plex Sans Medium"/>
              <a:buNone/>
              <a:defRPr sz="1800">
                <a:solidFill>
                  <a:schemeClr val="accent4"/>
                </a:solidFill>
                <a:latin typeface="IBM Plex Sans Medium"/>
                <a:ea typeface="IBM Plex Sans Medium"/>
                <a:cs typeface="IBM Plex Sans Medium"/>
                <a:sym typeface="IBM Plex Sans Medium"/>
              </a:defRPr>
            </a:lvl8pPr>
            <a:lvl9pPr lvl="8" algn="ctr" rtl="0">
              <a:lnSpc>
                <a:spcPct val="100000"/>
              </a:lnSpc>
              <a:spcBef>
                <a:spcPts val="0"/>
              </a:spcBef>
              <a:spcAft>
                <a:spcPts val="0"/>
              </a:spcAft>
              <a:buClr>
                <a:schemeClr val="accent4"/>
              </a:buClr>
              <a:buSzPts val="1800"/>
              <a:buFont typeface="IBM Plex Sans Medium"/>
              <a:buNone/>
              <a:defRPr sz="1800">
                <a:solidFill>
                  <a:schemeClr val="accent4"/>
                </a:solidFill>
                <a:latin typeface="IBM Plex Sans Medium"/>
                <a:ea typeface="IBM Plex Sans Medium"/>
                <a:cs typeface="IBM Plex Sans Medium"/>
                <a:sym typeface="IBM Plex Sans Medium"/>
              </a:defRPr>
            </a:lvl9pPr>
          </a:lstStyle>
          <a:p>
            <a:endParaRPr/>
          </a:p>
        </p:txBody>
      </p:sp>
      <p:sp>
        <p:nvSpPr>
          <p:cNvPr id="780" name="Google Shape;780;p59"/>
          <p:cNvSpPr txBox="1">
            <a:spLocks noGrp="1"/>
          </p:cNvSpPr>
          <p:nvPr>
            <p:ph type="subTitle" idx="6"/>
          </p:nvPr>
        </p:nvSpPr>
        <p:spPr>
          <a:xfrm>
            <a:off x="5021132" y="2515050"/>
            <a:ext cx="2920500" cy="311400"/>
          </a:xfrm>
          <a:prstGeom prst="rect">
            <a:avLst/>
          </a:prstGeom>
        </p:spPr>
        <p:txBody>
          <a:bodyPr spcFirstLastPara="1" wrap="square" lIns="0" tIns="0" rIns="0" bIns="0" anchor="t" anchorCtr="0">
            <a:normAutofit/>
          </a:bodyPr>
          <a:lstStyle>
            <a:lvl1pPr lvl="0" algn="ctr" rtl="0">
              <a:lnSpc>
                <a:spcPct val="100000"/>
              </a:lnSpc>
              <a:spcBef>
                <a:spcPts val="0"/>
              </a:spcBef>
              <a:spcAft>
                <a:spcPts val="0"/>
              </a:spcAft>
              <a:buClr>
                <a:schemeClr val="accent4"/>
              </a:buClr>
              <a:buSzPts val="1800"/>
              <a:buFont typeface="IBM Plex Sans Medium"/>
              <a:buNone/>
              <a:defRPr sz="1800">
                <a:solidFill>
                  <a:schemeClr val="accent4"/>
                </a:solidFill>
                <a:latin typeface="IBM Plex Sans Medium"/>
                <a:ea typeface="IBM Plex Sans Medium"/>
                <a:cs typeface="IBM Plex Sans Medium"/>
                <a:sym typeface="IBM Plex Sans Medium"/>
              </a:defRPr>
            </a:lvl1pPr>
            <a:lvl2pPr lvl="1" algn="ctr" rtl="0">
              <a:lnSpc>
                <a:spcPct val="100000"/>
              </a:lnSpc>
              <a:spcBef>
                <a:spcPts val="0"/>
              </a:spcBef>
              <a:spcAft>
                <a:spcPts val="0"/>
              </a:spcAft>
              <a:buClr>
                <a:schemeClr val="accent4"/>
              </a:buClr>
              <a:buSzPts val="1800"/>
              <a:buFont typeface="IBM Plex Sans Medium"/>
              <a:buNone/>
              <a:defRPr sz="1800">
                <a:solidFill>
                  <a:schemeClr val="accent4"/>
                </a:solidFill>
                <a:latin typeface="IBM Plex Sans Medium"/>
                <a:ea typeface="IBM Plex Sans Medium"/>
                <a:cs typeface="IBM Plex Sans Medium"/>
                <a:sym typeface="IBM Plex Sans Medium"/>
              </a:defRPr>
            </a:lvl2pPr>
            <a:lvl3pPr lvl="2" algn="ctr" rtl="0">
              <a:lnSpc>
                <a:spcPct val="100000"/>
              </a:lnSpc>
              <a:spcBef>
                <a:spcPts val="0"/>
              </a:spcBef>
              <a:spcAft>
                <a:spcPts val="0"/>
              </a:spcAft>
              <a:buClr>
                <a:schemeClr val="accent4"/>
              </a:buClr>
              <a:buSzPts val="1800"/>
              <a:buFont typeface="IBM Plex Sans Medium"/>
              <a:buNone/>
              <a:defRPr sz="1800">
                <a:solidFill>
                  <a:schemeClr val="accent4"/>
                </a:solidFill>
                <a:latin typeface="IBM Plex Sans Medium"/>
                <a:ea typeface="IBM Plex Sans Medium"/>
                <a:cs typeface="IBM Plex Sans Medium"/>
                <a:sym typeface="IBM Plex Sans Medium"/>
              </a:defRPr>
            </a:lvl3pPr>
            <a:lvl4pPr lvl="3" algn="ctr" rtl="0">
              <a:lnSpc>
                <a:spcPct val="100000"/>
              </a:lnSpc>
              <a:spcBef>
                <a:spcPts val="0"/>
              </a:spcBef>
              <a:spcAft>
                <a:spcPts val="0"/>
              </a:spcAft>
              <a:buClr>
                <a:schemeClr val="accent4"/>
              </a:buClr>
              <a:buSzPts val="1800"/>
              <a:buFont typeface="IBM Plex Sans Medium"/>
              <a:buNone/>
              <a:defRPr sz="1800">
                <a:solidFill>
                  <a:schemeClr val="accent4"/>
                </a:solidFill>
                <a:latin typeface="IBM Plex Sans Medium"/>
                <a:ea typeface="IBM Plex Sans Medium"/>
                <a:cs typeface="IBM Plex Sans Medium"/>
                <a:sym typeface="IBM Plex Sans Medium"/>
              </a:defRPr>
            </a:lvl4pPr>
            <a:lvl5pPr lvl="4" algn="ctr" rtl="0">
              <a:lnSpc>
                <a:spcPct val="100000"/>
              </a:lnSpc>
              <a:spcBef>
                <a:spcPts val="0"/>
              </a:spcBef>
              <a:spcAft>
                <a:spcPts val="0"/>
              </a:spcAft>
              <a:buClr>
                <a:schemeClr val="accent4"/>
              </a:buClr>
              <a:buSzPts val="1800"/>
              <a:buFont typeface="IBM Plex Sans Medium"/>
              <a:buNone/>
              <a:defRPr sz="1800">
                <a:solidFill>
                  <a:schemeClr val="accent4"/>
                </a:solidFill>
                <a:latin typeface="IBM Plex Sans Medium"/>
                <a:ea typeface="IBM Plex Sans Medium"/>
                <a:cs typeface="IBM Plex Sans Medium"/>
                <a:sym typeface="IBM Plex Sans Medium"/>
              </a:defRPr>
            </a:lvl5pPr>
            <a:lvl6pPr lvl="5" algn="ctr" rtl="0">
              <a:lnSpc>
                <a:spcPct val="100000"/>
              </a:lnSpc>
              <a:spcBef>
                <a:spcPts val="0"/>
              </a:spcBef>
              <a:spcAft>
                <a:spcPts val="0"/>
              </a:spcAft>
              <a:buClr>
                <a:schemeClr val="accent4"/>
              </a:buClr>
              <a:buSzPts val="1800"/>
              <a:buFont typeface="IBM Plex Sans Medium"/>
              <a:buNone/>
              <a:defRPr sz="1800">
                <a:solidFill>
                  <a:schemeClr val="accent4"/>
                </a:solidFill>
                <a:latin typeface="IBM Plex Sans Medium"/>
                <a:ea typeface="IBM Plex Sans Medium"/>
                <a:cs typeface="IBM Plex Sans Medium"/>
                <a:sym typeface="IBM Plex Sans Medium"/>
              </a:defRPr>
            </a:lvl6pPr>
            <a:lvl7pPr lvl="6" algn="ctr" rtl="0">
              <a:lnSpc>
                <a:spcPct val="100000"/>
              </a:lnSpc>
              <a:spcBef>
                <a:spcPts val="0"/>
              </a:spcBef>
              <a:spcAft>
                <a:spcPts val="0"/>
              </a:spcAft>
              <a:buClr>
                <a:schemeClr val="accent4"/>
              </a:buClr>
              <a:buSzPts val="1800"/>
              <a:buFont typeface="IBM Plex Sans Medium"/>
              <a:buNone/>
              <a:defRPr sz="1800">
                <a:solidFill>
                  <a:schemeClr val="accent4"/>
                </a:solidFill>
                <a:latin typeface="IBM Plex Sans Medium"/>
                <a:ea typeface="IBM Plex Sans Medium"/>
                <a:cs typeface="IBM Plex Sans Medium"/>
                <a:sym typeface="IBM Plex Sans Medium"/>
              </a:defRPr>
            </a:lvl7pPr>
            <a:lvl8pPr lvl="7" algn="ctr" rtl="0">
              <a:lnSpc>
                <a:spcPct val="100000"/>
              </a:lnSpc>
              <a:spcBef>
                <a:spcPts val="0"/>
              </a:spcBef>
              <a:spcAft>
                <a:spcPts val="0"/>
              </a:spcAft>
              <a:buClr>
                <a:schemeClr val="accent4"/>
              </a:buClr>
              <a:buSzPts val="1800"/>
              <a:buFont typeface="IBM Plex Sans Medium"/>
              <a:buNone/>
              <a:defRPr sz="1800">
                <a:solidFill>
                  <a:schemeClr val="accent4"/>
                </a:solidFill>
                <a:latin typeface="IBM Plex Sans Medium"/>
                <a:ea typeface="IBM Plex Sans Medium"/>
                <a:cs typeface="IBM Plex Sans Medium"/>
                <a:sym typeface="IBM Plex Sans Medium"/>
              </a:defRPr>
            </a:lvl8pPr>
            <a:lvl9pPr lvl="8" algn="ctr" rtl="0">
              <a:lnSpc>
                <a:spcPct val="100000"/>
              </a:lnSpc>
              <a:spcBef>
                <a:spcPts val="0"/>
              </a:spcBef>
              <a:spcAft>
                <a:spcPts val="0"/>
              </a:spcAft>
              <a:buClr>
                <a:schemeClr val="accent4"/>
              </a:buClr>
              <a:buSzPts val="1800"/>
              <a:buFont typeface="IBM Plex Sans Medium"/>
              <a:buNone/>
              <a:defRPr sz="1800">
                <a:solidFill>
                  <a:schemeClr val="accent4"/>
                </a:solidFill>
                <a:latin typeface="IBM Plex Sans Medium"/>
                <a:ea typeface="IBM Plex Sans Medium"/>
                <a:cs typeface="IBM Plex Sans Medium"/>
                <a:sym typeface="IBM Plex Sans Medium"/>
              </a:defRPr>
            </a:lvl9pPr>
          </a:lstStyle>
          <a:p>
            <a:endParaRPr/>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matchingName="Blank - Black 2">
  <p:cSld name="TITLE_ONLY_1_2_5">
    <p:bg>
      <p:bgPr>
        <a:solidFill>
          <a:schemeClr val="dk1"/>
        </a:solidFill>
        <a:effectLst/>
      </p:bgPr>
    </p:bg>
    <p:spTree>
      <p:nvGrpSpPr>
        <p:cNvPr id="1" name="Shape 781"/>
        <p:cNvGrpSpPr/>
        <p:nvPr/>
      </p:nvGrpSpPr>
      <p:grpSpPr>
        <a:xfrm>
          <a:off x="0" y="0"/>
          <a:ext cx="0" cy="0"/>
          <a:chOff x="0" y="0"/>
          <a:chExt cx="0" cy="0"/>
        </a:xfrm>
      </p:grpSpPr>
      <p:sp>
        <p:nvSpPr>
          <p:cNvPr id="782" name="Google Shape;782;p60"/>
          <p:cNvSpPr txBox="1">
            <a:spLocks noGrp="1"/>
          </p:cNvSpPr>
          <p:nvPr>
            <p:ph type="subTitle" idx="1"/>
          </p:nvPr>
        </p:nvSpPr>
        <p:spPr>
          <a:xfrm>
            <a:off x="467075" y="4814525"/>
            <a:ext cx="2326500" cy="206400"/>
          </a:xfrm>
          <a:prstGeom prst="rect">
            <a:avLst/>
          </a:prstGeom>
        </p:spPr>
        <p:txBody>
          <a:bodyPr spcFirstLastPara="1" wrap="square" lIns="0" tIns="0" rIns="0" bIns="0" anchor="b" anchorCtr="0">
            <a:normAutofit/>
          </a:bodyPr>
          <a:lstStyle>
            <a:lvl1pPr lvl="0" rtl="0">
              <a:spcBef>
                <a:spcPts val="0"/>
              </a:spcBef>
              <a:spcAft>
                <a:spcPts val="0"/>
              </a:spcAft>
              <a:buClr>
                <a:schemeClr val="accent5"/>
              </a:buClr>
              <a:buSzPts val="700"/>
              <a:buNone/>
              <a:defRPr sz="700">
                <a:solidFill>
                  <a:schemeClr val="accent5"/>
                </a:solidFill>
              </a:defRPr>
            </a:lvl1pPr>
            <a:lvl2pPr lvl="1" rtl="0">
              <a:spcBef>
                <a:spcPts val="0"/>
              </a:spcBef>
              <a:spcAft>
                <a:spcPts val="0"/>
              </a:spcAft>
              <a:buClr>
                <a:schemeClr val="accent5"/>
              </a:buClr>
              <a:buSzPts val="1400"/>
              <a:buNone/>
              <a:defRPr>
                <a:solidFill>
                  <a:schemeClr val="accent5"/>
                </a:solidFill>
              </a:defRPr>
            </a:lvl2pPr>
            <a:lvl3pPr lvl="2" rtl="0">
              <a:spcBef>
                <a:spcPts val="0"/>
              </a:spcBef>
              <a:spcAft>
                <a:spcPts val="0"/>
              </a:spcAft>
              <a:buClr>
                <a:schemeClr val="accent5"/>
              </a:buClr>
              <a:buSzPts val="1400"/>
              <a:buNone/>
              <a:defRPr>
                <a:solidFill>
                  <a:schemeClr val="accent5"/>
                </a:solidFill>
              </a:defRPr>
            </a:lvl3pPr>
            <a:lvl4pPr lvl="3" rtl="0">
              <a:spcBef>
                <a:spcPts val="0"/>
              </a:spcBef>
              <a:spcAft>
                <a:spcPts val="0"/>
              </a:spcAft>
              <a:buClr>
                <a:schemeClr val="accent5"/>
              </a:buClr>
              <a:buSzPts val="1400"/>
              <a:buNone/>
              <a:defRPr>
                <a:solidFill>
                  <a:schemeClr val="accent5"/>
                </a:solidFill>
              </a:defRPr>
            </a:lvl4pPr>
            <a:lvl5pPr lvl="4" rtl="0">
              <a:spcBef>
                <a:spcPts val="0"/>
              </a:spcBef>
              <a:spcAft>
                <a:spcPts val="0"/>
              </a:spcAft>
              <a:buClr>
                <a:schemeClr val="accent5"/>
              </a:buClr>
              <a:buSzPts val="1400"/>
              <a:buNone/>
              <a:defRPr>
                <a:solidFill>
                  <a:schemeClr val="accent5"/>
                </a:solidFill>
              </a:defRPr>
            </a:lvl5pPr>
            <a:lvl6pPr lvl="5" rtl="0">
              <a:spcBef>
                <a:spcPts val="0"/>
              </a:spcBef>
              <a:spcAft>
                <a:spcPts val="0"/>
              </a:spcAft>
              <a:buClr>
                <a:schemeClr val="accent5"/>
              </a:buClr>
              <a:buSzPts val="1400"/>
              <a:buNone/>
              <a:defRPr>
                <a:solidFill>
                  <a:schemeClr val="accent5"/>
                </a:solidFill>
              </a:defRPr>
            </a:lvl6pPr>
            <a:lvl7pPr lvl="6" rtl="0">
              <a:spcBef>
                <a:spcPts val="0"/>
              </a:spcBef>
              <a:spcAft>
                <a:spcPts val="0"/>
              </a:spcAft>
              <a:buClr>
                <a:schemeClr val="accent5"/>
              </a:buClr>
              <a:buSzPts val="1400"/>
              <a:buNone/>
              <a:defRPr>
                <a:solidFill>
                  <a:schemeClr val="accent5"/>
                </a:solidFill>
              </a:defRPr>
            </a:lvl7pPr>
            <a:lvl8pPr lvl="7" rtl="0">
              <a:spcBef>
                <a:spcPts val="0"/>
              </a:spcBef>
              <a:spcAft>
                <a:spcPts val="0"/>
              </a:spcAft>
              <a:buClr>
                <a:schemeClr val="accent5"/>
              </a:buClr>
              <a:buSzPts val="1400"/>
              <a:buNone/>
              <a:defRPr>
                <a:solidFill>
                  <a:schemeClr val="accent5"/>
                </a:solidFill>
              </a:defRPr>
            </a:lvl8pPr>
            <a:lvl9pPr lvl="8" rtl="0">
              <a:spcBef>
                <a:spcPts val="0"/>
              </a:spcBef>
              <a:spcAft>
                <a:spcPts val="0"/>
              </a:spcAft>
              <a:buClr>
                <a:schemeClr val="accent5"/>
              </a:buClr>
              <a:buSzPts val="1400"/>
              <a:buNone/>
              <a:defRPr>
                <a:solidFill>
                  <a:schemeClr val="accent5"/>
                </a:solidFill>
              </a:defRPr>
            </a:lvl9pPr>
          </a:lstStyle>
          <a:p>
            <a:endParaRPr/>
          </a:p>
        </p:txBody>
      </p:sp>
      <p:pic>
        <p:nvPicPr>
          <p:cNvPr id="783" name="Google Shape;783;p60"/>
          <p:cNvPicPr preferRelativeResize="0"/>
          <p:nvPr/>
        </p:nvPicPr>
        <p:blipFill>
          <a:blip r:embed="rId2">
            <a:alphaModFix/>
          </a:blip>
          <a:stretch>
            <a:fillRect/>
          </a:stretch>
        </p:blipFill>
        <p:spPr>
          <a:xfrm>
            <a:off x="8565901" y="154375"/>
            <a:ext cx="424850" cy="428248"/>
          </a:xfrm>
          <a:prstGeom prst="rect">
            <a:avLst/>
          </a:prstGeom>
          <a:noFill/>
          <a:ln>
            <a:noFill/>
          </a:ln>
        </p:spPr>
      </p:pic>
    </p:spTree>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matchingName="Vision Slide - AI">
  <p:cSld name="TITLE_ONLY_7_3_1">
    <p:bg>
      <p:bgPr>
        <a:solidFill>
          <a:schemeClr val="dk1"/>
        </a:solidFill>
        <a:effectLst/>
      </p:bgPr>
    </p:bg>
    <p:spTree>
      <p:nvGrpSpPr>
        <p:cNvPr id="1" name="Shape 784"/>
        <p:cNvGrpSpPr/>
        <p:nvPr/>
      </p:nvGrpSpPr>
      <p:grpSpPr>
        <a:xfrm>
          <a:off x="0" y="0"/>
          <a:ext cx="0" cy="0"/>
          <a:chOff x="0" y="0"/>
          <a:chExt cx="0" cy="0"/>
        </a:xfrm>
      </p:grpSpPr>
      <p:sp>
        <p:nvSpPr>
          <p:cNvPr id="785" name="Google Shape;785;p61"/>
          <p:cNvSpPr/>
          <p:nvPr/>
        </p:nvSpPr>
        <p:spPr>
          <a:xfrm>
            <a:off x="5218738" y="2431300"/>
            <a:ext cx="4176600" cy="1023900"/>
          </a:xfrm>
          <a:prstGeom prst="roundRect">
            <a:avLst>
              <a:gd name="adj" fmla="val 24562"/>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6" name="Google Shape;786;p61"/>
          <p:cNvSpPr/>
          <p:nvPr/>
        </p:nvSpPr>
        <p:spPr>
          <a:xfrm>
            <a:off x="5218738" y="3772475"/>
            <a:ext cx="4176600" cy="1023900"/>
          </a:xfrm>
          <a:prstGeom prst="roundRect">
            <a:avLst>
              <a:gd name="adj" fmla="val 24562"/>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7" name="Google Shape;787;p61"/>
          <p:cNvSpPr txBox="1">
            <a:spLocks noGrp="1"/>
          </p:cNvSpPr>
          <p:nvPr>
            <p:ph type="title"/>
          </p:nvPr>
        </p:nvSpPr>
        <p:spPr>
          <a:xfrm>
            <a:off x="457200" y="114300"/>
            <a:ext cx="8229600" cy="903300"/>
          </a:xfrm>
          <a:prstGeom prst="rect">
            <a:avLst/>
          </a:prstGeom>
        </p:spPr>
        <p:txBody>
          <a:bodyPr spcFirstLastPara="1" wrap="square" lIns="0" tIns="0" rIns="0" bIns="0" anchor="t" anchorCtr="0">
            <a:normAutofit/>
          </a:bodyPr>
          <a:lstStyle>
            <a:lvl1pPr lvl="0" rtl="0">
              <a:spcBef>
                <a:spcPts val="0"/>
              </a:spcBef>
              <a:spcAft>
                <a:spcPts val="0"/>
              </a:spcAft>
              <a:buClr>
                <a:schemeClr val="lt1"/>
              </a:buClr>
              <a:buSzPts val="3400"/>
              <a:buNone/>
              <a:defRPr>
                <a:solidFill>
                  <a:schemeClr val="lt1"/>
                </a:solidFill>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788" name="Google Shape;788;p61"/>
          <p:cNvSpPr txBox="1">
            <a:spLocks noGrp="1"/>
          </p:cNvSpPr>
          <p:nvPr>
            <p:ph type="subTitle" idx="1"/>
          </p:nvPr>
        </p:nvSpPr>
        <p:spPr>
          <a:xfrm>
            <a:off x="476075" y="1158725"/>
            <a:ext cx="3862500" cy="441600"/>
          </a:xfrm>
          <a:prstGeom prst="rect">
            <a:avLst/>
          </a:prstGeom>
        </p:spPr>
        <p:txBody>
          <a:bodyPr spcFirstLastPara="1" wrap="square" lIns="0" tIns="0" rIns="0" bIns="0" anchor="t" anchorCtr="0">
            <a:normAutofit/>
          </a:bodyPr>
          <a:lstStyle>
            <a:lvl1pPr lvl="0" rtl="0">
              <a:lnSpc>
                <a:spcPct val="100000"/>
              </a:lnSpc>
              <a:spcBef>
                <a:spcPts val="0"/>
              </a:spcBef>
              <a:spcAft>
                <a:spcPts val="0"/>
              </a:spcAft>
              <a:buClr>
                <a:schemeClr val="accent3"/>
              </a:buClr>
              <a:buSzPts val="2000"/>
              <a:buFont typeface="IBM Plex Sans Medium"/>
              <a:buNone/>
              <a:defRPr sz="2000">
                <a:solidFill>
                  <a:schemeClr val="accent3"/>
                </a:solidFill>
                <a:latin typeface="IBM Plex Sans Medium"/>
                <a:ea typeface="IBM Plex Sans Medium"/>
                <a:cs typeface="IBM Plex Sans Medium"/>
                <a:sym typeface="IBM Plex Sans Medium"/>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789" name="Google Shape;789;p61"/>
          <p:cNvSpPr txBox="1">
            <a:spLocks noGrp="1"/>
          </p:cNvSpPr>
          <p:nvPr>
            <p:ph type="body" idx="2"/>
          </p:nvPr>
        </p:nvSpPr>
        <p:spPr>
          <a:xfrm>
            <a:off x="476075" y="1724600"/>
            <a:ext cx="3862500" cy="3090000"/>
          </a:xfrm>
          <a:prstGeom prst="rect">
            <a:avLst/>
          </a:prstGeom>
        </p:spPr>
        <p:txBody>
          <a:bodyPr spcFirstLastPara="1" wrap="square" lIns="0" tIns="0" rIns="0" bIns="0" anchor="t" anchorCtr="0">
            <a:normAutofit/>
          </a:bodyPr>
          <a:lstStyle>
            <a:lvl1pPr marL="457200" lvl="0" indent="-330200" rtl="0">
              <a:spcBef>
                <a:spcPts val="0"/>
              </a:spcBef>
              <a:spcAft>
                <a:spcPts val="0"/>
              </a:spcAft>
              <a:buClr>
                <a:schemeClr val="lt1"/>
              </a:buClr>
              <a:buSzPts val="1600"/>
              <a:buChar char="■"/>
              <a:defRPr>
                <a:solidFill>
                  <a:schemeClr val="lt1"/>
                </a:solidFill>
              </a:defRPr>
            </a:lvl1pPr>
            <a:lvl2pPr marL="914400" lvl="1" indent="-317500" rtl="0">
              <a:spcBef>
                <a:spcPts val="0"/>
              </a:spcBef>
              <a:spcAft>
                <a:spcPts val="0"/>
              </a:spcAft>
              <a:buClr>
                <a:schemeClr val="lt1"/>
              </a:buClr>
              <a:buSzPts val="1400"/>
              <a:buChar char="■"/>
              <a:defRPr>
                <a:solidFill>
                  <a:schemeClr val="lt1"/>
                </a:solidFill>
              </a:defRPr>
            </a:lvl2pPr>
            <a:lvl3pPr marL="1371600" lvl="2" indent="-317500" rtl="0">
              <a:spcBef>
                <a:spcPts val="0"/>
              </a:spcBef>
              <a:spcAft>
                <a:spcPts val="0"/>
              </a:spcAft>
              <a:buClr>
                <a:schemeClr val="lt1"/>
              </a:buClr>
              <a:buSzPts val="1400"/>
              <a:buChar char="■"/>
              <a:defRPr>
                <a:solidFill>
                  <a:schemeClr val="lt1"/>
                </a:solidFill>
              </a:defRPr>
            </a:lvl3pPr>
            <a:lvl4pPr marL="1828800" lvl="3" indent="-317500" rtl="0">
              <a:spcBef>
                <a:spcPts val="0"/>
              </a:spcBef>
              <a:spcAft>
                <a:spcPts val="0"/>
              </a:spcAft>
              <a:buClr>
                <a:schemeClr val="lt1"/>
              </a:buClr>
              <a:buSzPts val="1400"/>
              <a:buChar char="●"/>
              <a:defRPr>
                <a:solidFill>
                  <a:schemeClr val="lt1"/>
                </a:solidFill>
              </a:defRPr>
            </a:lvl4pPr>
            <a:lvl5pPr marL="2286000" lvl="4" indent="-317500" rtl="0">
              <a:spcBef>
                <a:spcPts val="0"/>
              </a:spcBef>
              <a:spcAft>
                <a:spcPts val="0"/>
              </a:spcAft>
              <a:buClr>
                <a:schemeClr val="lt1"/>
              </a:buClr>
              <a:buSzPts val="1400"/>
              <a:buChar char="○"/>
              <a:defRPr>
                <a:solidFill>
                  <a:schemeClr val="lt1"/>
                </a:solidFill>
              </a:defRPr>
            </a:lvl5pPr>
            <a:lvl6pPr marL="2743200" lvl="5" indent="-317500" rtl="0">
              <a:spcBef>
                <a:spcPts val="0"/>
              </a:spcBef>
              <a:spcAft>
                <a:spcPts val="0"/>
              </a:spcAft>
              <a:buClr>
                <a:schemeClr val="lt1"/>
              </a:buClr>
              <a:buSzPts val="1400"/>
              <a:buChar char="■"/>
              <a:defRPr>
                <a:solidFill>
                  <a:schemeClr val="lt1"/>
                </a:solidFill>
              </a:defRPr>
            </a:lvl6pPr>
            <a:lvl7pPr marL="3200400" lvl="6" indent="-317500" rtl="0">
              <a:spcBef>
                <a:spcPts val="0"/>
              </a:spcBef>
              <a:spcAft>
                <a:spcPts val="0"/>
              </a:spcAft>
              <a:buClr>
                <a:schemeClr val="lt1"/>
              </a:buClr>
              <a:buSzPts val="1400"/>
              <a:buChar char="●"/>
              <a:defRPr>
                <a:solidFill>
                  <a:schemeClr val="lt1"/>
                </a:solidFill>
              </a:defRPr>
            </a:lvl7pPr>
            <a:lvl8pPr marL="3657600" lvl="7" indent="-317500" rtl="0">
              <a:spcBef>
                <a:spcPts val="0"/>
              </a:spcBef>
              <a:spcAft>
                <a:spcPts val="0"/>
              </a:spcAft>
              <a:buClr>
                <a:schemeClr val="lt1"/>
              </a:buClr>
              <a:buSzPts val="1400"/>
              <a:buChar char="○"/>
              <a:defRPr>
                <a:solidFill>
                  <a:schemeClr val="lt1"/>
                </a:solidFill>
              </a:defRPr>
            </a:lvl8pPr>
            <a:lvl9pPr marL="4114800" lvl="8" indent="-317500" rtl="0">
              <a:spcBef>
                <a:spcPts val="0"/>
              </a:spcBef>
              <a:spcAft>
                <a:spcPts val="0"/>
              </a:spcAft>
              <a:buClr>
                <a:schemeClr val="lt1"/>
              </a:buClr>
              <a:buSzPts val="1400"/>
              <a:buChar char="■"/>
              <a:defRPr>
                <a:solidFill>
                  <a:schemeClr val="lt1"/>
                </a:solidFill>
              </a:defRPr>
            </a:lvl9pPr>
          </a:lstStyle>
          <a:p>
            <a:endParaRPr/>
          </a:p>
        </p:txBody>
      </p:sp>
      <p:sp>
        <p:nvSpPr>
          <p:cNvPr id="790" name="Google Shape;790;p61"/>
          <p:cNvSpPr/>
          <p:nvPr/>
        </p:nvSpPr>
        <p:spPr>
          <a:xfrm>
            <a:off x="5218738" y="1176675"/>
            <a:ext cx="4176600" cy="1023900"/>
          </a:xfrm>
          <a:prstGeom prst="roundRect">
            <a:avLst>
              <a:gd name="adj" fmla="val 24562"/>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1" name="Google Shape;791;p61"/>
          <p:cNvSpPr/>
          <p:nvPr/>
        </p:nvSpPr>
        <p:spPr>
          <a:xfrm>
            <a:off x="4853798" y="1268027"/>
            <a:ext cx="758400" cy="758400"/>
          </a:xfrm>
          <a:prstGeom prst="roundRect">
            <a:avLst>
              <a:gd name="adj" fmla="val 50000"/>
            </a:avLst>
          </a:prstGeom>
          <a:solidFill>
            <a:schemeClr val="accent3"/>
          </a:solidFill>
          <a:ln>
            <a:noFill/>
          </a:ln>
        </p:spPr>
        <p:txBody>
          <a:bodyPr spcFirstLastPara="1" wrap="square" lIns="57150" tIns="57150" rIns="57150" bIns="57150" anchor="ctr" anchorCtr="0">
            <a:noAutofit/>
          </a:bodyPr>
          <a:lstStyle/>
          <a:p>
            <a:pPr marL="0" lvl="0" indent="0" algn="ctr" rtl="0">
              <a:spcBef>
                <a:spcPts val="0"/>
              </a:spcBef>
              <a:spcAft>
                <a:spcPts val="0"/>
              </a:spcAft>
              <a:buNone/>
            </a:pPr>
            <a:endParaRPr sz="800" b="1">
              <a:solidFill>
                <a:srgbClr val="FFFFFF"/>
              </a:solidFill>
              <a:latin typeface="IBM Plex Sans"/>
              <a:ea typeface="IBM Plex Sans"/>
              <a:cs typeface="IBM Plex Sans"/>
              <a:sym typeface="IBM Plex Sans"/>
            </a:endParaRPr>
          </a:p>
        </p:txBody>
      </p:sp>
      <p:sp>
        <p:nvSpPr>
          <p:cNvPr id="792" name="Google Shape;792;p61"/>
          <p:cNvSpPr/>
          <p:nvPr/>
        </p:nvSpPr>
        <p:spPr>
          <a:xfrm>
            <a:off x="4853798" y="2564104"/>
            <a:ext cx="758400" cy="758400"/>
          </a:xfrm>
          <a:prstGeom prst="roundRect">
            <a:avLst>
              <a:gd name="adj" fmla="val 22637"/>
            </a:avLst>
          </a:prstGeom>
          <a:solidFill>
            <a:schemeClr val="accent3"/>
          </a:solidFill>
          <a:ln>
            <a:noFill/>
          </a:ln>
        </p:spPr>
        <p:txBody>
          <a:bodyPr spcFirstLastPara="1" wrap="square" lIns="57150" tIns="57150" rIns="57150" bIns="57150" anchor="ctr" anchorCtr="0">
            <a:noAutofit/>
          </a:bodyPr>
          <a:lstStyle/>
          <a:p>
            <a:pPr marL="0" lvl="0" indent="0" algn="ctr" rtl="0">
              <a:spcBef>
                <a:spcPts val="0"/>
              </a:spcBef>
              <a:spcAft>
                <a:spcPts val="0"/>
              </a:spcAft>
              <a:buNone/>
            </a:pPr>
            <a:endParaRPr sz="800" b="1">
              <a:solidFill>
                <a:srgbClr val="FFFFFF"/>
              </a:solidFill>
              <a:latin typeface="IBM Plex Sans"/>
              <a:ea typeface="IBM Plex Sans"/>
              <a:cs typeface="IBM Plex Sans"/>
              <a:sym typeface="IBM Plex Sans"/>
            </a:endParaRPr>
          </a:p>
        </p:txBody>
      </p:sp>
      <p:sp>
        <p:nvSpPr>
          <p:cNvPr id="793" name="Google Shape;793;p61"/>
          <p:cNvSpPr/>
          <p:nvPr/>
        </p:nvSpPr>
        <p:spPr>
          <a:xfrm rot="-2700000">
            <a:off x="4932111" y="3985320"/>
            <a:ext cx="602031" cy="598212"/>
          </a:xfrm>
          <a:prstGeom prst="roundRect">
            <a:avLst>
              <a:gd name="adj" fmla="val 5808"/>
            </a:avLst>
          </a:prstGeom>
          <a:solidFill>
            <a:schemeClr val="accent3"/>
          </a:solidFill>
          <a:ln>
            <a:noFill/>
          </a:ln>
        </p:spPr>
        <p:txBody>
          <a:bodyPr spcFirstLastPara="1" wrap="square" lIns="57150" tIns="57150" rIns="57150" bIns="57150" anchor="ctr" anchorCtr="0">
            <a:noAutofit/>
          </a:bodyPr>
          <a:lstStyle/>
          <a:p>
            <a:pPr marL="0" lvl="0" indent="0" algn="ctr" rtl="0">
              <a:spcBef>
                <a:spcPts val="0"/>
              </a:spcBef>
              <a:spcAft>
                <a:spcPts val="0"/>
              </a:spcAft>
              <a:buNone/>
            </a:pPr>
            <a:endParaRPr sz="800" b="1">
              <a:solidFill>
                <a:srgbClr val="FFFFFF"/>
              </a:solidFill>
              <a:latin typeface="IBM Plex Sans"/>
              <a:ea typeface="IBM Plex Sans"/>
              <a:cs typeface="IBM Plex Sans"/>
              <a:sym typeface="IBM Plex Sans"/>
            </a:endParaRPr>
          </a:p>
        </p:txBody>
      </p:sp>
      <p:sp>
        <p:nvSpPr>
          <p:cNvPr id="794" name="Google Shape;794;p61"/>
          <p:cNvSpPr txBox="1">
            <a:spLocks noGrp="1"/>
          </p:cNvSpPr>
          <p:nvPr>
            <p:ph type="subTitle" idx="3"/>
          </p:nvPr>
        </p:nvSpPr>
        <p:spPr>
          <a:xfrm>
            <a:off x="5802575" y="1268025"/>
            <a:ext cx="2884200" cy="332100"/>
          </a:xfrm>
          <a:prstGeom prst="rect">
            <a:avLst/>
          </a:prstGeom>
        </p:spPr>
        <p:txBody>
          <a:bodyPr spcFirstLastPara="1" wrap="square" lIns="0" tIns="0" rIns="0" bIns="0" anchor="t" anchorCtr="0">
            <a:normAutofit/>
          </a:bodyPr>
          <a:lstStyle>
            <a:lvl1pPr lvl="0" rtl="0">
              <a:lnSpc>
                <a:spcPct val="100000"/>
              </a:lnSpc>
              <a:spcBef>
                <a:spcPts val="0"/>
              </a:spcBef>
              <a:spcAft>
                <a:spcPts val="0"/>
              </a:spcAft>
              <a:buClr>
                <a:schemeClr val="accent3"/>
              </a:buClr>
              <a:buSzPts val="1600"/>
              <a:buNone/>
              <a:defRPr sz="1600" b="1">
                <a:solidFill>
                  <a:schemeClr val="accent3"/>
                </a:solidFill>
              </a:defRPr>
            </a:lvl1pPr>
            <a:lvl2pPr lvl="1" rtl="0">
              <a:lnSpc>
                <a:spcPct val="100000"/>
              </a:lnSpc>
              <a:spcBef>
                <a:spcPts val="0"/>
              </a:spcBef>
              <a:spcAft>
                <a:spcPts val="0"/>
              </a:spcAft>
              <a:buClr>
                <a:schemeClr val="accent3"/>
              </a:buClr>
              <a:buSzPts val="1400"/>
              <a:buNone/>
              <a:defRPr>
                <a:solidFill>
                  <a:schemeClr val="accent3"/>
                </a:solidFill>
              </a:defRPr>
            </a:lvl2pPr>
            <a:lvl3pPr lvl="2" rtl="0">
              <a:lnSpc>
                <a:spcPct val="100000"/>
              </a:lnSpc>
              <a:spcBef>
                <a:spcPts val="0"/>
              </a:spcBef>
              <a:spcAft>
                <a:spcPts val="0"/>
              </a:spcAft>
              <a:buClr>
                <a:schemeClr val="accent3"/>
              </a:buClr>
              <a:buSzPts val="1400"/>
              <a:buNone/>
              <a:defRPr>
                <a:solidFill>
                  <a:schemeClr val="accent3"/>
                </a:solidFill>
              </a:defRPr>
            </a:lvl3pPr>
            <a:lvl4pPr lvl="3" rtl="0">
              <a:lnSpc>
                <a:spcPct val="100000"/>
              </a:lnSpc>
              <a:spcBef>
                <a:spcPts val="0"/>
              </a:spcBef>
              <a:spcAft>
                <a:spcPts val="0"/>
              </a:spcAft>
              <a:buClr>
                <a:schemeClr val="accent3"/>
              </a:buClr>
              <a:buSzPts val="1400"/>
              <a:buNone/>
              <a:defRPr>
                <a:solidFill>
                  <a:schemeClr val="accent3"/>
                </a:solidFill>
              </a:defRPr>
            </a:lvl4pPr>
            <a:lvl5pPr lvl="4" rtl="0">
              <a:lnSpc>
                <a:spcPct val="100000"/>
              </a:lnSpc>
              <a:spcBef>
                <a:spcPts val="0"/>
              </a:spcBef>
              <a:spcAft>
                <a:spcPts val="0"/>
              </a:spcAft>
              <a:buClr>
                <a:schemeClr val="accent3"/>
              </a:buClr>
              <a:buSzPts val="1400"/>
              <a:buNone/>
              <a:defRPr>
                <a:solidFill>
                  <a:schemeClr val="accent3"/>
                </a:solidFill>
              </a:defRPr>
            </a:lvl5pPr>
            <a:lvl6pPr lvl="5" rtl="0">
              <a:lnSpc>
                <a:spcPct val="100000"/>
              </a:lnSpc>
              <a:spcBef>
                <a:spcPts val="0"/>
              </a:spcBef>
              <a:spcAft>
                <a:spcPts val="0"/>
              </a:spcAft>
              <a:buClr>
                <a:schemeClr val="accent3"/>
              </a:buClr>
              <a:buSzPts val="1400"/>
              <a:buNone/>
              <a:defRPr>
                <a:solidFill>
                  <a:schemeClr val="accent3"/>
                </a:solidFill>
              </a:defRPr>
            </a:lvl6pPr>
            <a:lvl7pPr lvl="6" rtl="0">
              <a:lnSpc>
                <a:spcPct val="100000"/>
              </a:lnSpc>
              <a:spcBef>
                <a:spcPts val="0"/>
              </a:spcBef>
              <a:spcAft>
                <a:spcPts val="0"/>
              </a:spcAft>
              <a:buClr>
                <a:schemeClr val="accent3"/>
              </a:buClr>
              <a:buSzPts val="1400"/>
              <a:buNone/>
              <a:defRPr>
                <a:solidFill>
                  <a:schemeClr val="accent3"/>
                </a:solidFill>
              </a:defRPr>
            </a:lvl7pPr>
            <a:lvl8pPr lvl="7" rtl="0">
              <a:lnSpc>
                <a:spcPct val="100000"/>
              </a:lnSpc>
              <a:spcBef>
                <a:spcPts val="0"/>
              </a:spcBef>
              <a:spcAft>
                <a:spcPts val="0"/>
              </a:spcAft>
              <a:buClr>
                <a:schemeClr val="accent3"/>
              </a:buClr>
              <a:buSzPts val="1400"/>
              <a:buNone/>
              <a:defRPr>
                <a:solidFill>
                  <a:schemeClr val="accent3"/>
                </a:solidFill>
              </a:defRPr>
            </a:lvl8pPr>
            <a:lvl9pPr lvl="8" rtl="0">
              <a:lnSpc>
                <a:spcPct val="100000"/>
              </a:lnSpc>
              <a:spcBef>
                <a:spcPts val="0"/>
              </a:spcBef>
              <a:spcAft>
                <a:spcPts val="0"/>
              </a:spcAft>
              <a:buClr>
                <a:schemeClr val="accent3"/>
              </a:buClr>
              <a:buSzPts val="1400"/>
              <a:buNone/>
              <a:defRPr>
                <a:solidFill>
                  <a:schemeClr val="accent3"/>
                </a:solidFill>
              </a:defRPr>
            </a:lvl9pPr>
          </a:lstStyle>
          <a:p>
            <a:endParaRPr/>
          </a:p>
        </p:txBody>
      </p:sp>
      <p:sp>
        <p:nvSpPr>
          <p:cNvPr id="795" name="Google Shape;795;p61"/>
          <p:cNvSpPr txBox="1">
            <a:spLocks noGrp="1"/>
          </p:cNvSpPr>
          <p:nvPr>
            <p:ph type="body" idx="4"/>
          </p:nvPr>
        </p:nvSpPr>
        <p:spPr>
          <a:xfrm>
            <a:off x="5802575" y="1600325"/>
            <a:ext cx="2884200" cy="513600"/>
          </a:xfrm>
          <a:prstGeom prst="rect">
            <a:avLst/>
          </a:prstGeom>
          <a:solidFill>
            <a:schemeClr val="lt1"/>
          </a:solidFill>
        </p:spPr>
        <p:txBody>
          <a:bodyPr spcFirstLastPara="1" wrap="square" lIns="0" tIns="0" rIns="0" bIns="0" anchor="t" anchorCtr="0">
            <a:normAutofit/>
          </a:bodyPr>
          <a:lstStyle>
            <a:lvl1pPr marL="457200" lvl="0" indent="-304800" rtl="0">
              <a:spcBef>
                <a:spcPts val="0"/>
              </a:spcBef>
              <a:spcAft>
                <a:spcPts val="0"/>
              </a:spcAft>
              <a:buClr>
                <a:schemeClr val="dk1"/>
              </a:buClr>
              <a:buSzPts val="1200"/>
              <a:buChar char="■"/>
              <a:defRPr sz="1200"/>
            </a:lvl1pPr>
            <a:lvl2pPr marL="914400" lvl="1" indent="-304800" rtl="0">
              <a:spcBef>
                <a:spcPts val="0"/>
              </a:spcBef>
              <a:spcAft>
                <a:spcPts val="0"/>
              </a:spcAft>
              <a:buClr>
                <a:schemeClr val="dk1"/>
              </a:buClr>
              <a:buSzPts val="1200"/>
              <a:buChar char="■"/>
              <a:defRPr sz="1200"/>
            </a:lvl2pPr>
            <a:lvl3pPr marL="1371600" lvl="2" indent="-304800" rtl="0">
              <a:spcBef>
                <a:spcPts val="0"/>
              </a:spcBef>
              <a:spcAft>
                <a:spcPts val="0"/>
              </a:spcAft>
              <a:buClr>
                <a:schemeClr val="dk1"/>
              </a:buClr>
              <a:buSzPts val="1200"/>
              <a:buChar char="■"/>
              <a:defRPr sz="1200"/>
            </a:lvl3pPr>
            <a:lvl4pPr marL="1828800" lvl="3" indent="-304800" rtl="0">
              <a:spcBef>
                <a:spcPts val="0"/>
              </a:spcBef>
              <a:spcAft>
                <a:spcPts val="0"/>
              </a:spcAft>
              <a:buClr>
                <a:schemeClr val="dk1"/>
              </a:buClr>
              <a:buSzPts val="1200"/>
              <a:buChar char="●"/>
              <a:defRPr sz="1200"/>
            </a:lvl4pPr>
            <a:lvl5pPr marL="2286000" lvl="4" indent="-304800" rtl="0">
              <a:spcBef>
                <a:spcPts val="0"/>
              </a:spcBef>
              <a:spcAft>
                <a:spcPts val="0"/>
              </a:spcAft>
              <a:buSzPts val="1200"/>
              <a:buChar char="○"/>
              <a:defRPr sz="1200"/>
            </a:lvl5pPr>
            <a:lvl6pPr marL="2743200" lvl="5" indent="-304800" rtl="0">
              <a:spcBef>
                <a:spcPts val="0"/>
              </a:spcBef>
              <a:spcAft>
                <a:spcPts val="0"/>
              </a:spcAft>
              <a:buSzPts val="1200"/>
              <a:buChar char="■"/>
              <a:defRPr sz="1200"/>
            </a:lvl6pPr>
            <a:lvl7pPr marL="3200400" lvl="6" indent="-304800" rtl="0">
              <a:spcBef>
                <a:spcPts val="0"/>
              </a:spcBef>
              <a:spcAft>
                <a:spcPts val="0"/>
              </a:spcAft>
              <a:buSzPts val="1200"/>
              <a:buChar char="●"/>
              <a:defRPr sz="1200"/>
            </a:lvl7pPr>
            <a:lvl8pPr marL="3657600" lvl="7" indent="-304800" rtl="0">
              <a:spcBef>
                <a:spcPts val="0"/>
              </a:spcBef>
              <a:spcAft>
                <a:spcPts val="0"/>
              </a:spcAft>
              <a:buSzPts val="1200"/>
              <a:buChar char="○"/>
              <a:defRPr sz="1200"/>
            </a:lvl8pPr>
            <a:lvl9pPr marL="4114800" lvl="8" indent="-304800" rtl="0">
              <a:spcBef>
                <a:spcPts val="0"/>
              </a:spcBef>
              <a:spcAft>
                <a:spcPts val="0"/>
              </a:spcAft>
              <a:buSzPts val="1200"/>
              <a:buChar char="■"/>
              <a:defRPr sz="1200"/>
            </a:lvl9pPr>
          </a:lstStyle>
          <a:p>
            <a:endParaRPr/>
          </a:p>
        </p:txBody>
      </p:sp>
      <p:sp>
        <p:nvSpPr>
          <p:cNvPr id="796" name="Google Shape;796;p61"/>
          <p:cNvSpPr txBox="1">
            <a:spLocks noGrp="1"/>
          </p:cNvSpPr>
          <p:nvPr>
            <p:ph type="subTitle" idx="5"/>
          </p:nvPr>
        </p:nvSpPr>
        <p:spPr>
          <a:xfrm>
            <a:off x="5802575" y="2520250"/>
            <a:ext cx="2884200" cy="332100"/>
          </a:xfrm>
          <a:prstGeom prst="rect">
            <a:avLst/>
          </a:prstGeom>
        </p:spPr>
        <p:txBody>
          <a:bodyPr spcFirstLastPara="1" wrap="square" lIns="0" tIns="0" rIns="0" bIns="0" anchor="t" anchorCtr="0">
            <a:normAutofit/>
          </a:bodyPr>
          <a:lstStyle>
            <a:lvl1pPr lvl="0" rtl="0">
              <a:lnSpc>
                <a:spcPct val="100000"/>
              </a:lnSpc>
              <a:spcBef>
                <a:spcPts val="0"/>
              </a:spcBef>
              <a:spcAft>
                <a:spcPts val="0"/>
              </a:spcAft>
              <a:buClr>
                <a:schemeClr val="accent3"/>
              </a:buClr>
              <a:buSzPts val="1600"/>
              <a:buNone/>
              <a:defRPr sz="1600" b="1">
                <a:solidFill>
                  <a:schemeClr val="accent3"/>
                </a:solidFill>
              </a:defRPr>
            </a:lvl1pPr>
            <a:lvl2pPr lvl="1" rtl="0">
              <a:lnSpc>
                <a:spcPct val="100000"/>
              </a:lnSpc>
              <a:spcBef>
                <a:spcPts val="0"/>
              </a:spcBef>
              <a:spcAft>
                <a:spcPts val="0"/>
              </a:spcAft>
              <a:buClr>
                <a:schemeClr val="accent3"/>
              </a:buClr>
              <a:buSzPts val="1400"/>
              <a:buNone/>
              <a:defRPr>
                <a:solidFill>
                  <a:schemeClr val="accent3"/>
                </a:solidFill>
              </a:defRPr>
            </a:lvl2pPr>
            <a:lvl3pPr lvl="2" rtl="0">
              <a:lnSpc>
                <a:spcPct val="100000"/>
              </a:lnSpc>
              <a:spcBef>
                <a:spcPts val="0"/>
              </a:spcBef>
              <a:spcAft>
                <a:spcPts val="0"/>
              </a:spcAft>
              <a:buClr>
                <a:schemeClr val="accent3"/>
              </a:buClr>
              <a:buSzPts val="1400"/>
              <a:buNone/>
              <a:defRPr>
                <a:solidFill>
                  <a:schemeClr val="accent3"/>
                </a:solidFill>
              </a:defRPr>
            </a:lvl3pPr>
            <a:lvl4pPr lvl="3" rtl="0">
              <a:lnSpc>
                <a:spcPct val="100000"/>
              </a:lnSpc>
              <a:spcBef>
                <a:spcPts val="0"/>
              </a:spcBef>
              <a:spcAft>
                <a:spcPts val="0"/>
              </a:spcAft>
              <a:buClr>
                <a:schemeClr val="accent3"/>
              </a:buClr>
              <a:buSzPts val="1400"/>
              <a:buNone/>
              <a:defRPr>
                <a:solidFill>
                  <a:schemeClr val="accent3"/>
                </a:solidFill>
              </a:defRPr>
            </a:lvl4pPr>
            <a:lvl5pPr lvl="4" rtl="0">
              <a:lnSpc>
                <a:spcPct val="100000"/>
              </a:lnSpc>
              <a:spcBef>
                <a:spcPts val="0"/>
              </a:spcBef>
              <a:spcAft>
                <a:spcPts val="0"/>
              </a:spcAft>
              <a:buClr>
                <a:schemeClr val="accent3"/>
              </a:buClr>
              <a:buSzPts val="1400"/>
              <a:buNone/>
              <a:defRPr>
                <a:solidFill>
                  <a:schemeClr val="accent3"/>
                </a:solidFill>
              </a:defRPr>
            </a:lvl5pPr>
            <a:lvl6pPr lvl="5" rtl="0">
              <a:lnSpc>
                <a:spcPct val="100000"/>
              </a:lnSpc>
              <a:spcBef>
                <a:spcPts val="0"/>
              </a:spcBef>
              <a:spcAft>
                <a:spcPts val="0"/>
              </a:spcAft>
              <a:buClr>
                <a:schemeClr val="accent3"/>
              </a:buClr>
              <a:buSzPts val="1400"/>
              <a:buNone/>
              <a:defRPr>
                <a:solidFill>
                  <a:schemeClr val="accent3"/>
                </a:solidFill>
              </a:defRPr>
            </a:lvl6pPr>
            <a:lvl7pPr lvl="6" rtl="0">
              <a:lnSpc>
                <a:spcPct val="100000"/>
              </a:lnSpc>
              <a:spcBef>
                <a:spcPts val="0"/>
              </a:spcBef>
              <a:spcAft>
                <a:spcPts val="0"/>
              </a:spcAft>
              <a:buClr>
                <a:schemeClr val="accent3"/>
              </a:buClr>
              <a:buSzPts val="1400"/>
              <a:buNone/>
              <a:defRPr>
                <a:solidFill>
                  <a:schemeClr val="accent3"/>
                </a:solidFill>
              </a:defRPr>
            </a:lvl7pPr>
            <a:lvl8pPr lvl="7" rtl="0">
              <a:lnSpc>
                <a:spcPct val="100000"/>
              </a:lnSpc>
              <a:spcBef>
                <a:spcPts val="0"/>
              </a:spcBef>
              <a:spcAft>
                <a:spcPts val="0"/>
              </a:spcAft>
              <a:buClr>
                <a:schemeClr val="accent3"/>
              </a:buClr>
              <a:buSzPts val="1400"/>
              <a:buNone/>
              <a:defRPr>
                <a:solidFill>
                  <a:schemeClr val="accent3"/>
                </a:solidFill>
              </a:defRPr>
            </a:lvl8pPr>
            <a:lvl9pPr lvl="8" rtl="0">
              <a:lnSpc>
                <a:spcPct val="100000"/>
              </a:lnSpc>
              <a:spcBef>
                <a:spcPts val="0"/>
              </a:spcBef>
              <a:spcAft>
                <a:spcPts val="0"/>
              </a:spcAft>
              <a:buClr>
                <a:schemeClr val="accent3"/>
              </a:buClr>
              <a:buSzPts val="1400"/>
              <a:buNone/>
              <a:defRPr>
                <a:solidFill>
                  <a:schemeClr val="accent3"/>
                </a:solidFill>
              </a:defRPr>
            </a:lvl9pPr>
          </a:lstStyle>
          <a:p>
            <a:endParaRPr/>
          </a:p>
        </p:txBody>
      </p:sp>
      <p:sp>
        <p:nvSpPr>
          <p:cNvPr id="797" name="Google Shape;797;p61"/>
          <p:cNvSpPr txBox="1">
            <a:spLocks noGrp="1"/>
          </p:cNvSpPr>
          <p:nvPr>
            <p:ph type="body" idx="6"/>
          </p:nvPr>
        </p:nvSpPr>
        <p:spPr>
          <a:xfrm>
            <a:off x="5802575" y="2852550"/>
            <a:ext cx="2884200" cy="513600"/>
          </a:xfrm>
          <a:prstGeom prst="rect">
            <a:avLst/>
          </a:prstGeom>
        </p:spPr>
        <p:txBody>
          <a:bodyPr spcFirstLastPara="1" wrap="square" lIns="0" tIns="0" rIns="0" bIns="0" anchor="t" anchorCtr="0">
            <a:normAutofit/>
          </a:bodyPr>
          <a:lstStyle>
            <a:lvl1pPr marL="457200" lvl="0" indent="-304800" rtl="0">
              <a:spcBef>
                <a:spcPts val="0"/>
              </a:spcBef>
              <a:spcAft>
                <a:spcPts val="0"/>
              </a:spcAft>
              <a:buClr>
                <a:schemeClr val="dk1"/>
              </a:buClr>
              <a:buSzPts val="1200"/>
              <a:buChar char="■"/>
              <a:defRPr sz="1200"/>
            </a:lvl1pPr>
            <a:lvl2pPr marL="914400" lvl="1" indent="-304800" rtl="0">
              <a:spcBef>
                <a:spcPts val="0"/>
              </a:spcBef>
              <a:spcAft>
                <a:spcPts val="0"/>
              </a:spcAft>
              <a:buClr>
                <a:schemeClr val="dk1"/>
              </a:buClr>
              <a:buSzPts val="1200"/>
              <a:buChar char="■"/>
              <a:defRPr sz="1200"/>
            </a:lvl2pPr>
            <a:lvl3pPr marL="1371600" lvl="2" indent="-304800" rtl="0">
              <a:spcBef>
                <a:spcPts val="0"/>
              </a:spcBef>
              <a:spcAft>
                <a:spcPts val="0"/>
              </a:spcAft>
              <a:buClr>
                <a:schemeClr val="dk1"/>
              </a:buClr>
              <a:buSzPts val="1200"/>
              <a:buChar char="■"/>
              <a:defRPr sz="1200"/>
            </a:lvl3pPr>
            <a:lvl4pPr marL="1828800" lvl="3" indent="-304800" rtl="0">
              <a:spcBef>
                <a:spcPts val="0"/>
              </a:spcBef>
              <a:spcAft>
                <a:spcPts val="0"/>
              </a:spcAft>
              <a:buClr>
                <a:schemeClr val="dk1"/>
              </a:buClr>
              <a:buSzPts val="1200"/>
              <a:buChar char="●"/>
              <a:defRPr sz="1200"/>
            </a:lvl4pPr>
            <a:lvl5pPr marL="2286000" lvl="4" indent="-304800" rtl="0">
              <a:spcBef>
                <a:spcPts val="0"/>
              </a:spcBef>
              <a:spcAft>
                <a:spcPts val="0"/>
              </a:spcAft>
              <a:buSzPts val="1200"/>
              <a:buChar char="○"/>
              <a:defRPr sz="1200"/>
            </a:lvl5pPr>
            <a:lvl6pPr marL="2743200" lvl="5" indent="-304800" rtl="0">
              <a:spcBef>
                <a:spcPts val="0"/>
              </a:spcBef>
              <a:spcAft>
                <a:spcPts val="0"/>
              </a:spcAft>
              <a:buSzPts val="1200"/>
              <a:buChar char="■"/>
              <a:defRPr sz="1200"/>
            </a:lvl6pPr>
            <a:lvl7pPr marL="3200400" lvl="6" indent="-304800" rtl="0">
              <a:spcBef>
                <a:spcPts val="0"/>
              </a:spcBef>
              <a:spcAft>
                <a:spcPts val="0"/>
              </a:spcAft>
              <a:buSzPts val="1200"/>
              <a:buChar char="●"/>
              <a:defRPr sz="1200"/>
            </a:lvl7pPr>
            <a:lvl8pPr marL="3657600" lvl="7" indent="-304800" rtl="0">
              <a:spcBef>
                <a:spcPts val="0"/>
              </a:spcBef>
              <a:spcAft>
                <a:spcPts val="0"/>
              </a:spcAft>
              <a:buSzPts val="1200"/>
              <a:buChar char="○"/>
              <a:defRPr sz="1200"/>
            </a:lvl8pPr>
            <a:lvl9pPr marL="4114800" lvl="8" indent="-304800" rtl="0">
              <a:spcBef>
                <a:spcPts val="0"/>
              </a:spcBef>
              <a:spcAft>
                <a:spcPts val="0"/>
              </a:spcAft>
              <a:buSzPts val="1200"/>
              <a:buChar char="■"/>
              <a:defRPr sz="1200"/>
            </a:lvl9pPr>
          </a:lstStyle>
          <a:p>
            <a:endParaRPr/>
          </a:p>
        </p:txBody>
      </p:sp>
      <p:sp>
        <p:nvSpPr>
          <p:cNvPr id="798" name="Google Shape;798;p61"/>
          <p:cNvSpPr txBox="1">
            <a:spLocks noGrp="1"/>
          </p:cNvSpPr>
          <p:nvPr>
            <p:ph type="subTitle" idx="7"/>
          </p:nvPr>
        </p:nvSpPr>
        <p:spPr>
          <a:xfrm>
            <a:off x="5802575" y="3861475"/>
            <a:ext cx="2884200" cy="332100"/>
          </a:xfrm>
          <a:prstGeom prst="rect">
            <a:avLst/>
          </a:prstGeom>
        </p:spPr>
        <p:txBody>
          <a:bodyPr spcFirstLastPara="1" wrap="square" lIns="0" tIns="0" rIns="0" bIns="0" anchor="t" anchorCtr="0">
            <a:normAutofit/>
          </a:bodyPr>
          <a:lstStyle>
            <a:lvl1pPr lvl="0" rtl="0">
              <a:lnSpc>
                <a:spcPct val="100000"/>
              </a:lnSpc>
              <a:spcBef>
                <a:spcPts val="0"/>
              </a:spcBef>
              <a:spcAft>
                <a:spcPts val="0"/>
              </a:spcAft>
              <a:buClr>
                <a:schemeClr val="accent3"/>
              </a:buClr>
              <a:buSzPts val="1600"/>
              <a:buNone/>
              <a:defRPr sz="1600" b="1">
                <a:solidFill>
                  <a:schemeClr val="accent3"/>
                </a:solidFill>
              </a:defRPr>
            </a:lvl1pPr>
            <a:lvl2pPr lvl="1" rtl="0">
              <a:lnSpc>
                <a:spcPct val="100000"/>
              </a:lnSpc>
              <a:spcBef>
                <a:spcPts val="0"/>
              </a:spcBef>
              <a:spcAft>
                <a:spcPts val="0"/>
              </a:spcAft>
              <a:buClr>
                <a:schemeClr val="accent3"/>
              </a:buClr>
              <a:buSzPts val="1400"/>
              <a:buNone/>
              <a:defRPr>
                <a:solidFill>
                  <a:schemeClr val="accent3"/>
                </a:solidFill>
              </a:defRPr>
            </a:lvl2pPr>
            <a:lvl3pPr lvl="2" rtl="0">
              <a:lnSpc>
                <a:spcPct val="100000"/>
              </a:lnSpc>
              <a:spcBef>
                <a:spcPts val="0"/>
              </a:spcBef>
              <a:spcAft>
                <a:spcPts val="0"/>
              </a:spcAft>
              <a:buClr>
                <a:schemeClr val="accent3"/>
              </a:buClr>
              <a:buSzPts val="1400"/>
              <a:buNone/>
              <a:defRPr>
                <a:solidFill>
                  <a:schemeClr val="accent3"/>
                </a:solidFill>
              </a:defRPr>
            </a:lvl3pPr>
            <a:lvl4pPr lvl="3" rtl="0">
              <a:lnSpc>
                <a:spcPct val="100000"/>
              </a:lnSpc>
              <a:spcBef>
                <a:spcPts val="0"/>
              </a:spcBef>
              <a:spcAft>
                <a:spcPts val="0"/>
              </a:spcAft>
              <a:buClr>
                <a:schemeClr val="accent3"/>
              </a:buClr>
              <a:buSzPts val="1400"/>
              <a:buNone/>
              <a:defRPr>
                <a:solidFill>
                  <a:schemeClr val="accent3"/>
                </a:solidFill>
              </a:defRPr>
            </a:lvl4pPr>
            <a:lvl5pPr lvl="4" rtl="0">
              <a:lnSpc>
                <a:spcPct val="100000"/>
              </a:lnSpc>
              <a:spcBef>
                <a:spcPts val="0"/>
              </a:spcBef>
              <a:spcAft>
                <a:spcPts val="0"/>
              </a:spcAft>
              <a:buClr>
                <a:schemeClr val="accent3"/>
              </a:buClr>
              <a:buSzPts val="1400"/>
              <a:buNone/>
              <a:defRPr>
                <a:solidFill>
                  <a:schemeClr val="accent3"/>
                </a:solidFill>
              </a:defRPr>
            </a:lvl5pPr>
            <a:lvl6pPr lvl="5" rtl="0">
              <a:lnSpc>
                <a:spcPct val="100000"/>
              </a:lnSpc>
              <a:spcBef>
                <a:spcPts val="0"/>
              </a:spcBef>
              <a:spcAft>
                <a:spcPts val="0"/>
              </a:spcAft>
              <a:buClr>
                <a:schemeClr val="accent3"/>
              </a:buClr>
              <a:buSzPts val="1400"/>
              <a:buNone/>
              <a:defRPr>
                <a:solidFill>
                  <a:schemeClr val="accent3"/>
                </a:solidFill>
              </a:defRPr>
            </a:lvl6pPr>
            <a:lvl7pPr lvl="6" rtl="0">
              <a:lnSpc>
                <a:spcPct val="100000"/>
              </a:lnSpc>
              <a:spcBef>
                <a:spcPts val="0"/>
              </a:spcBef>
              <a:spcAft>
                <a:spcPts val="0"/>
              </a:spcAft>
              <a:buClr>
                <a:schemeClr val="accent3"/>
              </a:buClr>
              <a:buSzPts val="1400"/>
              <a:buNone/>
              <a:defRPr>
                <a:solidFill>
                  <a:schemeClr val="accent3"/>
                </a:solidFill>
              </a:defRPr>
            </a:lvl7pPr>
            <a:lvl8pPr lvl="7" rtl="0">
              <a:lnSpc>
                <a:spcPct val="100000"/>
              </a:lnSpc>
              <a:spcBef>
                <a:spcPts val="0"/>
              </a:spcBef>
              <a:spcAft>
                <a:spcPts val="0"/>
              </a:spcAft>
              <a:buClr>
                <a:schemeClr val="accent3"/>
              </a:buClr>
              <a:buSzPts val="1400"/>
              <a:buNone/>
              <a:defRPr>
                <a:solidFill>
                  <a:schemeClr val="accent3"/>
                </a:solidFill>
              </a:defRPr>
            </a:lvl8pPr>
            <a:lvl9pPr lvl="8" rtl="0">
              <a:lnSpc>
                <a:spcPct val="100000"/>
              </a:lnSpc>
              <a:spcBef>
                <a:spcPts val="0"/>
              </a:spcBef>
              <a:spcAft>
                <a:spcPts val="0"/>
              </a:spcAft>
              <a:buClr>
                <a:schemeClr val="accent3"/>
              </a:buClr>
              <a:buSzPts val="1400"/>
              <a:buNone/>
              <a:defRPr>
                <a:solidFill>
                  <a:schemeClr val="accent3"/>
                </a:solidFill>
              </a:defRPr>
            </a:lvl9pPr>
          </a:lstStyle>
          <a:p>
            <a:endParaRPr/>
          </a:p>
        </p:txBody>
      </p:sp>
      <p:sp>
        <p:nvSpPr>
          <p:cNvPr id="799" name="Google Shape;799;p61"/>
          <p:cNvSpPr txBox="1">
            <a:spLocks noGrp="1"/>
          </p:cNvSpPr>
          <p:nvPr>
            <p:ph type="body" idx="8"/>
          </p:nvPr>
        </p:nvSpPr>
        <p:spPr>
          <a:xfrm>
            <a:off x="5802575" y="4193775"/>
            <a:ext cx="2884200" cy="513600"/>
          </a:xfrm>
          <a:prstGeom prst="rect">
            <a:avLst/>
          </a:prstGeom>
        </p:spPr>
        <p:txBody>
          <a:bodyPr spcFirstLastPara="1" wrap="square" lIns="0" tIns="0" rIns="0" bIns="0" anchor="t" anchorCtr="0">
            <a:normAutofit/>
          </a:bodyPr>
          <a:lstStyle>
            <a:lvl1pPr marL="457200" lvl="0" indent="-304800" rtl="0">
              <a:spcBef>
                <a:spcPts val="0"/>
              </a:spcBef>
              <a:spcAft>
                <a:spcPts val="0"/>
              </a:spcAft>
              <a:buClr>
                <a:schemeClr val="dk1"/>
              </a:buClr>
              <a:buSzPts val="1200"/>
              <a:buChar char="■"/>
              <a:defRPr sz="1200"/>
            </a:lvl1pPr>
            <a:lvl2pPr marL="914400" lvl="1" indent="-304800" rtl="0">
              <a:spcBef>
                <a:spcPts val="0"/>
              </a:spcBef>
              <a:spcAft>
                <a:spcPts val="0"/>
              </a:spcAft>
              <a:buClr>
                <a:schemeClr val="dk1"/>
              </a:buClr>
              <a:buSzPts val="1200"/>
              <a:buChar char="■"/>
              <a:defRPr sz="1200"/>
            </a:lvl2pPr>
            <a:lvl3pPr marL="1371600" lvl="2" indent="-304800" rtl="0">
              <a:spcBef>
                <a:spcPts val="0"/>
              </a:spcBef>
              <a:spcAft>
                <a:spcPts val="0"/>
              </a:spcAft>
              <a:buClr>
                <a:schemeClr val="dk1"/>
              </a:buClr>
              <a:buSzPts val="1200"/>
              <a:buChar char="■"/>
              <a:defRPr sz="1200"/>
            </a:lvl3pPr>
            <a:lvl4pPr marL="1828800" lvl="3" indent="-304800" rtl="0">
              <a:spcBef>
                <a:spcPts val="0"/>
              </a:spcBef>
              <a:spcAft>
                <a:spcPts val="0"/>
              </a:spcAft>
              <a:buClr>
                <a:schemeClr val="dk1"/>
              </a:buClr>
              <a:buSzPts val="1200"/>
              <a:buChar char="●"/>
              <a:defRPr sz="1200"/>
            </a:lvl4pPr>
            <a:lvl5pPr marL="2286000" lvl="4" indent="-304800" rtl="0">
              <a:spcBef>
                <a:spcPts val="0"/>
              </a:spcBef>
              <a:spcAft>
                <a:spcPts val="0"/>
              </a:spcAft>
              <a:buSzPts val="1200"/>
              <a:buChar char="○"/>
              <a:defRPr sz="1200"/>
            </a:lvl5pPr>
            <a:lvl6pPr marL="2743200" lvl="5" indent="-304800" rtl="0">
              <a:spcBef>
                <a:spcPts val="0"/>
              </a:spcBef>
              <a:spcAft>
                <a:spcPts val="0"/>
              </a:spcAft>
              <a:buSzPts val="1200"/>
              <a:buChar char="■"/>
              <a:defRPr sz="1200"/>
            </a:lvl6pPr>
            <a:lvl7pPr marL="3200400" lvl="6" indent="-304800" rtl="0">
              <a:spcBef>
                <a:spcPts val="0"/>
              </a:spcBef>
              <a:spcAft>
                <a:spcPts val="0"/>
              </a:spcAft>
              <a:buSzPts val="1200"/>
              <a:buChar char="●"/>
              <a:defRPr sz="1200"/>
            </a:lvl7pPr>
            <a:lvl8pPr marL="3657600" lvl="7" indent="-304800" rtl="0">
              <a:spcBef>
                <a:spcPts val="0"/>
              </a:spcBef>
              <a:spcAft>
                <a:spcPts val="0"/>
              </a:spcAft>
              <a:buSzPts val="1200"/>
              <a:buChar char="○"/>
              <a:defRPr sz="1200"/>
            </a:lvl8pPr>
            <a:lvl9pPr marL="4114800" lvl="8" indent="-304800" rtl="0">
              <a:spcBef>
                <a:spcPts val="0"/>
              </a:spcBef>
              <a:spcAft>
                <a:spcPts val="0"/>
              </a:spcAft>
              <a:buSzPts val="1200"/>
              <a:buChar char="■"/>
              <a:defRPr sz="1200"/>
            </a:lvl9pPr>
          </a:lstStyle>
          <a:p>
            <a:endParaRPr/>
          </a:p>
        </p:txBody>
      </p:sp>
      <p:grpSp>
        <p:nvGrpSpPr>
          <p:cNvPr id="800" name="Google Shape;800;p61"/>
          <p:cNvGrpSpPr/>
          <p:nvPr/>
        </p:nvGrpSpPr>
        <p:grpSpPr>
          <a:xfrm>
            <a:off x="5072744" y="1491114"/>
            <a:ext cx="312229" cy="312229"/>
            <a:chOff x="1190625" y="238125"/>
            <a:chExt cx="5238750" cy="5238750"/>
          </a:xfrm>
        </p:grpSpPr>
        <p:sp>
          <p:nvSpPr>
            <p:cNvPr id="801" name="Google Shape;801;p61"/>
            <p:cNvSpPr/>
            <p:nvPr/>
          </p:nvSpPr>
          <p:spPr>
            <a:xfrm>
              <a:off x="1190625" y="238125"/>
              <a:ext cx="1489900" cy="1489900"/>
            </a:xfrm>
            <a:custGeom>
              <a:avLst/>
              <a:gdLst/>
              <a:ahLst/>
              <a:cxnLst/>
              <a:rect l="l" t="t" r="r" b="b"/>
              <a:pathLst>
                <a:path w="59596" h="59596" extrusionOk="0">
                  <a:moveTo>
                    <a:pt x="29710" y="0"/>
                  </a:moveTo>
                  <a:lnTo>
                    <a:pt x="26721" y="176"/>
                  </a:lnTo>
                  <a:lnTo>
                    <a:pt x="23733" y="527"/>
                  </a:lnTo>
                  <a:lnTo>
                    <a:pt x="20920" y="1406"/>
                  </a:lnTo>
                  <a:lnTo>
                    <a:pt x="18107" y="2285"/>
                  </a:lnTo>
                  <a:lnTo>
                    <a:pt x="15470" y="3516"/>
                  </a:lnTo>
                  <a:lnTo>
                    <a:pt x="13009" y="5098"/>
                  </a:lnTo>
                  <a:lnTo>
                    <a:pt x="10724" y="6856"/>
                  </a:lnTo>
                  <a:lnTo>
                    <a:pt x="8614" y="8790"/>
                  </a:lnTo>
                  <a:lnTo>
                    <a:pt x="6680" y="10899"/>
                  </a:lnTo>
                  <a:lnTo>
                    <a:pt x="5098" y="13185"/>
                  </a:lnTo>
                  <a:lnTo>
                    <a:pt x="3516" y="15646"/>
                  </a:lnTo>
                  <a:lnTo>
                    <a:pt x="2285" y="18283"/>
                  </a:lnTo>
                  <a:lnTo>
                    <a:pt x="1231" y="20920"/>
                  </a:lnTo>
                  <a:lnTo>
                    <a:pt x="527" y="23733"/>
                  </a:lnTo>
                  <a:lnTo>
                    <a:pt x="176" y="26721"/>
                  </a:lnTo>
                  <a:lnTo>
                    <a:pt x="0" y="29885"/>
                  </a:lnTo>
                  <a:lnTo>
                    <a:pt x="176" y="32874"/>
                  </a:lnTo>
                  <a:lnTo>
                    <a:pt x="527" y="35863"/>
                  </a:lnTo>
                  <a:lnTo>
                    <a:pt x="1231" y="38675"/>
                  </a:lnTo>
                  <a:lnTo>
                    <a:pt x="2285" y="41488"/>
                  </a:lnTo>
                  <a:lnTo>
                    <a:pt x="3516" y="43949"/>
                  </a:lnTo>
                  <a:lnTo>
                    <a:pt x="5098" y="46410"/>
                  </a:lnTo>
                  <a:lnTo>
                    <a:pt x="6680" y="48696"/>
                  </a:lnTo>
                  <a:lnTo>
                    <a:pt x="8614" y="50981"/>
                  </a:lnTo>
                  <a:lnTo>
                    <a:pt x="10724" y="52739"/>
                  </a:lnTo>
                  <a:lnTo>
                    <a:pt x="13009" y="54497"/>
                  </a:lnTo>
                  <a:lnTo>
                    <a:pt x="15470" y="56079"/>
                  </a:lnTo>
                  <a:lnTo>
                    <a:pt x="18107" y="57310"/>
                  </a:lnTo>
                  <a:lnTo>
                    <a:pt x="20920" y="58365"/>
                  </a:lnTo>
                  <a:lnTo>
                    <a:pt x="23733" y="59068"/>
                  </a:lnTo>
                  <a:lnTo>
                    <a:pt x="26721" y="59419"/>
                  </a:lnTo>
                  <a:lnTo>
                    <a:pt x="29710" y="59595"/>
                  </a:lnTo>
                  <a:lnTo>
                    <a:pt x="32874" y="59419"/>
                  </a:lnTo>
                  <a:lnTo>
                    <a:pt x="35687" y="59068"/>
                  </a:lnTo>
                  <a:lnTo>
                    <a:pt x="38675" y="58365"/>
                  </a:lnTo>
                  <a:lnTo>
                    <a:pt x="41312" y="57310"/>
                  </a:lnTo>
                  <a:lnTo>
                    <a:pt x="43949" y="56079"/>
                  </a:lnTo>
                  <a:lnTo>
                    <a:pt x="46410" y="54497"/>
                  </a:lnTo>
                  <a:lnTo>
                    <a:pt x="48696" y="52739"/>
                  </a:lnTo>
                  <a:lnTo>
                    <a:pt x="50805" y="50981"/>
                  </a:lnTo>
                  <a:lnTo>
                    <a:pt x="52739" y="48696"/>
                  </a:lnTo>
                  <a:lnTo>
                    <a:pt x="54497" y="46410"/>
                  </a:lnTo>
                  <a:lnTo>
                    <a:pt x="55903" y="43949"/>
                  </a:lnTo>
                  <a:lnTo>
                    <a:pt x="57134" y="41488"/>
                  </a:lnTo>
                  <a:lnTo>
                    <a:pt x="58189" y="38675"/>
                  </a:lnTo>
                  <a:lnTo>
                    <a:pt x="58892" y="35863"/>
                  </a:lnTo>
                  <a:lnTo>
                    <a:pt x="59419" y="32874"/>
                  </a:lnTo>
                  <a:lnTo>
                    <a:pt x="59595" y="29885"/>
                  </a:lnTo>
                  <a:lnTo>
                    <a:pt x="59419" y="26721"/>
                  </a:lnTo>
                  <a:lnTo>
                    <a:pt x="58892" y="23733"/>
                  </a:lnTo>
                  <a:lnTo>
                    <a:pt x="58189" y="20920"/>
                  </a:lnTo>
                  <a:lnTo>
                    <a:pt x="57134" y="18283"/>
                  </a:lnTo>
                  <a:lnTo>
                    <a:pt x="55903" y="15646"/>
                  </a:lnTo>
                  <a:lnTo>
                    <a:pt x="54497" y="13185"/>
                  </a:lnTo>
                  <a:lnTo>
                    <a:pt x="52739" y="10899"/>
                  </a:lnTo>
                  <a:lnTo>
                    <a:pt x="50805" y="8790"/>
                  </a:lnTo>
                  <a:lnTo>
                    <a:pt x="48696" y="6856"/>
                  </a:lnTo>
                  <a:lnTo>
                    <a:pt x="46410" y="5098"/>
                  </a:lnTo>
                  <a:lnTo>
                    <a:pt x="43949" y="3516"/>
                  </a:lnTo>
                  <a:lnTo>
                    <a:pt x="41312" y="2285"/>
                  </a:lnTo>
                  <a:lnTo>
                    <a:pt x="38675" y="1406"/>
                  </a:lnTo>
                  <a:lnTo>
                    <a:pt x="35687" y="527"/>
                  </a:lnTo>
                  <a:lnTo>
                    <a:pt x="32874" y="176"/>
                  </a:lnTo>
                  <a:lnTo>
                    <a:pt x="2971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2" name="Google Shape;802;p61"/>
            <p:cNvSpPr/>
            <p:nvPr/>
          </p:nvSpPr>
          <p:spPr>
            <a:xfrm>
              <a:off x="4587900" y="3635400"/>
              <a:ext cx="1841475" cy="1841475"/>
            </a:xfrm>
            <a:custGeom>
              <a:avLst/>
              <a:gdLst/>
              <a:ahLst/>
              <a:cxnLst/>
              <a:rect l="l" t="t" r="r" b="b"/>
              <a:pathLst>
                <a:path w="73659" h="73659" extrusionOk="0">
                  <a:moveTo>
                    <a:pt x="36917" y="0"/>
                  </a:moveTo>
                  <a:lnTo>
                    <a:pt x="0" y="36742"/>
                  </a:lnTo>
                  <a:lnTo>
                    <a:pt x="36917" y="73659"/>
                  </a:lnTo>
                  <a:lnTo>
                    <a:pt x="73659" y="36742"/>
                  </a:lnTo>
                  <a:lnTo>
                    <a:pt x="36917"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3" name="Google Shape;803;p61"/>
            <p:cNvSpPr/>
            <p:nvPr/>
          </p:nvSpPr>
          <p:spPr>
            <a:xfrm>
              <a:off x="1190625" y="238125"/>
              <a:ext cx="5238750" cy="5238750"/>
            </a:xfrm>
            <a:custGeom>
              <a:avLst/>
              <a:gdLst/>
              <a:ahLst/>
              <a:cxnLst/>
              <a:rect l="l" t="t" r="r" b="b"/>
              <a:pathLst>
                <a:path w="209550" h="209550" extrusionOk="0">
                  <a:moveTo>
                    <a:pt x="129738" y="0"/>
                  </a:moveTo>
                  <a:lnTo>
                    <a:pt x="129738" y="26721"/>
                  </a:lnTo>
                  <a:lnTo>
                    <a:pt x="163667" y="26721"/>
                  </a:lnTo>
                  <a:lnTo>
                    <a:pt x="0" y="190564"/>
                  </a:lnTo>
                  <a:lnTo>
                    <a:pt x="18986" y="209550"/>
                  </a:lnTo>
                  <a:lnTo>
                    <a:pt x="183005" y="45531"/>
                  </a:lnTo>
                  <a:lnTo>
                    <a:pt x="183005" y="79812"/>
                  </a:lnTo>
                  <a:lnTo>
                    <a:pt x="209550" y="79812"/>
                  </a:lnTo>
                  <a:lnTo>
                    <a:pt x="209550" y="26721"/>
                  </a:lnTo>
                  <a:lnTo>
                    <a:pt x="20955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04" name="Google Shape;804;p61"/>
          <p:cNvSpPr/>
          <p:nvPr/>
        </p:nvSpPr>
        <p:spPr>
          <a:xfrm>
            <a:off x="5075563" y="2755100"/>
            <a:ext cx="306575" cy="376300"/>
          </a:xfrm>
          <a:custGeom>
            <a:avLst/>
            <a:gdLst/>
            <a:ahLst/>
            <a:cxnLst/>
            <a:rect l="l" t="t" r="r" b="b"/>
            <a:pathLst>
              <a:path w="12263" h="15052" extrusionOk="0">
                <a:moveTo>
                  <a:pt x="7627" y="1030"/>
                </a:moveTo>
                <a:lnTo>
                  <a:pt x="7627" y="2090"/>
                </a:lnTo>
                <a:lnTo>
                  <a:pt x="2080" y="2090"/>
                </a:lnTo>
                <a:lnTo>
                  <a:pt x="2080" y="10406"/>
                </a:lnTo>
                <a:lnTo>
                  <a:pt x="1030" y="10406"/>
                </a:lnTo>
                <a:lnTo>
                  <a:pt x="1030" y="1030"/>
                </a:lnTo>
                <a:close/>
                <a:moveTo>
                  <a:pt x="9430" y="3108"/>
                </a:moveTo>
                <a:lnTo>
                  <a:pt x="9430" y="4137"/>
                </a:lnTo>
                <a:lnTo>
                  <a:pt x="4137" y="4137"/>
                </a:lnTo>
                <a:lnTo>
                  <a:pt x="4137" y="10406"/>
                </a:lnTo>
                <a:lnTo>
                  <a:pt x="4137" y="11435"/>
                </a:lnTo>
                <a:lnTo>
                  <a:pt x="4137" y="12220"/>
                </a:lnTo>
                <a:lnTo>
                  <a:pt x="3109" y="12220"/>
                </a:lnTo>
                <a:lnTo>
                  <a:pt x="3109" y="11435"/>
                </a:lnTo>
                <a:lnTo>
                  <a:pt x="3109" y="10406"/>
                </a:lnTo>
                <a:lnTo>
                  <a:pt x="3109" y="3108"/>
                </a:lnTo>
                <a:close/>
                <a:moveTo>
                  <a:pt x="11233" y="5166"/>
                </a:moveTo>
                <a:lnTo>
                  <a:pt x="11233" y="14023"/>
                </a:lnTo>
                <a:lnTo>
                  <a:pt x="5156" y="14023"/>
                </a:lnTo>
                <a:lnTo>
                  <a:pt x="5156" y="13238"/>
                </a:lnTo>
                <a:lnTo>
                  <a:pt x="5156" y="12220"/>
                </a:lnTo>
                <a:lnTo>
                  <a:pt x="5156" y="11435"/>
                </a:lnTo>
                <a:lnTo>
                  <a:pt x="5156" y="10406"/>
                </a:lnTo>
                <a:lnTo>
                  <a:pt x="5156" y="5166"/>
                </a:lnTo>
                <a:close/>
                <a:moveTo>
                  <a:pt x="1" y="1"/>
                </a:moveTo>
                <a:lnTo>
                  <a:pt x="1" y="11435"/>
                </a:lnTo>
                <a:lnTo>
                  <a:pt x="2080" y="11435"/>
                </a:lnTo>
                <a:lnTo>
                  <a:pt x="2080" y="13238"/>
                </a:lnTo>
                <a:lnTo>
                  <a:pt x="4137" y="13238"/>
                </a:lnTo>
                <a:lnTo>
                  <a:pt x="4137" y="15052"/>
                </a:lnTo>
                <a:lnTo>
                  <a:pt x="12262" y="15052"/>
                </a:lnTo>
                <a:lnTo>
                  <a:pt x="12262" y="4137"/>
                </a:lnTo>
                <a:lnTo>
                  <a:pt x="10459" y="4137"/>
                </a:lnTo>
                <a:lnTo>
                  <a:pt x="10459" y="2090"/>
                </a:lnTo>
                <a:lnTo>
                  <a:pt x="8656" y="2090"/>
                </a:lnTo>
                <a:lnTo>
                  <a:pt x="865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05" name="Google Shape;805;p61"/>
          <p:cNvGrpSpPr/>
          <p:nvPr/>
        </p:nvGrpSpPr>
        <p:grpSpPr>
          <a:xfrm>
            <a:off x="5115213" y="4083162"/>
            <a:ext cx="227283" cy="376316"/>
            <a:chOff x="1192400" y="3259400"/>
            <a:chExt cx="324875" cy="537825"/>
          </a:xfrm>
        </p:grpSpPr>
        <p:sp>
          <p:nvSpPr>
            <p:cNvPr id="806" name="Google Shape;806;p61"/>
            <p:cNvSpPr/>
            <p:nvPr/>
          </p:nvSpPr>
          <p:spPr>
            <a:xfrm>
              <a:off x="1223500" y="3259400"/>
              <a:ext cx="293775" cy="194050"/>
            </a:xfrm>
            <a:custGeom>
              <a:avLst/>
              <a:gdLst/>
              <a:ahLst/>
              <a:cxnLst/>
              <a:rect l="l" t="t" r="r" b="b"/>
              <a:pathLst>
                <a:path w="11751" h="7762" extrusionOk="0">
                  <a:moveTo>
                    <a:pt x="6842" y="0"/>
                  </a:moveTo>
                  <a:lnTo>
                    <a:pt x="6626" y="14"/>
                  </a:lnTo>
                  <a:lnTo>
                    <a:pt x="6409" y="55"/>
                  </a:lnTo>
                  <a:lnTo>
                    <a:pt x="6166" y="109"/>
                  </a:lnTo>
                  <a:lnTo>
                    <a:pt x="5923" y="190"/>
                  </a:lnTo>
                  <a:lnTo>
                    <a:pt x="5706" y="284"/>
                  </a:lnTo>
                  <a:lnTo>
                    <a:pt x="5490" y="406"/>
                  </a:lnTo>
                  <a:lnTo>
                    <a:pt x="5301" y="555"/>
                  </a:lnTo>
                  <a:lnTo>
                    <a:pt x="5111" y="717"/>
                  </a:lnTo>
                  <a:lnTo>
                    <a:pt x="4949" y="893"/>
                  </a:lnTo>
                  <a:lnTo>
                    <a:pt x="4800" y="1082"/>
                  </a:lnTo>
                  <a:lnTo>
                    <a:pt x="4530" y="1042"/>
                  </a:lnTo>
                  <a:lnTo>
                    <a:pt x="4259" y="1028"/>
                  </a:lnTo>
                  <a:lnTo>
                    <a:pt x="4043" y="1028"/>
                  </a:lnTo>
                  <a:lnTo>
                    <a:pt x="3840" y="1055"/>
                  </a:lnTo>
                  <a:lnTo>
                    <a:pt x="3637" y="1109"/>
                  </a:lnTo>
                  <a:lnTo>
                    <a:pt x="3435" y="1163"/>
                  </a:lnTo>
                  <a:lnTo>
                    <a:pt x="3245" y="1244"/>
                  </a:lnTo>
                  <a:lnTo>
                    <a:pt x="3070" y="1326"/>
                  </a:lnTo>
                  <a:lnTo>
                    <a:pt x="2894" y="1434"/>
                  </a:lnTo>
                  <a:lnTo>
                    <a:pt x="2732" y="1555"/>
                  </a:lnTo>
                  <a:lnTo>
                    <a:pt x="2583" y="1677"/>
                  </a:lnTo>
                  <a:lnTo>
                    <a:pt x="2434" y="1826"/>
                  </a:lnTo>
                  <a:lnTo>
                    <a:pt x="2312" y="1975"/>
                  </a:lnTo>
                  <a:lnTo>
                    <a:pt x="2191" y="2137"/>
                  </a:lnTo>
                  <a:lnTo>
                    <a:pt x="2083" y="2313"/>
                  </a:lnTo>
                  <a:lnTo>
                    <a:pt x="2001" y="2488"/>
                  </a:lnTo>
                  <a:lnTo>
                    <a:pt x="1920" y="2678"/>
                  </a:lnTo>
                  <a:lnTo>
                    <a:pt x="1866" y="2880"/>
                  </a:lnTo>
                  <a:lnTo>
                    <a:pt x="1663" y="2935"/>
                  </a:lnTo>
                  <a:lnTo>
                    <a:pt x="1474" y="3016"/>
                  </a:lnTo>
                  <a:lnTo>
                    <a:pt x="1285" y="3110"/>
                  </a:lnTo>
                  <a:lnTo>
                    <a:pt x="1122" y="3205"/>
                  </a:lnTo>
                  <a:lnTo>
                    <a:pt x="960" y="3327"/>
                  </a:lnTo>
                  <a:lnTo>
                    <a:pt x="798" y="3462"/>
                  </a:lnTo>
                  <a:lnTo>
                    <a:pt x="663" y="3597"/>
                  </a:lnTo>
                  <a:lnTo>
                    <a:pt x="528" y="3759"/>
                  </a:lnTo>
                  <a:lnTo>
                    <a:pt x="406" y="3922"/>
                  </a:lnTo>
                  <a:lnTo>
                    <a:pt x="311" y="4084"/>
                  </a:lnTo>
                  <a:lnTo>
                    <a:pt x="217" y="4273"/>
                  </a:lnTo>
                  <a:lnTo>
                    <a:pt x="149" y="4462"/>
                  </a:lnTo>
                  <a:lnTo>
                    <a:pt x="81" y="4652"/>
                  </a:lnTo>
                  <a:lnTo>
                    <a:pt x="41" y="4855"/>
                  </a:lnTo>
                  <a:lnTo>
                    <a:pt x="14" y="5071"/>
                  </a:lnTo>
                  <a:lnTo>
                    <a:pt x="0" y="5287"/>
                  </a:lnTo>
                  <a:lnTo>
                    <a:pt x="14" y="5544"/>
                  </a:lnTo>
                  <a:lnTo>
                    <a:pt x="54" y="5788"/>
                  </a:lnTo>
                  <a:lnTo>
                    <a:pt x="108" y="6017"/>
                  </a:lnTo>
                  <a:lnTo>
                    <a:pt x="203" y="6247"/>
                  </a:lnTo>
                  <a:lnTo>
                    <a:pt x="298" y="6464"/>
                  </a:lnTo>
                  <a:lnTo>
                    <a:pt x="433" y="6666"/>
                  </a:lnTo>
                  <a:lnTo>
                    <a:pt x="568" y="6869"/>
                  </a:lnTo>
                  <a:lnTo>
                    <a:pt x="730" y="7045"/>
                  </a:lnTo>
                  <a:lnTo>
                    <a:pt x="906" y="7194"/>
                  </a:lnTo>
                  <a:lnTo>
                    <a:pt x="1095" y="7343"/>
                  </a:lnTo>
                  <a:lnTo>
                    <a:pt x="1298" y="7464"/>
                  </a:lnTo>
                  <a:lnTo>
                    <a:pt x="1515" y="7572"/>
                  </a:lnTo>
                  <a:lnTo>
                    <a:pt x="1744" y="7654"/>
                  </a:lnTo>
                  <a:lnTo>
                    <a:pt x="1988" y="7721"/>
                  </a:lnTo>
                  <a:lnTo>
                    <a:pt x="2231" y="7748"/>
                  </a:lnTo>
                  <a:lnTo>
                    <a:pt x="2488" y="7762"/>
                  </a:lnTo>
                  <a:lnTo>
                    <a:pt x="8938" y="7762"/>
                  </a:lnTo>
                  <a:lnTo>
                    <a:pt x="9208" y="7748"/>
                  </a:lnTo>
                  <a:lnTo>
                    <a:pt x="9465" y="7721"/>
                  </a:lnTo>
                  <a:lnTo>
                    <a:pt x="9709" y="7654"/>
                  </a:lnTo>
                  <a:lnTo>
                    <a:pt x="9952" y="7586"/>
                  </a:lnTo>
                  <a:lnTo>
                    <a:pt x="10182" y="7478"/>
                  </a:lnTo>
                  <a:lnTo>
                    <a:pt x="10398" y="7356"/>
                  </a:lnTo>
                  <a:lnTo>
                    <a:pt x="10601" y="7221"/>
                  </a:lnTo>
                  <a:lnTo>
                    <a:pt x="10790" y="7072"/>
                  </a:lnTo>
                  <a:lnTo>
                    <a:pt x="10966" y="6896"/>
                  </a:lnTo>
                  <a:lnTo>
                    <a:pt x="11128" y="6721"/>
                  </a:lnTo>
                  <a:lnTo>
                    <a:pt x="11277" y="6518"/>
                  </a:lnTo>
                  <a:lnTo>
                    <a:pt x="11399" y="6301"/>
                  </a:lnTo>
                  <a:lnTo>
                    <a:pt x="11507" y="6085"/>
                  </a:lnTo>
                  <a:lnTo>
                    <a:pt x="11602" y="5842"/>
                  </a:lnTo>
                  <a:lnTo>
                    <a:pt x="11669" y="5598"/>
                  </a:lnTo>
                  <a:lnTo>
                    <a:pt x="11723" y="5355"/>
                  </a:lnTo>
                  <a:lnTo>
                    <a:pt x="11737" y="5152"/>
                  </a:lnTo>
                  <a:lnTo>
                    <a:pt x="11750" y="4963"/>
                  </a:lnTo>
                  <a:lnTo>
                    <a:pt x="11737" y="4719"/>
                  </a:lnTo>
                  <a:lnTo>
                    <a:pt x="11710" y="4476"/>
                  </a:lnTo>
                  <a:lnTo>
                    <a:pt x="11656" y="4246"/>
                  </a:lnTo>
                  <a:lnTo>
                    <a:pt x="11588" y="4030"/>
                  </a:lnTo>
                  <a:lnTo>
                    <a:pt x="11521" y="3840"/>
                  </a:lnTo>
                  <a:lnTo>
                    <a:pt x="11439" y="3665"/>
                  </a:lnTo>
                  <a:lnTo>
                    <a:pt x="11345" y="3502"/>
                  </a:lnTo>
                  <a:lnTo>
                    <a:pt x="11237" y="3340"/>
                  </a:lnTo>
                  <a:lnTo>
                    <a:pt x="11115" y="3191"/>
                  </a:lnTo>
                  <a:lnTo>
                    <a:pt x="10993" y="3043"/>
                  </a:lnTo>
                  <a:lnTo>
                    <a:pt x="10858" y="2908"/>
                  </a:lnTo>
                  <a:lnTo>
                    <a:pt x="10723" y="2786"/>
                  </a:lnTo>
                  <a:lnTo>
                    <a:pt x="10560" y="2664"/>
                  </a:lnTo>
                  <a:lnTo>
                    <a:pt x="10412" y="2556"/>
                  </a:lnTo>
                  <a:lnTo>
                    <a:pt x="10236" y="2461"/>
                  </a:lnTo>
                  <a:lnTo>
                    <a:pt x="10060" y="2380"/>
                  </a:lnTo>
                  <a:lnTo>
                    <a:pt x="9884" y="2313"/>
                  </a:lnTo>
                  <a:lnTo>
                    <a:pt x="9695" y="2245"/>
                  </a:lnTo>
                  <a:lnTo>
                    <a:pt x="9506" y="2204"/>
                  </a:lnTo>
                  <a:lnTo>
                    <a:pt x="9303" y="2177"/>
                  </a:lnTo>
                  <a:lnTo>
                    <a:pt x="9289" y="2015"/>
                  </a:lnTo>
                  <a:lnTo>
                    <a:pt x="9249" y="1853"/>
                  </a:lnTo>
                  <a:lnTo>
                    <a:pt x="9195" y="1704"/>
                  </a:lnTo>
                  <a:lnTo>
                    <a:pt x="9141" y="1555"/>
                  </a:lnTo>
                  <a:lnTo>
                    <a:pt x="9087" y="1407"/>
                  </a:lnTo>
                  <a:lnTo>
                    <a:pt x="9006" y="1271"/>
                  </a:lnTo>
                  <a:lnTo>
                    <a:pt x="8924" y="1136"/>
                  </a:lnTo>
                  <a:lnTo>
                    <a:pt x="8830" y="1001"/>
                  </a:lnTo>
                  <a:lnTo>
                    <a:pt x="8735" y="879"/>
                  </a:lnTo>
                  <a:lnTo>
                    <a:pt x="8627" y="771"/>
                  </a:lnTo>
                  <a:lnTo>
                    <a:pt x="8519" y="649"/>
                  </a:lnTo>
                  <a:lnTo>
                    <a:pt x="8397" y="555"/>
                  </a:lnTo>
                  <a:lnTo>
                    <a:pt x="8275" y="460"/>
                  </a:lnTo>
                  <a:lnTo>
                    <a:pt x="8140" y="379"/>
                  </a:lnTo>
                  <a:lnTo>
                    <a:pt x="8005" y="298"/>
                  </a:lnTo>
                  <a:lnTo>
                    <a:pt x="7870" y="230"/>
                  </a:lnTo>
                  <a:lnTo>
                    <a:pt x="7626" y="136"/>
                  </a:lnTo>
                  <a:lnTo>
                    <a:pt x="7369" y="68"/>
                  </a:lnTo>
                  <a:lnTo>
                    <a:pt x="7113" y="14"/>
                  </a:lnTo>
                  <a:lnTo>
                    <a:pt x="6842"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7" name="Google Shape;807;p61"/>
            <p:cNvSpPr/>
            <p:nvPr/>
          </p:nvSpPr>
          <p:spPr>
            <a:xfrm>
              <a:off x="1192400" y="3486225"/>
              <a:ext cx="324875" cy="311000"/>
            </a:xfrm>
            <a:custGeom>
              <a:avLst/>
              <a:gdLst/>
              <a:ahLst/>
              <a:cxnLst/>
              <a:rect l="l" t="t" r="r" b="b"/>
              <a:pathLst>
                <a:path w="12995" h="12440" extrusionOk="0">
                  <a:moveTo>
                    <a:pt x="4800" y="649"/>
                  </a:moveTo>
                  <a:lnTo>
                    <a:pt x="4800" y="1961"/>
                  </a:lnTo>
                  <a:lnTo>
                    <a:pt x="6112" y="1961"/>
                  </a:lnTo>
                  <a:lnTo>
                    <a:pt x="6112" y="649"/>
                  </a:lnTo>
                  <a:close/>
                  <a:moveTo>
                    <a:pt x="11683" y="0"/>
                  </a:moveTo>
                  <a:lnTo>
                    <a:pt x="11683" y="5476"/>
                  </a:lnTo>
                  <a:lnTo>
                    <a:pt x="9709" y="7505"/>
                  </a:lnTo>
                  <a:lnTo>
                    <a:pt x="9709" y="11128"/>
                  </a:lnTo>
                  <a:lnTo>
                    <a:pt x="6747" y="11128"/>
                  </a:lnTo>
                  <a:lnTo>
                    <a:pt x="6747" y="7883"/>
                  </a:lnTo>
                  <a:lnTo>
                    <a:pt x="2786" y="7883"/>
                  </a:lnTo>
                  <a:lnTo>
                    <a:pt x="2786" y="5950"/>
                  </a:lnTo>
                  <a:lnTo>
                    <a:pt x="2786" y="4638"/>
                  </a:lnTo>
                  <a:lnTo>
                    <a:pt x="1555" y="4638"/>
                  </a:lnTo>
                  <a:lnTo>
                    <a:pt x="2907" y="1312"/>
                  </a:lnTo>
                  <a:lnTo>
                    <a:pt x="1447" y="1312"/>
                  </a:lnTo>
                  <a:lnTo>
                    <a:pt x="0" y="4638"/>
                  </a:lnTo>
                  <a:lnTo>
                    <a:pt x="0" y="5950"/>
                  </a:lnTo>
                  <a:lnTo>
                    <a:pt x="1474" y="5950"/>
                  </a:lnTo>
                  <a:lnTo>
                    <a:pt x="1474" y="9195"/>
                  </a:lnTo>
                  <a:lnTo>
                    <a:pt x="5436" y="9195"/>
                  </a:lnTo>
                  <a:lnTo>
                    <a:pt x="5436" y="12440"/>
                  </a:lnTo>
                  <a:lnTo>
                    <a:pt x="11020" y="12440"/>
                  </a:lnTo>
                  <a:lnTo>
                    <a:pt x="11020" y="8032"/>
                  </a:lnTo>
                  <a:lnTo>
                    <a:pt x="12994" y="6004"/>
                  </a:lnTo>
                  <a:lnTo>
                    <a:pt x="1299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808" name="Google Shape;808;p61"/>
          <p:cNvPicPr preferRelativeResize="0"/>
          <p:nvPr/>
        </p:nvPicPr>
        <p:blipFill>
          <a:blip r:embed="rId2">
            <a:alphaModFix/>
          </a:blip>
          <a:stretch>
            <a:fillRect/>
          </a:stretch>
        </p:blipFill>
        <p:spPr>
          <a:xfrm>
            <a:off x="8565901" y="154375"/>
            <a:ext cx="424850" cy="428248"/>
          </a:xfrm>
          <a:prstGeom prst="rect">
            <a:avLst/>
          </a:prstGeom>
          <a:noFill/>
          <a:ln>
            <a:noFill/>
          </a:ln>
        </p:spPr>
      </p:pic>
    </p:spTree>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matchingName="Chart - create your own 1">
  <p:cSld name="CUSTOM_8_2">
    <p:bg>
      <p:bgPr>
        <a:solidFill>
          <a:schemeClr val="dk1"/>
        </a:solidFill>
        <a:effectLst/>
      </p:bgPr>
    </p:bg>
    <p:spTree>
      <p:nvGrpSpPr>
        <p:cNvPr id="1" name="Shape 809"/>
        <p:cNvGrpSpPr/>
        <p:nvPr/>
      </p:nvGrpSpPr>
      <p:grpSpPr>
        <a:xfrm>
          <a:off x="0" y="0"/>
          <a:ext cx="0" cy="0"/>
          <a:chOff x="0" y="0"/>
          <a:chExt cx="0" cy="0"/>
        </a:xfrm>
      </p:grpSpPr>
      <p:sp>
        <p:nvSpPr>
          <p:cNvPr id="810" name="Google Shape;810;p62"/>
          <p:cNvSpPr txBox="1">
            <a:spLocks noGrp="1"/>
          </p:cNvSpPr>
          <p:nvPr>
            <p:ph type="title"/>
          </p:nvPr>
        </p:nvSpPr>
        <p:spPr>
          <a:xfrm>
            <a:off x="457200" y="114300"/>
            <a:ext cx="8229600" cy="903300"/>
          </a:xfrm>
          <a:prstGeom prst="rect">
            <a:avLst/>
          </a:prstGeom>
        </p:spPr>
        <p:txBody>
          <a:bodyPr spcFirstLastPara="1" wrap="square" lIns="0" tIns="0" rIns="0" bIns="0" anchor="t" anchorCtr="0">
            <a:spAutoFit/>
          </a:bodyPr>
          <a:lstStyle>
            <a:lvl1pPr lvl="0" rtl="0">
              <a:spcBef>
                <a:spcPts val="0"/>
              </a:spcBef>
              <a:spcAft>
                <a:spcPts val="0"/>
              </a:spcAft>
              <a:buClr>
                <a:schemeClr val="lt1"/>
              </a:buClr>
              <a:buSzPts val="3400"/>
              <a:buNone/>
              <a:defRPr>
                <a:solidFill>
                  <a:schemeClr val="lt1"/>
                </a:solidFill>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cxnSp>
        <p:nvCxnSpPr>
          <p:cNvPr id="811" name="Google Shape;811;p62"/>
          <p:cNvCxnSpPr/>
          <p:nvPr/>
        </p:nvCxnSpPr>
        <p:spPr>
          <a:xfrm>
            <a:off x="1133875" y="3181365"/>
            <a:ext cx="7552800" cy="0"/>
          </a:xfrm>
          <a:prstGeom prst="straightConnector1">
            <a:avLst/>
          </a:prstGeom>
          <a:noFill/>
          <a:ln w="19050" cap="flat" cmpd="sng">
            <a:solidFill>
              <a:schemeClr val="accent5"/>
            </a:solidFill>
            <a:prstDash val="solid"/>
            <a:round/>
            <a:headEnd type="none" w="med" len="med"/>
            <a:tailEnd type="none" w="med" len="med"/>
          </a:ln>
        </p:spPr>
      </p:cxnSp>
      <p:cxnSp>
        <p:nvCxnSpPr>
          <p:cNvPr id="812" name="Google Shape;812;p62"/>
          <p:cNvCxnSpPr/>
          <p:nvPr/>
        </p:nvCxnSpPr>
        <p:spPr>
          <a:xfrm>
            <a:off x="1133875" y="3861345"/>
            <a:ext cx="7552800" cy="0"/>
          </a:xfrm>
          <a:prstGeom prst="straightConnector1">
            <a:avLst/>
          </a:prstGeom>
          <a:noFill/>
          <a:ln w="19050" cap="flat" cmpd="sng">
            <a:solidFill>
              <a:schemeClr val="accent5"/>
            </a:solidFill>
            <a:prstDash val="solid"/>
            <a:round/>
            <a:headEnd type="none" w="med" len="med"/>
            <a:tailEnd type="none" w="med" len="med"/>
          </a:ln>
        </p:spPr>
      </p:cxnSp>
      <p:cxnSp>
        <p:nvCxnSpPr>
          <p:cNvPr id="813" name="Google Shape;813;p62"/>
          <p:cNvCxnSpPr/>
          <p:nvPr/>
        </p:nvCxnSpPr>
        <p:spPr>
          <a:xfrm>
            <a:off x="1133875" y="2501385"/>
            <a:ext cx="7552800" cy="0"/>
          </a:xfrm>
          <a:prstGeom prst="straightConnector1">
            <a:avLst/>
          </a:prstGeom>
          <a:noFill/>
          <a:ln w="19050" cap="flat" cmpd="sng">
            <a:solidFill>
              <a:schemeClr val="accent5"/>
            </a:solidFill>
            <a:prstDash val="solid"/>
            <a:round/>
            <a:headEnd type="none" w="med" len="med"/>
            <a:tailEnd type="none" w="med" len="med"/>
          </a:ln>
        </p:spPr>
      </p:cxnSp>
      <p:cxnSp>
        <p:nvCxnSpPr>
          <p:cNvPr id="814" name="Google Shape;814;p62"/>
          <p:cNvCxnSpPr/>
          <p:nvPr/>
        </p:nvCxnSpPr>
        <p:spPr>
          <a:xfrm>
            <a:off x="1133875" y="4541325"/>
            <a:ext cx="7552800" cy="0"/>
          </a:xfrm>
          <a:prstGeom prst="straightConnector1">
            <a:avLst/>
          </a:prstGeom>
          <a:noFill/>
          <a:ln w="28575" cap="flat" cmpd="sng">
            <a:solidFill>
              <a:schemeClr val="lt1"/>
            </a:solidFill>
            <a:prstDash val="solid"/>
            <a:round/>
            <a:headEnd type="none" w="med" len="med"/>
            <a:tailEnd type="none" w="med" len="med"/>
          </a:ln>
        </p:spPr>
      </p:cxnSp>
      <p:cxnSp>
        <p:nvCxnSpPr>
          <p:cNvPr id="815" name="Google Shape;815;p62"/>
          <p:cNvCxnSpPr/>
          <p:nvPr/>
        </p:nvCxnSpPr>
        <p:spPr>
          <a:xfrm>
            <a:off x="1133875" y="1821405"/>
            <a:ext cx="7552800" cy="0"/>
          </a:xfrm>
          <a:prstGeom prst="straightConnector1">
            <a:avLst/>
          </a:prstGeom>
          <a:noFill/>
          <a:ln w="19050" cap="flat" cmpd="sng">
            <a:solidFill>
              <a:schemeClr val="accent5"/>
            </a:solidFill>
            <a:prstDash val="solid"/>
            <a:round/>
            <a:headEnd type="none" w="med" len="med"/>
            <a:tailEnd type="none" w="med" len="med"/>
          </a:ln>
        </p:spPr>
      </p:cxnSp>
      <p:sp>
        <p:nvSpPr>
          <p:cNvPr id="816" name="Google Shape;816;p62"/>
          <p:cNvSpPr txBox="1">
            <a:spLocks noGrp="1"/>
          </p:cNvSpPr>
          <p:nvPr>
            <p:ph type="subTitle" idx="1"/>
          </p:nvPr>
        </p:nvSpPr>
        <p:spPr>
          <a:xfrm>
            <a:off x="41225" y="1556550"/>
            <a:ext cx="925200" cy="434700"/>
          </a:xfrm>
          <a:prstGeom prst="rect">
            <a:avLst/>
          </a:prstGeom>
        </p:spPr>
        <p:txBody>
          <a:bodyPr spcFirstLastPara="1" wrap="square" lIns="0" tIns="0" rIns="0" bIns="0" anchor="ctr" anchorCtr="0">
            <a:normAutofit/>
          </a:bodyPr>
          <a:lstStyle>
            <a:lvl1pPr lvl="0" algn="r" rtl="0">
              <a:lnSpc>
                <a:spcPct val="100000"/>
              </a:lnSpc>
              <a:spcBef>
                <a:spcPts val="0"/>
              </a:spcBef>
              <a:spcAft>
                <a:spcPts val="0"/>
              </a:spcAft>
              <a:buClr>
                <a:schemeClr val="accent5"/>
              </a:buClr>
              <a:buSzPts val="900"/>
              <a:buFont typeface="IBM Plex Sans Medium"/>
              <a:buNone/>
              <a:defRPr sz="900">
                <a:solidFill>
                  <a:schemeClr val="accent5"/>
                </a:solidFill>
                <a:latin typeface="IBM Plex Sans Medium"/>
                <a:ea typeface="IBM Plex Sans Medium"/>
                <a:cs typeface="IBM Plex Sans Medium"/>
                <a:sym typeface="IBM Plex Sans Medium"/>
              </a:defRPr>
            </a:lvl1pPr>
            <a:lvl2pPr lvl="1" algn="r" rtl="0">
              <a:lnSpc>
                <a:spcPct val="100000"/>
              </a:lnSpc>
              <a:spcBef>
                <a:spcPts val="0"/>
              </a:spcBef>
              <a:spcAft>
                <a:spcPts val="0"/>
              </a:spcAft>
              <a:buClr>
                <a:schemeClr val="accent5"/>
              </a:buClr>
              <a:buSzPts val="900"/>
              <a:buFont typeface="IBM Plex Sans Medium"/>
              <a:buNone/>
              <a:defRPr sz="900">
                <a:solidFill>
                  <a:schemeClr val="accent5"/>
                </a:solidFill>
                <a:latin typeface="IBM Plex Sans Medium"/>
                <a:ea typeface="IBM Plex Sans Medium"/>
                <a:cs typeface="IBM Plex Sans Medium"/>
                <a:sym typeface="IBM Plex Sans Medium"/>
              </a:defRPr>
            </a:lvl2pPr>
            <a:lvl3pPr lvl="2" algn="r" rtl="0">
              <a:lnSpc>
                <a:spcPct val="100000"/>
              </a:lnSpc>
              <a:spcBef>
                <a:spcPts val="0"/>
              </a:spcBef>
              <a:spcAft>
                <a:spcPts val="0"/>
              </a:spcAft>
              <a:buClr>
                <a:schemeClr val="accent5"/>
              </a:buClr>
              <a:buSzPts val="900"/>
              <a:buFont typeface="IBM Plex Sans Medium"/>
              <a:buNone/>
              <a:defRPr sz="900">
                <a:solidFill>
                  <a:schemeClr val="accent5"/>
                </a:solidFill>
                <a:latin typeface="IBM Plex Sans Medium"/>
                <a:ea typeface="IBM Plex Sans Medium"/>
                <a:cs typeface="IBM Plex Sans Medium"/>
                <a:sym typeface="IBM Plex Sans Medium"/>
              </a:defRPr>
            </a:lvl3pPr>
            <a:lvl4pPr lvl="3" algn="r" rtl="0">
              <a:lnSpc>
                <a:spcPct val="100000"/>
              </a:lnSpc>
              <a:spcBef>
                <a:spcPts val="0"/>
              </a:spcBef>
              <a:spcAft>
                <a:spcPts val="0"/>
              </a:spcAft>
              <a:buClr>
                <a:schemeClr val="accent5"/>
              </a:buClr>
              <a:buSzPts val="900"/>
              <a:buFont typeface="IBM Plex Sans Medium"/>
              <a:buNone/>
              <a:defRPr sz="900">
                <a:solidFill>
                  <a:schemeClr val="accent5"/>
                </a:solidFill>
                <a:latin typeface="IBM Plex Sans Medium"/>
                <a:ea typeface="IBM Plex Sans Medium"/>
                <a:cs typeface="IBM Plex Sans Medium"/>
                <a:sym typeface="IBM Plex Sans Medium"/>
              </a:defRPr>
            </a:lvl4pPr>
            <a:lvl5pPr lvl="4" algn="r" rtl="0">
              <a:lnSpc>
                <a:spcPct val="100000"/>
              </a:lnSpc>
              <a:spcBef>
                <a:spcPts val="0"/>
              </a:spcBef>
              <a:spcAft>
                <a:spcPts val="0"/>
              </a:spcAft>
              <a:buClr>
                <a:schemeClr val="accent5"/>
              </a:buClr>
              <a:buSzPts val="900"/>
              <a:buFont typeface="IBM Plex Sans Medium"/>
              <a:buNone/>
              <a:defRPr sz="900">
                <a:solidFill>
                  <a:schemeClr val="accent5"/>
                </a:solidFill>
                <a:latin typeface="IBM Plex Sans Medium"/>
                <a:ea typeface="IBM Plex Sans Medium"/>
                <a:cs typeface="IBM Plex Sans Medium"/>
                <a:sym typeface="IBM Plex Sans Medium"/>
              </a:defRPr>
            </a:lvl5pPr>
            <a:lvl6pPr lvl="5" algn="r" rtl="0">
              <a:lnSpc>
                <a:spcPct val="100000"/>
              </a:lnSpc>
              <a:spcBef>
                <a:spcPts val="0"/>
              </a:spcBef>
              <a:spcAft>
                <a:spcPts val="0"/>
              </a:spcAft>
              <a:buClr>
                <a:schemeClr val="accent5"/>
              </a:buClr>
              <a:buSzPts val="900"/>
              <a:buFont typeface="IBM Plex Sans Medium"/>
              <a:buNone/>
              <a:defRPr sz="900">
                <a:solidFill>
                  <a:schemeClr val="accent5"/>
                </a:solidFill>
                <a:latin typeface="IBM Plex Sans Medium"/>
                <a:ea typeface="IBM Plex Sans Medium"/>
                <a:cs typeface="IBM Plex Sans Medium"/>
                <a:sym typeface="IBM Plex Sans Medium"/>
              </a:defRPr>
            </a:lvl6pPr>
            <a:lvl7pPr lvl="6" algn="r" rtl="0">
              <a:lnSpc>
                <a:spcPct val="100000"/>
              </a:lnSpc>
              <a:spcBef>
                <a:spcPts val="0"/>
              </a:spcBef>
              <a:spcAft>
                <a:spcPts val="0"/>
              </a:spcAft>
              <a:buClr>
                <a:schemeClr val="accent5"/>
              </a:buClr>
              <a:buSzPts val="900"/>
              <a:buFont typeface="IBM Plex Sans Medium"/>
              <a:buNone/>
              <a:defRPr sz="900">
                <a:solidFill>
                  <a:schemeClr val="accent5"/>
                </a:solidFill>
                <a:latin typeface="IBM Plex Sans Medium"/>
                <a:ea typeface="IBM Plex Sans Medium"/>
                <a:cs typeface="IBM Plex Sans Medium"/>
                <a:sym typeface="IBM Plex Sans Medium"/>
              </a:defRPr>
            </a:lvl7pPr>
            <a:lvl8pPr lvl="7" algn="r" rtl="0">
              <a:lnSpc>
                <a:spcPct val="100000"/>
              </a:lnSpc>
              <a:spcBef>
                <a:spcPts val="0"/>
              </a:spcBef>
              <a:spcAft>
                <a:spcPts val="0"/>
              </a:spcAft>
              <a:buClr>
                <a:schemeClr val="accent5"/>
              </a:buClr>
              <a:buSzPts val="900"/>
              <a:buFont typeface="IBM Plex Sans Medium"/>
              <a:buNone/>
              <a:defRPr sz="900">
                <a:solidFill>
                  <a:schemeClr val="accent5"/>
                </a:solidFill>
                <a:latin typeface="IBM Plex Sans Medium"/>
                <a:ea typeface="IBM Plex Sans Medium"/>
                <a:cs typeface="IBM Plex Sans Medium"/>
                <a:sym typeface="IBM Plex Sans Medium"/>
              </a:defRPr>
            </a:lvl8pPr>
            <a:lvl9pPr lvl="8" algn="r" rtl="0">
              <a:lnSpc>
                <a:spcPct val="100000"/>
              </a:lnSpc>
              <a:spcBef>
                <a:spcPts val="0"/>
              </a:spcBef>
              <a:spcAft>
                <a:spcPts val="0"/>
              </a:spcAft>
              <a:buClr>
                <a:schemeClr val="accent5"/>
              </a:buClr>
              <a:buSzPts val="900"/>
              <a:buFont typeface="IBM Plex Sans Medium"/>
              <a:buNone/>
              <a:defRPr sz="900">
                <a:solidFill>
                  <a:schemeClr val="accent5"/>
                </a:solidFill>
                <a:latin typeface="IBM Plex Sans Medium"/>
                <a:ea typeface="IBM Plex Sans Medium"/>
                <a:cs typeface="IBM Plex Sans Medium"/>
                <a:sym typeface="IBM Plex Sans Medium"/>
              </a:defRPr>
            </a:lvl9pPr>
          </a:lstStyle>
          <a:p>
            <a:endParaRPr/>
          </a:p>
        </p:txBody>
      </p:sp>
      <p:sp>
        <p:nvSpPr>
          <p:cNvPr id="817" name="Google Shape;817;p62"/>
          <p:cNvSpPr txBox="1">
            <a:spLocks noGrp="1"/>
          </p:cNvSpPr>
          <p:nvPr>
            <p:ph type="subTitle" idx="2"/>
          </p:nvPr>
        </p:nvSpPr>
        <p:spPr>
          <a:xfrm>
            <a:off x="41200" y="2301750"/>
            <a:ext cx="925200" cy="434700"/>
          </a:xfrm>
          <a:prstGeom prst="rect">
            <a:avLst/>
          </a:prstGeom>
        </p:spPr>
        <p:txBody>
          <a:bodyPr spcFirstLastPara="1" wrap="square" lIns="0" tIns="0" rIns="0" bIns="0" anchor="ctr" anchorCtr="0">
            <a:normAutofit/>
          </a:bodyPr>
          <a:lstStyle>
            <a:lvl1pPr lvl="0" algn="r" rtl="0">
              <a:lnSpc>
                <a:spcPct val="100000"/>
              </a:lnSpc>
              <a:spcBef>
                <a:spcPts val="0"/>
              </a:spcBef>
              <a:spcAft>
                <a:spcPts val="0"/>
              </a:spcAft>
              <a:buClr>
                <a:schemeClr val="accent5"/>
              </a:buClr>
              <a:buSzPts val="900"/>
              <a:buFont typeface="IBM Plex Sans Medium"/>
              <a:buNone/>
              <a:defRPr sz="900">
                <a:solidFill>
                  <a:schemeClr val="accent5"/>
                </a:solidFill>
                <a:latin typeface="IBM Plex Sans Medium"/>
                <a:ea typeface="IBM Plex Sans Medium"/>
                <a:cs typeface="IBM Plex Sans Medium"/>
                <a:sym typeface="IBM Plex Sans Medium"/>
              </a:defRPr>
            </a:lvl1pPr>
            <a:lvl2pPr lvl="1" algn="r" rtl="0">
              <a:lnSpc>
                <a:spcPct val="100000"/>
              </a:lnSpc>
              <a:spcBef>
                <a:spcPts val="0"/>
              </a:spcBef>
              <a:spcAft>
                <a:spcPts val="0"/>
              </a:spcAft>
              <a:buClr>
                <a:schemeClr val="accent5"/>
              </a:buClr>
              <a:buSzPts val="900"/>
              <a:buFont typeface="IBM Plex Sans Medium"/>
              <a:buNone/>
              <a:defRPr sz="900">
                <a:solidFill>
                  <a:schemeClr val="accent5"/>
                </a:solidFill>
                <a:latin typeface="IBM Plex Sans Medium"/>
                <a:ea typeface="IBM Plex Sans Medium"/>
                <a:cs typeface="IBM Plex Sans Medium"/>
                <a:sym typeface="IBM Plex Sans Medium"/>
              </a:defRPr>
            </a:lvl2pPr>
            <a:lvl3pPr lvl="2" algn="r" rtl="0">
              <a:lnSpc>
                <a:spcPct val="100000"/>
              </a:lnSpc>
              <a:spcBef>
                <a:spcPts val="0"/>
              </a:spcBef>
              <a:spcAft>
                <a:spcPts val="0"/>
              </a:spcAft>
              <a:buClr>
                <a:schemeClr val="accent5"/>
              </a:buClr>
              <a:buSzPts val="900"/>
              <a:buFont typeface="IBM Plex Sans Medium"/>
              <a:buNone/>
              <a:defRPr sz="900">
                <a:solidFill>
                  <a:schemeClr val="accent5"/>
                </a:solidFill>
                <a:latin typeface="IBM Plex Sans Medium"/>
                <a:ea typeface="IBM Plex Sans Medium"/>
                <a:cs typeface="IBM Plex Sans Medium"/>
                <a:sym typeface="IBM Plex Sans Medium"/>
              </a:defRPr>
            </a:lvl3pPr>
            <a:lvl4pPr lvl="3" algn="r" rtl="0">
              <a:lnSpc>
                <a:spcPct val="100000"/>
              </a:lnSpc>
              <a:spcBef>
                <a:spcPts val="0"/>
              </a:spcBef>
              <a:spcAft>
                <a:spcPts val="0"/>
              </a:spcAft>
              <a:buClr>
                <a:schemeClr val="accent5"/>
              </a:buClr>
              <a:buSzPts val="900"/>
              <a:buFont typeface="IBM Plex Sans Medium"/>
              <a:buNone/>
              <a:defRPr sz="900">
                <a:solidFill>
                  <a:schemeClr val="accent5"/>
                </a:solidFill>
                <a:latin typeface="IBM Plex Sans Medium"/>
                <a:ea typeface="IBM Plex Sans Medium"/>
                <a:cs typeface="IBM Plex Sans Medium"/>
                <a:sym typeface="IBM Plex Sans Medium"/>
              </a:defRPr>
            </a:lvl4pPr>
            <a:lvl5pPr lvl="4" algn="r" rtl="0">
              <a:lnSpc>
                <a:spcPct val="100000"/>
              </a:lnSpc>
              <a:spcBef>
                <a:spcPts val="0"/>
              </a:spcBef>
              <a:spcAft>
                <a:spcPts val="0"/>
              </a:spcAft>
              <a:buClr>
                <a:schemeClr val="accent5"/>
              </a:buClr>
              <a:buSzPts val="900"/>
              <a:buFont typeface="IBM Plex Sans Medium"/>
              <a:buNone/>
              <a:defRPr sz="900">
                <a:solidFill>
                  <a:schemeClr val="accent5"/>
                </a:solidFill>
                <a:latin typeface="IBM Plex Sans Medium"/>
                <a:ea typeface="IBM Plex Sans Medium"/>
                <a:cs typeface="IBM Plex Sans Medium"/>
                <a:sym typeface="IBM Plex Sans Medium"/>
              </a:defRPr>
            </a:lvl5pPr>
            <a:lvl6pPr lvl="5" algn="r" rtl="0">
              <a:lnSpc>
                <a:spcPct val="100000"/>
              </a:lnSpc>
              <a:spcBef>
                <a:spcPts val="0"/>
              </a:spcBef>
              <a:spcAft>
                <a:spcPts val="0"/>
              </a:spcAft>
              <a:buClr>
                <a:schemeClr val="accent5"/>
              </a:buClr>
              <a:buSzPts val="900"/>
              <a:buFont typeface="IBM Plex Sans Medium"/>
              <a:buNone/>
              <a:defRPr sz="900">
                <a:solidFill>
                  <a:schemeClr val="accent5"/>
                </a:solidFill>
                <a:latin typeface="IBM Plex Sans Medium"/>
                <a:ea typeface="IBM Plex Sans Medium"/>
                <a:cs typeface="IBM Plex Sans Medium"/>
                <a:sym typeface="IBM Plex Sans Medium"/>
              </a:defRPr>
            </a:lvl6pPr>
            <a:lvl7pPr lvl="6" algn="r" rtl="0">
              <a:lnSpc>
                <a:spcPct val="100000"/>
              </a:lnSpc>
              <a:spcBef>
                <a:spcPts val="0"/>
              </a:spcBef>
              <a:spcAft>
                <a:spcPts val="0"/>
              </a:spcAft>
              <a:buClr>
                <a:schemeClr val="accent5"/>
              </a:buClr>
              <a:buSzPts val="900"/>
              <a:buFont typeface="IBM Plex Sans Medium"/>
              <a:buNone/>
              <a:defRPr sz="900">
                <a:solidFill>
                  <a:schemeClr val="accent5"/>
                </a:solidFill>
                <a:latin typeface="IBM Plex Sans Medium"/>
                <a:ea typeface="IBM Plex Sans Medium"/>
                <a:cs typeface="IBM Plex Sans Medium"/>
                <a:sym typeface="IBM Plex Sans Medium"/>
              </a:defRPr>
            </a:lvl7pPr>
            <a:lvl8pPr lvl="7" algn="r" rtl="0">
              <a:lnSpc>
                <a:spcPct val="100000"/>
              </a:lnSpc>
              <a:spcBef>
                <a:spcPts val="0"/>
              </a:spcBef>
              <a:spcAft>
                <a:spcPts val="0"/>
              </a:spcAft>
              <a:buClr>
                <a:schemeClr val="accent5"/>
              </a:buClr>
              <a:buSzPts val="900"/>
              <a:buFont typeface="IBM Plex Sans Medium"/>
              <a:buNone/>
              <a:defRPr sz="900">
                <a:solidFill>
                  <a:schemeClr val="accent5"/>
                </a:solidFill>
                <a:latin typeface="IBM Plex Sans Medium"/>
                <a:ea typeface="IBM Plex Sans Medium"/>
                <a:cs typeface="IBM Plex Sans Medium"/>
                <a:sym typeface="IBM Plex Sans Medium"/>
              </a:defRPr>
            </a:lvl8pPr>
            <a:lvl9pPr lvl="8" algn="r" rtl="0">
              <a:lnSpc>
                <a:spcPct val="100000"/>
              </a:lnSpc>
              <a:spcBef>
                <a:spcPts val="0"/>
              </a:spcBef>
              <a:spcAft>
                <a:spcPts val="0"/>
              </a:spcAft>
              <a:buClr>
                <a:schemeClr val="accent5"/>
              </a:buClr>
              <a:buSzPts val="900"/>
              <a:buFont typeface="IBM Plex Sans Medium"/>
              <a:buNone/>
              <a:defRPr sz="900">
                <a:solidFill>
                  <a:schemeClr val="accent5"/>
                </a:solidFill>
                <a:latin typeface="IBM Plex Sans Medium"/>
                <a:ea typeface="IBM Plex Sans Medium"/>
                <a:cs typeface="IBM Plex Sans Medium"/>
                <a:sym typeface="IBM Plex Sans Medium"/>
              </a:defRPr>
            </a:lvl9pPr>
          </a:lstStyle>
          <a:p>
            <a:endParaRPr/>
          </a:p>
        </p:txBody>
      </p:sp>
      <p:sp>
        <p:nvSpPr>
          <p:cNvPr id="818" name="Google Shape;818;p62"/>
          <p:cNvSpPr txBox="1">
            <a:spLocks noGrp="1"/>
          </p:cNvSpPr>
          <p:nvPr>
            <p:ph type="subTitle" idx="3"/>
          </p:nvPr>
        </p:nvSpPr>
        <p:spPr>
          <a:xfrm>
            <a:off x="41225" y="2975825"/>
            <a:ext cx="925200" cy="434700"/>
          </a:xfrm>
          <a:prstGeom prst="rect">
            <a:avLst/>
          </a:prstGeom>
        </p:spPr>
        <p:txBody>
          <a:bodyPr spcFirstLastPara="1" wrap="square" lIns="0" tIns="0" rIns="0" bIns="0" anchor="ctr" anchorCtr="0">
            <a:normAutofit/>
          </a:bodyPr>
          <a:lstStyle>
            <a:lvl1pPr lvl="0" algn="r" rtl="0">
              <a:lnSpc>
                <a:spcPct val="100000"/>
              </a:lnSpc>
              <a:spcBef>
                <a:spcPts val="0"/>
              </a:spcBef>
              <a:spcAft>
                <a:spcPts val="0"/>
              </a:spcAft>
              <a:buClr>
                <a:schemeClr val="accent5"/>
              </a:buClr>
              <a:buSzPts val="900"/>
              <a:buFont typeface="IBM Plex Sans Medium"/>
              <a:buNone/>
              <a:defRPr sz="900">
                <a:solidFill>
                  <a:schemeClr val="accent5"/>
                </a:solidFill>
                <a:latin typeface="IBM Plex Sans Medium"/>
                <a:ea typeface="IBM Plex Sans Medium"/>
                <a:cs typeface="IBM Plex Sans Medium"/>
                <a:sym typeface="IBM Plex Sans Medium"/>
              </a:defRPr>
            </a:lvl1pPr>
            <a:lvl2pPr lvl="1" algn="r" rtl="0">
              <a:lnSpc>
                <a:spcPct val="100000"/>
              </a:lnSpc>
              <a:spcBef>
                <a:spcPts val="0"/>
              </a:spcBef>
              <a:spcAft>
                <a:spcPts val="0"/>
              </a:spcAft>
              <a:buClr>
                <a:schemeClr val="accent5"/>
              </a:buClr>
              <a:buSzPts val="900"/>
              <a:buFont typeface="IBM Plex Sans Medium"/>
              <a:buNone/>
              <a:defRPr sz="900">
                <a:solidFill>
                  <a:schemeClr val="accent5"/>
                </a:solidFill>
                <a:latin typeface="IBM Plex Sans Medium"/>
                <a:ea typeface="IBM Plex Sans Medium"/>
                <a:cs typeface="IBM Plex Sans Medium"/>
                <a:sym typeface="IBM Plex Sans Medium"/>
              </a:defRPr>
            </a:lvl2pPr>
            <a:lvl3pPr lvl="2" algn="r" rtl="0">
              <a:lnSpc>
                <a:spcPct val="100000"/>
              </a:lnSpc>
              <a:spcBef>
                <a:spcPts val="0"/>
              </a:spcBef>
              <a:spcAft>
                <a:spcPts val="0"/>
              </a:spcAft>
              <a:buClr>
                <a:schemeClr val="accent5"/>
              </a:buClr>
              <a:buSzPts val="900"/>
              <a:buFont typeface="IBM Plex Sans Medium"/>
              <a:buNone/>
              <a:defRPr sz="900">
                <a:solidFill>
                  <a:schemeClr val="accent5"/>
                </a:solidFill>
                <a:latin typeface="IBM Plex Sans Medium"/>
                <a:ea typeface="IBM Plex Sans Medium"/>
                <a:cs typeface="IBM Plex Sans Medium"/>
                <a:sym typeface="IBM Plex Sans Medium"/>
              </a:defRPr>
            </a:lvl3pPr>
            <a:lvl4pPr lvl="3" algn="r" rtl="0">
              <a:lnSpc>
                <a:spcPct val="100000"/>
              </a:lnSpc>
              <a:spcBef>
                <a:spcPts val="0"/>
              </a:spcBef>
              <a:spcAft>
                <a:spcPts val="0"/>
              </a:spcAft>
              <a:buClr>
                <a:schemeClr val="accent5"/>
              </a:buClr>
              <a:buSzPts val="900"/>
              <a:buFont typeface="IBM Plex Sans Medium"/>
              <a:buNone/>
              <a:defRPr sz="900">
                <a:solidFill>
                  <a:schemeClr val="accent5"/>
                </a:solidFill>
                <a:latin typeface="IBM Plex Sans Medium"/>
                <a:ea typeface="IBM Plex Sans Medium"/>
                <a:cs typeface="IBM Plex Sans Medium"/>
                <a:sym typeface="IBM Plex Sans Medium"/>
              </a:defRPr>
            </a:lvl4pPr>
            <a:lvl5pPr lvl="4" algn="r" rtl="0">
              <a:lnSpc>
                <a:spcPct val="100000"/>
              </a:lnSpc>
              <a:spcBef>
                <a:spcPts val="0"/>
              </a:spcBef>
              <a:spcAft>
                <a:spcPts val="0"/>
              </a:spcAft>
              <a:buClr>
                <a:schemeClr val="accent5"/>
              </a:buClr>
              <a:buSzPts val="900"/>
              <a:buFont typeface="IBM Plex Sans Medium"/>
              <a:buNone/>
              <a:defRPr sz="900">
                <a:solidFill>
                  <a:schemeClr val="accent5"/>
                </a:solidFill>
                <a:latin typeface="IBM Plex Sans Medium"/>
                <a:ea typeface="IBM Plex Sans Medium"/>
                <a:cs typeface="IBM Plex Sans Medium"/>
                <a:sym typeface="IBM Plex Sans Medium"/>
              </a:defRPr>
            </a:lvl5pPr>
            <a:lvl6pPr lvl="5" algn="r" rtl="0">
              <a:lnSpc>
                <a:spcPct val="100000"/>
              </a:lnSpc>
              <a:spcBef>
                <a:spcPts val="0"/>
              </a:spcBef>
              <a:spcAft>
                <a:spcPts val="0"/>
              </a:spcAft>
              <a:buClr>
                <a:schemeClr val="accent5"/>
              </a:buClr>
              <a:buSzPts val="900"/>
              <a:buFont typeface="IBM Plex Sans Medium"/>
              <a:buNone/>
              <a:defRPr sz="900">
                <a:solidFill>
                  <a:schemeClr val="accent5"/>
                </a:solidFill>
                <a:latin typeface="IBM Plex Sans Medium"/>
                <a:ea typeface="IBM Plex Sans Medium"/>
                <a:cs typeface="IBM Plex Sans Medium"/>
                <a:sym typeface="IBM Plex Sans Medium"/>
              </a:defRPr>
            </a:lvl6pPr>
            <a:lvl7pPr lvl="6" algn="r" rtl="0">
              <a:lnSpc>
                <a:spcPct val="100000"/>
              </a:lnSpc>
              <a:spcBef>
                <a:spcPts val="0"/>
              </a:spcBef>
              <a:spcAft>
                <a:spcPts val="0"/>
              </a:spcAft>
              <a:buClr>
                <a:schemeClr val="accent5"/>
              </a:buClr>
              <a:buSzPts val="900"/>
              <a:buFont typeface="IBM Plex Sans Medium"/>
              <a:buNone/>
              <a:defRPr sz="900">
                <a:solidFill>
                  <a:schemeClr val="accent5"/>
                </a:solidFill>
                <a:latin typeface="IBM Plex Sans Medium"/>
                <a:ea typeface="IBM Plex Sans Medium"/>
                <a:cs typeface="IBM Plex Sans Medium"/>
                <a:sym typeface="IBM Plex Sans Medium"/>
              </a:defRPr>
            </a:lvl7pPr>
            <a:lvl8pPr lvl="7" algn="r" rtl="0">
              <a:lnSpc>
                <a:spcPct val="100000"/>
              </a:lnSpc>
              <a:spcBef>
                <a:spcPts val="0"/>
              </a:spcBef>
              <a:spcAft>
                <a:spcPts val="0"/>
              </a:spcAft>
              <a:buClr>
                <a:schemeClr val="accent5"/>
              </a:buClr>
              <a:buSzPts val="900"/>
              <a:buFont typeface="IBM Plex Sans Medium"/>
              <a:buNone/>
              <a:defRPr sz="900">
                <a:solidFill>
                  <a:schemeClr val="accent5"/>
                </a:solidFill>
                <a:latin typeface="IBM Plex Sans Medium"/>
                <a:ea typeface="IBM Plex Sans Medium"/>
                <a:cs typeface="IBM Plex Sans Medium"/>
                <a:sym typeface="IBM Plex Sans Medium"/>
              </a:defRPr>
            </a:lvl8pPr>
            <a:lvl9pPr lvl="8" algn="r" rtl="0">
              <a:lnSpc>
                <a:spcPct val="100000"/>
              </a:lnSpc>
              <a:spcBef>
                <a:spcPts val="0"/>
              </a:spcBef>
              <a:spcAft>
                <a:spcPts val="0"/>
              </a:spcAft>
              <a:buClr>
                <a:schemeClr val="accent5"/>
              </a:buClr>
              <a:buSzPts val="900"/>
              <a:buFont typeface="IBM Plex Sans Medium"/>
              <a:buNone/>
              <a:defRPr sz="900">
                <a:solidFill>
                  <a:schemeClr val="accent5"/>
                </a:solidFill>
                <a:latin typeface="IBM Plex Sans Medium"/>
                <a:ea typeface="IBM Plex Sans Medium"/>
                <a:cs typeface="IBM Plex Sans Medium"/>
                <a:sym typeface="IBM Plex Sans Medium"/>
              </a:defRPr>
            </a:lvl9pPr>
          </a:lstStyle>
          <a:p>
            <a:endParaRPr/>
          </a:p>
        </p:txBody>
      </p:sp>
      <p:sp>
        <p:nvSpPr>
          <p:cNvPr id="819" name="Google Shape;819;p62"/>
          <p:cNvSpPr txBox="1">
            <a:spLocks noGrp="1"/>
          </p:cNvSpPr>
          <p:nvPr>
            <p:ph type="subTitle" idx="4"/>
          </p:nvPr>
        </p:nvSpPr>
        <p:spPr>
          <a:xfrm>
            <a:off x="41225" y="3649888"/>
            <a:ext cx="925200" cy="434700"/>
          </a:xfrm>
          <a:prstGeom prst="rect">
            <a:avLst/>
          </a:prstGeom>
        </p:spPr>
        <p:txBody>
          <a:bodyPr spcFirstLastPara="1" wrap="square" lIns="0" tIns="0" rIns="0" bIns="0" anchor="ctr" anchorCtr="0">
            <a:normAutofit/>
          </a:bodyPr>
          <a:lstStyle>
            <a:lvl1pPr lvl="0" algn="r" rtl="0">
              <a:lnSpc>
                <a:spcPct val="100000"/>
              </a:lnSpc>
              <a:spcBef>
                <a:spcPts val="0"/>
              </a:spcBef>
              <a:spcAft>
                <a:spcPts val="0"/>
              </a:spcAft>
              <a:buClr>
                <a:schemeClr val="accent5"/>
              </a:buClr>
              <a:buSzPts val="900"/>
              <a:buFont typeface="IBM Plex Sans Medium"/>
              <a:buNone/>
              <a:defRPr sz="900">
                <a:solidFill>
                  <a:schemeClr val="accent5"/>
                </a:solidFill>
                <a:latin typeface="IBM Plex Sans Medium"/>
                <a:ea typeface="IBM Plex Sans Medium"/>
                <a:cs typeface="IBM Plex Sans Medium"/>
                <a:sym typeface="IBM Plex Sans Medium"/>
              </a:defRPr>
            </a:lvl1pPr>
            <a:lvl2pPr lvl="1" algn="r" rtl="0">
              <a:lnSpc>
                <a:spcPct val="100000"/>
              </a:lnSpc>
              <a:spcBef>
                <a:spcPts val="0"/>
              </a:spcBef>
              <a:spcAft>
                <a:spcPts val="0"/>
              </a:spcAft>
              <a:buClr>
                <a:schemeClr val="accent5"/>
              </a:buClr>
              <a:buSzPts val="900"/>
              <a:buFont typeface="IBM Plex Sans Medium"/>
              <a:buNone/>
              <a:defRPr sz="900">
                <a:solidFill>
                  <a:schemeClr val="accent5"/>
                </a:solidFill>
                <a:latin typeface="IBM Plex Sans Medium"/>
                <a:ea typeface="IBM Plex Sans Medium"/>
                <a:cs typeface="IBM Plex Sans Medium"/>
                <a:sym typeface="IBM Plex Sans Medium"/>
              </a:defRPr>
            </a:lvl2pPr>
            <a:lvl3pPr lvl="2" algn="r" rtl="0">
              <a:lnSpc>
                <a:spcPct val="100000"/>
              </a:lnSpc>
              <a:spcBef>
                <a:spcPts val="0"/>
              </a:spcBef>
              <a:spcAft>
                <a:spcPts val="0"/>
              </a:spcAft>
              <a:buClr>
                <a:schemeClr val="accent5"/>
              </a:buClr>
              <a:buSzPts val="900"/>
              <a:buFont typeface="IBM Plex Sans Medium"/>
              <a:buNone/>
              <a:defRPr sz="900">
                <a:solidFill>
                  <a:schemeClr val="accent5"/>
                </a:solidFill>
                <a:latin typeface="IBM Plex Sans Medium"/>
                <a:ea typeface="IBM Plex Sans Medium"/>
                <a:cs typeface="IBM Plex Sans Medium"/>
                <a:sym typeface="IBM Plex Sans Medium"/>
              </a:defRPr>
            </a:lvl3pPr>
            <a:lvl4pPr lvl="3" algn="r" rtl="0">
              <a:lnSpc>
                <a:spcPct val="100000"/>
              </a:lnSpc>
              <a:spcBef>
                <a:spcPts val="0"/>
              </a:spcBef>
              <a:spcAft>
                <a:spcPts val="0"/>
              </a:spcAft>
              <a:buClr>
                <a:schemeClr val="accent5"/>
              </a:buClr>
              <a:buSzPts val="900"/>
              <a:buFont typeface="IBM Plex Sans Medium"/>
              <a:buNone/>
              <a:defRPr sz="900">
                <a:solidFill>
                  <a:schemeClr val="accent5"/>
                </a:solidFill>
                <a:latin typeface="IBM Plex Sans Medium"/>
                <a:ea typeface="IBM Plex Sans Medium"/>
                <a:cs typeface="IBM Plex Sans Medium"/>
                <a:sym typeface="IBM Plex Sans Medium"/>
              </a:defRPr>
            </a:lvl4pPr>
            <a:lvl5pPr lvl="4" algn="r" rtl="0">
              <a:lnSpc>
                <a:spcPct val="100000"/>
              </a:lnSpc>
              <a:spcBef>
                <a:spcPts val="0"/>
              </a:spcBef>
              <a:spcAft>
                <a:spcPts val="0"/>
              </a:spcAft>
              <a:buClr>
                <a:schemeClr val="accent5"/>
              </a:buClr>
              <a:buSzPts val="900"/>
              <a:buFont typeface="IBM Plex Sans Medium"/>
              <a:buNone/>
              <a:defRPr sz="900">
                <a:solidFill>
                  <a:schemeClr val="accent5"/>
                </a:solidFill>
                <a:latin typeface="IBM Plex Sans Medium"/>
                <a:ea typeface="IBM Plex Sans Medium"/>
                <a:cs typeface="IBM Plex Sans Medium"/>
                <a:sym typeface="IBM Plex Sans Medium"/>
              </a:defRPr>
            </a:lvl5pPr>
            <a:lvl6pPr lvl="5" algn="r" rtl="0">
              <a:lnSpc>
                <a:spcPct val="100000"/>
              </a:lnSpc>
              <a:spcBef>
                <a:spcPts val="0"/>
              </a:spcBef>
              <a:spcAft>
                <a:spcPts val="0"/>
              </a:spcAft>
              <a:buClr>
                <a:schemeClr val="accent5"/>
              </a:buClr>
              <a:buSzPts val="900"/>
              <a:buFont typeface="IBM Plex Sans Medium"/>
              <a:buNone/>
              <a:defRPr sz="900">
                <a:solidFill>
                  <a:schemeClr val="accent5"/>
                </a:solidFill>
                <a:latin typeface="IBM Plex Sans Medium"/>
                <a:ea typeface="IBM Plex Sans Medium"/>
                <a:cs typeface="IBM Plex Sans Medium"/>
                <a:sym typeface="IBM Plex Sans Medium"/>
              </a:defRPr>
            </a:lvl6pPr>
            <a:lvl7pPr lvl="6" algn="r" rtl="0">
              <a:lnSpc>
                <a:spcPct val="100000"/>
              </a:lnSpc>
              <a:spcBef>
                <a:spcPts val="0"/>
              </a:spcBef>
              <a:spcAft>
                <a:spcPts val="0"/>
              </a:spcAft>
              <a:buClr>
                <a:schemeClr val="accent5"/>
              </a:buClr>
              <a:buSzPts val="900"/>
              <a:buFont typeface="IBM Plex Sans Medium"/>
              <a:buNone/>
              <a:defRPr sz="900">
                <a:solidFill>
                  <a:schemeClr val="accent5"/>
                </a:solidFill>
                <a:latin typeface="IBM Plex Sans Medium"/>
                <a:ea typeface="IBM Plex Sans Medium"/>
                <a:cs typeface="IBM Plex Sans Medium"/>
                <a:sym typeface="IBM Plex Sans Medium"/>
              </a:defRPr>
            </a:lvl7pPr>
            <a:lvl8pPr lvl="7" algn="r" rtl="0">
              <a:lnSpc>
                <a:spcPct val="100000"/>
              </a:lnSpc>
              <a:spcBef>
                <a:spcPts val="0"/>
              </a:spcBef>
              <a:spcAft>
                <a:spcPts val="0"/>
              </a:spcAft>
              <a:buClr>
                <a:schemeClr val="accent5"/>
              </a:buClr>
              <a:buSzPts val="900"/>
              <a:buFont typeface="IBM Plex Sans Medium"/>
              <a:buNone/>
              <a:defRPr sz="900">
                <a:solidFill>
                  <a:schemeClr val="accent5"/>
                </a:solidFill>
                <a:latin typeface="IBM Plex Sans Medium"/>
                <a:ea typeface="IBM Plex Sans Medium"/>
                <a:cs typeface="IBM Plex Sans Medium"/>
                <a:sym typeface="IBM Plex Sans Medium"/>
              </a:defRPr>
            </a:lvl8pPr>
            <a:lvl9pPr lvl="8" algn="r" rtl="0">
              <a:lnSpc>
                <a:spcPct val="100000"/>
              </a:lnSpc>
              <a:spcBef>
                <a:spcPts val="0"/>
              </a:spcBef>
              <a:spcAft>
                <a:spcPts val="0"/>
              </a:spcAft>
              <a:buClr>
                <a:schemeClr val="accent5"/>
              </a:buClr>
              <a:buSzPts val="900"/>
              <a:buFont typeface="IBM Plex Sans Medium"/>
              <a:buNone/>
              <a:defRPr sz="900">
                <a:solidFill>
                  <a:schemeClr val="accent5"/>
                </a:solidFill>
                <a:latin typeface="IBM Plex Sans Medium"/>
                <a:ea typeface="IBM Plex Sans Medium"/>
                <a:cs typeface="IBM Plex Sans Medium"/>
                <a:sym typeface="IBM Plex Sans Medium"/>
              </a:defRPr>
            </a:lvl9pPr>
          </a:lstStyle>
          <a:p>
            <a:endParaRPr/>
          </a:p>
        </p:txBody>
      </p:sp>
      <p:sp>
        <p:nvSpPr>
          <p:cNvPr id="820" name="Google Shape;820;p62"/>
          <p:cNvSpPr txBox="1">
            <a:spLocks noGrp="1"/>
          </p:cNvSpPr>
          <p:nvPr>
            <p:ph type="subTitle" idx="5"/>
          </p:nvPr>
        </p:nvSpPr>
        <p:spPr>
          <a:xfrm>
            <a:off x="41225" y="4323975"/>
            <a:ext cx="925200" cy="434700"/>
          </a:xfrm>
          <a:prstGeom prst="rect">
            <a:avLst/>
          </a:prstGeom>
        </p:spPr>
        <p:txBody>
          <a:bodyPr spcFirstLastPara="1" wrap="square" lIns="0" tIns="0" rIns="0" bIns="0" anchor="ctr" anchorCtr="0">
            <a:normAutofit/>
          </a:bodyPr>
          <a:lstStyle>
            <a:lvl1pPr lvl="0" algn="r" rtl="0">
              <a:lnSpc>
                <a:spcPct val="100000"/>
              </a:lnSpc>
              <a:spcBef>
                <a:spcPts val="0"/>
              </a:spcBef>
              <a:spcAft>
                <a:spcPts val="0"/>
              </a:spcAft>
              <a:buClr>
                <a:schemeClr val="accent5"/>
              </a:buClr>
              <a:buSzPts val="900"/>
              <a:buFont typeface="IBM Plex Sans Medium"/>
              <a:buNone/>
              <a:defRPr sz="900">
                <a:solidFill>
                  <a:schemeClr val="accent5"/>
                </a:solidFill>
                <a:latin typeface="IBM Plex Sans Medium"/>
                <a:ea typeface="IBM Plex Sans Medium"/>
                <a:cs typeface="IBM Plex Sans Medium"/>
                <a:sym typeface="IBM Plex Sans Medium"/>
              </a:defRPr>
            </a:lvl1pPr>
            <a:lvl2pPr lvl="1" algn="r" rtl="0">
              <a:lnSpc>
                <a:spcPct val="100000"/>
              </a:lnSpc>
              <a:spcBef>
                <a:spcPts val="0"/>
              </a:spcBef>
              <a:spcAft>
                <a:spcPts val="0"/>
              </a:spcAft>
              <a:buClr>
                <a:schemeClr val="accent5"/>
              </a:buClr>
              <a:buSzPts val="900"/>
              <a:buFont typeface="IBM Plex Sans Medium"/>
              <a:buNone/>
              <a:defRPr sz="900">
                <a:solidFill>
                  <a:schemeClr val="accent5"/>
                </a:solidFill>
                <a:latin typeface="IBM Plex Sans Medium"/>
                <a:ea typeface="IBM Plex Sans Medium"/>
                <a:cs typeface="IBM Plex Sans Medium"/>
                <a:sym typeface="IBM Plex Sans Medium"/>
              </a:defRPr>
            </a:lvl2pPr>
            <a:lvl3pPr lvl="2" algn="r" rtl="0">
              <a:lnSpc>
                <a:spcPct val="100000"/>
              </a:lnSpc>
              <a:spcBef>
                <a:spcPts val="0"/>
              </a:spcBef>
              <a:spcAft>
                <a:spcPts val="0"/>
              </a:spcAft>
              <a:buClr>
                <a:schemeClr val="accent5"/>
              </a:buClr>
              <a:buSzPts val="900"/>
              <a:buFont typeface="IBM Plex Sans Medium"/>
              <a:buNone/>
              <a:defRPr sz="900">
                <a:solidFill>
                  <a:schemeClr val="accent5"/>
                </a:solidFill>
                <a:latin typeface="IBM Plex Sans Medium"/>
                <a:ea typeface="IBM Plex Sans Medium"/>
                <a:cs typeface="IBM Plex Sans Medium"/>
                <a:sym typeface="IBM Plex Sans Medium"/>
              </a:defRPr>
            </a:lvl3pPr>
            <a:lvl4pPr lvl="3" algn="r" rtl="0">
              <a:lnSpc>
                <a:spcPct val="100000"/>
              </a:lnSpc>
              <a:spcBef>
                <a:spcPts val="0"/>
              </a:spcBef>
              <a:spcAft>
                <a:spcPts val="0"/>
              </a:spcAft>
              <a:buClr>
                <a:schemeClr val="accent5"/>
              </a:buClr>
              <a:buSzPts val="900"/>
              <a:buFont typeface="IBM Plex Sans Medium"/>
              <a:buNone/>
              <a:defRPr sz="900">
                <a:solidFill>
                  <a:schemeClr val="accent5"/>
                </a:solidFill>
                <a:latin typeface="IBM Plex Sans Medium"/>
                <a:ea typeface="IBM Plex Sans Medium"/>
                <a:cs typeface="IBM Plex Sans Medium"/>
                <a:sym typeface="IBM Plex Sans Medium"/>
              </a:defRPr>
            </a:lvl4pPr>
            <a:lvl5pPr lvl="4" algn="r" rtl="0">
              <a:lnSpc>
                <a:spcPct val="100000"/>
              </a:lnSpc>
              <a:spcBef>
                <a:spcPts val="0"/>
              </a:spcBef>
              <a:spcAft>
                <a:spcPts val="0"/>
              </a:spcAft>
              <a:buClr>
                <a:schemeClr val="accent5"/>
              </a:buClr>
              <a:buSzPts val="900"/>
              <a:buFont typeface="IBM Plex Sans Medium"/>
              <a:buNone/>
              <a:defRPr sz="900">
                <a:solidFill>
                  <a:schemeClr val="accent5"/>
                </a:solidFill>
                <a:latin typeface="IBM Plex Sans Medium"/>
                <a:ea typeface="IBM Plex Sans Medium"/>
                <a:cs typeface="IBM Plex Sans Medium"/>
                <a:sym typeface="IBM Plex Sans Medium"/>
              </a:defRPr>
            </a:lvl5pPr>
            <a:lvl6pPr lvl="5" algn="r" rtl="0">
              <a:lnSpc>
                <a:spcPct val="100000"/>
              </a:lnSpc>
              <a:spcBef>
                <a:spcPts val="0"/>
              </a:spcBef>
              <a:spcAft>
                <a:spcPts val="0"/>
              </a:spcAft>
              <a:buClr>
                <a:schemeClr val="accent5"/>
              </a:buClr>
              <a:buSzPts val="900"/>
              <a:buFont typeface="IBM Plex Sans Medium"/>
              <a:buNone/>
              <a:defRPr sz="900">
                <a:solidFill>
                  <a:schemeClr val="accent5"/>
                </a:solidFill>
                <a:latin typeface="IBM Plex Sans Medium"/>
                <a:ea typeface="IBM Plex Sans Medium"/>
                <a:cs typeface="IBM Plex Sans Medium"/>
                <a:sym typeface="IBM Plex Sans Medium"/>
              </a:defRPr>
            </a:lvl6pPr>
            <a:lvl7pPr lvl="6" algn="r" rtl="0">
              <a:lnSpc>
                <a:spcPct val="100000"/>
              </a:lnSpc>
              <a:spcBef>
                <a:spcPts val="0"/>
              </a:spcBef>
              <a:spcAft>
                <a:spcPts val="0"/>
              </a:spcAft>
              <a:buClr>
                <a:schemeClr val="accent5"/>
              </a:buClr>
              <a:buSzPts val="900"/>
              <a:buFont typeface="IBM Plex Sans Medium"/>
              <a:buNone/>
              <a:defRPr sz="900">
                <a:solidFill>
                  <a:schemeClr val="accent5"/>
                </a:solidFill>
                <a:latin typeface="IBM Plex Sans Medium"/>
                <a:ea typeface="IBM Plex Sans Medium"/>
                <a:cs typeface="IBM Plex Sans Medium"/>
                <a:sym typeface="IBM Plex Sans Medium"/>
              </a:defRPr>
            </a:lvl7pPr>
            <a:lvl8pPr lvl="7" algn="r" rtl="0">
              <a:lnSpc>
                <a:spcPct val="100000"/>
              </a:lnSpc>
              <a:spcBef>
                <a:spcPts val="0"/>
              </a:spcBef>
              <a:spcAft>
                <a:spcPts val="0"/>
              </a:spcAft>
              <a:buClr>
                <a:schemeClr val="accent5"/>
              </a:buClr>
              <a:buSzPts val="900"/>
              <a:buFont typeface="IBM Plex Sans Medium"/>
              <a:buNone/>
              <a:defRPr sz="900">
                <a:solidFill>
                  <a:schemeClr val="accent5"/>
                </a:solidFill>
                <a:latin typeface="IBM Plex Sans Medium"/>
                <a:ea typeface="IBM Plex Sans Medium"/>
                <a:cs typeface="IBM Plex Sans Medium"/>
                <a:sym typeface="IBM Plex Sans Medium"/>
              </a:defRPr>
            </a:lvl8pPr>
            <a:lvl9pPr lvl="8" algn="r" rtl="0">
              <a:lnSpc>
                <a:spcPct val="100000"/>
              </a:lnSpc>
              <a:spcBef>
                <a:spcPts val="0"/>
              </a:spcBef>
              <a:spcAft>
                <a:spcPts val="0"/>
              </a:spcAft>
              <a:buClr>
                <a:schemeClr val="accent5"/>
              </a:buClr>
              <a:buSzPts val="900"/>
              <a:buFont typeface="IBM Plex Sans Medium"/>
              <a:buNone/>
              <a:defRPr sz="900">
                <a:solidFill>
                  <a:schemeClr val="accent5"/>
                </a:solidFill>
                <a:latin typeface="IBM Plex Sans Medium"/>
                <a:ea typeface="IBM Plex Sans Medium"/>
                <a:cs typeface="IBM Plex Sans Medium"/>
                <a:sym typeface="IBM Plex Sans Medium"/>
              </a:defRPr>
            </a:lvl9pPr>
          </a:lstStyle>
          <a:p>
            <a:endParaRPr/>
          </a:p>
        </p:txBody>
      </p:sp>
      <p:cxnSp>
        <p:nvCxnSpPr>
          <p:cNvPr id="821" name="Google Shape;821;p62"/>
          <p:cNvCxnSpPr/>
          <p:nvPr/>
        </p:nvCxnSpPr>
        <p:spPr>
          <a:xfrm>
            <a:off x="1133875" y="1141425"/>
            <a:ext cx="7552800" cy="0"/>
          </a:xfrm>
          <a:prstGeom prst="straightConnector1">
            <a:avLst/>
          </a:prstGeom>
          <a:noFill/>
          <a:ln w="19050" cap="flat" cmpd="sng">
            <a:solidFill>
              <a:schemeClr val="accent5"/>
            </a:solidFill>
            <a:prstDash val="solid"/>
            <a:round/>
            <a:headEnd type="none" w="med" len="med"/>
            <a:tailEnd type="none" w="med" len="med"/>
          </a:ln>
        </p:spPr>
      </p:cxnSp>
      <p:sp>
        <p:nvSpPr>
          <p:cNvPr id="822" name="Google Shape;822;p62"/>
          <p:cNvSpPr txBox="1">
            <a:spLocks noGrp="1"/>
          </p:cNvSpPr>
          <p:nvPr>
            <p:ph type="subTitle" idx="6"/>
          </p:nvPr>
        </p:nvSpPr>
        <p:spPr>
          <a:xfrm>
            <a:off x="41225" y="811350"/>
            <a:ext cx="925200" cy="434700"/>
          </a:xfrm>
          <a:prstGeom prst="rect">
            <a:avLst/>
          </a:prstGeom>
        </p:spPr>
        <p:txBody>
          <a:bodyPr spcFirstLastPara="1" wrap="square" lIns="0" tIns="0" rIns="0" bIns="0" anchor="ctr" anchorCtr="0">
            <a:normAutofit/>
          </a:bodyPr>
          <a:lstStyle>
            <a:lvl1pPr lvl="0" algn="r" rtl="0">
              <a:lnSpc>
                <a:spcPct val="100000"/>
              </a:lnSpc>
              <a:spcBef>
                <a:spcPts val="0"/>
              </a:spcBef>
              <a:spcAft>
                <a:spcPts val="0"/>
              </a:spcAft>
              <a:buClr>
                <a:schemeClr val="accent5"/>
              </a:buClr>
              <a:buSzPts val="900"/>
              <a:buFont typeface="IBM Plex Sans Medium"/>
              <a:buNone/>
              <a:defRPr sz="900">
                <a:solidFill>
                  <a:schemeClr val="accent5"/>
                </a:solidFill>
                <a:latin typeface="IBM Plex Sans Medium"/>
                <a:ea typeface="IBM Plex Sans Medium"/>
                <a:cs typeface="IBM Plex Sans Medium"/>
                <a:sym typeface="IBM Plex Sans Medium"/>
              </a:defRPr>
            </a:lvl1pPr>
            <a:lvl2pPr lvl="1" algn="r" rtl="0">
              <a:lnSpc>
                <a:spcPct val="100000"/>
              </a:lnSpc>
              <a:spcBef>
                <a:spcPts val="0"/>
              </a:spcBef>
              <a:spcAft>
                <a:spcPts val="0"/>
              </a:spcAft>
              <a:buClr>
                <a:schemeClr val="accent5"/>
              </a:buClr>
              <a:buSzPts val="900"/>
              <a:buFont typeface="IBM Plex Sans Medium"/>
              <a:buNone/>
              <a:defRPr sz="900">
                <a:solidFill>
                  <a:schemeClr val="accent5"/>
                </a:solidFill>
                <a:latin typeface="IBM Plex Sans Medium"/>
                <a:ea typeface="IBM Plex Sans Medium"/>
                <a:cs typeface="IBM Plex Sans Medium"/>
                <a:sym typeface="IBM Plex Sans Medium"/>
              </a:defRPr>
            </a:lvl2pPr>
            <a:lvl3pPr lvl="2" algn="r" rtl="0">
              <a:lnSpc>
                <a:spcPct val="100000"/>
              </a:lnSpc>
              <a:spcBef>
                <a:spcPts val="0"/>
              </a:spcBef>
              <a:spcAft>
                <a:spcPts val="0"/>
              </a:spcAft>
              <a:buClr>
                <a:schemeClr val="accent5"/>
              </a:buClr>
              <a:buSzPts val="900"/>
              <a:buFont typeface="IBM Plex Sans Medium"/>
              <a:buNone/>
              <a:defRPr sz="900">
                <a:solidFill>
                  <a:schemeClr val="accent5"/>
                </a:solidFill>
                <a:latin typeface="IBM Plex Sans Medium"/>
                <a:ea typeface="IBM Plex Sans Medium"/>
                <a:cs typeface="IBM Plex Sans Medium"/>
                <a:sym typeface="IBM Plex Sans Medium"/>
              </a:defRPr>
            </a:lvl3pPr>
            <a:lvl4pPr lvl="3" algn="r" rtl="0">
              <a:lnSpc>
                <a:spcPct val="100000"/>
              </a:lnSpc>
              <a:spcBef>
                <a:spcPts val="0"/>
              </a:spcBef>
              <a:spcAft>
                <a:spcPts val="0"/>
              </a:spcAft>
              <a:buClr>
                <a:schemeClr val="accent5"/>
              </a:buClr>
              <a:buSzPts val="900"/>
              <a:buFont typeface="IBM Plex Sans Medium"/>
              <a:buNone/>
              <a:defRPr sz="900">
                <a:solidFill>
                  <a:schemeClr val="accent5"/>
                </a:solidFill>
                <a:latin typeface="IBM Plex Sans Medium"/>
                <a:ea typeface="IBM Plex Sans Medium"/>
                <a:cs typeface="IBM Plex Sans Medium"/>
                <a:sym typeface="IBM Plex Sans Medium"/>
              </a:defRPr>
            </a:lvl4pPr>
            <a:lvl5pPr lvl="4" algn="r" rtl="0">
              <a:lnSpc>
                <a:spcPct val="100000"/>
              </a:lnSpc>
              <a:spcBef>
                <a:spcPts val="0"/>
              </a:spcBef>
              <a:spcAft>
                <a:spcPts val="0"/>
              </a:spcAft>
              <a:buClr>
                <a:schemeClr val="accent5"/>
              </a:buClr>
              <a:buSzPts val="900"/>
              <a:buFont typeface="IBM Plex Sans Medium"/>
              <a:buNone/>
              <a:defRPr sz="900">
                <a:solidFill>
                  <a:schemeClr val="accent5"/>
                </a:solidFill>
                <a:latin typeface="IBM Plex Sans Medium"/>
                <a:ea typeface="IBM Plex Sans Medium"/>
                <a:cs typeface="IBM Plex Sans Medium"/>
                <a:sym typeface="IBM Plex Sans Medium"/>
              </a:defRPr>
            </a:lvl5pPr>
            <a:lvl6pPr lvl="5" algn="r" rtl="0">
              <a:lnSpc>
                <a:spcPct val="100000"/>
              </a:lnSpc>
              <a:spcBef>
                <a:spcPts val="0"/>
              </a:spcBef>
              <a:spcAft>
                <a:spcPts val="0"/>
              </a:spcAft>
              <a:buClr>
                <a:schemeClr val="accent5"/>
              </a:buClr>
              <a:buSzPts val="900"/>
              <a:buFont typeface="IBM Plex Sans Medium"/>
              <a:buNone/>
              <a:defRPr sz="900">
                <a:solidFill>
                  <a:schemeClr val="accent5"/>
                </a:solidFill>
                <a:latin typeface="IBM Plex Sans Medium"/>
                <a:ea typeface="IBM Plex Sans Medium"/>
                <a:cs typeface="IBM Plex Sans Medium"/>
                <a:sym typeface="IBM Plex Sans Medium"/>
              </a:defRPr>
            </a:lvl6pPr>
            <a:lvl7pPr lvl="6" algn="r" rtl="0">
              <a:lnSpc>
                <a:spcPct val="100000"/>
              </a:lnSpc>
              <a:spcBef>
                <a:spcPts val="0"/>
              </a:spcBef>
              <a:spcAft>
                <a:spcPts val="0"/>
              </a:spcAft>
              <a:buClr>
                <a:schemeClr val="accent5"/>
              </a:buClr>
              <a:buSzPts val="900"/>
              <a:buFont typeface="IBM Plex Sans Medium"/>
              <a:buNone/>
              <a:defRPr sz="900">
                <a:solidFill>
                  <a:schemeClr val="accent5"/>
                </a:solidFill>
                <a:latin typeface="IBM Plex Sans Medium"/>
                <a:ea typeface="IBM Plex Sans Medium"/>
                <a:cs typeface="IBM Plex Sans Medium"/>
                <a:sym typeface="IBM Plex Sans Medium"/>
              </a:defRPr>
            </a:lvl7pPr>
            <a:lvl8pPr lvl="7" algn="r" rtl="0">
              <a:lnSpc>
                <a:spcPct val="100000"/>
              </a:lnSpc>
              <a:spcBef>
                <a:spcPts val="0"/>
              </a:spcBef>
              <a:spcAft>
                <a:spcPts val="0"/>
              </a:spcAft>
              <a:buClr>
                <a:schemeClr val="accent5"/>
              </a:buClr>
              <a:buSzPts val="900"/>
              <a:buFont typeface="IBM Plex Sans Medium"/>
              <a:buNone/>
              <a:defRPr sz="900">
                <a:solidFill>
                  <a:schemeClr val="accent5"/>
                </a:solidFill>
                <a:latin typeface="IBM Plex Sans Medium"/>
                <a:ea typeface="IBM Plex Sans Medium"/>
                <a:cs typeface="IBM Plex Sans Medium"/>
                <a:sym typeface="IBM Plex Sans Medium"/>
              </a:defRPr>
            </a:lvl8pPr>
            <a:lvl9pPr lvl="8" algn="r" rtl="0">
              <a:lnSpc>
                <a:spcPct val="100000"/>
              </a:lnSpc>
              <a:spcBef>
                <a:spcPts val="0"/>
              </a:spcBef>
              <a:spcAft>
                <a:spcPts val="0"/>
              </a:spcAft>
              <a:buClr>
                <a:schemeClr val="accent5"/>
              </a:buClr>
              <a:buSzPts val="900"/>
              <a:buFont typeface="IBM Plex Sans Medium"/>
              <a:buNone/>
              <a:defRPr sz="900">
                <a:solidFill>
                  <a:schemeClr val="accent5"/>
                </a:solidFill>
                <a:latin typeface="IBM Plex Sans Medium"/>
                <a:ea typeface="IBM Plex Sans Medium"/>
                <a:cs typeface="IBM Plex Sans Medium"/>
                <a:sym typeface="IBM Plex Sans Medium"/>
              </a:defRPr>
            </a:lvl9pPr>
          </a:lstStyle>
          <a:p>
            <a:endParaRPr/>
          </a:p>
        </p:txBody>
      </p:sp>
      <p:pic>
        <p:nvPicPr>
          <p:cNvPr id="823" name="Google Shape;823;p62"/>
          <p:cNvPicPr preferRelativeResize="0"/>
          <p:nvPr/>
        </p:nvPicPr>
        <p:blipFill>
          <a:blip r:embed="rId2">
            <a:alphaModFix/>
          </a:blip>
          <a:stretch>
            <a:fillRect/>
          </a:stretch>
        </p:blipFill>
        <p:spPr>
          <a:xfrm>
            <a:off x="8565901" y="154375"/>
            <a:ext cx="424850" cy="428248"/>
          </a:xfrm>
          <a:prstGeom prst="rect">
            <a:avLst/>
          </a:prstGeom>
          <a:noFill/>
          <a:ln>
            <a:noFill/>
          </a:ln>
        </p:spPr>
      </p:pic>
    </p:spTree>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matchingName="Title &amp; body - Black 1">
  <p:cSld name="TITLE_AND_BODY_3_7">
    <p:bg>
      <p:bgPr>
        <a:solidFill>
          <a:schemeClr val="dk1"/>
        </a:solidFill>
        <a:effectLst/>
      </p:bgPr>
    </p:bg>
    <p:spTree>
      <p:nvGrpSpPr>
        <p:cNvPr id="1" name="Shape 824"/>
        <p:cNvGrpSpPr/>
        <p:nvPr/>
      </p:nvGrpSpPr>
      <p:grpSpPr>
        <a:xfrm>
          <a:off x="0" y="0"/>
          <a:ext cx="0" cy="0"/>
          <a:chOff x="0" y="0"/>
          <a:chExt cx="0" cy="0"/>
        </a:xfrm>
      </p:grpSpPr>
      <p:sp>
        <p:nvSpPr>
          <p:cNvPr id="825" name="Google Shape;825;p63"/>
          <p:cNvSpPr txBox="1">
            <a:spLocks noGrp="1"/>
          </p:cNvSpPr>
          <p:nvPr>
            <p:ph type="title"/>
          </p:nvPr>
        </p:nvSpPr>
        <p:spPr>
          <a:xfrm>
            <a:off x="457200" y="114300"/>
            <a:ext cx="8229600" cy="903300"/>
          </a:xfrm>
          <a:prstGeom prst="rect">
            <a:avLst/>
          </a:prstGeom>
        </p:spPr>
        <p:txBody>
          <a:bodyPr spcFirstLastPara="1" wrap="square" lIns="0" tIns="0" rIns="0" bIns="0" anchor="t" anchorCtr="0">
            <a:normAutofit/>
          </a:bodyPr>
          <a:lstStyle>
            <a:lvl1pPr lvl="0" rtl="0">
              <a:spcBef>
                <a:spcPts val="0"/>
              </a:spcBef>
              <a:spcAft>
                <a:spcPts val="0"/>
              </a:spcAft>
              <a:buClr>
                <a:schemeClr val="lt1"/>
              </a:buClr>
              <a:buSzPts val="3400"/>
              <a:buNone/>
              <a:defRPr>
                <a:solidFill>
                  <a:schemeClr val="lt1"/>
                </a:solidFill>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826" name="Google Shape;826;p63"/>
          <p:cNvSpPr txBox="1">
            <a:spLocks noGrp="1"/>
          </p:cNvSpPr>
          <p:nvPr>
            <p:ph type="body" idx="1"/>
          </p:nvPr>
        </p:nvSpPr>
        <p:spPr>
          <a:xfrm>
            <a:off x="457200" y="1152475"/>
            <a:ext cx="8229600" cy="3416400"/>
          </a:xfrm>
          <a:prstGeom prst="rect">
            <a:avLst/>
          </a:prstGeom>
        </p:spPr>
        <p:txBody>
          <a:bodyPr spcFirstLastPara="1" wrap="square" lIns="0" tIns="0" rIns="0" bIns="0" anchor="t" anchorCtr="0">
            <a:normAutofit/>
          </a:bodyPr>
          <a:lstStyle>
            <a:lvl1pPr marL="457200" lvl="0" indent="-330200" rtl="0">
              <a:spcBef>
                <a:spcPts val="0"/>
              </a:spcBef>
              <a:spcAft>
                <a:spcPts val="0"/>
              </a:spcAft>
              <a:buClr>
                <a:schemeClr val="lt1"/>
              </a:buClr>
              <a:buSzPts val="1600"/>
              <a:buChar char="■"/>
              <a:defRPr>
                <a:solidFill>
                  <a:schemeClr val="lt1"/>
                </a:solidFill>
              </a:defRPr>
            </a:lvl1pPr>
            <a:lvl2pPr marL="914400" lvl="1" indent="-317500" rtl="0">
              <a:spcBef>
                <a:spcPts val="0"/>
              </a:spcBef>
              <a:spcAft>
                <a:spcPts val="0"/>
              </a:spcAft>
              <a:buSzPts val="1400"/>
              <a:buChar char="■"/>
              <a:defRPr>
                <a:solidFill>
                  <a:schemeClr val="lt1"/>
                </a:solidFill>
              </a:defRPr>
            </a:lvl2pPr>
            <a:lvl3pPr marL="1371600" lvl="2" indent="-317500" rtl="0">
              <a:spcBef>
                <a:spcPts val="0"/>
              </a:spcBef>
              <a:spcAft>
                <a:spcPts val="0"/>
              </a:spcAft>
              <a:buClr>
                <a:schemeClr val="lt1"/>
              </a:buClr>
              <a:buSzPts val="1400"/>
              <a:buChar char="■"/>
              <a:defRPr>
                <a:solidFill>
                  <a:schemeClr val="lt1"/>
                </a:solidFill>
              </a:defRPr>
            </a:lvl3pPr>
            <a:lvl4pPr marL="1828800" lvl="3" indent="-317500" rtl="0">
              <a:spcBef>
                <a:spcPts val="0"/>
              </a:spcBef>
              <a:spcAft>
                <a:spcPts val="0"/>
              </a:spcAft>
              <a:buClr>
                <a:schemeClr val="lt1"/>
              </a:buClr>
              <a:buSzPts val="1400"/>
              <a:buChar char="●"/>
              <a:defRPr>
                <a:solidFill>
                  <a:schemeClr val="lt1"/>
                </a:solidFill>
              </a:defRPr>
            </a:lvl4pPr>
            <a:lvl5pPr marL="2286000" lvl="4" indent="-317500" rtl="0">
              <a:spcBef>
                <a:spcPts val="0"/>
              </a:spcBef>
              <a:spcAft>
                <a:spcPts val="0"/>
              </a:spcAft>
              <a:buClr>
                <a:schemeClr val="lt1"/>
              </a:buClr>
              <a:buSzPts val="1400"/>
              <a:buChar char="○"/>
              <a:defRPr>
                <a:solidFill>
                  <a:schemeClr val="lt1"/>
                </a:solidFill>
              </a:defRPr>
            </a:lvl5pPr>
            <a:lvl6pPr marL="2743200" lvl="5" indent="-317500" rtl="0">
              <a:spcBef>
                <a:spcPts val="0"/>
              </a:spcBef>
              <a:spcAft>
                <a:spcPts val="0"/>
              </a:spcAft>
              <a:buClr>
                <a:schemeClr val="lt1"/>
              </a:buClr>
              <a:buSzPts val="1400"/>
              <a:buChar char="■"/>
              <a:defRPr>
                <a:solidFill>
                  <a:schemeClr val="lt1"/>
                </a:solidFill>
              </a:defRPr>
            </a:lvl6pPr>
            <a:lvl7pPr marL="3200400" lvl="6" indent="-317500" rtl="0">
              <a:spcBef>
                <a:spcPts val="0"/>
              </a:spcBef>
              <a:spcAft>
                <a:spcPts val="0"/>
              </a:spcAft>
              <a:buClr>
                <a:schemeClr val="lt1"/>
              </a:buClr>
              <a:buSzPts val="1400"/>
              <a:buChar char="●"/>
              <a:defRPr>
                <a:solidFill>
                  <a:schemeClr val="lt1"/>
                </a:solidFill>
              </a:defRPr>
            </a:lvl7pPr>
            <a:lvl8pPr marL="3657600" lvl="7" indent="-317500" rtl="0">
              <a:spcBef>
                <a:spcPts val="0"/>
              </a:spcBef>
              <a:spcAft>
                <a:spcPts val="0"/>
              </a:spcAft>
              <a:buClr>
                <a:schemeClr val="lt1"/>
              </a:buClr>
              <a:buSzPts val="1400"/>
              <a:buChar char="○"/>
              <a:defRPr>
                <a:solidFill>
                  <a:schemeClr val="lt1"/>
                </a:solidFill>
              </a:defRPr>
            </a:lvl8pPr>
            <a:lvl9pPr marL="4114800" lvl="8" indent="-317500" rtl="0">
              <a:spcBef>
                <a:spcPts val="0"/>
              </a:spcBef>
              <a:spcAft>
                <a:spcPts val="0"/>
              </a:spcAft>
              <a:buClr>
                <a:schemeClr val="lt1"/>
              </a:buClr>
              <a:buSzPts val="1400"/>
              <a:buChar char="■"/>
              <a:defRPr>
                <a:solidFill>
                  <a:schemeClr val="lt1"/>
                </a:solidFill>
              </a:defRPr>
            </a:lvl9pPr>
          </a:lstStyle>
          <a:p>
            <a:endParaRPr/>
          </a:p>
        </p:txBody>
      </p:sp>
      <p:pic>
        <p:nvPicPr>
          <p:cNvPr id="827" name="Google Shape;827;p63"/>
          <p:cNvPicPr preferRelativeResize="0"/>
          <p:nvPr/>
        </p:nvPicPr>
        <p:blipFill>
          <a:blip r:embed="rId2">
            <a:alphaModFix/>
          </a:blip>
          <a:stretch>
            <a:fillRect/>
          </a:stretch>
        </p:blipFill>
        <p:spPr>
          <a:xfrm>
            <a:off x="8565901" y="154375"/>
            <a:ext cx="424850" cy="428248"/>
          </a:xfrm>
          <a:prstGeom prst="rect">
            <a:avLst/>
          </a:prstGeom>
          <a:noFill/>
          <a:ln>
            <a:noFill/>
          </a:ln>
        </p:spPr>
      </p:pic>
    </p:spTree>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matchingName="Title only - Spacecraft 1 1">
  <p:cSld name="TITLE_ONLY_12">
    <p:spTree>
      <p:nvGrpSpPr>
        <p:cNvPr id="1" name="Shape 828"/>
        <p:cNvGrpSpPr/>
        <p:nvPr/>
      </p:nvGrpSpPr>
      <p:grpSpPr>
        <a:xfrm>
          <a:off x="0" y="0"/>
          <a:ext cx="0" cy="0"/>
          <a:chOff x="0" y="0"/>
          <a:chExt cx="0" cy="0"/>
        </a:xfrm>
      </p:grpSpPr>
      <p:sp>
        <p:nvSpPr>
          <p:cNvPr id="829" name="Google Shape;829;p64"/>
          <p:cNvSpPr txBox="1">
            <a:spLocks noGrp="1"/>
          </p:cNvSpPr>
          <p:nvPr>
            <p:ph type="title"/>
          </p:nvPr>
        </p:nvSpPr>
        <p:spPr>
          <a:xfrm>
            <a:off x="457200" y="114300"/>
            <a:ext cx="8229600" cy="903300"/>
          </a:xfrm>
          <a:prstGeom prst="rect">
            <a:avLst/>
          </a:prstGeom>
        </p:spPr>
        <p:txBody>
          <a:bodyPr spcFirstLastPara="1" wrap="square" lIns="0" tIns="0" rIns="0" bIns="0" anchor="t" anchorCtr="0">
            <a:normAutofit/>
          </a:bodyPr>
          <a:lstStyle>
            <a:lvl1pPr lvl="0" rtl="0">
              <a:spcBef>
                <a:spcPts val="0"/>
              </a:spcBef>
              <a:spcAft>
                <a:spcPts val="0"/>
              </a:spcAft>
              <a:buSzPts val="34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pic>
        <p:nvPicPr>
          <p:cNvPr id="830" name="Google Shape;830;p64"/>
          <p:cNvPicPr preferRelativeResize="0"/>
          <p:nvPr/>
        </p:nvPicPr>
        <p:blipFill>
          <a:blip r:embed="rId2">
            <a:alphaModFix/>
          </a:blip>
          <a:stretch>
            <a:fillRect/>
          </a:stretch>
        </p:blipFill>
        <p:spPr>
          <a:xfrm>
            <a:off x="8565901" y="154374"/>
            <a:ext cx="424850" cy="428253"/>
          </a:xfrm>
          <a:prstGeom prst="rect">
            <a:avLst/>
          </a:prstGeom>
          <a:noFill/>
          <a:ln>
            <a:noFill/>
          </a:ln>
        </p:spPr>
      </p:pic>
    </p:spTree>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matchingName="Blank">
  <p:cSld name="CUSTOM_10">
    <p:bg>
      <p:bgPr>
        <a:solidFill>
          <a:schemeClr val="dk1"/>
        </a:solidFill>
        <a:effectLst/>
      </p:bgPr>
    </p:bg>
    <p:spTree>
      <p:nvGrpSpPr>
        <p:cNvPr id="1" name="Shape 831"/>
        <p:cNvGrpSpPr/>
        <p:nvPr/>
      </p:nvGrpSpPr>
      <p:grpSpPr>
        <a:xfrm>
          <a:off x="0" y="0"/>
          <a:ext cx="0" cy="0"/>
          <a:chOff x="0" y="0"/>
          <a:chExt cx="0" cy="0"/>
        </a:xfrm>
      </p:grpSpPr>
      <p:pic>
        <p:nvPicPr>
          <p:cNvPr id="832" name="Google Shape;832;p65"/>
          <p:cNvPicPr preferRelativeResize="0"/>
          <p:nvPr/>
        </p:nvPicPr>
        <p:blipFill>
          <a:blip r:embed="rId2">
            <a:alphaModFix/>
          </a:blip>
          <a:stretch>
            <a:fillRect/>
          </a:stretch>
        </p:blipFill>
        <p:spPr>
          <a:xfrm>
            <a:off x="8544859" y="62003"/>
            <a:ext cx="599140" cy="599141"/>
          </a:xfrm>
          <a:prstGeom prst="rect">
            <a:avLst/>
          </a:prstGeom>
          <a:noFill/>
          <a:ln>
            <a:noFill/>
          </a:ln>
        </p:spPr>
      </p:pic>
    </p:spTree>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matchingName="Title &amp; body - Simple 2">
  <p:cSld name="TITLE_AND_BODY_5">
    <p:spTree>
      <p:nvGrpSpPr>
        <p:cNvPr id="1" name="Shape 833"/>
        <p:cNvGrpSpPr/>
        <p:nvPr/>
      </p:nvGrpSpPr>
      <p:grpSpPr>
        <a:xfrm>
          <a:off x="0" y="0"/>
          <a:ext cx="0" cy="0"/>
          <a:chOff x="0" y="0"/>
          <a:chExt cx="0" cy="0"/>
        </a:xfrm>
      </p:grpSpPr>
      <p:sp>
        <p:nvSpPr>
          <p:cNvPr id="834" name="Google Shape;834;p66"/>
          <p:cNvSpPr txBox="1">
            <a:spLocks noGrp="1"/>
          </p:cNvSpPr>
          <p:nvPr>
            <p:ph type="title"/>
          </p:nvPr>
        </p:nvSpPr>
        <p:spPr>
          <a:xfrm>
            <a:off x="457200" y="114300"/>
            <a:ext cx="8229600" cy="903300"/>
          </a:xfrm>
          <a:prstGeom prst="rect">
            <a:avLst/>
          </a:prstGeom>
        </p:spPr>
        <p:txBody>
          <a:bodyPr spcFirstLastPara="1" wrap="square" lIns="0" tIns="0" rIns="0" bIns="0" anchor="t" anchorCtr="0">
            <a:normAutofit/>
          </a:bodyPr>
          <a:lstStyle>
            <a:lvl1pPr lvl="0" rtl="0">
              <a:spcBef>
                <a:spcPts val="0"/>
              </a:spcBef>
              <a:spcAft>
                <a:spcPts val="0"/>
              </a:spcAft>
              <a:buSzPts val="34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835" name="Google Shape;835;p66"/>
          <p:cNvSpPr txBox="1">
            <a:spLocks noGrp="1"/>
          </p:cNvSpPr>
          <p:nvPr>
            <p:ph type="body" idx="1"/>
          </p:nvPr>
        </p:nvSpPr>
        <p:spPr>
          <a:xfrm>
            <a:off x="457200" y="1152475"/>
            <a:ext cx="8229600" cy="3416400"/>
          </a:xfrm>
          <a:prstGeom prst="rect">
            <a:avLst/>
          </a:prstGeom>
        </p:spPr>
        <p:txBody>
          <a:bodyPr spcFirstLastPara="1" wrap="square" lIns="0" tIns="0" rIns="0" bIns="0" anchor="t" anchorCtr="0">
            <a:normAutofit/>
          </a:bodyPr>
          <a:lstStyle>
            <a:lvl1pPr marL="457200" lvl="0" indent="-330200" rtl="0">
              <a:spcBef>
                <a:spcPts val="0"/>
              </a:spcBef>
              <a:spcAft>
                <a:spcPts val="0"/>
              </a:spcAft>
              <a:buSzPts val="1600"/>
              <a:buChar char="■"/>
              <a:defRPr/>
            </a:lvl1pPr>
            <a:lvl2pPr marL="914400" lvl="1" indent="-317500" rtl="0">
              <a:spcBef>
                <a:spcPts val="0"/>
              </a:spcBef>
              <a:spcAft>
                <a:spcPts val="0"/>
              </a:spcAft>
              <a:buSzPts val="1400"/>
              <a:buChar char="■"/>
              <a:defRPr/>
            </a:lvl2pPr>
            <a:lvl3pPr marL="1371600" lvl="2" indent="-317500" rtl="0">
              <a:spcBef>
                <a:spcPts val="0"/>
              </a:spcBef>
              <a:spcAft>
                <a:spcPts val="0"/>
              </a:spcAft>
              <a:buSzPts val="1400"/>
              <a:buChar char="■"/>
              <a:defRPr/>
            </a:lvl3pPr>
            <a:lvl4pPr marL="1828800" lvl="3" indent="-317500" rtl="0">
              <a:spcBef>
                <a:spcPts val="0"/>
              </a:spcBef>
              <a:spcAft>
                <a:spcPts val="0"/>
              </a:spcAft>
              <a:buSzPts val="1400"/>
              <a:buChar char="●"/>
              <a:defRPr/>
            </a:lvl4pPr>
            <a:lvl5pPr marL="2286000" lvl="4" indent="-317500" rtl="0">
              <a:spcBef>
                <a:spcPts val="0"/>
              </a:spcBef>
              <a:spcAft>
                <a:spcPts val="0"/>
              </a:spcAft>
              <a:buSzPts val="1400"/>
              <a:buChar char="○"/>
              <a:defRPr/>
            </a:lvl5pPr>
            <a:lvl6pPr marL="2743200" lvl="5" indent="-317500" rtl="0">
              <a:spcBef>
                <a:spcPts val="0"/>
              </a:spcBef>
              <a:spcAft>
                <a:spcPts val="0"/>
              </a:spcAft>
              <a:buSzPts val="1400"/>
              <a:buChar char="■"/>
              <a:defRPr/>
            </a:lvl6pPr>
            <a:lvl7pPr marL="3200400" lvl="6" indent="-317500" rtl="0">
              <a:spcBef>
                <a:spcPts val="0"/>
              </a:spcBef>
              <a:spcAft>
                <a:spcPts val="0"/>
              </a:spcAft>
              <a:buSzPts val="1400"/>
              <a:buChar char="●"/>
              <a:defRPr/>
            </a:lvl7pPr>
            <a:lvl8pPr marL="3657600" lvl="7" indent="-317500" rtl="0">
              <a:spcBef>
                <a:spcPts val="0"/>
              </a:spcBef>
              <a:spcAft>
                <a:spcPts val="0"/>
              </a:spcAft>
              <a:buSzPts val="1400"/>
              <a:buChar char="○"/>
              <a:defRPr/>
            </a:lvl8pPr>
            <a:lvl9pPr marL="4114800" lvl="8" indent="-317500" rtl="0">
              <a:spcBef>
                <a:spcPts val="0"/>
              </a:spcBef>
              <a:spcAft>
                <a:spcPts val="0"/>
              </a:spcAft>
              <a:buSzPts val="1400"/>
              <a:buChar char="■"/>
              <a:defRPr/>
            </a:lvl9pPr>
          </a:lstStyle>
          <a:p>
            <a:endParaRPr/>
          </a:p>
        </p:txBody>
      </p:sp>
      <p:sp>
        <p:nvSpPr>
          <p:cNvPr id="836" name="Google Shape;836;p66"/>
          <p:cNvSpPr txBox="1">
            <a:spLocks noGrp="1"/>
          </p:cNvSpPr>
          <p:nvPr>
            <p:ph type="sldNum" idx="12"/>
          </p:nvPr>
        </p:nvSpPr>
        <p:spPr>
          <a:xfrm>
            <a:off x="8366700" y="4805546"/>
            <a:ext cx="548700" cy="215400"/>
          </a:xfrm>
          <a:prstGeom prst="rect">
            <a:avLst/>
          </a:prstGeom>
          <a:noFill/>
          <a:ln>
            <a:noFill/>
          </a:ln>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l" rtl="0">
              <a:spcBef>
                <a:spcPts val="0"/>
              </a:spcBef>
              <a:spcAft>
                <a:spcPts val="0"/>
              </a:spcAft>
              <a:buNone/>
            </a:pPr>
            <a:fld id="{00000000-1234-1234-1234-123412341234}" type="slidenum">
              <a:rPr lang="en"/>
              <a:t>‹#›</a:t>
            </a:fld>
            <a:endParaRPr/>
          </a:p>
        </p:txBody>
      </p:sp>
      <p:pic>
        <p:nvPicPr>
          <p:cNvPr id="837" name="Google Shape;837;p66"/>
          <p:cNvPicPr preferRelativeResize="0"/>
          <p:nvPr/>
        </p:nvPicPr>
        <p:blipFill>
          <a:blip r:embed="rId2">
            <a:alphaModFix/>
          </a:blip>
          <a:stretch>
            <a:fillRect/>
          </a:stretch>
        </p:blipFill>
        <p:spPr>
          <a:xfrm>
            <a:off x="8544852" y="62010"/>
            <a:ext cx="599140" cy="599141"/>
          </a:xfrm>
          <a:prstGeom prst="rect">
            <a:avLst/>
          </a:prstGeom>
          <a:noFill/>
          <a:ln>
            <a:noFill/>
          </a:ln>
        </p:spPr>
      </p:pic>
      <p:sp>
        <p:nvSpPr>
          <p:cNvPr id="838" name="Google Shape;838;p66"/>
          <p:cNvSpPr txBox="1">
            <a:spLocks noGrp="1"/>
          </p:cNvSpPr>
          <p:nvPr>
            <p:ph type="subTitle" idx="2"/>
          </p:nvPr>
        </p:nvSpPr>
        <p:spPr>
          <a:xfrm>
            <a:off x="467075" y="4814525"/>
            <a:ext cx="2326500" cy="206400"/>
          </a:xfrm>
          <a:prstGeom prst="rect">
            <a:avLst/>
          </a:prstGeom>
        </p:spPr>
        <p:txBody>
          <a:bodyPr spcFirstLastPara="1" wrap="square" lIns="0" tIns="0" rIns="0" bIns="0" anchor="b" anchorCtr="0">
            <a:normAutofit/>
          </a:bodyPr>
          <a:lstStyle>
            <a:lvl1pPr lvl="0" rtl="0">
              <a:spcBef>
                <a:spcPts val="0"/>
              </a:spcBef>
              <a:spcAft>
                <a:spcPts val="0"/>
              </a:spcAft>
              <a:buClr>
                <a:schemeClr val="dk2"/>
              </a:buClr>
              <a:buSzPts val="700"/>
              <a:buNone/>
              <a:defRPr sz="700">
                <a:solidFill>
                  <a:schemeClr val="dk2"/>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Tree>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matchingName="Blank - Spacecraft - No Logo">
  <p:cSld name="TITLE_ONLY_2_1">
    <p:spTree>
      <p:nvGrpSpPr>
        <p:cNvPr id="1" name="Shape 839"/>
        <p:cNvGrpSpPr/>
        <p:nvPr/>
      </p:nvGrpSpPr>
      <p:grpSpPr>
        <a:xfrm>
          <a:off x="0" y="0"/>
          <a:ext cx="0" cy="0"/>
          <a:chOff x="0" y="0"/>
          <a:chExt cx="0" cy="0"/>
        </a:xfrm>
      </p:grpSpPr>
    </p:spTree>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matchingName="Title - 1">
  <p:cSld name="TITLE_1">
    <p:bg>
      <p:bgPr>
        <a:solidFill>
          <a:schemeClr val="dk1"/>
        </a:solidFill>
        <a:effectLst/>
      </p:bgPr>
    </p:bg>
    <p:spTree>
      <p:nvGrpSpPr>
        <p:cNvPr id="1" name="Shape 843"/>
        <p:cNvGrpSpPr/>
        <p:nvPr/>
      </p:nvGrpSpPr>
      <p:grpSpPr>
        <a:xfrm>
          <a:off x="0" y="0"/>
          <a:ext cx="0" cy="0"/>
          <a:chOff x="0" y="0"/>
          <a:chExt cx="0" cy="0"/>
        </a:xfrm>
      </p:grpSpPr>
      <p:sp>
        <p:nvSpPr>
          <p:cNvPr id="844" name="Google Shape;844;p69"/>
          <p:cNvSpPr txBox="1">
            <a:spLocks noGrp="1"/>
          </p:cNvSpPr>
          <p:nvPr>
            <p:ph type="ctrTitle"/>
          </p:nvPr>
        </p:nvSpPr>
        <p:spPr>
          <a:xfrm>
            <a:off x="457200" y="1152475"/>
            <a:ext cx="5966700" cy="1644600"/>
          </a:xfrm>
          <a:prstGeom prst="rect">
            <a:avLst/>
          </a:prstGeom>
        </p:spPr>
        <p:txBody>
          <a:bodyPr spcFirstLastPara="1" wrap="square" lIns="0" tIns="0" rIns="0" bIns="0" anchor="b" anchorCtr="0">
            <a:normAutofit/>
          </a:bodyPr>
          <a:lstStyle>
            <a:lvl1pPr lvl="0" rtl="0">
              <a:spcBef>
                <a:spcPts val="0"/>
              </a:spcBef>
              <a:spcAft>
                <a:spcPts val="0"/>
              </a:spcAft>
              <a:buClr>
                <a:schemeClr val="lt1"/>
              </a:buClr>
              <a:buSzPts val="3400"/>
              <a:buNone/>
              <a:defRPr>
                <a:solidFill>
                  <a:schemeClr val="lt1"/>
                </a:solidFill>
              </a:defRPr>
            </a:lvl1pPr>
            <a:lvl2pPr lvl="1" rtl="0">
              <a:spcBef>
                <a:spcPts val="0"/>
              </a:spcBef>
              <a:spcAft>
                <a:spcPts val="0"/>
              </a:spcAft>
              <a:buSzPts val="5200"/>
              <a:buNone/>
              <a:defRPr sz="5200"/>
            </a:lvl2pPr>
            <a:lvl3pPr lvl="2" rtl="0">
              <a:spcBef>
                <a:spcPts val="0"/>
              </a:spcBef>
              <a:spcAft>
                <a:spcPts val="0"/>
              </a:spcAft>
              <a:buSzPts val="5200"/>
              <a:buNone/>
              <a:defRPr sz="5200"/>
            </a:lvl3pPr>
            <a:lvl4pPr lvl="3" rtl="0">
              <a:spcBef>
                <a:spcPts val="0"/>
              </a:spcBef>
              <a:spcAft>
                <a:spcPts val="0"/>
              </a:spcAft>
              <a:buSzPts val="5200"/>
              <a:buNone/>
              <a:defRPr sz="5200"/>
            </a:lvl4pPr>
            <a:lvl5pPr lvl="4" rtl="0">
              <a:spcBef>
                <a:spcPts val="0"/>
              </a:spcBef>
              <a:spcAft>
                <a:spcPts val="0"/>
              </a:spcAft>
              <a:buSzPts val="5200"/>
              <a:buNone/>
              <a:defRPr sz="5200"/>
            </a:lvl5pPr>
            <a:lvl6pPr lvl="5" rtl="0">
              <a:spcBef>
                <a:spcPts val="0"/>
              </a:spcBef>
              <a:spcAft>
                <a:spcPts val="0"/>
              </a:spcAft>
              <a:buSzPts val="5200"/>
              <a:buNone/>
              <a:defRPr sz="5200"/>
            </a:lvl6pPr>
            <a:lvl7pPr lvl="6" rtl="0">
              <a:spcBef>
                <a:spcPts val="0"/>
              </a:spcBef>
              <a:spcAft>
                <a:spcPts val="0"/>
              </a:spcAft>
              <a:buSzPts val="5200"/>
              <a:buNone/>
              <a:defRPr sz="5200"/>
            </a:lvl7pPr>
            <a:lvl8pPr lvl="7" rtl="0">
              <a:spcBef>
                <a:spcPts val="0"/>
              </a:spcBef>
              <a:spcAft>
                <a:spcPts val="0"/>
              </a:spcAft>
              <a:buSzPts val="5200"/>
              <a:buNone/>
              <a:defRPr sz="5200"/>
            </a:lvl8pPr>
            <a:lvl9pPr lvl="8" rtl="0">
              <a:spcBef>
                <a:spcPts val="0"/>
              </a:spcBef>
              <a:spcAft>
                <a:spcPts val="0"/>
              </a:spcAft>
              <a:buSzPts val="5200"/>
              <a:buNone/>
              <a:defRPr sz="5200"/>
            </a:lvl9pPr>
          </a:lstStyle>
          <a:p>
            <a:endParaRPr/>
          </a:p>
        </p:txBody>
      </p:sp>
      <p:pic>
        <p:nvPicPr>
          <p:cNvPr id="845" name="Google Shape;845;p69"/>
          <p:cNvPicPr preferRelativeResize="0"/>
          <p:nvPr/>
        </p:nvPicPr>
        <p:blipFill>
          <a:blip r:embed="rId2">
            <a:alphaModFix/>
          </a:blip>
          <a:stretch>
            <a:fillRect/>
          </a:stretch>
        </p:blipFill>
        <p:spPr>
          <a:xfrm>
            <a:off x="457100" y="571500"/>
            <a:ext cx="1235098" cy="422775"/>
          </a:xfrm>
          <a:prstGeom prst="rect">
            <a:avLst/>
          </a:prstGeom>
          <a:noFill/>
          <a:ln>
            <a:noFill/>
          </a:ln>
        </p:spPr>
      </p:pic>
      <p:sp>
        <p:nvSpPr>
          <p:cNvPr id="846" name="Google Shape;846;p69"/>
          <p:cNvSpPr/>
          <p:nvPr/>
        </p:nvSpPr>
        <p:spPr>
          <a:xfrm>
            <a:off x="7358110" y="4215232"/>
            <a:ext cx="415500" cy="415500"/>
          </a:xfrm>
          <a:prstGeom prst="roundRect">
            <a:avLst>
              <a:gd name="adj" fmla="val 22637"/>
            </a:avLst>
          </a:prstGeom>
          <a:solidFill>
            <a:srgbClr val="0072CE"/>
          </a:solidFill>
          <a:ln>
            <a:noFill/>
          </a:ln>
        </p:spPr>
        <p:txBody>
          <a:bodyPr spcFirstLastPara="1" wrap="square" lIns="57150" tIns="57150" rIns="57150" bIns="57150" anchor="ctr" anchorCtr="0">
            <a:noAutofit/>
          </a:bodyPr>
          <a:lstStyle/>
          <a:p>
            <a:pPr marL="0" lvl="0" indent="0" algn="ctr" rtl="0">
              <a:spcBef>
                <a:spcPts val="0"/>
              </a:spcBef>
              <a:spcAft>
                <a:spcPts val="0"/>
              </a:spcAft>
              <a:buNone/>
            </a:pPr>
            <a:endParaRPr sz="800" b="1">
              <a:solidFill>
                <a:srgbClr val="FFFFFF"/>
              </a:solidFill>
              <a:latin typeface="IBM Plex Sans"/>
              <a:ea typeface="IBM Plex Sans"/>
              <a:cs typeface="IBM Plex Sans"/>
              <a:sym typeface="IBM Plex Sans"/>
            </a:endParaRPr>
          </a:p>
        </p:txBody>
      </p:sp>
      <p:sp>
        <p:nvSpPr>
          <p:cNvPr id="847" name="Google Shape;847;p69"/>
          <p:cNvSpPr/>
          <p:nvPr/>
        </p:nvSpPr>
        <p:spPr>
          <a:xfrm>
            <a:off x="8513305" y="4215232"/>
            <a:ext cx="415500" cy="415500"/>
          </a:xfrm>
          <a:prstGeom prst="roundRect">
            <a:avLst>
              <a:gd name="adj" fmla="val 50000"/>
            </a:avLst>
          </a:prstGeom>
          <a:solidFill>
            <a:srgbClr val="D1D3D4"/>
          </a:solidFill>
          <a:ln>
            <a:noFill/>
          </a:ln>
        </p:spPr>
        <p:txBody>
          <a:bodyPr spcFirstLastPara="1" wrap="square" lIns="57150" tIns="57150" rIns="57150" bIns="57150" anchor="ctr" anchorCtr="0">
            <a:noAutofit/>
          </a:bodyPr>
          <a:lstStyle/>
          <a:p>
            <a:pPr marL="0" lvl="0" indent="0" algn="ctr" rtl="0">
              <a:spcBef>
                <a:spcPts val="0"/>
              </a:spcBef>
              <a:spcAft>
                <a:spcPts val="0"/>
              </a:spcAft>
              <a:buNone/>
            </a:pPr>
            <a:endParaRPr sz="800" b="1">
              <a:solidFill>
                <a:srgbClr val="FFFFFF"/>
              </a:solidFill>
              <a:latin typeface="IBM Plex Sans"/>
              <a:ea typeface="IBM Plex Sans"/>
              <a:cs typeface="IBM Plex Sans"/>
              <a:sym typeface="IBM Plex Sans"/>
            </a:endParaRPr>
          </a:p>
        </p:txBody>
      </p:sp>
      <p:sp>
        <p:nvSpPr>
          <p:cNvPr id="848" name="Google Shape;848;p69"/>
          <p:cNvSpPr/>
          <p:nvPr/>
        </p:nvSpPr>
        <p:spPr>
          <a:xfrm rot="-2700000">
            <a:off x="7993354" y="4274005"/>
            <a:ext cx="299955" cy="297833"/>
          </a:xfrm>
          <a:prstGeom prst="roundRect">
            <a:avLst>
              <a:gd name="adj" fmla="val 5808"/>
            </a:avLst>
          </a:prstGeom>
          <a:solidFill>
            <a:srgbClr val="26D07C"/>
          </a:solidFill>
          <a:ln>
            <a:noFill/>
          </a:ln>
        </p:spPr>
        <p:txBody>
          <a:bodyPr spcFirstLastPara="1" wrap="square" lIns="57150" tIns="57150" rIns="57150" bIns="57150" anchor="ctr" anchorCtr="0">
            <a:noAutofit/>
          </a:bodyPr>
          <a:lstStyle/>
          <a:p>
            <a:pPr marL="0" lvl="0" indent="0" algn="ctr" rtl="0">
              <a:spcBef>
                <a:spcPts val="0"/>
              </a:spcBef>
              <a:spcAft>
                <a:spcPts val="0"/>
              </a:spcAft>
              <a:buNone/>
            </a:pPr>
            <a:endParaRPr sz="800" b="1">
              <a:solidFill>
                <a:srgbClr val="FFFFFF"/>
              </a:solidFill>
              <a:latin typeface="IBM Plex Sans"/>
              <a:ea typeface="IBM Plex Sans"/>
              <a:cs typeface="IBM Plex Sans"/>
              <a:sym typeface="IBM Plex Sans"/>
            </a:endParaRPr>
          </a:p>
        </p:txBody>
      </p:sp>
      <p:sp>
        <p:nvSpPr>
          <p:cNvPr id="849" name="Google Shape;849;p69"/>
          <p:cNvSpPr/>
          <p:nvPr/>
        </p:nvSpPr>
        <p:spPr>
          <a:xfrm>
            <a:off x="6784246" y="4215232"/>
            <a:ext cx="415500" cy="415500"/>
          </a:xfrm>
          <a:prstGeom prst="roundRect">
            <a:avLst>
              <a:gd name="adj" fmla="val 50000"/>
            </a:avLst>
          </a:prstGeom>
          <a:solidFill>
            <a:srgbClr val="FC5D0D"/>
          </a:solidFill>
          <a:ln>
            <a:noFill/>
          </a:ln>
        </p:spPr>
        <p:txBody>
          <a:bodyPr spcFirstLastPara="1" wrap="square" lIns="57150" tIns="57150" rIns="57150" bIns="57150" anchor="ctr" anchorCtr="0">
            <a:noAutofit/>
          </a:bodyPr>
          <a:lstStyle/>
          <a:p>
            <a:pPr marL="0" lvl="0" indent="0" algn="ctr" rtl="0">
              <a:spcBef>
                <a:spcPts val="0"/>
              </a:spcBef>
              <a:spcAft>
                <a:spcPts val="0"/>
              </a:spcAft>
              <a:buNone/>
            </a:pPr>
            <a:endParaRPr sz="800" b="1">
              <a:solidFill>
                <a:srgbClr val="FFFFFF"/>
              </a:solidFill>
              <a:latin typeface="IBM Plex Sans"/>
              <a:ea typeface="IBM Plex Sans"/>
              <a:cs typeface="IBM Plex Sans"/>
              <a:sym typeface="IBM Plex Sans"/>
            </a:endParaRPr>
          </a:p>
        </p:txBody>
      </p:sp>
      <p:sp>
        <p:nvSpPr>
          <p:cNvPr id="850" name="Google Shape;850;p69"/>
          <p:cNvSpPr txBox="1">
            <a:spLocks noGrp="1"/>
          </p:cNvSpPr>
          <p:nvPr>
            <p:ph type="sldNum" idx="12"/>
          </p:nvPr>
        </p:nvSpPr>
        <p:spPr>
          <a:xfrm>
            <a:off x="8556784" y="4749851"/>
            <a:ext cx="548700" cy="393600"/>
          </a:xfrm>
          <a:prstGeom prst="rect">
            <a:avLst/>
          </a:prstGeom>
          <a:noFill/>
          <a:ln>
            <a:noFill/>
          </a:ln>
        </p:spPr>
        <p:txBody>
          <a:bodyPr spcFirstLastPara="1" wrap="square" lIns="91425" tIns="91425" rIns="91425" bIns="91425" anchor="t" anchorCtr="0">
            <a:noAutofit/>
          </a:bodyPr>
          <a:lstStyle>
            <a:lvl1pPr lvl="0" rtl="0">
              <a:buNone/>
              <a:defRPr sz="1300">
                <a:solidFill>
                  <a:schemeClr val="dk1"/>
                </a:solidFill>
              </a:defRPr>
            </a:lvl1pPr>
            <a:lvl2pPr lvl="1" rtl="0">
              <a:buNone/>
              <a:defRPr sz="1300">
                <a:solidFill>
                  <a:schemeClr val="dk1"/>
                </a:solidFill>
              </a:defRPr>
            </a:lvl2pPr>
            <a:lvl3pPr lvl="2" rtl="0">
              <a:buNone/>
              <a:defRPr sz="1300">
                <a:solidFill>
                  <a:schemeClr val="dk1"/>
                </a:solidFill>
              </a:defRPr>
            </a:lvl3pPr>
            <a:lvl4pPr lvl="3" rtl="0">
              <a:buNone/>
              <a:defRPr sz="1300">
                <a:solidFill>
                  <a:schemeClr val="dk1"/>
                </a:solidFill>
              </a:defRPr>
            </a:lvl4pPr>
            <a:lvl5pPr lvl="4" rtl="0">
              <a:buNone/>
              <a:defRPr sz="1300">
                <a:solidFill>
                  <a:schemeClr val="dk1"/>
                </a:solidFill>
              </a:defRPr>
            </a:lvl5pPr>
            <a:lvl6pPr lvl="5" rtl="0">
              <a:buNone/>
              <a:defRPr sz="1300">
                <a:solidFill>
                  <a:schemeClr val="dk1"/>
                </a:solidFill>
              </a:defRPr>
            </a:lvl6pPr>
            <a:lvl7pPr lvl="6" rtl="0">
              <a:buNone/>
              <a:defRPr sz="1300">
                <a:solidFill>
                  <a:schemeClr val="dk1"/>
                </a:solidFill>
              </a:defRPr>
            </a:lvl7pPr>
            <a:lvl8pPr lvl="7" rtl="0">
              <a:buNone/>
              <a:defRPr sz="1300">
                <a:solidFill>
                  <a:schemeClr val="dk1"/>
                </a:solidFill>
              </a:defRPr>
            </a:lvl8pPr>
            <a:lvl9pPr lvl="8" rtl="0">
              <a:buNone/>
              <a:defRPr sz="1300">
                <a:solidFill>
                  <a:schemeClr val="dk1"/>
                </a:solidFill>
              </a:defRPr>
            </a:lvl9pPr>
          </a:lstStyle>
          <a:p>
            <a:pPr marL="0" lvl="0" indent="0" algn="l" rtl="0">
              <a:spcBef>
                <a:spcPts val="0"/>
              </a:spcBef>
              <a:spcAft>
                <a:spcPts val="0"/>
              </a:spcAft>
              <a:buNone/>
            </a:pPr>
            <a:fld id="{00000000-1234-1234-1234-123412341234}" type="slidenum">
              <a:rPr lang="en"/>
              <a:t>‹#›</a:t>
            </a:fld>
            <a:endParaRPr/>
          </a:p>
        </p:txBody>
      </p:sp>
      <p:sp>
        <p:nvSpPr>
          <p:cNvPr id="851" name="Google Shape;851;p69"/>
          <p:cNvSpPr txBox="1">
            <a:spLocks noGrp="1"/>
          </p:cNvSpPr>
          <p:nvPr>
            <p:ph type="subTitle" idx="1"/>
          </p:nvPr>
        </p:nvSpPr>
        <p:spPr>
          <a:xfrm>
            <a:off x="457200" y="2986525"/>
            <a:ext cx="4563900" cy="792600"/>
          </a:xfrm>
          <a:prstGeom prst="rect">
            <a:avLst/>
          </a:prstGeom>
        </p:spPr>
        <p:txBody>
          <a:bodyPr spcFirstLastPara="1" wrap="square" lIns="0" tIns="0" rIns="0" bIns="0" anchor="t" anchorCtr="0">
            <a:normAutofit/>
          </a:bodyPr>
          <a:lstStyle>
            <a:lvl1pPr lvl="0" rtl="0">
              <a:lnSpc>
                <a:spcPct val="100000"/>
              </a:lnSpc>
              <a:spcBef>
                <a:spcPts val="0"/>
              </a:spcBef>
              <a:spcAft>
                <a:spcPts val="0"/>
              </a:spcAft>
              <a:buClr>
                <a:schemeClr val="lt1"/>
              </a:buClr>
              <a:buSzPts val="1800"/>
              <a:buFont typeface="IBM Plex Sans Medium"/>
              <a:buNone/>
              <a:defRPr sz="1800">
                <a:solidFill>
                  <a:schemeClr val="lt1"/>
                </a:solidFill>
                <a:latin typeface="IBM Plex Sans Medium"/>
                <a:ea typeface="IBM Plex Sans Medium"/>
                <a:cs typeface="IBM Plex Sans Medium"/>
                <a:sym typeface="IBM Plex Sans Medium"/>
              </a:defRPr>
            </a:lvl1pPr>
            <a:lvl2pPr lvl="1" rtl="0">
              <a:lnSpc>
                <a:spcPct val="100000"/>
              </a:lnSpc>
              <a:spcBef>
                <a:spcPts val="0"/>
              </a:spcBef>
              <a:spcAft>
                <a:spcPts val="0"/>
              </a:spcAft>
              <a:buSzPts val="2800"/>
              <a:buNone/>
              <a:defRPr sz="2800"/>
            </a:lvl2pPr>
            <a:lvl3pPr lvl="2" rtl="0">
              <a:lnSpc>
                <a:spcPct val="100000"/>
              </a:lnSpc>
              <a:spcBef>
                <a:spcPts val="0"/>
              </a:spcBef>
              <a:spcAft>
                <a:spcPts val="0"/>
              </a:spcAft>
              <a:buSzPts val="2800"/>
              <a:buNone/>
              <a:defRPr sz="2800"/>
            </a:lvl3pPr>
            <a:lvl4pPr lvl="3" rtl="0">
              <a:lnSpc>
                <a:spcPct val="100000"/>
              </a:lnSpc>
              <a:spcBef>
                <a:spcPts val="0"/>
              </a:spcBef>
              <a:spcAft>
                <a:spcPts val="0"/>
              </a:spcAft>
              <a:buSzPts val="2800"/>
              <a:buNone/>
              <a:defRPr sz="2800"/>
            </a:lvl4pPr>
            <a:lvl5pPr lvl="4" rtl="0">
              <a:lnSpc>
                <a:spcPct val="100000"/>
              </a:lnSpc>
              <a:spcBef>
                <a:spcPts val="0"/>
              </a:spcBef>
              <a:spcAft>
                <a:spcPts val="0"/>
              </a:spcAft>
              <a:buSzPts val="2800"/>
              <a:buNone/>
              <a:defRPr sz="2800"/>
            </a:lvl5pPr>
            <a:lvl6pPr lvl="5" rtl="0">
              <a:lnSpc>
                <a:spcPct val="100000"/>
              </a:lnSpc>
              <a:spcBef>
                <a:spcPts val="0"/>
              </a:spcBef>
              <a:spcAft>
                <a:spcPts val="0"/>
              </a:spcAft>
              <a:buSzPts val="2800"/>
              <a:buNone/>
              <a:defRPr sz="2800"/>
            </a:lvl6pPr>
            <a:lvl7pPr lvl="6" rtl="0">
              <a:lnSpc>
                <a:spcPct val="100000"/>
              </a:lnSpc>
              <a:spcBef>
                <a:spcPts val="0"/>
              </a:spcBef>
              <a:spcAft>
                <a:spcPts val="0"/>
              </a:spcAft>
              <a:buSzPts val="2800"/>
              <a:buNone/>
              <a:defRPr sz="2800"/>
            </a:lvl7pPr>
            <a:lvl8pPr lvl="7" rtl="0">
              <a:lnSpc>
                <a:spcPct val="100000"/>
              </a:lnSpc>
              <a:spcBef>
                <a:spcPts val="0"/>
              </a:spcBef>
              <a:spcAft>
                <a:spcPts val="0"/>
              </a:spcAft>
              <a:buSzPts val="2800"/>
              <a:buNone/>
              <a:defRPr sz="2800"/>
            </a:lvl8pPr>
            <a:lvl9pPr lvl="8" rtl="0">
              <a:lnSpc>
                <a:spcPct val="100000"/>
              </a:lnSpc>
              <a:spcBef>
                <a:spcPts val="0"/>
              </a:spcBef>
              <a:spcAft>
                <a:spcPts val="0"/>
              </a:spcAft>
              <a:buSzPts val="2800"/>
              <a:buNone/>
              <a:defRPr sz="2800"/>
            </a:lvl9pPr>
          </a:lstStyle>
          <a:p>
            <a:endParaRPr/>
          </a:p>
        </p:txBody>
      </p:sp>
      <p:sp>
        <p:nvSpPr>
          <p:cNvPr id="852" name="Google Shape;852;p69"/>
          <p:cNvSpPr txBox="1">
            <a:spLocks noGrp="1"/>
          </p:cNvSpPr>
          <p:nvPr>
            <p:ph type="subTitle" idx="2"/>
          </p:nvPr>
        </p:nvSpPr>
        <p:spPr>
          <a:xfrm>
            <a:off x="457200" y="4236325"/>
            <a:ext cx="4563900" cy="792600"/>
          </a:xfrm>
          <a:prstGeom prst="rect">
            <a:avLst/>
          </a:prstGeom>
        </p:spPr>
        <p:txBody>
          <a:bodyPr spcFirstLastPara="1" wrap="square" lIns="0" tIns="0" rIns="0" bIns="0" anchor="t" anchorCtr="0">
            <a:normAutofit/>
          </a:bodyPr>
          <a:lstStyle>
            <a:lvl1pPr lvl="0" rtl="0">
              <a:lnSpc>
                <a:spcPct val="100000"/>
              </a:lnSpc>
              <a:spcBef>
                <a:spcPts val="0"/>
              </a:spcBef>
              <a:spcAft>
                <a:spcPts val="0"/>
              </a:spcAft>
              <a:buClr>
                <a:schemeClr val="lt1"/>
              </a:buClr>
              <a:buSzPts val="1400"/>
              <a:buNone/>
              <a:defRPr sz="1400">
                <a:solidFill>
                  <a:schemeClr val="lt1"/>
                </a:solidFill>
              </a:defRPr>
            </a:lvl1pPr>
            <a:lvl2pPr lvl="1" rtl="0">
              <a:lnSpc>
                <a:spcPct val="100000"/>
              </a:lnSpc>
              <a:spcBef>
                <a:spcPts val="0"/>
              </a:spcBef>
              <a:spcAft>
                <a:spcPts val="0"/>
              </a:spcAft>
              <a:buSzPts val="2800"/>
              <a:buNone/>
              <a:defRPr sz="2800"/>
            </a:lvl2pPr>
            <a:lvl3pPr lvl="2" rtl="0">
              <a:lnSpc>
                <a:spcPct val="100000"/>
              </a:lnSpc>
              <a:spcBef>
                <a:spcPts val="0"/>
              </a:spcBef>
              <a:spcAft>
                <a:spcPts val="0"/>
              </a:spcAft>
              <a:buSzPts val="2800"/>
              <a:buNone/>
              <a:defRPr sz="2800"/>
            </a:lvl3pPr>
            <a:lvl4pPr lvl="3" rtl="0">
              <a:lnSpc>
                <a:spcPct val="100000"/>
              </a:lnSpc>
              <a:spcBef>
                <a:spcPts val="0"/>
              </a:spcBef>
              <a:spcAft>
                <a:spcPts val="0"/>
              </a:spcAft>
              <a:buSzPts val="2800"/>
              <a:buNone/>
              <a:defRPr sz="2800"/>
            </a:lvl4pPr>
            <a:lvl5pPr lvl="4" rtl="0">
              <a:lnSpc>
                <a:spcPct val="100000"/>
              </a:lnSpc>
              <a:spcBef>
                <a:spcPts val="0"/>
              </a:spcBef>
              <a:spcAft>
                <a:spcPts val="0"/>
              </a:spcAft>
              <a:buSzPts val="2800"/>
              <a:buNone/>
              <a:defRPr sz="2800"/>
            </a:lvl5pPr>
            <a:lvl6pPr lvl="5" rtl="0">
              <a:lnSpc>
                <a:spcPct val="100000"/>
              </a:lnSpc>
              <a:spcBef>
                <a:spcPts val="0"/>
              </a:spcBef>
              <a:spcAft>
                <a:spcPts val="0"/>
              </a:spcAft>
              <a:buSzPts val="2800"/>
              <a:buNone/>
              <a:defRPr sz="2800"/>
            </a:lvl6pPr>
            <a:lvl7pPr lvl="6" rtl="0">
              <a:lnSpc>
                <a:spcPct val="100000"/>
              </a:lnSpc>
              <a:spcBef>
                <a:spcPts val="0"/>
              </a:spcBef>
              <a:spcAft>
                <a:spcPts val="0"/>
              </a:spcAft>
              <a:buSzPts val="2800"/>
              <a:buNone/>
              <a:defRPr sz="2800"/>
            </a:lvl7pPr>
            <a:lvl8pPr lvl="7" rtl="0">
              <a:lnSpc>
                <a:spcPct val="100000"/>
              </a:lnSpc>
              <a:spcBef>
                <a:spcPts val="0"/>
              </a:spcBef>
              <a:spcAft>
                <a:spcPts val="0"/>
              </a:spcAft>
              <a:buSzPts val="2800"/>
              <a:buNone/>
              <a:defRPr sz="2800"/>
            </a:lvl8pPr>
            <a:lvl9pPr lvl="8" rtl="0">
              <a:lnSpc>
                <a:spcPct val="100000"/>
              </a:lnSpc>
              <a:spcBef>
                <a:spcPts val="0"/>
              </a:spcBef>
              <a:spcAft>
                <a:spcPts val="0"/>
              </a:spcAft>
              <a:buSzPts val="2800"/>
              <a:buNone/>
              <a:defRPr sz="2800"/>
            </a:lvl9pPr>
          </a:lstStyle>
          <a:p>
            <a:endParaRPr/>
          </a:p>
        </p:txBody>
      </p:sp>
    </p:spTree>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matchingName="Title - 2">
  <p:cSld name="CUSTOM_5">
    <p:bg>
      <p:bgPr>
        <a:solidFill>
          <a:schemeClr val="dk1"/>
        </a:solidFill>
        <a:effectLst/>
      </p:bgPr>
    </p:bg>
    <p:spTree>
      <p:nvGrpSpPr>
        <p:cNvPr id="1" name="Shape 853"/>
        <p:cNvGrpSpPr/>
        <p:nvPr/>
      </p:nvGrpSpPr>
      <p:grpSpPr>
        <a:xfrm>
          <a:off x="0" y="0"/>
          <a:ext cx="0" cy="0"/>
          <a:chOff x="0" y="0"/>
          <a:chExt cx="0" cy="0"/>
        </a:xfrm>
      </p:grpSpPr>
      <p:pic>
        <p:nvPicPr>
          <p:cNvPr id="854" name="Google Shape;854;p70"/>
          <p:cNvPicPr preferRelativeResize="0"/>
          <p:nvPr/>
        </p:nvPicPr>
        <p:blipFill rotWithShape="1">
          <a:blip r:embed="rId2">
            <a:alphaModFix/>
          </a:blip>
          <a:srcRect r="1078"/>
          <a:stretch/>
        </p:blipFill>
        <p:spPr>
          <a:xfrm>
            <a:off x="4608475" y="1152475"/>
            <a:ext cx="4535525" cy="3991026"/>
          </a:xfrm>
          <a:prstGeom prst="rect">
            <a:avLst/>
          </a:prstGeom>
          <a:noFill/>
          <a:ln>
            <a:noFill/>
          </a:ln>
        </p:spPr>
      </p:pic>
      <p:sp>
        <p:nvSpPr>
          <p:cNvPr id="855" name="Google Shape;855;p70"/>
          <p:cNvSpPr txBox="1">
            <a:spLocks noGrp="1"/>
          </p:cNvSpPr>
          <p:nvPr>
            <p:ph type="ctrTitle"/>
          </p:nvPr>
        </p:nvSpPr>
        <p:spPr>
          <a:xfrm>
            <a:off x="457200" y="1152475"/>
            <a:ext cx="4563900" cy="1644600"/>
          </a:xfrm>
          <a:prstGeom prst="rect">
            <a:avLst/>
          </a:prstGeom>
        </p:spPr>
        <p:txBody>
          <a:bodyPr spcFirstLastPara="1" wrap="square" lIns="0" tIns="0" rIns="0" bIns="0" anchor="b" anchorCtr="0">
            <a:normAutofit/>
          </a:bodyPr>
          <a:lstStyle>
            <a:lvl1pPr lvl="0" rtl="0">
              <a:spcBef>
                <a:spcPts val="0"/>
              </a:spcBef>
              <a:spcAft>
                <a:spcPts val="0"/>
              </a:spcAft>
              <a:buClr>
                <a:schemeClr val="lt1"/>
              </a:buClr>
              <a:buSzPts val="3400"/>
              <a:buNone/>
              <a:defRPr>
                <a:solidFill>
                  <a:schemeClr val="lt1"/>
                </a:solidFill>
              </a:defRPr>
            </a:lvl1pPr>
            <a:lvl2pPr lvl="1" rtl="0">
              <a:spcBef>
                <a:spcPts val="0"/>
              </a:spcBef>
              <a:spcAft>
                <a:spcPts val="0"/>
              </a:spcAft>
              <a:buSzPts val="5200"/>
              <a:buNone/>
              <a:defRPr sz="5200"/>
            </a:lvl2pPr>
            <a:lvl3pPr lvl="2" rtl="0">
              <a:spcBef>
                <a:spcPts val="0"/>
              </a:spcBef>
              <a:spcAft>
                <a:spcPts val="0"/>
              </a:spcAft>
              <a:buSzPts val="5200"/>
              <a:buNone/>
              <a:defRPr sz="5200"/>
            </a:lvl3pPr>
            <a:lvl4pPr lvl="3" rtl="0">
              <a:spcBef>
                <a:spcPts val="0"/>
              </a:spcBef>
              <a:spcAft>
                <a:spcPts val="0"/>
              </a:spcAft>
              <a:buSzPts val="5200"/>
              <a:buNone/>
              <a:defRPr sz="5200"/>
            </a:lvl4pPr>
            <a:lvl5pPr lvl="4" rtl="0">
              <a:spcBef>
                <a:spcPts val="0"/>
              </a:spcBef>
              <a:spcAft>
                <a:spcPts val="0"/>
              </a:spcAft>
              <a:buSzPts val="5200"/>
              <a:buNone/>
              <a:defRPr sz="5200"/>
            </a:lvl5pPr>
            <a:lvl6pPr lvl="5" rtl="0">
              <a:spcBef>
                <a:spcPts val="0"/>
              </a:spcBef>
              <a:spcAft>
                <a:spcPts val="0"/>
              </a:spcAft>
              <a:buSzPts val="5200"/>
              <a:buNone/>
              <a:defRPr sz="5200"/>
            </a:lvl6pPr>
            <a:lvl7pPr lvl="6" rtl="0">
              <a:spcBef>
                <a:spcPts val="0"/>
              </a:spcBef>
              <a:spcAft>
                <a:spcPts val="0"/>
              </a:spcAft>
              <a:buSzPts val="5200"/>
              <a:buNone/>
              <a:defRPr sz="5200"/>
            </a:lvl7pPr>
            <a:lvl8pPr lvl="7" rtl="0">
              <a:spcBef>
                <a:spcPts val="0"/>
              </a:spcBef>
              <a:spcAft>
                <a:spcPts val="0"/>
              </a:spcAft>
              <a:buSzPts val="5200"/>
              <a:buNone/>
              <a:defRPr sz="5200"/>
            </a:lvl8pPr>
            <a:lvl9pPr lvl="8" rtl="0">
              <a:spcBef>
                <a:spcPts val="0"/>
              </a:spcBef>
              <a:spcAft>
                <a:spcPts val="0"/>
              </a:spcAft>
              <a:buSzPts val="5200"/>
              <a:buNone/>
              <a:defRPr sz="5200"/>
            </a:lvl9pPr>
          </a:lstStyle>
          <a:p>
            <a:endParaRPr/>
          </a:p>
        </p:txBody>
      </p:sp>
      <p:sp>
        <p:nvSpPr>
          <p:cNvPr id="856" name="Google Shape;856;p70"/>
          <p:cNvSpPr txBox="1">
            <a:spLocks noGrp="1"/>
          </p:cNvSpPr>
          <p:nvPr>
            <p:ph type="subTitle" idx="1"/>
          </p:nvPr>
        </p:nvSpPr>
        <p:spPr>
          <a:xfrm>
            <a:off x="457200" y="2986525"/>
            <a:ext cx="4563900" cy="792600"/>
          </a:xfrm>
          <a:prstGeom prst="rect">
            <a:avLst/>
          </a:prstGeom>
        </p:spPr>
        <p:txBody>
          <a:bodyPr spcFirstLastPara="1" wrap="square" lIns="0" tIns="0" rIns="0" bIns="0" anchor="t" anchorCtr="0">
            <a:normAutofit/>
          </a:bodyPr>
          <a:lstStyle>
            <a:lvl1pPr lvl="0" rtl="0">
              <a:lnSpc>
                <a:spcPct val="100000"/>
              </a:lnSpc>
              <a:spcBef>
                <a:spcPts val="0"/>
              </a:spcBef>
              <a:spcAft>
                <a:spcPts val="0"/>
              </a:spcAft>
              <a:buClr>
                <a:schemeClr val="lt1"/>
              </a:buClr>
              <a:buSzPts val="1800"/>
              <a:buFont typeface="IBM Plex Sans Medium"/>
              <a:buNone/>
              <a:defRPr sz="1800">
                <a:solidFill>
                  <a:schemeClr val="lt1"/>
                </a:solidFill>
                <a:latin typeface="IBM Plex Sans Medium"/>
                <a:ea typeface="IBM Plex Sans Medium"/>
                <a:cs typeface="IBM Plex Sans Medium"/>
                <a:sym typeface="IBM Plex Sans Medium"/>
              </a:defRPr>
            </a:lvl1pPr>
            <a:lvl2pPr lvl="1" rtl="0">
              <a:lnSpc>
                <a:spcPct val="100000"/>
              </a:lnSpc>
              <a:spcBef>
                <a:spcPts val="0"/>
              </a:spcBef>
              <a:spcAft>
                <a:spcPts val="0"/>
              </a:spcAft>
              <a:buSzPts val="2800"/>
              <a:buNone/>
              <a:defRPr sz="2800"/>
            </a:lvl2pPr>
            <a:lvl3pPr lvl="2" rtl="0">
              <a:lnSpc>
                <a:spcPct val="100000"/>
              </a:lnSpc>
              <a:spcBef>
                <a:spcPts val="0"/>
              </a:spcBef>
              <a:spcAft>
                <a:spcPts val="0"/>
              </a:spcAft>
              <a:buSzPts val="2800"/>
              <a:buNone/>
              <a:defRPr sz="2800"/>
            </a:lvl3pPr>
            <a:lvl4pPr lvl="3" rtl="0">
              <a:lnSpc>
                <a:spcPct val="100000"/>
              </a:lnSpc>
              <a:spcBef>
                <a:spcPts val="0"/>
              </a:spcBef>
              <a:spcAft>
                <a:spcPts val="0"/>
              </a:spcAft>
              <a:buSzPts val="2800"/>
              <a:buNone/>
              <a:defRPr sz="2800"/>
            </a:lvl4pPr>
            <a:lvl5pPr lvl="4" rtl="0">
              <a:lnSpc>
                <a:spcPct val="100000"/>
              </a:lnSpc>
              <a:spcBef>
                <a:spcPts val="0"/>
              </a:spcBef>
              <a:spcAft>
                <a:spcPts val="0"/>
              </a:spcAft>
              <a:buSzPts val="2800"/>
              <a:buNone/>
              <a:defRPr sz="2800"/>
            </a:lvl5pPr>
            <a:lvl6pPr lvl="5" rtl="0">
              <a:lnSpc>
                <a:spcPct val="100000"/>
              </a:lnSpc>
              <a:spcBef>
                <a:spcPts val="0"/>
              </a:spcBef>
              <a:spcAft>
                <a:spcPts val="0"/>
              </a:spcAft>
              <a:buSzPts val="2800"/>
              <a:buNone/>
              <a:defRPr sz="2800"/>
            </a:lvl6pPr>
            <a:lvl7pPr lvl="6" rtl="0">
              <a:lnSpc>
                <a:spcPct val="100000"/>
              </a:lnSpc>
              <a:spcBef>
                <a:spcPts val="0"/>
              </a:spcBef>
              <a:spcAft>
                <a:spcPts val="0"/>
              </a:spcAft>
              <a:buSzPts val="2800"/>
              <a:buNone/>
              <a:defRPr sz="2800"/>
            </a:lvl7pPr>
            <a:lvl8pPr lvl="7" rtl="0">
              <a:lnSpc>
                <a:spcPct val="100000"/>
              </a:lnSpc>
              <a:spcBef>
                <a:spcPts val="0"/>
              </a:spcBef>
              <a:spcAft>
                <a:spcPts val="0"/>
              </a:spcAft>
              <a:buSzPts val="2800"/>
              <a:buNone/>
              <a:defRPr sz="2800"/>
            </a:lvl8pPr>
            <a:lvl9pPr lvl="8" rtl="0">
              <a:lnSpc>
                <a:spcPct val="100000"/>
              </a:lnSpc>
              <a:spcBef>
                <a:spcPts val="0"/>
              </a:spcBef>
              <a:spcAft>
                <a:spcPts val="0"/>
              </a:spcAft>
              <a:buSzPts val="2800"/>
              <a:buNone/>
              <a:defRPr sz="2800"/>
            </a:lvl9pPr>
          </a:lstStyle>
          <a:p>
            <a:endParaRPr/>
          </a:p>
        </p:txBody>
      </p:sp>
      <p:pic>
        <p:nvPicPr>
          <p:cNvPr id="857" name="Google Shape;857;p70"/>
          <p:cNvPicPr preferRelativeResize="0"/>
          <p:nvPr/>
        </p:nvPicPr>
        <p:blipFill>
          <a:blip r:embed="rId3">
            <a:alphaModFix/>
          </a:blip>
          <a:stretch>
            <a:fillRect/>
          </a:stretch>
        </p:blipFill>
        <p:spPr>
          <a:xfrm>
            <a:off x="457100" y="571500"/>
            <a:ext cx="1235098" cy="422775"/>
          </a:xfrm>
          <a:prstGeom prst="rect">
            <a:avLst/>
          </a:prstGeom>
          <a:noFill/>
          <a:ln>
            <a:noFill/>
          </a:ln>
        </p:spPr>
      </p:pic>
      <p:sp>
        <p:nvSpPr>
          <p:cNvPr id="858" name="Google Shape;858;p70"/>
          <p:cNvSpPr txBox="1">
            <a:spLocks noGrp="1"/>
          </p:cNvSpPr>
          <p:nvPr>
            <p:ph type="subTitle" idx="2"/>
          </p:nvPr>
        </p:nvSpPr>
        <p:spPr>
          <a:xfrm>
            <a:off x="457200" y="4236325"/>
            <a:ext cx="4563900" cy="792600"/>
          </a:xfrm>
          <a:prstGeom prst="rect">
            <a:avLst/>
          </a:prstGeom>
        </p:spPr>
        <p:txBody>
          <a:bodyPr spcFirstLastPara="1" wrap="square" lIns="0" tIns="0" rIns="0" bIns="0" anchor="t" anchorCtr="0">
            <a:normAutofit/>
          </a:bodyPr>
          <a:lstStyle>
            <a:lvl1pPr lvl="0" rtl="0">
              <a:lnSpc>
                <a:spcPct val="100000"/>
              </a:lnSpc>
              <a:spcBef>
                <a:spcPts val="0"/>
              </a:spcBef>
              <a:spcAft>
                <a:spcPts val="0"/>
              </a:spcAft>
              <a:buClr>
                <a:schemeClr val="lt1"/>
              </a:buClr>
              <a:buSzPts val="1400"/>
              <a:buNone/>
              <a:defRPr sz="1400">
                <a:solidFill>
                  <a:schemeClr val="lt1"/>
                </a:solidFill>
              </a:defRPr>
            </a:lvl1pPr>
            <a:lvl2pPr lvl="1" rtl="0">
              <a:lnSpc>
                <a:spcPct val="100000"/>
              </a:lnSpc>
              <a:spcBef>
                <a:spcPts val="0"/>
              </a:spcBef>
              <a:spcAft>
                <a:spcPts val="0"/>
              </a:spcAft>
              <a:buSzPts val="2800"/>
              <a:buNone/>
              <a:defRPr sz="2800"/>
            </a:lvl2pPr>
            <a:lvl3pPr lvl="2" rtl="0">
              <a:lnSpc>
                <a:spcPct val="100000"/>
              </a:lnSpc>
              <a:spcBef>
                <a:spcPts val="0"/>
              </a:spcBef>
              <a:spcAft>
                <a:spcPts val="0"/>
              </a:spcAft>
              <a:buSzPts val="2800"/>
              <a:buNone/>
              <a:defRPr sz="2800"/>
            </a:lvl3pPr>
            <a:lvl4pPr lvl="3" rtl="0">
              <a:lnSpc>
                <a:spcPct val="100000"/>
              </a:lnSpc>
              <a:spcBef>
                <a:spcPts val="0"/>
              </a:spcBef>
              <a:spcAft>
                <a:spcPts val="0"/>
              </a:spcAft>
              <a:buSzPts val="2800"/>
              <a:buNone/>
              <a:defRPr sz="2800"/>
            </a:lvl4pPr>
            <a:lvl5pPr lvl="4" rtl="0">
              <a:lnSpc>
                <a:spcPct val="100000"/>
              </a:lnSpc>
              <a:spcBef>
                <a:spcPts val="0"/>
              </a:spcBef>
              <a:spcAft>
                <a:spcPts val="0"/>
              </a:spcAft>
              <a:buSzPts val="2800"/>
              <a:buNone/>
              <a:defRPr sz="2800"/>
            </a:lvl5pPr>
            <a:lvl6pPr lvl="5" rtl="0">
              <a:lnSpc>
                <a:spcPct val="100000"/>
              </a:lnSpc>
              <a:spcBef>
                <a:spcPts val="0"/>
              </a:spcBef>
              <a:spcAft>
                <a:spcPts val="0"/>
              </a:spcAft>
              <a:buSzPts val="2800"/>
              <a:buNone/>
              <a:defRPr sz="2800"/>
            </a:lvl6pPr>
            <a:lvl7pPr lvl="6" rtl="0">
              <a:lnSpc>
                <a:spcPct val="100000"/>
              </a:lnSpc>
              <a:spcBef>
                <a:spcPts val="0"/>
              </a:spcBef>
              <a:spcAft>
                <a:spcPts val="0"/>
              </a:spcAft>
              <a:buSzPts val="2800"/>
              <a:buNone/>
              <a:defRPr sz="2800"/>
            </a:lvl7pPr>
            <a:lvl8pPr lvl="7" rtl="0">
              <a:lnSpc>
                <a:spcPct val="100000"/>
              </a:lnSpc>
              <a:spcBef>
                <a:spcPts val="0"/>
              </a:spcBef>
              <a:spcAft>
                <a:spcPts val="0"/>
              </a:spcAft>
              <a:buSzPts val="2800"/>
              <a:buNone/>
              <a:defRPr sz="2800"/>
            </a:lvl8pPr>
            <a:lvl9pPr lvl="8" rtl="0">
              <a:lnSpc>
                <a:spcPct val="100000"/>
              </a:lnSpc>
              <a:spcBef>
                <a:spcPts val="0"/>
              </a:spcBef>
              <a:spcAft>
                <a:spcPts val="0"/>
              </a:spcAft>
              <a:buSzPts val="2800"/>
              <a:buNone/>
              <a:defRPr sz="2800"/>
            </a:lvl9pPr>
          </a:lstStyle>
          <a:p>
            <a:endParaRPr/>
          </a:p>
        </p:txBody>
      </p:sp>
    </p:spTree>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matchingName="Section Header">
  <p:cSld name="SECTION_HEADER_1">
    <p:bg>
      <p:bgPr>
        <a:solidFill>
          <a:schemeClr val="dk1"/>
        </a:solidFill>
        <a:effectLst/>
      </p:bgPr>
    </p:bg>
    <p:spTree>
      <p:nvGrpSpPr>
        <p:cNvPr id="1" name="Shape 859"/>
        <p:cNvGrpSpPr/>
        <p:nvPr/>
      </p:nvGrpSpPr>
      <p:grpSpPr>
        <a:xfrm>
          <a:off x="0" y="0"/>
          <a:ext cx="0" cy="0"/>
          <a:chOff x="0" y="0"/>
          <a:chExt cx="0" cy="0"/>
        </a:xfrm>
      </p:grpSpPr>
      <p:pic>
        <p:nvPicPr>
          <p:cNvPr id="860" name="Google Shape;860;p71"/>
          <p:cNvPicPr preferRelativeResize="0"/>
          <p:nvPr/>
        </p:nvPicPr>
        <p:blipFill>
          <a:blip r:embed="rId2">
            <a:alphaModFix/>
          </a:blip>
          <a:stretch>
            <a:fillRect/>
          </a:stretch>
        </p:blipFill>
        <p:spPr>
          <a:xfrm>
            <a:off x="8544859" y="62003"/>
            <a:ext cx="599140" cy="599141"/>
          </a:xfrm>
          <a:prstGeom prst="rect">
            <a:avLst/>
          </a:prstGeom>
          <a:noFill/>
          <a:ln>
            <a:noFill/>
          </a:ln>
        </p:spPr>
      </p:pic>
      <p:sp>
        <p:nvSpPr>
          <p:cNvPr id="861" name="Google Shape;861;p71"/>
          <p:cNvSpPr/>
          <p:nvPr/>
        </p:nvSpPr>
        <p:spPr>
          <a:xfrm>
            <a:off x="1596850" y="1885850"/>
            <a:ext cx="6112200" cy="1100700"/>
          </a:xfrm>
          <a:prstGeom prst="roundRect">
            <a:avLst>
              <a:gd name="adj" fmla="val 16667"/>
            </a:avLst>
          </a:prstGeom>
          <a:solidFill>
            <a:srgbClr val="FC5D0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2" name="Google Shape;862;p71"/>
          <p:cNvSpPr/>
          <p:nvPr/>
        </p:nvSpPr>
        <p:spPr>
          <a:xfrm>
            <a:off x="1365700" y="1733450"/>
            <a:ext cx="6112200" cy="1100700"/>
          </a:xfrm>
          <a:prstGeom prst="roundRect">
            <a:avLst>
              <a:gd name="adj" fmla="val 16667"/>
            </a:avLst>
          </a:prstGeom>
          <a:solidFill>
            <a:srgbClr val="F7F7F7"/>
          </a:solidFill>
          <a:ln w="3810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3" name="Google Shape;863;p71"/>
          <p:cNvSpPr txBox="1">
            <a:spLocks noGrp="1"/>
          </p:cNvSpPr>
          <p:nvPr>
            <p:ph type="title"/>
          </p:nvPr>
        </p:nvSpPr>
        <p:spPr>
          <a:xfrm>
            <a:off x="1476300" y="1789950"/>
            <a:ext cx="5915700" cy="996300"/>
          </a:xfrm>
          <a:prstGeom prst="rect">
            <a:avLst/>
          </a:prstGeom>
        </p:spPr>
        <p:txBody>
          <a:bodyPr spcFirstLastPara="1" wrap="square" lIns="0" tIns="0" rIns="0" bIns="0" anchor="ctr" anchorCtr="0">
            <a:normAutofit/>
          </a:bodyPr>
          <a:lstStyle>
            <a:lvl1pPr lvl="0" algn="ctr" rtl="0">
              <a:spcBef>
                <a:spcPts val="0"/>
              </a:spcBef>
              <a:spcAft>
                <a:spcPts val="0"/>
              </a:spcAft>
              <a:buSzPts val="3100"/>
              <a:buNone/>
              <a:defRPr sz="3100"/>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endParaRPr/>
          </a:p>
        </p:txBody>
      </p:sp>
    </p:spTree>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matchingName="Section Header 2">
  <p:cSld name="SECTION_HEADER_1_2">
    <p:bg>
      <p:bgPr>
        <a:solidFill>
          <a:schemeClr val="dk1"/>
        </a:solidFill>
        <a:effectLst/>
      </p:bgPr>
    </p:bg>
    <p:spTree>
      <p:nvGrpSpPr>
        <p:cNvPr id="1" name="Shape 864"/>
        <p:cNvGrpSpPr/>
        <p:nvPr/>
      </p:nvGrpSpPr>
      <p:grpSpPr>
        <a:xfrm>
          <a:off x="0" y="0"/>
          <a:ext cx="0" cy="0"/>
          <a:chOff x="0" y="0"/>
          <a:chExt cx="0" cy="0"/>
        </a:xfrm>
      </p:grpSpPr>
      <p:pic>
        <p:nvPicPr>
          <p:cNvPr id="865" name="Google Shape;865;p72"/>
          <p:cNvPicPr preferRelativeResize="0"/>
          <p:nvPr/>
        </p:nvPicPr>
        <p:blipFill>
          <a:blip r:embed="rId2">
            <a:alphaModFix/>
          </a:blip>
          <a:stretch>
            <a:fillRect/>
          </a:stretch>
        </p:blipFill>
        <p:spPr>
          <a:xfrm>
            <a:off x="8544859" y="62003"/>
            <a:ext cx="599140" cy="599141"/>
          </a:xfrm>
          <a:prstGeom prst="rect">
            <a:avLst/>
          </a:prstGeom>
          <a:noFill/>
          <a:ln>
            <a:noFill/>
          </a:ln>
        </p:spPr>
      </p:pic>
      <p:sp>
        <p:nvSpPr>
          <p:cNvPr id="866" name="Google Shape;866;p72"/>
          <p:cNvSpPr/>
          <p:nvPr/>
        </p:nvSpPr>
        <p:spPr>
          <a:xfrm>
            <a:off x="1576328" y="1330947"/>
            <a:ext cx="6110400" cy="2320800"/>
          </a:xfrm>
          <a:prstGeom prst="roundRect">
            <a:avLst>
              <a:gd name="adj" fmla="val 9952"/>
            </a:avLst>
          </a:prstGeom>
          <a:solidFill>
            <a:srgbClr val="C629C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7" name="Google Shape;867;p72"/>
          <p:cNvSpPr/>
          <p:nvPr/>
        </p:nvSpPr>
        <p:spPr>
          <a:xfrm>
            <a:off x="1366625" y="1028700"/>
            <a:ext cx="6162600" cy="2455800"/>
          </a:xfrm>
          <a:prstGeom prst="roundRect">
            <a:avLst>
              <a:gd name="adj" fmla="val 9397"/>
            </a:avLst>
          </a:prstGeom>
          <a:solidFill>
            <a:srgbClr val="F7F7F7"/>
          </a:solidFill>
          <a:ln w="3810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8" name="Google Shape;868;p72"/>
          <p:cNvSpPr txBox="1">
            <a:spLocks noGrp="1"/>
          </p:cNvSpPr>
          <p:nvPr>
            <p:ph type="title"/>
          </p:nvPr>
        </p:nvSpPr>
        <p:spPr>
          <a:xfrm>
            <a:off x="1477193" y="1148677"/>
            <a:ext cx="5913900" cy="2115600"/>
          </a:xfrm>
          <a:prstGeom prst="rect">
            <a:avLst/>
          </a:prstGeom>
        </p:spPr>
        <p:txBody>
          <a:bodyPr spcFirstLastPara="1" wrap="square" lIns="0" tIns="0" rIns="0" bIns="0" anchor="ctr" anchorCtr="0">
            <a:normAutofit/>
          </a:bodyPr>
          <a:lstStyle>
            <a:lvl1pPr lvl="0" algn="ctr" rtl="0">
              <a:spcBef>
                <a:spcPts val="0"/>
              </a:spcBef>
              <a:spcAft>
                <a:spcPts val="0"/>
              </a:spcAft>
              <a:buSzPts val="3100"/>
              <a:buNone/>
              <a:defRPr sz="3100"/>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endParaRPr/>
          </a:p>
        </p:txBody>
      </p:sp>
    </p:spTree>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matchingName="Title &amp; body - Simple" type="tx">
  <p:cSld name="TITLE_AND_BODY">
    <p:spTree>
      <p:nvGrpSpPr>
        <p:cNvPr id="1" name="Shape 869"/>
        <p:cNvGrpSpPr/>
        <p:nvPr/>
      </p:nvGrpSpPr>
      <p:grpSpPr>
        <a:xfrm>
          <a:off x="0" y="0"/>
          <a:ext cx="0" cy="0"/>
          <a:chOff x="0" y="0"/>
          <a:chExt cx="0" cy="0"/>
        </a:xfrm>
      </p:grpSpPr>
      <p:sp>
        <p:nvSpPr>
          <p:cNvPr id="870" name="Google Shape;870;p73"/>
          <p:cNvSpPr txBox="1">
            <a:spLocks noGrp="1"/>
          </p:cNvSpPr>
          <p:nvPr>
            <p:ph type="title"/>
          </p:nvPr>
        </p:nvSpPr>
        <p:spPr>
          <a:xfrm>
            <a:off x="457200" y="114300"/>
            <a:ext cx="8229600" cy="903300"/>
          </a:xfrm>
          <a:prstGeom prst="rect">
            <a:avLst/>
          </a:prstGeom>
        </p:spPr>
        <p:txBody>
          <a:bodyPr spcFirstLastPara="1" wrap="square" lIns="0" tIns="0" rIns="0" bIns="0" anchor="t" anchorCtr="0">
            <a:normAutofit/>
          </a:bodyPr>
          <a:lstStyle>
            <a:lvl1pPr lvl="0" rtl="0">
              <a:spcBef>
                <a:spcPts val="0"/>
              </a:spcBef>
              <a:spcAft>
                <a:spcPts val="0"/>
              </a:spcAft>
              <a:buSzPts val="34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871" name="Google Shape;871;p73"/>
          <p:cNvSpPr txBox="1">
            <a:spLocks noGrp="1"/>
          </p:cNvSpPr>
          <p:nvPr>
            <p:ph type="body" idx="1"/>
          </p:nvPr>
        </p:nvSpPr>
        <p:spPr>
          <a:xfrm>
            <a:off x="457200" y="1152475"/>
            <a:ext cx="8229600" cy="3416400"/>
          </a:xfrm>
          <a:prstGeom prst="rect">
            <a:avLst/>
          </a:prstGeom>
        </p:spPr>
        <p:txBody>
          <a:bodyPr spcFirstLastPara="1" wrap="square" lIns="0" tIns="0" rIns="0" bIns="0" anchor="t" anchorCtr="0">
            <a:normAutofit/>
          </a:bodyPr>
          <a:lstStyle>
            <a:lvl1pPr marL="457200" lvl="0" indent="-330200" rtl="0">
              <a:spcBef>
                <a:spcPts val="0"/>
              </a:spcBef>
              <a:spcAft>
                <a:spcPts val="0"/>
              </a:spcAft>
              <a:buSzPts val="1600"/>
              <a:buChar char="■"/>
              <a:defRPr/>
            </a:lvl1pPr>
            <a:lvl2pPr marL="914400" lvl="1" indent="-317500" rtl="0">
              <a:spcBef>
                <a:spcPts val="0"/>
              </a:spcBef>
              <a:spcAft>
                <a:spcPts val="0"/>
              </a:spcAft>
              <a:buSzPts val="1400"/>
              <a:buChar char="■"/>
              <a:defRPr/>
            </a:lvl2pPr>
            <a:lvl3pPr marL="1371600" lvl="2" indent="-317500" rtl="0">
              <a:spcBef>
                <a:spcPts val="0"/>
              </a:spcBef>
              <a:spcAft>
                <a:spcPts val="0"/>
              </a:spcAft>
              <a:buSzPts val="1400"/>
              <a:buChar char="■"/>
              <a:defRPr/>
            </a:lvl3pPr>
            <a:lvl4pPr marL="1828800" lvl="3" indent="-317500" rtl="0">
              <a:spcBef>
                <a:spcPts val="0"/>
              </a:spcBef>
              <a:spcAft>
                <a:spcPts val="0"/>
              </a:spcAft>
              <a:buSzPts val="1400"/>
              <a:buChar char="●"/>
              <a:defRPr/>
            </a:lvl4pPr>
            <a:lvl5pPr marL="2286000" lvl="4" indent="-317500" rtl="0">
              <a:spcBef>
                <a:spcPts val="0"/>
              </a:spcBef>
              <a:spcAft>
                <a:spcPts val="0"/>
              </a:spcAft>
              <a:buSzPts val="1400"/>
              <a:buChar char="○"/>
              <a:defRPr/>
            </a:lvl5pPr>
            <a:lvl6pPr marL="2743200" lvl="5" indent="-317500" rtl="0">
              <a:spcBef>
                <a:spcPts val="0"/>
              </a:spcBef>
              <a:spcAft>
                <a:spcPts val="0"/>
              </a:spcAft>
              <a:buSzPts val="1400"/>
              <a:buChar char="■"/>
              <a:defRPr/>
            </a:lvl6pPr>
            <a:lvl7pPr marL="3200400" lvl="6" indent="-317500" rtl="0">
              <a:spcBef>
                <a:spcPts val="0"/>
              </a:spcBef>
              <a:spcAft>
                <a:spcPts val="0"/>
              </a:spcAft>
              <a:buSzPts val="1400"/>
              <a:buChar char="●"/>
              <a:defRPr/>
            </a:lvl7pPr>
            <a:lvl8pPr marL="3657600" lvl="7" indent="-317500" rtl="0">
              <a:spcBef>
                <a:spcPts val="0"/>
              </a:spcBef>
              <a:spcAft>
                <a:spcPts val="0"/>
              </a:spcAft>
              <a:buSzPts val="1400"/>
              <a:buChar char="○"/>
              <a:defRPr/>
            </a:lvl8pPr>
            <a:lvl9pPr marL="4114800" lvl="8" indent="-317500" rtl="0">
              <a:spcBef>
                <a:spcPts val="0"/>
              </a:spcBef>
              <a:spcAft>
                <a:spcPts val="0"/>
              </a:spcAft>
              <a:buSzPts val="1400"/>
              <a:buChar char="■"/>
              <a:defRPr/>
            </a:lvl9pPr>
          </a:lstStyle>
          <a:p>
            <a:endParaRPr/>
          </a:p>
        </p:txBody>
      </p:sp>
    </p:spTree>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matchingName="Title &amp; body - Black">
  <p:cSld name="TITLE_AND_BODY_3">
    <p:bg>
      <p:bgPr>
        <a:solidFill>
          <a:schemeClr val="dk1"/>
        </a:solidFill>
        <a:effectLst/>
      </p:bgPr>
    </p:bg>
    <p:spTree>
      <p:nvGrpSpPr>
        <p:cNvPr id="1" name="Shape 872"/>
        <p:cNvGrpSpPr/>
        <p:nvPr/>
      </p:nvGrpSpPr>
      <p:grpSpPr>
        <a:xfrm>
          <a:off x="0" y="0"/>
          <a:ext cx="0" cy="0"/>
          <a:chOff x="0" y="0"/>
          <a:chExt cx="0" cy="0"/>
        </a:xfrm>
      </p:grpSpPr>
      <p:sp>
        <p:nvSpPr>
          <p:cNvPr id="873" name="Google Shape;873;p74"/>
          <p:cNvSpPr txBox="1">
            <a:spLocks noGrp="1"/>
          </p:cNvSpPr>
          <p:nvPr>
            <p:ph type="title"/>
          </p:nvPr>
        </p:nvSpPr>
        <p:spPr>
          <a:xfrm>
            <a:off x="457200" y="114300"/>
            <a:ext cx="8229600" cy="903300"/>
          </a:xfrm>
          <a:prstGeom prst="rect">
            <a:avLst/>
          </a:prstGeom>
        </p:spPr>
        <p:txBody>
          <a:bodyPr spcFirstLastPara="1" wrap="square" lIns="0" tIns="0" rIns="0" bIns="0" anchor="t" anchorCtr="0">
            <a:normAutofit/>
          </a:bodyPr>
          <a:lstStyle>
            <a:lvl1pPr lvl="0" rtl="0">
              <a:spcBef>
                <a:spcPts val="0"/>
              </a:spcBef>
              <a:spcAft>
                <a:spcPts val="0"/>
              </a:spcAft>
              <a:buClr>
                <a:schemeClr val="lt1"/>
              </a:buClr>
              <a:buSzPts val="3400"/>
              <a:buNone/>
              <a:defRPr>
                <a:solidFill>
                  <a:schemeClr val="lt1"/>
                </a:solidFill>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874" name="Google Shape;874;p74"/>
          <p:cNvSpPr txBox="1">
            <a:spLocks noGrp="1"/>
          </p:cNvSpPr>
          <p:nvPr>
            <p:ph type="body" idx="1"/>
          </p:nvPr>
        </p:nvSpPr>
        <p:spPr>
          <a:xfrm>
            <a:off x="457200" y="1152475"/>
            <a:ext cx="8229600" cy="3416400"/>
          </a:xfrm>
          <a:prstGeom prst="rect">
            <a:avLst/>
          </a:prstGeom>
        </p:spPr>
        <p:txBody>
          <a:bodyPr spcFirstLastPara="1" wrap="square" lIns="0" tIns="0" rIns="0" bIns="0" anchor="t" anchorCtr="0">
            <a:normAutofit/>
          </a:bodyPr>
          <a:lstStyle>
            <a:lvl1pPr marL="457200" lvl="0" indent="-330200" rtl="0">
              <a:spcBef>
                <a:spcPts val="0"/>
              </a:spcBef>
              <a:spcAft>
                <a:spcPts val="0"/>
              </a:spcAft>
              <a:buClr>
                <a:schemeClr val="lt1"/>
              </a:buClr>
              <a:buSzPts val="1600"/>
              <a:buChar char="■"/>
              <a:defRPr>
                <a:solidFill>
                  <a:schemeClr val="lt1"/>
                </a:solidFill>
              </a:defRPr>
            </a:lvl1pPr>
            <a:lvl2pPr marL="914400" lvl="1" indent="-317500" rtl="0">
              <a:spcBef>
                <a:spcPts val="0"/>
              </a:spcBef>
              <a:spcAft>
                <a:spcPts val="0"/>
              </a:spcAft>
              <a:buSzPts val="1400"/>
              <a:buChar char="■"/>
              <a:defRPr>
                <a:solidFill>
                  <a:schemeClr val="lt1"/>
                </a:solidFill>
              </a:defRPr>
            </a:lvl2pPr>
            <a:lvl3pPr marL="1371600" lvl="2" indent="-317500" rtl="0">
              <a:spcBef>
                <a:spcPts val="0"/>
              </a:spcBef>
              <a:spcAft>
                <a:spcPts val="0"/>
              </a:spcAft>
              <a:buClr>
                <a:schemeClr val="lt1"/>
              </a:buClr>
              <a:buSzPts val="1400"/>
              <a:buChar char="■"/>
              <a:defRPr>
                <a:solidFill>
                  <a:schemeClr val="lt1"/>
                </a:solidFill>
              </a:defRPr>
            </a:lvl3pPr>
            <a:lvl4pPr marL="1828800" lvl="3" indent="-317500" rtl="0">
              <a:spcBef>
                <a:spcPts val="0"/>
              </a:spcBef>
              <a:spcAft>
                <a:spcPts val="0"/>
              </a:spcAft>
              <a:buClr>
                <a:schemeClr val="lt1"/>
              </a:buClr>
              <a:buSzPts val="1400"/>
              <a:buChar char="●"/>
              <a:defRPr>
                <a:solidFill>
                  <a:schemeClr val="lt1"/>
                </a:solidFill>
              </a:defRPr>
            </a:lvl4pPr>
            <a:lvl5pPr marL="2286000" lvl="4" indent="-317500" rtl="0">
              <a:spcBef>
                <a:spcPts val="0"/>
              </a:spcBef>
              <a:spcAft>
                <a:spcPts val="0"/>
              </a:spcAft>
              <a:buClr>
                <a:schemeClr val="lt1"/>
              </a:buClr>
              <a:buSzPts val="1400"/>
              <a:buChar char="○"/>
              <a:defRPr>
                <a:solidFill>
                  <a:schemeClr val="lt1"/>
                </a:solidFill>
              </a:defRPr>
            </a:lvl5pPr>
            <a:lvl6pPr marL="2743200" lvl="5" indent="-317500" rtl="0">
              <a:spcBef>
                <a:spcPts val="0"/>
              </a:spcBef>
              <a:spcAft>
                <a:spcPts val="0"/>
              </a:spcAft>
              <a:buClr>
                <a:schemeClr val="lt1"/>
              </a:buClr>
              <a:buSzPts val="1400"/>
              <a:buChar char="■"/>
              <a:defRPr>
                <a:solidFill>
                  <a:schemeClr val="lt1"/>
                </a:solidFill>
              </a:defRPr>
            </a:lvl6pPr>
            <a:lvl7pPr marL="3200400" lvl="6" indent="-317500" rtl="0">
              <a:spcBef>
                <a:spcPts val="0"/>
              </a:spcBef>
              <a:spcAft>
                <a:spcPts val="0"/>
              </a:spcAft>
              <a:buClr>
                <a:schemeClr val="lt1"/>
              </a:buClr>
              <a:buSzPts val="1400"/>
              <a:buChar char="●"/>
              <a:defRPr>
                <a:solidFill>
                  <a:schemeClr val="lt1"/>
                </a:solidFill>
              </a:defRPr>
            </a:lvl7pPr>
            <a:lvl8pPr marL="3657600" lvl="7" indent="-317500" rtl="0">
              <a:spcBef>
                <a:spcPts val="0"/>
              </a:spcBef>
              <a:spcAft>
                <a:spcPts val="0"/>
              </a:spcAft>
              <a:buClr>
                <a:schemeClr val="lt1"/>
              </a:buClr>
              <a:buSzPts val="1400"/>
              <a:buChar char="○"/>
              <a:defRPr>
                <a:solidFill>
                  <a:schemeClr val="lt1"/>
                </a:solidFill>
              </a:defRPr>
            </a:lvl8pPr>
            <a:lvl9pPr marL="4114800" lvl="8" indent="-317500" rtl="0">
              <a:spcBef>
                <a:spcPts val="0"/>
              </a:spcBef>
              <a:spcAft>
                <a:spcPts val="0"/>
              </a:spcAft>
              <a:buClr>
                <a:schemeClr val="lt1"/>
              </a:buClr>
              <a:buSzPts val="1400"/>
              <a:buChar char="■"/>
              <a:defRPr>
                <a:solidFill>
                  <a:schemeClr val="lt1"/>
                </a:solidFill>
              </a:defRPr>
            </a:lvl9pPr>
          </a:lstStyle>
          <a:p>
            <a:endParaRPr/>
          </a:p>
        </p:txBody>
      </p:sp>
      <p:pic>
        <p:nvPicPr>
          <p:cNvPr id="875" name="Google Shape;875;p74"/>
          <p:cNvPicPr preferRelativeResize="0"/>
          <p:nvPr/>
        </p:nvPicPr>
        <p:blipFill>
          <a:blip r:embed="rId2">
            <a:alphaModFix/>
          </a:blip>
          <a:stretch>
            <a:fillRect/>
          </a:stretch>
        </p:blipFill>
        <p:spPr>
          <a:xfrm>
            <a:off x="8544859" y="62003"/>
            <a:ext cx="599140" cy="599141"/>
          </a:xfrm>
          <a:prstGeom prst="rect">
            <a:avLst/>
          </a:prstGeom>
          <a:noFill/>
          <a:ln>
            <a:noFill/>
          </a:ln>
        </p:spPr>
      </p:pic>
    </p:spTree>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matchingName="Introduction - Individual">
  <p:cSld name="TITLE_AND_BODY_3_3">
    <p:spTree>
      <p:nvGrpSpPr>
        <p:cNvPr id="1" name="Shape 876"/>
        <p:cNvGrpSpPr/>
        <p:nvPr/>
      </p:nvGrpSpPr>
      <p:grpSpPr>
        <a:xfrm>
          <a:off x="0" y="0"/>
          <a:ext cx="0" cy="0"/>
          <a:chOff x="0" y="0"/>
          <a:chExt cx="0" cy="0"/>
        </a:xfrm>
      </p:grpSpPr>
      <p:sp>
        <p:nvSpPr>
          <p:cNvPr id="877" name="Google Shape;877;p75"/>
          <p:cNvSpPr/>
          <p:nvPr/>
        </p:nvSpPr>
        <p:spPr>
          <a:xfrm rot="10800000">
            <a:off x="880000" y="1378685"/>
            <a:ext cx="1782900" cy="1782900"/>
          </a:xfrm>
          <a:prstGeom prst="roundRect">
            <a:avLst>
              <a:gd name="adj" fmla="val 16667"/>
            </a:avLst>
          </a:prstGeom>
          <a:noFill/>
          <a:ln w="19050" cap="flat" cmpd="sng">
            <a:solidFill>
              <a:srgbClr val="1F2A44"/>
            </a:solidFill>
            <a:prstDash val="dash"/>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8" name="Google Shape;878;p75"/>
          <p:cNvSpPr txBox="1">
            <a:spLocks noGrp="1"/>
          </p:cNvSpPr>
          <p:nvPr>
            <p:ph type="title"/>
          </p:nvPr>
        </p:nvSpPr>
        <p:spPr>
          <a:xfrm>
            <a:off x="457200" y="114300"/>
            <a:ext cx="8229600" cy="903300"/>
          </a:xfrm>
          <a:prstGeom prst="rect">
            <a:avLst/>
          </a:prstGeom>
        </p:spPr>
        <p:txBody>
          <a:bodyPr spcFirstLastPara="1" wrap="square" lIns="0" tIns="0" rIns="0" bIns="0" anchor="t" anchorCtr="0">
            <a:normAutofit/>
          </a:bodyPr>
          <a:lstStyle>
            <a:lvl1pPr lvl="0" rtl="0">
              <a:spcBef>
                <a:spcPts val="0"/>
              </a:spcBef>
              <a:spcAft>
                <a:spcPts val="0"/>
              </a:spcAft>
              <a:buSzPts val="34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879" name="Google Shape;879;p75"/>
          <p:cNvSpPr txBox="1">
            <a:spLocks noGrp="1"/>
          </p:cNvSpPr>
          <p:nvPr>
            <p:ph type="body" idx="1"/>
          </p:nvPr>
        </p:nvSpPr>
        <p:spPr>
          <a:xfrm>
            <a:off x="3907600" y="1304875"/>
            <a:ext cx="4468200" cy="3264000"/>
          </a:xfrm>
          <a:prstGeom prst="rect">
            <a:avLst/>
          </a:prstGeom>
        </p:spPr>
        <p:txBody>
          <a:bodyPr spcFirstLastPara="1" wrap="square" lIns="0" tIns="0" rIns="0" bIns="0" anchor="t" anchorCtr="0">
            <a:normAutofit/>
          </a:bodyPr>
          <a:lstStyle>
            <a:lvl1pPr marL="457200" lvl="0" indent="-330200" rtl="0">
              <a:spcBef>
                <a:spcPts val="0"/>
              </a:spcBef>
              <a:spcAft>
                <a:spcPts val="0"/>
              </a:spcAft>
              <a:buSzPts val="1600"/>
              <a:buChar char="■"/>
              <a:defRPr/>
            </a:lvl1pPr>
            <a:lvl2pPr marL="914400" lvl="1" indent="-317500" rtl="0">
              <a:spcBef>
                <a:spcPts val="0"/>
              </a:spcBef>
              <a:spcAft>
                <a:spcPts val="0"/>
              </a:spcAft>
              <a:buSzPts val="1400"/>
              <a:buChar char="■"/>
              <a:defRPr/>
            </a:lvl2pPr>
            <a:lvl3pPr marL="1371600" lvl="2" indent="-317500" rtl="0">
              <a:spcBef>
                <a:spcPts val="0"/>
              </a:spcBef>
              <a:spcAft>
                <a:spcPts val="0"/>
              </a:spcAft>
              <a:buSzPts val="1400"/>
              <a:buChar char="■"/>
              <a:defRPr/>
            </a:lvl3pPr>
            <a:lvl4pPr marL="1828800" lvl="3" indent="-317500" rtl="0">
              <a:spcBef>
                <a:spcPts val="0"/>
              </a:spcBef>
              <a:spcAft>
                <a:spcPts val="0"/>
              </a:spcAft>
              <a:buSzPts val="1400"/>
              <a:buChar char="●"/>
              <a:defRPr/>
            </a:lvl4pPr>
            <a:lvl5pPr marL="2286000" lvl="4" indent="-317500" rtl="0">
              <a:spcBef>
                <a:spcPts val="0"/>
              </a:spcBef>
              <a:spcAft>
                <a:spcPts val="0"/>
              </a:spcAft>
              <a:buSzPts val="1400"/>
              <a:buChar char="○"/>
              <a:defRPr/>
            </a:lvl5pPr>
            <a:lvl6pPr marL="2743200" lvl="5" indent="-317500" rtl="0">
              <a:spcBef>
                <a:spcPts val="0"/>
              </a:spcBef>
              <a:spcAft>
                <a:spcPts val="0"/>
              </a:spcAft>
              <a:buSzPts val="1400"/>
              <a:buChar char="■"/>
              <a:defRPr/>
            </a:lvl6pPr>
            <a:lvl7pPr marL="3200400" lvl="6" indent="-317500" rtl="0">
              <a:spcBef>
                <a:spcPts val="0"/>
              </a:spcBef>
              <a:spcAft>
                <a:spcPts val="0"/>
              </a:spcAft>
              <a:buSzPts val="1400"/>
              <a:buChar char="●"/>
              <a:defRPr/>
            </a:lvl7pPr>
            <a:lvl8pPr marL="3657600" lvl="7" indent="-317500" rtl="0">
              <a:spcBef>
                <a:spcPts val="0"/>
              </a:spcBef>
              <a:spcAft>
                <a:spcPts val="0"/>
              </a:spcAft>
              <a:buSzPts val="1400"/>
              <a:buChar char="○"/>
              <a:defRPr/>
            </a:lvl8pPr>
            <a:lvl9pPr marL="4114800" lvl="8" indent="-317500" rtl="0">
              <a:spcBef>
                <a:spcPts val="0"/>
              </a:spcBef>
              <a:spcAft>
                <a:spcPts val="0"/>
              </a:spcAft>
              <a:buSzPts val="1400"/>
              <a:buChar char="■"/>
              <a:defRPr/>
            </a:lvl9pPr>
          </a:lstStyle>
          <a:p>
            <a:endParaRPr/>
          </a:p>
        </p:txBody>
      </p:sp>
      <p:pic>
        <p:nvPicPr>
          <p:cNvPr id="880" name="Google Shape;880;p75"/>
          <p:cNvPicPr preferRelativeResize="0"/>
          <p:nvPr/>
        </p:nvPicPr>
        <p:blipFill>
          <a:blip r:embed="rId2">
            <a:alphaModFix/>
          </a:blip>
          <a:stretch>
            <a:fillRect/>
          </a:stretch>
        </p:blipFill>
        <p:spPr>
          <a:xfrm>
            <a:off x="8544852" y="62010"/>
            <a:ext cx="599140" cy="599141"/>
          </a:xfrm>
          <a:prstGeom prst="rect">
            <a:avLst/>
          </a:prstGeom>
          <a:noFill/>
          <a:ln>
            <a:noFill/>
          </a:ln>
        </p:spPr>
      </p:pic>
      <p:sp>
        <p:nvSpPr>
          <p:cNvPr id="881" name="Google Shape;881;p75"/>
          <p:cNvSpPr>
            <a:spLocks noGrp="1"/>
          </p:cNvSpPr>
          <p:nvPr>
            <p:ph type="pic" idx="2"/>
          </p:nvPr>
        </p:nvSpPr>
        <p:spPr>
          <a:xfrm>
            <a:off x="986225" y="1472110"/>
            <a:ext cx="1851000" cy="1851000"/>
          </a:xfrm>
          <a:prstGeom prst="roundRect">
            <a:avLst>
              <a:gd name="adj" fmla="val 16667"/>
            </a:avLst>
          </a:prstGeom>
          <a:noFill/>
          <a:ln>
            <a:noFill/>
          </a:ln>
        </p:spPr>
      </p:sp>
      <p:sp>
        <p:nvSpPr>
          <p:cNvPr id="882" name="Google Shape;882;p75"/>
          <p:cNvSpPr txBox="1">
            <a:spLocks noGrp="1"/>
          </p:cNvSpPr>
          <p:nvPr>
            <p:ph type="subTitle" idx="3"/>
          </p:nvPr>
        </p:nvSpPr>
        <p:spPr>
          <a:xfrm>
            <a:off x="591725" y="3505884"/>
            <a:ext cx="2640000" cy="280800"/>
          </a:xfrm>
          <a:prstGeom prst="rect">
            <a:avLst/>
          </a:prstGeom>
        </p:spPr>
        <p:txBody>
          <a:bodyPr spcFirstLastPara="1" wrap="square" lIns="0" tIns="0" rIns="0" bIns="0" anchor="t" anchorCtr="0">
            <a:spAutoFit/>
          </a:bodyPr>
          <a:lstStyle>
            <a:lvl1pPr lvl="0" algn="ctr" rtl="0">
              <a:spcBef>
                <a:spcPts val="0"/>
              </a:spcBef>
              <a:spcAft>
                <a:spcPts val="0"/>
              </a:spcAft>
              <a:buSzPts val="1600"/>
              <a:buNone/>
              <a:defRPr b="1">
                <a:solidFill>
                  <a:schemeClr val="accent1"/>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83" name="Google Shape;883;p75"/>
          <p:cNvSpPr txBox="1">
            <a:spLocks noGrp="1"/>
          </p:cNvSpPr>
          <p:nvPr>
            <p:ph type="subTitle" idx="4"/>
          </p:nvPr>
        </p:nvSpPr>
        <p:spPr>
          <a:xfrm>
            <a:off x="591725" y="3802414"/>
            <a:ext cx="2640000" cy="256800"/>
          </a:xfrm>
          <a:prstGeom prst="rect">
            <a:avLst/>
          </a:prstGeom>
        </p:spPr>
        <p:txBody>
          <a:bodyPr spcFirstLastPara="1" wrap="square" lIns="0" tIns="0" rIns="0" bIns="0" anchor="t" anchorCtr="0">
            <a:normAutofit/>
          </a:bodyPr>
          <a:lstStyle>
            <a:lvl1pPr lvl="0" algn="ctr" rtl="0">
              <a:spcBef>
                <a:spcPts val="0"/>
              </a:spcBef>
              <a:spcAft>
                <a:spcPts val="0"/>
              </a:spcAft>
              <a:buClr>
                <a:srgbClr val="1F2A44"/>
              </a:buClr>
              <a:buSzPts val="1400"/>
              <a:buFont typeface="IBM Plex Sans Medium"/>
              <a:buNone/>
              <a:defRPr sz="1400">
                <a:solidFill>
                  <a:srgbClr val="1F2A44"/>
                </a:solidFill>
                <a:latin typeface="IBM Plex Sans Medium"/>
                <a:ea typeface="IBM Plex Sans Medium"/>
                <a:cs typeface="IBM Plex Sans Medium"/>
                <a:sym typeface="IBM Plex Sans Medium"/>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84" name="Google Shape;884;p75"/>
          <p:cNvSpPr txBox="1">
            <a:spLocks noGrp="1"/>
          </p:cNvSpPr>
          <p:nvPr>
            <p:ph type="subTitle" idx="5"/>
          </p:nvPr>
        </p:nvSpPr>
        <p:spPr>
          <a:xfrm>
            <a:off x="591725" y="4068041"/>
            <a:ext cx="2640000" cy="256800"/>
          </a:xfrm>
          <a:prstGeom prst="rect">
            <a:avLst/>
          </a:prstGeom>
        </p:spPr>
        <p:txBody>
          <a:bodyPr spcFirstLastPara="1" wrap="square" lIns="0" tIns="0" rIns="0" bIns="0" anchor="t" anchorCtr="0">
            <a:normAutofit/>
          </a:bodyPr>
          <a:lstStyle>
            <a:lvl1pPr lvl="0" algn="ctr" rtl="0">
              <a:spcBef>
                <a:spcPts val="0"/>
              </a:spcBef>
              <a:spcAft>
                <a:spcPts val="0"/>
              </a:spcAft>
              <a:buClr>
                <a:schemeClr val="accent4"/>
              </a:buClr>
              <a:buSzPts val="1400"/>
              <a:buNone/>
              <a:defRPr sz="1400">
                <a:solidFill>
                  <a:schemeClr val="accent4"/>
                </a:solidFill>
              </a:defRPr>
            </a:lvl1pPr>
            <a:lvl2pPr lvl="1" rtl="0">
              <a:spcBef>
                <a:spcPts val="0"/>
              </a:spcBef>
              <a:spcAft>
                <a:spcPts val="0"/>
              </a:spcAft>
              <a:buSzPts val="1200"/>
              <a:buNone/>
              <a:defRPr sz="1200">
                <a:solidFill>
                  <a:schemeClr val="accent1"/>
                </a:solidFill>
              </a:defRPr>
            </a:lvl2pPr>
            <a:lvl3pPr lvl="2" rtl="0">
              <a:spcBef>
                <a:spcPts val="0"/>
              </a:spcBef>
              <a:spcAft>
                <a:spcPts val="0"/>
              </a:spcAft>
              <a:buSzPts val="1200"/>
              <a:buNone/>
              <a:defRPr sz="1200">
                <a:solidFill>
                  <a:schemeClr val="accent1"/>
                </a:solidFill>
              </a:defRPr>
            </a:lvl3pPr>
            <a:lvl4pPr lvl="3" rtl="0">
              <a:spcBef>
                <a:spcPts val="0"/>
              </a:spcBef>
              <a:spcAft>
                <a:spcPts val="0"/>
              </a:spcAft>
              <a:buSzPts val="1200"/>
              <a:buNone/>
              <a:defRPr sz="1200">
                <a:solidFill>
                  <a:schemeClr val="accent1"/>
                </a:solidFill>
              </a:defRPr>
            </a:lvl4pPr>
            <a:lvl5pPr lvl="4" rtl="0">
              <a:spcBef>
                <a:spcPts val="0"/>
              </a:spcBef>
              <a:spcAft>
                <a:spcPts val="0"/>
              </a:spcAft>
              <a:buClr>
                <a:schemeClr val="accent1"/>
              </a:buClr>
              <a:buSzPts val="1200"/>
              <a:buNone/>
              <a:defRPr sz="1200">
                <a:solidFill>
                  <a:schemeClr val="accent1"/>
                </a:solidFill>
              </a:defRPr>
            </a:lvl5pPr>
            <a:lvl6pPr lvl="5" rtl="0">
              <a:spcBef>
                <a:spcPts val="0"/>
              </a:spcBef>
              <a:spcAft>
                <a:spcPts val="0"/>
              </a:spcAft>
              <a:buClr>
                <a:schemeClr val="accent1"/>
              </a:buClr>
              <a:buSzPts val="1200"/>
              <a:buNone/>
              <a:defRPr sz="1200">
                <a:solidFill>
                  <a:schemeClr val="accent1"/>
                </a:solidFill>
              </a:defRPr>
            </a:lvl6pPr>
            <a:lvl7pPr lvl="6" rtl="0">
              <a:spcBef>
                <a:spcPts val="0"/>
              </a:spcBef>
              <a:spcAft>
                <a:spcPts val="0"/>
              </a:spcAft>
              <a:buClr>
                <a:schemeClr val="accent1"/>
              </a:buClr>
              <a:buSzPts val="1200"/>
              <a:buNone/>
              <a:defRPr sz="1200">
                <a:solidFill>
                  <a:schemeClr val="accent1"/>
                </a:solidFill>
              </a:defRPr>
            </a:lvl7pPr>
            <a:lvl8pPr lvl="7" rtl="0">
              <a:spcBef>
                <a:spcPts val="0"/>
              </a:spcBef>
              <a:spcAft>
                <a:spcPts val="0"/>
              </a:spcAft>
              <a:buClr>
                <a:schemeClr val="accent1"/>
              </a:buClr>
              <a:buSzPts val="1200"/>
              <a:buNone/>
              <a:defRPr sz="1200">
                <a:solidFill>
                  <a:schemeClr val="accent1"/>
                </a:solidFill>
              </a:defRPr>
            </a:lvl8pPr>
            <a:lvl9pPr lvl="8" rtl="0">
              <a:spcBef>
                <a:spcPts val="0"/>
              </a:spcBef>
              <a:spcAft>
                <a:spcPts val="0"/>
              </a:spcAft>
              <a:buClr>
                <a:schemeClr val="accent1"/>
              </a:buClr>
              <a:buSzPts val="1200"/>
              <a:buNone/>
              <a:defRPr sz="1200">
                <a:solidFill>
                  <a:schemeClr val="accent1"/>
                </a:solidFill>
              </a:defRPr>
            </a:lvl9pPr>
          </a:lstStyle>
          <a:p>
            <a:endParaRPr/>
          </a:p>
        </p:txBody>
      </p:sp>
    </p:spTree>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matchingName="Introduction - Team">
  <p:cSld name="TITLE_AND_BODY_3_2">
    <p:spTree>
      <p:nvGrpSpPr>
        <p:cNvPr id="1" name="Shape 885"/>
        <p:cNvGrpSpPr/>
        <p:nvPr/>
      </p:nvGrpSpPr>
      <p:grpSpPr>
        <a:xfrm>
          <a:off x="0" y="0"/>
          <a:ext cx="0" cy="0"/>
          <a:chOff x="0" y="0"/>
          <a:chExt cx="0" cy="0"/>
        </a:xfrm>
      </p:grpSpPr>
      <p:sp>
        <p:nvSpPr>
          <p:cNvPr id="886" name="Google Shape;886;p76"/>
          <p:cNvSpPr/>
          <p:nvPr/>
        </p:nvSpPr>
        <p:spPr>
          <a:xfrm>
            <a:off x="872775" y="1545775"/>
            <a:ext cx="903300" cy="903300"/>
          </a:xfrm>
          <a:prstGeom prst="roundRect">
            <a:avLst>
              <a:gd name="adj" fmla="val 16667"/>
            </a:avLst>
          </a:prstGeom>
          <a:noFill/>
          <a:ln w="19050" cap="flat" cmpd="sng">
            <a:solidFill>
              <a:srgbClr val="FFC600"/>
            </a:solidFill>
            <a:prstDash val="dash"/>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7" name="Google Shape;887;p76"/>
          <p:cNvSpPr/>
          <p:nvPr/>
        </p:nvSpPr>
        <p:spPr>
          <a:xfrm>
            <a:off x="7617649" y="1445980"/>
            <a:ext cx="794700" cy="794700"/>
          </a:xfrm>
          <a:prstGeom prst="ellipse">
            <a:avLst/>
          </a:prstGeom>
          <a:noFill/>
          <a:ln w="19050" cap="flat" cmpd="sng">
            <a:solidFill>
              <a:srgbClr val="00A7B5"/>
            </a:solidFill>
            <a:prstDash val="dash"/>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IBM Plex Sans Light"/>
              <a:ea typeface="IBM Plex Sans Light"/>
              <a:cs typeface="IBM Plex Sans Light"/>
              <a:sym typeface="IBM Plex Sans Light"/>
            </a:endParaRPr>
          </a:p>
        </p:txBody>
      </p:sp>
      <p:sp>
        <p:nvSpPr>
          <p:cNvPr id="888" name="Google Shape;888;p76"/>
          <p:cNvSpPr txBox="1">
            <a:spLocks noGrp="1"/>
          </p:cNvSpPr>
          <p:nvPr>
            <p:ph type="title"/>
          </p:nvPr>
        </p:nvSpPr>
        <p:spPr>
          <a:xfrm>
            <a:off x="457200" y="114300"/>
            <a:ext cx="8229600" cy="903300"/>
          </a:xfrm>
          <a:prstGeom prst="rect">
            <a:avLst/>
          </a:prstGeom>
        </p:spPr>
        <p:txBody>
          <a:bodyPr spcFirstLastPara="1" wrap="square" lIns="0" tIns="0" rIns="0" bIns="0" anchor="t" anchorCtr="0">
            <a:normAutofit/>
          </a:bodyPr>
          <a:lstStyle>
            <a:lvl1pPr lvl="0" rtl="0">
              <a:spcBef>
                <a:spcPts val="0"/>
              </a:spcBef>
              <a:spcAft>
                <a:spcPts val="0"/>
              </a:spcAft>
              <a:buSzPts val="34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pic>
        <p:nvPicPr>
          <p:cNvPr id="889" name="Google Shape;889;p76"/>
          <p:cNvPicPr preferRelativeResize="0"/>
          <p:nvPr/>
        </p:nvPicPr>
        <p:blipFill>
          <a:blip r:embed="rId2">
            <a:alphaModFix/>
          </a:blip>
          <a:stretch>
            <a:fillRect/>
          </a:stretch>
        </p:blipFill>
        <p:spPr>
          <a:xfrm>
            <a:off x="8544852" y="62010"/>
            <a:ext cx="599140" cy="599141"/>
          </a:xfrm>
          <a:prstGeom prst="rect">
            <a:avLst/>
          </a:prstGeom>
          <a:noFill/>
          <a:ln>
            <a:noFill/>
          </a:ln>
        </p:spPr>
      </p:pic>
      <p:sp>
        <p:nvSpPr>
          <p:cNvPr id="890" name="Google Shape;890;p76"/>
          <p:cNvSpPr>
            <a:spLocks noGrp="1"/>
          </p:cNvSpPr>
          <p:nvPr>
            <p:ph type="pic" idx="2"/>
          </p:nvPr>
        </p:nvSpPr>
        <p:spPr>
          <a:xfrm>
            <a:off x="1134325" y="1709250"/>
            <a:ext cx="1422300" cy="1422300"/>
          </a:xfrm>
          <a:prstGeom prst="roundRect">
            <a:avLst>
              <a:gd name="adj" fmla="val 16667"/>
            </a:avLst>
          </a:prstGeom>
          <a:noFill/>
          <a:ln>
            <a:noFill/>
          </a:ln>
        </p:spPr>
      </p:sp>
      <p:sp>
        <p:nvSpPr>
          <p:cNvPr id="891" name="Google Shape;891;p76"/>
          <p:cNvSpPr txBox="1">
            <a:spLocks noGrp="1"/>
          </p:cNvSpPr>
          <p:nvPr>
            <p:ph type="subTitle" idx="1"/>
          </p:nvPr>
        </p:nvSpPr>
        <p:spPr>
          <a:xfrm>
            <a:off x="525475" y="3330200"/>
            <a:ext cx="2640000" cy="206400"/>
          </a:xfrm>
          <a:prstGeom prst="rect">
            <a:avLst/>
          </a:prstGeom>
        </p:spPr>
        <p:txBody>
          <a:bodyPr spcFirstLastPara="1" wrap="square" lIns="0" tIns="0" rIns="0" bIns="0" anchor="t" anchorCtr="0">
            <a:spAutoFit/>
          </a:bodyPr>
          <a:lstStyle>
            <a:lvl1pPr lvl="0" algn="ctr" rtl="0">
              <a:spcBef>
                <a:spcPts val="0"/>
              </a:spcBef>
              <a:spcAft>
                <a:spcPts val="0"/>
              </a:spcAft>
              <a:buSzPts val="1300"/>
              <a:buNone/>
              <a:defRPr sz="1300" b="1">
                <a:solidFill>
                  <a:schemeClr val="accent1"/>
                </a:solidFill>
              </a:defRPr>
            </a:lvl1pPr>
            <a:lvl2pPr lvl="1" rtl="0">
              <a:spcBef>
                <a:spcPts val="0"/>
              </a:spcBef>
              <a:spcAft>
                <a:spcPts val="0"/>
              </a:spcAft>
              <a:buSzPts val="1100"/>
              <a:buNone/>
              <a:defRPr sz="1100" b="1"/>
            </a:lvl2pPr>
            <a:lvl3pPr lvl="2" rtl="0">
              <a:spcBef>
                <a:spcPts val="0"/>
              </a:spcBef>
              <a:spcAft>
                <a:spcPts val="0"/>
              </a:spcAft>
              <a:buSzPts val="1100"/>
              <a:buNone/>
              <a:defRPr sz="1100" b="1"/>
            </a:lvl3pPr>
            <a:lvl4pPr lvl="3" rtl="0">
              <a:spcBef>
                <a:spcPts val="0"/>
              </a:spcBef>
              <a:spcAft>
                <a:spcPts val="0"/>
              </a:spcAft>
              <a:buSzPts val="1100"/>
              <a:buNone/>
              <a:defRPr sz="1100" b="1"/>
            </a:lvl4pPr>
            <a:lvl5pPr lvl="4" rtl="0">
              <a:spcBef>
                <a:spcPts val="0"/>
              </a:spcBef>
              <a:spcAft>
                <a:spcPts val="0"/>
              </a:spcAft>
              <a:buSzPts val="1100"/>
              <a:buNone/>
              <a:defRPr sz="1100" b="1"/>
            </a:lvl5pPr>
            <a:lvl6pPr lvl="5" rtl="0">
              <a:spcBef>
                <a:spcPts val="0"/>
              </a:spcBef>
              <a:spcAft>
                <a:spcPts val="0"/>
              </a:spcAft>
              <a:buSzPts val="1100"/>
              <a:buNone/>
              <a:defRPr sz="1100" b="1"/>
            </a:lvl6pPr>
            <a:lvl7pPr lvl="6" rtl="0">
              <a:spcBef>
                <a:spcPts val="0"/>
              </a:spcBef>
              <a:spcAft>
                <a:spcPts val="0"/>
              </a:spcAft>
              <a:buSzPts val="1100"/>
              <a:buNone/>
              <a:defRPr sz="1100" b="1"/>
            </a:lvl7pPr>
            <a:lvl8pPr lvl="7" rtl="0">
              <a:spcBef>
                <a:spcPts val="0"/>
              </a:spcBef>
              <a:spcAft>
                <a:spcPts val="0"/>
              </a:spcAft>
              <a:buSzPts val="1100"/>
              <a:buNone/>
              <a:defRPr sz="1100" b="1"/>
            </a:lvl8pPr>
            <a:lvl9pPr lvl="8" rtl="0">
              <a:spcBef>
                <a:spcPts val="0"/>
              </a:spcBef>
              <a:spcAft>
                <a:spcPts val="0"/>
              </a:spcAft>
              <a:buSzPts val="1100"/>
              <a:buNone/>
              <a:defRPr sz="1100" b="1"/>
            </a:lvl9pPr>
          </a:lstStyle>
          <a:p>
            <a:endParaRPr/>
          </a:p>
        </p:txBody>
      </p:sp>
      <p:sp>
        <p:nvSpPr>
          <p:cNvPr id="892" name="Google Shape;892;p76"/>
          <p:cNvSpPr txBox="1">
            <a:spLocks noGrp="1"/>
          </p:cNvSpPr>
          <p:nvPr>
            <p:ph type="subTitle" idx="3"/>
          </p:nvPr>
        </p:nvSpPr>
        <p:spPr>
          <a:xfrm>
            <a:off x="525475" y="3558447"/>
            <a:ext cx="2640000" cy="145200"/>
          </a:xfrm>
          <a:prstGeom prst="rect">
            <a:avLst/>
          </a:prstGeom>
        </p:spPr>
        <p:txBody>
          <a:bodyPr spcFirstLastPara="1" wrap="square" lIns="0" tIns="0" rIns="0" bIns="0" anchor="t" anchorCtr="0">
            <a:normAutofit/>
          </a:bodyPr>
          <a:lstStyle>
            <a:lvl1pPr lvl="0" algn="ctr" rtl="0">
              <a:spcBef>
                <a:spcPts val="0"/>
              </a:spcBef>
              <a:spcAft>
                <a:spcPts val="0"/>
              </a:spcAft>
              <a:buClr>
                <a:srgbClr val="1F2A44"/>
              </a:buClr>
              <a:buSzPts val="1100"/>
              <a:buFont typeface="IBM Plex Sans Medium"/>
              <a:buNone/>
              <a:defRPr sz="1100">
                <a:solidFill>
                  <a:srgbClr val="1F2A44"/>
                </a:solidFill>
                <a:latin typeface="IBM Plex Sans Medium"/>
                <a:ea typeface="IBM Plex Sans Medium"/>
                <a:cs typeface="IBM Plex Sans Medium"/>
                <a:sym typeface="IBM Plex Sans Medium"/>
              </a:defRPr>
            </a:lvl1pPr>
            <a:lvl2pPr lvl="1" rtl="0">
              <a:spcBef>
                <a:spcPts val="0"/>
              </a:spcBef>
              <a:spcAft>
                <a:spcPts val="0"/>
              </a:spcAft>
              <a:buSzPts val="1100"/>
              <a:buFont typeface="IBM Plex Sans Medium"/>
              <a:buNone/>
              <a:defRPr sz="1100">
                <a:latin typeface="IBM Plex Sans Medium"/>
                <a:ea typeface="IBM Plex Sans Medium"/>
                <a:cs typeface="IBM Plex Sans Medium"/>
                <a:sym typeface="IBM Plex Sans Medium"/>
              </a:defRPr>
            </a:lvl2pPr>
            <a:lvl3pPr lvl="2" rtl="0">
              <a:spcBef>
                <a:spcPts val="0"/>
              </a:spcBef>
              <a:spcAft>
                <a:spcPts val="0"/>
              </a:spcAft>
              <a:buSzPts val="1100"/>
              <a:buFont typeface="IBM Plex Sans Medium"/>
              <a:buNone/>
              <a:defRPr sz="1100">
                <a:latin typeface="IBM Plex Sans Medium"/>
                <a:ea typeface="IBM Plex Sans Medium"/>
                <a:cs typeface="IBM Plex Sans Medium"/>
                <a:sym typeface="IBM Plex Sans Medium"/>
              </a:defRPr>
            </a:lvl3pPr>
            <a:lvl4pPr lvl="3" rtl="0">
              <a:spcBef>
                <a:spcPts val="0"/>
              </a:spcBef>
              <a:spcAft>
                <a:spcPts val="0"/>
              </a:spcAft>
              <a:buSzPts val="1100"/>
              <a:buFont typeface="IBM Plex Sans Medium"/>
              <a:buNone/>
              <a:defRPr sz="1100">
                <a:latin typeface="IBM Plex Sans Medium"/>
                <a:ea typeface="IBM Plex Sans Medium"/>
                <a:cs typeface="IBM Plex Sans Medium"/>
                <a:sym typeface="IBM Plex Sans Medium"/>
              </a:defRPr>
            </a:lvl4pPr>
            <a:lvl5pPr lvl="4" rtl="0">
              <a:spcBef>
                <a:spcPts val="0"/>
              </a:spcBef>
              <a:spcAft>
                <a:spcPts val="0"/>
              </a:spcAft>
              <a:buSzPts val="1100"/>
              <a:buFont typeface="IBM Plex Sans Medium"/>
              <a:buNone/>
              <a:defRPr sz="1100">
                <a:latin typeface="IBM Plex Sans Medium"/>
                <a:ea typeface="IBM Plex Sans Medium"/>
                <a:cs typeface="IBM Plex Sans Medium"/>
                <a:sym typeface="IBM Plex Sans Medium"/>
              </a:defRPr>
            </a:lvl5pPr>
            <a:lvl6pPr lvl="5" rtl="0">
              <a:spcBef>
                <a:spcPts val="0"/>
              </a:spcBef>
              <a:spcAft>
                <a:spcPts val="0"/>
              </a:spcAft>
              <a:buSzPts val="1100"/>
              <a:buFont typeface="IBM Plex Sans Medium"/>
              <a:buNone/>
              <a:defRPr sz="1100">
                <a:latin typeface="IBM Plex Sans Medium"/>
                <a:ea typeface="IBM Plex Sans Medium"/>
                <a:cs typeface="IBM Plex Sans Medium"/>
                <a:sym typeface="IBM Plex Sans Medium"/>
              </a:defRPr>
            </a:lvl6pPr>
            <a:lvl7pPr lvl="6" rtl="0">
              <a:spcBef>
                <a:spcPts val="0"/>
              </a:spcBef>
              <a:spcAft>
                <a:spcPts val="0"/>
              </a:spcAft>
              <a:buSzPts val="1100"/>
              <a:buFont typeface="IBM Plex Sans Medium"/>
              <a:buNone/>
              <a:defRPr sz="1100">
                <a:latin typeface="IBM Plex Sans Medium"/>
                <a:ea typeface="IBM Plex Sans Medium"/>
                <a:cs typeface="IBM Plex Sans Medium"/>
                <a:sym typeface="IBM Plex Sans Medium"/>
              </a:defRPr>
            </a:lvl7pPr>
            <a:lvl8pPr lvl="7" rtl="0">
              <a:spcBef>
                <a:spcPts val="0"/>
              </a:spcBef>
              <a:spcAft>
                <a:spcPts val="0"/>
              </a:spcAft>
              <a:buSzPts val="1100"/>
              <a:buFont typeface="IBM Plex Sans Medium"/>
              <a:buNone/>
              <a:defRPr sz="1100">
                <a:latin typeface="IBM Plex Sans Medium"/>
                <a:ea typeface="IBM Plex Sans Medium"/>
                <a:cs typeface="IBM Plex Sans Medium"/>
                <a:sym typeface="IBM Plex Sans Medium"/>
              </a:defRPr>
            </a:lvl8pPr>
            <a:lvl9pPr lvl="8" rtl="0">
              <a:spcBef>
                <a:spcPts val="0"/>
              </a:spcBef>
              <a:spcAft>
                <a:spcPts val="0"/>
              </a:spcAft>
              <a:buSzPts val="1100"/>
              <a:buFont typeface="IBM Plex Sans Medium"/>
              <a:buNone/>
              <a:defRPr sz="1100">
                <a:latin typeface="IBM Plex Sans Medium"/>
                <a:ea typeface="IBM Plex Sans Medium"/>
                <a:cs typeface="IBM Plex Sans Medium"/>
                <a:sym typeface="IBM Plex Sans Medium"/>
              </a:defRPr>
            </a:lvl9pPr>
          </a:lstStyle>
          <a:p>
            <a:endParaRPr/>
          </a:p>
        </p:txBody>
      </p:sp>
      <p:sp>
        <p:nvSpPr>
          <p:cNvPr id="893" name="Google Shape;893;p76"/>
          <p:cNvSpPr txBox="1">
            <a:spLocks noGrp="1"/>
          </p:cNvSpPr>
          <p:nvPr>
            <p:ph type="subTitle" idx="4"/>
          </p:nvPr>
        </p:nvSpPr>
        <p:spPr>
          <a:xfrm>
            <a:off x="525475" y="3745874"/>
            <a:ext cx="2640000" cy="145200"/>
          </a:xfrm>
          <a:prstGeom prst="rect">
            <a:avLst/>
          </a:prstGeom>
        </p:spPr>
        <p:txBody>
          <a:bodyPr spcFirstLastPara="1" wrap="square" lIns="0" tIns="0" rIns="0" bIns="0" anchor="t" anchorCtr="0">
            <a:normAutofit/>
          </a:bodyPr>
          <a:lstStyle>
            <a:lvl1pPr lvl="0" algn="ctr" rtl="0">
              <a:spcBef>
                <a:spcPts val="0"/>
              </a:spcBef>
              <a:spcAft>
                <a:spcPts val="0"/>
              </a:spcAft>
              <a:buClr>
                <a:schemeClr val="accent4"/>
              </a:buClr>
              <a:buSzPts val="1100"/>
              <a:buFont typeface="IBM Plex Sans Medium"/>
              <a:buNone/>
              <a:defRPr sz="1100">
                <a:solidFill>
                  <a:schemeClr val="accent4"/>
                </a:solidFill>
                <a:latin typeface="IBM Plex Sans Medium"/>
                <a:ea typeface="IBM Plex Sans Medium"/>
                <a:cs typeface="IBM Plex Sans Medium"/>
                <a:sym typeface="IBM Plex Sans Medium"/>
              </a:defRPr>
            </a:lvl1pPr>
            <a:lvl2pPr lvl="1" rtl="0">
              <a:spcBef>
                <a:spcPts val="0"/>
              </a:spcBef>
              <a:spcAft>
                <a:spcPts val="0"/>
              </a:spcAft>
              <a:buClr>
                <a:schemeClr val="accent4"/>
              </a:buClr>
              <a:buSzPts val="1100"/>
              <a:buFont typeface="IBM Plex Sans Medium"/>
              <a:buNone/>
              <a:defRPr sz="1100">
                <a:solidFill>
                  <a:schemeClr val="accent4"/>
                </a:solidFill>
                <a:latin typeface="IBM Plex Sans Medium"/>
                <a:ea typeface="IBM Plex Sans Medium"/>
                <a:cs typeface="IBM Plex Sans Medium"/>
                <a:sym typeface="IBM Plex Sans Medium"/>
              </a:defRPr>
            </a:lvl2pPr>
            <a:lvl3pPr lvl="2" rtl="0">
              <a:spcBef>
                <a:spcPts val="0"/>
              </a:spcBef>
              <a:spcAft>
                <a:spcPts val="0"/>
              </a:spcAft>
              <a:buClr>
                <a:schemeClr val="accent4"/>
              </a:buClr>
              <a:buSzPts val="1100"/>
              <a:buFont typeface="IBM Plex Sans Medium"/>
              <a:buNone/>
              <a:defRPr sz="1100">
                <a:solidFill>
                  <a:schemeClr val="accent4"/>
                </a:solidFill>
                <a:latin typeface="IBM Plex Sans Medium"/>
                <a:ea typeface="IBM Plex Sans Medium"/>
                <a:cs typeface="IBM Plex Sans Medium"/>
                <a:sym typeface="IBM Plex Sans Medium"/>
              </a:defRPr>
            </a:lvl3pPr>
            <a:lvl4pPr lvl="3" rtl="0">
              <a:spcBef>
                <a:spcPts val="0"/>
              </a:spcBef>
              <a:spcAft>
                <a:spcPts val="0"/>
              </a:spcAft>
              <a:buClr>
                <a:schemeClr val="accent4"/>
              </a:buClr>
              <a:buSzPts val="1100"/>
              <a:buFont typeface="IBM Plex Sans Medium"/>
              <a:buNone/>
              <a:defRPr sz="1100">
                <a:solidFill>
                  <a:schemeClr val="accent4"/>
                </a:solidFill>
                <a:latin typeface="IBM Plex Sans Medium"/>
                <a:ea typeface="IBM Plex Sans Medium"/>
                <a:cs typeface="IBM Plex Sans Medium"/>
                <a:sym typeface="IBM Plex Sans Medium"/>
              </a:defRPr>
            </a:lvl4pPr>
            <a:lvl5pPr lvl="4" rtl="0">
              <a:spcBef>
                <a:spcPts val="0"/>
              </a:spcBef>
              <a:spcAft>
                <a:spcPts val="0"/>
              </a:spcAft>
              <a:buClr>
                <a:schemeClr val="accent4"/>
              </a:buClr>
              <a:buSzPts val="1100"/>
              <a:buFont typeface="IBM Plex Sans Medium"/>
              <a:buNone/>
              <a:defRPr sz="1100">
                <a:solidFill>
                  <a:schemeClr val="accent4"/>
                </a:solidFill>
                <a:latin typeface="IBM Plex Sans Medium"/>
                <a:ea typeface="IBM Plex Sans Medium"/>
                <a:cs typeface="IBM Plex Sans Medium"/>
                <a:sym typeface="IBM Plex Sans Medium"/>
              </a:defRPr>
            </a:lvl5pPr>
            <a:lvl6pPr lvl="5" rtl="0">
              <a:spcBef>
                <a:spcPts val="0"/>
              </a:spcBef>
              <a:spcAft>
                <a:spcPts val="0"/>
              </a:spcAft>
              <a:buClr>
                <a:schemeClr val="accent4"/>
              </a:buClr>
              <a:buSzPts val="1100"/>
              <a:buFont typeface="IBM Plex Sans Medium"/>
              <a:buNone/>
              <a:defRPr sz="1100">
                <a:solidFill>
                  <a:schemeClr val="accent4"/>
                </a:solidFill>
                <a:latin typeface="IBM Plex Sans Medium"/>
                <a:ea typeface="IBM Plex Sans Medium"/>
                <a:cs typeface="IBM Plex Sans Medium"/>
                <a:sym typeface="IBM Plex Sans Medium"/>
              </a:defRPr>
            </a:lvl6pPr>
            <a:lvl7pPr lvl="6" rtl="0">
              <a:spcBef>
                <a:spcPts val="0"/>
              </a:spcBef>
              <a:spcAft>
                <a:spcPts val="0"/>
              </a:spcAft>
              <a:buClr>
                <a:schemeClr val="accent4"/>
              </a:buClr>
              <a:buSzPts val="1100"/>
              <a:buFont typeface="IBM Plex Sans Medium"/>
              <a:buNone/>
              <a:defRPr sz="1100">
                <a:solidFill>
                  <a:schemeClr val="accent4"/>
                </a:solidFill>
                <a:latin typeface="IBM Plex Sans Medium"/>
                <a:ea typeface="IBM Plex Sans Medium"/>
                <a:cs typeface="IBM Plex Sans Medium"/>
                <a:sym typeface="IBM Plex Sans Medium"/>
              </a:defRPr>
            </a:lvl7pPr>
            <a:lvl8pPr lvl="7" rtl="0">
              <a:spcBef>
                <a:spcPts val="0"/>
              </a:spcBef>
              <a:spcAft>
                <a:spcPts val="0"/>
              </a:spcAft>
              <a:buClr>
                <a:schemeClr val="accent4"/>
              </a:buClr>
              <a:buSzPts val="1100"/>
              <a:buFont typeface="IBM Plex Sans Medium"/>
              <a:buNone/>
              <a:defRPr sz="1100">
                <a:solidFill>
                  <a:schemeClr val="accent4"/>
                </a:solidFill>
                <a:latin typeface="IBM Plex Sans Medium"/>
                <a:ea typeface="IBM Plex Sans Medium"/>
                <a:cs typeface="IBM Plex Sans Medium"/>
                <a:sym typeface="IBM Plex Sans Medium"/>
              </a:defRPr>
            </a:lvl8pPr>
            <a:lvl9pPr lvl="8" rtl="0">
              <a:spcBef>
                <a:spcPts val="0"/>
              </a:spcBef>
              <a:spcAft>
                <a:spcPts val="0"/>
              </a:spcAft>
              <a:buClr>
                <a:schemeClr val="accent4"/>
              </a:buClr>
              <a:buSzPts val="1100"/>
              <a:buFont typeface="IBM Plex Sans Medium"/>
              <a:buNone/>
              <a:defRPr sz="1100">
                <a:solidFill>
                  <a:schemeClr val="accent4"/>
                </a:solidFill>
                <a:latin typeface="IBM Plex Sans Medium"/>
                <a:ea typeface="IBM Plex Sans Medium"/>
                <a:cs typeface="IBM Plex Sans Medium"/>
                <a:sym typeface="IBM Plex Sans Medium"/>
              </a:defRPr>
            </a:lvl9pPr>
          </a:lstStyle>
          <a:p>
            <a:endParaRPr/>
          </a:p>
        </p:txBody>
      </p:sp>
      <p:sp>
        <p:nvSpPr>
          <p:cNvPr id="894" name="Google Shape;894;p76"/>
          <p:cNvSpPr>
            <a:spLocks noGrp="1"/>
          </p:cNvSpPr>
          <p:nvPr>
            <p:ph type="pic" idx="5"/>
          </p:nvPr>
        </p:nvSpPr>
        <p:spPr>
          <a:xfrm>
            <a:off x="3860850" y="1709250"/>
            <a:ext cx="1422300" cy="1422300"/>
          </a:xfrm>
          <a:prstGeom prst="roundRect">
            <a:avLst>
              <a:gd name="adj" fmla="val 16667"/>
            </a:avLst>
          </a:prstGeom>
          <a:noFill/>
          <a:ln>
            <a:noFill/>
          </a:ln>
        </p:spPr>
      </p:sp>
      <p:sp>
        <p:nvSpPr>
          <p:cNvPr id="895" name="Google Shape;895;p76"/>
          <p:cNvSpPr txBox="1">
            <a:spLocks noGrp="1"/>
          </p:cNvSpPr>
          <p:nvPr>
            <p:ph type="subTitle" idx="6"/>
          </p:nvPr>
        </p:nvSpPr>
        <p:spPr>
          <a:xfrm>
            <a:off x="3252000" y="3330200"/>
            <a:ext cx="2640000" cy="206400"/>
          </a:xfrm>
          <a:prstGeom prst="rect">
            <a:avLst/>
          </a:prstGeom>
        </p:spPr>
        <p:txBody>
          <a:bodyPr spcFirstLastPara="1" wrap="square" lIns="0" tIns="0" rIns="0" bIns="0" anchor="t" anchorCtr="0">
            <a:spAutoFit/>
          </a:bodyPr>
          <a:lstStyle>
            <a:lvl1pPr lvl="0" algn="ctr" rtl="0">
              <a:spcBef>
                <a:spcPts val="0"/>
              </a:spcBef>
              <a:spcAft>
                <a:spcPts val="0"/>
              </a:spcAft>
              <a:buSzPts val="1300"/>
              <a:buNone/>
              <a:defRPr sz="1300" b="1">
                <a:solidFill>
                  <a:schemeClr val="accent1"/>
                </a:solidFill>
              </a:defRPr>
            </a:lvl1pPr>
            <a:lvl2pPr lvl="1" rtl="0">
              <a:spcBef>
                <a:spcPts val="0"/>
              </a:spcBef>
              <a:spcAft>
                <a:spcPts val="0"/>
              </a:spcAft>
              <a:buSzPts val="1100"/>
              <a:buNone/>
              <a:defRPr sz="1100" b="1"/>
            </a:lvl2pPr>
            <a:lvl3pPr lvl="2" rtl="0">
              <a:spcBef>
                <a:spcPts val="0"/>
              </a:spcBef>
              <a:spcAft>
                <a:spcPts val="0"/>
              </a:spcAft>
              <a:buSzPts val="1100"/>
              <a:buNone/>
              <a:defRPr sz="1100" b="1"/>
            </a:lvl3pPr>
            <a:lvl4pPr lvl="3" rtl="0">
              <a:spcBef>
                <a:spcPts val="0"/>
              </a:spcBef>
              <a:spcAft>
                <a:spcPts val="0"/>
              </a:spcAft>
              <a:buSzPts val="1100"/>
              <a:buNone/>
              <a:defRPr sz="1100" b="1"/>
            </a:lvl4pPr>
            <a:lvl5pPr lvl="4" rtl="0">
              <a:spcBef>
                <a:spcPts val="0"/>
              </a:spcBef>
              <a:spcAft>
                <a:spcPts val="0"/>
              </a:spcAft>
              <a:buSzPts val="1100"/>
              <a:buNone/>
              <a:defRPr sz="1100" b="1"/>
            </a:lvl5pPr>
            <a:lvl6pPr lvl="5" rtl="0">
              <a:spcBef>
                <a:spcPts val="0"/>
              </a:spcBef>
              <a:spcAft>
                <a:spcPts val="0"/>
              </a:spcAft>
              <a:buSzPts val="1100"/>
              <a:buNone/>
              <a:defRPr sz="1100" b="1"/>
            </a:lvl6pPr>
            <a:lvl7pPr lvl="6" rtl="0">
              <a:spcBef>
                <a:spcPts val="0"/>
              </a:spcBef>
              <a:spcAft>
                <a:spcPts val="0"/>
              </a:spcAft>
              <a:buSzPts val="1100"/>
              <a:buNone/>
              <a:defRPr sz="1100" b="1"/>
            </a:lvl7pPr>
            <a:lvl8pPr lvl="7" rtl="0">
              <a:spcBef>
                <a:spcPts val="0"/>
              </a:spcBef>
              <a:spcAft>
                <a:spcPts val="0"/>
              </a:spcAft>
              <a:buSzPts val="1100"/>
              <a:buNone/>
              <a:defRPr sz="1100" b="1"/>
            </a:lvl8pPr>
            <a:lvl9pPr lvl="8" rtl="0">
              <a:spcBef>
                <a:spcPts val="0"/>
              </a:spcBef>
              <a:spcAft>
                <a:spcPts val="0"/>
              </a:spcAft>
              <a:buSzPts val="1100"/>
              <a:buNone/>
              <a:defRPr sz="1100" b="1"/>
            </a:lvl9pPr>
          </a:lstStyle>
          <a:p>
            <a:endParaRPr/>
          </a:p>
        </p:txBody>
      </p:sp>
      <p:sp>
        <p:nvSpPr>
          <p:cNvPr id="896" name="Google Shape;896;p76"/>
          <p:cNvSpPr txBox="1">
            <a:spLocks noGrp="1"/>
          </p:cNvSpPr>
          <p:nvPr>
            <p:ph type="subTitle" idx="7"/>
          </p:nvPr>
        </p:nvSpPr>
        <p:spPr>
          <a:xfrm>
            <a:off x="3252000" y="3558447"/>
            <a:ext cx="2640000" cy="145200"/>
          </a:xfrm>
          <a:prstGeom prst="rect">
            <a:avLst/>
          </a:prstGeom>
        </p:spPr>
        <p:txBody>
          <a:bodyPr spcFirstLastPara="1" wrap="square" lIns="0" tIns="0" rIns="0" bIns="0" anchor="t" anchorCtr="0">
            <a:normAutofit/>
          </a:bodyPr>
          <a:lstStyle>
            <a:lvl1pPr lvl="0" algn="ctr" rtl="0">
              <a:spcBef>
                <a:spcPts val="0"/>
              </a:spcBef>
              <a:spcAft>
                <a:spcPts val="0"/>
              </a:spcAft>
              <a:buClr>
                <a:srgbClr val="1F2A44"/>
              </a:buClr>
              <a:buSzPts val="1100"/>
              <a:buFont typeface="IBM Plex Sans Medium"/>
              <a:buNone/>
              <a:defRPr sz="1100">
                <a:solidFill>
                  <a:srgbClr val="1F2A44"/>
                </a:solidFill>
                <a:latin typeface="IBM Plex Sans Medium"/>
                <a:ea typeface="IBM Plex Sans Medium"/>
                <a:cs typeface="IBM Plex Sans Medium"/>
                <a:sym typeface="IBM Plex Sans Medium"/>
              </a:defRPr>
            </a:lvl1pPr>
            <a:lvl2pPr lvl="1" rtl="0">
              <a:spcBef>
                <a:spcPts val="0"/>
              </a:spcBef>
              <a:spcAft>
                <a:spcPts val="0"/>
              </a:spcAft>
              <a:buSzPts val="1100"/>
              <a:buFont typeface="IBM Plex Sans Medium"/>
              <a:buNone/>
              <a:defRPr sz="1100">
                <a:latin typeface="IBM Plex Sans Medium"/>
                <a:ea typeface="IBM Plex Sans Medium"/>
                <a:cs typeface="IBM Plex Sans Medium"/>
                <a:sym typeface="IBM Plex Sans Medium"/>
              </a:defRPr>
            </a:lvl2pPr>
            <a:lvl3pPr lvl="2" rtl="0">
              <a:spcBef>
                <a:spcPts val="0"/>
              </a:spcBef>
              <a:spcAft>
                <a:spcPts val="0"/>
              </a:spcAft>
              <a:buSzPts val="1100"/>
              <a:buFont typeface="IBM Plex Sans Medium"/>
              <a:buNone/>
              <a:defRPr sz="1100">
                <a:latin typeface="IBM Plex Sans Medium"/>
                <a:ea typeface="IBM Plex Sans Medium"/>
                <a:cs typeface="IBM Plex Sans Medium"/>
                <a:sym typeface="IBM Plex Sans Medium"/>
              </a:defRPr>
            </a:lvl3pPr>
            <a:lvl4pPr lvl="3" rtl="0">
              <a:spcBef>
                <a:spcPts val="0"/>
              </a:spcBef>
              <a:spcAft>
                <a:spcPts val="0"/>
              </a:spcAft>
              <a:buSzPts val="1100"/>
              <a:buFont typeface="IBM Plex Sans Medium"/>
              <a:buNone/>
              <a:defRPr sz="1100">
                <a:latin typeface="IBM Plex Sans Medium"/>
                <a:ea typeface="IBM Plex Sans Medium"/>
                <a:cs typeface="IBM Plex Sans Medium"/>
                <a:sym typeface="IBM Plex Sans Medium"/>
              </a:defRPr>
            </a:lvl4pPr>
            <a:lvl5pPr lvl="4" rtl="0">
              <a:spcBef>
                <a:spcPts val="0"/>
              </a:spcBef>
              <a:spcAft>
                <a:spcPts val="0"/>
              </a:spcAft>
              <a:buSzPts val="1100"/>
              <a:buFont typeface="IBM Plex Sans Medium"/>
              <a:buNone/>
              <a:defRPr sz="1100">
                <a:latin typeface="IBM Plex Sans Medium"/>
                <a:ea typeface="IBM Plex Sans Medium"/>
                <a:cs typeface="IBM Plex Sans Medium"/>
                <a:sym typeface="IBM Plex Sans Medium"/>
              </a:defRPr>
            </a:lvl5pPr>
            <a:lvl6pPr lvl="5" rtl="0">
              <a:spcBef>
                <a:spcPts val="0"/>
              </a:spcBef>
              <a:spcAft>
                <a:spcPts val="0"/>
              </a:spcAft>
              <a:buSzPts val="1100"/>
              <a:buFont typeface="IBM Plex Sans Medium"/>
              <a:buNone/>
              <a:defRPr sz="1100">
                <a:latin typeface="IBM Plex Sans Medium"/>
                <a:ea typeface="IBM Plex Sans Medium"/>
                <a:cs typeface="IBM Plex Sans Medium"/>
                <a:sym typeface="IBM Plex Sans Medium"/>
              </a:defRPr>
            </a:lvl6pPr>
            <a:lvl7pPr lvl="6" rtl="0">
              <a:spcBef>
                <a:spcPts val="0"/>
              </a:spcBef>
              <a:spcAft>
                <a:spcPts val="0"/>
              </a:spcAft>
              <a:buSzPts val="1100"/>
              <a:buFont typeface="IBM Plex Sans Medium"/>
              <a:buNone/>
              <a:defRPr sz="1100">
                <a:latin typeface="IBM Plex Sans Medium"/>
                <a:ea typeface="IBM Plex Sans Medium"/>
                <a:cs typeface="IBM Plex Sans Medium"/>
                <a:sym typeface="IBM Plex Sans Medium"/>
              </a:defRPr>
            </a:lvl7pPr>
            <a:lvl8pPr lvl="7" rtl="0">
              <a:spcBef>
                <a:spcPts val="0"/>
              </a:spcBef>
              <a:spcAft>
                <a:spcPts val="0"/>
              </a:spcAft>
              <a:buSzPts val="1100"/>
              <a:buFont typeface="IBM Plex Sans Medium"/>
              <a:buNone/>
              <a:defRPr sz="1100">
                <a:latin typeface="IBM Plex Sans Medium"/>
                <a:ea typeface="IBM Plex Sans Medium"/>
                <a:cs typeface="IBM Plex Sans Medium"/>
                <a:sym typeface="IBM Plex Sans Medium"/>
              </a:defRPr>
            </a:lvl8pPr>
            <a:lvl9pPr lvl="8" rtl="0">
              <a:spcBef>
                <a:spcPts val="0"/>
              </a:spcBef>
              <a:spcAft>
                <a:spcPts val="0"/>
              </a:spcAft>
              <a:buSzPts val="1100"/>
              <a:buFont typeface="IBM Plex Sans Medium"/>
              <a:buNone/>
              <a:defRPr sz="1100">
                <a:latin typeface="IBM Plex Sans Medium"/>
                <a:ea typeface="IBM Plex Sans Medium"/>
                <a:cs typeface="IBM Plex Sans Medium"/>
                <a:sym typeface="IBM Plex Sans Medium"/>
              </a:defRPr>
            </a:lvl9pPr>
          </a:lstStyle>
          <a:p>
            <a:endParaRPr/>
          </a:p>
        </p:txBody>
      </p:sp>
      <p:sp>
        <p:nvSpPr>
          <p:cNvPr id="897" name="Google Shape;897;p76"/>
          <p:cNvSpPr txBox="1">
            <a:spLocks noGrp="1"/>
          </p:cNvSpPr>
          <p:nvPr>
            <p:ph type="subTitle" idx="8"/>
          </p:nvPr>
        </p:nvSpPr>
        <p:spPr>
          <a:xfrm>
            <a:off x="3252000" y="3745875"/>
            <a:ext cx="2640000" cy="145200"/>
          </a:xfrm>
          <a:prstGeom prst="rect">
            <a:avLst/>
          </a:prstGeom>
        </p:spPr>
        <p:txBody>
          <a:bodyPr spcFirstLastPara="1" wrap="square" lIns="0" tIns="0" rIns="0" bIns="0" anchor="t" anchorCtr="0">
            <a:normAutofit/>
          </a:bodyPr>
          <a:lstStyle>
            <a:lvl1pPr lvl="0" algn="ctr" rtl="0">
              <a:spcBef>
                <a:spcPts val="0"/>
              </a:spcBef>
              <a:spcAft>
                <a:spcPts val="0"/>
              </a:spcAft>
              <a:buClr>
                <a:schemeClr val="accent4"/>
              </a:buClr>
              <a:buSzPts val="1100"/>
              <a:buFont typeface="IBM Plex Sans Medium"/>
              <a:buNone/>
              <a:defRPr sz="1100">
                <a:solidFill>
                  <a:schemeClr val="accent4"/>
                </a:solidFill>
                <a:latin typeface="IBM Plex Sans Medium"/>
                <a:ea typeface="IBM Plex Sans Medium"/>
                <a:cs typeface="IBM Plex Sans Medium"/>
                <a:sym typeface="IBM Plex Sans Medium"/>
              </a:defRPr>
            </a:lvl1pPr>
            <a:lvl2pPr lvl="1" rtl="0">
              <a:spcBef>
                <a:spcPts val="0"/>
              </a:spcBef>
              <a:spcAft>
                <a:spcPts val="0"/>
              </a:spcAft>
              <a:buClr>
                <a:schemeClr val="accent4"/>
              </a:buClr>
              <a:buSzPts val="1100"/>
              <a:buFont typeface="IBM Plex Sans Medium"/>
              <a:buNone/>
              <a:defRPr sz="1100">
                <a:solidFill>
                  <a:schemeClr val="accent4"/>
                </a:solidFill>
                <a:latin typeface="IBM Plex Sans Medium"/>
                <a:ea typeface="IBM Plex Sans Medium"/>
                <a:cs typeface="IBM Plex Sans Medium"/>
                <a:sym typeface="IBM Plex Sans Medium"/>
              </a:defRPr>
            </a:lvl2pPr>
            <a:lvl3pPr lvl="2" rtl="0">
              <a:spcBef>
                <a:spcPts val="0"/>
              </a:spcBef>
              <a:spcAft>
                <a:spcPts val="0"/>
              </a:spcAft>
              <a:buClr>
                <a:schemeClr val="accent4"/>
              </a:buClr>
              <a:buSzPts val="1100"/>
              <a:buFont typeface="IBM Plex Sans Medium"/>
              <a:buNone/>
              <a:defRPr sz="1100">
                <a:solidFill>
                  <a:schemeClr val="accent4"/>
                </a:solidFill>
                <a:latin typeface="IBM Plex Sans Medium"/>
                <a:ea typeface="IBM Plex Sans Medium"/>
                <a:cs typeface="IBM Plex Sans Medium"/>
                <a:sym typeface="IBM Plex Sans Medium"/>
              </a:defRPr>
            </a:lvl3pPr>
            <a:lvl4pPr lvl="3" rtl="0">
              <a:spcBef>
                <a:spcPts val="0"/>
              </a:spcBef>
              <a:spcAft>
                <a:spcPts val="0"/>
              </a:spcAft>
              <a:buClr>
                <a:schemeClr val="accent4"/>
              </a:buClr>
              <a:buSzPts val="1100"/>
              <a:buFont typeface="IBM Plex Sans Medium"/>
              <a:buNone/>
              <a:defRPr sz="1100">
                <a:solidFill>
                  <a:schemeClr val="accent4"/>
                </a:solidFill>
                <a:latin typeface="IBM Plex Sans Medium"/>
                <a:ea typeface="IBM Plex Sans Medium"/>
                <a:cs typeface="IBM Plex Sans Medium"/>
                <a:sym typeface="IBM Plex Sans Medium"/>
              </a:defRPr>
            </a:lvl4pPr>
            <a:lvl5pPr lvl="4" rtl="0">
              <a:spcBef>
                <a:spcPts val="0"/>
              </a:spcBef>
              <a:spcAft>
                <a:spcPts val="0"/>
              </a:spcAft>
              <a:buClr>
                <a:schemeClr val="accent4"/>
              </a:buClr>
              <a:buSzPts val="1100"/>
              <a:buFont typeface="IBM Plex Sans Medium"/>
              <a:buNone/>
              <a:defRPr sz="1100">
                <a:solidFill>
                  <a:schemeClr val="accent4"/>
                </a:solidFill>
                <a:latin typeface="IBM Plex Sans Medium"/>
                <a:ea typeface="IBM Plex Sans Medium"/>
                <a:cs typeface="IBM Plex Sans Medium"/>
                <a:sym typeface="IBM Plex Sans Medium"/>
              </a:defRPr>
            </a:lvl5pPr>
            <a:lvl6pPr lvl="5" rtl="0">
              <a:spcBef>
                <a:spcPts val="0"/>
              </a:spcBef>
              <a:spcAft>
                <a:spcPts val="0"/>
              </a:spcAft>
              <a:buClr>
                <a:schemeClr val="accent4"/>
              </a:buClr>
              <a:buSzPts val="1100"/>
              <a:buFont typeface="IBM Plex Sans Medium"/>
              <a:buNone/>
              <a:defRPr sz="1100">
                <a:solidFill>
                  <a:schemeClr val="accent4"/>
                </a:solidFill>
                <a:latin typeface="IBM Plex Sans Medium"/>
                <a:ea typeface="IBM Plex Sans Medium"/>
                <a:cs typeface="IBM Plex Sans Medium"/>
                <a:sym typeface="IBM Plex Sans Medium"/>
              </a:defRPr>
            </a:lvl6pPr>
            <a:lvl7pPr lvl="6" rtl="0">
              <a:spcBef>
                <a:spcPts val="0"/>
              </a:spcBef>
              <a:spcAft>
                <a:spcPts val="0"/>
              </a:spcAft>
              <a:buClr>
                <a:schemeClr val="accent4"/>
              </a:buClr>
              <a:buSzPts val="1100"/>
              <a:buFont typeface="IBM Plex Sans Medium"/>
              <a:buNone/>
              <a:defRPr sz="1100">
                <a:solidFill>
                  <a:schemeClr val="accent4"/>
                </a:solidFill>
                <a:latin typeface="IBM Plex Sans Medium"/>
                <a:ea typeface="IBM Plex Sans Medium"/>
                <a:cs typeface="IBM Plex Sans Medium"/>
                <a:sym typeface="IBM Plex Sans Medium"/>
              </a:defRPr>
            </a:lvl7pPr>
            <a:lvl8pPr lvl="7" rtl="0">
              <a:spcBef>
                <a:spcPts val="0"/>
              </a:spcBef>
              <a:spcAft>
                <a:spcPts val="0"/>
              </a:spcAft>
              <a:buClr>
                <a:schemeClr val="accent4"/>
              </a:buClr>
              <a:buSzPts val="1100"/>
              <a:buFont typeface="IBM Plex Sans Medium"/>
              <a:buNone/>
              <a:defRPr sz="1100">
                <a:solidFill>
                  <a:schemeClr val="accent4"/>
                </a:solidFill>
                <a:latin typeface="IBM Plex Sans Medium"/>
                <a:ea typeface="IBM Plex Sans Medium"/>
                <a:cs typeface="IBM Plex Sans Medium"/>
                <a:sym typeface="IBM Plex Sans Medium"/>
              </a:defRPr>
            </a:lvl8pPr>
            <a:lvl9pPr lvl="8" rtl="0">
              <a:spcBef>
                <a:spcPts val="0"/>
              </a:spcBef>
              <a:spcAft>
                <a:spcPts val="0"/>
              </a:spcAft>
              <a:buClr>
                <a:schemeClr val="accent4"/>
              </a:buClr>
              <a:buSzPts val="1100"/>
              <a:buFont typeface="IBM Plex Sans Medium"/>
              <a:buNone/>
              <a:defRPr sz="1100">
                <a:solidFill>
                  <a:schemeClr val="accent4"/>
                </a:solidFill>
                <a:latin typeface="IBM Plex Sans Medium"/>
                <a:ea typeface="IBM Plex Sans Medium"/>
                <a:cs typeface="IBM Plex Sans Medium"/>
                <a:sym typeface="IBM Plex Sans Medium"/>
              </a:defRPr>
            </a:lvl9pPr>
          </a:lstStyle>
          <a:p>
            <a:endParaRPr/>
          </a:p>
        </p:txBody>
      </p:sp>
      <p:sp>
        <p:nvSpPr>
          <p:cNvPr id="898" name="Google Shape;898;p76"/>
          <p:cNvSpPr>
            <a:spLocks noGrp="1"/>
          </p:cNvSpPr>
          <p:nvPr>
            <p:ph type="pic" idx="9"/>
          </p:nvPr>
        </p:nvSpPr>
        <p:spPr>
          <a:xfrm>
            <a:off x="6587375" y="1709250"/>
            <a:ext cx="1422300" cy="1422300"/>
          </a:xfrm>
          <a:prstGeom prst="roundRect">
            <a:avLst>
              <a:gd name="adj" fmla="val 16667"/>
            </a:avLst>
          </a:prstGeom>
          <a:noFill/>
          <a:ln>
            <a:noFill/>
          </a:ln>
        </p:spPr>
      </p:sp>
      <p:sp>
        <p:nvSpPr>
          <p:cNvPr id="899" name="Google Shape;899;p76"/>
          <p:cNvSpPr txBox="1">
            <a:spLocks noGrp="1"/>
          </p:cNvSpPr>
          <p:nvPr>
            <p:ph type="subTitle" idx="13"/>
          </p:nvPr>
        </p:nvSpPr>
        <p:spPr>
          <a:xfrm>
            <a:off x="5978525" y="3330200"/>
            <a:ext cx="2640000" cy="215400"/>
          </a:xfrm>
          <a:prstGeom prst="rect">
            <a:avLst/>
          </a:prstGeom>
        </p:spPr>
        <p:txBody>
          <a:bodyPr spcFirstLastPara="1" wrap="square" lIns="0" tIns="0" rIns="0" bIns="0" anchor="t" anchorCtr="0">
            <a:spAutoFit/>
          </a:bodyPr>
          <a:lstStyle>
            <a:lvl1pPr lvl="0" algn="ctr" rtl="0">
              <a:spcBef>
                <a:spcPts val="0"/>
              </a:spcBef>
              <a:spcAft>
                <a:spcPts val="0"/>
              </a:spcAft>
              <a:buSzPts val="1300"/>
              <a:buNone/>
              <a:defRPr sz="1300" b="1">
                <a:solidFill>
                  <a:schemeClr val="accent1"/>
                </a:solidFill>
              </a:defRPr>
            </a:lvl1pPr>
            <a:lvl2pPr lvl="1" rtl="0">
              <a:spcBef>
                <a:spcPts val="0"/>
              </a:spcBef>
              <a:spcAft>
                <a:spcPts val="0"/>
              </a:spcAft>
              <a:buSzPts val="1100"/>
              <a:buNone/>
              <a:defRPr sz="1100" b="1"/>
            </a:lvl2pPr>
            <a:lvl3pPr lvl="2" rtl="0">
              <a:spcBef>
                <a:spcPts val="0"/>
              </a:spcBef>
              <a:spcAft>
                <a:spcPts val="0"/>
              </a:spcAft>
              <a:buSzPts val="1100"/>
              <a:buNone/>
              <a:defRPr sz="1100" b="1"/>
            </a:lvl3pPr>
            <a:lvl4pPr lvl="3" rtl="0">
              <a:spcBef>
                <a:spcPts val="0"/>
              </a:spcBef>
              <a:spcAft>
                <a:spcPts val="0"/>
              </a:spcAft>
              <a:buSzPts val="1100"/>
              <a:buNone/>
              <a:defRPr sz="1100" b="1"/>
            </a:lvl4pPr>
            <a:lvl5pPr lvl="4" rtl="0">
              <a:spcBef>
                <a:spcPts val="0"/>
              </a:spcBef>
              <a:spcAft>
                <a:spcPts val="0"/>
              </a:spcAft>
              <a:buSzPts val="1100"/>
              <a:buNone/>
              <a:defRPr sz="1100" b="1"/>
            </a:lvl5pPr>
            <a:lvl6pPr lvl="5" rtl="0">
              <a:spcBef>
                <a:spcPts val="0"/>
              </a:spcBef>
              <a:spcAft>
                <a:spcPts val="0"/>
              </a:spcAft>
              <a:buSzPts val="1100"/>
              <a:buNone/>
              <a:defRPr sz="1100" b="1"/>
            </a:lvl6pPr>
            <a:lvl7pPr lvl="6" rtl="0">
              <a:spcBef>
                <a:spcPts val="0"/>
              </a:spcBef>
              <a:spcAft>
                <a:spcPts val="0"/>
              </a:spcAft>
              <a:buSzPts val="1100"/>
              <a:buNone/>
              <a:defRPr sz="1100" b="1"/>
            </a:lvl7pPr>
            <a:lvl8pPr lvl="7" rtl="0">
              <a:spcBef>
                <a:spcPts val="0"/>
              </a:spcBef>
              <a:spcAft>
                <a:spcPts val="0"/>
              </a:spcAft>
              <a:buSzPts val="1100"/>
              <a:buNone/>
              <a:defRPr sz="1100" b="1"/>
            </a:lvl8pPr>
            <a:lvl9pPr lvl="8" rtl="0">
              <a:spcBef>
                <a:spcPts val="0"/>
              </a:spcBef>
              <a:spcAft>
                <a:spcPts val="0"/>
              </a:spcAft>
              <a:buSzPts val="1100"/>
              <a:buNone/>
              <a:defRPr sz="1100" b="1"/>
            </a:lvl9pPr>
          </a:lstStyle>
          <a:p>
            <a:endParaRPr/>
          </a:p>
        </p:txBody>
      </p:sp>
      <p:sp>
        <p:nvSpPr>
          <p:cNvPr id="900" name="Google Shape;900;p76"/>
          <p:cNvSpPr txBox="1">
            <a:spLocks noGrp="1"/>
          </p:cNvSpPr>
          <p:nvPr>
            <p:ph type="subTitle" idx="14"/>
          </p:nvPr>
        </p:nvSpPr>
        <p:spPr>
          <a:xfrm>
            <a:off x="5978525" y="3558447"/>
            <a:ext cx="2640000" cy="145200"/>
          </a:xfrm>
          <a:prstGeom prst="rect">
            <a:avLst/>
          </a:prstGeom>
        </p:spPr>
        <p:txBody>
          <a:bodyPr spcFirstLastPara="1" wrap="square" lIns="0" tIns="0" rIns="0" bIns="0" anchor="t" anchorCtr="0">
            <a:normAutofit/>
          </a:bodyPr>
          <a:lstStyle>
            <a:lvl1pPr lvl="0" algn="ctr" rtl="0">
              <a:spcBef>
                <a:spcPts val="0"/>
              </a:spcBef>
              <a:spcAft>
                <a:spcPts val="0"/>
              </a:spcAft>
              <a:buClr>
                <a:srgbClr val="1F2A44"/>
              </a:buClr>
              <a:buSzPts val="1100"/>
              <a:buFont typeface="IBM Plex Sans Medium"/>
              <a:buNone/>
              <a:defRPr sz="1100">
                <a:solidFill>
                  <a:srgbClr val="1F2A44"/>
                </a:solidFill>
                <a:latin typeface="IBM Plex Sans Medium"/>
                <a:ea typeface="IBM Plex Sans Medium"/>
                <a:cs typeface="IBM Plex Sans Medium"/>
                <a:sym typeface="IBM Plex Sans Medium"/>
              </a:defRPr>
            </a:lvl1pPr>
            <a:lvl2pPr lvl="1" rtl="0">
              <a:spcBef>
                <a:spcPts val="0"/>
              </a:spcBef>
              <a:spcAft>
                <a:spcPts val="0"/>
              </a:spcAft>
              <a:buSzPts val="1100"/>
              <a:buFont typeface="IBM Plex Sans Medium"/>
              <a:buNone/>
              <a:defRPr sz="1100">
                <a:latin typeface="IBM Plex Sans Medium"/>
                <a:ea typeface="IBM Plex Sans Medium"/>
                <a:cs typeface="IBM Plex Sans Medium"/>
                <a:sym typeface="IBM Plex Sans Medium"/>
              </a:defRPr>
            </a:lvl2pPr>
            <a:lvl3pPr lvl="2" rtl="0">
              <a:spcBef>
                <a:spcPts val="0"/>
              </a:spcBef>
              <a:spcAft>
                <a:spcPts val="0"/>
              </a:spcAft>
              <a:buSzPts val="1100"/>
              <a:buFont typeface="IBM Plex Sans Medium"/>
              <a:buNone/>
              <a:defRPr sz="1100">
                <a:latin typeface="IBM Plex Sans Medium"/>
                <a:ea typeface="IBM Plex Sans Medium"/>
                <a:cs typeface="IBM Plex Sans Medium"/>
                <a:sym typeface="IBM Plex Sans Medium"/>
              </a:defRPr>
            </a:lvl3pPr>
            <a:lvl4pPr lvl="3" rtl="0">
              <a:spcBef>
                <a:spcPts val="0"/>
              </a:spcBef>
              <a:spcAft>
                <a:spcPts val="0"/>
              </a:spcAft>
              <a:buSzPts val="1100"/>
              <a:buFont typeface="IBM Plex Sans Medium"/>
              <a:buNone/>
              <a:defRPr sz="1100">
                <a:latin typeface="IBM Plex Sans Medium"/>
                <a:ea typeface="IBM Plex Sans Medium"/>
                <a:cs typeface="IBM Plex Sans Medium"/>
                <a:sym typeface="IBM Plex Sans Medium"/>
              </a:defRPr>
            </a:lvl4pPr>
            <a:lvl5pPr lvl="4" rtl="0">
              <a:spcBef>
                <a:spcPts val="0"/>
              </a:spcBef>
              <a:spcAft>
                <a:spcPts val="0"/>
              </a:spcAft>
              <a:buSzPts val="1100"/>
              <a:buFont typeface="IBM Plex Sans Medium"/>
              <a:buNone/>
              <a:defRPr sz="1100">
                <a:latin typeface="IBM Plex Sans Medium"/>
                <a:ea typeface="IBM Plex Sans Medium"/>
                <a:cs typeface="IBM Plex Sans Medium"/>
                <a:sym typeface="IBM Plex Sans Medium"/>
              </a:defRPr>
            </a:lvl5pPr>
            <a:lvl6pPr lvl="5" rtl="0">
              <a:spcBef>
                <a:spcPts val="0"/>
              </a:spcBef>
              <a:spcAft>
                <a:spcPts val="0"/>
              </a:spcAft>
              <a:buSzPts val="1100"/>
              <a:buFont typeface="IBM Plex Sans Medium"/>
              <a:buNone/>
              <a:defRPr sz="1100">
                <a:latin typeface="IBM Plex Sans Medium"/>
                <a:ea typeface="IBM Plex Sans Medium"/>
                <a:cs typeface="IBM Plex Sans Medium"/>
                <a:sym typeface="IBM Plex Sans Medium"/>
              </a:defRPr>
            </a:lvl6pPr>
            <a:lvl7pPr lvl="6" rtl="0">
              <a:spcBef>
                <a:spcPts val="0"/>
              </a:spcBef>
              <a:spcAft>
                <a:spcPts val="0"/>
              </a:spcAft>
              <a:buSzPts val="1100"/>
              <a:buFont typeface="IBM Plex Sans Medium"/>
              <a:buNone/>
              <a:defRPr sz="1100">
                <a:latin typeface="IBM Plex Sans Medium"/>
                <a:ea typeface="IBM Plex Sans Medium"/>
                <a:cs typeface="IBM Plex Sans Medium"/>
                <a:sym typeface="IBM Plex Sans Medium"/>
              </a:defRPr>
            </a:lvl7pPr>
            <a:lvl8pPr lvl="7" rtl="0">
              <a:spcBef>
                <a:spcPts val="0"/>
              </a:spcBef>
              <a:spcAft>
                <a:spcPts val="0"/>
              </a:spcAft>
              <a:buSzPts val="1100"/>
              <a:buFont typeface="IBM Plex Sans Medium"/>
              <a:buNone/>
              <a:defRPr sz="1100">
                <a:latin typeface="IBM Plex Sans Medium"/>
                <a:ea typeface="IBM Plex Sans Medium"/>
                <a:cs typeface="IBM Plex Sans Medium"/>
                <a:sym typeface="IBM Plex Sans Medium"/>
              </a:defRPr>
            </a:lvl8pPr>
            <a:lvl9pPr lvl="8" rtl="0">
              <a:spcBef>
                <a:spcPts val="0"/>
              </a:spcBef>
              <a:spcAft>
                <a:spcPts val="0"/>
              </a:spcAft>
              <a:buSzPts val="1100"/>
              <a:buFont typeface="IBM Plex Sans Medium"/>
              <a:buNone/>
              <a:defRPr sz="1100">
                <a:latin typeface="IBM Plex Sans Medium"/>
                <a:ea typeface="IBM Plex Sans Medium"/>
                <a:cs typeface="IBM Plex Sans Medium"/>
                <a:sym typeface="IBM Plex Sans Medium"/>
              </a:defRPr>
            </a:lvl9pPr>
          </a:lstStyle>
          <a:p>
            <a:endParaRPr/>
          </a:p>
        </p:txBody>
      </p:sp>
      <p:sp>
        <p:nvSpPr>
          <p:cNvPr id="901" name="Google Shape;901;p76"/>
          <p:cNvSpPr txBox="1">
            <a:spLocks noGrp="1"/>
          </p:cNvSpPr>
          <p:nvPr>
            <p:ph type="subTitle" idx="15"/>
          </p:nvPr>
        </p:nvSpPr>
        <p:spPr>
          <a:xfrm>
            <a:off x="5978525" y="3745875"/>
            <a:ext cx="2640000" cy="145200"/>
          </a:xfrm>
          <a:prstGeom prst="rect">
            <a:avLst/>
          </a:prstGeom>
        </p:spPr>
        <p:txBody>
          <a:bodyPr spcFirstLastPara="1" wrap="square" lIns="0" tIns="0" rIns="0" bIns="0" anchor="t" anchorCtr="0">
            <a:normAutofit/>
          </a:bodyPr>
          <a:lstStyle>
            <a:lvl1pPr lvl="0" algn="ctr" rtl="0">
              <a:spcBef>
                <a:spcPts val="0"/>
              </a:spcBef>
              <a:spcAft>
                <a:spcPts val="0"/>
              </a:spcAft>
              <a:buClr>
                <a:schemeClr val="accent4"/>
              </a:buClr>
              <a:buSzPts val="1100"/>
              <a:buFont typeface="IBM Plex Sans Medium"/>
              <a:buNone/>
              <a:defRPr sz="1100">
                <a:solidFill>
                  <a:schemeClr val="accent4"/>
                </a:solidFill>
                <a:latin typeface="IBM Plex Sans Medium"/>
                <a:ea typeface="IBM Plex Sans Medium"/>
                <a:cs typeface="IBM Plex Sans Medium"/>
                <a:sym typeface="IBM Plex Sans Medium"/>
              </a:defRPr>
            </a:lvl1pPr>
            <a:lvl2pPr lvl="1" rtl="0">
              <a:spcBef>
                <a:spcPts val="0"/>
              </a:spcBef>
              <a:spcAft>
                <a:spcPts val="0"/>
              </a:spcAft>
              <a:buClr>
                <a:schemeClr val="accent4"/>
              </a:buClr>
              <a:buSzPts val="1100"/>
              <a:buFont typeface="IBM Plex Sans Medium"/>
              <a:buNone/>
              <a:defRPr sz="1100">
                <a:solidFill>
                  <a:schemeClr val="accent4"/>
                </a:solidFill>
                <a:latin typeface="IBM Plex Sans Medium"/>
                <a:ea typeface="IBM Plex Sans Medium"/>
                <a:cs typeface="IBM Plex Sans Medium"/>
                <a:sym typeface="IBM Plex Sans Medium"/>
              </a:defRPr>
            </a:lvl2pPr>
            <a:lvl3pPr lvl="2" rtl="0">
              <a:spcBef>
                <a:spcPts val="0"/>
              </a:spcBef>
              <a:spcAft>
                <a:spcPts val="0"/>
              </a:spcAft>
              <a:buClr>
                <a:schemeClr val="accent4"/>
              </a:buClr>
              <a:buSzPts val="1100"/>
              <a:buFont typeface="IBM Plex Sans Medium"/>
              <a:buNone/>
              <a:defRPr sz="1100">
                <a:solidFill>
                  <a:schemeClr val="accent4"/>
                </a:solidFill>
                <a:latin typeface="IBM Plex Sans Medium"/>
                <a:ea typeface="IBM Plex Sans Medium"/>
                <a:cs typeface="IBM Plex Sans Medium"/>
                <a:sym typeface="IBM Plex Sans Medium"/>
              </a:defRPr>
            </a:lvl3pPr>
            <a:lvl4pPr lvl="3" rtl="0">
              <a:spcBef>
                <a:spcPts val="0"/>
              </a:spcBef>
              <a:spcAft>
                <a:spcPts val="0"/>
              </a:spcAft>
              <a:buClr>
                <a:schemeClr val="accent4"/>
              </a:buClr>
              <a:buSzPts val="1100"/>
              <a:buFont typeface="IBM Plex Sans Medium"/>
              <a:buNone/>
              <a:defRPr sz="1100">
                <a:solidFill>
                  <a:schemeClr val="accent4"/>
                </a:solidFill>
                <a:latin typeface="IBM Plex Sans Medium"/>
                <a:ea typeface="IBM Plex Sans Medium"/>
                <a:cs typeface="IBM Plex Sans Medium"/>
                <a:sym typeface="IBM Plex Sans Medium"/>
              </a:defRPr>
            </a:lvl4pPr>
            <a:lvl5pPr lvl="4" rtl="0">
              <a:spcBef>
                <a:spcPts val="0"/>
              </a:spcBef>
              <a:spcAft>
                <a:spcPts val="0"/>
              </a:spcAft>
              <a:buClr>
                <a:schemeClr val="accent4"/>
              </a:buClr>
              <a:buSzPts val="1100"/>
              <a:buFont typeface="IBM Plex Sans Medium"/>
              <a:buNone/>
              <a:defRPr sz="1100">
                <a:solidFill>
                  <a:schemeClr val="accent4"/>
                </a:solidFill>
                <a:latin typeface="IBM Plex Sans Medium"/>
                <a:ea typeface="IBM Plex Sans Medium"/>
                <a:cs typeface="IBM Plex Sans Medium"/>
                <a:sym typeface="IBM Plex Sans Medium"/>
              </a:defRPr>
            </a:lvl5pPr>
            <a:lvl6pPr lvl="5" rtl="0">
              <a:spcBef>
                <a:spcPts val="0"/>
              </a:spcBef>
              <a:spcAft>
                <a:spcPts val="0"/>
              </a:spcAft>
              <a:buClr>
                <a:schemeClr val="accent4"/>
              </a:buClr>
              <a:buSzPts val="1100"/>
              <a:buFont typeface="IBM Plex Sans Medium"/>
              <a:buNone/>
              <a:defRPr sz="1100">
                <a:solidFill>
                  <a:schemeClr val="accent4"/>
                </a:solidFill>
                <a:latin typeface="IBM Plex Sans Medium"/>
                <a:ea typeface="IBM Plex Sans Medium"/>
                <a:cs typeface="IBM Plex Sans Medium"/>
                <a:sym typeface="IBM Plex Sans Medium"/>
              </a:defRPr>
            </a:lvl6pPr>
            <a:lvl7pPr lvl="6" rtl="0">
              <a:spcBef>
                <a:spcPts val="0"/>
              </a:spcBef>
              <a:spcAft>
                <a:spcPts val="0"/>
              </a:spcAft>
              <a:buClr>
                <a:schemeClr val="accent4"/>
              </a:buClr>
              <a:buSzPts val="1100"/>
              <a:buFont typeface="IBM Plex Sans Medium"/>
              <a:buNone/>
              <a:defRPr sz="1100">
                <a:solidFill>
                  <a:schemeClr val="accent4"/>
                </a:solidFill>
                <a:latin typeface="IBM Plex Sans Medium"/>
                <a:ea typeface="IBM Plex Sans Medium"/>
                <a:cs typeface="IBM Plex Sans Medium"/>
                <a:sym typeface="IBM Plex Sans Medium"/>
              </a:defRPr>
            </a:lvl7pPr>
            <a:lvl8pPr lvl="7" rtl="0">
              <a:spcBef>
                <a:spcPts val="0"/>
              </a:spcBef>
              <a:spcAft>
                <a:spcPts val="0"/>
              </a:spcAft>
              <a:buClr>
                <a:schemeClr val="accent4"/>
              </a:buClr>
              <a:buSzPts val="1100"/>
              <a:buFont typeface="IBM Plex Sans Medium"/>
              <a:buNone/>
              <a:defRPr sz="1100">
                <a:solidFill>
                  <a:schemeClr val="accent4"/>
                </a:solidFill>
                <a:latin typeface="IBM Plex Sans Medium"/>
                <a:ea typeface="IBM Plex Sans Medium"/>
                <a:cs typeface="IBM Plex Sans Medium"/>
                <a:sym typeface="IBM Plex Sans Medium"/>
              </a:defRPr>
            </a:lvl8pPr>
            <a:lvl9pPr lvl="8" rtl="0">
              <a:spcBef>
                <a:spcPts val="0"/>
              </a:spcBef>
              <a:spcAft>
                <a:spcPts val="0"/>
              </a:spcAft>
              <a:buClr>
                <a:schemeClr val="accent4"/>
              </a:buClr>
              <a:buSzPts val="1100"/>
              <a:buFont typeface="IBM Plex Sans Medium"/>
              <a:buNone/>
              <a:defRPr sz="1100">
                <a:solidFill>
                  <a:schemeClr val="accent4"/>
                </a:solidFill>
                <a:latin typeface="IBM Plex Sans Medium"/>
                <a:ea typeface="IBM Plex Sans Medium"/>
                <a:cs typeface="IBM Plex Sans Medium"/>
                <a:sym typeface="IBM Plex Sans Medium"/>
              </a:defRPr>
            </a:lvl9pPr>
          </a:lstStyle>
          <a:p>
            <a:endParaRPr/>
          </a:p>
        </p:txBody>
      </p:sp>
    </p:spTree>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matchingName="Title and body - Black">
  <p:cSld name="TITLE_AND_BODY_2">
    <p:bg>
      <p:bgPr>
        <a:solidFill>
          <a:schemeClr val="dk1"/>
        </a:solidFill>
        <a:effectLst/>
      </p:bgPr>
    </p:bg>
    <p:spTree>
      <p:nvGrpSpPr>
        <p:cNvPr id="1" name="Shape 902"/>
        <p:cNvGrpSpPr/>
        <p:nvPr/>
      </p:nvGrpSpPr>
      <p:grpSpPr>
        <a:xfrm>
          <a:off x="0" y="0"/>
          <a:ext cx="0" cy="0"/>
          <a:chOff x="0" y="0"/>
          <a:chExt cx="0" cy="0"/>
        </a:xfrm>
      </p:grpSpPr>
      <p:sp>
        <p:nvSpPr>
          <p:cNvPr id="903" name="Google Shape;903;p77"/>
          <p:cNvSpPr/>
          <p:nvPr/>
        </p:nvSpPr>
        <p:spPr>
          <a:xfrm>
            <a:off x="457175" y="1158725"/>
            <a:ext cx="8229600" cy="3984600"/>
          </a:xfrm>
          <a:prstGeom prst="round2SameRect">
            <a:avLst>
              <a:gd name="adj1" fmla="val 6967"/>
              <a:gd name="adj2" fmla="val 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4" name="Google Shape;904;p77"/>
          <p:cNvSpPr txBox="1">
            <a:spLocks noGrp="1"/>
          </p:cNvSpPr>
          <p:nvPr>
            <p:ph type="title"/>
          </p:nvPr>
        </p:nvSpPr>
        <p:spPr>
          <a:xfrm>
            <a:off x="457200" y="114300"/>
            <a:ext cx="8229600" cy="903300"/>
          </a:xfrm>
          <a:prstGeom prst="rect">
            <a:avLst/>
          </a:prstGeom>
        </p:spPr>
        <p:txBody>
          <a:bodyPr spcFirstLastPara="1" wrap="square" lIns="0" tIns="0" rIns="0" bIns="0" anchor="t" anchorCtr="0">
            <a:normAutofit/>
          </a:bodyPr>
          <a:lstStyle>
            <a:lvl1pPr lvl="0" rtl="0">
              <a:spcBef>
                <a:spcPts val="0"/>
              </a:spcBef>
              <a:spcAft>
                <a:spcPts val="0"/>
              </a:spcAft>
              <a:buClr>
                <a:schemeClr val="lt2"/>
              </a:buClr>
              <a:buSzPts val="3400"/>
              <a:buNone/>
              <a:defRPr>
                <a:solidFill>
                  <a:schemeClr val="lt2"/>
                </a:solidFill>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905" name="Google Shape;905;p77"/>
          <p:cNvSpPr txBox="1">
            <a:spLocks noGrp="1"/>
          </p:cNvSpPr>
          <p:nvPr>
            <p:ph type="body" idx="1"/>
          </p:nvPr>
        </p:nvSpPr>
        <p:spPr>
          <a:xfrm>
            <a:off x="682650" y="1482275"/>
            <a:ext cx="7778700" cy="3010500"/>
          </a:xfrm>
          <a:prstGeom prst="rect">
            <a:avLst/>
          </a:prstGeom>
        </p:spPr>
        <p:txBody>
          <a:bodyPr spcFirstLastPara="1" wrap="square" lIns="0" tIns="0" rIns="0" bIns="0" anchor="t" anchorCtr="0">
            <a:normAutofit/>
          </a:bodyPr>
          <a:lstStyle>
            <a:lvl1pPr marL="457200" lvl="0" indent="-330200" rtl="0">
              <a:spcBef>
                <a:spcPts val="0"/>
              </a:spcBef>
              <a:spcAft>
                <a:spcPts val="0"/>
              </a:spcAft>
              <a:buSzPts val="1600"/>
              <a:buChar char="■"/>
              <a:defRPr/>
            </a:lvl1pPr>
            <a:lvl2pPr marL="914400" lvl="1" indent="-317500" rtl="0">
              <a:spcBef>
                <a:spcPts val="0"/>
              </a:spcBef>
              <a:spcAft>
                <a:spcPts val="0"/>
              </a:spcAft>
              <a:buSzPts val="1400"/>
              <a:buChar char="■"/>
              <a:defRPr/>
            </a:lvl2pPr>
            <a:lvl3pPr marL="1371600" lvl="2" indent="-317500" rtl="0">
              <a:spcBef>
                <a:spcPts val="0"/>
              </a:spcBef>
              <a:spcAft>
                <a:spcPts val="0"/>
              </a:spcAft>
              <a:buSzPts val="1400"/>
              <a:buChar char="■"/>
              <a:defRPr/>
            </a:lvl3pPr>
            <a:lvl4pPr marL="1828800" lvl="3" indent="-317500" rtl="0">
              <a:spcBef>
                <a:spcPts val="0"/>
              </a:spcBef>
              <a:spcAft>
                <a:spcPts val="0"/>
              </a:spcAft>
              <a:buSzPts val="1400"/>
              <a:buChar char="●"/>
              <a:defRPr/>
            </a:lvl4pPr>
            <a:lvl5pPr marL="2286000" lvl="4" indent="-317500" rtl="0">
              <a:spcBef>
                <a:spcPts val="0"/>
              </a:spcBef>
              <a:spcAft>
                <a:spcPts val="0"/>
              </a:spcAft>
              <a:buSzPts val="1400"/>
              <a:buChar char="○"/>
              <a:defRPr/>
            </a:lvl5pPr>
            <a:lvl6pPr marL="2743200" lvl="5" indent="-317500" rtl="0">
              <a:spcBef>
                <a:spcPts val="0"/>
              </a:spcBef>
              <a:spcAft>
                <a:spcPts val="0"/>
              </a:spcAft>
              <a:buSzPts val="1400"/>
              <a:buChar char="■"/>
              <a:defRPr/>
            </a:lvl6pPr>
            <a:lvl7pPr marL="3200400" lvl="6" indent="-317500" rtl="0">
              <a:spcBef>
                <a:spcPts val="0"/>
              </a:spcBef>
              <a:spcAft>
                <a:spcPts val="0"/>
              </a:spcAft>
              <a:buSzPts val="1400"/>
              <a:buChar char="●"/>
              <a:defRPr/>
            </a:lvl7pPr>
            <a:lvl8pPr marL="3657600" lvl="7" indent="-317500" rtl="0">
              <a:spcBef>
                <a:spcPts val="0"/>
              </a:spcBef>
              <a:spcAft>
                <a:spcPts val="0"/>
              </a:spcAft>
              <a:buSzPts val="1400"/>
              <a:buChar char="○"/>
              <a:defRPr/>
            </a:lvl8pPr>
            <a:lvl9pPr marL="4114800" lvl="8" indent="-317500" rtl="0">
              <a:spcBef>
                <a:spcPts val="0"/>
              </a:spcBef>
              <a:spcAft>
                <a:spcPts val="0"/>
              </a:spcAft>
              <a:buSzPts val="1400"/>
              <a:buChar char="■"/>
              <a:defRPr/>
            </a:lvl9pPr>
          </a:lstStyle>
          <a:p>
            <a:endParaRPr/>
          </a:p>
        </p:txBody>
      </p:sp>
      <p:pic>
        <p:nvPicPr>
          <p:cNvPr id="906" name="Google Shape;906;p77"/>
          <p:cNvPicPr preferRelativeResize="0"/>
          <p:nvPr/>
        </p:nvPicPr>
        <p:blipFill>
          <a:blip r:embed="rId2">
            <a:alphaModFix/>
          </a:blip>
          <a:stretch>
            <a:fillRect/>
          </a:stretch>
        </p:blipFill>
        <p:spPr>
          <a:xfrm>
            <a:off x="8544859" y="62003"/>
            <a:ext cx="599140" cy="599141"/>
          </a:xfrm>
          <a:prstGeom prst="rect">
            <a:avLst/>
          </a:prstGeom>
          <a:noFill/>
          <a:ln>
            <a:noFill/>
          </a:ln>
        </p:spPr>
      </p:pic>
      <p:grpSp>
        <p:nvGrpSpPr>
          <p:cNvPr id="907" name="Google Shape;907;p77"/>
          <p:cNvGrpSpPr/>
          <p:nvPr/>
        </p:nvGrpSpPr>
        <p:grpSpPr>
          <a:xfrm>
            <a:off x="8461349" y="3869800"/>
            <a:ext cx="939600" cy="935752"/>
            <a:chOff x="511165" y="3659475"/>
            <a:chExt cx="939600" cy="935752"/>
          </a:xfrm>
        </p:grpSpPr>
        <p:sp>
          <p:nvSpPr>
            <p:cNvPr id="908" name="Google Shape;908;p77"/>
            <p:cNvSpPr/>
            <p:nvPr/>
          </p:nvSpPr>
          <p:spPr>
            <a:xfrm>
              <a:off x="511165" y="3659475"/>
              <a:ext cx="939600" cy="68100"/>
            </a:xfrm>
            <a:prstGeom prst="roundRect">
              <a:avLst>
                <a:gd name="adj" fmla="val 44664"/>
              </a:avLst>
            </a:prstGeom>
            <a:solidFill>
              <a:srgbClr val="FC5D0D"/>
            </a:solidFill>
            <a:ln>
              <a:noFill/>
            </a:ln>
          </p:spPr>
          <p:txBody>
            <a:bodyPr spcFirstLastPara="1" wrap="square" lIns="57150" tIns="57150" rIns="57150" bIns="57150" anchor="ctr" anchorCtr="0">
              <a:noAutofit/>
            </a:bodyPr>
            <a:lstStyle/>
            <a:p>
              <a:pPr marL="0" lvl="0" indent="0" algn="ctr" rtl="0">
                <a:spcBef>
                  <a:spcPts val="0"/>
                </a:spcBef>
                <a:spcAft>
                  <a:spcPts val="0"/>
                </a:spcAft>
                <a:buNone/>
              </a:pPr>
              <a:endParaRPr sz="800" b="1">
                <a:solidFill>
                  <a:srgbClr val="FFFFFF"/>
                </a:solidFill>
                <a:latin typeface="IBM Plex Sans"/>
                <a:ea typeface="IBM Plex Sans"/>
                <a:cs typeface="IBM Plex Sans"/>
                <a:sym typeface="IBM Plex Sans"/>
              </a:endParaRPr>
            </a:p>
          </p:txBody>
        </p:sp>
        <p:sp>
          <p:nvSpPr>
            <p:cNvPr id="909" name="Google Shape;909;p77"/>
            <p:cNvSpPr/>
            <p:nvPr/>
          </p:nvSpPr>
          <p:spPr>
            <a:xfrm>
              <a:off x="511165" y="3833005"/>
              <a:ext cx="939600" cy="68100"/>
            </a:xfrm>
            <a:prstGeom prst="roundRect">
              <a:avLst>
                <a:gd name="adj" fmla="val 44664"/>
              </a:avLst>
            </a:prstGeom>
            <a:solidFill>
              <a:srgbClr val="FC5D0D"/>
            </a:solidFill>
            <a:ln>
              <a:noFill/>
            </a:ln>
          </p:spPr>
          <p:txBody>
            <a:bodyPr spcFirstLastPara="1" wrap="square" lIns="57150" tIns="57150" rIns="57150" bIns="57150" anchor="ctr" anchorCtr="0">
              <a:noAutofit/>
            </a:bodyPr>
            <a:lstStyle/>
            <a:p>
              <a:pPr marL="0" lvl="0" indent="0" algn="ctr" rtl="0">
                <a:spcBef>
                  <a:spcPts val="0"/>
                </a:spcBef>
                <a:spcAft>
                  <a:spcPts val="0"/>
                </a:spcAft>
                <a:buNone/>
              </a:pPr>
              <a:endParaRPr sz="800" b="1">
                <a:solidFill>
                  <a:srgbClr val="FFFFFF"/>
                </a:solidFill>
                <a:latin typeface="IBM Plex Sans"/>
                <a:ea typeface="IBM Plex Sans"/>
                <a:cs typeface="IBM Plex Sans"/>
                <a:sym typeface="IBM Plex Sans"/>
              </a:endParaRPr>
            </a:p>
          </p:txBody>
        </p:sp>
        <p:sp>
          <p:nvSpPr>
            <p:cNvPr id="910" name="Google Shape;910;p77"/>
            <p:cNvSpPr/>
            <p:nvPr/>
          </p:nvSpPr>
          <p:spPr>
            <a:xfrm>
              <a:off x="511165" y="4006536"/>
              <a:ext cx="939600" cy="68100"/>
            </a:xfrm>
            <a:prstGeom prst="roundRect">
              <a:avLst>
                <a:gd name="adj" fmla="val 44664"/>
              </a:avLst>
            </a:prstGeom>
            <a:solidFill>
              <a:srgbClr val="FC5D0D"/>
            </a:solidFill>
            <a:ln>
              <a:noFill/>
            </a:ln>
          </p:spPr>
          <p:txBody>
            <a:bodyPr spcFirstLastPara="1" wrap="square" lIns="57150" tIns="57150" rIns="57150" bIns="57150" anchor="ctr" anchorCtr="0">
              <a:noAutofit/>
            </a:bodyPr>
            <a:lstStyle/>
            <a:p>
              <a:pPr marL="0" lvl="0" indent="0" algn="ctr" rtl="0">
                <a:spcBef>
                  <a:spcPts val="0"/>
                </a:spcBef>
                <a:spcAft>
                  <a:spcPts val="0"/>
                </a:spcAft>
                <a:buNone/>
              </a:pPr>
              <a:endParaRPr sz="800" b="1">
                <a:solidFill>
                  <a:srgbClr val="FFFFFF"/>
                </a:solidFill>
                <a:latin typeface="IBM Plex Sans"/>
                <a:ea typeface="IBM Plex Sans"/>
                <a:cs typeface="IBM Plex Sans"/>
                <a:sym typeface="IBM Plex Sans"/>
              </a:endParaRPr>
            </a:p>
          </p:txBody>
        </p:sp>
        <p:sp>
          <p:nvSpPr>
            <p:cNvPr id="911" name="Google Shape;911;p77"/>
            <p:cNvSpPr/>
            <p:nvPr/>
          </p:nvSpPr>
          <p:spPr>
            <a:xfrm>
              <a:off x="511165" y="4180066"/>
              <a:ext cx="939600" cy="68100"/>
            </a:xfrm>
            <a:prstGeom prst="roundRect">
              <a:avLst>
                <a:gd name="adj" fmla="val 44664"/>
              </a:avLst>
            </a:prstGeom>
            <a:solidFill>
              <a:srgbClr val="FC5D0D"/>
            </a:solidFill>
            <a:ln>
              <a:noFill/>
            </a:ln>
          </p:spPr>
          <p:txBody>
            <a:bodyPr spcFirstLastPara="1" wrap="square" lIns="57150" tIns="57150" rIns="57150" bIns="57150" anchor="ctr" anchorCtr="0">
              <a:noAutofit/>
            </a:bodyPr>
            <a:lstStyle/>
            <a:p>
              <a:pPr marL="0" lvl="0" indent="0" algn="ctr" rtl="0">
                <a:spcBef>
                  <a:spcPts val="0"/>
                </a:spcBef>
                <a:spcAft>
                  <a:spcPts val="0"/>
                </a:spcAft>
                <a:buNone/>
              </a:pPr>
              <a:endParaRPr sz="800" b="1">
                <a:solidFill>
                  <a:srgbClr val="FFFFFF"/>
                </a:solidFill>
                <a:latin typeface="IBM Plex Sans"/>
                <a:ea typeface="IBM Plex Sans"/>
                <a:cs typeface="IBM Plex Sans"/>
                <a:sym typeface="IBM Plex Sans"/>
              </a:endParaRPr>
            </a:p>
          </p:txBody>
        </p:sp>
        <p:sp>
          <p:nvSpPr>
            <p:cNvPr id="912" name="Google Shape;912;p77"/>
            <p:cNvSpPr/>
            <p:nvPr/>
          </p:nvSpPr>
          <p:spPr>
            <a:xfrm>
              <a:off x="511165" y="4353597"/>
              <a:ext cx="939600" cy="68100"/>
            </a:xfrm>
            <a:prstGeom prst="roundRect">
              <a:avLst>
                <a:gd name="adj" fmla="val 44664"/>
              </a:avLst>
            </a:prstGeom>
            <a:solidFill>
              <a:srgbClr val="FC5D0D"/>
            </a:solidFill>
            <a:ln>
              <a:noFill/>
            </a:ln>
          </p:spPr>
          <p:txBody>
            <a:bodyPr spcFirstLastPara="1" wrap="square" lIns="57150" tIns="57150" rIns="57150" bIns="57150" anchor="ctr" anchorCtr="0">
              <a:noAutofit/>
            </a:bodyPr>
            <a:lstStyle/>
            <a:p>
              <a:pPr marL="0" lvl="0" indent="0" algn="ctr" rtl="0">
                <a:spcBef>
                  <a:spcPts val="0"/>
                </a:spcBef>
                <a:spcAft>
                  <a:spcPts val="0"/>
                </a:spcAft>
                <a:buNone/>
              </a:pPr>
              <a:endParaRPr sz="800" b="1">
                <a:solidFill>
                  <a:srgbClr val="FFFFFF"/>
                </a:solidFill>
                <a:latin typeface="IBM Plex Sans"/>
                <a:ea typeface="IBM Plex Sans"/>
                <a:cs typeface="IBM Plex Sans"/>
                <a:sym typeface="IBM Plex Sans"/>
              </a:endParaRPr>
            </a:p>
          </p:txBody>
        </p:sp>
        <p:sp>
          <p:nvSpPr>
            <p:cNvPr id="913" name="Google Shape;913;p77"/>
            <p:cNvSpPr/>
            <p:nvPr/>
          </p:nvSpPr>
          <p:spPr>
            <a:xfrm>
              <a:off x="511165" y="4527127"/>
              <a:ext cx="939600" cy="68100"/>
            </a:xfrm>
            <a:prstGeom prst="roundRect">
              <a:avLst>
                <a:gd name="adj" fmla="val 44664"/>
              </a:avLst>
            </a:prstGeom>
            <a:solidFill>
              <a:srgbClr val="FC5D0D"/>
            </a:solidFill>
            <a:ln>
              <a:noFill/>
            </a:ln>
          </p:spPr>
          <p:txBody>
            <a:bodyPr spcFirstLastPara="1" wrap="square" lIns="57150" tIns="57150" rIns="57150" bIns="57150" anchor="ctr" anchorCtr="0">
              <a:noAutofit/>
            </a:bodyPr>
            <a:lstStyle/>
            <a:p>
              <a:pPr marL="0" lvl="0" indent="0" algn="ctr" rtl="0">
                <a:spcBef>
                  <a:spcPts val="0"/>
                </a:spcBef>
                <a:spcAft>
                  <a:spcPts val="0"/>
                </a:spcAft>
                <a:buNone/>
              </a:pPr>
              <a:endParaRPr sz="800" b="1">
                <a:solidFill>
                  <a:srgbClr val="FFFFFF"/>
                </a:solidFill>
                <a:latin typeface="IBM Plex Sans"/>
                <a:ea typeface="IBM Plex Sans"/>
                <a:cs typeface="IBM Plex Sans"/>
                <a:sym typeface="IBM Plex Sans"/>
              </a:endParaRPr>
            </a:p>
          </p:txBody>
        </p:sp>
      </p:grpSp>
    </p:spTree>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matchingName="Title &amp; body - Orangemunda">
  <p:cSld name="TITLE_AND_BODY_2_1">
    <p:bg>
      <p:bgPr>
        <a:solidFill>
          <a:schemeClr val="accent1"/>
        </a:solidFill>
        <a:effectLst/>
      </p:bgPr>
    </p:bg>
    <p:spTree>
      <p:nvGrpSpPr>
        <p:cNvPr id="1" name="Shape 914"/>
        <p:cNvGrpSpPr/>
        <p:nvPr/>
      </p:nvGrpSpPr>
      <p:grpSpPr>
        <a:xfrm>
          <a:off x="0" y="0"/>
          <a:ext cx="0" cy="0"/>
          <a:chOff x="0" y="0"/>
          <a:chExt cx="0" cy="0"/>
        </a:xfrm>
      </p:grpSpPr>
      <p:sp>
        <p:nvSpPr>
          <p:cNvPr id="915" name="Google Shape;915;p78"/>
          <p:cNvSpPr/>
          <p:nvPr/>
        </p:nvSpPr>
        <p:spPr>
          <a:xfrm>
            <a:off x="457175" y="1158725"/>
            <a:ext cx="8229600" cy="3984600"/>
          </a:xfrm>
          <a:prstGeom prst="round2SameRect">
            <a:avLst>
              <a:gd name="adj1" fmla="val 6967"/>
              <a:gd name="adj2" fmla="val 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6" name="Google Shape;916;p78"/>
          <p:cNvSpPr txBox="1">
            <a:spLocks noGrp="1"/>
          </p:cNvSpPr>
          <p:nvPr>
            <p:ph type="title"/>
          </p:nvPr>
        </p:nvSpPr>
        <p:spPr>
          <a:xfrm>
            <a:off x="457200" y="114300"/>
            <a:ext cx="8229600" cy="903300"/>
          </a:xfrm>
          <a:prstGeom prst="rect">
            <a:avLst/>
          </a:prstGeom>
        </p:spPr>
        <p:txBody>
          <a:bodyPr spcFirstLastPara="1" wrap="square" lIns="0" tIns="0" rIns="0" bIns="0" anchor="t" anchorCtr="0">
            <a:normAutofit/>
          </a:bodyPr>
          <a:lstStyle>
            <a:lvl1pPr lvl="0" rtl="0">
              <a:spcBef>
                <a:spcPts val="0"/>
              </a:spcBef>
              <a:spcAft>
                <a:spcPts val="0"/>
              </a:spcAft>
              <a:buClr>
                <a:schemeClr val="lt2"/>
              </a:buClr>
              <a:buSzPts val="3400"/>
              <a:buNone/>
              <a:defRPr>
                <a:solidFill>
                  <a:schemeClr val="lt2"/>
                </a:solidFill>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pic>
        <p:nvPicPr>
          <p:cNvPr id="917" name="Google Shape;917;p78"/>
          <p:cNvPicPr preferRelativeResize="0"/>
          <p:nvPr/>
        </p:nvPicPr>
        <p:blipFill>
          <a:blip r:embed="rId2">
            <a:alphaModFix/>
          </a:blip>
          <a:stretch>
            <a:fillRect/>
          </a:stretch>
        </p:blipFill>
        <p:spPr>
          <a:xfrm>
            <a:off x="8549318" y="62670"/>
            <a:ext cx="599140" cy="600052"/>
          </a:xfrm>
          <a:prstGeom prst="rect">
            <a:avLst/>
          </a:prstGeom>
          <a:noFill/>
          <a:ln>
            <a:noFill/>
          </a:ln>
        </p:spPr>
      </p:pic>
      <p:sp>
        <p:nvSpPr>
          <p:cNvPr id="918" name="Google Shape;918;p78"/>
          <p:cNvSpPr txBox="1">
            <a:spLocks noGrp="1"/>
          </p:cNvSpPr>
          <p:nvPr>
            <p:ph type="body" idx="1"/>
          </p:nvPr>
        </p:nvSpPr>
        <p:spPr>
          <a:xfrm>
            <a:off x="682650" y="1482075"/>
            <a:ext cx="7778700" cy="3010800"/>
          </a:xfrm>
          <a:prstGeom prst="rect">
            <a:avLst/>
          </a:prstGeom>
        </p:spPr>
        <p:txBody>
          <a:bodyPr spcFirstLastPara="1" wrap="square" lIns="0" tIns="0" rIns="0" bIns="0" anchor="t" anchorCtr="0">
            <a:normAutofit/>
          </a:bodyPr>
          <a:lstStyle>
            <a:lvl1pPr marL="457200" lvl="0" indent="-330200" rtl="0">
              <a:spcBef>
                <a:spcPts val="0"/>
              </a:spcBef>
              <a:spcAft>
                <a:spcPts val="0"/>
              </a:spcAft>
              <a:buSzPts val="1600"/>
              <a:buChar char="■"/>
              <a:defRPr/>
            </a:lvl1pPr>
            <a:lvl2pPr marL="914400" lvl="1" indent="-317500" rtl="0">
              <a:spcBef>
                <a:spcPts val="0"/>
              </a:spcBef>
              <a:spcAft>
                <a:spcPts val="0"/>
              </a:spcAft>
              <a:buSzPts val="1400"/>
              <a:buChar char="■"/>
              <a:defRPr/>
            </a:lvl2pPr>
            <a:lvl3pPr marL="1371600" lvl="2" indent="-317500" rtl="0">
              <a:spcBef>
                <a:spcPts val="0"/>
              </a:spcBef>
              <a:spcAft>
                <a:spcPts val="0"/>
              </a:spcAft>
              <a:buSzPts val="1400"/>
              <a:buChar char="■"/>
              <a:defRPr/>
            </a:lvl3pPr>
            <a:lvl4pPr marL="1828800" lvl="3" indent="-317500" rtl="0">
              <a:spcBef>
                <a:spcPts val="0"/>
              </a:spcBef>
              <a:spcAft>
                <a:spcPts val="0"/>
              </a:spcAft>
              <a:buSzPts val="1400"/>
              <a:buChar char="●"/>
              <a:defRPr/>
            </a:lvl4pPr>
            <a:lvl5pPr marL="2286000" lvl="4" indent="-317500" rtl="0">
              <a:spcBef>
                <a:spcPts val="0"/>
              </a:spcBef>
              <a:spcAft>
                <a:spcPts val="0"/>
              </a:spcAft>
              <a:buSzPts val="1400"/>
              <a:buChar char="○"/>
              <a:defRPr/>
            </a:lvl5pPr>
            <a:lvl6pPr marL="2743200" lvl="5" indent="-317500" rtl="0">
              <a:spcBef>
                <a:spcPts val="0"/>
              </a:spcBef>
              <a:spcAft>
                <a:spcPts val="0"/>
              </a:spcAft>
              <a:buSzPts val="1400"/>
              <a:buChar char="■"/>
              <a:defRPr/>
            </a:lvl6pPr>
            <a:lvl7pPr marL="3200400" lvl="6" indent="-317500" rtl="0">
              <a:spcBef>
                <a:spcPts val="0"/>
              </a:spcBef>
              <a:spcAft>
                <a:spcPts val="0"/>
              </a:spcAft>
              <a:buSzPts val="1400"/>
              <a:buChar char="●"/>
              <a:defRPr/>
            </a:lvl7pPr>
            <a:lvl8pPr marL="3657600" lvl="7" indent="-317500" rtl="0">
              <a:spcBef>
                <a:spcPts val="0"/>
              </a:spcBef>
              <a:spcAft>
                <a:spcPts val="0"/>
              </a:spcAft>
              <a:buSzPts val="1400"/>
              <a:buChar char="○"/>
              <a:defRPr/>
            </a:lvl8pPr>
            <a:lvl9pPr marL="4114800" lvl="8" indent="-317500" rtl="0">
              <a:spcBef>
                <a:spcPts val="0"/>
              </a:spcBef>
              <a:spcAft>
                <a:spcPts val="0"/>
              </a:spcAft>
              <a:buSzPts val="1400"/>
              <a:buChar char="■"/>
              <a:defRPr/>
            </a:lvl9pPr>
          </a:lstStyle>
          <a:p>
            <a:endParaRPr/>
          </a:p>
        </p:txBody>
      </p:sp>
      <p:grpSp>
        <p:nvGrpSpPr>
          <p:cNvPr id="919" name="Google Shape;919;p78"/>
          <p:cNvGrpSpPr/>
          <p:nvPr/>
        </p:nvGrpSpPr>
        <p:grpSpPr>
          <a:xfrm>
            <a:off x="8461349" y="1482075"/>
            <a:ext cx="939600" cy="935752"/>
            <a:chOff x="511165" y="3659475"/>
            <a:chExt cx="939600" cy="935752"/>
          </a:xfrm>
        </p:grpSpPr>
        <p:sp>
          <p:nvSpPr>
            <p:cNvPr id="920" name="Google Shape;920;p78"/>
            <p:cNvSpPr/>
            <p:nvPr/>
          </p:nvSpPr>
          <p:spPr>
            <a:xfrm>
              <a:off x="511165" y="3659475"/>
              <a:ext cx="939600" cy="68100"/>
            </a:xfrm>
            <a:prstGeom prst="roundRect">
              <a:avLst>
                <a:gd name="adj" fmla="val 44664"/>
              </a:avLst>
            </a:prstGeom>
            <a:solidFill>
              <a:schemeClr val="dk2"/>
            </a:solidFill>
            <a:ln>
              <a:noFill/>
            </a:ln>
          </p:spPr>
          <p:txBody>
            <a:bodyPr spcFirstLastPara="1" wrap="square" lIns="57150" tIns="57150" rIns="57150" bIns="57150" anchor="ctr" anchorCtr="0">
              <a:noAutofit/>
            </a:bodyPr>
            <a:lstStyle/>
            <a:p>
              <a:pPr marL="0" lvl="0" indent="0" algn="ctr" rtl="0">
                <a:spcBef>
                  <a:spcPts val="0"/>
                </a:spcBef>
                <a:spcAft>
                  <a:spcPts val="0"/>
                </a:spcAft>
                <a:buNone/>
              </a:pPr>
              <a:endParaRPr sz="800" b="1">
                <a:solidFill>
                  <a:srgbClr val="FFFFFF"/>
                </a:solidFill>
                <a:latin typeface="IBM Plex Sans"/>
                <a:ea typeface="IBM Plex Sans"/>
                <a:cs typeface="IBM Plex Sans"/>
                <a:sym typeface="IBM Plex Sans"/>
              </a:endParaRPr>
            </a:p>
          </p:txBody>
        </p:sp>
        <p:sp>
          <p:nvSpPr>
            <p:cNvPr id="921" name="Google Shape;921;p78"/>
            <p:cNvSpPr/>
            <p:nvPr/>
          </p:nvSpPr>
          <p:spPr>
            <a:xfrm>
              <a:off x="511165" y="3833005"/>
              <a:ext cx="939600" cy="68100"/>
            </a:xfrm>
            <a:prstGeom prst="roundRect">
              <a:avLst>
                <a:gd name="adj" fmla="val 44664"/>
              </a:avLst>
            </a:prstGeom>
            <a:solidFill>
              <a:schemeClr val="dk2"/>
            </a:solidFill>
            <a:ln>
              <a:noFill/>
            </a:ln>
          </p:spPr>
          <p:txBody>
            <a:bodyPr spcFirstLastPara="1" wrap="square" lIns="57150" tIns="57150" rIns="57150" bIns="57150" anchor="ctr" anchorCtr="0">
              <a:noAutofit/>
            </a:bodyPr>
            <a:lstStyle/>
            <a:p>
              <a:pPr marL="0" lvl="0" indent="0" algn="ctr" rtl="0">
                <a:spcBef>
                  <a:spcPts val="0"/>
                </a:spcBef>
                <a:spcAft>
                  <a:spcPts val="0"/>
                </a:spcAft>
                <a:buNone/>
              </a:pPr>
              <a:endParaRPr sz="800" b="1">
                <a:solidFill>
                  <a:srgbClr val="FFFFFF"/>
                </a:solidFill>
                <a:latin typeface="IBM Plex Sans"/>
                <a:ea typeface="IBM Plex Sans"/>
                <a:cs typeface="IBM Plex Sans"/>
                <a:sym typeface="IBM Plex Sans"/>
              </a:endParaRPr>
            </a:p>
          </p:txBody>
        </p:sp>
        <p:sp>
          <p:nvSpPr>
            <p:cNvPr id="922" name="Google Shape;922;p78"/>
            <p:cNvSpPr/>
            <p:nvPr/>
          </p:nvSpPr>
          <p:spPr>
            <a:xfrm>
              <a:off x="511165" y="4006536"/>
              <a:ext cx="939600" cy="68100"/>
            </a:xfrm>
            <a:prstGeom prst="roundRect">
              <a:avLst>
                <a:gd name="adj" fmla="val 44664"/>
              </a:avLst>
            </a:prstGeom>
            <a:solidFill>
              <a:schemeClr val="dk2"/>
            </a:solidFill>
            <a:ln>
              <a:noFill/>
            </a:ln>
          </p:spPr>
          <p:txBody>
            <a:bodyPr spcFirstLastPara="1" wrap="square" lIns="57150" tIns="57150" rIns="57150" bIns="57150" anchor="ctr" anchorCtr="0">
              <a:noAutofit/>
            </a:bodyPr>
            <a:lstStyle/>
            <a:p>
              <a:pPr marL="0" lvl="0" indent="0" algn="ctr" rtl="0">
                <a:spcBef>
                  <a:spcPts val="0"/>
                </a:spcBef>
                <a:spcAft>
                  <a:spcPts val="0"/>
                </a:spcAft>
                <a:buNone/>
              </a:pPr>
              <a:endParaRPr sz="800" b="1">
                <a:solidFill>
                  <a:srgbClr val="FFFFFF"/>
                </a:solidFill>
                <a:latin typeface="IBM Plex Sans"/>
                <a:ea typeface="IBM Plex Sans"/>
                <a:cs typeface="IBM Plex Sans"/>
                <a:sym typeface="IBM Plex Sans"/>
              </a:endParaRPr>
            </a:p>
          </p:txBody>
        </p:sp>
        <p:sp>
          <p:nvSpPr>
            <p:cNvPr id="923" name="Google Shape;923;p78"/>
            <p:cNvSpPr/>
            <p:nvPr/>
          </p:nvSpPr>
          <p:spPr>
            <a:xfrm>
              <a:off x="511165" y="4180066"/>
              <a:ext cx="939600" cy="68100"/>
            </a:xfrm>
            <a:prstGeom prst="roundRect">
              <a:avLst>
                <a:gd name="adj" fmla="val 44664"/>
              </a:avLst>
            </a:prstGeom>
            <a:solidFill>
              <a:schemeClr val="dk2"/>
            </a:solidFill>
            <a:ln>
              <a:noFill/>
            </a:ln>
          </p:spPr>
          <p:txBody>
            <a:bodyPr spcFirstLastPara="1" wrap="square" lIns="57150" tIns="57150" rIns="57150" bIns="57150" anchor="ctr" anchorCtr="0">
              <a:noAutofit/>
            </a:bodyPr>
            <a:lstStyle/>
            <a:p>
              <a:pPr marL="0" lvl="0" indent="0" algn="ctr" rtl="0">
                <a:spcBef>
                  <a:spcPts val="0"/>
                </a:spcBef>
                <a:spcAft>
                  <a:spcPts val="0"/>
                </a:spcAft>
                <a:buNone/>
              </a:pPr>
              <a:endParaRPr sz="800" b="1">
                <a:solidFill>
                  <a:srgbClr val="FFFFFF"/>
                </a:solidFill>
                <a:latin typeface="IBM Plex Sans"/>
                <a:ea typeface="IBM Plex Sans"/>
                <a:cs typeface="IBM Plex Sans"/>
                <a:sym typeface="IBM Plex Sans"/>
              </a:endParaRPr>
            </a:p>
          </p:txBody>
        </p:sp>
        <p:sp>
          <p:nvSpPr>
            <p:cNvPr id="924" name="Google Shape;924;p78"/>
            <p:cNvSpPr/>
            <p:nvPr/>
          </p:nvSpPr>
          <p:spPr>
            <a:xfrm>
              <a:off x="511165" y="4353597"/>
              <a:ext cx="939600" cy="68100"/>
            </a:xfrm>
            <a:prstGeom prst="roundRect">
              <a:avLst>
                <a:gd name="adj" fmla="val 44664"/>
              </a:avLst>
            </a:prstGeom>
            <a:solidFill>
              <a:schemeClr val="dk2"/>
            </a:solidFill>
            <a:ln>
              <a:noFill/>
            </a:ln>
          </p:spPr>
          <p:txBody>
            <a:bodyPr spcFirstLastPara="1" wrap="square" lIns="57150" tIns="57150" rIns="57150" bIns="57150" anchor="ctr" anchorCtr="0">
              <a:noAutofit/>
            </a:bodyPr>
            <a:lstStyle/>
            <a:p>
              <a:pPr marL="0" lvl="0" indent="0" algn="ctr" rtl="0">
                <a:spcBef>
                  <a:spcPts val="0"/>
                </a:spcBef>
                <a:spcAft>
                  <a:spcPts val="0"/>
                </a:spcAft>
                <a:buNone/>
              </a:pPr>
              <a:endParaRPr sz="800" b="1">
                <a:solidFill>
                  <a:srgbClr val="FFFFFF"/>
                </a:solidFill>
                <a:latin typeface="IBM Plex Sans"/>
                <a:ea typeface="IBM Plex Sans"/>
                <a:cs typeface="IBM Plex Sans"/>
                <a:sym typeface="IBM Plex Sans"/>
              </a:endParaRPr>
            </a:p>
          </p:txBody>
        </p:sp>
        <p:sp>
          <p:nvSpPr>
            <p:cNvPr id="925" name="Google Shape;925;p78"/>
            <p:cNvSpPr/>
            <p:nvPr/>
          </p:nvSpPr>
          <p:spPr>
            <a:xfrm>
              <a:off x="511165" y="4527127"/>
              <a:ext cx="939600" cy="68100"/>
            </a:xfrm>
            <a:prstGeom prst="roundRect">
              <a:avLst>
                <a:gd name="adj" fmla="val 44664"/>
              </a:avLst>
            </a:prstGeom>
            <a:solidFill>
              <a:schemeClr val="dk2"/>
            </a:solidFill>
            <a:ln>
              <a:noFill/>
            </a:ln>
          </p:spPr>
          <p:txBody>
            <a:bodyPr spcFirstLastPara="1" wrap="square" lIns="57150" tIns="57150" rIns="57150" bIns="57150" anchor="ctr" anchorCtr="0">
              <a:noAutofit/>
            </a:bodyPr>
            <a:lstStyle/>
            <a:p>
              <a:pPr marL="0" lvl="0" indent="0" algn="ctr" rtl="0">
                <a:spcBef>
                  <a:spcPts val="0"/>
                </a:spcBef>
                <a:spcAft>
                  <a:spcPts val="0"/>
                </a:spcAft>
                <a:buNone/>
              </a:pPr>
              <a:endParaRPr sz="800" b="1">
                <a:solidFill>
                  <a:srgbClr val="FFFFFF"/>
                </a:solidFill>
                <a:latin typeface="IBM Plex Sans"/>
                <a:ea typeface="IBM Plex Sans"/>
                <a:cs typeface="IBM Plex Sans"/>
                <a:sym typeface="IBM Plex Sans"/>
              </a:endParaRPr>
            </a:p>
          </p:txBody>
        </p:sp>
      </p:grpSp>
    </p:spTree>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matchingName="Title &amp; body - 2 column Simple">
  <p:cSld name="TITLE_AND_BODY_1">
    <p:spTree>
      <p:nvGrpSpPr>
        <p:cNvPr id="1" name="Shape 926"/>
        <p:cNvGrpSpPr/>
        <p:nvPr/>
      </p:nvGrpSpPr>
      <p:grpSpPr>
        <a:xfrm>
          <a:off x="0" y="0"/>
          <a:ext cx="0" cy="0"/>
          <a:chOff x="0" y="0"/>
          <a:chExt cx="0" cy="0"/>
        </a:xfrm>
      </p:grpSpPr>
      <p:sp>
        <p:nvSpPr>
          <p:cNvPr id="927" name="Google Shape;927;p79"/>
          <p:cNvSpPr txBox="1">
            <a:spLocks noGrp="1"/>
          </p:cNvSpPr>
          <p:nvPr>
            <p:ph type="title"/>
          </p:nvPr>
        </p:nvSpPr>
        <p:spPr>
          <a:xfrm>
            <a:off x="457200" y="114300"/>
            <a:ext cx="8229600" cy="903300"/>
          </a:xfrm>
          <a:prstGeom prst="rect">
            <a:avLst/>
          </a:prstGeom>
        </p:spPr>
        <p:txBody>
          <a:bodyPr spcFirstLastPara="1" wrap="square" lIns="0" tIns="0" rIns="0" bIns="0" anchor="t" anchorCtr="0">
            <a:normAutofit/>
          </a:bodyPr>
          <a:lstStyle>
            <a:lvl1pPr lvl="0" rtl="0">
              <a:spcBef>
                <a:spcPts val="0"/>
              </a:spcBef>
              <a:spcAft>
                <a:spcPts val="0"/>
              </a:spcAft>
              <a:buSzPts val="34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928" name="Google Shape;928;p79"/>
          <p:cNvSpPr txBox="1">
            <a:spLocks noGrp="1"/>
          </p:cNvSpPr>
          <p:nvPr>
            <p:ph type="body" idx="1"/>
          </p:nvPr>
        </p:nvSpPr>
        <p:spPr>
          <a:xfrm>
            <a:off x="457200" y="1733450"/>
            <a:ext cx="4016100" cy="2835300"/>
          </a:xfrm>
          <a:prstGeom prst="rect">
            <a:avLst/>
          </a:prstGeom>
        </p:spPr>
        <p:txBody>
          <a:bodyPr spcFirstLastPara="1" wrap="square" lIns="0" tIns="0" rIns="0" bIns="0" anchor="t" anchorCtr="0">
            <a:normAutofit/>
          </a:bodyPr>
          <a:lstStyle>
            <a:lvl1pPr marL="457200" lvl="0" indent="-330200" rtl="0">
              <a:spcBef>
                <a:spcPts val="0"/>
              </a:spcBef>
              <a:spcAft>
                <a:spcPts val="0"/>
              </a:spcAft>
              <a:buSzPts val="1600"/>
              <a:buChar char="■"/>
              <a:defRPr/>
            </a:lvl1pPr>
            <a:lvl2pPr marL="914400" lvl="1" indent="-317500" rtl="0">
              <a:spcBef>
                <a:spcPts val="0"/>
              </a:spcBef>
              <a:spcAft>
                <a:spcPts val="0"/>
              </a:spcAft>
              <a:buSzPts val="1400"/>
              <a:buChar char="■"/>
              <a:defRPr/>
            </a:lvl2pPr>
            <a:lvl3pPr marL="1371600" lvl="2" indent="-317500" rtl="0">
              <a:spcBef>
                <a:spcPts val="0"/>
              </a:spcBef>
              <a:spcAft>
                <a:spcPts val="0"/>
              </a:spcAft>
              <a:buSzPts val="1400"/>
              <a:buChar char="■"/>
              <a:defRPr/>
            </a:lvl3pPr>
            <a:lvl4pPr marL="1828800" lvl="3" indent="-317500" rtl="0">
              <a:spcBef>
                <a:spcPts val="0"/>
              </a:spcBef>
              <a:spcAft>
                <a:spcPts val="0"/>
              </a:spcAft>
              <a:buSzPts val="1400"/>
              <a:buChar char="●"/>
              <a:defRPr/>
            </a:lvl4pPr>
            <a:lvl5pPr marL="2286000" lvl="4" indent="-317500" rtl="0">
              <a:spcBef>
                <a:spcPts val="0"/>
              </a:spcBef>
              <a:spcAft>
                <a:spcPts val="0"/>
              </a:spcAft>
              <a:buSzPts val="1400"/>
              <a:buChar char="○"/>
              <a:defRPr/>
            </a:lvl5pPr>
            <a:lvl6pPr marL="2743200" lvl="5" indent="-317500" rtl="0">
              <a:spcBef>
                <a:spcPts val="0"/>
              </a:spcBef>
              <a:spcAft>
                <a:spcPts val="0"/>
              </a:spcAft>
              <a:buSzPts val="1400"/>
              <a:buChar char="■"/>
              <a:defRPr/>
            </a:lvl6pPr>
            <a:lvl7pPr marL="3200400" lvl="6" indent="-317500" rtl="0">
              <a:spcBef>
                <a:spcPts val="0"/>
              </a:spcBef>
              <a:spcAft>
                <a:spcPts val="0"/>
              </a:spcAft>
              <a:buSzPts val="1400"/>
              <a:buChar char="●"/>
              <a:defRPr/>
            </a:lvl7pPr>
            <a:lvl8pPr marL="3657600" lvl="7" indent="-317500" rtl="0">
              <a:spcBef>
                <a:spcPts val="0"/>
              </a:spcBef>
              <a:spcAft>
                <a:spcPts val="0"/>
              </a:spcAft>
              <a:buSzPts val="1400"/>
              <a:buChar char="○"/>
              <a:defRPr/>
            </a:lvl8pPr>
            <a:lvl9pPr marL="4114800" lvl="8" indent="-317500" rtl="0">
              <a:spcBef>
                <a:spcPts val="0"/>
              </a:spcBef>
              <a:spcAft>
                <a:spcPts val="0"/>
              </a:spcAft>
              <a:buSzPts val="1400"/>
              <a:buChar char="■"/>
              <a:defRPr/>
            </a:lvl9pPr>
          </a:lstStyle>
          <a:p>
            <a:endParaRPr/>
          </a:p>
        </p:txBody>
      </p:sp>
      <p:sp>
        <p:nvSpPr>
          <p:cNvPr id="929" name="Google Shape;929;p79"/>
          <p:cNvSpPr txBox="1">
            <a:spLocks noGrp="1"/>
          </p:cNvSpPr>
          <p:nvPr>
            <p:ph type="body" idx="2"/>
          </p:nvPr>
        </p:nvSpPr>
        <p:spPr>
          <a:xfrm>
            <a:off x="4670700" y="1733450"/>
            <a:ext cx="4016100" cy="2835300"/>
          </a:xfrm>
          <a:prstGeom prst="rect">
            <a:avLst/>
          </a:prstGeom>
        </p:spPr>
        <p:txBody>
          <a:bodyPr spcFirstLastPara="1" wrap="square" lIns="0" tIns="0" rIns="0" bIns="0" anchor="t" anchorCtr="0">
            <a:normAutofit/>
          </a:bodyPr>
          <a:lstStyle>
            <a:lvl1pPr marL="457200" lvl="0" indent="-330200" rtl="0">
              <a:spcBef>
                <a:spcPts val="0"/>
              </a:spcBef>
              <a:spcAft>
                <a:spcPts val="0"/>
              </a:spcAft>
              <a:buSzPts val="1600"/>
              <a:buChar char="■"/>
              <a:defRPr/>
            </a:lvl1pPr>
            <a:lvl2pPr marL="914400" lvl="1" indent="-317500" rtl="0">
              <a:spcBef>
                <a:spcPts val="0"/>
              </a:spcBef>
              <a:spcAft>
                <a:spcPts val="0"/>
              </a:spcAft>
              <a:buSzPts val="1400"/>
              <a:buChar char="■"/>
              <a:defRPr/>
            </a:lvl2pPr>
            <a:lvl3pPr marL="1371600" lvl="2" indent="-317500" rtl="0">
              <a:spcBef>
                <a:spcPts val="0"/>
              </a:spcBef>
              <a:spcAft>
                <a:spcPts val="0"/>
              </a:spcAft>
              <a:buSzPts val="1400"/>
              <a:buChar char="■"/>
              <a:defRPr/>
            </a:lvl3pPr>
            <a:lvl4pPr marL="1828800" lvl="3" indent="-317500" rtl="0">
              <a:spcBef>
                <a:spcPts val="0"/>
              </a:spcBef>
              <a:spcAft>
                <a:spcPts val="0"/>
              </a:spcAft>
              <a:buSzPts val="1400"/>
              <a:buChar char="●"/>
              <a:defRPr/>
            </a:lvl4pPr>
            <a:lvl5pPr marL="2286000" lvl="4" indent="-317500" rtl="0">
              <a:spcBef>
                <a:spcPts val="0"/>
              </a:spcBef>
              <a:spcAft>
                <a:spcPts val="0"/>
              </a:spcAft>
              <a:buSzPts val="1400"/>
              <a:buChar char="○"/>
              <a:defRPr/>
            </a:lvl5pPr>
            <a:lvl6pPr marL="2743200" lvl="5" indent="-317500" rtl="0">
              <a:spcBef>
                <a:spcPts val="0"/>
              </a:spcBef>
              <a:spcAft>
                <a:spcPts val="0"/>
              </a:spcAft>
              <a:buSzPts val="1400"/>
              <a:buChar char="■"/>
              <a:defRPr/>
            </a:lvl6pPr>
            <a:lvl7pPr marL="3200400" lvl="6" indent="-317500" rtl="0">
              <a:spcBef>
                <a:spcPts val="0"/>
              </a:spcBef>
              <a:spcAft>
                <a:spcPts val="0"/>
              </a:spcAft>
              <a:buSzPts val="1400"/>
              <a:buChar char="●"/>
              <a:defRPr/>
            </a:lvl7pPr>
            <a:lvl8pPr marL="3657600" lvl="7" indent="-317500" rtl="0">
              <a:spcBef>
                <a:spcPts val="0"/>
              </a:spcBef>
              <a:spcAft>
                <a:spcPts val="0"/>
              </a:spcAft>
              <a:buSzPts val="1400"/>
              <a:buChar char="○"/>
              <a:defRPr/>
            </a:lvl8pPr>
            <a:lvl9pPr marL="4114800" lvl="8" indent="-317500" rtl="0">
              <a:spcBef>
                <a:spcPts val="0"/>
              </a:spcBef>
              <a:spcAft>
                <a:spcPts val="0"/>
              </a:spcAft>
              <a:buSzPts val="1400"/>
              <a:buChar char="■"/>
              <a:defRPr/>
            </a:lvl9pPr>
          </a:lstStyle>
          <a:p>
            <a:endParaRPr/>
          </a:p>
        </p:txBody>
      </p:sp>
      <p:sp>
        <p:nvSpPr>
          <p:cNvPr id="930" name="Google Shape;930;p79"/>
          <p:cNvSpPr txBox="1">
            <a:spLocks noGrp="1"/>
          </p:cNvSpPr>
          <p:nvPr>
            <p:ph type="subTitle" idx="3"/>
          </p:nvPr>
        </p:nvSpPr>
        <p:spPr>
          <a:xfrm>
            <a:off x="467075" y="1149725"/>
            <a:ext cx="4016100" cy="450600"/>
          </a:xfrm>
          <a:prstGeom prst="rect">
            <a:avLst/>
          </a:prstGeom>
        </p:spPr>
        <p:txBody>
          <a:bodyPr spcFirstLastPara="1" wrap="square" lIns="0" tIns="0" rIns="0" bIns="0" anchor="t" anchorCtr="0">
            <a:normAutofit/>
          </a:bodyPr>
          <a:lstStyle>
            <a:lvl1pPr lvl="0" rtl="0">
              <a:lnSpc>
                <a:spcPct val="100000"/>
              </a:lnSpc>
              <a:spcBef>
                <a:spcPts val="0"/>
              </a:spcBef>
              <a:spcAft>
                <a:spcPts val="0"/>
              </a:spcAft>
              <a:buClr>
                <a:schemeClr val="accent4"/>
              </a:buClr>
              <a:buSzPts val="2000"/>
              <a:buFont typeface="IBM Plex Sans Medium"/>
              <a:buNone/>
              <a:defRPr sz="2000">
                <a:solidFill>
                  <a:schemeClr val="accent4"/>
                </a:solidFill>
                <a:latin typeface="IBM Plex Sans Medium"/>
                <a:ea typeface="IBM Plex Sans Medium"/>
                <a:cs typeface="IBM Plex Sans Medium"/>
                <a:sym typeface="IBM Plex Sans Medium"/>
              </a:defRPr>
            </a:lvl1pPr>
            <a:lvl2pPr lvl="1" rtl="0">
              <a:lnSpc>
                <a:spcPct val="100000"/>
              </a:lnSpc>
              <a:spcBef>
                <a:spcPts val="0"/>
              </a:spcBef>
              <a:spcAft>
                <a:spcPts val="0"/>
              </a:spcAft>
              <a:buClr>
                <a:schemeClr val="accent4"/>
              </a:buClr>
              <a:buSzPts val="2000"/>
              <a:buFont typeface="IBM Plex Sans Medium"/>
              <a:buNone/>
              <a:defRPr sz="2000">
                <a:solidFill>
                  <a:schemeClr val="accent4"/>
                </a:solidFill>
                <a:latin typeface="IBM Plex Sans Medium"/>
                <a:ea typeface="IBM Plex Sans Medium"/>
                <a:cs typeface="IBM Plex Sans Medium"/>
                <a:sym typeface="IBM Plex Sans Medium"/>
              </a:defRPr>
            </a:lvl2pPr>
            <a:lvl3pPr lvl="2" rtl="0">
              <a:lnSpc>
                <a:spcPct val="100000"/>
              </a:lnSpc>
              <a:spcBef>
                <a:spcPts val="0"/>
              </a:spcBef>
              <a:spcAft>
                <a:spcPts val="0"/>
              </a:spcAft>
              <a:buClr>
                <a:schemeClr val="accent4"/>
              </a:buClr>
              <a:buSzPts val="2000"/>
              <a:buFont typeface="IBM Plex Sans Medium"/>
              <a:buNone/>
              <a:defRPr sz="2000">
                <a:solidFill>
                  <a:schemeClr val="accent4"/>
                </a:solidFill>
                <a:latin typeface="IBM Plex Sans Medium"/>
                <a:ea typeface="IBM Plex Sans Medium"/>
                <a:cs typeface="IBM Plex Sans Medium"/>
                <a:sym typeface="IBM Plex Sans Medium"/>
              </a:defRPr>
            </a:lvl3pPr>
            <a:lvl4pPr lvl="3" rtl="0">
              <a:lnSpc>
                <a:spcPct val="100000"/>
              </a:lnSpc>
              <a:spcBef>
                <a:spcPts val="0"/>
              </a:spcBef>
              <a:spcAft>
                <a:spcPts val="0"/>
              </a:spcAft>
              <a:buClr>
                <a:schemeClr val="accent4"/>
              </a:buClr>
              <a:buSzPts val="2000"/>
              <a:buFont typeface="IBM Plex Sans Medium"/>
              <a:buNone/>
              <a:defRPr sz="2000">
                <a:solidFill>
                  <a:schemeClr val="accent4"/>
                </a:solidFill>
                <a:latin typeface="IBM Plex Sans Medium"/>
                <a:ea typeface="IBM Plex Sans Medium"/>
                <a:cs typeface="IBM Plex Sans Medium"/>
                <a:sym typeface="IBM Plex Sans Medium"/>
              </a:defRPr>
            </a:lvl4pPr>
            <a:lvl5pPr lvl="4" rtl="0">
              <a:lnSpc>
                <a:spcPct val="100000"/>
              </a:lnSpc>
              <a:spcBef>
                <a:spcPts val="0"/>
              </a:spcBef>
              <a:spcAft>
                <a:spcPts val="0"/>
              </a:spcAft>
              <a:buClr>
                <a:schemeClr val="accent4"/>
              </a:buClr>
              <a:buSzPts val="2000"/>
              <a:buFont typeface="IBM Plex Sans Medium"/>
              <a:buNone/>
              <a:defRPr sz="2000">
                <a:solidFill>
                  <a:schemeClr val="accent4"/>
                </a:solidFill>
                <a:latin typeface="IBM Plex Sans Medium"/>
                <a:ea typeface="IBM Plex Sans Medium"/>
                <a:cs typeface="IBM Plex Sans Medium"/>
                <a:sym typeface="IBM Plex Sans Medium"/>
              </a:defRPr>
            </a:lvl5pPr>
            <a:lvl6pPr lvl="5" rtl="0">
              <a:lnSpc>
                <a:spcPct val="100000"/>
              </a:lnSpc>
              <a:spcBef>
                <a:spcPts val="0"/>
              </a:spcBef>
              <a:spcAft>
                <a:spcPts val="0"/>
              </a:spcAft>
              <a:buClr>
                <a:schemeClr val="accent4"/>
              </a:buClr>
              <a:buSzPts val="2000"/>
              <a:buFont typeface="IBM Plex Sans Medium"/>
              <a:buNone/>
              <a:defRPr sz="2000">
                <a:solidFill>
                  <a:schemeClr val="accent4"/>
                </a:solidFill>
                <a:latin typeface="IBM Plex Sans Medium"/>
                <a:ea typeface="IBM Plex Sans Medium"/>
                <a:cs typeface="IBM Plex Sans Medium"/>
                <a:sym typeface="IBM Plex Sans Medium"/>
              </a:defRPr>
            </a:lvl6pPr>
            <a:lvl7pPr lvl="6" rtl="0">
              <a:lnSpc>
                <a:spcPct val="100000"/>
              </a:lnSpc>
              <a:spcBef>
                <a:spcPts val="0"/>
              </a:spcBef>
              <a:spcAft>
                <a:spcPts val="0"/>
              </a:spcAft>
              <a:buClr>
                <a:schemeClr val="accent4"/>
              </a:buClr>
              <a:buSzPts val="2000"/>
              <a:buFont typeface="IBM Plex Sans Medium"/>
              <a:buNone/>
              <a:defRPr sz="2000">
                <a:solidFill>
                  <a:schemeClr val="accent4"/>
                </a:solidFill>
                <a:latin typeface="IBM Plex Sans Medium"/>
                <a:ea typeface="IBM Plex Sans Medium"/>
                <a:cs typeface="IBM Plex Sans Medium"/>
                <a:sym typeface="IBM Plex Sans Medium"/>
              </a:defRPr>
            </a:lvl7pPr>
            <a:lvl8pPr lvl="7" rtl="0">
              <a:lnSpc>
                <a:spcPct val="100000"/>
              </a:lnSpc>
              <a:spcBef>
                <a:spcPts val="0"/>
              </a:spcBef>
              <a:spcAft>
                <a:spcPts val="0"/>
              </a:spcAft>
              <a:buClr>
                <a:schemeClr val="accent4"/>
              </a:buClr>
              <a:buSzPts val="2000"/>
              <a:buFont typeface="IBM Plex Sans Medium"/>
              <a:buNone/>
              <a:defRPr sz="2000">
                <a:solidFill>
                  <a:schemeClr val="accent4"/>
                </a:solidFill>
                <a:latin typeface="IBM Plex Sans Medium"/>
                <a:ea typeface="IBM Plex Sans Medium"/>
                <a:cs typeface="IBM Plex Sans Medium"/>
                <a:sym typeface="IBM Plex Sans Medium"/>
              </a:defRPr>
            </a:lvl8pPr>
            <a:lvl9pPr lvl="8" rtl="0">
              <a:lnSpc>
                <a:spcPct val="100000"/>
              </a:lnSpc>
              <a:spcBef>
                <a:spcPts val="0"/>
              </a:spcBef>
              <a:spcAft>
                <a:spcPts val="0"/>
              </a:spcAft>
              <a:buClr>
                <a:schemeClr val="accent4"/>
              </a:buClr>
              <a:buSzPts val="2000"/>
              <a:buFont typeface="IBM Plex Sans Medium"/>
              <a:buNone/>
              <a:defRPr sz="2000">
                <a:solidFill>
                  <a:schemeClr val="accent4"/>
                </a:solidFill>
                <a:latin typeface="IBM Plex Sans Medium"/>
                <a:ea typeface="IBM Plex Sans Medium"/>
                <a:cs typeface="IBM Plex Sans Medium"/>
                <a:sym typeface="IBM Plex Sans Medium"/>
              </a:defRPr>
            </a:lvl9pPr>
          </a:lstStyle>
          <a:p>
            <a:endParaRPr/>
          </a:p>
        </p:txBody>
      </p:sp>
      <p:sp>
        <p:nvSpPr>
          <p:cNvPr id="931" name="Google Shape;931;p79"/>
          <p:cNvSpPr txBox="1">
            <a:spLocks noGrp="1"/>
          </p:cNvSpPr>
          <p:nvPr>
            <p:ph type="subTitle" idx="4"/>
          </p:nvPr>
        </p:nvSpPr>
        <p:spPr>
          <a:xfrm>
            <a:off x="4670700" y="1149725"/>
            <a:ext cx="4016100" cy="450600"/>
          </a:xfrm>
          <a:prstGeom prst="rect">
            <a:avLst/>
          </a:prstGeom>
        </p:spPr>
        <p:txBody>
          <a:bodyPr spcFirstLastPara="1" wrap="square" lIns="0" tIns="0" rIns="0" bIns="0" anchor="t" anchorCtr="0">
            <a:normAutofit/>
          </a:bodyPr>
          <a:lstStyle>
            <a:lvl1pPr lvl="0" rtl="0">
              <a:lnSpc>
                <a:spcPct val="100000"/>
              </a:lnSpc>
              <a:spcBef>
                <a:spcPts val="0"/>
              </a:spcBef>
              <a:spcAft>
                <a:spcPts val="0"/>
              </a:spcAft>
              <a:buClr>
                <a:schemeClr val="accent4"/>
              </a:buClr>
              <a:buSzPts val="2000"/>
              <a:buFont typeface="IBM Plex Sans Medium"/>
              <a:buNone/>
              <a:defRPr sz="2000">
                <a:solidFill>
                  <a:schemeClr val="accent4"/>
                </a:solidFill>
                <a:latin typeface="IBM Plex Sans Medium"/>
                <a:ea typeface="IBM Plex Sans Medium"/>
                <a:cs typeface="IBM Plex Sans Medium"/>
                <a:sym typeface="IBM Plex Sans Medium"/>
              </a:defRPr>
            </a:lvl1pPr>
            <a:lvl2pPr lvl="1" rtl="0">
              <a:lnSpc>
                <a:spcPct val="100000"/>
              </a:lnSpc>
              <a:spcBef>
                <a:spcPts val="0"/>
              </a:spcBef>
              <a:spcAft>
                <a:spcPts val="0"/>
              </a:spcAft>
              <a:buClr>
                <a:schemeClr val="accent4"/>
              </a:buClr>
              <a:buSzPts val="2000"/>
              <a:buFont typeface="IBM Plex Sans Medium"/>
              <a:buNone/>
              <a:defRPr sz="2000">
                <a:solidFill>
                  <a:schemeClr val="accent4"/>
                </a:solidFill>
                <a:latin typeface="IBM Plex Sans Medium"/>
                <a:ea typeface="IBM Plex Sans Medium"/>
                <a:cs typeface="IBM Plex Sans Medium"/>
                <a:sym typeface="IBM Plex Sans Medium"/>
              </a:defRPr>
            </a:lvl2pPr>
            <a:lvl3pPr lvl="2" rtl="0">
              <a:lnSpc>
                <a:spcPct val="100000"/>
              </a:lnSpc>
              <a:spcBef>
                <a:spcPts val="0"/>
              </a:spcBef>
              <a:spcAft>
                <a:spcPts val="0"/>
              </a:spcAft>
              <a:buClr>
                <a:schemeClr val="accent4"/>
              </a:buClr>
              <a:buSzPts val="2000"/>
              <a:buFont typeface="IBM Plex Sans Medium"/>
              <a:buNone/>
              <a:defRPr sz="2000">
                <a:solidFill>
                  <a:schemeClr val="accent4"/>
                </a:solidFill>
                <a:latin typeface="IBM Plex Sans Medium"/>
                <a:ea typeface="IBM Plex Sans Medium"/>
                <a:cs typeface="IBM Plex Sans Medium"/>
                <a:sym typeface="IBM Plex Sans Medium"/>
              </a:defRPr>
            </a:lvl3pPr>
            <a:lvl4pPr lvl="3" rtl="0">
              <a:lnSpc>
                <a:spcPct val="100000"/>
              </a:lnSpc>
              <a:spcBef>
                <a:spcPts val="0"/>
              </a:spcBef>
              <a:spcAft>
                <a:spcPts val="0"/>
              </a:spcAft>
              <a:buClr>
                <a:schemeClr val="accent4"/>
              </a:buClr>
              <a:buSzPts val="2000"/>
              <a:buFont typeface="IBM Plex Sans Medium"/>
              <a:buNone/>
              <a:defRPr sz="2000">
                <a:solidFill>
                  <a:schemeClr val="accent4"/>
                </a:solidFill>
                <a:latin typeface="IBM Plex Sans Medium"/>
                <a:ea typeface="IBM Plex Sans Medium"/>
                <a:cs typeface="IBM Plex Sans Medium"/>
                <a:sym typeface="IBM Plex Sans Medium"/>
              </a:defRPr>
            </a:lvl4pPr>
            <a:lvl5pPr lvl="4" rtl="0">
              <a:lnSpc>
                <a:spcPct val="100000"/>
              </a:lnSpc>
              <a:spcBef>
                <a:spcPts val="0"/>
              </a:spcBef>
              <a:spcAft>
                <a:spcPts val="0"/>
              </a:spcAft>
              <a:buClr>
                <a:schemeClr val="accent4"/>
              </a:buClr>
              <a:buSzPts val="2000"/>
              <a:buFont typeface="IBM Plex Sans Medium"/>
              <a:buNone/>
              <a:defRPr sz="2000">
                <a:solidFill>
                  <a:schemeClr val="accent4"/>
                </a:solidFill>
                <a:latin typeface="IBM Plex Sans Medium"/>
                <a:ea typeface="IBM Plex Sans Medium"/>
                <a:cs typeface="IBM Plex Sans Medium"/>
                <a:sym typeface="IBM Plex Sans Medium"/>
              </a:defRPr>
            </a:lvl5pPr>
            <a:lvl6pPr lvl="5" rtl="0">
              <a:lnSpc>
                <a:spcPct val="100000"/>
              </a:lnSpc>
              <a:spcBef>
                <a:spcPts val="0"/>
              </a:spcBef>
              <a:spcAft>
                <a:spcPts val="0"/>
              </a:spcAft>
              <a:buClr>
                <a:schemeClr val="accent4"/>
              </a:buClr>
              <a:buSzPts val="2000"/>
              <a:buFont typeface="IBM Plex Sans Medium"/>
              <a:buNone/>
              <a:defRPr sz="2000">
                <a:solidFill>
                  <a:schemeClr val="accent4"/>
                </a:solidFill>
                <a:latin typeface="IBM Plex Sans Medium"/>
                <a:ea typeface="IBM Plex Sans Medium"/>
                <a:cs typeface="IBM Plex Sans Medium"/>
                <a:sym typeface="IBM Plex Sans Medium"/>
              </a:defRPr>
            </a:lvl6pPr>
            <a:lvl7pPr lvl="6" rtl="0">
              <a:lnSpc>
                <a:spcPct val="100000"/>
              </a:lnSpc>
              <a:spcBef>
                <a:spcPts val="0"/>
              </a:spcBef>
              <a:spcAft>
                <a:spcPts val="0"/>
              </a:spcAft>
              <a:buClr>
                <a:schemeClr val="accent4"/>
              </a:buClr>
              <a:buSzPts val="2000"/>
              <a:buFont typeface="IBM Plex Sans Medium"/>
              <a:buNone/>
              <a:defRPr sz="2000">
                <a:solidFill>
                  <a:schemeClr val="accent4"/>
                </a:solidFill>
                <a:latin typeface="IBM Plex Sans Medium"/>
                <a:ea typeface="IBM Plex Sans Medium"/>
                <a:cs typeface="IBM Plex Sans Medium"/>
                <a:sym typeface="IBM Plex Sans Medium"/>
              </a:defRPr>
            </a:lvl7pPr>
            <a:lvl8pPr lvl="7" rtl="0">
              <a:lnSpc>
                <a:spcPct val="100000"/>
              </a:lnSpc>
              <a:spcBef>
                <a:spcPts val="0"/>
              </a:spcBef>
              <a:spcAft>
                <a:spcPts val="0"/>
              </a:spcAft>
              <a:buClr>
                <a:schemeClr val="accent4"/>
              </a:buClr>
              <a:buSzPts val="2000"/>
              <a:buFont typeface="IBM Plex Sans Medium"/>
              <a:buNone/>
              <a:defRPr sz="2000">
                <a:solidFill>
                  <a:schemeClr val="accent4"/>
                </a:solidFill>
                <a:latin typeface="IBM Plex Sans Medium"/>
                <a:ea typeface="IBM Plex Sans Medium"/>
                <a:cs typeface="IBM Plex Sans Medium"/>
                <a:sym typeface="IBM Plex Sans Medium"/>
              </a:defRPr>
            </a:lvl8pPr>
            <a:lvl9pPr lvl="8" rtl="0">
              <a:lnSpc>
                <a:spcPct val="100000"/>
              </a:lnSpc>
              <a:spcBef>
                <a:spcPts val="0"/>
              </a:spcBef>
              <a:spcAft>
                <a:spcPts val="0"/>
              </a:spcAft>
              <a:buClr>
                <a:schemeClr val="accent4"/>
              </a:buClr>
              <a:buSzPts val="2000"/>
              <a:buFont typeface="IBM Plex Sans Medium"/>
              <a:buNone/>
              <a:defRPr sz="2000">
                <a:solidFill>
                  <a:schemeClr val="accent4"/>
                </a:solidFill>
                <a:latin typeface="IBM Plex Sans Medium"/>
                <a:ea typeface="IBM Plex Sans Medium"/>
                <a:cs typeface="IBM Plex Sans Medium"/>
                <a:sym typeface="IBM Plex Sans Medium"/>
              </a:defRPr>
            </a:lvl9pPr>
          </a:lstStyle>
          <a:p>
            <a:endParaRPr/>
          </a:p>
        </p:txBody>
      </p:sp>
      <p:pic>
        <p:nvPicPr>
          <p:cNvPr id="932" name="Google Shape;932;p79"/>
          <p:cNvPicPr preferRelativeResize="0"/>
          <p:nvPr/>
        </p:nvPicPr>
        <p:blipFill>
          <a:blip r:embed="rId2">
            <a:alphaModFix/>
          </a:blip>
          <a:stretch>
            <a:fillRect/>
          </a:stretch>
        </p:blipFill>
        <p:spPr>
          <a:xfrm>
            <a:off x="8544852" y="62010"/>
            <a:ext cx="599140" cy="599141"/>
          </a:xfrm>
          <a:prstGeom prst="rect">
            <a:avLst/>
          </a:prstGeom>
          <a:noFill/>
          <a:ln>
            <a:noFill/>
          </a:ln>
        </p:spPr>
      </p:pic>
    </p:spTree>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matchingName="2 column">
  <p:cSld name="TITLE_AND_BODY_1_1_2">
    <p:bg>
      <p:bgPr>
        <a:solidFill>
          <a:schemeClr val="dk1"/>
        </a:solidFill>
        <a:effectLst/>
      </p:bgPr>
    </p:bg>
    <p:spTree>
      <p:nvGrpSpPr>
        <p:cNvPr id="1" name="Shape 933"/>
        <p:cNvGrpSpPr/>
        <p:nvPr/>
      </p:nvGrpSpPr>
      <p:grpSpPr>
        <a:xfrm>
          <a:off x="0" y="0"/>
          <a:ext cx="0" cy="0"/>
          <a:chOff x="0" y="0"/>
          <a:chExt cx="0" cy="0"/>
        </a:xfrm>
      </p:grpSpPr>
      <p:sp>
        <p:nvSpPr>
          <p:cNvPr id="934" name="Google Shape;934;p80"/>
          <p:cNvSpPr/>
          <p:nvPr/>
        </p:nvSpPr>
        <p:spPr>
          <a:xfrm>
            <a:off x="4670400" y="1152475"/>
            <a:ext cx="4016100" cy="3410100"/>
          </a:xfrm>
          <a:prstGeom prst="round2SameRect">
            <a:avLst>
              <a:gd name="adj1" fmla="val 6462"/>
              <a:gd name="adj2" fmla="val 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5" name="Google Shape;935;p80"/>
          <p:cNvSpPr/>
          <p:nvPr/>
        </p:nvSpPr>
        <p:spPr>
          <a:xfrm>
            <a:off x="4670400" y="1733450"/>
            <a:ext cx="4016100" cy="3410100"/>
          </a:xfrm>
          <a:prstGeom prst="round2SameRect">
            <a:avLst>
              <a:gd name="adj1" fmla="val 6462"/>
              <a:gd name="adj2" fmla="val 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6" name="Google Shape;936;p80"/>
          <p:cNvSpPr/>
          <p:nvPr/>
        </p:nvSpPr>
        <p:spPr>
          <a:xfrm>
            <a:off x="457200" y="1152475"/>
            <a:ext cx="4016100" cy="3410100"/>
          </a:xfrm>
          <a:prstGeom prst="round2SameRect">
            <a:avLst>
              <a:gd name="adj1" fmla="val 6462"/>
              <a:gd name="adj2" fmla="val 0"/>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7" name="Google Shape;937;p80"/>
          <p:cNvSpPr/>
          <p:nvPr/>
        </p:nvSpPr>
        <p:spPr>
          <a:xfrm>
            <a:off x="457200" y="1733450"/>
            <a:ext cx="4016100" cy="3410100"/>
          </a:xfrm>
          <a:prstGeom prst="round2SameRect">
            <a:avLst>
              <a:gd name="adj1" fmla="val 6462"/>
              <a:gd name="adj2" fmla="val 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8" name="Google Shape;938;p80"/>
          <p:cNvSpPr txBox="1">
            <a:spLocks noGrp="1"/>
          </p:cNvSpPr>
          <p:nvPr>
            <p:ph type="title"/>
          </p:nvPr>
        </p:nvSpPr>
        <p:spPr>
          <a:xfrm>
            <a:off x="457200" y="114300"/>
            <a:ext cx="8229600" cy="903300"/>
          </a:xfrm>
          <a:prstGeom prst="rect">
            <a:avLst/>
          </a:prstGeom>
        </p:spPr>
        <p:txBody>
          <a:bodyPr spcFirstLastPara="1" wrap="square" lIns="0" tIns="0" rIns="0" bIns="0" anchor="t" anchorCtr="0">
            <a:normAutofit/>
          </a:bodyPr>
          <a:lstStyle>
            <a:lvl1pPr lvl="0" rtl="0">
              <a:spcBef>
                <a:spcPts val="0"/>
              </a:spcBef>
              <a:spcAft>
                <a:spcPts val="0"/>
              </a:spcAft>
              <a:buClr>
                <a:schemeClr val="lt2"/>
              </a:buClr>
              <a:buSzPts val="3400"/>
              <a:buNone/>
              <a:defRPr>
                <a:solidFill>
                  <a:schemeClr val="lt2"/>
                </a:solidFill>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939" name="Google Shape;939;p80"/>
          <p:cNvSpPr txBox="1">
            <a:spLocks noGrp="1"/>
          </p:cNvSpPr>
          <p:nvPr>
            <p:ph type="body" idx="1"/>
          </p:nvPr>
        </p:nvSpPr>
        <p:spPr>
          <a:xfrm>
            <a:off x="691650" y="1939351"/>
            <a:ext cx="3548400" cy="2697600"/>
          </a:xfrm>
          <a:prstGeom prst="rect">
            <a:avLst/>
          </a:prstGeom>
        </p:spPr>
        <p:txBody>
          <a:bodyPr spcFirstLastPara="1" wrap="square" lIns="0" tIns="0" rIns="0" bIns="0" anchor="t" anchorCtr="0">
            <a:normAutofit/>
          </a:bodyPr>
          <a:lstStyle>
            <a:lvl1pPr marL="457200" lvl="0" indent="-330200" rtl="0">
              <a:spcBef>
                <a:spcPts val="0"/>
              </a:spcBef>
              <a:spcAft>
                <a:spcPts val="0"/>
              </a:spcAft>
              <a:buSzPts val="1600"/>
              <a:buChar char="■"/>
              <a:defRPr sz="1600"/>
            </a:lvl1pPr>
            <a:lvl2pPr marL="914400" lvl="1" indent="-317500" rtl="0">
              <a:spcBef>
                <a:spcPts val="0"/>
              </a:spcBef>
              <a:spcAft>
                <a:spcPts val="0"/>
              </a:spcAft>
              <a:buSzPts val="1400"/>
              <a:buChar char="■"/>
              <a:defRPr/>
            </a:lvl2pPr>
            <a:lvl3pPr marL="1371600" lvl="2" indent="-317500" rtl="0">
              <a:spcBef>
                <a:spcPts val="0"/>
              </a:spcBef>
              <a:spcAft>
                <a:spcPts val="0"/>
              </a:spcAft>
              <a:buSzPts val="1400"/>
              <a:buChar char="■"/>
              <a:defRPr/>
            </a:lvl3pPr>
            <a:lvl4pPr marL="1828800" lvl="3" indent="-317500" rtl="0">
              <a:spcBef>
                <a:spcPts val="0"/>
              </a:spcBef>
              <a:spcAft>
                <a:spcPts val="0"/>
              </a:spcAft>
              <a:buSzPts val="1400"/>
              <a:buChar char="●"/>
              <a:defRPr/>
            </a:lvl4pPr>
            <a:lvl5pPr marL="2286000" lvl="4" indent="-317500" rtl="0">
              <a:spcBef>
                <a:spcPts val="0"/>
              </a:spcBef>
              <a:spcAft>
                <a:spcPts val="0"/>
              </a:spcAft>
              <a:buSzPts val="1400"/>
              <a:buChar char="○"/>
              <a:defRPr/>
            </a:lvl5pPr>
            <a:lvl6pPr marL="2743200" lvl="5" indent="-317500" rtl="0">
              <a:spcBef>
                <a:spcPts val="0"/>
              </a:spcBef>
              <a:spcAft>
                <a:spcPts val="0"/>
              </a:spcAft>
              <a:buSzPts val="1400"/>
              <a:buChar char="■"/>
              <a:defRPr/>
            </a:lvl6pPr>
            <a:lvl7pPr marL="3200400" lvl="6" indent="-317500" rtl="0">
              <a:spcBef>
                <a:spcPts val="0"/>
              </a:spcBef>
              <a:spcAft>
                <a:spcPts val="0"/>
              </a:spcAft>
              <a:buSzPts val="1400"/>
              <a:buChar char="●"/>
              <a:defRPr/>
            </a:lvl7pPr>
            <a:lvl8pPr marL="3657600" lvl="7" indent="-317500" rtl="0">
              <a:spcBef>
                <a:spcPts val="0"/>
              </a:spcBef>
              <a:spcAft>
                <a:spcPts val="0"/>
              </a:spcAft>
              <a:buSzPts val="1400"/>
              <a:buChar char="○"/>
              <a:defRPr/>
            </a:lvl8pPr>
            <a:lvl9pPr marL="4114800" lvl="8" indent="-317500" rtl="0">
              <a:spcBef>
                <a:spcPts val="0"/>
              </a:spcBef>
              <a:spcAft>
                <a:spcPts val="0"/>
              </a:spcAft>
              <a:buSzPts val="1400"/>
              <a:buChar char="■"/>
              <a:defRPr/>
            </a:lvl9pPr>
          </a:lstStyle>
          <a:p>
            <a:endParaRPr/>
          </a:p>
        </p:txBody>
      </p:sp>
      <p:sp>
        <p:nvSpPr>
          <p:cNvPr id="940" name="Google Shape;940;p80"/>
          <p:cNvSpPr txBox="1">
            <a:spLocks noGrp="1"/>
          </p:cNvSpPr>
          <p:nvPr>
            <p:ph type="subTitle" idx="2"/>
          </p:nvPr>
        </p:nvSpPr>
        <p:spPr>
          <a:xfrm>
            <a:off x="700375" y="1218001"/>
            <a:ext cx="3548400" cy="450600"/>
          </a:xfrm>
          <a:prstGeom prst="rect">
            <a:avLst/>
          </a:prstGeom>
        </p:spPr>
        <p:txBody>
          <a:bodyPr spcFirstLastPara="1" wrap="square" lIns="0" tIns="0" rIns="0" bIns="0" anchor="ctr" anchorCtr="0">
            <a:normAutofit/>
          </a:bodyPr>
          <a:lstStyle>
            <a:lvl1pPr lvl="0" algn="ctr" rtl="0">
              <a:lnSpc>
                <a:spcPct val="100000"/>
              </a:lnSpc>
              <a:spcBef>
                <a:spcPts val="0"/>
              </a:spcBef>
              <a:spcAft>
                <a:spcPts val="0"/>
              </a:spcAft>
              <a:buClr>
                <a:schemeClr val="lt2"/>
              </a:buClr>
              <a:buSzPts val="2000"/>
              <a:buFont typeface="IBM Plex Sans Medium"/>
              <a:buNone/>
              <a:defRPr sz="2000">
                <a:solidFill>
                  <a:schemeClr val="lt2"/>
                </a:solidFill>
                <a:latin typeface="IBM Plex Sans Medium"/>
                <a:ea typeface="IBM Plex Sans Medium"/>
                <a:cs typeface="IBM Plex Sans Medium"/>
                <a:sym typeface="IBM Plex Sans Medium"/>
              </a:defRPr>
            </a:lvl1pPr>
            <a:lvl2pPr lvl="1" algn="ctr" rtl="0">
              <a:lnSpc>
                <a:spcPct val="100000"/>
              </a:lnSpc>
              <a:spcBef>
                <a:spcPts val="0"/>
              </a:spcBef>
              <a:spcAft>
                <a:spcPts val="0"/>
              </a:spcAft>
              <a:buSzPts val="2000"/>
              <a:buFont typeface="IBM Plex Sans Medium"/>
              <a:buNone/>
              <a:defRPr sz="2000">
                <a:latin typeface="IBM Plex Sans Medium"/>
                <a:ea typeface="IBM Plex Sans Medium"/>
                <a:cs typeface="IBM Plex Sans Medium"/>
                <a:sym typeface="IBM Plex Sans Medium"/>
              </a:defRPr>
            </a:lvl2pPr>
            <a:lvl3pPr lvl="2" algn="ctr" rtl="0">
              <a:lnSpc>
                <a:spcPct val="100000"/>
              </a:lnSpc>
              <a:spcBef>
                <a:spcPts val="0"/>
              </a:spcBef>
              <a:spcAft>
                <a:spcPts val="0"/>
              </a:spcAft>
              <a:buSzPts val="2000"/>
              <a:buFont typeface="IBM Plex Sans Medium"/>
              <a:buNone/>
              <a:defRPr sz="2000">
                <a:latin typeface="IBM Plex Sans Medium"/>
                <a:ea typeface="IBM Plex Sans Medium"/>
                <a:cs typeface="IBM Plex Sans Medium"/>
                <a:sym typeface="IBM Plex Sans Medium"/>
              </a:defRPr>
            </a:lvl3pPr>
            <a:lvl4pPr lvl="3" algn="ctr" rtl="0">
              <a:lnSpc>
                <a:spcPct val="100000"/>
              </a:lnSpc>
              <a:spcBef>
                <a:spcPts val="0"/>
              </a:spcBef>
              <a:spcAft>
                <a:spcPts val="0"/>
              </a:spcAft>
              <a:buSzPts val="2000"/>
              <a:buFont typeface="IBM Plex Sans Medium"/>
              <a:buNone/>
              <a:defRPr sz="2000">
                <a:latin typeface="IBM Plex Sans Medium"/>
                <a:ea typeface="IBM Plex Sans Medium"/>
                <a:cs typeface="IBM Plex Sans Medium"/>
                <a:sym typeface="IBM Plex Sans Medium"/>
              </a:defRPr>
            </a:lvl4pPr>
            <a:lvl5pPr lvl="4" algn="ctr" rtl="0">
              <a:lnSpc>
                <a:spcPct val="100000"/>
              </a:lnSpc>
              <a:spcBef>
                <a:spcPts val="0"/>
              </a:spcBef>
              <a:spcAft>
                <a:spcPts val="0"/>
              </a:spcAft>
              <a:buSzPts val="2000"/>
              <a:buFont typeface="IBM Plex Sans Medium"/>
              <a:buNone/>
              <a:defRPr sz="2000">
                <a:latin typeface="IBM Plex Sans Medium"/>
                <a:ea typeface="IBM Plex Sans Medium"/>
                <a:cs typeface="IBM Plex Sans Medium"/>
                <a:sym typeface="IBM Plex Sans Medium"/>
              </a:defRPr>
            </a:lvl5pPr>
            <a:lvl6pPr lvl="5" algn="ctr" rtl="0">
              <a:lnSpc>
                <a:spcPct val="100000"/>
              </a:lnSpc>
              <a:spcBef>
                <a:spcPts val="0"/>
              </a:spcBef>
              <a:spcAft>
                <a:spcPts val="0"/>
              </a:spcAft>
              <a:buSzPts val="2000"/>
              <a:buFont typeface="IBM Plex Sans Medium"/>
              <a:buNone/>
              <a:defRPr sz="2000">
                <a:latin typeface="IBM Plex Sans Medium"/>
                <a:ea typeface="IBM Plex Sans Medium"/>
                <a:cs typeface="IBM Plex Sans Medium"/>
                <a:sym typeface="IBM Plex Sans Medium"/>
              </a:defRPr>
            </a:lvl6pPr>
            <a:lvl7pPr lvl="6" algn="ctr" rtl="0">
              <a:lnSpc>
                <a:spcPct val="100000"/>
              </a:lnSpc>
              <a:spcBef>
                <a:spcPts val="0"/>
              </a:spcBef>
              <a:spcAft>
                <a:spcPts val="0"/>
              </a:spcAft>
              <a:buSzPts val="2000"/>
              <a:buFont typeface="IBM Plex Sans Medium"/>
              <a:buNone/>
              <a:defRPr sz="2000">
                <a:latin typeface="IBM Plex Sans Medium"/>
                <a:ea typeface="IBM Plex Sans Medium"/>
                <a:cs typeface="IBM Plex Sans Medium"/>
                <a:sym typeface="IBM Plex Sans Medium"/>
              </a:defRPr>
            </a:lvl7pPr>
            <a:lvl8pPr lvl="7" algn="ctr" rtl="0">
              <a:lnSpc>
                <a:spcPct val="100000"/>
              </a:lnSpc>
              <a:spcBef>
                <a:spcPts val="0"/>
              </a:spcBef>
              <a:spcAft>
                <a:spcPts val="0"/>
              </a:spcAft>
              <a:buSzPts val="2000"/>
              <a:buFont typeface="IBM Plex Sans Medium"/>
              <a:buNone/>
              <a:defRPr sz="2000">
                <a:latin typeface="IBM Plex Sans Medium"/>
                <a:ea typeface="IBM Plex Sans Medium"/>
                <a:cs typeface="IBM Plex Sans Medium"/>
                <a:sym typeface="IBM Plex Sans Medium"/>
              </a:defRPr>
            </a:lvl8pPr>
            <a:lvl9pPr lvl="8" algn="ctr" rtl="0">
              <a:lnSpc>
                <a:spcPct val="100000"/>
              </a:lnSpc>
              <a:spcBef>
                <a:spcPts val="0"/>
              </a:spcBef>
              <a:spcAft>
                <a:spcPts val="0"/>
              </a:spcAft>
              <a:buSzPts val="2000"/>
              <a:buFont typeface="IBM Plex Sans Medium"/>
              <a:buNone/>
              <a:defRPr sz="2000">
                <a:latin typeface="IBM Plex Sans Medium"/>
                <a:ea typeface="IBM Plex Sans Medium"/>
                <a:cs typeface="IBM Plex Sans Medium"/>
                <a:sym typeface="IBM Plex Sans Medium"/>
              </a:defRPr>
            </a:lvl9pPr>
          </a:lstStyle>
          <a:p>
            <a:endParaRPr/>
          </a:p>
        </p:txBody>
      </p:sp>
      <p:sp>
        <p:nvSpPr>
          <p:cNvPr id="941" name="Google Shape;941;p80"/>
          <p:cNvSpPr txBox="1">
            <a:spLocks noGrp="1"/>
          </p:cNvSpPr>
          <p:nvPr>
            <p:ph type="body" idx="3"/>
          </p:nvPr>
        </p:nvSpPr>
        <p:spPr>
          <a:xfrm>
            <a:off x="4904250" y="1939351"/>
            <a:ext cx="3548400" cy="2697600"/>
          </a:xfrm>
          <a:prstGeom prst="rect">
            <a:avLst/>
          </a:prstGeom>
        </p:spPr>
        <p:txBody>
          <a:bodyPr spcFirstLastPara="1" wrap="square" lIns="0" tIns="0" rIns="0" bIns="0" anchor="t" anchorCtr="0">
            <a:normAutofit/>
          </a:bodyPr>
          <a:lstStyle>
            <a:lvl1pPr marL="457200" lvl="0" indent="-330200" rtl="0">
              <a:spcBef>
                <a:spcPts val="0"/>
              </a:spcBef>
              <a:spcAft>
                <a:spcPts val="0"/>
              </a:spcAft>
              <a:buSzPts val="1600"/>
              <a:buChar char="■"/>
              <a:defRPr sz="1600"/>
            </a:lvl1pPr>
            <a:lvl2pPr marL="914400" lvl="1" indent="-317500" rtl="0">
              <a:spcBef>
                <a:spcPts val="0"/>
              </a:spcBef>
              <a:spcAft>
                <a:spcPts val="0"/>
              </a:spcAft>
              <a:buSzPts val="1400"/>
              <a:buChar char="■"/>
              <a:defRPr/>
            </a:lvl2pPr>
            <a:lvl3pPr marL="1371600" lvl="2" indent="-317500" rtl="0">
              <a:spcBef>
                <a:spcPts val="0"/>
              </a:spcBef>
              <a:spcAft>
                <a:spcPts val="0"/>
              </a:spcAft>
              <a:buSzPts val="1400"/>
              <a:buChar char="■"/>
              <a:defRPr/>
            </a:lvl3pPr>
            <a:lvl4pPr marL="1828800" lvl="3" indent="-317500" rtl="0">
              <a:spcBef>
                <a:spcPts val="0"/>
              </a:spcBef>
              <a:spcAft>
                <a:spcPts val="0"/>
              </a:spcAft>
              <a:buSzPts val="1400"/>
              <a:buChar char="●"/>
              <a:defRPr/>
            </a:lvl4pPr>
            <a:lvl5pPr marL="2286000" lvl="4" indent="-317500" rtl="0">
              <a:spcBef>
                <a:spcPts val="0"/>
              </a:spcBef>
              <a:spcAft>
                <a:spcPts val="0"/>
              </a:spcAft>
              <a:buSzPts val="1400"/>
              <a:buChar char="○"/>
              <a:defRPr/>
            </a:lvl5pPr>
            <a:lvl6pPr marL="2743200" lvl="5" indent="-317500" rtl="0">
              <a:spcBef>
                <a:spcPts val="0"/>
              </a:spcBef>
              <a:spcAft>
                <a:spcPts val="0"/>
              </a:spcAft>
              <a:buSzPts val="1400"/>
              <a:buChar char="■"/>
              <a:defRPr/>
            </a:lvl6pPr>
            <a:lvl7pPr marL="3200400" lvl="6" indent="-317500" rtl="0">
              <a:spcBef>
                <a:spcPts val="0"/>
              </a:spcBef>
              <a:spcAft>
                <a:spcPts val="0"/>
              </a:spcAft>
              <a:buSzPts val="1400"/>
              <a:buChar char="●"/>
              <a:defRPr/>
            </a:lvl7pPr>
            <a:lvl8pPr marL="3657600" lvl="7" indent="-317500" rtl="0">
              <a:spcBef>
                <a:spcPts val="0"/>
              </a:spcBef>
              <a:spcAft>
                <a:spcPts val="0"/>
              </a:spcAft>
              <a:buSzPts val="1400"/>
              <a:buChar char="○"/>
              <a:defRPr/>
            </a:lvl8pPr>
            <a:lvl9pPr marL="4114800" lvl="8" indent="-317500" rtl="0">
              <a:spcBef>
                <a:spcPts val="0"/>
              </a:spcBef>
              <a:spcAft>
                <a:spcPts val="0"/>
              </a:spcAft>
              <a:buSzPts val="1400"/>
              <a:buChar char="■"/>
              <a:defRPr/>
            </a:lvl9pPr>
          </a:lstStyle>
          <a:p>
            <a:endParaRPr/>
          </a:p>
        </p:txBody>
      </p:sp>
      <p:sp>
        <p:nvSpPr>
          <p:cNvPr id="942" name="Google Shape;942;p80"/>
          <p:cNvSpPr txBox="1">
            <a:spLocks noGrp="1"/>
          </p:cNvSpPr>
          <p:nvPr>
            <p:ph type="subTitle" idx="4"/>
          </p:nvPr>
        </p:nvSpPr>
        <p:spPr>
          <a:xfrm>
            <a:off x="4912975" y="1218001"/>
            <a:ext cx="3548400" cy="450600"/>
          </a:xfrm>
          <a:prstGeom prst="rect">
            <a:avLst/>
          </a:prstGeom>
        </p:spPr>
        <p:txBody>
          <a:bodyPr spcFirstLastPara="1" wrap="square" lIns="0" tIns="0" rIns="0" bIns="0" anchor="ctr" anchorCtr="0">
            <a:normAutofit/>
          </a:bodyPr>
          <a:lstStyle>
            <a:lvl1pPr lvl="0" algn="ctr" rtl="0">
              <a:lnSpc>
                <a:spcPct val="100000"/>
              </a:lnSpc>
              <a:spcBef>
                <a:spcPts val="0"/>
              </a:spcBef>
              <a:spcAft>
                <a:spcPts val="0"/>
              </a:spcAft>
              <a:buClr>
                <a:schemeClr val="lt2"/>
              </a:buClr>
              <a:buSzPts val="2000"/>
              <a:buFont typeface="IBM Plex Sans Medium"/>
              <a:buNone/>
              <a:defRPr sz="2000">
                <a:solidFill>
                  <a:schemeClr val="lt2"/>
                </a:solidFill>
                <a:latin typeface="IBM Plex Sans Medium"/>
                <a:ea typeface="IBM Plex Sans Medium"/>
                <a:cs typeface="IBM Plex Sans Medium"/>
                <a:sym typeface="IBM Plex Sans Medium"/>
              </a:defRPr>
            </a:lvl1pPr>
            <a:lvl2pPr lvl="1" algn="ctr" rtl="0">
              <a:lnSpc>
                <a:spcPct val="100000"/>
              </a:lnSpc>
              <a:spcBef>
                <a:spcPts val="0"/>
              </a:spcBef>
              <a:spcAft>
                <a:spcPts val="0"/>
              </a:spcAft>
              <a:buSzPts val="2000"/>
              <a:buFont typeface="IBM Plex Sans Medium"/>
              <a:buNone/>
              <a:defRPr sz="2000">
                <a:latin typeface="IBM Plex Sans Medium"/>
                <a:ea typeface="IBM Plex Sans Medium"/>
                <a:cs typeface="IBM Plex Sans Medium"/>
                <a:sym typeface="IBM Plex Sans Medium"/>
              </a:defRPr>
            </a:lvl2pPr>
            <a:lvl3pPr lvl="2" algn="ctr" rtl="0">
              <a:lnSpc>
                <a:spcPct val="100000"/>
              </a:lnSpc>
              <a:spcBef>
                <a:spcPts val="0"/>
              </a:spcBef>
              <a:spcAft>
                <a:spcPts val="0"/>
              </a:spcAft>
              <a:buSzPts val="2000"/>
              <a:buFont typeface="IBM Plex Sans Medium"/>
              <a:buNone/>
              <a:defRPr sz="2000">
                <a:latin typeface="IBM Plex Sans Medium"/>
                <a:ea typeface="IBM Plex Sans Medium"/>
                <a:cs typeface="IBM Plex Sans Medium"/>
                <a:sym typeface="IBM Plex Sans Medium"/>
              </a:defRPr>
            </a:lvl3pPr>
            <a:lvl4pPr lvl="3" algn="ctr" rtl="0">
              <a:lnSpc>
                <a:spcPct val="100000"/>
              </a:lnSpc>
              <a:spcBef>
                <a:spcPts val="0"/>
              </a:spcBef>
              <a:spcAft>
                <a:spcPts val="0"/>
              </a:spcAft>
              <a:buSzPts val="2000"/>
              <a:buFont typeface="IBM Plex Sans Medium"/>
              <a:buNone/>
              <a:defRPr sz="2000">
                <a:latin typeface="IBM Plex Sans Medium"/>
                <a:ea typeface="IBM Plex Sans Medium"/>
                <a:cs typeface="IBM Plex Sans Medium"/>
                <a:sym typeface="IBM Plex Sans Medium"/>
              </a:defRPr>
            </a:lvl4pPr>
            <a:lvl5pPr lvl="4" algn="ctr" rtl="0">
              <a:lnSpc>
                <a:spcPct val="100000"/>
              </a:lnSpc>
              <a:spcBef>
                <a:spcPts val="0"/>
              </a:spcBef>
              <a:spcAft>
                <a:spcPts val="0"/>
              </a:spcAft>
              <a:buSzPts val="2000"/>
              <a:buFont typeface="IBM Plex Sans Medium"/>
              <a:buNone/>
              <a:defRPr sz="2000">
                <a:latin typeface="IBM Plex Sans Medium"/>
                <a:ea typeface="IBM Plex Sans Medium"/>
                <a:cs typeface="IBM Plex Sans Medium"/>
                <a:sym typeface="IBM Plex Sans Medium"/>
              </a:defRPr>
            </a:lvl5pPr>
            <a:lvl6pPr lvl="5" algn="ctr" rtl="0">
              <a:lnSpc>
                <a:spcPct val="100000"/>
              </a:lnSpc>
              <a:spcBef>
                <a:spcPts val="0"/>
              </a:spcBef>
              <a:spcAft>
                <a:spcPts val="0"/>
              </a:spcAft>
              <a:buSzPts val="2000"/>
              <a:buFont typeface="IBM Plex Sans Medium"/>
              <a:buNone/>
              <a:defRPr sz="2000">
                <a:latin typeface="IBM Plex Sans Medium"/>
                <a:ea typeface="IBM Plex Sans Medium"/>
                <a:cs typeface="IBM Plex Sans Medium"/>
                <a:sym typeface="IBM Plex Sans Medium"/>
              </a:defRPr>
            </a:lvl6pPr>
            <a:lvl7pPr lvl="6" algn="ctr" rtl="0">
              <a:lnSpc>
                <a:spcPct val="100000"/>
              </a:lnSpc>
              <a:spcBef>
                <a:spcPts val="0"/>
              </a:spcBef>
              <a:spcAft>
                <a:spcPts val="0"/>
              </a:spcAft>
              <a:buSzPts val="2000"/>
              <a:buFont typeface="IBM Plex Sans Medium"/>
              <a:buNone/>
              <a:defRPr sz="2000">
                <a:latin typeface="IBM Plex Sans Medium"/>
                <a:ea typeface="IBM Plex Sans Medium"/>
                <a:cs typeface="IBM Plex Sans Medium"/>
                <a:sym typeface="IBM Plex Sans Medium"/>
              </a:defRPr>
            </a:lvl7pPr>
            <a:lvl8pPr lvl="7" algn="ctr" rtl="0">
              <a:lnSpc>
                <a:spcPct val="100000"/>
              </a:lnSpc>
              <a:spcBef>
                <a:spcPts val="0"/>
              </a:spcBef>
              <a:spcAft>
                <a:spcPts val="0"/>
              </a:spcAft>
              <a:buSzPts val="2000"/>
              <a:buFont typeface="IBM Plex Sans Medium"/>
              <a:buNone/>
              <a:defRPr sz="2000">
                <a:latin typeface="IBM Plex Sans Medium"/>
                <a:ea typeface="IBM Plex Sans Medium"/>
                <a:cs typeface="IBM Plex Sans Medium"/>
                <a:sym typeface="IBM Plex Sans Medium"/>
              </a:defRPr>
            </a:lvl8pPr>
            <a:lvl9pPr lvl="8" algn="ctr" rtl="0">
              <a:lnSpc>
                <a:spcPct val="100000"/>
              </a:lnSpc>
              <a:spcBef>
                <a:spcPts val="0"/>
              </a:spcBef>
              <a:spcAft>
                <a:spcPts val="0"/>
              </a:spcAft>
              <a:buSzPts val="2000"/>
              <a:buFont typeface="IBM Plex Sans Medium"/>
              <a:buNone/>
              <a:defRPr sz="2000">
                <a:latin typeface="IBM Plex Sans Medium"/>
                <a:ea typeface="IBM Plex Sans Medium"/>
                <a:cs typeface="IBM Plex Sans Medium"/>
                <a:sym typeface="IBM Plex Sans Medium"/>
              </a:defRPr>
            </a:lvl9pPr>
          </a:lstStyle>
          <a:p>
            <a:endParaRPr/>
          </a:p>
        </p:txBody>
      </p:sp>
      <p:pic>
        <p:nvPicPr>
          <p:cNvPr id="943" name="Google Shape;943;p80"/>
          <p:cNvPicPr preferRelativeResize="0"/>
          <p:nvPr/>
        </p:nvPicPr>
        <p:blipFill>
          <a:blip r:embed="rId2">
            <a:alphaModFix/>
          </a:blip>
          <a:stretch>
            <a:fillRect/>
          </a:stretch>
        </p:blipFill>
        <p:spPr>
          <a:xfrm>
            <a:off x="8544859" y="62003"/>
            <a:ext cx="599140" cy="599141"/>
          </a:xfrm>
          <a:prstGeom prst="rect">
            <a:avLst/>
          </a:prstGeom>
          <a:noFill/>
          <a:ln>
            <a:noFill/>
          </a:ln>
        </p:spPr>
      </p:pic>
    </p:spTree>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matchingName="Title &amp; body - 2 Topic Grey">
  <p:cSld name="TITLE_AND_BODY_1_1_1">
    <p:bg>
      <p:bgPr>
        <a:solidFill>
          <a:schemeClr val="dk2"/>
        </a:solidFill>
        <a:effectLst/>
      </p:bgPr>
    </p:bg>
    <p:spTree>
      <p:nvGrpSpPr>
        <p:cNvPr id="1" name="Shape 944"/>
        <p:cNvGrpSpPr/>
        <p:nvPr/>
      </p:nvGrpSpPr>
      <p:grpSpPr>
        <a:xfrm>
          <a:off x="0" y="0"/>
          <a:ext cx="0" cy="0"/>
          <a:chOff x="0" y="0"/>
          <a:chExt cx="0" cy="0"/>
        </a:xfrm>
      </p:grpSpPr>
      <p:sp>
        <p:nvSpPr>
          <p:cNvPr id="945" name="Google Shape;945;p81"/>
          <p:cNvSpPr/>
          <p:nvPr/>
        </p:nvSpPr>
        <p:spPr>
          <a:xfrm>
            <a:off x="4905795" y="1304875"/>
            <a:ext cx="3669300" cy="3653100"/>
          </a:xfrm>
          <a:prstGeom prst="roundRect">
            <a:avLst>
              <a:gd name="adj" fmla="val 7490"/>
            </a:avLst>
          </a:prstGeom>
          <a:noFill/>
          <a:ln w="19050" cap="flat" cmpd="sng">
            <a:solidFill>
              <a:schemeClr val="dk1"/>
            </a:solidFill>
            <a:prstDash val="dash"/>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6" name="Google Shape;946;p81"/>
          <p:cNvSpPr/>
          <p:nvPr/>
        </p:nvSpPr>
        <p:spPr>
          <a:xfrm>
            <a:off x="731618" y="1304875"/>
            <a:ext cx="3669300" cy="3653100"/>
          </a:xfrm>
          <a:prstGeom prst="roundRect">
            <a:avLst>
              <a:gd name="adj" fmla="val 7554"/>
            </a:avLst>
          </a:prstGeom>
          <a:noFill/>
          <a:ln w="19050" cap="flat" cmpd="sng">
            <a:solidFill>
              <a:schemeClr val="dk1"/>
            </a:solidFill>
            <a:prstDash val="dash"/>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7" name="Google Shape;947;p81"/>
          <p:cNvSpPr/>
          <p:nvPr/>
        </p:nvSpPr>
        <p:spPr>
          <a:xfrm>
            <a:off x="568900" y="1152475"/>
            <a:ext cx="3669300" cy="3653100"/>
          </a:xfrm>
          <a:prstGeom prst="roundRect">
            <a:avLst>
              <a:gd name="adj" fmla="val 7545"/>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8" name="Google Shape;948;p81"/>
          <p:cNvSpPr txBox="1">
            <a:spLocks noGrp="1"/>
          </p:cNvSpPr>
          <p:nvPr>
            <p:ph type="title"/>
          </p:nvPr>
        </p:nvSpPr>
        <p:spPr>
          <a:xfrm>
            <a:off x="457200" y="114300"/>
            <a:ext cx="8229600" cy="903300"/>
          </a:xfrm>
          <a:prstGeom prst="rect">
            <a:avLst/>
          </a:prstGeom>
        </p:spPr>
        <p:txBody>
          <a:bodyPr spcFirstLastPara="1" wrap="square" lIns="0" tIns="0" rIns="0" bIns="0" anchor="t" anchorCtr="0">
            <a:normAutofit/>
          </a:bodyPr>
          <a:lstStyle>
            <a:lvl1pPr lvl="0" rtl="0">
              <a:spcBef>
                <a:spcPts val="0"/>
              </a:spcBef>
              <a:spcAft>
                <a:spcPts val="0"/>
              </a:spcAft>
              <a:buClr>
                <a:schemeClr val="lt2"/>
              </a:buClr>
              <a:buSzPts val="3400"/>
              <a:buNone/>
              <a:defRPr>
                <a:solidFill>
                  <a:schemeClr val="lt2"/>
                </a:solidFill>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949" name="Google Shape;949;p81"/>
          <p:cNvSpPr txBox="1">
            <a:spLocks noGrp="1"/>
          </p:cNvSpPr>
          <p:nvPr>
            <p:ph type="body" idx="1"/>
          </p:nvPr>
        </p:nvSpPr>
        <p:spPr>
          <a:xfrm>
            <a:off x="844314" y="2521650"/>
            <a:ext cx="3118200" cy="2141400"/>
          </a:xfrm>
          <a:prstGeom prst="rect">
            <a:avLst/>
          </a:prstGeom>
        </p:spPr>
        <p:txBody>
          <a:bodyPr spcFirstLastPara="1" wrap="square" lIns="91425" tIns="91425" rIns="0" bIns="0" anchor="t" anchorCtr="0">
            <a:normAutofit/>
          </a:bodyPr>
          <a:lstStyle>
            <a:lvl1pPr marL="457200" lvl="0" indent="-317500" rtl="0">
              <a:spcBef>
                <a:spcPts val="0"/>
              </a:spcBef>
              <a:spcAft>
                <a:spcPts val="0"/>
              </a:spcAft>
              <a:buSzPts val="1400"/>
              <a:buChar char="■"/>
              <a:defRPr sz="1400"/>
            </a:lvl1pPr>
            <a:lvl2pPr marL="914400" lvl="1" indent="-304800" rtl="0">
              <a:spcBef>
                <a:spcPts val="0"/>
              </a:spcBef>
              <a:spcAft>
                <a:spcPts val="0"/>
              </a:spcAft>
              <a:buSzPts val="1200"/>
              <a:buChar char="■"/>
              <a:defRPr sz="1200"/>
            </a:lvl2pPr>
            <a:lvl3pPr marL="1371600" lvl="2" indent="-304800" rtl="0">
              <a:spcBef>
                <a:spcPts val="0"/>
              </a:spcBef>
              <a:spcAft>
                <a:spcPts val="0"/>
              </a:spcAft>
              <a:buSzPts val="1200"/>
              <a:buChar char="■"/>
              <a:defRPr sz="1200"/>
            </a:lvl3pPr>
            <a:lvl4pPr marL="1828800" lvl="3" indent="-304800" rtl="0">
              <a:spcBef>
                <a:spcPts val="0"/>
              </a:spcBef>
              <a:spcAft>
                <a:spcPts val="0"/>
              </a:spcAft>
              <a:buSzPts val="1200"/>
              <a:buChar char="●"/>
              <a:defRPr sz="1200"/>
            </a:lvl4pPr>
            <a:lvl5pPr marL="2286000" lvl="4" indent="-304800" rtl="0">
              <a:spcBef>
                <a:spcPts val="0"/>
              </a:spcBef>
              <a:spcAft>
                <a:spcPts val="0"/>
              </a:spcAft>
              <a:buSzPts val="1200"/>
              <a:buChar char="○"/>
              <a:defRPr sz="1200"/>
            </a:lvl5pPr>
            <a:lvl6pPr marL="2743200" lvl="5" indent="-304800" rtl="0">
              <a:spcBef>
                <a:spcPts val="0"/>
              </a:spcBef>
              <a:spcAft>
                <a:spcPts val="0"/>
              </a:spcAft>
              <a:buSzPts val="1200"/>
              <a:buChar char="■"/>
              <a:defRPr sz="1200"/>
            </a:lvl6pPr>
            <a:lvl7pPr marL="3200400" lvl="6" indent="-304800" rtl="0">
              <a:spcBef>
                <a:spcPts val="0"/>
              </a:spcBef>
              <a:spcAft>
                <a:spcPts val="0"/>
              </a:spcAft>
              <a:buSzPts val="1200"/>
              <a:buChar char="●"/>
              <a:defRPr sz="1200"/>
            </a:lvl7pPr>
            <a:lvl8pPr marL="3657600" lvl="7" indent="-304800" rtl="0">
              <a:spcBef>
                <a:spcPts val="0"/>
              </a:spcBef>
              <a:spcAft>
                <a:spcPts val="0"/>
              </a:spcAft>
              <a:buSzPts val="1200"/>
              <a:buChar char="○"/>
              <a:defRPr sz="1200"/>
            </a:lvl8pPr>
            <a:lvl9pPr marL="4114800" lvl="8" indent="-304800" rtl="0">
              <a:spcBef>
                <a:spcPts val="0"/>
              </a:spcBef>
              <a:spcAft>
                <a:spcPts val="0"/>
              </a:spcAft>
              <a:buSzPts val="1200"/>
              <a:buChar char="■"/>
              <a:defRPr sz="1200"/>
            </a:lvl9pPr>
          </a:lstStyle>
          <a:p>
            <a:endParaRPr/>
          </a:p>
        </p:txBody>
      </p:sp>
      <p:pic>
        <p:nvPicPr>
          <p:cNvPr id="950" name="Google Shape;950;p81"/>
          <p:cNvPicPr preferRelativeResize="0"/>
          <p:nvPr/>
        </p:nvPicPr>
        <p:blipFill>
          <a:blip r:embed="rId2">
            <a:alphaModFix/>
          </a:blip>
          <a:stretch>
            <a:fillRect/>
          </a:stretch>
        </p:blipFill>
        <p:spPr>
          <a:xfrm>
            <a:off x="8549318" y="62670"/>
            <a:ext cx="599140" cy="600052"/>
          </a:xfrm>
          <a:prstGeom prst="rect">
            <a:avLst/>
          </a:prstGeom>
          <a:noFill/>
          <a:ln>
            <a:noFill/>
          </a:ln>
        </p:spPr>
      </p:pic>
      <p:sp>
        <p:nvSpPr>
          <p:cNvPr id="951" name="Google Shape;951;p81"/>
          <p:cNvSpPr/>
          <p:nvPr/>
        </p:nvSpPr>
        <p:spPr>
          <a:xfrm>
            <a:off x="4743074" y="1152475"/>
            <a:ext cx="3669300" cy="3653100"/>
          </a:xfrm>
          <a:prstGeom prst="roundRect">
            <a:avLst>
              <a:gd name="adj" fmla="val 7482"/>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2" name="Google Shape;952;p81"/>
          <p:cNvSpPr txBox="1">
            <a:spLocks noGrp="1"/>
          </p:cNvSpPr>
          <p:nvPr>
            <p:ph type="body" idx="2"/>
          </p:nvPr>
        </p:nvSpPr>
        <p:spPr>
          <a:xfrm>
            <a:off x="4969644" y="2521650"/>
            <a:ext cx="3216000" cy="2141400"/>
          </a:xfrm>
          <a:prstGeom prst="rect">
            <a:avLst/>
          </a:prstGeom>
        </p:spPr>
        <p:txBody>
          <a:bodyPr spcFirstLastPara="1" wrap="square" lIns="91425" tIns="91425" rIns="0" bIns="0" anchor="t" anchorCtr="0">
            <a:normAutofit/>
          </a:bodyPr>
          <a:lstStyle>
            <a:lvl1pPr marL="457200" lvl="0" indent="-317500" rtl="0">
              <a:spcBef>
                <a:spcPts val="0"/>
              </a:spcBef>
              <a:spcAft>
                <a:spcPts val="0"/>
              </a:spcAft>
              <a:buSzPts val="1400"/>
              <a:buChar char="■"/>
              <a:defRPr sz="1400"/>
            </a:lvl1pPr>
            <a:lvl2pPr marL="914400" lvl="1" indent="-304800" rtl="0">
              <a:spcBef>
                <a:spcPts val="0"/>
              </a:spcBef>
              <a:spcAft>
                <a:spcPts val="0"/>
              </a:spcAft>
              <a:buSzPts val="1200"/>
              <a:buChar char="■"/>
              <a:defRPr sz="1200"/>
            </a:lvl2pPr>
            <a:lvl3pPr marL="1371600" lvl="2" indent="-304800" rtl="0">
              <a:spcBef>
                <a:spcPts val="0"/>
              </a:spcBef>
              <a:spcAft>
                <a:spcPts val="0"/>
              </a:spcAft>
              <a:buSzPts val="1200"/>
              <a:buChar char="■"/>
              <a:defRPr sz="1200"/>
            </a:lvl3pPr>
            <a:lvl4pPr marL="1828800" lvl="3" indent="-304800" rtl="0">
              <a:spcBef>
                <a:spcPts val="0"/>
              </a:spcBef>
              <a:spcAft>
                <a:spcPts val="0"/>
              </a:spcAft>
              <a:buSzPts val="1200"/>
              <a:buChar char="●"/>
              <a:defRPr sz="1200"/>
            </a:lvl4pPr>
            <a:lvl5pPr marL="2286000" lvl="4" indent="-304800" rtl="0">
              <a:spcBef>
                <a:spcPts val="0"/>
              </a:spcBef>
              <a:spcAft>
                <a:spcPts val="0"/>
              </a:spcAft>
              <a:buSzPts val="1200"/>
              <a:buChar char="○"/>
              <a:defRPr sz="1200"/>
            </a:lvl5pPr>
            <a:lvl6pPr marL="2743200" lvl="5" indent="-304800" rtl="0">
              <a:spcBef>
                <a:spcPts val="0"/>
              </a:spcBef>
              <a:spcAft>
                <a:spcPts val="0"/>
              </a:spcAft>
              <a:buSzPts val="1200"/>
              <a:buChar char="■"/>
              <a:defRPr sz="1200"/>
            </a:lvl6pPr>
            <a:lvl7pPr marL="3200400" lvl="6" indent="-304800" rtl="0">
              <a:spcBef>
                <a:spcPts val="0"/>
              </a:spcBef>
              <a:spcAft>
                <a:spcPts val="0"/>
              </a:spcAft>
              <a:buSzPts val="1200"/>
              <a:buChar char="●"/>
              <a:defRPr sz="1200"/>
            </a:lvl7pPr>
            <a:lvl8pPr marL="3657600" lvl="7" indent="-304800" rtl="0">
              <a:spcBef>
                <a:spcPts val="0"/>
              </a:spcBef>
              <a:spcAft>
                <a:spcPts val="0"/>
              </a:spcAft>
              <a:buSzPts val="1200"/>
              <a:buChar char="○"/>
              <a:defRPr sz="1200"/>
            </a:lvl8pPr>
            <a:lvl9pPr marL="4114800" lvl="8" indent="-304800" rtl="0">
              <a:spcBef>
                <a:spcPts val="0"/>
              </a:spcBef>
              <a:spcAft>
                <a:spcPts val="0"/>
              </a:spcAft>
              <a:buSzPts val="1200"/>
              <a:buChar char="■"/>
              <a:defRPr sz="1200"/>
            </a:lvl9pPr>
          </a:lstStyle>
          <a:p>
            <a:endParaRPr/>
          </a:p>
        </p:txBody>
      </p:sp>
      <p:sp>
        <p:nvSpPr>
          <p:cNvPr id="953" name="Google Shape;953;p81"/>
          <p:cNvSpPr txBox="1">
            <a:spLocks noGrp="1"/>
          </p:cNvSpPr>
          <p:nvPr>
            <p:ph type="subTitle" idx="3"/>
          </p:nvPr>
        </p:nvSpPr>
        <p:spPr>
          <a:xfrm>
            <a:off x="844314" y="2134050"/>
            <a:ext cx="3118200" cy="311400"/>
          </a:xfrm>
          <a:prstGeom prst="rect">
            <a:avLst/>
          </a:prstGeom>
        </p:spPr>
        <p:txBody>
          <a:bodyPr spcFirstLastPara="1" wrap="square" lIns="0" tIns="0" rIns="0" bIns="0" anchor="t" anchorCtr="0">
            <a:normAutofit/>
          </a:bodyPr>
          <a:lstStyle>
            <a:lvl1pPr lvl="0" algn="ctr" rtl="0">
              <a:lnSpc>
                <a:spcPct val="100000"/>
              </a:lnSpc>
              <a:spcBef>
                <a:spcPts val="0"/>
              </a:spcBef>
              <a:spcAft>
                <a:spcPts val="0"/>
              </a:spcAft>
              <a:buClr>
                <a:schemeClr val="accent4"/>
              </a:buClr>
              <a:buSzPts val="1800"/>
              <a:buFont typeface="IBM Plex Sans Medium"/>
              <a:buNone/>
              <a:defRPr sz="1800">
                <a:solidFill>
                  <a:schemeClr val="accent4"/>
                </a:solidFill>
                <a:latin typeface="IBM Plex Sans Medium"/>
                <a:ea typeface="IBM Plex Sans Medium"/>
                <a:cs typeface="IBM Plex Sans Medium"/>
                <a:sym typeface="IBM Plex Sans Medium"/>
              </a:defRPr>
            </a:lvl1pPr>
            <a:lvl2pPr lvl="1" algn="ctr" rtl="0">
              <a:lnSpc>
                <a:spcPct val="100000"/>
              </a:lnSpc>
              <a:spcBef>
                <a:spcPts val="0"/>
              </a:spcBef>
              <a:spcAft>
                <a:spcPts val="0"/>
              </a:spcAft>
              <a:buClr>
                <a:schemeClr val="accent4"/>
              </a:buClr>
              <a:buSzPts val="1800"/>
              <a:buFont typeface="IBM Plex Sans Medium"/>
              <a:buNone/>
              <a:defRPr sz="1800">
                <a:solidFill>
                  <a:schemeClr val="accent4"/>
                </a:solidFill>
                <a:latin typeface="IBM Plex Sans Medium"/>
                <a:ea typeface="IBM Plex Sans Medium"/>
                <a:cs typeface="IBM Plex Sans Medium"/>
                <a:sym typeface="IBM Plex Sans Medium"/>
              </a:defRPr>
            </a:lvl2pPr>
            <a:lvl3pPr lvl="2" algn="ctr" rtl="0">
              <a:lnSpc>
                <a:spcPct val="100000"/>
              </a:lnSpc>
              <a:spcBef>
                <a:spcPts val="0"/>
              </a:spcBef>
              <a:spcAft>
                <a:spcPts val="0"/>
              </a:spcAft>
              <a:buClr>
                <a:schemeClr val="accent4"/>
              </a:buClr>
              <a:buSzPts val="1800"/>
              <a:buFont typeface="IBM Plex Sans Medium"/>
              <a:buNone/>
              <a:defRPr sz="1800">
                <a:solidFill>
                  <a:schemeClr val="accent4"/>
                </a:solidFill>
                <a:latin typeface="IBM Plex Sans Medium"/>
                <a:ea typeface="IBM Plex Sans Medium"/>
                <a:cs typeface="IBM Plex Sans Medium"/>
                <a:sym typeface="IBM Plex Sans Medium"/>
              </a:defRPr>
            </a:lvl3pPr>
            <a:lvl4pPr lvl="3" algn="ctr" rtl="0">
              <a:lnSpc>
                <a:spcPct val="100000"/>
              </a:lnSpc>
              <a:spcBef>
                <a:spcPts val="0"/>
              </a:spcBef>
              <a:spcAft>
                <a:spcPts val="0"/>
              </a:spcAft>
              <a:buClr>
                <a:schemeClr val="accent4"/>
              </a:buClr>
              <a:buSzPts val="1800"/>
              <a:buFont typeface="IBM Plex Sans Medium"/>
              <a:buNone/>
              <a:defRPr sz="1800">
                <a:solidFill>
                  <a:schemeClr val="accent4"/>
                </a:solidFill>
                <a:latin typeface="IBM Plex Sans Medium"/>
                <a:ea typeface="IBM Plex Sans Medium"/>
                <a:cs typeface="IBM Plex Sans Medium"/>
                <a:sym typeface="IBM Plex Sans Medium"/>
              </a:defRPr>
            </a:lvl4pPr>
            <a:lvl5pPr lvl="4" algn="ctr" rtl="0">
              <a:lnSpc>
                <a:spcPct val="100000"/>
              </a:lnSpc>
              <a:spcBef>
                <a:spcPts val="0"/>
              </a:spcBef>
              <a:spcAft>
                <a:spcPts val="0"/>
              </a:spcAft>
              <a:buClr>
                <a:schemeClr val="accent4"/>
              </a:buClr>
              <a:buSzPts val="1800"/>
              <a:buFont typeface="IBM Plex Sans Medium"/>
              <a:buNone/>
              <a:defRPr sz="1800">
                <a:solidFill>
                  <a:schemeClr val="accent4"/>
                </a:solidFill>
                <a:latin typeface="IBM Plex Sans Medium"/>
                <a:ea typeface="IBM Plex Sans Medium"/>
                <a:cs typeface="IBM Plex Sans Medium"/>
                <a:sym typeface="IBM Plex Sans Medium"/>
              </a:defRPr>
            </a:lvl5pPr>
            <a:lvl6pPr lvl="5" algn="ctr" rtl="0">
              <a:lnSpc>
                <a:spcPct val="100000"/>
              </a:lnSpc>
              <a:spcBef>
                <a:spcPts val="0"/>
              </a:spcBef>
              <a:spcAft>
                <a:spcPts val="0"/>
              </a:spcAft>
              <a:buClr>
                <a:schemeClr val="accent4"/>
              </a:buClr>
              <a:buSzPts val="1800"/>
              <a:buFont typeface="IBM Plex Sans Medium"/>
              <a:buNone/>
              <a:defRPr sz="1800">
                <a:solidFill>
                  <a:schemeClr val="accent4"/>
                </a:solidFill>
                <a:latin typeface="IBM Plex Sans Medium"/>
                <a:ea typeface="IBM Plex Sans Medium"/>
                <a:cs typeface="IBM Plex Sans Medium"/>
                <a:sym typeface="IBM Plex Sans Medium"/>
              </a:defRPr>
            </a:lvl6pPr>
            <a:lvl7pPr lvl="6" algn="ctr" rtl="0">
              <a:lnSpc>
                <a:spcPct val="100000"/>
              </a:lnSpc>
              <a:spcBef>
                <a:spcPts val="0"/>
              </a:spcBef>
              <a:spcAft>
                <a:spcPts val="0"/>
              </a:spcAft>
              <a:buClr>
                <a:schemeClr val="accent4"/>
              </a:buClr>
              <a:buSzPts val="1800"/>
              <a:buFont typeface="IBM Plex Sans Medium"/>
              <a:buNone/>
              <a:defRPr sz="1800">
                <a:solidFill>
                  <a:schemeClr val="accent4"/>
                </a:solidFill>
                <a:latin typeface="IBM Plex Sans Medium"/>
                <a:ea typeface="IBM Plex Sans Medium"/>
                <a:cs typeface="IBM Plex Sans Medium"/>
                <a:sym typeface="IBM Plex Sans Medium"/>
              </a:defRPr>
            </a:lvl7pPr>
            <a:lvl8pPr lvl="7" algn="ctr" rtl="0">
              <a:lnSpc>
                <a:spcPct val="100000"/>
              </a:lnSpc>
              <a:spcBef>
                <a:spcPts val="0"/>
              </a:spcBef>
              <a:spcAft>
                <a:spcPts val="0"/>
              </a:spcAft>
              <a:buClr>
                <a:schemeClr val="accent4"/>
              </a:buClr>
              <a:buSzPts val="1800"/>
              <a:buFont typeface="IBM Plex Sans Medium"/>
              <a:buNone/>
              <a:defRPr sz="1800">
                <a:solidFill>
                  <a:schemeClr val="accent4"/>
                </a:solidFill>
                <a:latin typeface="IBM Plex Sans Medium"/>
                <a:ea typeface="IBM Plex Sans Medium"/>
                <a:cs typeface="IBM Plex Sans Medium"/>
                <a:sym typeface="IBM Plex Sans Medium"/>
              </a:defRPr>
            </a:lvl8pPr>
            <a:lvl9pPr lvl="8" algn="ctr" rtl="0">
              <a:lnSpc>
                <a:spcPct val="100000"/>
              </a:lnSpc>
              <a:spcBef>
                <a:spcPts val="0"/>
              </a:spcBef>
              <a:spcAft>
                <a:spcPts val="0"/>
              </a:spcAft>
              <a:buClr>
                <a:schemeClr val="accent4"/>
              </a:buClr>
              <a:buSzPts val="1800"/>
              <a:buFont typeface="IBM Plex Sans Medium"/>
              <a:buNone/>
              <a:defRPr sz="1800">
                <a:solidFill>
                  <a:schemeClr val="accent4"/>
                </a:solidFill>
                <a:latin typeface="IBM Plex Sans Medium"/>
                <a:ea typeface="IBM Plex Sans Medium"/>
                <a:cs typeface="IBM Plex Sans Medium"/>
                <a:sym typeface="IBM Plex Sans Medium"/>
              </a:defRPr>
            </a:lvl9pPr>
          </a:lstStyle>
          <a:p>
            <a:endParaRPr/>
          </a:p>
        </p:txBody>
      </p:sp>
      <p:sp>
        <p:nvSpPr>
          <p:cNvPr id="954" name="Google Shape;954;p81"/>
          <p:cNvSpPr txBox="1">
            <a:spLocks noGrp="1"/>
          </p:cNvSpPr>
          <p:nvPr>
            <p:ph type="subTitle" idx="4"/>
          </p:nvPr>
        </p:nvSpPr>
        <p:spPr>
          <a:xfrm>
            <a:off x="4969651" y="2134050"/>
            <a:ext cx="3118200" cy="311400"/>
          </a:xfrm>
          <a:prstGeom prst="rect">
            <a:avLst/>
          </a:prstGeom>
        </p:spPr>
        <p:txBody>
          <a:bodyPr spcFirstLastPara="1" wrap="square" lIns="0" tIns="0" rIns="0" bIns="0" anchor="t" anchorCtr="0">
            <a:normAutofit/>
          </a:bodyPr>
          <a:lstStyle>
            <a:lvl1pPr lvl="0" algn="ctr" rtl="0">
              <a:lnSpc>
                <a:spcPct val="100000"/>
              </a:lnSpc>
              <a:spcBef>
                <a:spcPts val="0"/>
              </a:spcBef>
              <a:spcAft>
                <a:spcPts val="0"/>
              </a:spcAft>
              <a:buClr>
                <a:schemeClr val="accent4"/>
              </a:buClr>
              <a:buSzPts val="1800"/>
              <a:buFont typeface="IBM Plex Sans Medium"/>
              <a:buNone/>
              <a:defRPr sz="1800">
                <a:solidFill>
                  <a:schemeClr val="accent4"/>
                </a:solidFill>
                <a:latin typeface="IBM Plex Sans Medium"/>
                <a:ea typeface="IBM Plex Sans Medium"/>
                <a:cs typeface="IBM Plex Sans Medium"/>
                <a:sym typeface="IBM Plex Sans Medium"/>
              </a:defRPr>
            </a:lvl1pPr>
            <a:lvl2pPr lvl="1" algn="ctr" rtl="0">
              <a:lnSpc>
                <a:spcPct val="100000"/>
              </a:lnSpc>
              <a:spcBef>
                <a:spcPts val="0"/>
              </a:spcBef>
              <a:spcAft>
                <a:spcPts val="0"/>
              </a:spcAft>
              <a:buClr>
                <a:schemeClr val="accent4"/>
              </a:buClr>
              <a:buSzPts val="1800"/>
              <a:buFont typeface="IBM Plex Sans Medium"/>
              <a:buNone/>
              <a:defRPr sz="1800">
                <a:solidFill>
                  <a:schemeClr val="accent4"/>
                </a:solidFill>
                <a:latin typeface="IBM Plex Sans Medium"/>
                <a:ea typeface="IBM Plex Sans Medium"/>
                <a:cs typeface="IBM Plex Sans Medium"/>
                <a:sym typeface="IBM Plex Sans Medium"/>
              </a:defRPr>
            </a:lvl2pPr>
            <a:lvl3pPr lvl="2" algn="ctr" rtl="0">
              <a:lnSpc>
                <a:spcPct val="100000"/>
              </a:lnSpc>
              <a:spcBef>
                <a:spcPts val="0"/>
              </a:spcBef>
              <a:spcAft>
                <a:spcPts val="0"/>
              </a:spcAft>
              <a:buClr>
                <a:schemeClr val="accent4"/>
              </a:buClr>
              <a:buSzPts val="1800"/>
              <a:buFont typeface="IBM Plex Sans Medium"/>
              <a:buNone/>
              <a:defRPr sz="1800">
                <a:solidFill>
                  <a:schemeClr val="accent4"/>
                </a:solidFill>
                <a:latin typeface="IBM Plex Sans Medium"/>
                <a:ea typeface="IBM Plex Sans Medium"/>
                <a:cs typeface="IBM Plex Sans Medium"/>
                <a:sym typeface="IBM Plex Sans Medium"/>
              </a:defRPr>
            </a:lvl3pPr>
            <a:lvl4pPr lvl="3" algn="ctr" rtl="0">
              <a:lnSpc>
                <a:spcPct val="100000"/>
              </a:lnSpc>
              <a:spcBef>
                <a:spcPts val="0"/>
              </a:spcBef>
              <a:spcAft>
                <a:spcPts val="0"/>
              </a:spcAft>
              <a:buClr>
                <a:schemeClr val="accent4"/>
              </a:buClr>
              <a:buSzPts val="1800"/>
              <a:buFont typeface="IBM Plex Sans Medium"/>
              <a:buNone/>
              <a:defRPr sz="1800">
                <a:solidFill>
                  <a:schemeClr val="accent4"/>
                </a:solidFill>
                <a:latin typeface="IBM Plex Sans Medium"/>
                <a:ea typeface="IBM Plex Sans Medium"/>
                <a:cs typeface="IBM Plex Sans Medium"/>
                <a:sym typeface="IBM Plex Sans Medium"/>
              </a:defRPr>
            </a:lvl4pPr>
            <a:lvl5pPr lvl="4" algn="ctr" rtl="0">
              <a:lnSpc>
                <a:spcPct val="100000"/>
              </a:lnSpc>
              <a:spcBef>
                <a:spcPts val="0"/>
              </a:spcBef>
              <a:spcAft>
                <a:spcPts val="0"/>
              </a:spcAft>
              <a:buClr>
                <a:schemeClr val="accent4"/>
              </a:buClr>
              <a:buSzPts val="1800"/>
              <a:buFont typeface="IBM Plex Sans Medium"/>
              <a:buNone/>
              <a:defRPr sz="1800">
                <a:solidFill>
                  <a:schemeClr val="accent4"/>
                </a:solidFill>
                <a:latin typeface="IBM Plex Sans Medium"/>
                <a:ea typeface="IBM Plex Sans Medium"/>
                <a:cs typeface="IBM Plex Sans Medium"/>
                <a:sym typeface="IBM Plex Sans Medium"/>
              </a:defRPr>
            </a:lvl5pPr>
            <a:lvl6pPr lvl="5" algn="ctr" rtl="0">
              <a:lnSpc>
                <a:spcPct val="100000"/>
              </a:lnSpc>
              <a:spcBef>
                <a:spcPts val="0"/>
              </a:spcBef>
              <a:spcAft>
                <a:spcPts val="0"/>
              </a:spcAft>
              <a:buClr>
                <a:schemeClr val="accent4"/>
              </a:buClr>
              <a:buSzPts val="1800"/>
              <a:buFont typeface="IBM Plex Sans Medium"/>
              <a:buNone/>
              <a:defRPr sz="1800">
                <a:solidFill>
                  <a:schemeClr val="accent4"/>
                </a:solidFill>
                <a:latin typeface="IBM Plex Sans Medium"/>
                <a:ea typeface="IBM Plex Sans Medium"/>
                <a:cs typeface="IBM Plex Sans Medium"/>
                <a:sym typeface="IBM Plex Sans Medium"/>
              </a:defRPr>
            </a:lvl6pPr>
            <a:lvl7pPr lvl="6" algn="ctr" rtl="0">
              <a:lnSpc>
                <a:spcPct val="100000"/>
              </a:lnSpc>
              <a:spcBef>
                <a:spcPts val="0"/>
              </a:spcBef>
              <a:spcAft>
                <a:spcPts val="0"/>
              </a:spcAft>
              <a:buClr>
                <a:schemeClr val="accent4"/>
              </a:buClr>
              <a:buSzPts val="1800"/>
              <a:buFont typeface="IBM Plex Sans Medium"/>
              <a:buNone/>
              <a:defRPr sz="1800">
                <a:solidFill>
                  <a:schemeClr val="accent4"/>
                </a:solidFill>
                <a:latin typeface="IBM Plex Sans Medium"/>
                <a:ea typeface="IBM Plex Sans Medium"/>
                <a:cs typeface="IBM Plex Sans Medium"/>
                <a:sym typeface="IBM Plex Sans Medium"/>
              </a:defRPr>
            </a:lvl7pPr>
            <a:lvl8pPr lvl="7" algn="ctr" rtl="0">
              <a:lnSpc>
                <a:spcPct val="100000"/>
              </a:lnSpc>
              <a:spcBef>
                <a:spcPts val="0"/>
              </a:spcBef>
              <a:spcAft>
                <a:spcPts val="0"/>
              </a:spcAft>
              <a:buClr>
                <a:schemeClr val="accent4"/>
              </a:buClr>
              <a:buSzPts val="1800"/>
              <a:buFont typeface="IBM Plex Sans Medium"/>
              <a:buNone/>
              <a:defRPr sz="1800">
                <a:solidFill>
                  <a:schemeClr val="accent4"/>
                </a:solidFill>
                <a:latin typeface="IBM Plex Sans Medium"/>
                <a:ea typeface="IBM Plex Sans Medium"/>
                <a:cs typeface="IBM Plex Sans Medium"/>
                <a:sym typeface="IBM Plex Sans Medium"/>
              </a:defRPr>
            </a:lvl8pPr>
            <a:lvl9pPr lvl="8" algn="ctr" rtl="0">
              <a:lnSpc>
                <a:spcPct val="100000"/>
              </a:lnSpc>
              <a:spcBef>
                <a:spcPts val="0"/>
              </a:spcBef>
              <a:spcAft>
                <a:spcPts val="0"/>
              </a:spcAft>
              <a:buClr>
                <a:schemeClr val="accent4"/>
              </a:buClr>
              <a:buSzPts val="1800"/>
              <a:buFont typeface="IBM Plex Sans Medium"/>
              <a:buNone/>
              <a:defRPr sz="1800">
                <a:solidFill>
                  <a:schemeClr val="accent4"/>
                </a:solidFill>
                <a:latin typeface="IBM Plex Sans Medium"/>
                <a:ea typeface="IBM Plex Sans Medium"/>
                <a:cs typeface="IBM Plex Sans Medium"/>
                <a:sym typeface="IBM Plex Sans Medium"/>
              </a:defRPr>
            </a:lvl9pPr>
          </a:lstStyle>
          <a:p>
            <a:endParaRPr/>
          </a:p>
        </p:txBody>
      </p:sp>
    </p:spTree>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matchingName="3 Column">
  <p:cSld name="TITLE_ONLY_1_6_1_1">
    <p:bg>
      <p:bgPr>
        <a:solidFill>
          <a:schemeClr val="dk1"/>
        </a:solidFill>
        <a:effectLst/>
      </p:bgPr>
    </p:bg>
    <p:spTree>
      <p:nvGrpSpPr>
        <p:cNvPr id="1" name="Shape 955"/>
        <p:cNvGrpSpPr/>
        <p:nvPr/>
      </p:nvGrpSpPr>
      <p:grpSpPr>
        <a:xfrm>
          <a:off x="0" y="0"/>
          <a:ext cx="0" cy="0"/>
          <a:chOff x="0" y="0"/>
          <a:chExt cx="0" cy="0"/>
        </a:xfrm>
      </p:grpSpPr>
      <p:sp>
        <p:nvSpPr>
          <p:cNvPr id="956" name="Google Shape;956;p82"/>
          <p:cNvSpPr/>
          <p:nvPr/>
        </p:nvSpPr>
        <p:spPr>
          <a:xfrm>
            <a:off x="457200" y="1066800"/>
            <a:ext cx="2446500" cy="2311200"/>
          </a:xfrm>
          <a:prstGeom prst="roundRect">
            <a:avLst>
              <a:gd name="adj" fmla="val 10000"/>
            </a:avLst>
          </a:prstGeom>
          <a:solidFill>
            <a:schemeClr val="accent1"/>
          </a:solidFill>
          <a:ln>
            <a:noFill/>
          </a:ln>
        </p:spPr>
        <p:txBody>
          <a:bodyPr spcFirstLastPara="1" wrap="square" lIns="57150" tIns="57150" rIns="57150" bIns="57150" anchor="t" anchorCtr="0">
            <a:noAutofit/>
          </a:bodyPr>
          <a:lstStyle/>
          <a:p>
            <a:pPr marL="0" lvl="0" indent="0" algn="ctr" rtl="0">
              <a:spcBef>
                <a:spcPts val="0"/>
              </a:spcBef>
              <a:spcAft>
                <a:spcPts val="0"/>
              </a:spcAft>
              <a:buNone/>
            </a:pPr>
            <a:endParaRPr sz="1200"/>
          </a:p>
        </p:txBody>
      </p:sp>
      <p:sp>
        <p:nvSpPr>
          <p:cNvPr id="957" name="Google Shape;957;p82"/>
          <p:cNvSpPr/>
          <p:nvPr/>
        </p:nvSpPr>
        <p:spPr>
          <a:xfrm>
            <a:off x="3348709" y="1066800"/>
            <a:ext cx="2446500" cy="2311200"/>
          </a:xfrm>
          <a:prstGeom prst="roundRect">
            <a:avLst>
              <a:gd name="adj" fmla="val 10000"/>
            </a:avLst>
          </a:prstGeom>
          <a:solidFill>
            <a:schemeClr val="accent6"/>
          </a:solidFill>
          <a:ln>
            <a:noFill/>
          </a:ln>
        </p:spPr>
        <p:txBody>
          <a:bodyPr spcFirstLastPara="1" wrap="square" lIns="57150" tIns="57150" rIns="57150" bIns="57150" anchor="t" anchorCtr="0">
            <a:noAutofit/>
          </a:bodyPr>
          <a:lstStyle/>
          <a:p>
            <a:pPr marL="0" lvl="0" indent="0" algn="ctr" rtl="0">
              <a:spcBef>
                <a:spcPts val="0"/>
              </a:spcBef>
              <a:spcAft>
                <a:spcPts val="0"/>
              </a:spcAft>
              <a:buNone/>
            </a:pPr>
            <a:endParaRPr sz="1200" b="1">
              <a:solidFill>
                <a:srgbClr val="FFFFFF"/>
              </a:solidFill>
              <a:latin typeface="IBM Plex Sans"/>
              <a:ea typeface="IBM Plex Sans"/>
              <a:cs typeface="IBM Plex Sans"/>
              <a:sym typeface="IBM Plex Sans"/>
            </a:endParaRPr>
          </a:p>
        </p:txBody>
      </p:sp>
      <p:sp>
        <p:nvSpPr>
          <p:cNvPr id="958" name="Google Shape;958;p82"/>
          <p:cNvSpPr/>
          <p:nvPr/>
        </p:nvSpPr>
        <p:spPr>
          <a:xfrm>
            <a:off x="6240191" y="1066800"/>
            <a:ext cx="2446500" cy="2311200"/>
          </a:xfrm>
          <a:prstGeom prst="roundRect">
            <a:avLst>
              <a:gd name="adj" fmla="val 10000"/>
            </a:avLst>
          </a:prstGeom>
          <a:solidFill>
            <a:schemeClr val="accent2"/>
          </a:solidFill>
          <a:ln>
            <a:noFill/>
          </a:ln>
        </p:spPr>
        <p:txBody>
          <a:bodyPr spcFirstLastPara="1" wrap="square" lIns="57150" tIns="57150" rIns="57150" bIns="57150" anchor="t" anchorCtr="0">
            <a:noAutofit/>
          </a:bodyPr>
          <a:lstStyle/>
          <a:p>
            <a:pPr marL="0" lvl="0" indent="0" algn="ctr" rtl="0">
              <a:spcBef>
                <a:spcPts val="0"/>
              </a:spcBef>
              <a:spcAft>
                <a:spcPts val="0"/>
              </a:spcAft>
              <a:buNone/>
            </a:pPr>
            <a:endParaRPr sz="1200" b="1">
              <a:solidFill>
                <a:srgbClr val="FFFFFF"/>
              </a:solidFill>
              <a:latin typeface="IBM Plex Sans"/>
              <a:ea typeface="IBM Plex Sans"/>
              <a:cs typeface="IBM Plex Sans"/>
              <a:sym typeface="IBM Plex Sans"/>
            </a:endParaRPr>
          </a:p>
        </p:txBody>
      </p:sp>
      <p:sp>
        <p:nvSpPr>
          <p:cNvPr id="959" name="Google Shape;959;p82"/>
          <p:cNvSpPr/>
          <p:nvPr/>
        </p:nvSpPr>
        <p:spPr>
          <a:xfrm>
            <a:off x="457200" y="1506325"/>
            <a:ext cx="2446500" cy="3332700"/>
          </a:xfrm>
          <a:prstGeom prst="roundRect">
            <a:avLst>
              <a:gd name="adj" fmla="val 10000"/>
            </a:avLst>
          </a:prstGeom>
          <a:solidFill>
            <a:schemeClr val="lt2"/>
          </a:solidFill>
          <a:ln>
            <a:noFill/>
          </a:ln>
        </p:spPr>
        <p:txBody>
          <a:bodyPr spcFirstLastPara="1" wrap="square" lIns="57150" tIns="57150" rIns="57150" bIns="57150" anchor="t" anchorCtr="0">
            <a:noAutofit/>
          </a:bodyPr>
          <a:lstStyle/>
          <a:p>
            <a:pPr marL="0" lvl="0" indent="0" algn="l" rtl="0">
              <a:spcBef>
                <a:spcPts val="0"/>
              </a:spcBef>
              <a:spcAft>
                <a:spcPts val="0"/>
              </a:spcAft>
              <a:buNone/>
            </a:pPr>
            <a:endParaRPr sz="1100">
              <a:solidFill>
                <a:schemeClr val="dk1"/>
              </a:solidFill>
              <a:latin typeface="IBM Plex Sans"/>
              <a:ea typeface="IBM Plex Sans"/>
              <a:cs typeface="IBM Plex Sans"/>
              <a:sym typeface="IBM Plex Sans"/>
            </a:endParaRPr>
          </a:p>
        </p:txBody>
      </p:sp>
      <p:sp>
        <p:nvSpPr>
          <p:cNvPr id="960" name="Google Shape;960;p82"/>
          <p:cNvSpPr/>
          <p:nvPr/>
        </p:nvSpPr>
        <p:spPr>
          <a:xfrm>
            <a:off x="3348700" y="1506324"/>
            <a:ext cx="2446500" cy="3332700"/>
          </a:xfrm>
          <a:prstGeom prst="roundRect">
            <a:avLst>
              <a:gd name="adj" fmla="val 10000"/>
            </a:avLst>
          </a:prstGeom>
          <a:solidFill>
            <a:schemeClr val="lt2"/>
          </a:solidFill>
          <a:ln>
            <a:noFill/>
          </a:ln>
        </p:spPr>
        <p:txBody>
          <a:bodyPr spcFirstLastPara="1" wrap="square" lIns="57150" tIns="57150" rIns="57150" bIns="57150" anchor="t" anchorCtr="0">
            <a:noAutofit/>
          </a:bodyPr>
          <a:lstStyle/>
          <a:p>
            <a:pPr marL="0" lvl="0" indent="0" algn="l" rtl="0">
              <a:spcBef>
                <a:spcPts val="0"/>
              </a:spcBef>
              <a:spcAft>
                <a:spcPts val="0"/>
              </a:spcAft>
              <a:buNone/>
            </a:pPr>
            <a:endParaRPr sz="1100">
              <a:solidFill>
                <a:schemeClr val="dk1"/>
              </a:solidFill>
              <a:latin typeface="IBM Plex Sans"/>
              <a:ea typeface="IBM Plex Sans"/>
              <a:cs typeface="IBM Plex Sans"/>
              <a:sym typeface="IBM Plex Sans"/>
            </a:endParaRPr>
          </a:p>
        </p:txBody>
      </p:sp>
      <p:sp>
        <p:nvSpPr>
          <p:cNvPr id="961" name="Google Shape;961;p82"/>
          <p:cNvSpPr/>
          <p:nvPr/>
        </p:nvSpPr>
        <p:spPr>
          <a:xfrm>
            <a:off x="6240176" y="1506325"/>
            <a:ext cx="2446500" cy="3332700"/>
          </a:xfrm>
          <a:prstGeom prst="roundRect">
            <a:avLst>
              <a:gd name="adj" fmla="val 10000"/>
            </a:avLst>
          </a:prstGeom>
          <a:solidFill>
            <a:schemeClr val="lt2"/>
          </a:solidFill>
          <a:ln>
            <a:noFill/>
          </a:ln>
        </p:spPr>
        <p:txBody>
          <a:bodyPr spcFirstLastPara="1" wrap="square" lIns="57150" tIns="57150" rIns="57150" bIns="57150" anchor="t" anchorCtr="0">
            <a:noAutofit/>
          </a:bodyPr>
          <a:lstStyle/>
          <a:p>
            <a:pPr marL="0" lvl="0" indent="0" algn="l" rtl="0">
              <a:spcBef>
                <a:spcPts val="0"/>
              </a:spcBef>
              <a:spcAft>
                <a:spcPts val="0"/>
              </a:spcAft>
              <a:buNone/>
            </a:pPr>
            <a:endParaRPr sz="1100">
              <a:solidFill>
                <a:schemeClr val="dk1"/>
              </a:solidFill>
              <a:latin typeface="IBM Plex Sans"/>
              <a:ea typeface="IBM Plex Sans"/>
              <a:cs typeface="IBM Plex Sans"/>
              <a:sym typeface="IBM Plex Sans"/>
            </a:endParaRPr>
          </a:p>
        </p:txBody>
      </p:sp>
      <p:sp>
        <p:nvSpPr>
          <p:cNvPr id="962" name="Google Shape;962;p82"/>
          <p:cNvSpPr txBox="1">
            <a:spLocks noGrp="1"/>
          </p:cNvSpPr>
          <p:nvPr>
            <p:ph type="title"/>
          </p:nvPr>
        </p:nvSpPr>
        <p:spPr>
          <a:xfrm>
            <a:off x="457200" y="114300"/>
            <a:ext cx="8229600" cy="903300"/>
          </a:xfrm>
          <a:prstGeom prst="rect">
            <a:avLst/>
          </a:prstGeom>
        </p:spPr>
        <p:txBody>
          <a:bodyPr spcFirstLastPara="1" wrap="square" lIns="0" tIns="0" rIns="0" bIns="0" anchor="t" anchorCtr="0">
            <a:normAutofit/>
          </a:bodyPr>
          <a:lstStyle>
            <a:lvl1pPr lvl="0" rtl="0">
              <a:spcBef>
                <a:spcPts val="0"/>
              </a:spcBef>
              <a:spcAft>
                <a:spcPts val="0"/>
              </a:spcAft>
              <a:buClr>
                <a:schemeClr val="lt2"/>
              </a:buClr>
              <a:buSzPts val="3400"/>
              <a:buNone/>
              <a:defRPr>
                <a:solidFill>
                  <a:schemeClr val="lt2"/>
                </a:solidFill>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pic>
        <p:nvPicPr>
          <p:cNvPr id="963" name="Google Shape;963;p82"/>
          <p:cNvPicPr preferRelativeResize="0"/>
          <p:nvPr/>
        </p:nvPicPr>
        <p:blipFill>
          <a:blip r:embed="rId2">
            <a:alphaModFix/>
          </a:blip>
          <a:stretch>
            <a:fillRect/>
          </a:stretch>
        </p:blipFill>
        <p:spPr>
          <a:xfrm>
            <a:off x="8544859" y="62003"/>
            <a:ext cx="599140" cy="599141"/>
          </a:xfrm>
          <a:prstGeom prst="rect">
            <a:avLst/>
          </a:prstGeom>
          <a:noFill/>
          <a:ln>
            <a:noFill/>
          </a:ln>
        </p:spPr>
      </p:pic>
      <p:sp>
        <p:nvSpPr>
          <p:cNvPr id="964" name="Google Shape;964;p82"/>
          <p:cNvSpPr txBox="1">
            <a:spLocks noGrp="1"/>
          </p:cNvSpPr>
          <p:nvPr>
            <p:ph type="subTitle" idx="1"/>
          </p:nvPr>
        </p:nvSpPr>
        <p:spPr>
          <a:xfrm>
            <a:off x="444675" y="1087375"/>
            <a:ext cx="2497200" cy="436500"/>
          </a:xfrm>
          <a:prstGeom prst="rect">
            <a:avLst/>
          </a:prstGeom>
        </p:spPr>
        <p:txBody>
          <a:bodyPr spcFirstLastPara="1" wrap="square" lIns="0" tIns="0" rIns="0" bIns="0" anchor="ctr" anchorCtr="0">
            <a:normAutofit/>
          </a:bodyPr>
          <a:lstStyle>
            <a:lvl1pPr lvl="0" algn="ctr" rtl="0">
              <a:spcBef>
                <a:spcPts val="0"/>
              </a:spcBef>
              <a:spcAft>
                <a:spcPts val="0"/>
              </a:spcAft>
              <a:buClr>
                <a:schemeClr val="lt2"/>
              </a:buClr>
              <a:buSzPts val="1400"/>
              <a:buNone/>
              <a:defRPr sz="1400" b="1">
                <a:solidFill>
                  <a:schemeClr val="lt2"/>
                </a:solidFill>
              </a:defRPr>
            </a:lvl1pPr>
            <a:lvl2pPr lvl="1" rtl="0">
              <a:spcBef>
                <a:spcPts val="0"/>
              </a:spcBef>
              <a:spcAft>
                <a:spcPts val="0"/>
              </a:spcAft>
              <a:buSzPts val="1400"/>
              <a:buNone/>
              <a:defRPr b="1"/>
            </a:lvl2pPr>
            <a:lvl3pPr lvl="2" rtl="0">
              <a:spcBef>
                <a:spcPts val="0"/>
              </a:spcBef>
              <a:spcAft>
                <a:spcPts val="0"/>
              </a:spcAft>
              <a:buSzPts val="1400"/>
              <a:buNone/>
              <a:defRPr b="1"/>
            </a:lvl3pPr>
            <a:lvl4pPr lvl="3" rtl="0">
              <a:spcBef>
                <a:spcPts val="0"/>
              </a:spcBef>
              <a:spcAft>
                <a:spcPts val="0"/>
              </a:spcAft>
              <a:buSzPts val="1400"/>
              <a:buNone/>
              <a:defRPr b="1"/>
            </a:lvl4pPr>
            <a:lvl5pPr lvl="4" rtl="0">
              <a:spcBef>
                <a:spcPts val="0"/>
              </a:spcBef>
              <a:spcAft>
                <a:spcPts val="0"/>
              </a:spcAft>
              <a:buSzPts val="1400"/>
              <a:buNone/>
              <a:defRPr b="1"/>
            </a:lvl5pPr>
            <a:lvl6pPr lvl="5" rtl="0">
              <a:spcBef>
                <a:spcPts val="0"/>
              </a:spcBef>
              <a:spcAft>
                <a:spcPts val="0"/>
              </a:spcAft>
              <a:buSzPts val="1400"/>
              <a:buNone/>
              <a:defRPr b="1"/>
            </a:lvl6pPr>
            <a:lvl7pPr lvl="6" rtl="0">
              <a:spcBef>
                <a:spcPts val="0"/>
              </a:spcBef>
              <a:spcAft>
                <a:spcPts val="0"/>
              </a:spcAft>
              <a:buSzPts val="1400"/>
              <a:buNone/>
              <a:defRPr b="1"/>
            </a:lvl7pPr>
            <a:lvl8pPr lvl="7" rtl="0">
              <a:spcBef>
                <a:spcPts val="0"/>
              </a:spcBef>
              <a:spcAft>
                <a:spcPts val="0"/>
              </a:spcAft>
              <a:buSzPts val="1400"/>
              <a:buNone/>
              <a:defRPr b="1"/>
            </a:lvl8pPr>
            <a:lvl9pPr lvl="8" rtl="0">
              <a:spcBef>
                <a:spcPts val="0"/>
              </a:spcBef>
              <a:spcAft>
                <a:spcPts val="0"/>
              </a:spcAft>
              <a:buSzPts val="1400"/>
              <a:buNone/>
              <a:defRPr b="1"/>
            </a:lvl9pPr>
          </a:lstStyle>
          <a:p>
            <a:endParaRPr/>
          </a:p>
        </p:txBody>
      </p:sp>
      <p:sp>
        <p:nvSpPr>
          <p:cNvPr id="965" name="Google Shape;965;p82"/>
          <p:cNvSpPr txBox="1">
            <a:spLocks noGrp="1"/>
          </p:cNvSpPr>
          <p:nvPr>
            <p:ph type="subTitle" idx="2"/>
          </p:nvPr>
        </p:nvSpPr>
        <p:spPr>
          <a:xfrm>
            <a:off x="6177175" y="1087375"/>
            <a:ext cx="2497200" cy="436500"/>
          </a:xfrm>
          <a:prstGeom prst="rect">
            <a:avLst/>
          </a:prstGeom>
        </p:spPr>
        <p:txBody>
          <a:bodyPr spcFirstLastPara="1" wrap="square" lIns="0" tIns="0" rIns="0" bIns="0" anchor="ctr" anchorCtr="0">
            <a:normAutofit/>
          </a:bodyPr>
          <a:lstStyle>
            <a:lvl1pPr lvl="0" algn="ctr" rtl="0">
              <a:spcBef>
                <a:spcPts val="0"/>
              </a:spcBef>
              <a:spcAft>
                <a:spcPts val="0"/>
              </a:spcAft>
              <a:buClr>
                <a:schemeClr val="lt2"/>
              </a:buClr>
              <a:buSzPts val="1400"/>
              <a:buNone/>
              <a:defRPr sz="1400" b="1">
                <a:solidFill>
                  <a:schemeClr val="lt2"/>
                </a:solidFill>
              </a:defRPr>
            </a:lvl1pPr>
            <a:lvl2pPr lvl="1" rtl="0">
              <a:spcBef>
                <a:spcPts val="0"/>
              </a:spcBef>
              <a:spcAft>
                <a:spcPts val="0"/>
              </a:spcAft>
              <a:buSzPts val="1400"/>
              <a:buNone/>
              <a:defRPr b="1"/>
            </a:lvl2pPr>
            <a:lvl3pPr lvl="2" rtl="0">
              <a:spcBef>
                <a:spcPts val="0"/>
              </a:spcBef>
              <a:spcAft>
                <a:spcPts val="0"/>
              </a:spcAft>
              <a:buSzPts val="1400"/>
              <a:buNone/>
              <a:defRPr b="1"/>
            </a:lvl3pPr>
            <a:lvl4pPr lvl="3" rtl="0">
              <a:spcBef>
                <a:spcPts val="0"/>
              </a:spcBef>
              <a:spcAft>
                <a:spcPts val="0"/>
              </a:spcAft>
              <a:buSzPts val="1400"/>
              <a:buNone/>
              <a:defRPr b="1"/>
            </a:lvl4pPr>
            <a:lvl5pPr lvl="4" rtl="0">
              <a:spcBef>
                <a:spcPts val="0"/>
              </a:spcBef>
              <a:spcAft>
                <a:spcPts val="0"/>
              </a:spcAft>
              <a:buSzPts val="1400"/>
              <a:buNone/>
              <a:defRPr b="1"/>
            </a:lvl5pPr>
            <a:lvl6pPr lvl="5" rtl="0">
              <a:spcBef>
                <a:spcPts val="0"/>
              </a:spcBef>
              <a:spcAft>
                <a:spcPts val="0"/>
              </a:spcAft>
              <a:buSzPts val="1400"/>
              <a:buNone/>
              <a:defRPr b="1"/>
            </a:lvl6pPr>
            <a:lvl7pPr lvl="6" rtl="0">
              <a:spcBef>
                <a:spcPts val="0"/>
              </a:spcBef>
              <a:spcAft>
                <a:spcPts val="0"/>
              </a:spcAft>
              <a:buSzPts val="1400"/>
              <a:buNone/>
              <a:defRPr b="1"/>
            </a:lvl7pPr>
            <a:lvl8pPr lvl="7" rtl="0">
              <a:spcBef>
                <a:spcPts val="0"/>
              </a:spcBef>
              <a:spcAft>
                <a:spcPts val="0"/>
              </a:spcAft>
              <a:buSzPts val="1400"/>
              <a:buNone/>
              <a:defRPr b="1"/>
            </a:lvl8pPr>
            <a:lvl9pPr lvl="8" rtl="0">
              <a:spcBef>
                <a:spcPts val="0"/>
              </a:spcBef>
              <a:spcAft>
                <a:spcPts val="0"/>
              </a:spcAft>
              <a:buSzPts val="1400"/>
              <a:buNone/>
              <a:defRPr b="1"/>
            </a:lvl9pPr>
          </a:lstStyle>
          <a:p>
            <a:endParaRPr/>
          </a:p>
        </p:txBody>
      </p:sp>
      <p:sp>
        <p:nvSpPr>
          <p:cNvPr id="966" name="Google Shape;966;p82"/>
          <p:cNvSpPr txBox="1">
            <a:spLocks noGrp="1"/>
          </p:cNvSpPr>
          <p:nvPr>
            <p:ph type="subTitle" idx="3"/>
          </p:nvPr>
        </p:nvSpPr>
        <p:spPr>
          <a:xfrm>
            <a:off x="3304713" y="1087375"/>
            <a:ext cx="2497200" cy="436500"/>
          </a:xfrm>
          <a:prstGeom prst="rect">
            <a:avLst/>
          </a:prstGeom>
        </p:spPr>
        <p:txBody>
          <a:bodyPr spcFirstLastPara="1" wrap="square" lIns="0" tIns="0" rIns="0" bIns="0" anchor="ctr" anchorCtr="0">
            <a:normAutofit/>
          </a:bodyPr>
          <a:lstStyle>
            <a:lvl1pPr lvl="0" algn="ctr" rtl="0">
              <a:spcBef>
                <a:spcPts val="0"/>
              </a:spcBef>
              <a:spcAft>
                <a:spcPts val="0"/>
              </a:spcAft>
              <a:buClr>
                <a:schemeClr val="lt2"/>
              </a:buClr>
              <a:buSzPts val="1400"/>
              <a:buNone/>
              <a:defRPr sz="1400" b="1">
                <a:solidFill>
                  <a:schemeClr val="lt2"/>
                </a:solidFill>
              </a:defRPr>
            </a:lvl1pPr>
            <a:lvl2pPr lvl="1" rtl="0">
              <a:spcBef>
                <a:spcPts val="0"/>
              </a:spcBef>
              <a:spcAft>
                <a:spcPts val="0"/>
              </a:spcAft>
              <a:buSzPts val="1400"/>
              <a:buNone/>
              <a:defRPr b="1"/>
            </a:lvl2pPr>
            <a:lvl3pPr lvl="2" rtl="0">
              <a:spcBef>
                <a:spcPts val="0"/>
              </a:spcBef>
              <a:spcAft>
                <a:spcPts val="0"/>
              </a:spcAft>
              <a:buSzPts val="1400"/>
              <a:buNone/>
              <a:defRPr b="1"/>
            </a:lvl3pPr>
            <a:lvl4pPr lvl="3" rtl="0">
              <a:spcBef>
                <a:spcPts val="0"/>
              </a:spcBef>
              <a:spcAft>
                <a:spcPts val="0"/>
              </a:spcAft>
              <a:buSzPts val="1400"/>
              <a:buNone/>
              <a:defRPr b="1"/>
            </a:lvl4pPr>
            <a:lvl5pPr lvl="4" rtl="0">
              <a:spcBef>
                <a:spcPts val="0"/>
              </a:spcBef>
              <a:spcAft>
                <a:spcPts val="0"/>
              </a:spcAft>
              <a:buSzPts val="1400"/>
              <a:buNone/>
              <a:defRPr b="1"/>
            </a:lvl5pPr>
            <a:lvl6pPr lvl="5" rtl="0">
              <a:spcBef>
                <a:spcPts val="0"/>
              </a:spcBef>
              <a:spcAft>
                <a:spcPts val="0"/>
              </a:spcAft>
              <a:buSzPts val="1400"/>
              <a:buNone/>
              <a:defRPr b="1"/>
            </a:lvl6pPr>
            <a:lvl7pPr lvl="6" rtl="0">
              <a:spcBef>
                <a:spcPts val="0"/>
              </a:spcBef>
              <a:spcAft>
                <a:spcPts val="0"/>
              </a:spcAft>
              <a:buSzPts val="1400"/>
              <a:buNone/>
              <a:defRPr b="1"/>
            </a:lvl7pPr>
            <a:lvl8pPr lvl="7" rtl="0">
              <a:spcBef>
                <a:spcPts val="0"/>
              </a:spcBef>
              <a:spcAft>
                <a:spcPts val="0"/>
              </a:spcAft>
              <a:buSzPts val="1400"/>
              <a:buNone/>
              <a:defRPr b="1"/>
            </a:lvl8pPr>
            <a:lvl9pPr lvl="8" rtl="0">
              <a:spcBef>
                <a:spcPts val="0"/>
              </a:spcBef>
              <a:spcAft>
                <a:spcPts val="0"/>
              </a:spcAft>
              <a:buSzPts val="1400"/>
              <a:buNone/>
              <a:defRPr b="1"/>
            </a:lvl9pPr>
          </a:lstStyle>
          <a:p>
            <a:endParaRPr/>
          </a:p>
        </p:txBody>
      </p:sp>
      <p:sp>
        <p:nvSpPr>
          <p:cNvPr id="967" name="Google Shape;967;p82"/>
          <p:cNvSpPr txBox="1">
            <a:spLocks noGrp="1"/>
          </p:cNvSpPr>
          <p:nvPr>
            <p:ph type="body" idx="4"/>
          </p:nvPr>
        </p:nvSpPr>
        <p:spPr>
          <a:xfrm>
            <a:off x="578100" y="1665475"/>
            <a:ext cx="2282700" cy="2586600"/>
          </a:xfrm>
          <a:prstGeom prst="rect">
            <a:avLst/>
          </a:prstGeom>
        </p:spPr>
        <p:txBody>
          <a:bodyPr spcFirstLastPara="1" wrap="square" lIns="0" tIns="0" rIns="0" bIns="0" anchor="t" anchorCtr="0">
            <a:normAutofit/>
          </a:bodyPr>
          <a:lstStyle>
            <a:lvl1pPr marL="457200" lvl="0" indent="-317500" rtl="0">
              <a:spcBef>
                <a:spcPts val="0"/>
              </a:spcBef>
              <a:spcAft>
                <a:spcPts val="0"/>
              </a:spcAft>
              <a:buSzPts val="1400"/>
              <a:buChar char="■"/>
              <a:defRPr sz="1400"/>
            </a:lvl1pPr>
            <a:lvl2pPr marL="914400" lvl="1" indent="-304800" rtl="0">
              <a:spcBef>
                <a:spcPts val="0"/>
              </a:spcBef>
              <a:spcAft>
                <a:spcPts val="0"/>
              </a:spcAft>
              <a:buSzPts val="1200"/>
              <a:buChar char="■"/>
              <a:defRPr sz="1200"/>
            </a:lvl2pPr>
            <a:lvl3pPr marL="1371600" lvl="2" indent="-304800" rtl="0">
              <a:spcBef>
                <a:spcPts val="0"/>
              </a:spcBef>
              <a:spcAft>
                <a:spcPts val="0"/>
              </a:spcAft>
              <a:buClr>
                <a:schemeClr val="dk1"/>
              </a:buClr>
              <a:buSzPts val="1200"/>
              <a:buChar char="■"/>
              <a:defRPr sz="1200"/>
            </a:lvl3pPr>
            <a:lvl4pPr marL="1828800" lvl="3" indent="-304800" rtl="0">
              <a:spcBef>
                <a:spcPts val="0"/>
              </a:spcBef>
              <a:spcAft>
                <a:spcPts val="0"/>
              </a:spcAft>
              <a:buClr>
                <a:schemeClr val="dk1"/>
              </a:buClr>
              <a:buSzPts val="1200"/>
              <a:buChar char="●"/>
              <a:defRPr sz="1200"/>
            </a:lvl4pPr>
            <a:lvl5pPr marL="2286000" lvl="4" indent="-304800" rtl="0">
              <a:spcBef>
                <a:spcPts val="0"/>
              </a:spcBef>
              <a:spcAft>
                <a:spcPts val="0"/>
              </a:spcAft>
              <a:buSzPts val="1200"/>
              <a:buChar char="○"/>
              <a:defRPr sz="1200"/>
            </a:lvl5pPr>
            <a:lvl6pPr marL="2743200" lvl="5" indent="-304800" rtl="0">
              <a:spcBef>
                <a:spcPts val="0"/>
              </a:spcBef>
              <a:spcAft>
                <a:spcPts val="0"/>
              </a:spcAft>
              <a:buSzPts val="1200"/>
              <a:buChar char="■"/>
              <a:defRPr sz="1200"/>
            </a:lvl6pPr>
            <a:lvl7pPr marL="3200400" lvl="6" indent="-304800" rtl="0">
              <a:spcBef>
                <a:spcPts val="0"/>
              </a:spcBef>
              <a:spcAft>
                <a:spcPts val="0"/>
              </a:spcAft>
              <a:buSzPts val="1200"/>
              <a:buChar char="●"/>
              <a:defRPr sz="1200"/>
            </a:lvl7pPr>
            <a:lvl8pPr marL="3657600" lvl="7" indent="-304800" rtl="0">
              <a:spcBef>
                <a:spcPts val="0"/>
              </a:spcBef>
              <a:spcAft>
                <a:spcPts val="0"/>
              </a:spcAft>
              <a:buSzPts val="1200"/>
              <a:buChar char="○"/>
              <a:defRPr sz="1200"/>
            </a:lvl8pPr>
            <a:lvl9pPr marL="4114800" lvl="8" indent="-304800" rtl="0">
              <a:spcBef>
                <a:spcPts val="0"/>
              </a:spcBef>
              <a:spcAft>
                <a:spcPts val="0"/>
              </a:spcAft>
              <a:buSzPts val="1200"/>
              <a:buChar char="■"/>
              <a:defRPr sz="1200"/>
            </a:lvl9pPr>
          </a:lstStyle>
          <a:p>
            <a:endParaRPr/>
          </a:p>
        </p:txBody>
      </p:sp>
      <p:sp>
        <p:nvSpPr>
          <p:cNvPr id="968" name="Google Shape;968;p82"/>
          <p:cNvSpPr txBox="1">
            <a:spLocks noGrp="1"/>
          </p:cNvSpPr>
          <p:nvPr>
            <p:ph type="body" idx="5"/>
          </p:nvPr>
        </p:nvSpPr>
        <p:spPr>
          <a:xfrm>
            <a:off x="3430600" y="1665475"/>
            <a:ext cx="2282700" cy="2586600"/>
          </a:xfrm>
          <a:prstGeom prst="rect">
            <a:avLst/>
          </a:prstGeom>
        </p:spPr>
        <p:txBody>
          <a:bodyPr spcFirstLastPara="1" wrap="square" lIns="0" tIns="0" rIns="0" bIns="0" anchor="t" anchorCtr="0">
            <a:normAutofit/>
          </a:bodyPr>
          <a:lstStyle>
            <a:lvl1pPr marL="457200" lvl="0" indent="-317500" rtl="0">
              <a:spcBef>
                <a:spcPts val="0"/>
              </a:spcBef>
              <a:spcAft>
                <a:spcPts val="0"/>
              </a:spcAft>
              <a:buSzPts val="1400"/>
              <a:buChar char="■"/>
              <a:defRPr sz="1400"/>
            </a:lvl1pPr>
            <a:lvl2pPr marL="914400" lvl="1" indent="-304800" rtl="0">
              <a:spcBef>
                <a:spcPts val="0"/>
              </a:spcBef>
              <a:spcAft>
                <a:spcPts val="0"/>
              </a:spcAft>
              <a:buSzPts val="1200"/>
              <a:buChar char="■"/>
              <a:defRPr sz="1200"/>
            </a:lvl2pPr>
            <a:lvl3pPr marL="1371600" lvl="2" indent="-304800" rtl="0">
              <a:spcBef>
                <a:spcPts val="0"/>
              </a:spcBef>
              <a:spcAft>
                <a:spcPts val="0"/>
              </a:spcAft>
              <a:buSzPts val="1200"/>
              <a:buChar char="■"/>
              <a:defRPr sz="1200"/>
            </a:lvl3pPr>
            <a:lvl4pPr marL="1828800" lvl="3" indent="-304800" rtl="0">
              <a:spcBef>
                <a:spcPts val="0"/>
              </a:spcBef>
              <a:spcAft>
                <a:spcPts val="0"/>
              </a:spcAft>
              <a:buSzPts val="1200"/>
              <a:buChar char="●"/>
              <a:defRPr sz="1200"/>
            </a:lvl4pPr>
            <a:lvl5pPr marL="2286000" lvl="4" indent="-304800" rtl="0">
              <a:spcBef>
                <a:spcPts val="0"/>
              </a:spcBef>
              <a:spcAft>
                <a:spcPts val="0"/>
              </a:spcAft>
              <a:buSzPts val="1200"/>
              <a:buChar char="○"/>
              <a:defRPr sz="1200"/>
            </a:lvl5pPr>
            <a:lvl6pPr marL="2743200" lvl="5" indent="-304800" rtl="0">
              <a:spcBef>
                <a:spcPts val="0"/>
              </a:spcBef>
              <a:spcAft>
                <a:spcPts val="0"/>
              </a:spcAft>
              <a:buSzPts val="1200"/>
              <a:buChar char="■"/>
              <a:defRPr sz="1200"/>
            </a:lvl6pPr>
            <a:lvl7pPr marL="3200400" lvl="6" indent="-304800" rtl="0">
              <a:spcBef>
                <a:spcPts val="0"/>
              </a:spcBef>
              <a:spcAft>
                <a:spcPts val="0"/>
              </a:spcAft>
              <a:buSzPts val="1200"/>
              <a:buChar char="●"/>
              <a:defRPr sz="1200"/>
            </a:lvl7pPr>
            <a:lvl8pPr marL="3657600" lvl="7" indent="-304800" rtl="0">
              <a:spcBef>
                <a:spcPts val="0"/>
              </a:spcBef>
              <a:spcAft>
                <a:spcPts val="0"/>
              </a:spcAft>
              <a:buSzPts val="1200"/>
              <a:buChar char="○"/>
              <a:defRPr sz="1200"/>
            </a:lvl8pPr>
            <a:lvl9pPr marL="4114800" lvl="8" indent="-304800" rtl="0">
              <a:spcBef>
                <a:spcPts val="0"/>
              </a:spcBef>
              <a:spcAft>
                <a:spcPts val="0"/>
              </a:spcAft>
              <a:buSzPts val="1200"/>
              <a:buChar char="■"/>
              <a:defRPr sz="1200"/>
            </a:lvl9pPr>
          </a:lstStyle>
          <a:p>
            <a:endParaRPr/>
          </a:p>
        </p:txBody>
      </p:sp>
      <p:sp>
        <p:nvSpPr>
          <p:cNvPr id="969" name="Google Shape;969;p82"/>
          <p:cNvSpPr txBox="1">
            <a:spLocks noGrp="1"/>
          </p:cNvSpPr>
          <p:nvPr>
            <p:ph type="body" idx="6"/>
          </p:nvPr>
        </p:nvSpPr>
        <p:spPr>
          <a:xfrm>
            <a:off x="6296850" y="1665475"/>
            <a:ext cx="2282700" cy="2586600"/>
          </a:xfrm>
          <a:prstGeom prst="rect">
            <a:avLst/>
          </a:prstGeom>
        </p:spPr>
        <p:txBody>
          <a:bodyPr spcFirstLastPara="1" wrap="square" lIns="0" tIns="0" rIns="0" bIns="0" anchor="t" anchorCtr="0">
            <a:normAutofit/>
          </a:bodyPr>
          <a:lstStyle>
            <a:lvl1pPr marL="457200" lvl="0" indent="-317500" rtl="0">
              <a:spcBef>
                <a:spcPts val="0"/>
              </a:spcBef>
              <a:spcAft>
                <a:spcPts val="0"/>
              </a:spcAft>
              <a:buSzPts val="1400"/>
              <a:buChar char="■"/>
              <a:defRPr sz="1400"/>
            </a:lvl1pPr>
            <a:lvl2pPr marL="914400" lvl="1" indent="-304800" rtl="0">
              <a:spcBef>
                <a:spcPts val="0"/>
              </a:spcBef>
              <a:spcAft>
                <a:spcPts val="0"/>
              </a:spcAft>
              <a:buSzPts val="1200"/>
              <a:buChar char="■"/>
              <a:defRPr sz="1200"/>
            </a:lvl2pPr>
            <a:lvl3pPr marL="1371600" lvl="2" indent="-304800" rtl="0">
              <a:spcBef>
                <a:spcPts val="0"/>
              </a:spcBef>
              <a:spcAft>
                <a:spcPts val="0"/>
              </a:spcAft>
              <a:buClr>
                <a:schemeClr val="dk2"/>
              </a:buClr>
              <a:buSzPts val="1200"/>
              <a:buChar char="■"/>
              <a:defRPr sz="1200"/>
            </a:lvl3pPr>
            <a:lvl4pPr marL="1828800" lvl="3" indent="-304800" rtl="0">
              <a:spcBef>
                <a:spcPts val="0"/>
              </a:spcBef>
              <a:spcAft>
                <a:spcPts val="0"/>
              </a:spcAft>
              <a:buClr>
                <a:schemeClr val="dk1"/>
              </a:buClr>
              <a:buSzPts val="1200"/>
              <a:buChar char="●"/>
              <a:defRPr sz="1200"/>
            </a:lvl4pPr>
            <a:lvl5pPr marL="2286000" lvl="4" indent="-304800" rtl="0">
              <a:spcBef>
                <a:spcPts val="0"/>
              </a:spcBef>
              <a:spcAft>
                <a:spcPts val="0"/>
              </a:spcAft>
              <a:buSzPts val="1200"/>
              <a:buChar char="○"/>
              <a:defRPr sz="1200"/>
            </a:lvl5pPr>
            <a:lvl6pPr marL="2743200" lvl="5" indent="-304800" rtl="0">
              <a:spcBef>
                <a:spcPts val="0"/>
              </a:spcBef>
              <a:spcAft>
                <a:spcPts val="0"/>
              </a:spcAft>
              <a:buSzPts val="1200"/>
              <a:buChar char="■"/>
              <a:defRPr sz="1200"/>
            </a:lvl6pPr>
            <a:lvl7pPr marL="3200400" lvl="6" indent="-304800" rtl="0">
              <a:spcBef>
                <a:spcPts val="0"/>
              </a:spcBef>
              <a:spcAft>
                <a:spcPts val="0"/>
              </a:spcAft>
              <a:buSzPts val="1200"/>
              <a:buChar char="●"/>
              <a:defRPr sz="1200"/>
            </a:lvl7pPr>
            <a:lvl8pPr marL="3657600" lvl="7" indent="-304800" rtl="0">
              <a:spcBef>
                <a:spcPts val="0"/>
              </a:spcBef>
              <a:spcAft>
                <a:spcPts val="0"/>
              </a:spcAft>
              <a:buSzPts val="1200"/>
              <a:buChar char="○"/>
              <a:defRPr sz="1200"/>
            </a:lvl8pPr>
            <a:lvl9pPr marL="4114800" lvl="8" indent="-304800" rtl="0">
              <a:spcBef>
                <a:spcPts val="0"/>
              </a:spcBef>
              <a:spcAft>
                <a:spcPts val="0"/>
              </a:spcAft>
              <a:buSzPts val="1200"/>
              <a:buChar char="■"/>
              <a:defRPr sz="1200"/>
            </a:lvl9pPr>
          </a:lstStyle>
          <a:p>
            <a:endParaRPr/>
          </a:p>
        </p:txBody>
      </p:sp>
    </p:spTree>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matchingName="3 Column Simple">
  <p:cSld name="TITLE_ONLY_1_6_1_1_1">
    <p:bg>
      <p:bgPr>
        <a:solidFill>
          <a:schemeClr val="dk1"/>
        </a:solidFill>
        <a:effectLst/>
      </p:bgPr>
    </p:bg>
    <p:spTree>
      <p:nvGrpSpPr>
        <p:cNvPr id="1" name="Shape 970"/>
        <p:cNvGrpSpPr/>
        <p:nvPr/>
      </p:nvGrpSpPr>
      <p:grpSpPr>
        <a:xfrm>
          <a:off x="0" y="0"/>
          <a:ext cx="0" cy="0"/>
          <a:chOff x="0" y="0"/>
          <a:chExt cx="0" cy="0"/>
        </a:xfrm>
      </p:grpSpPr>
      <p:sp>
        <p:nvSpPr>
          <p:cNvPr id="971" name="Google Shape;971;p83"/>
          <p:cNvSpPr/>
          <p:nvPr/>
        </p:nvSpPr>
        <p:spPr>
          <a:xfrm>
            <a:off x="0" y="-8825"/>
            <a:ext cx="9144000" cy="9546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BM Plex Sans"/>
              <a:ea typeface="IBM Plex Sans"/>
              <a:cs typeface="IBM Plex Sans"/>
              <a:sym typeface="IBM Plex Sans"/>
            </a:endParaRPr>
          </a:p>
        </p:txBody>
      </p:sp>
      <p:sp>
        <p:nvSpPr>
          <p:cNvPr id="972" name="Google Shape;972;p83"/>
          <p:cNvSpPr txBox="1">
            <a:spLocks noGrp="1"/>
          </p:cNvSpPr>
          <p:nvPr>
            <p:ph type="title"/>
          </p:nvPr>
        </p:nvSpPr>
        <p:spPr>
          <a:xfrm>
            <a:off x="457200" y="114300"/>
            <a:ext cx="8229600" cy="903300"/>
          </a:xfrm>
          <a:prstGeom prst="rect">
            <a:avLst/>
          </a:prstGeom>
        </p:spPr>
        <p:txBody>
          <a:bodyPr spcFirstLastPara="1" wrap="square" lIns="0" tIns="0" rIns="0" bIns="0" anchor="t" anchorCtr="0">
            <a:normAutofit/>
          </a:bodyPr>
          <a:lstStyle>
            <a:lvl1pPr lvl="0" rtl="0">
              <a:spcBef>
                <a:spcPts val="0"/>
              </a:spcBef>
              <a:spcAft>
                <a:spcPts val="0"/>
              </a:spcAft>
              <a:buSzPts val="34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pic>
        <p:nvPicPr>
          <p:cNvPr id="973" name="Google Shape;973;p83"/>
          <p:cNvPicPr preferRelativeResize="0"/>
          <p:nvPr/>
        </p:nvPicPr>
        <p:blipFill>
          <a:blip r:embed="rId2">
            <a:alphaModFix/>
          </a:blip>
          <a:stretch>
            <a:fillRect/>
          </a:stretch>
        </p:blipFill>
        <p:spPr>
          <a:xfrm>
            <a:off x="8544852" y="62010"/>
            <a:ext cx="599140" cy="599141"/>
          </a:xfrm>
          <a:prstGeom prst="rect">
            <a:avLst/>
          </a:prstGeom>
          <a:noFill/>
          <a:ln>
            <a:noFill/>
          </a:ln>
        </p:spPr>
      </p:pic>
      <p:sp>
        <p:nvSpPr>
          <p:cNvPr id="974" name="Google Shape;974;p83"/>
          <p:cNvSpPr/>
          <p:nvPr/>
        </p:nvSpPr>
        <p:spPr>
          <a:xfrm>
            <a:off x="3020963" y="929952"/>
            <a:ext cx="39300" cy="4213500"/>
          </a:xfrm>
          <a:prstGeom prst="rect">
            <a:avLst/>
          </a:prstGeom>
          <a:solidFill>
            <a:srgbClr val="F7F7F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5" name="Google Shape;975;p83"/>
          <p:cNvSpPr/>
          <p:nvPr/>
        </p:nvSpPr>
        <p:spPr>
          <a:xfrm>
            <a:off x="6083663" y="929952"/>
            <a:ext cx="39300" cy="4213500"/>
          </a:xfrm>
          <a:prstGeom prst="rect">
            <a:avLst/>
          </a:prstGeom>
          <a:solidFill>
            <a:srgbClr val="F7F7F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6" name="Google Shape;976;p83"/>
          <p:cNvSpPr txBox="1">
            <a:spLocks noGrp="1"/>
          </p:cNvSpPr>
          <p:nvPr>
            <p:ph type="subTitle" idx="1"/>
          </p:nvPr>
        </p:nvSpPr>
        <p:spPr>
          <a:xfrm>
            <a:off x="304800" y="1218199"/>
            <a:ext cx="2466600" cy="855000"/>
          </a:xfrm>
          <a:prstGeom prst="rect">
            <a:avLst/>
          </a:prstGeom>
        </p:spPr>
        <p:txBody>
          <a:bodyPr spcFirstLastPara="1" wrap="square" lIns="0" tIns="0" rIns="0" bIns="0" anchor="t" anchorCtr="0">
            <a:normAutofit/>
          </a:bodyPr>
          <a:lstStyle>
            <a:lvl1pPr lvl="0" rtl="0">
              <a:lnSpc>
                <a:spcPct val="100000"/>
              </a:lnSpc>
              <a:spcBef>
                <a:spcPts val="0"/>
              </a:spcBef>
              <a:spcAft>
                <a:spcPts val="0"/>
              </a:spcAft>
              <a:buClr>
                <a:schemeClr val="lt2"/>
              </a:buClr>
              <a:buSzPts val="1600"/>
              <a:buFont typeface="IBM Plex Sans Medium"/>
              <a:buNone/>
              <a:defRPr>
                <a:solidFill>
                  <a:schemeClr val="lt2"/>
                </a:solidFill>
                <a:latin typeface="IBM Plex Sans Medium"/>
                <a:ea typeface="IBM Plex Sans Medium"/>
                <a:cs typeface="IBM Plex Sans Medium"/>
                <a:sym typeface="IBM Plex Sans Medium"/>
              </a:defRPr>
            </a:lvl1pPr>
            <a:lvl2pPr lvl="1" rtl="0">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2pPr>
            <a:lvl3pPr lvl="2" rtl="0">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3pPr>
            <a:lvl4pPr lvl="3" rtl="0">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4pPr>
            <a:lvl5pPr lvl="4" rtl="0">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5pPr>
            <a:lvl6pPr lvl="5" rtl="0">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6pPr>
            <a:lvl7pPr lvl="6" rtl="0">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7pPr>
            <a:lvl8pPr lvl="7" rtl="0">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8pPr>
            <a:lvl9pPr lvl="8" rtl="0">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9pPr>
          </a:lstStyle>
          <a:p>
            <a:endParaRPr/>
          </a:p>
        </p:txBody>
      </p:sp>
      <p:sp>
        <p:nvSpPr>
          <p:cNvPr id="977" name="Google Shape;977;p83"/>
          <p:cNvSpPr txBox="1">
            <a:spLocks noGrp="1"/>
          </p:cNvSpPr>
          <p:nvPr>
            <p:ph type="body" idx="2"/>
          </p:nvPr>
        </p:nvSpPr>
        <p:spPr>
          <a:xfrm>
            <a:off x="304800" y="2073201"/>
            <a:ext cx="2467800" cy="2732400"/>
          </a:xfrm>
          <a:prstGeom prst="rect">
            <a:avLst/>
          </a:prstGeom>
        </p:spPr>
        <p:txBody>
          <a:bodyPr spcFirstLastPara="1" wrap="square" lIns="0" tIns="0" rIns="0" bIns="0" anchor="t" anchorCtr="0">
            <a:normAutofit/>
          </a:bodyPr>
          <a:lstStyle>
            <a:lvl1pPr marL="457200" lvl="0" indent="-317500" rtl="0">
              <a:spcBef>
                <a:spcPts val="0"/>
              </a:spcBef>
              <a:spcAft>
                <a:spcPts val="0"/>
              </a:spcAft>
              <a:buSzPts val="1400"/>
              <a:buChar char="■"/>
              <a:defRPr sz="1400">
                <a:solidFill>
                  <a:schemeClr val="lt1"/>
                </a:solidFill>
              </a:defRPr>
            </a:lvl1pPr>
            <a:lvl2pPr marL="914400" lvl="1" indent="-317500" rtl="0">
              <a:spcBef>
                <a:spcPts val="0"/>
              </a:spcBef>
              <a:spcAft>
                <a:spcPts val="0"/>
              </a:spcAft>
              <a:buClr>
                <a:schemeClr val="lt1"/>
              </a:buClr>
              <a:buSzPts val="1400"/>
              <a:buChar char="■"/>
              <a:defRPr>
                <a:solidFill>
                  <a:schemeClr val="lt1"/>
                </a:solidFill>
              </a:defRPr>
            </a:lvl2pPr>
            <a:lvl3pPr marL="1371600" lvl="2" indent="-317500" rtl="0">
              <a:spcBef>
                <a:spcPts val="0"/>
              </a:spcBef>
              <a:spcAft>
                <a:spcPts val="0"/>
              </a:spcAft>
              <a:buClr>
                <a:schemeClr val="lt1"/>
              </a:buClr>
              <a:buSzPts val="1400"/>
              <a:buChar char="■"/>
              <a:defRPr>
                <a:solidFill>
                  <a:schemeClr val="lt1"/>
                </a:solidFill>
              </a:defRPr>
            </a:lvl3pPr>
            <a:lvl4pPr marL="1828800" lvl="3" indent="-317500" rtl="0">
              <a:spcBef>
                <a:spcPts val="0"/>
              </a:spcBef>
              <a:spcAft>
                <a:spcPts val="0"/>
              </a:spcAft>
              <a:buClr>
                <a:schemeClr val="lt1"/>
              </a:buClr>
              <a:buSzPts val="1400"/>
              <a:buChar char="●"/>
              <a:defRPr>
                <a:solidFill>
                  <a:schemeClr val="lt1"/>
                </a:solidFill>
              </a:defRPr>
            </a:lvl4pPr>
            <a:lvl5pPr marL="2286000" lvl="4" indent="-317500" rtl="0">
              <a:spcBef>
                <a:spcPts val="0"/>
              </a:spcBef>
              <a:spcAft>
                <a:spcPts val="0"/>
              </a:spcAft>
              <a:buClr>
                <a:schemeClr val="lt1"/>
              </a:buClr>
              <a:buSzPts val="1400"/>
              <a:buChar char="○"/>
              <a:defRPr>
                <a:solidFill>
                  <a:schemeClr val="lt1"/>
                </a:solidFill>
              </a:defRPr>
            </a:lvl5pPr>
            <a:lvl6pPr marL="2743200" lvl="5" indent="-317500" rtl="0">
              <a:spcBef>
                <a:spcPts val="0"/>
              </a:spcBef>
              <a:spcAft>
                <a:spcPts val="0"/>
              </a:spcAft>
              <a:buClr>
                <a:schemeClr val="lt1"/>
              </a:buClr>
              <a:buSzPts val="1400"/>
              <a:buChar char="■"/>
              <a:defRPr>
                <a:solidFill>
                  <a:schemeClr val="lt1"/>
                </a:solidFill>
              </a:defRPr>
            </a:lvl6pPr>
            <a:lvl7pPr marL="3200400" lvl="6" indent="-317500" rtl="0">
              <a:spcBef>
                <a:spcPts val="0"/>
              </a:spcBef>
              <a:spcAft>
                <a:spcPts val="0"/>
              </a:spcAft>
              <a:buClr>
                <a:schemeClr val="lt1"/>
              </a:buClr>
              <a:buSzPts val="1400"/>
              <a:buChar char="●"/>
              <a:defRPr>
                <a:solidFill>
                  <a:schemeClr val="lt1"/>
                </a:solidFill>
              </a:defRPr>
            </a:lvl7pPr>
            <a:lvl8pPr marL="3657600" lvl="7" indent="-317500" rtl="0">
              <a:spcBef>
                <a:spcPts val="0"/>
              </a:spcBef>
              <a:spcAft>
                <a:spcPts val="0"/>
              </a:spcAft>
              <a:buClr>
                <a:schemeClr val="lt1"/>
              </a:buClr>
              <a:buSzPts val="1400"/>
              <a:buChar char="○"/>
              <a:defRPr>
                <a:solidFill>
                  <a:schemeClr val="lt1"/>
                </a:solidFill>
              </a:defRPr>
            </a:lvl8pPr>
            <a:lvl9pPr marL="4114800" lvl="8" indent="-317500" rtl="0">
              <a:spcBef>
                <a:spcPts val="0"/>
              </a:spcBef>
              <a:spcAft>
                <a:spcPts val="0"/>
              </a:spcAft>
              <a:buClr>
                <a:schemeClr val="lt1"/>
              </a:buClr>
              <a:buSzPts val="1400"/>
              <a:buChar char="■"/>
              <a:defRPr>
                <a:solidFill>
                  <a:schemeClr val="lt1"/>
                </a:solidFill>
              </a:defRPr>
            </a:lvl9pPr>
          </a:lstStyle>
          <a:p>
            <a:endParaRPr/>
          </a:p>
        </p:txBody>
      </p:sp>
      <p:sp>
        <p:nvSpPr>
          <p:cNvPr id="978" name="Google Shape;978;p83"/>
          <p:cNvSpPr txBox="1">
            <a:spLocks noGrp="1"/>
          </p:cNvSpPr>
          <p:nvPr>
            <p:ph type="subTitle" idx="3"/>
          </p:nvPr>
        </p:nvSpPr>
        <p:spPr>
          <a:xfrm>
            <a:off x="3332313" y="1218199"/>
            <a:ext cx="2466600" cy="855000"/>
          </a:xfrm>
          <a:prstGeom prst="rect">
            <a:avLst/>
          </a:prstGeom>
        </p:spPr>
        <p:txBody>
          <a:bodyPr spcFirstLastPara="1" wrap="square" lIns="0" tIns="0" rIns="0" bIns="0" anchor="t" anchorCtr="0">
            <a:normAutofit/>
          </a:bodyPr>
          <a:lstStyle>
            <a:lvl1pPr lvl="0" rtl="0">
              <a:lnSpc>
                <a:spcPct val="100000"/>
              </a:lnSpc>
              <a:spcBef>
                <a:spcPts val="0"/>
              </a:spcBef>
              <a:spcAft>
                <a:spcPts val="0"/>
              </a:spcAft>
              <a:buClr>
                <a:schemeClr val="lt2"/>
              </a:buClr>
              <a:buSzPts val="1600"/>
              <a:buFont typeface="IBM Plex Sans Medium"/>
              <a:buNone/>
              <a:defRPr>
                <a:solidFill>
                  <a:schemeClr val="lt2"/>
                </a:solidFill>
                <a:latin typeface="IBM Plex Sans Medium"/>
                <a:ea typeface="IBM Plex Sans Medium"/>
                <a:cs typeface="IBM Plex Sans Medium"/>
                <a:sym typeface="IBM Plex Sans Medium"/>
              </a:defRPr>
            </a:lvl1pPr>
            <a:lvl2pPr lvl="1" rtl="0">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2pPr>
            <a:lvl3pPr lvl="2" rtl="0">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3pPr>
            <a:lvl4pPr lvl="3" rtl="0">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4pPr>
            <a:lvl5pPr lvl="4" rtl="0">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5pPr>
            <a:lvl6pPr lvl="5" rtl="0">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6pPr>
            <a:lvl7pPr lvl="6" rtl="0">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7pPr>
            <a:lvl8pPr lvl="7" rtl="0">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8pPr>
            <a:lvl9pPr lvl="8" rtl="0">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9pPr>
          </a:lstStyle>
          <a:p>
            <a:endParaRPr/>
          </a:p>
        </p:txBody>
      </p:sp>
      <p:sp>
        <p:nvSpPr>
          <p:cNvPr id="979" name="Google Shape;979;p83"/>
          <p:cNvSpPr txBox="1">
            <a:spLocks noGrp="1"/>
          </p:cNvSpPr>
          <p:nvPr>
            <p:ph type="body" idx="4"/>
          </p:nvPr>
        </p:nvSpPr>
        <p:spPr>
          <a:xfrm>
            <a:off x="3332313" y="2073201"/>
            <a:ext cx="2467800" cy="2732400"/>
          </a:xfrm>
          <a:prstGeom prst="rect">
            <a:avLst/>
          </a:prstGeom>
        </p:spPr>
        <p:txBody>
          <a:bodyPr spcFirstLastPara="1" wrap="square" lIns="0" tIns="0" rIns="0" bIns="0" anchor="t" anchorCtr="0">
            <a:normAutofit/>
          </a:bodyPr>
          <a:lstStyle>
            <a:lvl1pPr marL="457200" lvl="0" indent="-317500" rtl="0">
              <a:spcBef>
                <a:spcPts val="0"/>
              </a:spcBef>
              <a:spcAft>
                <a:spcPts val="0"/>
              </a:spcAft>
              <a:buSzPts val="1400"/>
              <a:buChar char="■"/>
              <a:defRPr sz="1400">
                <a:solidFill>
                  <a:schemeClr val="lt1"/>
                </a:solidFill>
              </a:defRPr>
            </a:lvl1pPr>
            <a:lvl2pPr marL="914400" lvl="1" indent="-317500" rtl="0">
              <a:spcBef>
                <a:spcPts val="0"/>
              </a:spcBef>
              <a:spcAft>
                <a:spcPts val="0"/>
              </a:spcAft>
              <a:buClr>
                <a:schemeClr val="lt1"/>
              </a:buClr>
              <a:buSzPts val="1400"/>
              <a:buChar char="■"/>
              <a:defRPr>
                <a:solidFill>
                  <a:schemeClr val="lt1"/>
                </a:solidFill>
              </a:defRPr>
            </a:lvl2pPr>
            <a:lvl3pPr marL="1371600" lvl="2" indent="-317500" rtl="0">
              <a:spcBef>
                <a:spcPts val="0"/>
              </a:spcBef>
              <a:spcAft>
                <a:spcPts val="0"/>
              </a:spcAft>
              <a:buClr>
                <a:schemeClr val="lt1"/>
              </a:buClr>
              <a:buSzPts val="1400"/>
              <a:buChar char="■"/>
              <a:defRPr>
                <a:solidFill>
                  <a:schemeClr val="lt1"/>
                </a:solidFill>
              </a:defRPr>
            </a:lvl3pPr>
            <a:lvl4pPr marL="1828800" lvl="3" indent="-317500" rtl="0">
              <a:spcBef>
                <a:spcPts val="0"/>
              </a:spcBef>
              <a:spcAft>
                <a:spcPts val="0"/>
              </a:spcAft>
              <a:buClr>
                <a:schemeClr val="lt1"/>
              </a:buClr>
              <a:buSzPts val="1400"/>
              <a:buChar char="●"/>
              <a:defRPr>
                <a:solidFill>
                  <a:schemeClr val="lt1"/>
                </a:solidFill>
              </a:defRPr>
            </a:lvl4pPr>
            <a:lvl5pPr marL="2286000" lvl="4" indent="-317500" rtl="0">
              <a:spcBef>
                <a:spcPts val="0"/>
              </a:spcBef>
              <a:spcAft>
                <a:spcPts val="0"/>
              </a:spcAft>
              <a:buClr>
                <a:schemeClr val="lt1"/>
              </a:buClr>
              <a:buSzPts val="1400"/>
              <a:buChar char="○"/>
              <a:defRPr>
                <a:solidFill>
                  <a:schemeClr val="lt1"/>
                </a:solidFill>
              </a:defRPr>
            </a:lvl5pPr>
            <a:lvl6pPr marL="2743200" lvl="5" indent="-317500" rtl="0">
              <a:spcBef>
                <a:spcPts val="0"/>
              </a:spcBef>
              <a:spcAft>
                <a:spcPts val="0"/>
              </a:spcAft>
              <a:buClr>
                <a:schemeClr val="lt1"/>
              </a:buClr>
              <a:buSzPts val="1400"/>
              <a:buChar char="■"/>
              <a:defRPr>
                <a:solidFill>
                  <a:schemeClr val="lt1"/>
                </a:solidFill>
              </a:defRPr>
            </a:lvl6pPr>
            <a:lvl7pPr marL="3200400" lvl="6" indent="-317500" rtl="0">
              <a:spcBef>
                <a:spcPts val="0"/>
              </a:spcBef>
              <a:spcAft>
                <a:spcPts val="0"/>
              </a:spcAft>
              <a:buClr>
                <a:schemeClr val="lt1"/>
              </a:buClr>
              <a:buSzPts val="1400"/>
              <a:buChar char="●"/>
              <a:defRPr>
                <a:solidFill>
                  <a:schemeClr val="lt1"/>
                </a:solidFill>
              </a:defRPr>
            </a:lvl7pPr>
            <a:lvl8pPr marL="3657600" lvl="7" indent="-317500" rtl="0">
              <a:spcBef>
                <a:spcPts val="0"/>
              </a:spcBef>
              <a:spcAft>
                <a:spcPts val="0"/>
              </a:spcAft>
              <a:buClr>
                <a:schemeClr val="lt1"/>
              </a:buClr>
              <a:buSzPts val="1400"/>
              <a:buChar char="○"/>
              <a:defRPr>
                <a:solidFill>
                  <a:schemeClr val="lt1"/>
                </a:solidFill>
              </a:defRPr>
            </a:lvl8pPr>
            <a:lvl9pPr marL="4114800" lvl="8" indent="-317500" rtl="0">
              <a:spcBef>
                <a:spcPts val="0"/>
              </a:spcBef>
              <a:spcAft>
                <a:spcPts val="0"/>
              </a:spcAft>
              <a:buClr>
                <a:schemeClr val="lt1"/>
              </a:buClr>
              <a:buSzPts val="1400"/>
              <a:buChar char="■"/>
              <a:defRPr>
                <a:solidFill>
                  <a:schemeClr val="lt1"/>
                </a:solidFill>
              </a:defRPr>
            </a:lvl9pPr>
          </a:lstStyle>
          <a:p>
            <a:endParaRPr/>
          </a:p>
        </p:txBody>
      </p:sp>
      <p:sp>
        <p:nvSpPr>
          <p:cNvPr id="980" name="Google Shape;980;p83"/>
          <p:cNvSpPr txBox="1">
            <a:spLocks noGrp="1"/>
          </p:cNvSpPr>
          <p:nvPr>
            <p:ph type="subTitle" idx="5"/>
          </p:nvPr>
        </p:nvSpPr>
        <p:spPr>
          <a:xfrm>
            <a:off x="6394988" y="1218199"/>
            <a:ext cx="2466600" cy="855000"/>
          </a:xfrm>
          <a:prstGeom prst="rect">
            <a:avLst/>
          </a:prstGeom>
        </p:spPr>
        <p:txBody>
          <a:bodyPr spcFirstLastPara="1" wrap="square" lIns="0" tIns="0" rIns="0" bIns="0" anchor="t" anchorCtr="0">
            <a:normAutofit/>
          </a:bodyPr>
          <a:lstStyle>
            <a:lvl1pPr lvl="0" rtl="0">
              <a:lnSpc>
                <a:spcPct val="100000"/>
              </a:lnSpc>
              <a:spcBef>
                <a:spcPts val="0"/>
              </a:spcBef>
              <a:spcAft>
                <a:spcPts val="0"/>
              </a:spcAft>
              <a:buClr>
                <a:schemeClr val="lt2"/>
              </a:buClr>
              <a:buSzPts val="1600"/>
              <a:buFont typeface="IBM Plex Sans Medium"/>
              <a:buNone/>
              <a:defRPr>
                <a:solidFill>
                  <a:schemeClr val="lt2"/>
                </a:solidFill>
                <a:latin typeface="IBM Plex Sans Medium"/>
                <a:ea typeface="IBM Plex Sans Medium"/>
                <a:cs typeface="IBM Plex Sans Medium"/>
                <a:sym typeface="IBM Plex Sans Medium"/>
              </a:defRPr>
            </a:lvl1pPr>
            <a:lvl2pPr lvl="1" rtl="0">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2pPr>
            <a:lvl3pPr lvl="2" rtl="0">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3pPr>
            <a:lvl4pPr lvl="3" rtl="0">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4pPr>
            <a:lvl5pPr lvl="4" rtl="0">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5pPr>
            <a:lvl6pPr lvl="5" rtl="0">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6pPr>
            <a:lvl7pPr lvl="6" rtl="0">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7pPr>
            <a:lvl8pPr lvl="7" rtl="0">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8pPr>
            <a:lvl9pPr lvl="8" rtl="0">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9pPr>
          </a:lstStyle>
          <a:p>
            <a:endParaRPr/>
          </a:p>
        </p:txBody>
      </p:sp>
      <p:sp>
        <p:nvSpPr>
          <p:cNvPr id="981" name="Google Shape;981;p83"/>
          <p:cNvSpPr txBox="1">
            <a:spLocks noGrp="1"/>
          </p:cNvSpPr>
          <p:nvPr>
            <p:ph type="body" idx="6"/>
          </p:nvPr>
        </p:nvSpPr>
        <p:spPr>
          <a:xfrm>
            <a:off x="6394988" y="2073201"/>
            <a:ext cx="2467800" cy="2732400"/>
          </a:xfrm>
          <a:prstGeom prst="rect">
            <a:avLst/>
          </a:prstGeom>
        </p:spPr>
        <p:txBody>
          <a:bodyPr spcFirstLastPara="1" wrap="square" lIns="0" tIns="0" rIns="0" bIns="0" anchor="t" anchorCtr="0">
            <a:normAutofit/>
          </a:bodyPr>
          <a:lstStyle>
            <a:lvl1pPr marL="457200" lvl="0" indent="-317500" rtl="0">
              <a:spcBef>
                <a:spcPts val="0"/>
              </a:spcBef>
              <a:spcAft>
                <a:spcPts val="0"/>
              </a:spcAft>
              <a:buSzPts val="1400"/>
              <a:buChar char="■"/>
              <a:defRPr sz="1400">
                <a:solidFill>
                  <a:schemeClr val="lt1"/>
                </a:solidFill>
              </a:defRPr>
            </a:lvl1pPr>
            <a:lvl2pPr marL="914400" lvl="1" indent="-317500" rtl="0">
              <a:spcBef>
                <a:spcPts val="0"/>
              </a:spcBef>
              <a:spcAft>
                <a:spcPts val="0"/>
              </a:spcAft>
              <a:buClr>
                <a:schemeClr val="lt1"/>
              </a:buClr>
              <a:buSzPts val="1400"/>
              <a:buChar char="■"/>
              <a:defRPr>
                <a:solidFill>
                  <a:schemeClr val="lt1"/>
                </a:solidFill>
              </a:defRPr>
            </a:lvl2pPr>
            <a:lvl3pPr marL="1371600" lvl="2" indent="-317500" rtl="0">
              <a:spcBef>
                <a:spcPts val="0"/>
              </a:spcBef>
              <a:spcAft>
                <a:spcPts val="0"/>
              </a:spcAft>
              <a:buClr>
                <a:schemeClr val="lt1"/>
              </a:buClr>
              <a:buSzPts val="1400"/>
              <a:buChar char="■"/>
              <a:defRPr>
                <a:solidFill>
                  <a:schemeClr val="lt1"/>
                </a:solidFill>
              </a:defRPr>
            </a:lvl3pPr>
            <a:lvl4pPr marL="1828800" lvl="3" indent="-317500" rtl="0">
              <a:spcBef>
                <a:spcPts val="0"/>
              </a:spcBef>
              <a:spcAft>
                <a:spcPts val="0"/>
              </a:spcAft>
              <a:buClr>
                <a:schemeClr val="lt1"/>
              </a:buClr>
              <a:buSzPts val="1400"/>
              <a:buChar char="●"/>
              <a:defRPr>
                <a:solidFill>
                  <a:schemeClr val="lt1"/>
                </a:solidFill>
              </a:defRPr>
            </a:lvl4pPr>
            <a:lvl5pPr marL="2286000" lvl="4" indent="-317500" rtl="0">
              <a:spcBef>
                <a:spcPts val="0"/>
              </a:spcBef>
              <a:spcAft>
                <a:spcPts val="0"/>
              </a:spcAft>
              <a:buClr>
                <a:schemeClr val="lt1"/>
              </a:buClr>
              <a:buSzPts val="1400"/>
              <a:buChar char="○"/>
              <a:defRPr>
                <a:solidFill>
                  <a:schemeClr val="lt1"/>
                </a:solidFill>
              </a:defRPr>
            </a:lvl5pPr>
            <a:lvl6pPr marL="2743200" lvl="5" indent="-317500" rtl="0">
              <a:spcBef>
                <a:spcPts val="0"/>
              </a:spcBef>
              <a:spcAft>
                <a:spcPts val="0"/>
              </a:spcAft>
              <a:buClr>
                <a:schemeClr val="lt1"/>
              </a:buClr>
              <a:buSzPts val="1400"/>
              <a:buChar char="■"/>
              <a:defRPr>
                <a:solidFill>
                  <a:schemeClr val="lt1"/>
                </a:solidFill>
              </a:defRPr>
            </a:lvl6pPr>
            <a:lvl7pPr marL="3200400" lvl="6" indent="-317500" rtl="0">
              <a:spcBef>
                <a:spcPts val="0"/>
              </a:spcBef>
              <a:spcAft>
                <a:spcPts val="0"/>
              </a:spcAft>
              <a:buClr>
                <a:schemeClr val="lt1"/>
              </a:buClr>
              <a:buSzPts val="1400"/>
              <a:buChar char="●"/>
              <a:defRPr>
                <a:solidFill>
                  <a:schemeClr val="lt1"/>
                </a:solidFill>
              </a:defRPr>
            </a:lvl7pPr>
            <a:lvl8pPr marL="3657600" lvl="7" indent="-317500" rtl="0">
              <a:spcBef>
                <a:spcPts val="0"/>
              </a:spcBef>
              <a:spcAft>
                <a:spcPts val="0"/>
              </a:spcAft>
              <a:buClr>
                <a:schemeClr val="lt1"/>
              </a:buClr>
              <a:buSzPts val="1400"/>
              <a:buChar char="○"/>
              <a:defRPr>
                <a:solidFill>
                  <a:schemeClr val="lt1"/>
                </a:solidFill>
              </a:defRPr>
            </a:lvl8pPr>
            <a:lvl9pPr marL="4114800" lvl="8" indent="-317500" rtl="0">
              <a:spcBef>
                <a:spcPts val="0"/>
              </a:spcBef>
              <a:spcAft>
                <a:spcPts val="0"/>
              </a:spcAft>
              <a:buClr>
                <a:schemeClr val="lt1"/>
              </a:buClr>
              <a:buSzPts val="1400"/>
              <a:buChar char="■"/>
              <a:defRPr>
                <a:solidFill>
                  <a:schemeClr val="lt1"/>
                </a:solidFill>
              </a:defRPr>
            </a:lvl9pPr>
          </a:lstStyle>
          <a:p>
            <a:endParaRPr/>
          </a:p>
        </p:txBody>
      </p:sp>
    </p:spTree>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matchingName="2 Column Simple">
  <p:cSld name="TITLE_ONLY_1_6_1_1_1_1">
    <p:bg>
      <p:bgPr>
        <a:solidFill>
          <a:schemeClr val="dk1"/>
        </a:solidFill>
        <a:effectLst/>
      </p:bgPr>
    </p:bg>
    <p:spTree>
      <p:nvGrpSpPr>
        <p:cNvPr id="1" name="Shape 982"/>
        <p:cNvGrpSpPr/>
        <p:nvPr/>
      </p:nvGrpSpPr>
      <p:grpSpPr>
        <a:xfrm>
          <a:off x="0" y="0"/>
          <a:ext cx="0" cy="0"/>
          <a:chOff x="0" y="0"/>
          <a:chExt cx="0" cy="0"/>
        </a:xfrm>
      </p:grpSpPr>
      <p:sp>
        <p:nvSpPr>
          <p:cNvPr id="983" name="Google Shape;983;p84"/>
          <p:cNvSpPr/>
          <p:nvPr/>
        </p:nvSpPr>
        <p:spPr>
          <a:xfrm>
            <a:off x="0" y="-8825"/>
            <a:ext cx="9144000" cy="9546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BM Plex Sans"/>
              <a:ea typeface="IBM Plex Sans"/>
              <a:cs typeface="IBM Plex Sans"/>
              <a:sym typeface="IBM Plex Sans"/>
            </a:endParaRPr>
          </a:p>
        </p:txBody>
      </p:sp>
      <p:sp>
        <p:nvSpPr>
          <p:cNvPr id="984" name="Google Shape;984;p84"/>
          <p:cNvSpPr txBox="1">
            <a:spLocks noGrp="1"/>
          </p:cNvSpPr>
          <p:nvPr>
            <p:ph type="title"/>
          </p:nvPr>
        </p:nvSpPr>
        <p:spPr>
          <a:xfrm>
            <a:off x="457200" y="114300"/>
            <a:ext cx="8229600" cy="903300"/>
          </a:xfrm>
          <a:prstGeom prst="rect">
            <a:avLst/>
          </a:prstGeom>
        </p:spPr>
        <p:txBody>
          <a:bodyPr spcFirstLastPara="1" wrap="square" lIns="0" tIns="0" rIns="0" bIns="0" anchor="t" anchorCtr="0">
            <a:normAutofit/>
          </a:bodyPr>
          <a:lstStyle>
            <a:lvl1pPr lvl="0" rtl="0">
              <a:spcBef>
                <a:spcPts val="0"/>
              </a:spcBef>
              <a:spcAft>
                <a:spcPts val="0"/>
              </a:spcAft>
              <a:buSzPts val="34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pic>
        <p:nvPicPr>
          <p:cNvPr id="985" name="Google Shape;985;p84"/>
          <p:cNvPicPr preferRelativeResize="0"/>
          <p:nvPr/>
        </p:nvPicPr>
        <p:blipFill>
          <a:blip r:embed="rId2">
            <a:alphaModFix/>
          </a:blip>
          <a:stretch>
            <a:fillRect/>
          </a:stretch>
        </p:blipFill>
        <p:spPr>
          <a:xfrm>
            <a:off x="8544852" y="62010"/>
            <a:ext cx="599140" cy="599141"/>
          </a:xfrm>
          <a:prstGeom prst="rect">
            <a:avLst/>
          </a:prstGeom>
          <a:noFill/>
          <a:ln>
            <a:noFill/>
          </a:ln>
        </p:spPr>
      </p:pic>
      <p:sp>
        <p:nvSpPr>
          <p:cNvPr id="986" name="Google Shape;986;p84"/>
          <p:cNvSpPr/>
          <p:nvPr/>
        </p:nvSpPr>
        <p:spPr>
          <a:xfrm>
            <a:off x="4552338" y="929952"/>
            <a:ext cx="39300" cy="4213500"/>
          </a:xfrm>
          <a:prstGeom prst="rect">
            <a:avLst/>
          </a:prstGeom>
          <a:solidFill>
            <a:srgbClr val="F7F7F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7" name="Google Shape;987;p84"/>
          <p:cNvSpPr txBox="1">
            <a:spLocks noGrp="1"/>
          </p:cNvSpPr>
          <p:nvPr>
            <p:ph type="subTitle" idx="1"/>
          </p:nvPr>
        </p:nvSpPr>
        <p:spPr>
          <a:xfrm>
            <a:off x="304800" y="1218200"/>
            <a:ext cx="3817200" cy="855000"/>
          </a:xfrm>
          <a:prstGeom prst="rect">
            <a:avLst/>
          </a:prstGeom>
        </p:spPr>
        <p:txBody>
          <a:bodyPr spcFirstLastPara="1" wrap="square" lIns="0" tIns="0" rIns="0" bIns="0" anchor="t" anchorCtr="0">
            <a:normAutofit/>
          </a:bodyPr>
          <a:lstStyle>
            <a:lvl1pPr lvl="0" rtl="0">
              <a:lnSpc>
                <a:spcPct val="100000"/>
              </a:lnSpc>
              <a:spcBef>
                <a:spcPts val="0"/>
              </a:spcBef>
              <a:spcAft>
                <a:spcPts val="0"/>
              </a:spcAft>
              <a:buClr>
                <a:schemeClr val="lt2"/>
              </a:buClr>
              <a:buSzPts val="1900"/>
              <a:buFont typeface="IBM Plex Sans Medium"/>
              <a:buNone/>
              <a:defRPr sz="1900">
                <a:solidFill>
                  <a:schemeClr val="lt2"/>
                </a:solidFill>
                <a:latin typeface="IBM Plex Sans Medium"/>
                <a:ea typeface="IBM Plex Sans Medium"/>
                <a:cs typeface="IBM Plex Sans Medium"/>
                <a:sym typeface="IBM Plex Sans Medium"/>
              </a:defRPr>
            </a:lvl1pPr>
            <a:lvl2pPr lvl="1" rtl="0">
              <a:lnSpc>
                <a:spcPct val="100000"/>
              </a:lnSpc>
              <a:spcBef>
                <a:spcPts val="0"/>
              </a:spcBef>
              <a:spcAft>
                <a:spcPts val="0"/>
              </a:spcAft>
              <a:buSzPts val="1700"/>
              <a:buFont typeface="IBM Plex Sans Medium"/>
              <a:buNone/>
              <a:defRPr sz="1700">
                <a:latin typeface="IBM Plex Sans Medium"/>
                <a:ea typeface="IBM Plex Sans Medium"/>
                <a:cs typeface="IBM Plex Sans Medium"/>
                <a:sym typeface="IBM Plex Sans Medium"/>
              </a:defRPr>
            </a:lvl2pPr>
            <a:lvl3pPr lvl="2" rtl="0">
              <a:lnSpc>
                <a:spcPct val="100000"/>
              </a:lnSpc>
              <a:spcBef>
                <a:spcPts val="0"/>
              </a:spcBef>
              <a:spcAft>
                <a:spcPts val="0"/>
              </a:spcAft>
              <a:buSzPts val="1700"/>
              <a:buFont typeface="IBM Plex Sans Medium"/>
              <a:buNone/>
              <a:defRPr sz="1700">
                <a:latin typeface="IBM Plex Sans Medium"/>
                <a:ea typeface="IBM Plex Sans Medium"/>
                <a:cs typeface="IBM Plex Sans Medium"/>
                <a:sym typeface="IBM Plex Sans Medium"/>
              </a:defRPr>
            </a:lvl3pPr>
            <a:lvl4pPr lvl="3" rtl="0">
              <a:lnSpc>
                <a:spcPct val="100000"/>
              </a:lnSpc>
              <a:spcBef>
                <a:spcPts val="0"/>
              </a:spcBef>
              <a:spcAft>
                <a:spcPts val="0"/>
              </a:spcAft>
              <a:buSzPts val="1700"/>
              <a:buFont typeface="IBM Plex Sans Medium"/>
              <a:buNone/>
              <a:defRPr sz="1700">
                <a:latin typeface="IBM Plex Sans Medium"/>
                <a:ea typeface="IBM Plex Sans Medium"/>
                <a:cs typeface="IBM Plex Sans Medium"/>
                <a:sym typeface="IBM Plex Sans Medium"/>
              </a:defRPr>
            </a:lvl4pPr>
            <a:lvl5pPr lvl="4" rtl="0">
              <a:lnSpc>
                <a:spcPct val="100000"/>
              </a:lnSpc>
              <a:spcBef>
                <a:spcPts val="0"/>
              </a:spcBef>
              <a:spcAft>
                <a:spcPts val="0"/>
              </a:spcAft>
              <a:buSzPts val="1700"/>
              <a:buFont typeface="IBM Plex Sans Medium"/>
              <a:buNone/>
              <a:defRPr sz="1700">
                <a:latin typeface="IBM Plex Sans Medium"/>
                <a:ea typeface="IBM Plex Sans Medium"/>
                <a:cs typeface="IBM Plex Sans Medium"/>
                <a:sym typeface="IBM Plex Sans Medium"/>
              </a:defRPr>
            </a:lvl5pPr>
            <a:lvl6pPr lvl="5" rtl="0">
              <a:lnSpc>
                <a:spcPct val="100000"/>
              </a:lnSpc>
              <a:spcBef>
                <a:spcPts val="0"/>
              </a:spcBef>
              <a:spcAft>
                <a:spcPts val="0"/>
              </a:spcAft>
              <a:buSzPts val="1700"/>
              <a:buFont typeface="IBM Plex Sans Medium"/>
              <a:buNone/>
              <a:defRPr sz="1700">
                <a:latin typeface="IBM Plex Sans Medium"/>
                <a:ea typeface="IBM Plex Sans Medium"/>
                <a:cs typeface="IBM Plex Sans Medium"/>
                <a:sym typeface="IBM Plex Sans Medium"/>
              </a:defRPr>
            </a:lvl6pPr>
            <a:lvl7pPr lvl="6" rtl="0">
              <a:lnSpc>
                <a:spcPct val="100000"/>
              </a:lnSpc>
              <a:spcBef>
                <a:spcPts val="0"/>
              </a:spcBef>
              <a:spcAft>
                <a:spcPts val="0"/>
              </a:spcAft>
              <a:buSzPts val="1700"/>
              <a:buFont typeface="IBM Plex Sans Medium"/>
              <a:buNone/>
              <a:defRPr sz="1700">
                <a:latin typeface="IBM Plex Sans Medium"/>
                <a:ea typeface="IBM Plex Sans Medium"/>
                <a:cs typeface="IBM Plex Sans Medium"/>
                <a:sym typeface="IBM Plex Sans Medium"/>
              </a:defRPr>
            </a:lvl7pPr>
            <a:lvl8pPr lvl="7" rtl="0">
              <a:lnSpc>
                <a:spcPct val="100000"/>
              </a:lnSpc>
              <a:spcBef>
                <a:spcPts val="0"/>
              </a:spcBef>
              <a:spcAft>
                <a:spcPts val="0"/>
              </a:spcAft>
              <a:buSzPts val="1700"/>
              <a:buFont typeface="IBM Plex Sans Medium"/>
              <a:buNone/>
              <a:defRPr sz="1700">
                <a:latin typeface="IBM Plex Sans Medium"/>
                <a:ea typeface="IBM Plex Sans Medium"/>
                <a:cs typeface="IBM Plex Sans Medium"/>
                <a:sym typeface="IBM Plex Sans Medium"/>
              </a:defRPr>
            </a:lvl8pPr>
            <a:lvl9pPr lvl="8" rtl="0">
              <a:lnSpc>
                <a:spcPct val="100000"/>
              </a:lnSpc>
              <a:spcBef>
                <a:spcPts val="0"/>
              </a:spcBef>
              <a:spcAft>
                <a:spcPts val="0"/>
              </a:spcAft>
              <a:buSzPts val="1700"/>
              <a:buFont typeface="IBM Plex Sans Medium"/>
              <a:buNone/>
              <a:defRPr sz="1700">
                <a:latin typeface="IBM Plex Sans Medium"/>
                <a:ea typeface="IBM Plex Sans Medium"/>
                <a:cs typeface="IBM Plex Sans Medium"/>
                <a:sym typeface="IBM Plex Sans Medium"/>
              </a:defRPr>
            </a:lvl9pPr>
          </a:lstStyle>
          <a:p>
            <a:endParaRPr/>
          </a:p>
        </p:txBody>
      </p:sp>
      <p:sp>
        <p:nvSpPr>
          <p:cNvPr id="988" name="Google Shape;988;p84"/>
          <p:cNvSpPr txBox="1">
            <a:spLocks noGrp="1"/>
          </p:cNvSpPr>
          <p:nvPr>
            <p:ph type="body" idx="2"/>
          </p:nvPr>
        </p:nvSpPr>
        <p:spPr>
          <a:xfrm>
            <a:off x="304800" y="2073200"/>
            <a:ext cx="3819000" cy="2732400"/>
          </a:xfrm>
          <a:prstGeom prst="rect">
            <a:avLst/>
          </a:prstGeom>
        </p:spPr>
        <p:txBody>
          <a:bodyPr spcFirstLastPara="1" wrap="square" lIns="0" tIns="0" rIns="0" bIns="0" anchor="t" anchorCtr="0">
            <a:normAutofit/>
          </a:bodyPr>
          <a:lstStyle>
            <a:lvl1pPr marL="457200" lvl="0" indent="-317500" rtl="0">
              <a:spcBef>
                <a:spcPts val="0"/>
              </a:spcBef>
              <a:spcAft>
                <a:spcPts val="0"/>
              </a:spcAft>
              <a:buSzPts val="1400"/>
              <a:buChar char="■"/>
              <a:defRPr sz="1400">
                <a:solidFill>
                  <a:schemeClr val="lt1"/>
                </a:solidFill>
              </a:defRPr>
            </a:lvl1pPr>
            <a:lvl2pPr marL="914400" lvl="1" indent="-317500" rtl="0">
              <a:spcBef>
                <a:spcPts val="0"/>
              </a:spcBef>
              <a:spcAft>
                <a:spcPts val="0"/>
              </a:spcAft>
              <a:buClr>
                <a:schemeClr val="lt1"/>
              </a:buClr>
              <a:buSzPts val="1400"/>
              <a:buChar char="■"/>
              <a:defRPr>
                <a:solidFill>
                  <a:schemeClr val="lt1"/>
                </a:solidFill>
              </a:defRPr>
            </a:lvl2pPr>
            <a:lvl3pPr marL="1371600" lvl="2" indent="-317500" rtl="0">
              <a:spcBef>
                <a:spcPts val="0"/>
              </a:spcBef>
              <a:spcAft>
                <a:spcPts val="0"/>
              </a:spcAft>
              <a:buClr>
                <a:schemeClr val="lt1"/>
              </a:buClr>
              <a:buSzPts val="1400"/>
              <a:buChar char="■"/>
              <a:defRPr>
                <a:solidFill>
                  <a:schemeClr val="lt1"/>
                </a:solidFill>
              </a:defRPr>
            </a:lvl3pPr>
            <a:lvl4pPr marL="1828800" lvl="3" indent="-317500" rtl="0">
              <a:spcBef>
                <a:spcPts val="0"/>
              </a:spcBef>
              <a:spcAft>
                <a:spcPts val="0"/>
              </a:spcAft>
              <a:buClr>
                <a:schemeClr val="lt1"/>
              </a:buClr>
              <a:buSzPts val="1400"/>
              <a:buChar char="●"/>
              <a:defRPr>
                <a:solidFill>
                  <a:schemeClr val="lt1"/>
                </a:solidFill>
              </a:defRPr>
            </a:lvl4pPr>
            <a:lvl5pPr marL="2286000" lvl="4" indent="-317500" rtl="0">
              <a:spcBef>
                <a:spcPts val="0"/>
              </a:spcBef>
              <a:spcAft>
                <a:spcPts val="0"/>
              </a:spcAft>
              <a:buClr>
                <a:schemeClr val="lt1"/>
              </a:buClr>
              <a:buSzPts val="1400"/>
              <a:buChar char="○"/>
              <a:defRPr>
                <a:solidFill>
                  <a:schemeClr val="lt1"/>
                </a:solidFill>
              </a:defRPr>
            </a:lvl5pPr>
            <a:lvl6pPr marL="2743200" lvl="5" indent="-317500" rtl="0">
              <a:spcBef>
                <a:spcPts val="0"/>
              </a:spcBef>
              <a:spcAft>
                <a:spcPts val="0"/>
              </a:spcAft>
              <a:buClr>
                <a:schemeClr val="lt1"/>
              </a:buClr>
              <a:buSzPts val="1400"/>
              <a:buChar char="■"/>
              <a:defRPr>
                <a:solidFill>
                  <a:schemeClr val="lt1"/>
                </a:solidFill>
              </a:defRPr>
            </a:lvl6pPr>
            <a:lvl7pPr marL="3200400" lvl="6" indent="-317500" rtl="0">
              <a:spcBef>
                <a:spcPts val="0"/>
              </a:spcBef>
              <a:spcAft>
                <a:spcPts val="0"/>
              </a:spcAft>
              <a:buClr>
                <a:schemeClr val="lt1"/>
              </a:buClr>
              <a:buSzPts val="1400"/>
              <a:buChar char="●"/>
              <a:defRPr>
                <a:solidFill>
                  <a:schemeClr val="lt1"/>
                </a:solidFill>
              </a:defRPr>
            </a:lvl7pPr>
            <a:lvl8pPr marL="3657600" lvl="7" indent="-317500" rtl="0">
              <a:spcBef>
                <a:spcPts val="0"/>
              </a:spcBef>
              <a:spcAft>
                <a:spcPts val="0"/>
              </a:spcAft>
              <a:buClr>
                <a:schemeClr val="lt1"/>
              </a:buClr>
              <a:buSzPts val="1400"/>
              <a:buChar char="○"/>
              <a:defRPr>
                <a:solidFill>
                  <a:schemeClr val="lt1"/>
                </a:solidFill>
              </a:defRPr>
            </a:lvl8pPr>
            <a:lvl9pPr marL="4114800" lvl="8" indent="-317500" rtl="0">
              <a:spcBef>
                <a:spcPts val="0"/>
              </a:spcBef>
              <a:spcAft>
                <a:spcPts val="0"/>
              </a:spcAft>
              <a:buClr>
                <a:schemeClr val="lt1"/>
              </a:buClr>
              <a:buSzPts val="1400"/>
              <a:buChar char="■"/>
              <a:defRPr>
                <a:solidFill>
                  <a:schemeClr val="lt1"/>
                </a:solidFill>
              </a:defRPr>
            </a:lvl9pPr>
          </a:lstStyle>
          <a:p>
            <a:endParaRPr/>
          </a:p>
        </p:txBody>
      </p:sp>
      <p:sp>
        <p:nvSpPr>
          <p:cNvPr id="989" name="Google Shape;989;p84"/>
          <p:cNvSpPr txBox="1">
            <a:spLocks noGrp="1"/>
          </p:cNvSpPr>
          <p:nvPr>
            <p:ph type="subTitle" idx="3"/>
          </p:nvPr>
        </p:nvSpPr>
        <p:spPr>
          <a:xfrm>
            <a:off x="4989839" y="1218200"/>
            <a:ext cx="3817200" cy="855000"/>
          </a:xfrm>
          <a:prstGeom prst="rect">
            <a:avLst/>
          </a:prstGeom>
        </p:spPr>
        <p:txBody>
          <a:bodyPr spcFirstLastPara="1" wrap="square" lIns="0" tIns="0" rIns="0" bIns="0" anchor="t" anchorCtr="0">
            <a:normAutofit/>
          </a:bodyPr>
          <a:lstStyle>
            <a:lvl1pPr lvl="0" rtl="0">
              <a:lnSpc>
                <a:spcPct val="100000"/>
              </a:lnSpc>
              <a:spcBef>
                <a:spcPts val="0"/>
              </a:spcBef>
              <a:spcAft>
                <a:spcPts val="0"/>
              </a:spcAft>
              <a:buClr>
                <a:schemeClr val="lt2"/>
              </a:buClr>
              <a:buSzPts val="1900"/>
              <a:buFont typeface="IBM Plex Sans Medium"/>
              <a:buNone/>
              <a:defRPr sz="1900">
                <a:solidFill>
                  <a:schemeClr val="lt2"/>
                </a:solidFill>
                <a:latin typeface="IBM Plex Sans Medium"/>
                <a:ea typeface="IBM Plex Sans Medium"/>
                <a:cs typeface="IBM Plex Sans Medium"/>
                <a:sym typeface="IBM Plex Sans Medium"/>
              </a:defRPr>
            </a:lvl1pPr>
            <a:lvl2pPr lvl="1" rtl="0">
              <a:lnSpc>
                <a:spcPct val="100000"/>
              </a:lnSpc>
              <a:spcBef>
                <a:spcPts val="0"/>
              </a:spcBef>
              <a:spcAft>
                <a:spcPts val="0"/>
              </a:spcAft>
              <a:buSzPts val="1700"/>
              <a:buFont typeface="IBM Plex Sans Medium"/>
              <a:buNone/>
              <a:defRPr sz="1700">
                <a:latin typeface="IBM Plex Sans Medium"/>
                <a:ea typeface="IBM Plex Sans Medium"/>
                <a:cs typeface="IBM Plex Sans Medium"/>
                <a:sym typeface="IBM Plex Sans Medium"/>
              </a:defRPr>
            </a:lvl2pPr>
            <a:lvl3pPr lvl="2" rtl="0">
              <a:lnSpc>
                <a:spcPct val="100000"/>
              </a:lnSpc>
              <a:spcBef>
                <a:spcPts val="0"/>
              </a:spcBef>
              <a:spcAft>
                <a:spcPts val="0"/>
              </a:spcAft>
              <a:buSzPts val="1700"/>
              <a:buFont typeface="IBM Plex Sans Medium"/>
              <a:buNone/>
              <a:defRPr sz="1700">
                <a:latin typeface="IBM Plex Sans Medium"/>
                <a:ea typeface="IBM Plex Sans Medium"/>
                <a:cs typeface="IBM Plex Sans Medium"/>
                <a:sym typeface="IBM Plex Sans Medium"/>
              </a:defRPr>
            </a:lvl3pPr>
            <a:lvl4pPr lvl="3" rtl="0">
              <a:lnSpc>
                <a:spcPct val="100000"/>
              </a:lnSpc>
              <a:spcBef>
                <a:spcPts val="0"/>
              </a:spcBef>
              <a:spcAft>
                <a:spcPts val="0"/>
              </a:spcAft>
              <a:buSzPts val="1700"/>
              <a:buFont typeface="IBM Plex Sans Medium"/>
              <a:buNone/>
              <a:defRPr sz="1700">
                <a:latin typeface="IBM Plex Sans Medium"/>
                <a:ea typeface="IBM Plex Sans Medium"/>
                <a:cs typeface="IBM Plex Sans Medium"/>
                <a:sym typeface="IBM Plex Sans Medium"/>
              </a:defRPr>
            </a:lvl4pPr>
            <a:lvl5pPr lvl="4" rtl="0">
              <a:lnSpc>
                <a:spcPct val="100000"/>
              </a:lnSpc>
              <a:spcBef>
                <a:spcPts val="0"/>
              </a:spcBef>
              <a:spcAft>
                <a:spcPts val="0"/>
              </a:spcAft>
              <a:buSzPts val="1700"/>
              <a:buFont typeface="IBM Plex Sans Medium"/>
              <a:buNone/>
              <a:defRPr sz="1700">
                <a:latin typeface="IBM Plex Sans Medium"/>
                <a:ea typeface="IBM Plex Sans Medium"/>
                <a:cs typeface="IBM Plex Sans Medium"/>
                <a:sym typeface="IBM Plex Sans Medium"/>
              </a:defRPr>
            </a:lvl5pPr>
            <a:lvl6pPr lvl="5" rtl="0">
              <a:lnSpc>
                <a:spcPct val="100000"/>
              </a:lnSpc>
              <a:spcBef>
                <a:spcPts val="0"/>
              </a:spcBef>
              <a:spcAft>
                <a:spcPts val="0"/>
              </a:spcAft>
              <a:buSzPts val="1700"/>
              <a:buFont typeface="IBM Plex Sans Medium"/>
              <a:buNone/>
              <a:defRPr sz="1700">
                <a:latin typeface="IBM Plex Sans Medium"/>
                <a:ea typeface="IBM Plex Sans Medium"/>
                <a:cs typeface="IBM Plex Sans Medium"/>
                <a:sym typeface="IBM Plex Sans Medium"/>
              </a:defRPr>
            </a:lvl6pPr>
            <a:lvl7pPr lvl="6" rtl="0">
              <a:lnSpc>
                <a:spcPct val="100000"/>
              </a:lnSpc>
              <a:spcBef>
                <a:spcPts val="0"/>
              </a:spcBef>
              <a:spcAft>
                <a:spcPts val="0"/>
              </a:spcAft>
              <a:buSzPts val="1700"/>
              <a:buFont typeface="IBM Plex Sans Medium"/>
              <a:buNone/>
              <a:defRPr sz="1700">
                <a:latin typeface="IBM Plex Sans Medium"/>
                <a:ea typeface="IBM Plex Sans Medium"/>
                <a:cs typeface="IBM Plex Sans Medium"/>
                <a:sym typeface="IBM Plex Sans Medium"/>
              </a:defRPr>
            </a:lvl7pPr>
            <a:lvl8pPr lvl="7" rtl="0">
              <a:lnSpc>
                <a:spcPct val="100000"/>
              </a:lnSpc>
              <a:spcBef>
                <a:spcPts val="0"/>
              </a:spcBef>
              <a:spcAft>
                <a:spcPts val="0"/>
              </a:spcAft>
              <a:buSzPts val="1700"/>
              <a:buFont typeface="IBM Plex Sans Medium"/>
              <a:buNone/>
              <a:defRPr sz="1700">
                <a:latin typeface="IBM Plex Sans Medium"/>
                <a:ea typeface="IBM Plex Sans Medium"/>
                <a:cs typeface="IBM Plex Sans Medium"/>
                <a:sym typeface="IBM Plex Sans Medium"/>
              </a:defRPr>
            </a:lvl8pPr>
            <a:lvl9pPr lvl="8" rtl="0">
              <a:lnSpc>
                <a:spcPct val="100000"/>
              </a:lnSpc>
              <a:spcBef>
                <a:spcPts val="0"/>
              </a:spcBef>
              <a:spcAft>
                <a:spcPts val="0"/>
              </a:spcAft>
              <a:buSzPts val="1700"/>
              <a:buFont typeface="IBM Plex Sans Medium"/>
              <a:buNone/>
              <a:defRPr sz="1700">
                <a:latin typeface="IBM Plex Sans Medium"/>
                <a:ea typeface="IBM Plex Sans Medium"/>
                <a:cs typeface="IBM Plex Sans Medium"/>
                <a:sym typeface="IBM Plex Sans Medium"/>
              </a:defRPr>
            </a:lvl9pPr>
          </a:lstStyle>
          <a:p>
            <a:endParaRPr/>
          </a:p>
        </p:txBody>
      </p:sp>
      <p:sp>
        <p:nvSpPr>
          <p:cNvPr id="990" name="Google Shape;990;p84"/>
          <p:cNvSpPr txBox="1">
            <a:spLocks noGrp="1"/>
          </p:cNvSpPr>
          <p:nvPr>
            <p:ph type="body" idx="4"/>
          </p:nvPr>
        </p:nvSpPr>
        <p:spPr>
          <a:xfrm>
            <a:off x="4989839" y="2073200"/>
            <a:ext cx="3819000" cy="2732400"/>
          </a:xfrm>
          <a:prstGeom prst="rect">
            <a:avLst/>
          </a:prstGeom>
        </p:spPr>
        <p:txBody>
          <a:bodyPr spcFirstLastPara="1" wrap="square" lIns="0" tIns="0" rIns="0" bIns="0" anchor="t" anchorCtr="0">
            <a:normAutofit/>
          </a:bodyPr>
          <a:lstStyle>
            <a:lvl1pPr marL="457200" lvl="0" indent="-317500" rtl="0">
              <a:spcBef>
                <a:spcPts val="0"/>
              </a:spcBef>
              <a:spcAft>
                <a:spcPts val="0"/>
              </a:spcAft>
              <a:buSzPts val="1400"/>
              <a:buChar char="■"/>
              <a:defRPr sz="1400">
                <a:solidFill>
                  <a:schemeClr val="lt1"/>
                </a:solidFill>
              </a:defRPr>
            </a:lvl1pPr>
            <a:lvl2pPr marL="914400" lvl="1" indent="-317500" rtl="0">
              <a:spcBef>
                <a:spcPts val="0"/>
              </a:spcBef>
              <a:spcAft>
                <a:spcPts val="0"/>
              </a:spcAft>
              <a:buClr>
                <a:schemeClr val="lt1"/>
              </a:buClr>
              <a:buSzPts val="1400"/>
              <a:buChar char="■"/>
              <a:defRPr>
                <a:solidFill>
                  <a:schemeClr val="lt1"/>
                </a:solidFill>
              </a:defRPr>
            </a:lvl2pPr>
            <a:lvl3pPr marL="1371600" lvl="2" indent="-317500" rtl="0">
              <a:spcBef>
                <a:spcPts val="0"/>
              </a:spcBef>
              <a:spcAft>
                <a:spcPts val="0"/>
              </a:spcAft>
              <a:buClr>
                <a:schemeClr val="lt1"/>
              </a:buClr>
              <a:buSzPts val="1400"/>
              <a:buChar char="■"/>
              <a:defRPr>
                <a:solidFill>
                  <a:schemeClr val="lt1"/>
                </a:solidFill>
              </a:defRPr>
            </a:lvl3pPr>
            <a:lvl4pPr marL="1828800" lvl="3" indent="-317500" rtl="0">
              <a:spcBef>
                <a:spcPts val="0"/>
              </a:spcBef>
              <a:spcAft>
                <a:spcPts val="0"/>
              </a:spcAft>
              <a:buClr>
                <a:schemeClr val="lt1"/>
              </a:buClr>
              <a:buSzPts val="1400"/>
              <a:buChar char="●"/>
              <a:defRPr>
                <a:solidFill>
                  <a:schemeClr val="lt1"/>
                </a:solidFill>
              </a:defRPr>
            </a:lvl4pPr>
            <a:lvl5pPr marL="2286000" lvl="4" indent="-317500" rtl="0">
              <a:spcBef>
                <a:spcPts val="0"/>
              </a:spcBef>
              <a:spcAft>
                <a:spcPts val="0"/>
              </a:spcAft>
              <a:buClr>
                <a:schemeClr val="lt1"/>
              </a:buClr>
              <a:buSzPts val="1400"/>
              <a:buChar char="○"/>
              <a:defRPr>
                <a:solidFill>
                  <a:schemeClr val="lt1"/>
                </a:solidFill>
              </a:defRPr>
            </a:lvl5pPr>
            <a:lvl6pPr marL="2743200" lvl="5" indent="-317500" rtl="0">
              <a:spcBef>
                <a:spcPts val="0"/>
              </a:spcBef>
              <a:spcAft>
                <a:spcPts val="0"/>
              </a:spcAft>
              <a:buClr>
                <a:schemeClr val="lt1"/>
              </a:buClr>
              <a:buSzPts val="1400"/>
              <a:buChar char="■"/>
              <a:defRPr>
                <a:solidFill>
                  <a:schemeClr val="lt1"/>
                </a:solidFill>
              </a:defRPr>
            </a:lvl6pPr>
            <a:lvl7pPr marL="3200400" lvl="6" indent="-317500" rtl="0">
              <a:spcBef>
                <a:spcPts val="0"/>
              </a:spcBef>
              <a:spcAft>
                <a:spcPts val="0"/>
              </a:spcAft>
              <a:buClr>
                <a:schemeClr val="lt1"/>
              </a:buClr>
              <a:buSzPts val="1400"/>
              <a:buChar char="●"/>
              <a:defRPr>
                <a:solidFill>
                  <a:schemeClr val="lt1"/>
                </a:solidFill>
              </a:defRPr>
            </a:lvl7pPr>
            <a:lvl8pPr marL="3657600" lvl="7" indent="-317500" rtl="0">
              <a:spcBef>
                <a:spcPts val="0"/>
              </a:spcBef>
              <a:spcAft>
                <a:spcPts val="0"/>
              </a:spcAft>
              <a:buClr>
                <a:schemeClr val="lt1"/>
              </a:buClr>
              <a:buSzPts val="1400"/>
              <a:buChar char="○"/>
              <a:defRPr>
                <a:solidFill>
                  <a:schemeClr val="lt1"/>
                </a:solidFill>
              </a:defRPr>
            </a:lvl8pPr>
            <a:lvl9pPr marL="4114800" lvl="8" indent="-317500" rtl="0">
              <a:spcBef>
                <a:spcPts val="0"/>
              </a:spcBef>
              <a:spcAft>
                <a:spcPts val="0"/>
              </a:spcAft>
              <a:buClr>
                <a:schemeClr val="lt1"/>
              </a:buClr>
              <a:buSzPts val="1400"/>
              <a:buChar char="■"/>
              <a:defRPr>
                <a:solidFill>
                  <a:schemeClr val="lt1"/>
                </a:solidFill>
              </a:defRPr>
            </a:lvl9pPr>
          </a:lstStyle>
          <a:p>
            <a:endParaRPr/>
          </a:p>
        </p:txBody>
      </p:sp>
    </p:spTree>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matchingName="Title only - Spacecraft" type="titleOnly">
  <p:cSld name="TITLE_ONLY">
    <p:spTree>
      <p:nvGrpSpPr>
        <p:cNvPr id="1" name="Shape 991"/>
        <p:cNvGrpSpPr/>
        <p:nvPr/>
      </p:nvGrpSpPr>
      <p:grpSpPr>
        <a:xfrm>
          <a:off x="0" y="0"/>
          <a:ext cx="0" cy="0"/>
          <a:chOff x="0" y="0"/>
          <a:chExt cx="0" cy="0"/>
        </a:xfrm>
      </p:grpSpPr>
      <p:sp>
        <p:nvSpPr>
          <p:cNvPr id="992" name="Google Shape;992;p85"/>
          <p:cNvSpPr txBox="1">
            <a:spLocks noGrp="1"/>
          </p:cNvSpPr>
          <p:nvPr>
            <p:ph type="title"/>
          </p:nvPr>
        </p:nvSpPr>
        <p:spPr>
          <a:xfrm>
            <a:off x="457200" y="114300"/>
            <a:ext cx="8229600" cy="903300"/>
          </a:xfrm>
          <a:prstGeom prst="rect">
            <a:avLst/>
          </a:prstGeom>
        </p:spPr>
        <p:txBody>
          <a:bodyPr spcFirstLastPara="1" wrap="square" lIns="0" tIns="0" rIns="0" bIns="0" anchor="t" anchorCtr="0">
            <a:normAutofit/>
          </a:bodyPr>
          <a:lstStyle>
            <a:lvl1pPr lvl="0" rtl="0">
              <a:spcBef>
                <a:spcPts val="0"/>
              </a:spcBef>
              <a:spcAft>
                <a:spcPts val="0"/>
              </a:spcAft>
              <a:buSzPts val="34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pic>
        <p:nvPicPr>
          <p:cNvPr id="993" name="Google Shape;993;p85"/>
          <p:cNvPicPr preferRelativeResize="0"/>
          <p:nvPr/>
        </p:nvPicPr>
        <p:blipFill>
          <a:blip r:embed="rId2">
            <a:alphaModFix/>
          </a:blip>
          <a:stretch>
            <a:fillRect/>
          </a:stretch>
        </p:blipFill>
        <p:spPr>
          <a:xfrm>
            <a:off x="8544852" y="62010"/>
            <a:ext cx="599140" cy="599141"/>
          </a:xfrm>
          <a:prstGeom prst="rect">
            <a:avLst/>
          </a:prstGeom>
          <a:noFill/>
          <a:ln>
            <a:noFill/>
          </a:ln>
        </p:spPr>
      </p:pic>
    </p:spTree>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matchingName="Title only - Black">
  <p:cSld name="TITLE_ONLY_1">
    <p:bg>
      <p:bgPr>
        <a:solidFill>
          <a:schemeClr val="dk1"/>
        </a:solidFill>
        <a:effectLst/>
      </p:bgPr>
    </p:bg>
    <p:spTree>
      <p:nvGrpSpPr>
        <p:cNvPr id="1" name="Shape 994"/>
        <p:cNvGrpSpPr/>
        <p:nvPr/>
      </p:nvGrpSpPr>
      <p:grpSpPr>
        <a:xfrm>
          <a:off x="0" y="0"/>
          <a:ext cx="0" cy="0"/>
          <a:chOff x="0" y="0"/>
          <a:chExt cx="0" cy="0"/>
        </a:xfrm>
      </p:grpSpPr>
      <p:sp>
        <p:nvSpPr>
          <p:cNvPr id="995" name="Google Shape;995;p86"/>
          <p:cNvSpPr txBox="1">
            <a:spLocks noGrp="1"/>
          </p:cNvSpPr>
          <p:nvPr>
            <p:ph type="title"/>
          </p:nvPr>
        </p:nvSpPr>
        <p:spPr>
          <a:xfrm>
            <a:off x="457200" y="114300"/>
            <a:ext cx="8229600" cy="903300"/>
          </a:xfrm>
          <a:prstGeom prst="rect">
            <a:avLst/>
          </a:prstGeom>
        </p:spPr>
        <p:txBody>
          <a:bodyPr spcFirstLastPara="1" wrap="square" lIns="0" tIns="0" rIns="0" bIns="0" anchor="t" anchorCtr="0">
            <a:normAutofit/>
          </a:bodyPr>
          <a:lstStyle>
            <a:lvl1pPr lvl="0" rtl="0">
              <a:spcBef>
                <a:spcPts val="0"/>
              </a:spcBef>
              <a:spcAft>
                <a:spcPts val="0"/>
              </a:spcAft>
              <a:buClr>
                <a:schemeClr val="lt2"/>
              </a:buClr>
              <a:buSzPts val="3400"/>
              <a:buNone/>
              <a:defRPr>
                <a:solidFill>
                  <a:schemeClr val="lt2"/>
                </a:solidFill>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pic>
        <p:nvPicPr>
          <p:cNvPr id="996" name="Google Shape;996;p86"/>
          <p:cNvPicPr preferRelativeResize="0"/>
          <p:nvPr/>
        </p:nvPicPr>
        <p:blipFill>
          <a:blip r:embed="rId2">
            <a:alphaModFix/>
          </a:blip>
          <a:stretch>
            <a:fillRect/>
          </a:stretch>
        </p:blipFill>
        <p:spPr>
          <a:xfrm>
            <a:off x="8544859" y="62003"/>
            <a:ext cx="599140" cy="599141"/>
          </a:xfrm>
          <a:prstGeom prst="rect">
            <a:avLst/>
          </a:prstGeom>
          <a:noFill/>
          <a:ln>
            <a:noFill/>
          </a:ln>
        </p:spPr>
      </p:pic>
    </p:spTree>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matchingName="Title Only - Grey">
  <p:cSld name="TITLE_ONLY_1_2_1">
    <p:bg>
      <p:bgPr>
        <a:solidFill>
          <a:schemeClr val="dk2"/>
        </a:solidFill>
        <a:effectLst/>
      </p:bgPr>
    </p:bg>
    <p:spTree>
      <p:nvGrpSpPr>
        <p:cNvPr id="1" name="Shape 997"/>
        <p:cNvGrpSpPr/>
        <p:nvPr/>
      </p:nvGrpSpPr>
      <p:grpSpPr>
        <a:xfrm>
          <a:off x="0" y="0"/>
          <a:ext cx="0" cy="0"/>
          <a:chOff x="0" y="0"/>
          <a:chExt cx="0" cy="0"/>
        </a:xfrm>
      </p:grpSpPr>
      <p:pic>
        <p:nvPicPr>
          <p:cNvPr id="998" name="Google Shape;998;p87"/>
          <p:cNvPicPr preferRelativeResize="0"/>
          <p:nvPr/>
        </p:nvPicPr>
        <p:blipFill>
          <a:blip r:embed="rId2">
            <a:alphaModFix/>
          </a:blip>
          <a:stretch>
            <a:fillRect/>
          </a:stretch>
        </p:blipFill>
        <p:spPr>
          <a:xfrm>
            <a:off x="8544859" y="62003"/>
            <a:ext cx="599140" cy="599141"/>
          </a:xfrm>
          <a:prstGeom prst="rect">
            <a:avLst/>
          </a:prstGeom>
          <a:noFill/>
          <a:ln>
            <a:noFill/>
          </a:ln>
        </p:spPr>
      </p:pic>
      <p:sp>
        <p:nvSpPr>
          <p:cNvPr id="999" name="Google Shape;999;p87"/>
          <p:cNvSpPr txBox="1">
            <a:spLocks noGrp="1"/>
          </p:cNvSpPr>
          <p:nvPr>
            <p:ph type="title"/>
          </p:nvPr>
        </p:nvSpPr>
        <p:spPr>
          <a:xfrm>
            <a:off x="457200" y="114300"/>
            <a:ext cx="8229600" cy="903300"/>
          </a:xfrm>
          <a:prstGeom prst="rect">
            <a:avLst/>
          </a:prstGeom>
        </p:spPr>
        <p:txBody>
          <a:bodyPr spcFirstLastPara="1" wrap="square" lIns="0" tIns="0" rIns="0" bIns="0" anchor="t" anchorCtr="0">
            <a:normAutofit/>
          </a:bodyPr>
          <a:lstStyle>
            <a:lvl1pPr lvl="0" rtl="0">
              <a:spcBef>
                <a:spcPts val="0"/>
              </a:spcBef>
              <a:spcAft>
                <a:spcPts val="0"/>
              </a:spcAft>
              <a:buClr>
                <a:schemeClr val="lt2"/>
              </a:buClr>
              <a:buSzPts val="3400"/>
              <a:buNone/>
              <a:defRPr>
                <a:solidFill>
                  <a:schemeClr val="lt2"/>
                </a:solidFill>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Tree>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matchingName="4 Topics - 3">
  <p:cSld name="TITLE_ONLY_1_7_2">
    <p:bg>
      <p:bgPr>
        <a:solidFill>
          <a:schemeClr val="dk2"/>
        </a:solidFill>
        <a:effectLst/>
      </p:bgPr>
    </p:bg>
    <p:spTree>
      <p:nvGrpSpPr>
        <p:cNvPr id="1" name="Shape 1000"/>
        <p:cNvGrpSpPr/>
        <p:nvPr/>
      </p:nvGrpSpPr>
      <p:grpSpPr>
        <a:xfrm>
          <a:off x="0" y="0"/>
          <a:ext cx="0" cy="0"/>
          <a:chOff x="0" y="0"/>
          <a:chExt cx="0" cy="0"/>
        </a:xfrm>
      </p:grpSpPr>
      <p:sp>
        <p:nvSpPr>
          <p:cNvPr id="1001" name="Google Shape;1001;p88"/>
          <p:cNvSpPr txBox="1">
            <a:spLocks noGrp="1"/>
          </p:cNvSpPr>
          <p:nvPr>
            <p:ph type="title"/>
          </p:nvPr>
        </p:nvSpPr>
        <p:spPr>
          <a:xfrm>
            <a:off x="457200" y="114300"/>
            <a:ext cx="8229600" cy="903300"/>
          </a:xfrm>
          <a:prstGeom prst="rect">
            <a:avLst/>
          </a:prstGeom>
        </p:spPr>
        <p:txBody>
          <a:bodyPr spcFirstLastPara="1" wrap="square" lIns="0" tIns="0" rIns="0" bIns="0" anchor="t" anchorCtr="0">
            <a:normAutofit/>
          </a:bodyPr>
          <a:lstStyle>
            <a:lvl1pPr lvl="0" rtl="0">
              <a:spcBef>
                <a:spcPts val="0"/>
              </a:spcBef>
              <a:spcAft>
                <a:spcPts val="0"/>
              </a:spcAft>
              <a:buClr>
                <a:schemeClr val="lt2"/>
              </a:buClr>
              <a:buSzPts val="3400"/>
              <a:buNone/>
              <a:defRPr>
                <a:solidFill>
                  <a:schemeClr val="lt2"/>
                </a:solidFill>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pic>
        <p:nvPicPr>
          <p:cNvPr id="1002" name="Google Shape;1002;p88"/>
          <p:cNvPicPr preferRelativeResize="0"/>
          <p:nvPr/>
        </p:nvPicPr>
        <p:blipFill>
          <a:blip r:embed="rId2">
            <a:alphaModFix/>
          </a:blip>
          <a:stretch>
            <a:fillRect/>
          </a:stretch>
        </p:blipFill>
        <p:spPr>
          <a:xfrm>
            <a:off x="8544859" y="62003"/>
            <a:ext cx="599140" cy="599141"/>
          </a:xfrm>
          <a:prstGeom prst="rect">
            <a:avLst/>
          </a:prstGeom>
          <a:noFill/>
          <a:ln>
            <a:noFill/>
          </a:ln>
        </p:spPr>
      </p:pic>
      <p:sp>
        <p:nvSpPr>
          <p:cNvPr id="1003" name="Google Shape;1003;p88"/>
          <p:cNvSpPr txBox="1">
            <a:spLocks noGrp="1"/>
          </p:cNvSpPr>
          <p:nvPr>
            <p:ph type="subTitle" idx="1"/>
          </p:nvPr>
        </p:nvSpPr>
        <p:spPr>
          <a:xfrm>
            <a:off x="1075850" y="1028700"/>
            <a:ext cx="7596900" cy="260400"/>
          </a:xfrm>
          <a:prstGeom prst="rect">
            <a:avLst/>
          </a:prstGeom>
        </p:spPr>
        <p:txBody>
          <a:bodyPr spcFirstLastPara="1" wrap="square" lIns="0" tIns="0" rIns="0" bIns="0" anchor="t" anchorCtr="0">
            <a:normAutofit/>
          </a:bodyPr>
          <a:lstStyle>
            <a:lvl1pPr lvl="0" rtl="0">
              <a:lnSpc>
                <a:spcPct val="100000"/>
              </a:lnSpc>
              <a:spcBef>
                <a:spcPts val="0"/>
              </a:spcBef>
              <a:spcAft>
                <a:spcPts val="0"/>
              </a:spcAft>
              <a:buClr>
                <a:schemeClr val="accent2"/>
              </a:buClr>
              <a:buSzPts val="1600"/>
              <a:buFont typeface="IBM Plex Sans Medium"/>
              <a:buNone/>
              <a:defRPr>
                <a:solidFill>
                  <a:schemeClr val="accent2"/>
                </a:solidFill>
                <a:latin typeface="IBM Plex Sans Medium"/>
                <a:ea typeface="IBM Plex Sans Medium"/>
                <a:cs typeface="IBM Plex Sans Medium"/>
                <a:sym typeface="IBM Plex Sans Medium"/>
              </a:defRPr>
            </a:lvl1pPr>
            <a:lvl2pPr lvl="1" rtl="0">
              <a:lnSpc>
                <a:spcPct val="100000"/>
              </a:lnSpc>
              <a:spcBef>
                <a:spcPts val="0"/>
              </a:spcBef>
              <a:spcAft>
                <a:spcPts val="0"/>
              </a:spcAft>
              <a:buClr>
                <a:schemeClr val="accent2"/>
              </a:buClr>
              <a:buSzPts val="1800"/>
              <a:buFont typeface="IBM Plex Sans Medium"/>
              <a:buNone/>
              <a:defRPr sz="1800">
                <a:solidFill>
                  <a:schemeClr val="accent2"/>
                </a:solidFill>
                <a:latin typeface="IBM Plex Sans Medium"/>
                <a:ea typeface="IBM Plex Sans Medium"/>
                <a:cs typeface="IBM Plex Sans Medium"/>
                <a:sym typeface="IBM Plex Sans Medium"/>
              </a:defRPr>
            </a:lvl2pPr>
            <a:lvl3pPr lvl="2" rtl="0">
              <a:lnSpc>
                <a:spcPct val="100000"/>
              </a:lnSpc>
              <a:spcBef>
                <a:spcPts val="0"/>
              </a:spcBef>
              <a:spcAft>
                <a:spcPts val="0"/>
              </a:spcAft>
              <a:buClr>
                <a:schemeClr val="accent2"/>
              </a:buClr>
              <a:buSzPts val="1800"/>
              <a:buFont typeface="IBM Plex Sans Medium"/>
              <a:buNone/>
              <a:defRPr sz="1800">
                <a:solidFill>
                  <a:schemeClr val="accent2"/>
                </a:solidFill>
                <a:latin typeface="IBM Plex Sans Medium"/>
                <a:ea typeface="IBM Plex Sans Medium"/>
                <a:cs typeface="IBM Plex Sans Medium"/>
                <a:sym typeface="IBM Plex Sans Medium"/>
              </a:defRPr>
            </a:lvl3pPr>
            <a:lvl4pPr lvl="3" rtl="0">
              <a:lnSpc>
                <a:spcPct val="100000"/>
              </a:lnSpc>
              <a:spcBef>
                <a:spcPts val="0"/>
              </a:spcBef>
              <a:spcAft>
                <a:spcPts val="0"/>
              </a:spcAft>
              <a:buClr>
                <a:schemeClr val="accent2"/>
              </a:buClr>
              <a:buSzPts val="1800"/>
              <a:buFont typeface="IBM Plex Sans Medium"/>
              <a:buNone/>
              <a:defRPr sz="1800">
                <a:solidFill>
                  <a:schemeClr val="accent2"/>
                </a:solidFill>
                <a:latin typeface="IBM Plex Sans Medium"/>
                <a:ea typeface="IBM Plex Sans Medium"/>
                <a:cs typeface="IBM Plex Sans Medium"/>
                <a:sym typeface="IBM Plex Sans Medium"/>
              </a:defRPr>
            </a:lvl4pPr>
            <a:lvl5pPr lvl="4" rtl="0">
              <a:lnSpc>
                <a:spcPct val="100000"/>
              </a:lnSpc>
              <a:spcBef>
                <a:spcPts val="0"/>
              </a:spcBef>
              <a:spcAft>
                <a:spcPts val="0"/>
              </a:spcAft>
              <a:buClr>
                <a:schemeClr val="accent2"/>
              </a:buClr>
              <a:buSzPts val="1800"/>
              <a:buFont typeface="IBM Plex Sans Medium"/>
              <a:buNone/>
              <a:defRPr sz="1800">
                <a:solidFill>
                  <a:schemeClr val="accent2"/>
                </a:solidFill>
                <a:latin typeface="IBM Plex Sans Medium"/>
                <a:ea typeface="IBM Plex Sans Medium"/>
                <a:cs typeface="IBM Plex Sans Medium"/>
                <a:sym typeface="IBM Plex Sans Medium"/>
              </a:defRPr>
            </a:lvl5pPr>
            <a:lvl6pPr lvl="5" rtl="0">
              <a:lnSpc>
                <a:spcPct val="100000"/>
              </a:lnSpc>
              <a:spcBef>
                <a:spcPts val="0"/>
              </a:spcBef>
              <a:spcAft>
                <a:spcPts val="0"/>
              </a:spcAft>
              <a:buClr>
                <a:schemeClr val="accent2"/>
              </a:buClr>
              <a:buSzPts val="1800"/>
              <a:buFont typeface="IBM Plex Sans Medium"/>
              <a:buNone/>
              <a:defRPr sz="1800">
                <a:solidFill>
                  <a:schemeClr val="accent2"/>
                </a:solidFill>
                <a:latin typeface="IBM Plex Sans Medium"/>
                <a:ea typeface="IBM Plex Sans Medium"/>
                <a:cs typeface="IBM Plex Sans Medium"/>
                <a:sym typeface="IBM Plex Sans Medium"/>
              </a:defRPr>
            </a:lvl6pPr>
            <a:lvl7pPr lvl="6" rtl="0">
              <a:lnSpc>
                <a:spcPct val="100000"/>
              </a:lnSpc>
              <a:spcBef>
                <a:spcPts val="0"/>
              </a:spcBef>
              <a:spcAft>
                <a:spcPts val="0"/>
              </a:spcAft>
              <a:buClr>
                <a:schemeClr val="accent2"/>
              </a:buClr>
              <a:buSzPts val="1800"/>
              <a:buFont typeface="IBM Plex Sans Medium"/>
              <a:buNone/>
              <a:defRPr sz="1800">
                <a:solidFill>
                  <a:schemeClr val="accent2"/>
                </a:solidFill>
                <a:latin typeface="IBM Plex Sans Medium"/>
                <a:ea typeface="IBM Plex Sans Medium"/>
                <a:cs typeface="IBM Plex Sans Medium"/>
                <a:sym typeface="IBM Plex Sans Medium"/>
              </a:defRPr>
            </a:lvl7pPr>
            <a:lvl8pPr lvl="7" rtl="0">
              <a:lnSpc>
                <a:spcPct val="100000"/>
              </a:lnSpc>
              <a:spcBef>
                <a:spcPts val="0"/>
              </a:spcBef>
              <a:spcAft>
                <a:spcPts val="0"/>
              </a:spcAft>
              <a:buClr>
                <a:schemeClr val="accent2"/>
              </a:buClr>
              <a:buSzPts val="1800"/>
              <a:buFont typeface="IBM Plex Sans Medium"/>
              <a:buNone/>
              <a:defRPr sz="1800">
                <a:solidFill>
                  <a:schemeClr val="accent2"/>
                </a:solidFill>
                <a:latin typeface="IBM Plex Sans Medium"/>
                <a:ea typeface="IBM Plex Sans Medium"/>
                <a:cs typeface="IBM Plex Sans Medium"/>
                <a:sym typeface="IBM Plex Sans Medium"/>
              </a:defRPr>
            </a:lvl8pPr>
            <a:lvl9pPr lvl="8" rtl="0">
              <a:lnSpc>
                <a:spcPct val="100000"/>
              </a:lnSpc>
              <a:spcBef>
                <a:spcPts val="0"/>
              </a:spcBef>
              <a:spcAft>
                <a:spcPts val="0"/>
              </a:spcAft>
              <a:buClr>
                <a:schemeClr val="accent2"/>
              </a:buClr>
              <a:buSzPts val="1800"/>
              <a:buFont typeface="IBM Plex Sans Medium"/>
              <a:buNone/>
              <a:defRPr sz="1800">
                <a:solidFill>
                  <a:schemeClr val="accent2"/>
                </a:solidFill>
                <a:latin typeface="IBM Plex Sans Medium"/>
                <a:ea typeface="IBM Plex Sans Medium"/>
                <a:cs typeface="IBM Plex Sans Medium"/>
                <a:sym typeface="IBM Plex Sans Medium"/>
              </a:defRPr>
            </a:lvl9pPr>
          </a:lstStyle>
          <a:p>
            <a:endParaRPr/>
          </a:p>
        </p:txBody>
      </p:sp>
      <p:sp>
        <p:nvSpPr>
          <p:cNvPr id="1004" name="Google Shape;1004;p88"/>
          <p:cNvSpPr txBox="1">
            <a:spLocks noGrp="1"/>
          </p:cNvSpPr>
          <p:nvPr>
            <p:ph type="body" idx="2"/>
          </p:nvPr>
        </p:nvSpPr>
        <p:spPr>
          <a:xfrm>
            <a:off x="1090825" y="1354425"/>
            <a:ext cx="7596900" cy="504300"/>
          </a:xfrm>
          <a:prstGeom prst="rect">
            <a:avLst/>
          </a:prstGeom>
        </p:spPr>
        <p:txBody>
          <a:bodyPr spcFirstLastPara="1" wrap="square" lIns="0" tIns="0" rIns="0" bIns="0" anchor="t" anchorCtr="0">
            <a:normAutofit/>
          </a:bodyPr>
          <a:lstStyle>
            <a:lvl1pPr marL="457200" lvl="0" indent="-304800" rtl="0">
              <a:lnSpc>
                <a:spcPct val="100000"/>
              </a:lnSpc>
              <a:spcBef>
                <a:spcPts val="0"/>
              </a:spcBef>
              <a:spcAft>
                <a:spcPts val="0"/>
              </a:spcAft>
              <a:buClr>
                <a:schemeClr val="lt2"/>
              </a:buClr>
              <a:buSzPts val="1200"/>
              <a:buChar char="■"/>
              <a:defRPr sz="1200">
                <a:solidFill>
                  <a:schemeClr val="lt2"/>
                </a:solidFill>
              </a:defRPr>
            </a:lvl1pPr>
            <a:lvl2pPr marL="914400" lvl="1" indent="-304800" rtl="0">
              <a:lnSpc>
                <a:spcPct val="100000"/>
              </a:lnSpc>
              <a:spcBef>
                <a:spcPts val="0"/>
              </a:spcBef>
              <a:spcAft>
                <a:spcPts val="0"/>
              </a:spcAft>
              <a:buClr>
                <a:schemeClr val="lt2"/>
              </a:buClr>
              <a:buSzPts val="1200"/>
              <a:buChar char="■"/>
              <a:defRPr sz="1200">
                <a:solidFill>
                  <a:schemeClr val="lt2"/>
                </a:solidFill>
              </a:defRPr>
            </a:lvl2pPr>
            <a:lvl3pPr marL="1371600" lvl="2" indent="-304800" rtl="0">
              <a:lnSpc>
                <a:spcPct val="100000"/>
              </a:lnSpc>
              <a:spcBef>
                <a:spcPts val="0"/>
              </a:spcBef>
              <a:spcAft>
                <a:spcPts val="0"/>
              </a:spcAft>
              <a:buClr>
                <a:schemeClr val="lt2"/>
              </a:buClr>
              <a:buSzPts val="1200"/>
              <a:buChar char="■"/>
              <a:defRPr sz="1200">
                <a:solidFill>
                  <a:schemeClr val="lt2"/>
                </a:solidFill>
              </a:defRPr>
            </a:lvl3pPr>
            <a:lvl4pPr marL="1828800" lvl="3" indent="-304800" rtl="0">
              <a:lnSpc>
                <a:spcPct val="100000"/>
              </a:lnSpc>
              <a:spcBef>
                <a:spcPts val="0"/>
              </a:spcBef>
              <a:spcAft>
                <a:spcPts val="0"/>
              </a:spcAft>
              <a:buClr>
                <a:schemeClr val="lt2"/>
              </a:buClr>
              <a:buSzPts val="1200"/>
              <a:buChar char="●"/>
              <a:defRPr sz="1200">
                <a:solidFill>
                  <a:schemeClr val="lt2"/>
                </a:solidFill>
              </a:defRPr>
            </a:lvl4pPr>
            <a:lvl5pPr marL="2286000" lvl="4" indent="-304800" rtl="0">
              <a:lnSpc>
                <a:spcPct val="100000"/>
              </a:lnSpc>
              <a:spcBef>
                <a:spcPts val="0"/>
              </a:spcBef>
              <a:spcAft>
                <a:spcPts val="0"/>
              </a:spcAft>
              <a:buClr>
                <a:schemeClr val="lt2"/>
              </a:buClr>
              <a:buSzPts val="1200"/>
              <a:buChar char="○"/>
              <a:defRPr sz="1200">
                <a:solidFill>
                  <a:schemeClr val="lt2"/>
                </a:solidFill>
              </a:defRPr>
            </a:lvl5pPr>
            <a:lvl6pPr marL="2743200" lvl="5" indent="-304800" rtl="0">
              <a:lnSpc>
                <a:spcPct val="100000"/>
              </a:lnSpc>
              <a:spcBef>
                <a:spcPts val="0"/>
              </a:spcBef>
              <a:spcAft>
                <a:spcPts val="0"/>
              </a:spcAft>
              <a:buClr>
                <a:schemeClr val="lt2"/>
              </a:buClr>
              <a:buSzPts val="1200"/>
              <a:buChar char="■"/>
              <a:defRPr sz="1200">
                <a:solidFill>
                  <a:schemeClr val="lt2"/>
                </a:solidFill>
              </a:defRPr>
            </a:lvl6pPr>
            <a:lvl7pPr marL="3200400" lvl="6" indent="-304800" rtl="0">
              <a:lnSpc>
                <a:spcPct val="100000"/>
              </a:lnSpc>
              <a:spcBef>
                <a:spcPts val="0"/>
              </a:spcBef>
              <a:spcAft>
                <a:spcPts val="0"/>
              </a:spcAft>
              <a:buClr>
                <a:schemeClr val="lt2"/>
              </a:buClr>
              <a:buSzPts val="1200"/>
              <a:buChar char="●"/>
              <a:defRPr sz="1200">
                <a:solidFill>
                  <a:schemeClr val="lt2"/>
                </a:solidFill>
              </a:defRPr>
            </a:lvl7pPr>
            <a:lvl8pPr marL="3657600" lvl="7" indent="-304800" rtl="0">
              <a:lnSpc>
                <a:spcPct val="100000"/>
              </a:lnSpc>
              <a:spcBef>
                <a:spcPts val="0"/>
              </a:spcBef>
              <a:spcAft>
                <a:spcPts val="0"/>
              </a:spcAft>
              <a:buClr>
                <a:schemeClr val="lt2"/>
              </a:buClr>
              <a:buSzPts val="1200"/>
              <a:buChar char="○"/>
              <a:defRPr sz="1200">
                <a:solidFill>
                  <a:schemeClr val="lt2"/>
                </a:solidFill>
              </a:defRPr>
            </a:lvl8pPr>
            <a:lvl9pPr marL="4114800" lvl="8" indent="-304800" rtl="0">
              <a:lnSpc>
                <a:spcPct val="100000"/>
              </a:lnSpc>
              <a:spcBef>
                <a:spcPts val="0"/>
              </a:spcBef>
              <a:spcAft>
                <a:spcPts val="0"/>
              </a:spcAft>
              <a:buClr>
                <a:schemeClr val="lt2"/>
              </a:buClr>
              <a:buSzPts val="1200"/>
              <a:buChar char="■"/>
              <a:defRPr sz="1200">
                <a:solidFill>
                  <a:schemeClr val="lt2"/>
                </a:solidFill>
              </a:defRPr>
            </a:lvl9pPr>
          </a:lstStyle>
          <a:p>
            <a:endParaRPr/>
          </a:p>
        </p:txBody>
      </p:sp>
      <p:sp>
        <p:nvSpPr>
          <p:cNvPr id="1005" name="Google Shape;1005;p88"/>
          <p:cNvSpPr txBox="1">
            <a:spLocks noGrp="1"/>
          </p:cNvSpPr>
          <p:nvPr>
            <p:ph type="subTitle" idx="3"/>
          </p:nvPr>
        </p:nvSpPr>
        <p:spPr>
          <a:xfrm>
            <a:off x="1075850" y="2060371"/>
            <a:ext cx="7596900" cy="260400"/>
          </a:xfrm>
          <a:prstGeom prst="rect">
            <a:avLst/>
          </a:prstGeom>
        </p:spPr>
        <p:txBody>
          <a:bodyPr spcFirstLastPara="1" wrap="square" lIns="0" tIns="0" rIns="0" bIns="0" anchor="t" anchorCtr="0">
            <a:normAutofit/>
          </a:bodyPr>
          <a:lstStyle>
            <a:lvl1pPr lvl="0" rtl="0">
              <a:lnSpc>
                <a:spcPct val="100000"/>
              </a:lnSpc>
              <a:spcBef>
                <a:spcPts val="0"/>
              </a:spcBef>
              <a:spcAft>
                <a:spcPts val="0"/>
              </a:spcAft>
              <a:buClr>
                <a:schemeClr val="accent2"/>
              </a:buClr>
              <a:buSzPts val="1600"/>
              <a:buFont typeface="IBM Plex Sans Medium"/>
              <a:buNone/>
              <a:defRPr>
                <a:solidFill>
                  <a:schemeClr val="accent2"/>
                </a:solidFill>
                <a:latin typeface="IBM Plex Sans Medium"/>
                <a:ea typeface="IBM Plex Sans Medium"/>
                <a:cs typeface="IBM Plex Sans Medium"/>
                <a:sym typeface="IBM Plex Sans Medium"/>
              </a:defRPr>
            </a:lvl1pPr>
            <a:lvl2pPr lvl="1" rtl="0">
              <a:lnSpc>
                <a:spcPct val="100000"/>
              </a:lnSpc>
              <a:spcBef>
                <a:spcPts val="0"/>
              </a:spcBef>
              <a:spcAft>
                <a:spcPts val="0"/>
              </a:spcAft>
              <a:buClr>
                <a:schemeClr val="accent2"/>
              </a:buClr>
              <a:buSzPts val="1800"/>
              <a:buFont typeface="IBM Plex Sans Medium"/>
              <a:buNone/>
              <a:defRPr sz="1800">
                <a:solidFill>
                  <a:schemeClr val="accent2"/>
                </a:solidFill>
                <a:latin typeface="IBM Plex Sans Medium"/>
                <a:ea typeface="IBM Plex Sans Medium"/>
                <a:cs typeface="IBM Plex Sans Medium"/>
                <a:sym typeface="IBM Plex Sans Medium"/>
              </a:defRPr>
            </a:lvl2pPr>
            <a:lvl3pPr lvl="2" rtl="0">
              <a:lnSpc>
                <a:spcPct val="100000"/>
              </a:lnSpc>
              <a:spcBef>
                <a:spcPts val="0"/>
              </a:spcBef>
              <a:spcAft>
                <a:spcPts val="0"/>
              </a:spcAft>
              <a:buClr>
                <a:schemeClr val="accent2"/>
              </a:buClr>
              <a:buSzPts val="1800"/>
              <a:buFont typeface="IBM Plex Sans Medium"/>
              <a:buNone/>
              <a:defRPr sz="1800">
                <a:solidFill>
                  <a:schemeClr val="accent2"/>
                </a:solidFill>
                <a:latin typeface="IBM Plex Sans Medium"/>
                <a:ea typeface="IBM Plex Sans Medium"/>
                <a:cs typeface="IBM Plex Sans Medium"/>
                <a:sym typeface="IBM Plex Sans Medium"/>
              </a:defRPr>
            </a:lvl3pPr>
            <a:lvl4pPr lvl="3" rtl="0">
              <a:lnSpc>
                <a:spcPct val="100000"/>
              </a:lnSpc>
              <a:spcBef>
                <a:spcPts val="0"/>
              </a:spcBef>
              <a:spcAft>
                <a:spcPts val="0"/>
              </a:spcAft>
              <a:buClr>
                <a:schemeClr val="accent2"/>
              </a:buClr>
              <a:buSzPts val="1800"/>
              <a:buFont typeface="IBM Plex Sans Medium"/>
              <a:buNone/>
              <a:defRPr sz="1800">
                <a:solidFill>
                  <a:schemeClr val="accent2"/>
                </a:solidFill>
                <a:latin typeface="IBM Plex Sans Medium"/>
                <a:ea typeface="IBM Plex Sans Medium"/>
                <a:cs typeface="IBM Plex Sans Medium"/>
                <a:sym typeface="IBM Plex Sans Medium"/>
              </a:defRPr>
            </a:lvl4pPr>
            <a:lvl5pPr lvl="4" rtl="0">
              <a:lnSpc>
                <a:spcPct val="100000"/>
              </a:lnSpc>
              <a:spcBef>
                <a:spcPts val="0"/>
              </a:spcBef>
              <a:spcAft>
                <a:spcPts val="0"/>
              </a:spcAft>
              <a:buClr>
                <a:schemeClr val="accent2"/>
              </a:buClr>
              <a:buSzPts val="1800"/>
              <a:buFont typeface="IBM Plex Sans Medium"/>
              <a:buNone/>
              <a:defRPr sz="1800">
                <a:solidFill>
                  <a:schemeClr val="accent2"/>
                </a:solidFill>
                <a:latin typeface="IBM Plex Sans Medium"/>
                <a:ea typeface="IBM Plex Sans Medium"/>
                <a:cs typeface="IBM Plex Sans Medium"/>
                <a:sym typeface="IBM Plex Sans Medium"/>
              </a:defRPr>
            </a:lvl5pPr>
            <a:lvl6pPr lvl="5" rtl="0">
              <a:lnSpc>
                <a:spcPct val="100000"/>
              </a:lnSpc>
              <a:spcBef>
                <a:spcPts val="0"/>
              </a:spcBef>
              <a:spcAft>
                <a:spcPts val="0"/>
              </a:spcAft>
              <a:buClr>
                <a:schemeClr val="accent2"/>
              </a:buClr>
              <a:buSzPts val="1800"/>
              <a:buFont typeface="IBM Plex Sans Medium"/>
              <a:buNone/>
              <a:defRPr sz="1800">
                <a:solidFill>
                  <a:schemeClr val="accent2"/>
                </a:solidFill>
                <a:latin typeface="IBM Plex Sans Medium"/>
                <a:ea typeface="IBM Plex Sans Medium"/>
                <a:cs typeface="IBM Plex Sans Medium"/>
                <a:sym typeface="IBM Plex Sans Medium"/>
              </a:defRPr>
            </a:lvl6pPr>
            <a:lvl7pPr lvl="6" rtl="0">
              <a:lnSpc>
                <a:spcPct val="100000"/>
              </a:lnSpc>
              <a:spcBef>
                <a:spcPts val="0"/>
              </a:spcBef>
              <a:spcAft>
                <a:spcPts val="0"/>
              </a:spcAft>
              <a:buClr>
                <a:schemeClr val="accent2"/>
              </a:buClr>
              <a:buSzPts val="1800"/>
              <a:buFont typeface="IBM Plex Sans Medium"/>
              <a:buNone/>
              <a:defRPr sz="1800">
                <a:solidFill>
                  <a:schemeClr val="accent2"/>
                </a:solidFill>
                <a:latin typeface="IBM Plex Sans Medium"/>
                <a:ea typeface="IBM Plex Sans Medium"/>
                <a:cs typeface="IBM Plex Sans Medium"/>
                <a:sym typeface="IBM Plex Sans Medium"/>
              </a:defRPr>
            </a:lvl7pPr>
            <a:lvl8pPr lvl="7" rtl="0">
              <a:lnSpc>
                <a:spcPct val="100000"/>
              </a:lnSpc>
              <a:spcBef>
                <a:spcPts val="0"/>
              </a:spcBef>
              <a:spcAft>
                <a:spcPts val="0"/>
              </a:spcAft>
              <a:buClr>
                <a:schemeClr val="accent2"/>
              </a:buClr>
              <a:buSzPts val="1800"/>
              <a:buFont typeface="IBM Plex Sans Medium"/>
              <a:buNone/>
              <a:defRPr sz="1800">
                <a:solidFill>
                  <a:schemeClr val="accent2"/>
                </a:solidFill>
                <a:latin typeface="IBM Plex Sans Medium"/>
                <a:ea typeface="IBM Plex Sans Medium"/>
                <a:cs typeface="IBM Plex Sans Medium"/>
                <a:sym typeface="IBM Plex Sans Medium"/>
              </a:defRPr>
            </a:lvl8pPr>
            <a:lvl9pPr lvl="8" rtl="0">
              <a:lnSpc>
                <a:spcPct val="100000"/>
              </a:lnSpc>
              <a:spcBef>
                <a:spcPts val="0"/>
              </a:spcBef>
              <a:spcAft>
                <a:spcPts val="0"/>
              </a:spcAft>
              <a:buClr>
                <a:schemeClr val="accent2"/>
              </a:buClr>
              <a:buSzPts val="1800"/>
              <a:buFont typeface="IBM Plex Sans Medium"/>
              <a:buNone/>
              <a:defRPr sz="1800">
                <a:solidFill>
                  <a:schemeClr val="accent2"/>
                </a:solidFill>
                <a:latin typeface="IBM Plex Sans Medium"/>
                <a:ea typeface="IBM Plex Sans Medium"/>
                <a:cs typeface="IBM Plex Sans Medium"/>
                <a:sym typeface="IBM Plex Sans Medium"/>
              </a:defRPr>
            </a:lvl9pPr>
          </a:lstStyle>
          <a:p>
            <a:endParaRPr/>
          </a:p>
        </p:txBody>
      </p:sp>
      <p:sp>
        <p:nvSpPr>
          <p:cNvPr id="1006" name="Google Shape;1006;p88"/>
          <p:cNvSpPr txBox="1">
            <a:spLocks noGrp="1"/>
          </p:cNvSpPr>
          <p:nvPr>
            <p:ph type="body" idx="4"/>
          </p:nvPr>
        </p:nvSpPr>
        <p:spPr>
          <a:xfrm>
            <a:off x="1090825" y="2386101"/>
            <a:ext cx="7596900" cy="504300"/>
          </a:xfrm>
          <a:prstGeom prst="rect">
            <a:avLst/>
          </a:prstGeom>
        </p:spPr>
        <p:txBody>
          <a:bodyPr spcFirstLastPara="1" wrap="square" lIns="0" tIns="0" rIns="0" bIns="0" anchor="t" anchorCtr="0">
            <a:normAutofit/>
          </a:bodyPr>
          <a:lstStyle>
            <a:lvl1pPr marL="457200" lvl="0" indent="-304800" rtl="0">
              <a:lnSpc>
                <a:spcPct val="100000"/>
              </a:lnSpc>
              <a:spcBef>
                <a:spcPts val="0"/>
              </a:spcBef>
              <a:spcAft>
                <a:spcPts val="0"/>
              </a:spcAft>
              <a:buClr>
                <a:schemeClr val="lt2"/>
              </a:buClr>
              <a:buSzPts val="1200"/>
              <a:buChar char="■"/>
              <a:defRPr sz="1200">
                <a:solidFill>
                  <a:schemeClr val="lt2"/>
                </a:solidFill>
              </a:defRPr>
            </a:lvl1pPr>
            <a:lvl2pPr marL="914400" lvl="1" indent="-304800" rtl="0">
              <a:lnSpc>
                <a:spcPct val="100000"/>
              </a:lnSpc>
              <a:spcBef>
                <a:spcPts val="0"/>
              </a:spcBef>
              <a:spcAft>
                <a:spcPts val="0"/>
              </a:spcAft>
              <a:buClr>
                <a:schemeClr val="lt2"/>
              </a:buClr>
              <a:buSzPts val="1200"/>
              <a:buChar char="■"/>
              <a:defRPr sz="1200">
                <a:solidFill>
                  <a:schemeClr val="lt2"/>
                </a:solidFill>
              </a:defRPr>
            </a:lvl2pPr>
            <a:lvl3pPr marL="1371600" lvl="2" indent="-304800" rtl="0">
              <a:lnSpc>
                <a:spcPct val="100000"/>
              </a:lnSpc>
              <a:spcBef>
                <a:spcPts val="0"/>
              </a:spcBef>
              <a:spcAft>
                <a:spcPts val="0"/>
              </a:spcAft>
              <a:buClr>
                <a:schemeClr val="lt2"/>
              </a:buClr>
              <a:buSzPts val="1200"/>
              <a:buChar char="■"/>
              <a:defRPr sz="1200">
                <a:solidFill>
                  <a:schemeClr val="lt2"/>
                </a:solidFill>
              </a:defRPr>
            </a:lvl3pPr>
            <a:lvl4pPr marL="1828800" lvl="3" indent="-304800" rtl="0">
              <a:lnSpc>
                <a:spcPct val="100000"/>
              </a:lnSpc>
              <a:spcBef>
                <a:spcPts val="0"/>
              </a:spcBef>
              <a:spcAft>
                <a:spcPts val="0"/>
              </a:spcAft>
              <a:buClr>
                <a:schemeClr val="lt2"/>
              </a:buClr>
              <a:buSzPts val="1200"/>
              <a:buChar char="●"/>
              <a:defRPr sz="1200">
                <a:solidFill>
                  <a:schemeClr val="lt2"/>
                </a:solidFill>
              </a:defRPr>
            </a:lvl4pPr>
            <a:lvl5pPr marL="2286000" lvl="4" indent="-304800" rtl="0">
              <a:lnSpc>
                <a:spcPct val="100000"/>
              </a:lnSpc>
              <a:spcBef>
                <a:spcPts val="0"/>
              </a:spcBef>
              <a:spcAft>
                <a:spcPts val="0"/>
              </a:spcAft>
              <a:buClr>
                <a:schemeClr val="lt2"/>
              </a:buClr>
              <a:buSzPts val="1200"/>
              <a:buChar char="○"/>
              <a:defRPr sz="1200">
                <a:solidFill>
                  <a:schemeClr val="lt2"/>
                </a:solidFill>
              </a:defRPr>
            </a:lvl5pPr>
            <a:lvl6pPr marL="2743200" lvl="5" indent="-304800" rtl="0">
              <a:lnSpc>
                <a:spcPct val="100000"/>
              </a:lnSpc>
              <a:spcBef>
                <a:spcPts val="0"/>
              </a:spcBef>
              <a:spcAft>
                <a:spcPts val="0"/>
              </a:spcAft>
              <a:buClr>
                <a:schemeClr val="lt2"/>
              </a:buClr>
              <a:buSzPts val="1200"/>
              <a:buChar char="■"/>
              <a:defRPr sz="1200">
                <a:solidFill>
                  <a:schemeClr val="lt2"/>
                </a:solidFill>
              </a:defRPr>
            </a:lvl6pPr>
            <a:lvl7pPr marL="3200400" lvl="6" indent="-304800" rtl="0">
              <a:lnSpc>
                <a:spcPct val="100000"/>
              </a:lnSpc>
              <a:spcBef>
                <a:spcPts val="0"/>
              </a:spcBef>
              <a:spcAft>
                <a:spcPts val="0"/>
              </a:spcAft>
              <a:buClr>
                <a:schemeClr val="lt2"/>
              </a:buClr>
              <a:buSzPts val="1200"/>
              <a:buChar char="●"/>
              <a:defRPr sz="1200">
                <a:solidFill>
                  <a:schemeClr val="lt2"/>
                </a:solidFill>
              </a:defRPr>
            </a:lvl7pPr>
            <a:lvl8pPr marL="3657600" lvl="7" indent="-304800" rtl="0">
              <a:lnSpc>
                <a:spcPct val="100000"/>
              </a:lnSpc>
              <a:spcBef>
                <a:spcPts val="0"/>
              </a:spcBef>
              <a:spcAft>
                <a:spcPts val="0"/>
              </a:spcAft>
              <a:buClr>
                <a:schemeClr val="lt2"/>
              </a:buClr>
              <a:buSzPts val="1200"/>
              <a:buChar char="○"/>
              <a:defRPr sz="1200">
                <a:solidFill>
                  <a:schemeClr val="lt2"/>
                </a:solidFill>
              </a:defRPr>
            </a:lvl8pPr>
            <a:lvl9pPr marL="4114800" lvl="8" indent="-304800" rtl="0">
              <a:lnSpc>
                <a:spcPct val="100000"/>
              </a:lnSpc>
              <a:spcBef>
                <a:spcPts val="0"/>
              </a:spcBef>
              <a:spcAft>
                <a:spcPts val="0"/>
              </a:spcAft>
              <a:buClr>
                <a:schemeClr val="lt2"/>
              </a:buClr>
              <a:buSzPts val="1200"/>
              <a:buChar char="■"/>
              <a:defRPr sz="1200">
                <a:solidFill>
                  <a:schemeClr val="lt2"/>
                </a:solidFill>
              </a:defRPr>
            </a:lvl9pPr>
          </a:lstStyle>
          <a:p>
            <a:endParaRPr/>
          </a:p>
        </p:txBody>
      </p:sp>
      <p:sp>
        <p:nvSpPr>
          <p:cNvPr id="1007" name="Google Shape;1007;p88"/>
          <p:cNvSpPr txBox="1">
            <a:spLocks noGrp="1"/>
          </p:cNvSpPr>
          <p:nvPr>
            <p:ph type="subTitle" idx="5"/>
          </p:nvPr>
        </p:nvSpPr>
        <p:spPr>
          <a:xfrm>
            <a:off x="1075850" y="3092042"/>
            <a:ext cx="7596900" cy="260400"/>
          </a:xfrm>
          <a:prstGeom prst="rect">
            <a:avLst/>
          </a:prstGeom>
        </p:spPr>
        <p:txBody>
          <a:bodyPr spcFirstLastPara="1" wrap="square" lIns="0" tIns="0" rIns="0" bIns="0" anchor="t" anchorCtr="0">
            <a:normAutofit/>
          </a:bodyPr>
          <a:lstStyle>
            <a:lvl1pPr lvl="0" rtl="0">
              <a:lnSpc>
                <a:spcPct val="100000"/>
              </a:lnSpc>
              <a:spcBef>
                <a:spcPts val="0"/>
              </a:spcBef>
              <a:spcAft>
                <a:spcPts val="0"/>
              </a:spcAft>
              <a:buClr>
                <a:schemeClr val="accent2"/>
              </a:buClr>
              <a:buSzPts val="1600"/>
              <a:buFont typeface="IBM Plex Sans Medium"/>
              <a:buNone/>
              <a:defRPr>
                <a:solidFill>
                  <a:schemeClr val="accent2"/>
                </a:solidFill>
                <a:latin typeface="IBM Plex Sans Medium"/>
                <a:ea typeface="IBM Plex Sans Medium"/>
                <a:cs typeface="IBM Plex Sans Medium"/>
                <a:sym typeface="IBM Plex Sans Medium"/>
              </a:defRPr>
            </a:lvl1pPr>
            <a:lvl2pPr lvl="1" rtl="0">
              <a:lnSpc>
                <a:spcPct val="100000"/>
              </a:lnSpc>
              <a:spcBef>
                <a:spcPts val="0"/>
              </a:spcBef>
              <a:spcAft>
                <a:spcPts val="0"/>
              </a:spcAft>
              <a:buClr>
                <a:schemeClr val="accent2"/>
              </a:buClr>
              <a:buSzPts val="1800"/>
              <a:buFont typeface="IBM Plex Sans Medium"/>
              <a:buNone/>
              <a:defRPr sz="1800">
                <a:solidFill>
                  <a:schemeClr val="accent2"/>
                </a:solidFill>
                <a:latin typeface="IBM Plex Sans Medium"/>
                <a:ea typeface="IBM Plex Sans Medium"/>
                <a:cs typeface="IBM Plex Sans Medium"/>
                <a:sym typeface="IBM Plex Sans Medium"/>
              </a:defRPr>
            </a:lvl2pPr>
            <a:lvl3pPr lvl="2" rtl="0">
              <a:lnSpc>
                <a:spcPct val="100000"/>
              </a:lnSpc>
              <a:spcBef>
                <a:spcPts val="0"/>
              </a:spcBef>
              <a:spcAft>
                <a:spcPts val="0"/>
              </a:spcAft>
              <a:buClr>
                <a:schemeClr val="accent2"/>
              </a:buClr>
              <a:buSzPts val="1800"/>
              <a:buFont typeface="IBM Plex Sans Medium"/>
              <a:buNone/>
              <a:defRPr sz="1800">
                <a:solidFill>
                  <a:schemeClr val="accent2"/>
                </a:solidFill>
                <a:latin typeface="IBM Plex Sans Medium"/>
                <a:ea typeface="IBM Plex Sans Medium"/>
                <a:cs typeface="IBM Plex Sans Medium"/>
                <a:sym typeface="IBM Plex Sans Medium"/>
              </a:defRPr>
            </a:lvl3pPr>
            <a:lvl4pPr lvl="3" rtl="0">
              <a:lnSpc>
                <a:spcPct val="100000"/>
              </a:lnSpc>
              <a:spcBef>
                <a:spcPts val="0"/>
              </a:spcBef>
              <a:spcAft>
                <a:spcPts val="0"/>
              </a:spcAft>
              <a:buClr>
                <a:schemeClr val="accent2"/>
              </a:buClr>
              <a:buSzPts val="1800"/>
              <a:buFont typeface="IBM Plex Sans Medium"/>
              <a:buNone/>
              <a:defRPr sz="1800">
                <a:solidFill>
                  <a:schemeClr val="accent2"/>
                </a:solidFill>
                <a:latin typeface="IBM Plex Sans Medium"/>
                <a:ea typeface="IBM Plex Sans Medium"/>
                <a:cs typeface="IBM Plex Sans Medium"/>
                <a:sym typeface="IBM Plex Sans Medium"/>
              </a:defRPr>
            </a:lvl4pPr>
            <a:lvl5pPr lvl="4" rtl="0">
              <a:lnSpc>
                <a:spcPct val="100000"/>
              </a:lnSpc>
              <a:spcBef>
                <a:spcPts val="0"/>
              </a:spcBef>
              <a:spcAft>
                <a:spcPts val="0"/>
              </a:spcAft>
              <a:buClr>
                <a:schemeClr val="accent2"/>
              </a:buClr>
              <a:buSzPts val="1800"/>
              <a:buFont typeface="IBM Plex Sans Medium"/>
              <a:buNone/>
              <a:defRPr sz="1800">
                <a:solidFill>
                  <a:schemeClr val="accent2"/>
                </a:solidFill>
                <a:latin typeface="IBM Plex Sans Medium"/>
                <a:ea typeface="IBM Plex Sans Medium"/>
                <a:cs typeface="IBM Plex Sans Medium"/>
                <a:sym typeface="IBM Plex Sans Medium"/>
              </a:defRPr>
            </a:lvl5pPr>
            <a:lvl6pPr lvl="5" rtl="0">
              <a:lnSpc>
                <a:spcPct val="100000"/>
              </a:lnSpc>
              <a:spcBef>
                <a:spcPts val="0"/>
              </a:spcBef>
              <a:spcAft>
                <a:spcPts val="0"/>
              </a:spcAft>
              <a:buClr>
                <a:schemeClr val="accent2"/>
              </a:buClr>
              <a:buSzPts val="1800"/>
              <a:buFont typeface="IBM Plex Sans Medium"/>
              <a:buNone/>
              <a:defRPr sz="1800">
                <a:solidFill>
                  <a:schemeClr val="accent2"/>
                </a:solidFill>
                <a:latin typeface="IBM Plex Sans Medium"/>
                <a:ea typeface="IBM Plex Sans Medium"/>
                <a:cs typeface="IBM Plex Sans Medium"/>
                <a:sym typeface="IBM Plex Sans Medium"/>
              </a:defRPr>
            </a:lvl6pPr>
            <a:lvl7pPr lvl="6" rtl="0">
              <a:lnSpc>
                <a:spcPct val="100000"/>
              </a:lnSpc>
              <a:spcBef>
                <a:spcPts val="0"/>
              </a:spcBef>
              <a:spcAft>
                <a:spcPts val="0"/>
              </a:spcAft>
              <a:buClr>
                <a:schemeClr val="accent2"/>
              </a:buClr>
              <a:buSzPts val="1800"/>
              <a:buFont typeface="IBM Plex Sans Medium"/>
              <a:buNone/>
              <a:defRPr sz="1800">
                <a:solidFill>
                  <a:schemeClr val="accent2"/>
                </a:solidFill>
                <a:latin typeface="IBM Plex Sans Medium"/>
                <a:ea typeface="IBM Plex Sans Medium"/>
                <a:cs typeface="IBM Plex Sans Medium"/>
                <a:sym typeface="IBM Plex Sans Medium"/>
              </a:defRPr>
            </a:lvl7pPr>
            <a:lvl8pPr lvl="7" rtl="0">
              <a:lnSpc>
                <a:spcPct val="100000"/>
              </a:lnSpc>
              <a:spcBef>
                <a:spcPts val="0"/>
              </a:spcBef>
              <a:spcAft>
                <a:spcPts val="0"/>
              </a:spcAft>
              <a:buClr>
                <a:schemeClr val="accent2"/>
              </a:buClr>
              <a:buSzPts val="1800"/>
              <a:buFont typeface="IBM Plex Sans Medium"/>
              <a:buNone/>
              <a:defRPr sz="1800">
                <a:solidFill>
                  <a:schemeClr val="accent2"/>
                </a:solidFill>
                <a:latin typeface="IBM Plex Sans Medium"/>
                <a:ea typeface="IBM Plex Sans Medium"/>
                <a:cs typeface="IBM Plex Sans Medium"/>
                <a:sym typeface="IBM Plex Sans Medium"/>
              </a:defRPr>
            </a:lvl8pPr>
            <a:lvl9pPr lvl="8" rtl="0">
              <a:lnSpc>
                <a:spcPct val="100000"/>
              </a:lnSpc>
              <a:spcBef>
                <a:spcPts val="0"/>
              </a:spcBef>
              <a:spcAft>
                <a:spcPts val="0"/>
              </a:spcAft>
              <a:buClr>
                <a:schemeClr val="accent2"/>
              </a:buClr>
              <a:buSzPts val="1800"/>
              <a:buFont typeface="IBM Plex Sans Medium"/>
              <a:buNone/>
              <a:defRPr sz="1800">
                <a:solidFill>
                  <a:schemeClr val="accent2"/>
                </a:solidFill>
                <a:latin typeface="IBM Plex Sans Medium"/>
                <a:ea typeface="IBM Plex Sans Medium"/>
                <a:cs typeface="IBM Plex Sans Medium"/>
                <a:sym typeface="IBM Plex Sans Medium"/>
              </a:defRPr>
            </a:lvl9pPr>
          </a:lstStyle>
          <a:p>
            <a:endParaRPr/>
          </a:p>
        </p:txBody>
      </p:sp>
      <p:sp>
        <p:nvSpPr>
          <p:cNvPr id="1008" name="Google Shape;1008;p88"/>
          <p:cNvSpPr txBox="1">
            <a:spLocks noGrp="1"/>
          </p:cNvSpPr>
          <p:nvPr>
            <p:ph type="body" idx="6"/>
          </p:nvPr>
        </p:nvSpPr>
        <p:spPr>
          <a:xfrm>
            <a:off x="1090825" y="3417777"/>
            <a:ext cx="7596900" cy="504300"/>
          </a:xfrm>
          <a:prstGeom prst="rect">
            <a:avLst/>
          </a:prstGeom>
        </p:spPr>
        <p:txBody>
          <a:bodyPr spcFirstLastPara="1" wrap="square" lIns="0" tIns="0" rIns="0" bIns="0" anchor="t" anchorCtr="0">
            <a:normAutofit/>
          </a:bodyPr>
          <a:lstStyle>
            <a:lvl1pPr marL="457200" lvl="0" indent="-304800" rtl="0">
              <a:lnSpc>
                <a:spcPct val="100000"/>
              </a:lnSpc>
              <a:spcBef>
                <a:spcPts val="0"/>
              </a:spcBef>
              <a:spcAft>
                <a:spcPts val="0"/>
              </a:spcAft>
              <a:buClr>
                <a:schemeClr val="lt2"/>
              </a:buClr>
              <a:buSzPts val="1200"/>
              <a:buChar char="■"/>
              <a:defRPr sz="1200">
                <a:solidFill>
                  <a:schemeClr val="lt2"/>
                </a:solidFill>
              </a:defRPr>
            </a:lvl1pPr>
            <a:lvl2pPr marL="914400" lvl="1" indent="-304800" rtl="0">
              <a:lnSpc>
                <a:spcPct val="100000"/>
              </a:lnSpc>
              <a:spcBef>
                <a:spcPts val="0"/>
              </a:spcBef>
              <a:spcAft>
                <a:spcPts val="0"/>
              </a:spcAft>
              <a:buClr>
                <a:schemeClr val="lt2"/>
              </a:buClr>
              <a:buSzPts val="1200"/>
              <a:buChar char="■"/>
              <a:defRPr sz="1200">
                <a:solidFill>
                  <a:schemeClr val="lt2"/>
                </a:solidFill>
              </a:defRPr>
            </a:lvl2pPr>
            <a:lvl3pPr marL="1371600" lvl="2" indent="-304800" rtl="0">
              <a:lnSpc>
                <a:spcPct val="100000"/>
              </a:lnSpc>
              <a:spcBef>
                <a:spcPts val="0"/>
              </a:spcBef>
              <a:spcAft>
                <a:spcPts val="0"/>
              </a:spcAft>
              <a:buClr>
                <a:schemeClr val="lt2"/>
              </a:buClr>
              <a:buSzPts val="1200"/>
              <a:buChar char="■"/>
              <a:defRPr sz="1200">
                <a:solidFill>
                  <a:schemeClr val="lt2"/>
                </a:solidFill>
              </a:defRPr>
            </a:lvl3pPr>
            <a:lvl4pPr marL="1828800" lvl="3" indent="-304800" rtl="0">
              <a:lnSpc>
                <a:spcPct val="100000"/>
              </a:lnSpc>
              <a:spcBef>
                <a:spcPts val="0"/>
              </a:spcBef>
              <a:spcAft>
                <a:spcPts val="0"/>
              </a:spcAft>
              <a:buClr>
                <a:schemeClr val="lt2"/>
              </a:buClr>
              <a:buSzPts val="1200"/>
              <a:buChar char="●"/>
              <a:defRPr sz="1200">
                <a:solidFill>
                  <a:schemeClr val="lt2"/>
                </a:solidFill>
              </a:defRPr>
            </a:lvl4pPr>
            <a:lvl5pPr marL="2286000" lvl="4" indent="-304800" rtl="0">
              <a:lnSpc>
                <a:spcPct val="100000"/>
              </a:lnSpc>
              <a:spcBef>
                <a:spcPts val="0"/>
              </a:spcBef>
              <a:spcAft>
                <a:spcPts val="0"/>
              </a:spcAft>
              <a:buClr>
                <a:schemeClr val="lt2"/>
              </a:buClr>
              <a:buSzPts val="1200"/>
              <a:buChar char="○"/>
              <a:defRPr sz="1200">
                <a:solidFill>
                  <a:schemeClr val="lt2"/>
                </a:solidFill>
              </a:defRPr>
            </a:lvl5pPr>
            <a:lvl6pPr marL="2743200" lvl="5" indent="-304800" rtl="0">
              <a:lnSpc>
                <a:spcPct val="100000"/>
              </a:lnSpc>
              <a:spcBef>
                <a:spcPts val="0"/>
              </a:spcBef>
              <a:spcAft>
                <a:spcPts val="0"/>
              </a:spcAft>
              <a:buClr>
                <a:schemeClr val="lt2"/>
              </a:buClr>
              <a:buSzPts val="1200"/>
              <a:buChar char="■"/>
              <a:defRPr sz="1200">
                <a:solidFill>
                  <a:schemeClr val="lt2"/>
                </a:solidFill>
              </a:defRPr>
            </a:lvl6pPr>
            <a:lvl7pPr marL="3200400" lvl="6" indent="-304800" rtl="0">
              <a:lnSpc>
                <a:spcPct val="100000"/>
              </a:lnSpc>
              <a:spcBef>
                <a:spcPts val="0"/>
              </a:spcBef>
              <a:spcAft>
                <a:spcPts val="0"/>
              </a:spcAft>
              <a:buClr>
                <a:schemeClr val="lt2"/>
              </a:buClr>
              <a:buSzPts val="1200"/>
              <a:buChar char="●"/>
              <a:defRPr sz="1200">
                <a:solidFill>
                  <a:schemeClr val="lt2"/>
                </a:solidFill>
              </a:defRPr>
            </a:lvl7pPr>
            <a:lvl8pPr marL="3657600" lvl="7" indent="-304800" rtl="0">
              <a:lnSpc>
                <a:spcPct val="100000"/>
              </a:lnSpc>
              <a:spcBef>
                <a:spcPts val="0"/>
              </a:spcBef>
              <a:spcAft>
                <a:spcPts val="0"/>
              </a:spcAft>
              <a:buClr>
                <a:schemeClr val="lt2"/>
              </a:buClr>
              <a:buSzPts val="1200"/>
              <a:buChar char="○"/>
              <a:defRPr sz="1200">
                <a:solidFill>
                  <a:schemeClr val="lt2"/>
                </a:solidFill>
              </a:defRPr>
            </a:lvl8pPr>
            <a:lvl9pPr marL="4114800" lvl="8" indent="-304800" rtl="0">
              <a:lnSpc>
                <a:spcPct val="100000"/>
              </a:lnSpc>
              <a:spcBef>
                <a:spcPts val="0"/>
              </a:spcBef>
              <a:spcAft>
                <a:spcPts val="0"/>
              </a:spcAft>
              <a:buClr>
                <a:schemeClr val="lt2"/>
              </a:buClr>
              <a:buSzPts val="1200"/>
              <a:buChar char="■"/>
              <a:defRPr sz="1200">
                <a:solidFill>
                  <a:schemeClr val="lt2"/>
                </a:solidFill>
              </a:defRPr>
            </a:lvl9pPr>
          </a:lstStyle>
          <a:p>
            <a:endParaRPr/>
          </a:p>
        </p:txBody>
      </p:sp>
      <p:cxnSp>
        <p:nvCxnSpPr>
          <p:cNvPr id="1009" name="Google Shape;1009;p88"/>
          <p:cNvCxnSpPr/>
          <p:nvPr/>
        </p:nvCxnSpPr>
        <p:spPr>
          <a:xfrm>
            <a:off x="458100" y="1907233"/>
            <a:ext cx="8229000" cy="0"/>
          </a:xfrm>
          <a:prstGeom prst="straightConnector1">
            <a:avLst/>
          </a:prstGeom>
          <a:noFill/>
          <a:ln w="9525" cap="flat" cmpd="sng">
            <a:solidFill>
              <a:schemeClr val="lt2"/>
            </a:solidFill>
            <a:prstDash val="dash"/>
            <a:round/>
            <a:headEnd type="none" w="med" len="med"/>
            <a:tailEnd type="none" w="med" len="med"/>
          </a:ln>
        </p:spPr>
      </p:cxnSp>
      <p:cxnSp>
        <p:nvCxnSpPr>
          <p:cNvPr id="1010" name="Google Shape;1010;p88"/>
          <p:cNvCxnSpPr/>
          <p:nvPr/>
        </p:nvCxnSpPr>
        <p:spPr>
          <a:xfrm>
            <a:off x="458100" y="2933820"/>
            <a:ext cx="8229000" cy="0"/>
          </a:xfrm>
          <a:prstGeom prst="straightConnector1">
            <a:avLst/>
          </a:prstGeom>
          <a:noFill/>
          <a:ln w="9525" cap="flat" cmpd="sng">
            <a:solidFill>
              <a:schemeClr val="lt2"/>
            </a:solidFill>
            <a:prstDash val="dash"/>
            <a:round/>
            <a:headEnd type="none" w="med" len="med"/>
            <a:tailEnd type="none" w="med" len="med"/>
          </a:ln>
        </p:spPr>
      </p:cxnSp>
      <p:sp>
        <p:nvSpPr>
          <p:cNvPr id="1011" name="Google Shape;1011;p88"/>
          <p:cNvSpPr txBox="1">
            <a:spLocks noGrp="1"/>
          </p:cNvSpPr>
          <p:nvPr>
            <p:ph type="subTitle" idx="7"/>
          </p:nvPr>
        </p:nvSpPr>
        <p:spPr>
          <a:xfrm>
            <a:off x="1075850" y="4102050"/>
            <a:ext cx="7596900" cy="260400"/>
          </a:xfrm>
          <a:prstGeom prst="rect">
            <a:avLst/>
          </a:prstGeom>
        </p:spPr>
        <p:txBody>
          <a:bodyPr spcFirstLastPara="1" wrap="square" lIns="0" tIns="0" rIns="0" bIns="0" anchor="t" anchorCtr="0">
            <a:normAutofit/>
          </a:bodyPr>
          <a:lstStyle>
            <a:lvl1pPr lvl="0" rtl="0">
              <a:lnSpc>
                <a:spcPct val="100000"/>
              </a:lnSpc>
              <a:spcBef>
                <a:spcPts val="0"/>
              </a:spcBef>
              <a:spcAft>
                <a:spcPts val="0"/>
              </a:spcAft>
              <a:buClr>
                <a:schemeClr val="accent2"/>
              </a:buClr>
              <a:buSzPts val="1600"/>
              <a:buFont typeface="IBM Plex Sans Medium"/>
              <a:buNone/>
              <a:defRPr>
                <a:solidFill>
                  <a:schemeClr val="accent2"/>
                </a:solidFill>
                <a:latin typeface="IBM Plex Sans Medium"/>
                <a:ea typeface="IBM Plex Sans Medium"/>
                <a:cs typeface="IBM Plex Sans Medium"/>
                <a:sym typeface="IBM Plex Sans Medium"/>
              </a:defRPr>
            </a:lvl1pPr>
            <a:lvl2pPr lvl="1" rtl="0">
              <a:lnSpc>
                <a:spcPct val="100000"/>
              </a:lnSpc>
              <a:spcBef>
                <a:spcPts val="0"/>
              </a:spcBef>
              <a:spcAft>
                <a:spcPts val="0"/>
              </a:spcAft>
              <a:buClr>
                <a:schemeClr val="accent2"/>
              </a:buClr>
              <a:buSzPts val="1800"/>
              <a:buFont typeface="IBM Plex Sans Medium"/>
              <a:buNone/>
              <a:defRPr sz="1800">
                <a:solidFill>
                  <a:schemeClr val="accent2"/>
                </a:solidFill>
                <a:latin typeface="IBM Plex Sans Medium"/>
                <a:ea typeface="IBM Plex Sans Medium"/>
                <a:cs typeface="IBM Plex Sans Medium"/>
                <a:sym typeface="IBM Plex Sans Medium"/>
              </a:defRPr>
            </a:lvl2pPr>
            <a:lvl3pPr lvl="2" rtl="0">
              <a:lnSpc>
                <a:spcPct val="100000"/>
              </a:lnSpc>
              <a:spcBef>
                <a:spcPts val="0"/>
              </a:spcBef>
              <a:spcAft>
                <a:spcPts val="0"/>
              </a:spcAft>
              <a:buClr>
                <a:schemeClr val="accent2"/>
              </a:buClr>
              <a:buSzPts val="1800"/>
              <a:buFont typeface="IBM Plex Sans Medium"/>
              <a:buNone/>
              <a:defRPr sz="1800">
                <a:solidFill>
                  <a:schemeClr val="accent2"/>
                </a:solidFill>
                <a:latin typeface="IBM Plex Sans Medium"/>
                <a:ea typeface="IBM Plex Sans Medium"/>
                <a:cs typeface="IBM Plex Sans Medium"/>
                <a:sym typeface="IBM Plex Sans Medium"/>
              </a:defRPr>
            </a:lvl3pPr>
            <a:lvl4pPr lvl="3" rtl="0">
              <a:lnSpc>
                <a:spcPct val="100000"/>
              </a:lnSpc>
              <a:spcBef>
                <a:spcPts val="0"/>
              </a:spcBef>
              <a:spcAft>
                <a:spcPts val="0"/>
              </a:spcAft>
              <a:buClr>
                <a:schemeClr val="accent2"/>
              </a:buClr>
              <a:buSzPts val="1800"/>
              <a:buFont typeface="IBM Plex Sans Medium"/>
              <a:buNone/>
              <a:defRPr sz="1800">
                <a:solidFill>
                  <a:schemeClr val="accent2"/>
                </a:solidFill>
                <a:latin typeface="IBM Plex Sans Medium"/>
                <a:ea typeface="IBM Plex Sans Medium"/>
                <a:cs typeface="IBM Plex Sans Medium"/>
                <a:sym typeface="IBM Plex Sans Medium"/>
              </a:defRPr>
            </a:lvl4pPr>
            <a:lvl5pPr lvl="4" rtl="0">
              <a:lnSpc>
                <a:spcPct val="100000"/>
              </a:lnSpc>
              <a:spcBef>
                <a:spcPts val="0"/>
              </a:spcBef>
              <a:spcAft>
                <a:spcPts val="0"/>
              </a:spcAft>
              <a:buClr>
                <a:schemeClr val="accent2"/>
              </a:buClr>
              <a:buSzPts val="1800"/>
              <a:buFont typeface="IBM Plex Sans Medium"/>
              <a:buNone/>
              <a:defRPr sz="1800">
                <a:solidFill>
                  <a:schemeClr val="accent2"/>
                </a:solidFill>
                <a:latin typeface="IBM Plex Sans Medium"/>
                <a:ea typeface="IBM Plex Sans Medium"/>
                <a:cs typeface="IBM Plex Sans Medium"/>
                <a:sym typeface="IBM Plex Sans Medium"/>
              </a:defRPr>
            </a:lvl5pPr>
            <a:lvl6pPr lvl="5" rtl="0">
              <a:lnSpc>
                <a:spcPct val="100000"/>
              </a:lnSpc>
              <a:spcBef>
                <a:spcPts val="0"/>
              </a:spcBef>
              <a:spcAft>
                <a:spcPts val="0"/>
              </a:spcAft>
              <a:buClr>
                <a:schemeClr val="accent2"/>
              </a:buClr>
              <a:buSzPts val="1800"/>
              <a:buFont typeface="IBM Plex Sans Medium"/>
              <a:buNone/>
              <a:defRPr sz="1800">
                <a:solidFill>
                  <a:schemeClr val="accent2"/>
                </a:solidFill>
                <a:latin typeface="IBM Plex Sans Medium"/>
                <a:ea typeface="IBM Plex Sans Medium"/>
                <a:cs typeface="IBM Plex Sans Medium"/>
                <a:sym typeface="IBM Plex Sans Medium"/>
              </a:defRPr>
            </a:lvl6pPr>
            <a:lvl7pPr lvl="6" rtl="0">
              <a:lnSpc>
                <a:spcPct val="100000"/>
              </a:lnSpc>
              <a:spcBef>
                <a:spcPts val="0"/>
              </a:spcBef>
              <a:spcAft>
                <a:spcPts val="0"/>
              </a:spcAft>
              <a:buClr>
                <a:schemeClr val="accent2"/>
              </a:buClr>
              <a:buSzPts val="1800"/>
              <a:buFont typeface="IBM Plex Sans Medium"/>
              <a:buNone/>
              <a:defRPr sz="1800">
                <a:solidFill>
                  <a:schemeClr val="accent2"/>
                </a:solidFill>
                <a:latin typeface="IBM Plex Sans Medium"/>
                <a:ea typeface="IBM Plex Sans Medium"/>
                <a:cs typeface="IBM Plex Sans Medium"/>
                <a:sym typeface="IBM Plex Sans Medium"/>
              </a:defRPr>
            </a:lvl7pPr>
            <a:lvl8pPr lvl="7" rtl="0">
              <a:lnSpc>
                <a:spcPct val="100000"/>
              </a:lnSpc>
              <a:spcBef>
                <a:spcPts val="0"/>
              </a:spcBef>
              <a:spcAft>
                <a:spcPts val="0"/>
              </a:spcAft>
              <a:buClr>
                <a:schemeClr val="accent2"/>
              </a:buClr>
              <a:buSzPts val="1800"/>
              <a:buFont typeface="IBM Plex Sans Medium"/>
              <a:buNone/>
              <a:defRPr sz="1800">
                <a:solidFill>
                  <a:schemeClr val="accent2"/>
                </a:solidFill>
                <a:latin typeface="IBM Plex Sans Medium"/>
                <a:ea typeface="IBM Plex Sans Medium"/>
                <a:cs typeface="IBM Plex Sans Medium"/>
                <a:sym typeface="IBM Plex Sans Medium"/>
              </a:defRPr>
            </a:lvl8pPr>
            <a:lvl9pPr lvl="8" rtl="0">
              <a:lnSpc>
                <a:spcPct val="100000"/>
              </a:lnSpc>
              <a:spcBef>
                <a:spcPts val="0"/>
              </a:spcBef>
              <a:spcAft>
                <a:spcPts val="0"/>
              </a:spcAft>
              <a:buClr>
                <a:schemeClr val="accent2"/>
              </a:buClr>
              <a:buSzPts val="1800"/>
              <a:buFont typeface="IBM Plex Sans Medium"/>
              <a:buNone/>
              <a:defRPr sz="1800">
                <a:solidFill>
                  <a:schemeClr val="accent2"/>
                </a:solidFill>
                <a:latin typeface="IBM Plex Sans Medium"/>
                <a:ea typeface="IBM Plex Sans Medium"/>
                <a:cs typeface="IBM Plex Sans Medium"/>
                <a:sym typeface="IBM Plex Sans Medium"/>
              </a:defRPr>
            </a:lvl9pPr>
          </a:lstStyle>
          <a:p>
            <a:endParaRPr/>
          </a:p>
        </p:txBody>
      </p:sp>
      <p:sp>
        <p:nvSpPr>
          <p:cNvPr id="1012" name="Google Shape;1012;p88"/>
          <p:cNvSpPr txBox="1">
            <a:spLocks noGrp="1"/>
          </p:cNvSpPr>
          <p:nvPr>
            <p:ph type="body" idx="8"/>
          </p:nvPr>
        </p:nvSpPr>
        <p:spPr>
          <a:xfrm>
            <a:off x="1076333" y="4438650"/>
            <a:ext cx="7596000" cy="504300"/>
          </a:xfrm>
          <a:prstGeom prst="rect">
            <a:avLst/>
          </a:prstGeom>
        </p:spPr>
        <p:txBody>
          <a:bodyPr spcFirstLastPara="1" wrap="square" lIns="0" tIns="0" rIns="0" bIns="0" anchor="t" anchorCtr="0">
            <a:normAutofit/>
          </a:bodyPr>
          <a:lstStyle>
            <a:lvl1pPr marL="457200" lvl="0" indent="-304800" rtl="0">
              <a:lnSpc>
                <a:spcPct val="100000"/>
              </a:lnSpc>
              <a:spcBef>
                <a:spcPts val="0"/>
              </a:spcBef>
              <a:spcAft>
                <a:spcPts val="0"/>
              </a:spcAft>
              <a:buClr>
                <a:schemeClr val="lt2"/>
              </a:buClr>
              <a:buSzPts val="1200"/>
              <a:buChar char="■"/>
              <a:defRPr sz="1200">
                <a:solidFill>
                  <a:schemeClr val="lt2"/>
                </a:solidFill>
              </a:defRPr>
            </a:lvl1pPr>
            <a:lvl2pPr marL="914400" lvl="1" indent="-304800" rtl="0">
              <a:lnSpc>
                <a:spcPct val="100000"/>
              </a:lnSpc>
              <a:spcBef>
                <a:spcPts val="0"/>
              </a:spcBef>
              <a:spcAft>
                <a:spcPts val="0"/>
              </a:spcAft>
              <a:buClr>
                <a:schemeClr val="lt2"/>
              </a:buClr>
              <a:buSzPts val="1200"/>
              <a:buChar char="■"/>
              <a:defRPr sz="1200">
                <a:solidFill>
                  <a:schemeClr val="lt2"/>
                </a:solidFill>
              </a:defRPr>
            </a:lvl2pPr>
            <a:lvl3pPr marL="1371600" lvl="2" indent="-304800" rtl="0">
              <a:lnSpc>
                <a:spcPct val="100000"/>
              </a:lnSpc>
              <a:spcBef>
                <a:spcPts val="0"/>
              </a:spcBef>
              <a:spcAft>
                <a:spcPts val="0"/>
              </a:spcAft>
              <a:buClr>
                <a:schemeClr val="lt2"/>
              </a:buClr>
              <a:buSzPts val="1200"/>
              <a:buChar char="■"/>
              <a:defRPr sz="1200">
                <a:solidFill>
                  <a:schemeClr val="lt2"/>
                </a:solidFill>
              </a:defRPr>
            </a:lvl3pPr>
            <a:lvl4pPr marL="1828800" lvl="3" indent="-304800" rtl="0">
              <a:lnSpc>
                <a:spcPct val="100000"/>
              </a:lnSpc>
              <a:spcBef>
                <a:spcPts val="0"/>
              </a:spcBef>
              <a:spcAft>
                <a:spcPts val="0"/>
              </a:spcAft>
              <a:buClr>
                <a:schemeClr val="lt2"/>
              </a:buClr>
              <a:buSzPts val="1200"/>
              <a:buChar char="●"/>
              <a:defRPr sz="1200">
                <a:solidFill>
                  <a:schemeClr val="lt2"/>
                </a:solidFill>
              </a:defRPr>
            </a:lvl4pPr>
            <a:lvl5pPr marL="2286000" lvl="4" indent="-304800" rtl="0">
              <a:lnSpc>
                <a:spcPct val="100000"/>
              </a:lnSpc>
              <a:spcBef>
                <a:spcPts val="0"/>
              </a:spcBef>
              <a:spcAft>
                <a:spcPts val="0"/>
              </a:spcAft>
              <a:buClr>
                <a:schemeClr val="lt2"/>
              </a:buClr>
              <a:buSzPts val="1200"/>
              <a:buChar char="○"/>
              <a:defRPr sz="1200">
                <a:solidFill>
                  <a:schemeClr val="lt2"/>
                </a:solidFill>
              </a:defRPr>
            </a:lvl5pPr>
            <a:lvl6pPr marL="2743200" lvl="5" indent="-304800" rtl="0">
              <a:lnSpc>
                <a:spcPct val="100000"/>
              </a:lnSpc>
              <a:spcBef>
                <a:spcPts val="0"/>
              </a:spcBef>
              <a:spcAft>
                <a:spcPts val="0"/>
              </a:spcAft>
              <a:buClr>
                <a:schemeClr val="lt2"/>
              </a:buClr>
              <a:buSzPts val="1200"/>
              <a:buChar char="■"/>
              <a:defRPr sz="1200">
                <a:solidFill>
                  <a:schemeClr val="lt2"/>
                </a:solidFill>
              </a:defRPr>
            </a:lvl6pPr>
            <a:lvl7pPr marL="3200400" lvl="6" indent="-304800" rtl="0">
              <a:lnSpc>
                <a:spcPct val="100000"/>
              </a:lnSpc>
              <a:spcBef>
                <a:spcPts val="0"/>
              </a:spcBef>
              <a:spcAft>
                <a:spcPts val="0"/>
              </a:spcAft>
              <a:buClr>
                <a:schemeClr val="lt2"/>
              </a:buClr>
              <a:buSzPts val="1200"/>
              <a:buChar char="●"/>
              <a:defRPr sz="1200">
                <a:solidFill>
                  <a:schemeClr val="lt2"/>
                </a:solidFill>
              </a:defRPr>
            </a:lvl7pPr>
            <a:lvl8pPr marL="3657600" lvl="7" indent="-304800" rtl="0">
              <a:lnSpc>
                <a:spcPct val="100000"/>
              </a:lnSpc>
              <a:spcBef>
                <a:spcPts val="0"/>
              </a:spcBef>
              <a:spcAft>
                <a:spcPts val="0"/>
              </a:spcAft>
              <a:buClr>
                <a:schemeClr val="lt2"/>
              </a:buClr>
              <a:buSzPts val="1200"/>
              <a:buChar char="○"/>
              <a:defRPr sz="1200">
                <a:solidFill>
                  <a:schemeClr val="lt2"/>
                </a:solidFill>
              </a:defRPr>
            </a:lvl8pPr>
            <a:lvl9pPr marL="4114800" lvl="8" indent="-304800" rtl="0">
              <a:lnSpc>
                <a:spcPct val="100000"/>
              </a:lnSpc>
              <a:spcBef>
                <a:spcPts val="0"/>
              </a:spcBef>
              <a:spcAft>
                <a:spcPts val="0"/>
              </a:spcAft>
              <a:buClr>
                <a:schemeClr val="lt2"/>
              </a:buClr>
              <a:buSzPts val="1200"/>
              <a:buChar char="■"/>
              <a:defRPr sz="1200">
                <a:solidFill>
                  <a:schemeClr val="lt2"/>
                </a:solidFill>
              </a:defRPr>
            </a:lvl9pPr>
          </a:lstStyle>
          <a:p>
            <a:endParaRPr/>
          </a:p>
        </p:txBody>
      </p:sp>
      <p:cxnSp>
        <p:nvCxnSpPr>
          <p:cNvPr id="1013" name="Google Shape;1013;p88"/>
          <p:cNvCxnSpPr/>
          <p:nvPr/>
        </p:nvCxnSpPr>
        <p:spPr>
          <a:xfrm>
            <a:off x="458100" y="3943828"/>
            <a:ext cx="8229000" cy="0"/>
          </a:xfrm>
          <a:prstGeom prst="straightConnector1">
            <a:avLst/>
          </a:prstGeom>
          <a:noFill/>
          <a:ln w="9525" cap="flat" cmpd="sng">
            <a:solidFill>
              <a:schemeClr val="lt2"/>
            </a:solidFill>
            <a:prstDash val="dash"/>
            <a:round/>
            <a:headEnd type="none" w="med" len="med"/>
            <a:tailEnd type="none" w="med" len="med"/>
          </a:ln>
        </p:spPr>
      </p:cxnSp>
    </p:spTree>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matchingName="Agenda - 1">
  <p:cSld name="TITLE_ONLY_1_1">
    <p:bg>
      <p:bgPr>
        <a:solidFill>
          <a:schemeClr val="dk1"/>
        </a:solidFill>
        <a:effectLst/>
      </p:bgPr>
    </p:bg>
    <p:spTree>
      <p:nvGrpSpPr>
        <p:cNvPr id="1" name="Shape 1014"/>
        <p:cNvGrpSpPr/>
        <p:nvPr/>
      </p:nvGrpSpPr>
      <p:grpSpPr>
        <a:xfrm>
          <a:off x="0" y="0"/>
          <a:ext cx="0" cy="0"/>
          <a:chOff x="0" y="0"/>
          <a:chExt cx="0" cy="0"/>
        </a:xfrm>
      </p:grpSpPr>
      <p:sp>
        <p:nvSpPr>
          <p:cNvPr id="1015" name="Google Shape;1015;p89"/>
          <p:cNvSpPr/>
          <p:nvPr/>
        </p:nvSpPr>
        <p:spPr>
          <a:xfrm>
            <a:off x="366870" y="571500"/>
            <a:ext cx="2370900" cy="1100700"/>
          </a:xfrm>
          <a:prstGeom prst="roundRect">
            <a:avLst>
              <a:gd name="adj" fmla="val 16667"/>
            </a:avLst>
          </a:prstGeom>
          <a:solidFill>
            <a:srgbClr val="0072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6" name="Google Shape;1016;p89"/>
          <p:cNvSpPr/>
          <p:nvPr/>
        </p:nvSpPr>
        <p:spPr>
          <a:xfrm>
            <a:off x="277208" y="419100"/>
            <a:ext cx="2370900" cy="1100700"/>
          </a:xfrm>
          <a:prstGeom prst="roundRect">
            <a:avLst>
              <a:gd name="adj" fmla="val 16667"/>
            </a:avLst>
          </a:prstGeom>
          <a:solidFill>
            <a:srgbClr val="F7F7F7"/>
          </a:solidFill>
          <a:ln w="3810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7" name="Google Shape;1017;p89"/>
          <p:cNvSpPr/>
          <p:nvPr/>
        </p:nvSpPr>
        <p:spPr>
          <a:xfrm>
            <a:off x="3048000" y="116775"/>
            <a:ext cx="5486400" cy="5026800"/>
          </a:xfrm>
          <a:prstGeom prst="round2SameRect">
            <a:avLst>
              <a:gd name="adj1" fmla="val 5745"/>
              <a:gd name="adj2" fmla="val 0"/>
            </a:avLst>
          </a:prstGeom>
          <a:solidFill>
            <a:srgbClr val="F7F7F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018" name="Google Shape;1018;p89"/>
          <p:cNvPicPr preferRelativeResize="0"/>
          <p:nvPr/>
        </p:nvPicPr>
        <p:blipFill>
          <a:blip r:embed="rId2">
            <a:alphaModFix/>
          </a:blip>
          <a:stretch>
            <a:fillRect/>
          </a:stretch>
        </p:blipFill>
        <p:spPr>
          <a:xfrm>
            <a:off x="8544859" y="62003"/>
            <a:ext cx="599140" cy="599141"/>
          </a:xfrm>
          <a:prstGeom prst="rect">
            <a:avLst/>
          </a:prstGeom>
          <a:noFill/>
          <a:ln>
            <a:noFill/>
          </a:ln>
        </p:spPr>
      </p:pic>
      <p:sp>
        <p:nvSpPr>
          <p:cNvPr id="1019" name="Google Shape;1019;p89"/>
          <p:cNvSpPr txBox="1"/>
          <p:nvPr/>
        </p:nvSpPr>
        <p:spPr>
          <a:xfrm>
            <a:off x="296875" y="584619"/>
            <a:ext cx="2294400" cy="7080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3400" b="1">
                <a:latin typeface="IBM Plex Sans"/>
                <a:ea typeface="IBM Plex Sans"/>
                <a:cs typeface="IBM Plex Sans"/>
                <a:sym typeface="IBM Plex Sans"/>
              </a:rPr>
              <a:t>Agenda</a:t>
            </a:r>
            <a:endParaRPr sz="3400" b="1">
              <a:latin typeface="IBM Plex Sans"/>
              <a:ea typeface="IBM Plex Sans"/>
              <a:cs typeface="IBM Plex Sans"/>
              <a:sym typeface="IBM Plex Sans"/>
            </a:endParaRPr>
          </a:p>
        </p:txBody>
      </p:sp>
      <p:sp>
        <p:nvSpPr>
          <p:cNvPr id="1020" name="Google Shape;1020;p89"/>
          <p:cNvSpPr txBox="1">
            <a:spLocks noGrp="1"/>
          </p:cNvSpPr>
          <p:nvPr>
            <p:ph type="body" idx="1"/>
          </p:nvPr>
        </p:nvSpPr>
        <p:spPr>
          <a:xfrm>
            <a:off x="3274666" y="362400"/>
            <a:ext cx="5088300" cy="4418700"/>
          </a:xfrm>
          <a:prstGeom prst="rect">
            <a:avLst/>
          </a:prstGeom>
        </p:spPr>
        <p:txBody>
          <a:bodyPr spcFirstLastPara="1" wrap="square" lIns="0" tIns="0" rIns="0" bIns="0" anchor="t" anchorCtr="0">
            <a:normAutofit/>
          </a:bodyPr>
          <a:lstStyle>
            <a:lvl1pPr marL="457200" lvl="0" indent="-330200" rtl="0">
              <a:spcBef>
                <a:spcPts val="0"/>
              </a:spcBef>
              <a:spcAft>
                <a:spcPts val="0"/>
              </a:spcAft>
              <a:buSzPts val="1600"/>
              <a:buChar char="■"/>
              <a:defRPr/>
            </a:lvl1pPr>
            <a:lvl2pPr marL="914400" lvl="1" indent="-317500" rtl="0">
              <a:spcBef>
                <a:spcPts val="0"/>
              </a:spcBef>
              <a:spcAft>
                <a:spcPts val="0"/>
              </a:spcAft>
              <a:buSzPts val="1400"/>
              <a:buChar char="■"/>
              <a:defRPr/>
            </a:lvl2pPr>
            <a:lvl3pPr marL="1371600" lvl="2" indent="-317500" rtl="0">
              <a:spcBef>
                <a:spcPts val="0"/>
              </a:spcBef>
              <a:spcAft>
                <a:spcPts val="0"/>
              </a:spcAft>
              <a:buSzPts val="1400"/>
              <a:buChar char="■"/>
              <a:defRPr/>
            </a:lvl3pPr>
            <a:lvl4pPr marL="1828800" lvl="3" indent="-317500" rtl="0">
              <a:spcBef>
                <a:spcPts val="0"/>
              </a:spcBef>
              <a:spcAft>
                <a:spcPts val="0"/>
              </a:spcAft>
              <a:buSzPts val="1400"/>
              <a:buChar char="●"/>
              <a:defRPr/>
            </a:lvl4pPr>
            <a:lvl5pPr marL="2286000" lvl="4" indent="-317500" rtl="0">
              <a:spcBef>
                <a:spcPts val="0"/>
              </a:spcBef>
              <a:spcAft>
                <a:spcPts val="0"/>
              </a:spcAft>
              <a:buSzPts val="1400"/>
              <a:buChar char="○"/>
              <a:defRPr/>
            </a:lvl5pPr>
            <a:lvl6pPr marL="2743200" lvl="5" indent="-317500" rtl="0">
              <a:spcBef>
                <a:spcPts val="0"/>
              </a:spcBef>
              <a:spcAft>
                <a:spcPts val="0"/>
              </a:spcAft>
              <a:buSzPts val="1400"/>
              <a:buChar char="■"/>
              <a:defRPr/>
            </a:lvl6pPr>
            <a:lvl7pPr marL="3200400" lvl="6" indent="-317500" rtl="0">
              <a:spcBef>
                <a:spcPts val="0"/>
              </a:spcBef>
              <a:spcAft>
                <a:spcPts val="0"/>
              </a:spcAft>
              <a:buSzPts val="1400"/>
              <a:buChar char="●"/>
              <a:defRPr/>
            </a:lvl7pPr>
            <a:lvl8pPr marL="3657600" lvl="7" indent="-317500" rtl="0">
              <a:spcBef>
                <a:spcPts val="0"/>
              </a:spcBef>
              <a:spcAft>
                <a:spcPts val="0"/>
              </a:spcAft>
              <a:buSzPts val="1400"/>
              <a:buChar char="○"/>
              <a:defRPr/>
            </a:lvl8pPr>
            <a:lvl9pPr marL="4114800" lvl="8" indent="-317500" rtl="0">
              <a:spcBef>
                <a:spcPts val="0"/>
              </a:spcBef>
              <a:spcAft>
                <a:spcPts val="0"/>
              </a:spcAft>
              <a:buSzPts val="1400"/>
              <a:buChar char="■"/>
              <a:defRPr/>
            </a:lvl9pPr>
          </a:lstStyle>
          <a:p>
            <a:endParaRPr/>
          </a:p>
        </p:txBody>
      </p:sp>
    </p:spTree>
  </p:cSld>
  <p:clrMapOvr>
    <a:masterClrMapping/>
  </p:clrMapOvr>
  <p:extLst>
    <p:ext uri="{DCECCB84-F9BA-43D5-87BE-67443E8EF086}">
      <p15:sldGuideLst xmlns:p15="http://schemas.microsoft.com/office/powerpoint/2012/main">
        <p15:guide id="1" pos="1867">
          <p15:clr>
            <a:srgbClr val="FA7B17"/>
          </p15:clr>
        </p15:guide>
        <p15:guide id="2" pos="2016">
          <p15:clr>
            <a:srgbClr val="FA7B17"/>
          </p15:clr>
        </p15:guide>
        <p15:guide id="3" pos="2165">
          <p15:clr>
            <a:srgbClr val="FA7B17"/>
          </p15:clr>
        </p15:guide>
      </p15:sldGuideLst>
    </p:ext>
  </p:extLst>
</p:sldLayout>
</file>

<file path=ppt/slideLayouts/slideLayout88.xml><?xml version="1.0" encoding="utf-8"?>
<p:sldLayout xmlns:a="http://schemas.openxmlformats.org/drawingml/2006/main" xmlns:r="http://schemas.openxmlformats.org/officeDocument/2006/relationships" xmlns:p="http://schemas.openxmlformats.org/presentationml/2006/main" matchingName="Agenda - 2">
  <p:cSld name="TITLE_ONLY_1_3_1_1">
    <p:bg>
      <p:bgPr>
        <a:solidFill>
          <a:schemeClr val="lt2"/>
        </a:solidFill>
        <a:effectLst/>
      </p:bgPr>
    </p:bg>
    <p:spTree>
      <p:nvGrpSpPr>
        <p:cNvPr id="1" name="Shape 1021"/>
        <p:cNvGrpSpPr/>
        <p:nvPr/>
      </p:nvGrpSpPr>
      <p:grpSpPr>
        <a:xfrm>
          <a:off x="0" y="0"/>
          <a:ext cx="0" cy="0"/>
          <a:chOff x="0" y="0"/>
          <a:chExt cx="0" cy="0"/>
        </a:xfrm>
      </p:grpSpPr>
      <p:sp>
        <p:nvSpPr>
          <p:cNvPr id="1022" name="Google Shape;1022;p90"/>
          <p:cNvSpPr/>
          <p:nvPr/>
        </p:nvSpPr>
        <p:spPr>
          <a:xfrm>
            <a:off x="-7075" y="-19350"/>
            <a:ext cx="3082500" cy="51822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3" name="Google Shape;1023;p90"/>
          <p:cNvSpPr/>
          <p:nvPr/>
        </p:nvSpPr>
        <p:spPr>
          <a:xfrm rot="914872">
            <a:off x="-1165398" y="3512676"/>
            <a:ext cx="2701190" cy="2700532"/>
          </a:xfrm>
          <a:prstGeom prst="ellipse">
            <a:avLst/>
          </a:prstGeom>
          <a:noFill/>
          <a:ln w="38100" cap="flat" cmpd="sng">
            <a:solidFill>
              <a:srgbClr val="FC5D0D"/>
            </a:solidFill>
            <a:prstDash val="dash"/>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4" name="Google Shape;1024;p90"/>
          <p:cNvSpPr txBox="1">
            <a:spLocks noGrp="1"/>
          </p:cNvSpPr>
          <p:nvPr>
            <p:ph type="title"/>
          </p:nvPr>
        </p:nvSpPr>
        <p:spPr>
          <a:xfrm>
            <a:off x="457200" y="589300"/>
            <a:ext cx="2273400" cy="1619100"/>
          </a:xfrm>
          <a:prstGeom prst="rect">
            <a:avLst/>
          </a:prstGeom>
        </p:spPr>
        <p:txBody>
          <a:bodyPr spcFirstLastPara="1" wrap="square" lIns="0" tIns="0" rIns="0" bIns="0" anchor="t" anchorCtr="0">
            <a:normAutofit/>
          </a:bodyPr>
          <a:lstStyle>
            <a:lvl1pPr lvl="0" rtl="0">
              <a:spcBef>
                <a:spcPts val="0"/>
              </a:spcBef>
              <a:spcAft>
                <a:spcPts val="0"/>
              </a:spcAft>
              <a:buClr>
                <a:schemeClr val="lt1"/>
              </a:buClr>
              <a:buSzPts val="3400"/>
              <a:buNone/>
              <a:defRPr>
                <a:solidFill>
                  <a:schemeClr val="lt1"/>
                </a:solidFill>
              </a:defRPr>
            </a:lvl1pPr>
            <a:lvl2pPr lvl="1" rtl="0">
              <a:spcBef>
                <a:spcPts val="0"/>
              </a:spcBef>
              <a:spcAft>
                <a:spcPts val="0"/>
              </a:spcAft>
              <a:buClr>
                <a:schemeClr val="lt1"/>
              </a:buClr>
              <a:buSzPts val="2800"/>
              <a:buNone/>
              <a:defRPr>
                <a:solidFill>
                  <a:schemeClr val="lt1"/>
                </a:solidFill>
              </a:defRPr>
            </a:lvl2pPr>
            <a:lvl3pPr lvl="2" rtl="0">
              <a:spcBef>
                <a:spcPts val="0"/>
              </a:spcBef>
              <a:spcAft>
                <a:spcPts val="0"/>
              </a:spcAft>
              <a:buClr>
                <a:schemeClr val="lt1"/>
              </a:buClr>
              <a:buSzPts val="2800"/>
              <a:buNone/>
              <a:defRPr>
                <a:solidFill>
                  <a:schemeClr val="lt1"/>
                </a:solidFill>
              </a:defRPr>
            </a:lvl3pPr>
            <a:lvl4pPr lvl="3" rtl="0">
              <a:spcBef>
                <a:spcPts val="0"/>
              </a:spcBef>
              <a:spcAft>
                <a:spcPts val="0"/>
              </a:spcAft>
              <a:buClr>
                <a:schemeClr val="lt1"/>
              </a:buClr>
              <a:buSzPts val="2800"/>
              <a:buNone/>
              <a:defRPr>
                <a:solidFill>
                  <a:schemeClr val="lt1"/>
                </a:solidFill>
              </a:defRPr>
            </a:lvl4pPr>
            <a:lvl5pPr lvl="4" rtl="0">
              <a:spcBef>
                <a:spcPts val="0"/>
              </a:spcBef>
              <a:spcAft>
                <a:spcPts val="0"/>
              </a:spcAft>
              <a:buClr>
                <a:schemeClr val="lt1"/>
              </a:buClr>
              <a:buSzPts val="2800"/>
              <a:buNone/>
              <a:defRPr>
                <a:solidFill>
                  <a:schemeClr val="lt1"/>
                </a:solidFill>
              </a:defRPr>
            </a:lvl5pPr>
            <a:lvl6pPr lvl="5" rtl="0">
              <a:spcBef>
                <a:spcPts val="0"/>
              </a:spcBef>
              <a:spcAft>
                <a:spcPts val="0"/>
              </a:spcAft>
              <a:buClr>
                <a:schemeClr val="lt1"/>
              </a:buClr>
              <a:buSzPts val="2800"/>
              <a:buNone/>
              <a:defRPr>
                <a:solidFill>
                  <a:schemeClr val="lt1"/>
                </a:solidFill>
              </a:defRPr>
            </a:lvl6pPr>
            <a:lvl7pPr lvl="6" rtl="0">
              <a:spcBef>
                <a:spcPts val="0"/>
              </a:spcBef>
              <a:spcAft>
                <a:spcPts val="0"/>
              </a:spcAft>
              <a:buClr>
                <a:schemeClr val="lt1"/>
              </a:buClr>
              <a:buSzPts val="2800"/>
              <a:buNone/>
              <a:defRPr>
                <a:solidFill>
                  <a:schemeClr val="lt1"/>
                </a:solidFill>
              </a:defRPr>
            </a:lvl7pPr>
            <a:lvl8pPr lvl="7" rtl="0">
              <a:spcBef>
                <a:spcPts val="0"/>
              </a:spcBef>
              <a:spcAft>
                <a:spcPts val="0"/>
              </a:spcAft>
              <a:buClr>
                <a:schemeClr val="lt1"/>
              </a:buClr>
              <a:buSzPts val="2800"/>
              <a:buNone/>
              <a:defRPr>
                <a:solidFill>
                  <a:schemeClr val="lt1"/>
                </a:solidFill>
              </a:defRPr>
            </a:lvl8pPr>
            <a:lvl9pPr lvl="8" rtl="0">
              <a:spcBef>
                <a:spcPts val="0"/>
              </a:spcBef>
              <a:spcAft>
                <a:spcPts val="0"/>
              </a:spcAft>
              <a:buClr>
                <a:schemeClr val="lt1"/>
              </a:buClr>
              <a:buSzPts val="2800"/>
              <a:buNone/>
              <a:defRPr>
                <a:solidFill>
                  <a:schemeClr val="lt1"/>
                </a:solidFill>
              </a:defRPr>
            </a:lvl9pPr>
          </a:lstStyle>
          <a:p>
            <a:endParaRPr/>
          </a:p>
        </p:txBody>
      </p:sp>
      <p:pic>
        <p:nvPicPr>
          <p:cNvPr id="1025" name="Google Shape;1025;p90"/>
          <p:cNvPicPr preferRelativeResize="0"/>
          <p:nvPr/>
        </p:nvPicPr>
        <p:blipFill>
          <a:blip r:embed="rId2">
            <a:alphaModFix/>
          </a:blip>
          <a:stretch>
            <a:fillRect/>
          </a:stretch>
        </p:blipFill>
        <p:spPr>
          <a:xfrm>
            <a:off x="8544852" y="62010"/>
            <a:ext cx="599140" cy="599141"/>
          </a:xfrm>
          <a:prstGeom prst="rect">
            <a:avLst/>
          </a:prstGeom>
          <a:noFill/>
          <a:ln>
            <a:noFill/>
          </a:ln>
        </p:spPr>
      </p:pic>
      <p:sp>
        <p:nvSpPr>
          <p:cNvPr id="1026" name="Google Shape;1026;p90"/>
          <p:cNvSpPr txBox="1">
            <a:spLocks noGrp="1"/>
          </p:cNvSpPr>
          <p:nvPr>
            <p:ph type="body" idx="1"/>
          </p:nvPr>
        </p:nvSpPr>
        <p:spPr>
          <a:xfrm>
            <a:off x="3418650" y="589300"/>
            <a:ext cx="5158200" cy="4039500"/>
          </a:xfrm>
          <a:prstGeom prst="rect">
            <a:avLst/>
          </a:prstGeom>
        </p:spPr>
        <p:txBody>
          <a:bodyPr spcFirstLastPara="1" wrap="square" lIns="0" tIns="0" rIns="0" bIns="0" anchor="t" anchorCtr="0">
            <a:normAutofit/>
          </a:bodyPr>
          <a:lstStyle>
            <a:lvl1pPr marL="457200" lvl="0" indent="-330200" rtl="0">
              <a:spcBef>
                <a:spcPts val="0"/>
              </a:spcBef>
              <a:spcAft>
                <a:spcPts val="0"/>
              </a:spcAft>
              <a:buSzPts val="1600"/>
              <a:buChar char="■"/>
              <a:defRPr/>
            </a:lvl1pPr>
            <a:lvl2pPr marL="914400" lvl="1" indent="-317500" rtl="0">
              <a:spcBef>
                <a:spcPts val="0"/>
              </a:spcBef>
              <a:spcAft>
                <a:spcPts val="0"/>
              </a:spcAft>
              <a:buSzPts val="1400"/>
              <a:buChar char="■"/>
              <a:defRPr/>
            </a:lvl2pPr>
            <a:lvl3pPr marL="1371600" lvl="2" indent="-317500" rtl="0">
              <a:spcBef>
                <a:spcPts val="0"/>
              </a:spcBef>
              <a:spcAft>
                <a:spcPts val="0"/>
              </a:spcAft>
              <a:buSzPts val="1400"/>
              <a:buChar char="■"/>
              <a:defRPr/>
            </a:lvl3pPr>
            <a:lvl4pPr marL="1828800" lvl="3" indent="-317500" rtl="0">
              <a:spcBef>
                <a:spcPts val="0"/>
              </a:spcBef>
              <a:spcAft>
                <a:spcPts val="0"/>
              </a:spcAft>
              <a:buSzPts val="1400"/>
              <a:buChar char="●"/>
              <a:defRPr/>
            </a:lvl4pPr>
            <a:lvl5pPr marL="2286000" lvl="4" indent="-317500" rtl="0">
              <a:spcBef>
                <a:spcPts val="0"/>
              </a:spcBef>
              <a:spcAft>
                <a:spcPts val="0"/>
              </a:spcAft>
              <a:buSzPts val="1400"/>
              <a:buChar char="○"/>
              <a:defRPr/>
            </a:lvl5pPr>
            <a:lvl6pPr marL="2743200" lvl="5" indent="-317500" rtl="0">
              <a:spcBef>
                <a:spcPts val="0"/>
              </a:spcBef>
              <a:spcAft>
                <a:spcPts val="0"/>
              </a:spcAft>
              <a:buSzPts val="1400"/>
              <a:buChar char="■"/>
              <a:defRPr/>
            </a:lvl6pPr>
            <a:lvl7pPr marL="3200400" lvl="6" indent="-317500" rtl="0">
              <a:spcBef>
                <a:spcPts val="0"/>
              </a:spcBef>
              <a:spcAft>
                <a:spcPts val="0"/>
              </a:spcAft>
              <a:buSzPts val="1400"/>
              <a:buChar char="●"/>
              <a:defRPr/>
            </a:lvl7pPr>
            <a:lvl8pPr marL="3657600" lvl="7" indent="-317500" rtl="0">
              <a:spcBef>
                <a:spcPts val="0"/>
              </a:spcBef>
              <a:spcAft>
                <a:spcPts val="0"/>
              </a:spcAft>
              <a:buSzPts val="1400"/>
              <a:buChar char="○"/>
              <a:defRPr/>
            </a:lvl8pPr>
            <a:lvl9pPr marL="4114800" lvl="8" indent="-317500" rtl="0">
              <a:spcBef>
                <a:spcPts val="0"/>
              </a:spcBef>
              <a:spcAft>
                <a:spcPts val="0"/>
              </a:spcAft>
              <a:buSzPts val="1400"/>
              <a:buChar char="■"/>
              <a:defRPr/>
            </a:lvl9pPr>
          </a:lstStyle>
          <a:p>
            <a:endParaRPr/>
          </a:p>
        </p:txBody>
      </p:sp>
      <p:sp>
        <p:nvSpPr>
          <p:cNvPr id="1027" name="Google Shape;1027;p90"/>
          <p:cNvSpPr/>
          <p:nvPr/>
        </p:nvSpPr>
        <p:spPr>
          <a:xfrm rot="2110185">
            <a:off x="-824688" y="3852746"/>
            <a:ext cx="2020309" cy="2019891"/>
          </a:xfrm>
          <a:prstGeom prst="ellipse">
            <a:avLst/>
          </a:prstGeom>
          <a:noFill/>
          <a:ln w="38100" cap="flat" cmpd="sng">
            <a:solidFill>
              <a:srgbClr val="26D07C"/>
            </a:solidFill>
            <a:prstDash val="dash"/>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8" name="Google Shape;1028;p90"/>
          <p:cNvSpPr/>
          <p:nvPr/>
        </p:nvSpPr>
        <p:spPr>
          <a:xfrm rot="2829037">
            <a:off x="-439049" y="4237634"/>
            <a:ext cx="1249277" cy="1249465"/>
          </a:xfrm>
          <a:prstGeom prst="ellipse">
            <a:avLst/>
          </a:prstGeom>
          <a:noFill/>
          <a:ln w="38100" cap="flat" cmpd="sng">
            <a:solidFill>
              <a:srgbClr val="0072CE"/>
            </a:solidFill>
            <a:prstDash val="dash"/>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extLst>
    <p:ext uri="{DCECCB84-F9BA-43D5-87BE-67443E8EF086}">
      <p15:sldGuideLst xmlns:p15="http://schemas.microsoft.com/office/powerpoint/2012/main">
        <p15:guide id="1" pos="1872">
          <p15:clr>
            <a:srgbClr val="FA7B17"/>
          </p15:clr>
        </p15:guide>
        <p15:guide id="2" pos="2016">
          <p15:clr>
            <a:srgbClr val="FA7B17"/>
          </p15:clr>
        </p15:guide>
      </p15:sldGuideLst>
    </p:ext>
  </p:extLst>
</p:sldLayout>
</file>

<file path=ppt/slideLayouts/slideLayout89.xml><?xml version="1.0" encoding="utf-8"?>
<p:sldLayout xmlns:a="http://schemas.openxmlformats.org/drawingml/2006/main" xmlns:r="http://schemas.openxmlformats.org/officeDocument/2006/relationships" xmlns:p="http://schemas.openxmlformats.org/presentationml/2006/main" matchingName="4 Column 1">
  <p:cSld name="CUSTOM_8_1">
    <p:bg>
      <p:bgPr>
        <a:solidFill>
          <a:schemeClr val="dk1"/>
        </a:solidFill>
        <a:effectLst/>
      </p:bgPr>
    </p:bg>
    <p:spTree>
      <p:nvGrpSpPr>
        <p:cNvPr id="1" name="Shape 1029"/>
        <p:cNvGrpSpPr/>
        <p:nvPr/>
      </p:nvGrpSpPr>
      <p:grpSpPr>
        <a:xfrm>
          <a:off x="0" y="0"/>
          <a:ext cx="0" cy="0"/>
          <a:chOff x="0" y="0"/>
          <a:chExt cx="0" cy="0"/>
        </a:xfrm>
      </p:grpSpPr>
      <p:grpSp>
        <p:nvGrpSpPr>
          <p:cNvPr id="1030" name="Google Shape;1030;p91"/>
          <p:cNvGrpSpPr/>
          <p:nvPr/>
        </p:nvGrpSpPr>
        <p:grpSpPr>
          <a:xfrm rot="5400000">
            <a:off x="8648663" y="4100603"/>
            <a:ext cx="374565" cy="373206"/>
            <a:chOff x="6384014" y="3156400"/>
            <a:chExt cx="485377" cy="483615"/>
          </a:xfrm>
        </p:grpSpPr>
        <p:sp>
          <p:nvSpPr>
            <p:cNvPr id="1031" name="Google Shape;1031;p91"/>
            <p:cNvSpPr/>
            <p:nvPr/>
          </p:nvSpPr>
          <p:spPr>
            <a:xfrm>
              <a:off x="6779691" y="3550315"/>
              <a:ext cx="89700" cy="897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2" name="Google Shape;1032;p91"/>
            <p:cNvSpPr/>
            <p:nvPr/>
          </p:nvSpPr>
          <p:spPr>
            <a:xfrm>
              <a:off x="6779691" y="3353358"/>
              <a:ext cx="89700" cy="897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3" name="Google Shape;1033;p91"/>
            <p:cNvSpPr/>
            <p:nvPr/>
          </p:nvSpPr>
          <p:spPr>
            <a:xfrm>
              <a:off x="6779691" y="3156400"/>
              <a:ext cx="89700" cy="897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4" name="Google Shape;1034;p91"/>
            <p:cNvSpPr/>
            <p:nvPr/>
          </p:nvSpPr>
          <p:spPr>
            <a:xfrm>
              <a:off x="6384014" y="3550315"/>
              <a:ext cx="89700" cy="897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5" name="Google Shape;1035;p91"/>
            <p:cNvSpPr/>
            <p:nvPr/>
          </p:nvSpPr>
          <p:spPr>
            <a:xfrm>
              <a:off x="6384014" y="3353358"/>
              <a:ext cx="89700" cy="897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6" name="Google Shape;1036;p91"/>
            <p:cNvSpPr/>
            <p:nvPr/>
          </p:nvSpPr>
          <p:spPr>
            <a:xfrm>
              <a:off x="6384014" y="3156400"/>
              <a:ext cx="89700" cy="897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7" name="Google Shape;1037;p91"/>
            <p:cNvSpPr/>
            <p:nvPr/>
          </p:nvSpPr>
          <p:spPr>
            <a:xfrm>
              <a:off x="6581853" y="3550315"/>
              <a:ext cx="89700" cy="897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8" name="Google Shape;1038;p91"/>
            <p:cNvSpPr/>
            <p:nvPr/>
          </p:nvSpPr>
          <p:spPr>
            <a:xfrm>
              <a:off x="6581853" y="3353358"/>
              <a:ext cx="89700" cy="897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9" name="Google Shape;1039;p91"/>
            <p:cNvSpPr/>
            <p:nvPr/>
          </p:nvSpPr>
          <p:spPr>
            <a:xfrm>
              <a:off x="6581853" y="3156400"/>
              <a:ext cx="89700" cy="897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40" name="Google Shape;1040;p91"/>
          <p:cNvGrpSpPr/>
          <p:nvPr/>
        </p:nvGrpSpPr>
        <p:grpSpPr>
          <a:xfrm>
            <a:off x="175023" y="1318620"/>
            <a:ext cx="795465" cy="792208"/>
            <a:chOff x="137675" y="266700"/>
            <a:chExt cx="939600" cy="935752"/>
          </a:xfrm>
        </p:grpSpPr>
        <p:sp>
          <p:nvSpPr>
            <p:cNvPr id="1041" name="Google Shape;1041;p91"/>
            <p:cNvSpPr/>
            <p:nvPr/>
          </p:nvSpPr>
          <p:spPr>
            <a:xfrm>
              <a:off x="137675" y="266700"/>
              <a:ext cx="939600" cy="68100"/>
            </a:xfrm>
            <a:prstGeom prst="roundRect">
              <a:avLst>
                <a:gd name="adj" fmla="val 44664"/>
              </a:avLst>
            </a:prstGeom>
            <a:solidFill>
              <a:schemeClr val="accent1"/>
            </a:solidFill>
            <a:ln>
              <a:noFill/>
            </a:ln>
          </p:spPr>
          <p:txBody>
            <a:bodyPr spcFirstLastPara="1" wrap="square" lIns="57150" tIns="57150" rIns="57150" bIns="57150" anchor="ctr" anchorCtr="0">
              <a:noAutofit/>
            </a:bodyPr>
            <a:lstStyle/>
            <a:p>
              <a:pPr marL="0" lvl="0" indent="0" algn="ctr" rtl="0">
                <a:spcBef>
                  <a:spcPts val="0"/>
                </a:spcBef>
                <a:spcAft>
                  <a:spcPts val="0"/>
                </a:spcAft>
                <a:buNone/>
              </a:pPr>
              <a:endParaRPr sz="800" b="1">
                <a:solidFill>
                  <a:srgbClr val="FFFFFF"/>
                </a:solidFill>
                <a:latin typeface="IBM Plex Sans"/>
                <a:ea typeface="IBM Plex Sans"/>
                <a:cs typeface="IBM Plex Sans"/>
                <a:sym typeface="IBM Plex Sans"/>
              </a:endParaRPr>
            </a:p>
          </p:txBody>
        </p:sp>
        <p:sp>
          <p:nvSpPr>
            <p:cNvPr id="1042" name="Google Shape;1042;p91"/>
            <p:cNvSpPr/>
            <p:nvPr/>
          </p:nvSpPr>
          <p:spPr>
            <a:xfrm>
              <a:off x="137675" y="440230"/>
              <a:ext cx="939600" cy="68100"/>
            </a:xfrm>
            <a:prstGeom prst="roundRect">
              <a:avLst>
                <a:gd name="adj" fmla="val 44664"/>
              </a:avLst>
            </a:prstGeom>
            <a:solidFill>
              <a:schemeClr val="accent1"/>
            </a:solidFill>
            <a:ln>
              <a:noFill/>
            </a:ln>
          </p:spPr>
          <p:txBody>
            <a:bodyPr spcFirstLastPara="1" wrap="square" lIns="57150" tIns="57150" rIns="57150" bIns="57150" anchor="ctr" anchorCtr="0">
              <a:noAutofit/>
            </a:bodyPr>
            <a:lstStyle/>
            <a:p>
              <a:pPr marL="0" lvl="0" indent="0" algn="ctr" rtl="0">
                <a:spcBef>
                  <a:spcPts val="0"/>
                </a:spcBef>
                <a:spcAft>
                  <a:spcPts val="0"/>
                </a:spcAft>
                <a:buNone/>
              </a:pPr>
              <a:endParaRPr sz="800" b="1">
                <a:solidFill>
                  <a:srgbClr val="FFFFFF"/>
                </a:solidFill>
                <a:latin typeface="IBM Plex Sans"/>
                <a:ea typeface="IBM Plex Sans"/>
                <a:cs typeface="IBM Plex Sans"/>
                <a:sym typeface="IBM Plex Sans"/>
              </a:endParaRPr>
            </a:p>
          </p:txBody>
        </p:sp>
        <p:sp>
          <p:nvSpPr>
            <p:cNvPr id="1043" name="Google Shape;1043;p91"/>
            <p:cNvSpPr/>
            <p:nvPr/>
          </p:nvSpPr>
          <p:spPr>
            <a:xfrm>
              <a:off x="137675" y="613761"/>
              <a:ext cx="939600" cy="68100"/>
            </a:xfrm>
            <a:prstGeom prst="roundRect">
              <a:avLst>
                <a:gd name="adj" fmla="val 44664"/>
              </a:avLst>
            </a:prstGeom>
            <a:solidFill>
              <a:schemeClr val="accent1"/>
            </a:solidFill>
            <a:ln>
              <a:noFill/>
            </a:ln>
          </p:spPr>
          <p:txBody>
            <a:bodyPr spcFirstLastPara="1" wrap="square" lIns="57150" tIns="57150" rIns="57150" bIns="57150" anchor="ctr" anchorCtr="0">
              <a:noAutofit/>
            </a:bodyPr>
            <a:lstStyle/>
            <a:p>
              <a:pPr marL="0" lvl="0" indent="0" algn="ctr" rtl="0">
                <a:spcBef>
                  <a:spcPts val="0"/>
                </a:spcBef>
                <a:spcAft>
                  <a:spcPts val="0"/>
                </a:spcAft>
                <a:buNone/>
              </a:pPr>
              <a:endParaRPr sz="800" b="1">
                <a:solidFill>
                  <a:srgbClr val="FFFFFF"/>
                </a:solidFill>
                <a:latin typeface="IBM Plex Sans"/>
                <a:ea typeface="IBM Plex Sans"/>
                <a:cs typeface="IBM Plex Sans"/>
                <a:sym typeface="IBM Plex Sans"/>
              </a:endParaRPr>
            </a:p>
          </p:txBody>
        </p:sp>
        <p:sp>
          <p:nvSpPr>
            <p:cNvPr id="1044" name="Google Shape;1044;p91"/>
            <p:cNvSpPr/>
            <p:nvPr/>
          </p:nvSpPr>
          <p:spPr>
            <a:xfrm>
              <a:off x="137675" y="787291"/>
              <a:ext cx="939600" cy="68100"/>
            </a:xfrm>
            <a:prstGeom prst="roundRect">
              <a:avLst>
                <a:gd name="adj" fmla="val 44664"/>
              </a:avLst>
            </a:prstGeom>
            <a:solidFill>
              <a:schemeClr val="accent1"/>
            </a:solidFill>
            <a:ln>
              <a:noFill/>
            </a:ln>
          </p:spPr>
          <p:txBody>
            <a:bodyPr spcFirstLastPara="1" wrap="square" lIns="57150" tIns="57150" rIns="57150" bIns="57150" anchor="ctr" anchorCtr="0">
              <a:noAutofit/>
            </a:bodyPr>
            <a:lstStyle/>
            <a:p>
              <a:pPr marL="0" lvl="0" indent="0" algn="ctr" rtl="0">
                <a:spcBef>
                  <a:spcPts val="0"/>
                </a:spcBef>
                <a:spcAft>
                  <a:spcPts val="0"/>
                </a:spcAft>
                <a:buNone/>
              </a:pPr>
              <a:endParaRPr sz="800" b="1">
                <a:solidFill>
                  <a:srgbClr val="FFFFFF"/>
                </a:solidFill>
                <a:latin typeface="IBM Plex Sans"/>
                <a:ea typeface="IBM Plex Sans"/>
                <a:cs typeface="IBM Plex Sans"/>
                <a:sym typeface="IBM Plex Sans"/>
              </a:endParaRPr>
            </a:p>
          </p:txBody>
        </p:sp>
        <p:sp>
          <p:nvSpPr>
            <p:cNvPr id="1045" name="Google Shape;1045;p91"/>
            <p:cNvSpPr/>
            <p:nvPr/>
          </p:nvSpPr>
          <p:spPr>
            <a:xfrm>
              <a:off x="137675" y="960822"/>
              <a:ext cx="939600" cy="68100"/>
            </a:xfrm>
            <a:prstGeom prst="roundRect">
              <a:avLst>
                <a:gd name="adj" fmla="val 44664"/>
              </a:avLst>
            </a:prstGeom>
            <a:solidFill>
              <a:schemeClr val="accent1"/>
            </a:solidFill>
            <a:ln>
              <a:noFill/>
            </a:ln>
          </p:spPr>
          <p:txBody>
            <a:bodyPr spcFirstLastPara="1" wrap="square" lIns="57150" tIns="57150" rIns="57150" bIns="57150" anchor="ctr" anchorCtr="0">
              <a:noAutofit/>
            </a:bodyPr>
            <a:lstStyle/>
            <a:p>
              <a:pPr marL="0" lvl="0" indent="0" algn="ctr" rtl="0">
                <a:spcBef>
                  <a:spcPts val="0"/>
                </a:spcBef>
                <a:spcAft>
                  <a:spcPts val="0"/>
                </a:spcAft>
                <a:buNone/>
              </a:pPr>
              <a:endParaRPr sz="800" b="1">
                <a:solidFill>
                  <a:srgbClr val="FFFFFF"/>
                </a:solidFill>
                <a:latin typeface="IBM Plex Sans"/>
                <a:ea typeface="IBM Plex Sans"/>
                <a:cs typeface="IBM Plex Sans"/>
                <a:sym typeface="IBM Plex Sans"/>
              </a:endParaRPr>
            </a:p>
          </p:txBody>
        </p:sp>
        <p:sp>
          <p:nvSpPr>
            <p:cNvPr id="1046" name="Google Shape;1046;p91"/>
            <p:cNvSpPr/>
            <p:nvPr/>
          </p:nvSpPr>
          <p:spPr>
            <a:xfrm>
              <a:off x="137675" y="1134352"/>
              <a:ext cx="939600" cy="68100"/>
            </a:xfrm>
            <a:prstGeom prst="roundRect">
              <a:avLst>
                <a:gd name="adj" fmla="val 44664"/>
              </a:avLst>
            </a:prstGeom>
            <a:solidFill>
              <a:schemeClr val="accent1"/>
            </a:solidFill>
            <a:ln>
              <a:noFill/>
            </a:ln>
          </p:spPr>
          <p:txBody>
            <a:bodyPr spcFirstLastPara="1" wrap="square" lIns="57150" tIns="57150" rIns="57150" bIns="57150" anchor="ctr" anchorCtr="0">
              <a:noAutofit/>
            </a:bodyPr>
            <a:lstStyle/>
            <a:p>
              <a:pPr marL="0" lvl="0" indent="0" algn="ctr" rtl="0">
                <a:spcBef>
                  <a:spcPts val="0"/>
                </a:spcBef>
                <a:spcAft>
                  <a:spcPts val="0"/>
                </a:spcAft>
                <a:buNone/>
              </a:pPr>
              <a:endParaRPr sz="800" b="1">
                <a:solidFill>
                  <a:srgbClr val="FFFFFF"/>
                </a:solidFill>
                <a:latin typeface="IBM Plex Sans"/>
                <a:ea typeface="IBM Plex Sans"/>
                <a:cs typeface="IBM Plex Sans"/>
                <a:sym typeface="IBM Plex Sans"/>
              </a:endParaRPr>
            </a:p>
          </p:txBody>
        </p:sp>
      </p:grpSp>
      <p:sp>
        <p:nvSpPr>
          <p:cNvPr id="1047" name="Google Shape;1047;p91"/>
          <p:cNvSpPr txBox="1">
            <a:spLocks noGrp="1"/>
          </p:cNvSpPr>
          <p:nvPr>
            <p:ph type="title"/>
          </p:nvPr>
        </p:nvSpPr>
        <p:spPr>
          <a:xfrm>
            <a:off x="457200" y="114300"/>
            <a:ext cx="8229600" cy="903300"/>
          </a:xfrm>
          <a:prstGeom prst="rect">
            <a:avLst/>
          </a:prstGeom>
        </p:spPr>
        <p:txBody>
          <a:bodyPr spcFirstLastPara="1" wrap="square" lIns="0" tIns="0" rIns="0" bIns="0" anchor="t" anchorCtr="0">
            <a:normAutofit/>
          </a:bodyPr>
          <a:lstStyle>
            <a:lvl1pPr lvl="0" rtl="0">
              <a:spcBef>
                <a:spcPts val="0"/>
              </a:spcBef>
              <a:spcAft>
                <a:spcPts val="0"/>
              </a:spcAft>
              <a:buClr>
                <a:schemeClr val="lt1"/>
              </a:buClr>
              <a:buSzPts val="3400"/>
              <a:buNone/>
              <a:defRPr>
                <a:solidFill>
                  <a:schemeClr val="lt1"/>
                </a:solidFill>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1048" name="Google Shape;1048;p91"/>
          <p:cNvSpPr/>
          <p:nvPr/>
        </p:nvSpPr>
        <p:spPr>
          <a:xfrm rot="5400000">
            <a:off x="1468380" y="-168359"/>
            <a:ext cx="1874400" cy="3967800"/>
          </a:xfrm>
          <a:prstGeom prst="roundRect">
            <a:avLst>
              <a:gd name="adj" fmla="val 10000"/>
            </a:avLst>
          </a:prstGeom>
          <a:solidFill>
            <a:schemeClr val="lt2"/>
          </a:solidFill>
          <a:ln>
            <a:noFill/>
          </a:ln>
        </p:spPr>
        <p:txBody>
          <a:bodyPr spcFirstLastPara="1" wrap="square" lIns="57150" tIns="57150" rIns="57150" bIns="57150" anchor="t" anchorCtr="0">
            <a:noAutofit/>
          </a:bodyPr>
          <a:lstStyle/>
          <a:p>
            <a:pPr marL="0" lvl="0" indent="0" algn="l" rtl="0">
              <a:spcBef>
                <a:spcPts val="0"/>
              </a:spcBef>
              <a:spcAft>
                <a:spcPts val="0"/>
              </a:spcAft>
              <a:buNone/>
            </a:pPr>
            <a:endParaRPr sz="1100">
              <a:solidFill>
                <a:schemeClr val="dk1"/>
              </a:solidFill>
              <a:latin typeface="IBM Plex Sans"/>
              <a:ea typeface="IBM Plex Sans"/>
              <a:cs typeface="IBM Plex Sans"/>
              <a:sym typeface="IBM Plex Sans"/>
            </a:endParaRPr>
          </a:p>
        </p:txBody>
      </p:sp>
      <p:sp>
        <p:nvSpPr>
          <p:cNvPr id="1049" name="Google Shape;1049;p91"/>
          <p:cNvSpPr/>
          <p:nvPr/>
        </p:nvSpPr>
        <p:spPr>
          <a:xfrm rot="5400000">
            <a:off x="1468381" y="1979345"/>
            <a:ext cx="1874400" cy="3967800"/>
          </a:xfrm>
          <a:prstGeom prst="roundRect">
            <a:avLst>
              <a:gd name="adj" fmla="val 10000"/>
            </a:avLst>
          </a:prstGeom>
          <a:solidFill>
            <a:schemeClr val="lt2"/>
          </a:solidFill>
          <a:ln>
            <a:noFill/>
          </a:ln>
        </p:spPr>
        <p:txBody>
          <a:bodyPr spcFirstLastPara="1" wrap="square" lIns="57150" tIns="57150" rIns="57150" bIns="57150" anchor="t" anchorCtr="0">
            <a:noAutofit/>
          </a:bodyPr>
          <a:lstStyle/>
          <a:p>
            <a:pPr marL="0" lvl="0" indent="0" algn="l" rtl="0">
              <a:spcBef>
                <a:spcPts val="0"/>
              </a:spcBef>
              <a:spcAft>
                <a:spcPts val="0"/>
              </a:spcAft>
              <a:buNone/>
            </a:pPr>
            <a:endParaRPr sz="1100">
              <a:solidFill>
                <a:schemeClr val="dk1"/>
              </a:solidFill>
              <a:latin typeface="IBM Plex Sans"/>
              <a:ea typeface="IBM Plex Sans"/>
              <a:cs typeface="IBM Plex Sans"/>
              <a:sym typeface="IBM Plex Sans"/>
            </a:endParaRPr>
          </a:p>
        </p:txBody>
      </p:sp>
      <p:sp>
        <p:nvSpPr>
          <p:cNvPr id="1050" name="Google Shape;1050;p91"/>
          <p:cNvSpPr/>
          <p:nvPr/>
        </p:nvSpPr>
        <p:spPr>
          <a:xfrm rot="5400000">
            <a:off x="5801212" y="-168359"/>
            <a:ext cx="1874400" cy="3967800"/>
          </a:xfrm>
          <a:prstGeom prst="roundRect">
            <a:avLst>
              <a:gd name="adj" fmla="val 10000"/>
            </a:avLst>
          </a:prstGeom>
          <a:solidFill>
            <a:schemeClr val="lt2"/>
          </a:solidFill>
          <a:ln>
            <a:noFill/>
          </a:ln>
        </p:spPr>
        <p:txBody>
          <a:bodyPr spcFirstLastPara="1" wrap="square" lIns="57150" tIns="57150" rIns="57150" bIns="57150" anchor="t" anchorCtr="0">
            <a:noAutofit/>
          </a:bodyPr>
          <a:lstStyle/>
          <a:p>
            <a:pPr marL="0" lvl="0" indent="0" algn="l" rtl="0">
              <a:spcBef>
                <a:spcPts val="0"/>
              </a:spcBef>
              <a:spcAft>
                <a:spcPts val="0"/>
              </a:spcAft>
              <a:buNone/>
            </a:pPr>
            <a:endParaRPr sz="1100">
              <a:solidFill>
                <a:schemeClr val="dk1"/>
              </a:solidFill>
              <a:latin typeface="IBM Plex Sans"/>
              <a:ea typeface="IBM Plex Sans"/>
              <a:cs typeface="IBM Plex Sans"/>
              <a:sym typeface="IBM Plex Sans"/>
            </a:endParaRPr>
          </a:p>
        </p:txBody>
      </p:sp>
      <p:sp>
        <p:nvSpPr>
          <p:cNvPr id="1051" name="Google Shape;1051;p91"/>
          <p:cNvSpPr/>
          <p:nvPr/>
        </p:nvSpPr>
        <p:spPr>
          <a:xfrm rot="5400000">
            <a:off x="5801213" y="1979345"/>
            <a:ext cx="1874400" cy="3967800"/>
          </a:xfrm>
          <a:prstGeom prst="roundRect">
            <a:avLst>
              <a:gd name="adj" fmla="val 10000"/>
            </a:avLst>
          </a:prstGeom>
          <a:solidFill>
            <a:schemeClr val="lt2"/>
          </a:solidFill>
          <a:ln>
            <a:noFill/>
          </a:ln>
        </p:spPr>
        <p:txBody>
          <a:bodyPr spcFirstLastPara="1" wrap="square" lIns="57150" tIns="57150" rIns="57150" bIns="57150" anchor="t" anchorCtr="0">
            <a:noAutofit/>
          </a:bodyPr>
          <a:lstStyle/>
          <a:p>
            <a:pPr marL="0" lvl="0" indent="0" algn="l" rtl="0">
              <a:spcBef>
                <a:spcPts val="0"/>
              </a:spcBef>
              <a:spcAft>
                <a:spcPts val="0"/>
              </a:spcAft>
              <a:buNone/>
            </a:pPr>
            <a:endParaRPr sz="1100">
              <a:solidFill>
                <a:schemeClr val="dk1"/>
              </a:solidFill>
              <a:latin typeface="IBM Plex Sans"/>
              <a:ea typeface="IBM Plex Sans"/>
              <a:cs typeface="IBM Plex Sans"/>
              <a:sym typeface="IBM Plex Sans"/>
            </a:endParaRPr>
          </a:p>
        </p:txBody>
      </p:sp>
      <p:sp>
        <p:nvSpPr>
          <p:cNvPr id="1052" name="Google Shape;1052;p91"/>
          <p:cNvSpPr txBox="1">
            <a:spLocks noGrp="1"/>
          </p:cNvSpPr>
          <p:nvPr>
            <p:ph type="body" idx="1"/>
          </p:nvPr>
        </p:nvSpPr>
        <p:spPr>
          <a:xfrm>
            <a:off x="647575" y="1050925"/>
            <a:ext cx="3516000" cy="1579200"/>
          </a:xfrm>
          <a:prstGeom prst="rect">
            <a:avLst/>
          </a:prstGeom>
        </p:spPr>
        <p:txBody>
          <a:bodyPr spcFirstLastPara="1" wrap="square" lIns="0" tIns="0" rIns="0" bIns="0" anchor="t" anchorCtr="0">
            <a:normAutofit/>
          </a:bodyPr>
          <a:lstStyle>
            <a:lvl1pPr marL="457200" lvl="0" indent="-311150" rtl="0">
              <a:spcBef>
                <a:spcPts val="0"/>
              </a:spcBef>
              <a:spcAft>
                <a:spcPts val="0"/>
              </a:spcAft>
              <a:buSzPts val="1300"/>
              <a:buChar char="■"/>
              <a:defRPr sz="1300"/>
            </a:lvl1pPr>
            <a:lvl2pPr marL="914400" lvl="1" indent="-298450" rtl="0">
              <a:spcBef>
                <a:spcPts val="0"/>
              </a:spcBef>
              <a:spcAft>
                <a:spcPts val="0"/>
              </a:spcAft>
              <a:buSzPts val="1100"/>
              <a:buChar char="■"/>
              <a:defRPr sz="1100"/>
            </a:lvl2pPr>
            <a:lvl3pPr marL="1371600" lvl="2" indent="-298450" rtl="0">
              <a:spcBef>
                <a:spcPts val="0"/>
              </a:spcBef>
              <a:spcAft>
                <a:spcPts val="0"/>
              </a:spcAft>
              <a:buClr>
                <a:schemeClr val="dk1"/>
              </a:buClr>
              <a:buSzPts val="1100"/>
              <a:buChar char="■"/>
              <a:defRPr sz="1100"/>
            </a:lvl3pPr>
            <a:lvl4pPr marL="1828800" lvl="3" indent="-298450" rtl="0">
              <a:spcBef>
                <a:spcPts val="0"/>
              </a:spcBef>
              <a:spcAft>
                <a:spcPts val="0"/>
              </a:spcAft>
              <a:buClr>
                <a:schemeClr val="dk1"/>
              </a:buClr>
              <a:buSzPts val="1100"/>
              <a:buChar char="●"/>
              <a:defRPr sz="1100"/>
            </a:lvl4pPr>
            <a:lvl5pPr marL="2286000" lvl="4" indent="-298450" rtl="0">
              <a:spcBef>
                <a:spcPts val="0"/>
              </a:spcBef>
              <a:spcAft>
                <a:spcPts val="0"/>
              </a:spcAft>
              <a:buSzPts val="1100"/>
              <a:buChar char="○"/>
              <a:defRPr sz="1100"/>
            </a:lvl5pPr>
            <a:lvl6pPr marL="2743200" lvl="5" indent="-298450" rtl="0">
              <a:spcBef>
                <a:spcPts val="0"/>
              </a:spcBef>
              <a:spcAft>
                <a:spcPts val="0"/>
              </a:spcAft>
              <a:buSzPts val="1100"/>
              <a:buChar char="■"/>
              <a:defRPr sz="1100"/>
            </a:lvl6pPr>
            <a:lvl7pPr marL="3200400" lvl="6" indent="-298450" rtl="0">
              <a:spcBef>
                <a:spcPts val="0"/>
              </a:spcBef>
              <a:spcAft>
                <a:spcPts val="0"/>
              </a:spcAft>
              <a:buSzPts val="1100"/>
              <a:buChar char="●"/>
              <a:defRPr sz="1100"/>
            </a:lvl7pPr>
            <a:lvl8pPr marL="3657600" lvl="7" indent="-298450" rtl="0">
              <a:spcBef>
                <a:spcPts val="0"/>
              </a:spcBef>
              <a:spcAft>
                <a:spcPts val="0"/>
              </a:spcAft>
              <a:buSzPts val="1100"/>
              <a:buChar char="○"/>
              <a:defRPr sz="1100"/>
            </a:lvl8pPr>
            <a:lvl9pPr marL="4114800" lvl="8" indent="-298450" rtl="0">
              <a:spcBef>
                <a:spcPts val="0"/>
              </a:spcBef>
              <a:spcAft>
                <a:spcPts val="0"/>
              </a:spcAft>
              <a:buSzPts val="1100"/>
              <a:buChar char="■"/>
              <a:defRPr sz="1100"/>
            </a:lvl9pPr>
          </a:lstStyle>
          <a:p>
            <a:endParaRPr/>
          </a:p>
        </p:txBody>
      </p:sp>
      <p:sp>
        <p:nvSpPr>
          <p:cNvPr id="1053" name="Google Shape;1053;p91"/>
          <p:cNvSpPr txBox="1">
            <a:spLocks noGrp="1"/>
          </p:cNvSpPr>
          <p:nvPr>
            <p:ph type="body" idx="2"/>
          </p:nvPr>
        </p:nvSpPr>
        <p:spPr>
          <a:xfrm>
            <a:off x="4980425" y="1050925"/>
            <a:ext cx="3516000" cy="1579200"/>
          </a:xfrm>
          <a:prstGeom prst="rect">
            <a:avLst/>
          </a:prstGeom>
        </p:spPr>
        <p:txBody>
          <a:bodyPr spcFirstLastPara="1" wrap="square" lIns="0" tIns="0" rIns="0" bIns="0" anchor="t" anchorCtr="0">
            <a:normAutofit/>
          </a:bodyPr>
          <a:lstStyle>
            <a:lvl1pPr marL="457200" lvl="0" indent="-311150" rtl="0">
              <a:spcBef>
                <a:spcPts val="0"/>
              </a:spcBef>
              <a:spcAft>
                <a:spcPts val="0"/>
              </a:spcAft>
              <a:buSzPts val="1300"/>
              <a:buChar char="■"/>
              <a:defRPr sz="1300"/>
            </a:lvl1pPr>
            <a:lvl2pPr marL="914400" lvl="1" indent="-298450" rtl="0">
              <a:spcBef>
                <a:spcPts val="0"/>
              </a:spcBef>
              <a:spcAft>
                <a:spcPts val="0"/>
              </a:spcAft>
              <a:buSzPts val="1100"/>
              <a:buChar char="■"/>
              <a:defRPr sz="1100"/>
            </a:lvl2pPr>
            <a:lvl3pPr marL="1371600" lvl="2" indent="-298450" rtl="0">
              <a:spcBef>
                <a:spcPts val="0"/>
              </a:spcBef>
              <a:spcAft>
                <a:spcPts val="0"/>
              </a:spcAft>
              <a:buClr>
                <a:schemeClr val="dk1"/>
              </a:buClr>
              <a:buSzPts val="1100"/>
              <a:buChar char="■"/>
              <a:defRPr sz="1100"/>
            </a:lvl3pPr>
            <a:lvl4pPr marL="1828800" lvl="3" indent="-298450" rtl="0">
              <a:spcBef>
                <a:spcPts val="0"/>
              </a:spcBef>
              <a:spcAft>
                <a:spcPts val="0"/>
              </a:spcAft>
              <a:buClr>
                <a:schemeClr val="dk1"/>
              </a:buClr>
              <a:buSzPts val="1100"/>
              <a:buChar char="●"/>
              <a:defRPr sz="1100"/>
            </a:lvl4pPr>
            <a:lvl5pPr marL="2286000" lvl="4" indent="-298450" rtl="0">
              <a:spcBef>
                <a:spcPts val="0"/>
              </a:spcBef>
              <a:spcAft>
                <a:spcPts val="0"/>
              </a:spcAft>
              <a:buSzPts val="1100"/>
              <a:buChar char="○"/>
              <a:defRPr sz="1100"/>
            </a:lvl5pPr>
            <a:lvl6pPr marL="2743200" lvl="5" indent="-298450" rtl="0">
              <a:spcBef>
                <a:spcPts val="0"/>
              </a:spcBef>
              <a:spcAft>
                <a:spcPts val="0"/>
              </a:spcAft>
              <a:buSzPts val="1100"/>
              <a:buChar char="■"/>
              <a:defRPr sz="1100"/>
            </a:lvl6pPr>
            <a:lvl7pPr marL="3200400" lvl="6" indent="-298450" rtl="0">
              <a:spcBef>
                <a:spcPts val="0"/>
              </a:spcBef>
              <a:spcAft>
                <a:spcPts val="0"/>
              </a:spcAft>
              <a:buSzPts val="1100"/>
              <a:buChar char="●"/>
              <a:defRPr sz="1100"/>
            </a:lvl7pPr>
            <a:lvl8pPr marL="3657600" lvl="7" indent="-298450" rtl="0">
              <a:spcBef>
                <a:spcPts val="0"/>
              </a:spcBef>
              <a:spcAft>
                <a:spcPts val="0"/>
              </a:spcAft>
              <a:buSzPts val="1100"/>
              <a:buChar char="○"/>
              <a:defRPr sz="1100"/>
            </a:lvl8pPr>
            <a:lvl9pPr marL="4114800" lvl="8" indent="-298450" rtl="0">
              <a:spcBef>
                <a:spcPts val="0"/>
              </a:spcBef>
              <a:spcAft>
                <a:spcPts val="0"/>
              </a:spcAft>
              <a:buSzPts val="1100"/>
              <a:buChar char="■"/>
              <a:defRPr sz="1100"/>
            </a:lvl9pPr>
          </a:lstStyle>
          <a:p>
            <a:endParaRPr/>
          </a:p>
        </p:txBody>
      </p:sp>
      <p:sp>
        <p:nvSpPr>
          <p:cNvPr id="1054" name="Google Shape;1054;p91"/>
          <p:cNvSpPr txBox="1">
            <a:spLocks noGrp="1"/>
          </p:cNvSpPr>
          <p:nvPr>
            <p:ph type="body" idx="3"/>
          </p:nvPr>
        </p:nvSpPr>
        <p:spPr>
          <a:xfrm>
            <a:off x="647575" y="3207624"/>
            <a:ext cx="3516000" cy="1579200"/>
          </a:xfrm>
          <a:prstGeom prst="rect">
            <a:avLst/>
          </a:prstGeom>
        </p:spPr>
        <p:txBody>
          <a:bodyPr spcFirstLastPara="1" wrap="square" lIns="0" tIns="0" rIns="0" bIns="0" anchor="t" anchorCtr="0">
            <a:normAutofit/>
          </a:bodyPr>
          <a:lstStyle>
            <a:lvl1pPr marL="457200" lvl="0" indent="-311150" rtl="0">
              <a:spcBef>
                <a:spcPts val="0"/>
              </a:spcBef>
              <a:spcAft>
                <a:spcPts val="0"/>
              </a:spcAft>
              <a:buSzPts val="1300"/>
              <a:buChar char="■"/>
              <a:defRPr sz="1300"/>
            </a:lvl1pPr>
            <a:lvl2pPr marL="914400" lvl="1" indent="-298450" rtl="0">
              <a:spcBef>
                <a:spcPts val="0"/>
              </a:spcBef>
              <a:spcAft>
                <a:spcPts val="0"/>
              </a:spcAft>
              <a:buSzPts val="1100"/>
              <a:buChar char="■"/>
              <a:defRPr sz="1100"/>
            </a:lvl2pPr>
            <a:lvl3pPr marL="1371600" lvl="2" indent="-298450" rtl="0">
              <a:spcBef>
                <a:spcPts val="0"/>
              </a:spcBef>
              <a:spcAft>
                <a:spcPts val="0"/>
              </a:spcAft>
              <a:buClr>
                <a:schemeClr val="dk1"/>
              </a:buClr>
              <a:buSzPts val="1100"/>
              <a:buChar char="■"/>
              <a:defRPr sz="1100"/>
            </a:lvl3pPr>
            <a:lvl4pPr marL="1828800" lvl="3" indent="-298450" rtl="0">
              <a:spcBef>
                <a:spcPts val="0"/>
              </a:spcBef>
              <a:spcAft>
                <a:spcPts val="0"/>
              </a:spcAft>
              <a:buClr>
                <a:schemeClr val="dk1"/>
              </a:buClr>
              <a:buSzPts val="1100"/>
              <a:buChar char="●"/>
              <a:defRPr sz="1100"/>
            </a:lvl4pPr>
            <a:lvl5pPr marL="2286000" lvl="4" indent="-298450" rtl="0">
              <a:spcBef>
                <a:spcPts val="0"/>
              </a:spcBef>
              <a:spcAft>
                <a:spcPts val="0"/>
              </a:spcAft>
              <a:buSzPts val="1100"/>
              <a:buChar char="○"/>
              <a:defRPr sz="1100"/>
            </a:lvl5pPr>
            <a:lvl6pPr marL="2743200" lvl="5" indent="-298450" rtl="0">
              <a:spcBef>
                <a:spcPts val="0"/>
              </a:spcBef>
              <a:spcAft>
                <a:spcPts val="0"/>
              </a:spcAft>
              <a:buSzPts val="1100"/>
              <a:buChar char="■"/>
              <a:defRPr sz="1100"/>
            </a:lvl6pPr>
            <a:lvl7pPr marL="3200400" lvl="6" indent="-298450" rtl="0">
              <a:spcBef>
                <a:spcPts val="0"/>
              </a:spcBef>
              <a:spcAft>
                <a:spcPts val="0"/>
              </a:spcAft>
              <a:buSzPts val="1100"/>
              <a:buChar char="●"/>
              <a:defRPr sz="1100"/>
            </a:lvl7pPr>
            <a:lvl8pPr marL="3657600" lvl="7" indent="-298450" rtl="0">
              <a:spcBef>
                <a:spcPts val="0"/>
              </a:spcBef>
              <a:spcAft>
                <a:spcPts val="0"/>
              </a:spcAft>
              <a:buSzPts val="1100"/>
              <a:buChar char="○"/>
              <a:defRPr sz="1100"/>
            </a:lvl8pPr>
            <a:lvl9pPr marL="4114800" lvl="8" indent="-298450" rtl="0">
              <a:spcBef>
                <a:spcPts val="0"/>
              </a:spcBef>
              <a:spcAft>
                <a:spcPts val="0"/>
              </a:spcAft>
              <a:buSzPts val="1100"/>
              <a:buChar char="■"/>
              <a:defRPr sz="1100"/>
            </a:lvl9pPr>
          </a:lstStyle>
          <a:p>
            <a:endParaRPr/>
          </a:p>
        </p:txBody>
      </p:sp>
      <p:sp>
        <p:nvSpPr>
          <p:cNvPr id="1055" name="Google Shape;1055;p91"/>
          <p:cNvSpPr txBox="1">
            <a:spLocks noGrp="1"/>
          </p:cNvSpPr>
          <p:nvPr>
            <p:ph type="body" idx="4"/>
          </p:nvPr>
        </p:nvSpPr>
        <p:spPr>
          <a:xfrm>
            <a:off x="4980425" y="3207624"/>
            <a:ext cx="3516000" cy="1579200"/>
          </a:xfrm>
          <a:prstGeom prst="rect">
            <a:avLst/>
          </a:prstGeom>
        </p:spPr>
        <p:txBody>
          <a:bodyPr spcFirstLastPara="1" wrap="square" lIns="0" tIns="0" rIns="0" bIns="0" anchor="t" anchorCtr="0">
            <a:normAutofit/>
          </a:bodyPr>
          <a:lstStyle>
            <a:lvl1pPr marL="457200" lvl="0" indent="-311150" rtl="0">
              <a:spcBef>
                <a:spcPts val="0"/>
              </a:spcBef>
              <a:spcAft>
                <a:spcPts val="0"/>
              </a:spcAft>
              <a:buSzPts val="1300"/>
              <a:buChar char="■"/>
              <a:defRPr sz="1300"/>
            </a:lvl1pPr>
            <a:lvl2pPr marL="914400" lvl="1" indent="-298450" rtl="0">
              <a:spcBef>
                <a:spcPts val="0"/>
              </a:spcBef>
              <a:spcAft>
                <a:spcPts val="0"/>
              </a:spcAft>
              <a:buSzPts val="1100"/>
              <a:buChar char="■"/>
              <a:defRPr sz="1100"/>
            </a:lvl2pPr>
            <a:lvl3pPr marL="1371600" lvl="2" indent="-298450" rtl="0">
              <a:spcBef>
                <a:spcPts val="0"/>
              </a:spcBef>
              <a:spcAft>
                <a:spcPts val="0"/>
              </a:spcAft>
              <a:buClr>
                <a:schemeClr val="dk1"/>
              </a:buClr>
              <a:buSzPts val="1100"/>
              <a:buChar char="■"/>
              <a:defRPr sz="1100"/>
            </a:lvl3pPr>
            <a:lvl4pPr marL="1828800" lvl="3" indent="-298450" rtl="0">
              <a:spcBef>
                <a:spcPts val="0"/>
              </a:spcBef>
              <a:spcAft>
                <a:spcPts val="0"/>
              </a:spcAft>
              <a:buClr>
                <a:schemeClr val="dk1"/>
              </a:buClr>
              <a:buSzPts val="1100"/>
              <a:buChar char="●"/>
              <a:defRPr sz="1100"/>
            </a:lvl4pPr>
            <a:lvl5pPr marL="2286000" lvl="4" indent="-298450" rtl="0">
              <a:spcBef>
                <a:spcPts val="0"/>
              </a:spcBef>
              <a:spcAft>
                <a:spcPts val="0"/>
              </a:spcAft>
              <a:buSzPts val="1100"/>
              <a:buChar char="○"/>
              <a:defRPr sz="1100"/>
            </a:lvl5pPr>
            <a:lvl6pPr marL="2743200" lvl="5" indent="-298450" rtl="0">
              <a:spcBef>
                <a:spcPts val="0"/>
              </a:spcBef>
              <a:spcAft>
                <a:spcPts val="0"/>
              </a:spcAft>
              <a:buSzPts val="1100"/>
              <a:buChar char="■"/>
              <a:defRPr sz="1100"/>
            </a:lvl6pPr>
            <a:lvl7pPr marL="3200400" lvl="6" indent="-298450" rtl="0">
              <a:spcBef>
                <a:spcPts val="0"/>
              </a:spcBef>
              <a:spcAft>
                <a:spcPts val="0"/>
              </a:spcAft>
              <a:buSzPts val="1100"/>
              <a:buChar char="●"/>
              <a:defRPr sz="1100"/>
            </a:lvl7pPr>
            <a:lvl8pPr marL="3657600" lvl="7" indent="-298450" rtl="0">
              <a:spcBef>
                <a:spcPts val="0"/>
              </a:spcBef>
              <a:spcAft>
                <a:spcPts val="0"/>
              </a:spcAft>
              <a:buSzPts val="1100"/>
              <a:buChar char="○"/>
              <a:defRPr sz="1100"/>
            </a:lvl8pPr>
            <a:lvl9pPr marL="4114800" lvl="8" indent="-298450" rtl="0">
              <a:spcBef>
                <a:spcPts val="0"/>
              </a:spcBef>
              <a:spcAft>
                <a:spcPts val="0"/>
              </a:spcAft>
              <a:buSzPts val="1100"/>
              <a:buChar char="■"/>
              <a:defRPr sz="1100"/>
            </a:lvl9pPr>
          </a:lstStyle>
          <a:p>
            <a:endParaRPr/>
          </a:p>
        </p:txBody>
      </p:sp>
    </p:spTree>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matchingName="TOC - 3 Items">
  <p:cSld name="TITLE_ONLY_1_3_1_2">
    <p:bg>
      <p:bgPr>
        <a:solidFill>
          <a:schemeClr val="dk1"/>
        </a:solidFill>
        <a:effectLst/>
      </p:bgPr>
    </p:bg>
    <p:spTree>
      <p:nvGrpSpPr>
        <p:cNvPr id="1" name="Shape 1056"/>
        <p:cNvGrpSpPr/>
        <p:nvPr/>
      </p:nvGrpSpPr>
      <p:grpSpPr>
        <a:xfrm>
          <a:off x="0" y="0"/>
          <a:ext cx="0" cy="0"/>
          <a:chOff x="0" y="0"/>
          <a:chExt cx="0" cy="0"/>
        </a:xfrm>
      </p:grpSpPr>
      <p:pic>
        <p:nvPicPr>
          <p:cNvPr id="1057" name="Google Shape;1057;p92"/>
          <p:cNvPicPr preferRelativeResize="0"/>
          <p:nvPr/>
        </p:nvPicPr>
        <p:blipFill>
          <a:blip r:embed="rId2">
            <a:alphaModFix/>
          </a:blip>
          <a:stretch>
            <a:fillRect/>
          </a:stretch>
        </p:blipFill>
        <p:spPr>
          <a:xfrm>
            <a:off x="8544859" y="62003"/>
            <a:ext cx="599140" cy="599141"/>
          </a:xfrm>
          <a:prstGeom prst="rect">
            <a:avLst/>
          </a:prstGeom>
          <a:noFill/>
          <a:ln>
            <a:noFill/>
          </a:ln>
        </p:spPr>
      </p:pic>
      <p:sp>
        <p:nvSpPr>
          <p:cNvPr id="1058" name="Google Shape;1058;p92"/>
          <p:cNvSpPr/>
          <p:nvPr/>
        </p:nvSpPr>
        <p:spPr>
          <a:xfrm>
            <a:off x="0" y="-9000"/>
            <a:ext cx="3200400" cy="5152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9" name="Google Shape;1059;p92"/>
          <p:cNvSpPr txBox="1">
            <a:spLocks noGrp="1"/>
          </p:cNvSpPr>
          <p:nvPr>
            <p:ph type="title"/>
          </p:nvPr>
        </p:nvSpPr>
        <p:spPr>
          <a:xfrm>
            <a:off x="457200" y="1753225"/>
            <a:ext cx="2273400" cy="1619100"/>
          </a:xfrm>
          <a:prstGeom prst="rect">
            <a:avLst/>
          </a:prstGeom>
        </p:spPr>
        <p:txBody>
          <a:bodyPr spcFirstLastPara="1" wrap="square" lIns="0" tIns="0" rIns="0" bIns="0" anchor="ctr" anchorCtr="0">
            <a:normAutofit/>
          </a:bodyPr>
          <a:lstStyle>
            <a:lvl1pPr lvl="0" rtl="0">
              <a:spcBef>
                <a:spcPts val="0"/>
              </a:spcBef>
              <a:spcAft>
                <a:spcPts val="0"/>
              </a:spcAft>
              <a:buSzPts val="34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1060" name="Google Shape;1060;p92"/>
          <p:cNvSpPr/>
          <p:nvPr/>
        </p:nvSpPr>
        <p:spPr>
          <a:xfrm>
            <a:off x="2895502" y="2274926"/>
            <a:ext cx="627000" cy="627000"/>
          </a:xfrm>
          <a:prstGeom prst="roundRect">
            <a:avLst>
              <a:gd name="adj" fmla="val 22637"/>
            </a:avLst>
          </a:prstGeom>
          <a:solidFill>
            <a:schemeClr val="accent2"/>
          </a:solidFill>
          <a:ln>
            <a:noFill/>
          </a:ln>
        </p:spPr>
        <p:txBody>
          <a:bodyPr spcFirstLastPara="1" wrap="square" lIns="0" tIns="0" rIns="0" bIns="0" anchor="ctr" anchorCtr="0">
            <a:noAutofit/>
          </a:bodyPr>
          <a:lstStyle/>
          <a:p>
            <a:pPr marL="0" lvl="0" indent="0" algn="ctr" rtl="0">
              <a:spcBef>
                <a:spcPts val="0"/>
              </a:spcBef>
              <a:spcAft>
                <a:spcPts val="0"/>
              </a:spcAft>
              <a:buNone/>
            </a:pPr>
            <a:endParaRPr sz="800" b="1">
              <a:solidFill>
                <a:srgbClr val="FFFFFF"/>
              </a:solidFill>
              <a:latin typeface="IBM Plex Sans"/>
              <a:ea typeface="IBM Plex Sans"/>
              <a:cs typeface="IBM Plex Sans"/>
              <a:sym typeface="IBM Plex Sans"/>
            </a:endParaRPr>
          </a:p>
        </p:txBody>
      </p:sp>
      <p:sp>
        <p:nvSpPr>
          <p:cNvPr id="1061" name="Google Shape;1061;p92"/>
          <p:cNvSpPr/>
          <p:nvPr/>
        </p:nvSpPr>
        <p:spPr>
          <a:xfrm>
            <a:off x="2895501" y="867801"/>
            <a:ext cx="627000" cy="627000"/>
          </a:xfrm>
          <a:prstGeom prst="roundRect">
            <a:avLst>
              <a:gd name="adj" fmla="val 50000"/>
            </a:avLst>
          </a:prstGeom>
          <a:solidFill>
            <a:schemeClr val="accent1"/>
          </a:solidFill>
          <a:ln>
            <a:noFill/>
          </a:ln>
        </p:spPr>
        <p:txBody>
          <a:bodyPr spcFirstLastPara="1" wrap="square" lIns="0" tIns="0" rIns="0" bIns="0" anchor="ctr" anchorCtr="0">
            <a:noAutofit/>
          </a:bodyPr>
          <a:lstStyle/>
          <a:p>
            <a:pPr marL="0" lvl="0" indent="0" algn="ctr" rtl="0">
              <a:spcBef>
                <a:spcPts val="0"/>
              </a:spcBef>
              <a:spcAft>
                <a:spcPts val="0"/>
              </a:spcAft>
              <a:buNone/>
            </a:pPr>
            <a:endParaRPr sz="800" b="1">
              <a:solidFill>
                <a:srgbClr val="FFFFFF"/>
              </a:solidFill>
              <a:latin typeface="IBM Plex Sans"/>
              <a:ea typeface="IBM Plex Sans"/>
              <a:cs typeface="IBM Plex Sans"/>
              <a:sym typeface="IBM Plex Sans"/>
            </a:endParaRPr>
          </a:p>
        </p:txBody>
      </p:sp>
      <p:sp>
        <p:nvSpPr>
          <p:cNvPr id="1062" name="Google Shape;1062;p92"/>
          <p:cNvSpPr txBox="1">
            <a:spLocks noGrp="1"/>
          </p:cNvSpPr>
          <p:nvPr>
            <p:ph type="subTitle" idx="1"/>
          </p:nvPr>
        </p:nvSpPr>
        <p:spPr>
          <a:xfrm>
            <a:off x="3742200" y="3782488"/>
            <a:ext cx="4944600" cy="348300"/>
          </a:xfrm>
          <a:prstGeom prst="rect">
            <a:avLst/>
          </a:prstGeom>
        </p:spPr>
        <p:txBody>
          <a:bodyPr spcFirstLastPara="1" wrap="square" lIns="0" tIns="0" rIns="0" bIns="0" anchor="ctr" anchorCtr="0">
            <a:normAutofit/>
          </a:bodyPr>
          <a:lstStyle>
            <a:lvl1pPr lvl="0" rtl="0">
              <a:lnSpc>
                <a:spcPct val="100000"/>
              </a:lnSpc>
              <a:spcBef>
                <a:spcPts val="0"/>
              </a:spcBef>
              <a:spcAft>
                <a:spcPts val="0"/>
              </a:spcAft>
              <a:buClr>
                <a:schemeClr val="lt2"/>
              </a:buClr>
              <a:buSzPts val="2000"/>
              <a:buFont typeface="IBM Plex Sans Medium"/>
              <a:buNone/>
              <a:defRPr sz="2000">
                <a:solidFill>
                  <a:schemeClr val="lt2"/>
                </a:solidFill>
                <a:latin typeface="IBM Plex Sans Medium"/>
                <a:ea typeface="IBM Plex Sans Medium"/>
                <a:cs typeface="IBM Plex Sans Medium"/>
                <a:sym typeface="IBM Plex Sans Medium"/>
              </a:defRPr>
            </a:lvl1pPr>
            <a:lvl2pPr lvl="1" rtl="0">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2pPr>
            <a:lvl3pPr lvl="2" rtl="0">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3pPr>
            <a:lvl4pPr lvl="3" rtl="0">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4pPr>
            <a:lvl5pPr lvl="4" rtl="0">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5pPr>
            <a:lvl6pPr lvl="5" rtl="0">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6pPr>
            <a:lvl7pPr lvl="6" rtl="0">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7pPr>
            <a:lvl8pPr lvl="7" rtl="0">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8pPr>
            <a:lvl9pPr lvl="8" rtl="0">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9pPr>
          </a:lstStyle>
          <a:p>
            <a:endParaRPr/>
          </a:p>
        </p:txBody>
      </p:sp>
      <p:sp>
        <p:nvSpPr>
          <p:cNvPr id="1063" name="Google Shape;1063;p92"/>
          <p:cNvSpPr txBox="1">
            <a:spLocks noGrp="1"/>
          </p:cNvSpPr>
          <p:nvPr>
            <p:ph type="subTitle" idx="2"/>
          </p:nvPr>
        </p:nvSpPr>
        <p:spPr>
          <a:xfrm>
            <a:off x="3742200" y="2414263"/>
            <a:ext cx="4944600" cy="348300"/>
          </a:xfrm>
          <a:prstGeom prst="rect">
            <a:avLst/>
          </a:prstGeom>
        </p:spPr>
        <p:txBody>
          <a:bodyPr spcFirstLastPara="1" wrap="square" lIns="0" tIns="0" rIns="0" bIns="0" anchor="ctr" anchorCtr="0">
            <a:normAutofit/>
          </a:bodyPr>
          <a:lstStyle>
            <a:lvl1pPr lvl="0" rtl="0">
              <a:lnSpc>
                <a:spcPct val="100000"/>
              </a:lnSpc>
              <a:spcBef>
                <a:spcPts val="0"/>
              </a:spcBef>
              <a:spcAft>
                <a:spcPts val="0"/>
              </a:spcAft>
              <a:buClr>
                <a:schemeClr val="lt2"/>
              </a:buClr>
              <a:buSzPts val="2000"/>
              <a:buFont typeface="IBM Plex Sans Medium"/>
              <a:buNone/>
              <a:defRPr sz="2000">
                <a:solidFill>
                  <a:schemeClr val="lt2"/>
                </a:solidFill>
                <a:latin typeface="IBM Plex Sans Medium"/>
                <a:ea typeface="IBM Plex Sans Medium"/>
                <a:cs typeface="IBM Plex Sans Medium"/>
                <a:sym typeface="IBM Plex Sans Medium"/>
              </a:defRPr>
            </a:lvl1pPr>
            <a:lvl2pPr lvl="1" rtl="0">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2pPr>
            <a:lvl3pPr lvl="2" rtl="0">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3pPr>
            <a:lvl4pPr lvl="3" rtl="0">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4pPr>
            <a:lvl5pPr lvl="4" rtl="0">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5pPr>
            <a:lvl6pPr lvl="5" rtl="0">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6pPr>
            <a:lvl7pPr lvl="6" rtl="0">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7pPr>
            <a:lvl8pPr lvl="7" rtl="0">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8pPr>
            <a:lvl9pPr lvl="8" rtl="0">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9pPr>
          </a:lstStyle>
          <a:p>
            <a:endParaRPr/>
          </a:p>
        </p:txBody>
      </p:sp>
      <p:sp>
        <p:nvSpPr>
          <p:cNvPr id="1064" name="Google Shape;1064;p92"/>
          <p:cNvSpPr txBox="1">
            <a:spLocks noGrp="1"/>
          </p:cNvSpPr>
          <p:nvPr>
            <p:ph type="subTitle" idx="3"/>
          </p:nvPr>
        </p:nvSpPr>
        <p:spPr>
          <a:xfrm>
            <a:off x="3742200" y="1007138"/>
            <a:ext cx="4944600" cy="348300"/>
          </a:xfrm>
          <a:prstGeom prst="rect">
            <a:avLst/>
          </a:prstGeom>
        </p:spPr>
        <p:txBody>
          <a:bodyPr spcFirstLastPara="1" wrap="square" lIns="0" tIns="0" rIns="0" bIns="0" anchor="ctr" anchorCtr="0">
            <a:normAutofit/>
          </a:bodyPr>
          <a:lstStyle>
            <a:lvl1pPr lvl="0" rtl="0">
              <a:lnSpc>
                <a:spcPct val="100000"/>
              </a:lnSpc>
              <a:spcBef>
                <a:spcPts val="0"/>
              </a:spcBef>
              <a:spcAft>
                <a:spcPts val="0"/>
              </a:spcAft>
              <a:buClr>
                <a:schemeClr val="lt2"/>
              </a:buClr>
              <a:buSzPts val="2000"/>
              <a:buFont typeface="IBM Plex Sans Medium"/>
              <a:buNone/>
              <a:defRPr sz="2000">
                <a:solidFill>
                  <a:schemeClr val="lt2"/>
                </a:solidFill>
                <a:latin typeface="IBM Plex Sans Medium"/>
                <a:ea typeface="IBM Plex Sans Medium"/>
                <a:cs typeface="IBM Plex Sans Medium"/>
                <a:sym typeface="IBM Plex Sans Medium"/>
              </a:defRPr>
            </a:lvl1pPr>
            <a:lvl2pPr lvl="1" rtl="0">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2pPr>
            <a:lvl3pPr lvl="2" rtl="0">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3pPr>
            <a:lvl4pPr lvl="3" rtl="0">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4pPr>
            <a:lvl5pPr lvl="4" rtl="0">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5pPr>
            <a:lvl6pPr lvl="5" rtl="0">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6pPr>
            <a:lvl7pPr lvl="6" rtl="0">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7pPr>
            <a:lvl8pPr lvl="7" rtl="0">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8pPr>
            <a:lvl9pPr lvl="8" rtl="0">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9pPr>
          </a:lstStyle>
          <a:p>
            <a:endParaRPr/>
          </a:p>
        </p:txBody>
      </p:sp>
      <p:sp>
        <p:nvSpPr>
          <p:cNvPr id="1065" name="Google Shape;1065;p92"/>
          <p:cNvSpPr/>
          <p:nvPr/>
        </p:nvSpPr>
        <p:spPr>
          <a:xfrm rot="-2700000">
            <a:off x="2946928" y="3704427"/>
            <a:ext cx="507844" cy="504450"/>
          </a:xfrm>
          <a:prstGeom prst="roundRect">
            <a:avLst>
              <a:gd name="adj" fmla="val 5808"/>
            </a:avLst>
          </a:prstGeom>
          <a:solidFill>
            <a:schemeClr val="accent6"/>
          </a:solidFill>
          <a:ln>
            <a:noFill/>
          </a:ln>
        </p:spPr>
        <p:txBody>
          <a:bodyPr spcFirstLastPara="1" wrap="square" lIns="0" tIns="0" rIns="0" bIns="0" anchor="ctr" anchorCtr="0">
            <a:noAutofit/>
          </a:bodyPr>
          <a:lstStyle/>
          <a:p>
            <a:pPr marL="0" lvl="0" indent="0" algn="ctr" rtl="0">
              <a:spcBef>
                <a:spcPts val="0"/>
              </a:spcBef>
              <a:spcAft>
                <a:spcPts val="0"/>
              </a:spcAft>
              <a:buNone/>
            </a:pPr>
            <a:endParaRPr sz="800" b="1">
              <a:solidFill>
                <a:srgbClr val="FFFFFF"/>
              </a:solidFill>
              <a:latin typeface="IBM Plex Sans"/>
              <a:ea typeface="IBM Plex Sans"/>
              <a:cs typeface="IBM Plex Sans"/>
              <a:sym typeface="IBM Plex Sans"/>
            </a:endParaRPr>
          </a:p>
        </p:txBody>
      </p:sp>
    </p:spTree>
  </p:cSld>
  <p:clrMapOvr>
    <a:masterClrMapping/>
  </p:clrMapOvr>
  <p:extLst>
    <p:ext uri="{DCECCB84-F9BA-43D5-87BE-67443E8EF086}">
      <p15:sldGuideLst xmlns:p15="http://schemas.microsoft.com/office/powerpoint/2012/main">
        <p15:guide id="1" pos="1872">
          <p15:clr>
            <a:srgbClr val="FA7B17"/>
          </p15:clr>
        </p15:guide>
        <p15:guide id="2" pos="2016">
          <p15:clr>
            <a:srgbClr val="FA7B17"/>
          </p15:clr>
        </p15:guide>
      </p15:sldGuideLst>
    </p:ext>
  </p:extLst>
</p:sldLayout>
</file>

<file path=ppt/slideLayouts/slideLayout91.xml><?xml version="1.0" encoding="utf-8"?>
<p:sldLayout xmlns:a="http://schemas.openxmlformats.org/drawingml/2006/main" xmlns:r="http://schemas.openxmlformats.org/officeDocument/2006/relationships" xmlns:p="http://schemas.openxmlformats.org/presentationml/2006/main" matchingName="TOC - 4 Items">
  <p:cSld name="TITLE_ONLY_1_3">
    <p:bg>
      <p:bgPr>
        <a:solidFill>
          <a:schemeClr val="dk1"/>
        </a:solidFill>
        <a:effectLst/>
      </p:bgPr>
    </p:bg>
    <p:spTree>
      <p:nvGrpSpPr>
        <p:cNvPr id="1" name="Shape 1066"/>
        <p:cNvGrpSpPr/>
        <p:nvPr/>
      </p:nvGrpSpPr>
      <p:grpSpPr>
        <a:xfrm>
          <a:off x="0" y="0"/>
          <a:ext cx="0" cy="0"/>
          <a:chOff x="0" y="0"/>
          <a:chExt cx="0" cy="0"/>
        </a:xfrm>
      </p:grpSpPr>
      <p:pic>
        <p:nvPicPr>
          <p:cNvPr id="1067" name="Google Shape;1067;p93"/>
          <p:cNvPicPr preferRelativeResize="0"/>
          <p:nvPr/>
        </p:nvPicPr>
        <p:blipFill>
          <a:blip r:embed="rId2">
            <a:alphaModFix/>
          </a:blip>
          <a:stretch>
            <a:fillRect/>
          </a:stretch>
        </p:blipFill>
        <p:spPr>
          <a:xfrm>
            <a:off x="8544859" y="62003"/>
            <a:ext cx="599140" cy="599141"/>
          </a:xfrm>
          <a:prstGeom prst="rect">
            <a:avLst/>
          </a:prstGeom>
          <a:noFill/>
          <a:ln>
            <a:noFill/>
          </a:ln>
        </p:spPr>
      </p:pic>
      <p:sp>
        <p:nvSpPr>
          <p:cNvPr id="1068" name="Google Shape;1068;p93"/>
          <p:cNvSpPr/>
          <p:nvPr/>
        </p:nvSpPr>
        <p:spPr>
          <a:xfrm>
            <a:off x="0" y="-8975"/>
            <a:ext cx="3200400" cy="5152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9" name="Google Shape;1069;p93"/>
          <p:cNvSpPr txBox="1">
            <a:spLocks noGrp="1"/>
          </p:cNvSpPr>
          <p:nvPr>
            <p:ph type="title"/>
          </p:nvPr>
        </p:nvSpPr>
        <p:spPr>
          <a:xfrm>
            <a:off x="457200" y="1753225"/>
            <a:ext cx="2273400" cy="1619100"/>
          </a:xfrm>
          <a:prstGeom prst="rect">
            <a:avLst/>
          </a:prstGeom>
        </p:spPr>
        <p:txBody>
          <a:bodyPr spcFirstLastPara="1" wrap="square" lIns="0" tIns="0" rIns="0" bIns="0" anchor="ctr" anchorCtr="0">
            <a:normAutofit/>
          </a:bodyPr>
          <a:lstStyle>
            <a:lvl1pPr lvl="0" rtl="0">
              <a:spcBef>
                <a:spcPts val="0"/>
              </a:spcBef>
              <a:spcAft>
                <a:spcPts val="0"/>
              </a:spcAft>
              <a:buSzPts val="34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1070" name="Google Shape;1070;p93"/>
          <p:cNvSpPr/>
          <p:nvPr/>
        </p:nvSpPr>
        <p:spPr>
          <a:xfrm>
            <a:off x="2895502" y="1745988"/>
            <a:ext cx="627000" cy="627000"/>
          </a:xfrm>
          <a:prstGeom prst="roundRect">
            <a:avLst>
              <a:gd name="adj" fmla="val 22637"/>
            </a:avLst>
          </a:prstGeom>
          <a:solidFill>
            <a:schemeClr val="accent2"/>
          </a:solidFill>
          <a:ln>
            <a:noFill/>
          </a:ln>
        </p:spPr>
        <p:txBody>
          <a:bodyPr spcFirstLastPara="1" wrap="square" lIns="0" tIns="0" rIns="0" bIns="0" anchor="ctr" anchorCtr="0">
            <a:noAutofit/>
          </a:bodyPr>
          <a:lstStyle/>
          <a:p>
            <a:pPr marL="0" lvl="0" indent="0" algn="ctr" rtl="0">
              <a:spcBef>
                <a:spcPts val="0"/>
              </a:spcBef>
              <a:spcAft>
                <a:spcPts val="0"/>
              </a:spcAft>
              <a:buNone/>
            </a:pPr>
            <a:endParaRPr sz="800" b="1">
              <a:solidFill>
                <a:srgbClr val="FFFFFF"/>
              </a:solidFill>
              <a:latin typeface="IBM Plex Sans"/>
              <a:ea typeface="IBM Plex Sans"/>
              <a:cs typeface="IBM Plex Sans"/>
              <a:sym typeface="IBM Plex Sans"/>
            </a:endParaRPr>
          </a:p>
        </p:txBody>
      </p:sp>
      <p:sp>
        <p:nvSpPr>
          <p:cNvPr id="1071" name="Google Shape;1071;p93"/>
          <p:cNvSpPr/>
          <p:nvPr/>
        </p:nvSpPr>
        <p:spPr>
          <a:xfrm>
            <a:off x="2895501" y="3872838"/>
            <a:ext cx="627000" cy="627000"/>
          </a:xfrm>
          <a:prstGeom prst="roundRect">
            <a:avLst>
              <a:gd name="adj" fmla="val 50000"/>
            </a:avLst>
          </a:prstGeom>
          <a:solidFill>
            <a:schemeClr val="accent5"/>
          </a:solidFill>
          <a:ln>
            <a:noFill/>
          </a:ln>
        </p:spPr>
        <p:txBody>
          <a:bodyPr spcFirstLastPara="1" wrap="square" lIns="0" tIns="0" rIns="0" bIns="0" anchor="ctr" anchorCtr="0">
            <a:noAutofit/>
          </a:bodyPr>
          <a:lstStyle/>
          <a:p>
            <a:pPr marL="0" lvl="0" indent="0" algn="ctr" rtl="0">
              <a:spcBef>
                <a:spcPts val="0"/>
              </a:spcBef>
              <a:spcAft>
                <a:spcPts val="0"/>
              </a:spcAft>
              <a:buNone/>
            </a:pPr>
            <a:endParaRPr sz="800" b="1">
              <a:solidFill>
                <a:srgbClr val="FFFFFF"/>
              </a:solidFill>
              <a:latin typeface="IBM Plex Sans"/>
              <a:ea typeface="IBM Plex Sans"/>
              <a:cs typeface="IBM Plex Sans"/>
              <a:sym typeface="IBM Plex Sans"/>
            </a:endParaRPr>
          </a:p>
        </p:txBody>
      </p:sp>
      <p:sp>
        <p:nvSpPr>
          <p:cNvPr id="1072" name="Google Shape;1072;p93"/>
          <p:cNvSpPr/>
          <p:nvPr/>
        </p:nvSpPr>
        <p:spPr>
          <a:xfrm rot="-2700000">
            <a:off x="2946928" y="2870652"/>
            <a:ext cx="507844" cy="504450"/>
          </a:xfrm>
          <a:prstGeom prst="roundRect">
            <a:avLst>
              <a:gd name="adj" fmla="val 5808"/>
            </a:avLst>
          </a:prstGeom>
          <a:solidFill>
            <a:schemeClr val="accent6"/>
          </a:solidFill>
          <a:ln>
            <a:noFill/>
          </a:ln>
        </p:spPr>
        <p:txBody>
          <a:bodyPr spcFirstLastPara="1" wrap="square" lIns="0" tIns="0" rIns="0" bIns="0" anchor="ctr" anchorCtr="0">
            <a:noAutofit/>
          </a:bodyPr>
          <a:lstStyle/>
          <a:p>
            <a:pPr marL="0" lvl="0" indent="0" algn="ctr" rtl="0">
              <a:spcBef>
                <a:spcPts val="0"/>
              </a:spcBef>
              <a:spcAft>
                <a:spcPts val="0"/>
              </a:spcAft>
              <a:buNone/>
            </a:pPr>
            <a:endParaRPr sz="800" b="1">
              <a:solidFill>
                <a:srgbClr val="FFFFFF"/>
              </a:solidFill>
              <a:latin typeface="IBM Plex Sans"/>
              <a:ea typeface="IBM Plex Sans"/>
              <a:cs typeface="IBM Plex Sans"/>
              <a:sym typeface="IBM Plex Sans"/>
            </a:endParaRPr>
          </a:p>
        </p:txBody>
      </p:sp>
      <p:sp>
        <p:nvSpPr>
          <p:cNvPr id="1073" name="Google Shape;1073;p93"/>
          <p:cNvSpPr/>
          <p:nvPr/>
        </p:nvSpPr>
        <p:spPr>
          <a:xfrm>
            <a:off x="2895501" y="643663"/>
            <a:ext cx="627000" cy="627000"/>
          </a:xfrm>
          <a:prstGeom prst="roundRect">
            <a:avLst>
              <a:gd name="adj" fmla="val 50000"/>
            </a:avLst>
          </a:prstGeom>
          <a:solidFill>
            <a:schemeClr val="accent1"/>
          </a:solidFill>
          <a:ln>
            <a:noFill/>
          </a:ln>
        </p:spPr>
        <p:txBody>
          <a:bodyPr spcFirstLastPara="1" wrap="square" lIns="0" tIns="0" rIns="0" bIns="0" anchor="ctr" anchorCtr="0">
            <a:noAutofit/>
          </a:bodyPr>
          <a:lstStyle/>
          <a:p>
            <a:pPr marL="0" lvl="0" indent="0" algn="ctr" rtl="0">
              <a:spcBef>
                <a:spcPts val="0"/>
              </a:spcBef>
              <a:spcAft>
                <a:spcPts val="0"/>
              </a:spcAft>
              <a:buNone/>
            </a:pPr>
            <a:endParaRPr sz="800" b="1">
              <a:solidFill>
                <a:srgbClr val="FFFFFF"/>
              </a:solidFill>
              <a:latin typeface="IBM Plex Sans"/>
              <a:ea typeface="IBM Plex Sans"/>
              <a:cs typeface="IBM Plex Sans"/>
              <a:sym typeface="IBM Plex Sans"/>
            </a:endParaRPr>
          </a:p>
        </p:txBody>
      </p:sp>
      <p:sp>
        <p:nvSpPr>
          <p:cNvPr id="1074" name="Google Shape;1074;p93"/>
          <p:cNvSpPr txBox="1">
            <a:spLocks noGrp="1"/>
          </p:cNvSpPr>
          <p:nvPr>
            <p:ph type="subTitle" idx="1"/>
          </p:nvPr>
        </p:nvSpPr>
        <p:spPr>
          <a:xfrm>
            <a:off x="3742200" y="783013"/>
            <a:ext cx="4944600" cy="348300"/>
          </a:xfrm>
          <a:prstGeom prst="rect">
            <a:avLst/>
          </a:prstGeom>
        </p:spPr>
        <p:txBody>
          <a:bodyPr spcFirstLastPara="1" wrap="square" lIns="0" tIns="0" rIns="0" bIns="0" anchor="ctr" anchorCtr="0">
            <a:normAutofit/>
          </a:bodyPr>
          <a:lstStyle>
            <a:lvl1pPr lvl="0" rtl="0">
              <a:lnSpc>
                <a:spcPct val="100000"/>
              </a:lnSpc>
              <a:spcBef>
                <a:spcPts val="0"/>
              </a:spcBef>
              <a:spcAft>
                <a:spcPts val="0"/>
              </a:spcAft>
              <a:buClr>
                <a:schemeClr val="lt2"/>
              </a:buClr>
              <a:buSzPts val="2000"/>
              <a:buFont typeface="IBM Plex Sans Medium"/>
              <a:buNone/>
              <a:defRPr sz="2000">
                <a:solidFill>
                  <a:schemeClr val="lt2"/>
                </a:solidFill>
                <a:latin typeface="IBM Plex Sans Medium"/>
                <a:ea typeface="IBM Plex Sans Medium"/>
                <a:cs typeface="IBM Plex Sans Medium"/>
                <a:sym typeface="IBM Plex Sans Medium"/>
              </a:defRPr>
            </a:lvl1pPr>
            <a:lvl2pPr lvl="1" rtl="0">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2pPr>
            <a:lvl3pPr lvl="2" rtl="0">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3pPr>
            <a:lvl4pPr lvl="3" rtl="0">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4pPr>
            <a:lvl5pPr lvl="4" rtl="0">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5pPr>
            <a:lvl6pPr lvl="5" rtl="0">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6pPr>
            <a:lvl7pPr lvl="6" rtl="0">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7pPr>
            <a:lvl8pPr lvl="7" rtl="0">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8pPr>
            <a:lvl9pPr lvl="8" rtl="0">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9pPr>
          </a:lstStyle>
          <a:p>
            <a:endParaRPr/>
          </a:p>
        </p:txBody>
      </p:sp>
      <p:sp>
        <p:nvSpPr>
          <p:cNvPr id="1075" name="Google Shape;1075;p93"/>
          <p:cNvSpPr txBox="1">
            <a:spLocks noGrp="1"/>
          </p:cNvSpPr>
          <p:nvPr>
            <p:ph type="subTitle" idx="2"/>
          </p:nvPr>
        </p:nvSpPr>
        <p:spPr>
          <a:xfrm>
            <a:off x="3742200" y="1885338"/>
            <a:ext cx="4944600" cy="348300"/>
          </a:xfrm>
          <a:prstGeom prst="rect">
            <a:avLst/>
          </a:prstGeom>
        </p:spPr>
        <p:txBody>
          <a:bodyPr spcFirstLastPara="1" wrap="square" lIns="0" tIns="0" rIns="0" bIns="0" anchor="ctr" anchorCtr="0">
            <a:normAutofit/>
          </a:bodyPr>
          <a:lstStyle>
            <a:lvl1pPr lvl="0" rtl="0">
              <a:lnSpc>
                <a:spcPct val="100000"/>
              </a:lnSpc>
              <a:spcBef>
                <a:spcPts val="0"/>
              </a:spcBef>
              <a:spcAft>
                <a:spcPts val="0"/>
              </a:spcAft>
              <a:buClr>
                <a:schemeClr val="lt2"/>
              </a:buClr>
              <a:buSzPts val="2000"/>
              <a:buFont typeface="IBM Plex Sans Medium"/>
              <a:buNone/>
              <a:defRPr sz="2000">
                <a:solidFill>
                  <a:schemeClr val="lt2"/>
                </a:solidFill>
                <a:latin typeface="IBM Plex Sans Medium"/>
                <a:ea typeface="IBM Plex Sans Medium"/>
                <a:cs typeface="IBM Plex Sans Medium"/>
                <a:sym typeface="IBM Plex Sans Medium"/>
              </a:defRPr>
            </a:lvl1pPr>
            <a:lvl2pPr lvl="1" rtl="0">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2pPr>
            <a:lvl3pPr lvl="2" rtl="0">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3pPr>
            <a:lvl4pPr lvl="3" rtl="0">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4pPr>
            <a:lvl5pPr lvl="4" rtl="0">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5pPr>
            <a:lvl6pPr lvl="5" rtl="0">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6pPr>
            <a:lvl7pPr lvl="6" rtl="0">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7pPr>
            <a:lvl8pPr lvl="7" rtl="0">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8pPr>
            <a:lvl9pPr lvl="8" rtl="0">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9pPr>
          </a:lstStyle>
          <a:p>
            <a:endParaRPr/>
          </a:p>
        </p:txBody>
      </p:sp>
      <p:sp>
        <p:nvSpPr>
          <p:cNvPr id="1076" name="Google Shape;1076;p93"/>
          <p:cNvSpPr txBox="1">
            <a:spLocks noGrp="1"/>
          </p:cNvSpPr>
          <p:nvPr>
            <p:ph type="subTitle" idx="3"/>
          </p:nvPr>
        </p:nvSpPr>
        <p:spPr>
          <a:xfrm>
            <a:off x="3742200" y="2948738"/>
            <a:ext cx="4944600" cy="348300"/>
          </a:xfrm>
          <a:prstGeom prst="rect">
            <a:avLst/>
          </a:prstGeom>
        </p:spPr>
        <p:txBody>
          <a:bodyPr spcFirstLastPara="1" wrap="square" lIns="0" tIns="0" rIns="0" bIns="0" anchor="ctr" anchorCtr="0">
            <a:normAutofit/>
          </a:bodyPr>
          <a:lstStyle>
            <a:lvl1pPr lvl="0" rtl="0">
              <a:lnSpc>
                <a:spcPct val="100000"/>
              </a:lnSpc>
              <a:spcBef>
                <a:spcPts val="0"/>
              </a:spcBef>
              <a:spcAft>
                <a:spcPts val="0"/>
              </a:spcAft>
              <a:buClr>
                <a:schemeClr val="lt2"/>
              </a:buClr>
              <a:buSzPts val="2000"/>
              <a:buFont typeface="IBM Plex Sans Medium"/>
              <a:buNone/>
              <a:defRPr sz="2000">
                <a:solidFill>
                  <a:schemeClr val="lt2"/>
                </a:solidFill>
                <a:latin typeface="IBM Plex Sans Medium"/>
                <a:ea typeface="IBM Plex Sans Medium"/>
                <a:cs typeface="IBM Plex Sans Medium"/>
                <a:sym typeface="IBM Plex Sans Medium"/>
              </a:defRPr>
            </a:lvl1pPr>
            <a:lvl2pPr lvl="1" rtl="0">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2pPr>
            <a:lvl3pPr lvl="2" rtl="0">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3pPr>
            <a:lvl4pPr lvl="3" rtl="0">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4pPr>
            <a:lvl5pPr lvl="4" rtl="0">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5pPr>
            <a:lvl6pPr lvl="5" rtl="0">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6pPr>
            <a:lvl7pPr lvl="6" rtl="0">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7pPr>
            <a:lvl8pPr lvl="7" rtl="0">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8pPr>
            <a:lvl9pPr lvl="8" rtl="0">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9pPr>
          </a:lstStyle>
          <a:p>
            <a:endParaRPr/>
          </a:p>
        </p:txBody>
      </p:sp>
      <p:sp>
        <p:nvSpPr>
          <p:cNvPr id="1077" name="Google Shape;1077;p93"/>
          <p:cNvSpPr txBox="1">
            <a:spLocks noGrp="1"/>
          </p:cNvSpPr>
          <p:nvPr>
            <p:ph type="subTitle" idx="4"/>
          </p:nvPr>
        </p:nvSpPr>
        <p:spPr>
          <a:xfrm>
            <a:off x="3742200" y="4012188"/>
            <a:ext cx="4944600" cy="348300"/>
          </a:xfrm>
          <a:prstGeom prst="rect">
            <a:avLst/>
          </a:prstGeom>
        </p:spPr>
        <p:txBody>
          <a:bodyPr spcFirstLastPara="1" wrap="square" lIns="0" tIns="0" rIns="0" bIns="0" anchor="ctr" anchorCtr="0">
            <a:normAutofit/>
          </a:bodyPr>
          <a:lstStyle>
            <a:lvl1pPr lvl="0" rtl="0">
              <a:lnSpc>
                <a:spcPct val="100000"/>
              </a:lnSpc>
              <a:spcBef>
                <a:spcPts val="0"/>
              </a:spcBef>
              <a:spcAft>
                <a:spcPts val="0"/>
              </a:spcAft>
              <a:buClr>
                <a:schemeClr val="lt2"/>
              </a:buClr>
              <a:buSzPts val="2000"/>
              <a:buFont typeface="IBM Plex Sans Medium"/>
              <a:buNone/>
              <a:defRPr sz="2000">
                <a:solidFill>
                  <a:schemeClr val="lt2"/>
                </a:solidFill>
                <a:latin typeface="IBM Plex Sans Medium"/>
                <a:ea typeface="IBM Plex Sans Medium"/>
                <a:cs typeface="IBM Plex Sans Medium"/>
                <a:sym typeface="IBM Plex Sans Medium"/>
              </a:defRPr>
            </a:lvl1pPr>
            <a:lvl2pPr lvl="1" rtl="0">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2pPr>
            <a:lvl3pPr lvl="2" rtl="0">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3pPr>
            <a:lvl4pPr lvl="3" rtl="0">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4pPr>
            <a:lvl5pPr lvl="4" rtl="0">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5pPr>
            <a:lvl6pPr lvl="5" rtl="0">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6pPr>
            <a:lvl7pPr lvl="6" rtl="0">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7pPr>
            <a:lvl8pPr lvl="7" rtl="0">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8pPr>
            <a:lvl9pPr lvl="8" rtl="0">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9pPr>
          </a:lstStyle>
          <a:p>
            <a:endParaRPr/>
          </a:p>
        </p:txBody>
      </p:sp>
    </p:spTree>
  </p:cSld>
  <p:clrMapOvr>
    <a:masterClrMapping/>
  </p:clrMapOvr>
  <p:extLst>
    <p:ext uri="{DCECCB84-F9BA-43D5-87BE-67443E8EF086}">
      <p15:sldGuideLst xmlns:p15="http://schemas.microsoft.com/office/powerpoint/2012/main">
        <p15:guide id="1" pos="1872">
          <p15:clr>
            <a:srgbClr val="FA7B17"/>
          </p15:clr>
        </p15:guide>
        <p15:guide id="2" pos="2016">
          <p15:clr>
            <a:srgbClr val="FA7B17"/>
          </p15:clr>
        </p15:guide>
      </p15:sldGuideLst>
    </p:ext>
  </p:extLst>
</p:sldLayout>
</file>

<file path=ppt/slideLayouts/slideLayout92.xml><?xml version="1.0" encoding="utf-8"?>
<p:sldLayout xmlns:a="http://schemas.openxmlformats.org/drawingml/2006/main" xmlns:r="http://schemas.openxmlformats.org/officeDocument/2006/relationships" xmlns:p="http://schemas.openxmlformats.org/presentationml/2006/main" matchingName="TOC - 5 Items">
  <p:cSld name="TITLE_ONLY_1_3_2">
    <p:bg>
      <p:bgPr>
        <a:solidFill>
          <a:schemeClr val="dk1"/>
        </a:solidFill>
        <a:effectLst/>
      </p:bgPr>
    </p:bg>
    <p:spTree>
      <p:nvGrpSpPr>
        <p:cNvPr id="1" name="Shape 1078"/>
        <p:cNvGrpSpPr/>
        <p:nvPr/>
      </p:nvGrpSpPr>
      <p:grpSpPr>
        <a:xfrm>
          <a:off x="0" y="0"/>
          <a:ext cx="0" cy="0"/>
          <a:chOff x="0" y="0"/>
          <a:chExt cx="0" cy="0"/>
        </a:xfrm>
      </p:grpSpPr>
      <p:pic>
        <p:nvPicPr>
          <p:cNvPr id="1079" name="Google Shape;1079;p94"/>
          <p:cNvPicPr preferRelativeResize="0"/>
          <p:nvPr/>
        </p:nvPicPr>
        <p:blipFill>
          <a:blip r:embed="rId2">
            <a:alphaModFix/>
          </a:blip>
          <a:stretch>
            <a:fillRect/>
          </a:stretch>
        </p:blipFill>
        <p:spPr>
          <a:xfrm>
            <a:off x="8544859" y="62003"/>
            <a:ext cx="599140" cy="599141"/>
          </a:xfrm>
          <a:prstGeom prst="rect">
            <a:avLst/>
          </a:prstGeom>
          <a:noFill/>
          <a:ln>
            <a:noFill/>
          </a:ln>
        </p:spPr>
      </p:pic>
      <p:sp>
        <p:nvSpPr>
          <p:cNvPr id="1080" name="Google Shape;1080;p94"/>
          <p:cNvSpPr/>
          <p:nvPr/>
        </p:nvSpPr>
        <p:spPr>
          <a:xfrm>
            <a:off x="0" y="-8975"/>
            <a:ext cx="3200400" cy="5152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1" name="Google Shape;1081;p94"/>
          <p:cNvSpPr txBox="1">
            <a:spLocks noGrp="1"/>
          </p:cNvSpPr>
          <p:nvPr>
            <p:ph type="title"/>
          </p:nvPr>
        </p:nvSpPr>
        <p:spPr>
          <a:xfrm>
            <a:off x="457200" y="1753225"/>
            <a:ext cx="2273400" cy="1619100"/>
          </a:xfrm>
          <a:prstGeom prst="rect">
            <a:avLst/>
          </a:prstGeom>
        </p:spPr>
        <p:txBody>
          <a:bodyPr spcFirstLastPara="1" wrap="square" lIns="0" tIns="0" rIns="0" bIns="0" anchor="ctr" anchorCtr="0">
            <a:normAutofit/>
          </a:bodyPr>
          <a:lstStyle>
            <a:lvl1pPr lvl="0" rtl="0">
              <a:spcBef>
                <a:spcPts val="0"/>
              </a:spcBef>
              <a:spcAft>
                <a:spcPts val="0"/>
              </a:spcAft>
              <a:buSzPts val="34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1082" name="Google Shape;1082;p94"/>
          <p:cNvSpPr/>
          <p:nvPr/>
        </p:nvSpPr>
        <p:spPr>
          <a:xfrm>
            <a:off x="2934187" y="1334962"/>
            <a:ext cx="548700" cy="548700"/>
          </a:xfrm>
          <a:prstGeom prst="roundRect">
            <a:avLst>
              <a:gd name="adj" fmla="val 22637"/>
            </a:avLst>
          </a:prstGeom>
          <a:solidFill>
            <a:schemeClr val="accent2"/>
          </a:solidFill>
          <a:ln>
            <a:noFill/>
          </a:ln>
        </p:spPr>
        <p:txBody>
          <a:bodyPr spcFirstLastPara="1" wrap="square" lIns="0" tIns="0" rIns="0" bIns="0" anchor="ctr" anchorCtr="0">
            <a:noAutofit/>
          </a:bodyPr>
          <a:lstStyle/>
          <a:p>
            <a:pPr marL="0" lvl="0" indent="0" algn="ctr" rtl="0">
              <a:spcBef>
                <a:spcPts val="0"/>
              </a:spcBef>
              <a:spcAft>
                <a:spcPts val="0"/>
              </a:spcAft>
              <a:buNone/>
            </a:pPr>
            <a:endParaRPr sz="800" b="1">
              <a:solidFill>
                <a:srgbClr val="FFFFFF"/>
              </a:solidFill>
              <a:latin typeface="IBM Plex Sans"/>
              <a:ea typeface="IBM Plex Sans"/>
              <a:cs typeface="IBM Plex Sans"/>
              <a:sym typeface="IBM Plex Sans"/>
            </a:endParaRPr>
          </a:p>
        </p:txBody>
      </p:sp>
      <p:sp>
        <p:nvSpPr>
          <p:cNvPr id="1083" name="Google Shape;1083;p94"/>
          <p:cNvSpPr/>
          <p:nvPr/>
        </p:nvSpPr>
        <p:spPr>
          <a:xfrm rot="-2700000">
            <a:off x="2965546" y="2383047"/>
            <a:ext cx="470509" cy="467115"/>
          </a:xfrm>
          <a:prstGeom prst="roundRect">
            <a:avLst>
              <a:gd name="adj" fmla="val 5808"/>
            </a:avLst>
          </a:prstGeom>
          <a:solidFill>
            <a:schemeClr val="accent6"/>
          </a:solidFill>
          <a:ln>
            <a:noFill/>
          </a:ln>
        </p:spPr>
        <p:txBody>
          <a:bodyPr spcFirstLastPara="1" wrap="square" lIns="0" tIns="0" rIns="0" bIns="0" anchor="ctr" anchorCtr="0">
            <a:noAutofit/>
          </a:bodyPr>
          <a:lstStyle/>
          <a:p>
            <a:pPr marL="0" lvl="0" indent="0" algn="ctr" rtl="0">
              <a:spcBef>
                <a:spcPts val="0"/>
              </a:spcBef>
              <a:spcAft>
                <a:spcPts val="0"/>
              </a:spcAft>
              <a:buNone/>
            </a:pPr>
            <a:endParaRPr sz="800" b="1">
              <a:solidFill>
                <a:srgbClr val="FFFFFF"/>
              </a:solidFill>
              <a:latin typeface="IBM Plex Sans"/>
              <a:ea typeface="IBM Plex Sans"/>
              <a:cs typeface="IBM Plex Sans"/>
              <a:sym typeface="IBM Plex Sans"/>
            </a:endParaRPr>
          </a:p>
        </p:txBody>
      </p:sp>
      <p:sp>
        <p:nvSpPr>
          <p:cNvPr id="1084" name="Google Shape;1084;p94"/>
          <p:cNvSpPr/>
          <p:nvPr/>
        </p:nvSpPr>
        <p:spPr>
          <a:xfrm>
            <a:off x="2915433" y="308910"/>
            <a:ext cx="586200" cy="586200"/>
          </a:xfrm>
          <a:prstGeom prst="roundRect">
            <a:avLst>
              <a:gd name="adj" fmla="val 50000"/>
            </a:avLst>
          </a:prstGeom>
          <a:solidFill>
            <a:schemeClr val="accent1"/>
          </a:solidFill>
          <a:ln>
            <a:noFill/>
          </a:ln>
        </p:spPr>
        <p:txBody>
          <a:bodyPr spcFirstLastPara="1" wrap="square" lIns="0" tIns="0" rIns="0" bIns="0" anchor="ctr" anchorCtr="0">
            <a:noAutofit/>
          </a:bodyPr>
          <a:lstStyle/>
          <a:p>
            <a:pPr marL="0" lvl="0" indent="0" algn="ctr" rtl="0">
              <a:spcBef>
                <a:spcPts val="0"/>
              </a:spcBef>
              <a:spcAft>
                <a:spcPts val="0"/>
              </a:spcAft>
              <a:buNone/>
            </a:pPr>
            <a:endParaRPr sz="800" b="1">
              <a:solidFill>
                <a:srgbClr val="FFFFFF"/>
              </a:solidFill>
              <a:latin typeface="IBM Plex Sans"/>
              <a:ea typeface="IBM Plex Sans"/>
              <a:cs typeface="IBM Plex Sans"/>
              <a:sym typeface="IBM Plex Sans"/>
            </a:endParaRPr>
          </a:p>
        </p:txBody>
      </p:sp>
      <p:sp>
        <p:nvSpPr>
          <p:cNvPr id="1085" name="Google Shape;1085;p94"/>
          <p:cNvSpPr txBox="1">
            <a:spLocks noGrp="1"/>
          </p:cNvSpPr>
          <p:nvPr>
            <p:ph type="subTitle" idx="1"/>
          </p:nvPr>
        </p:nvSpPr>
        <p:spPr>
          <a:xfrm>
            <a:off x="3742200" y="427838"/>
            <a:ext cx="4944600" cy="348300"/>
          </a:xfrm>
          <a:prstGeom prst="rect">
            <a:avLst/>
          </a:prstGeom>
        </p:spPr>
        <p:txBody>
          <a:bodyPr spcFirstLastPara="1" wrap="square" lIns="0" tIns="0" rIns="0" bIns="0" anchor="ctr" anchorCtr="0">
            <a:normAutofit/>
          </a:bodyPr>
          <a:lstStyle>
            <a:lvl1pPr lvl="0" rtl="0">
              <a:lnSpc>
                <a:spcPct val="100000"/>
              </a:lnSpc>
              <a:spcBef>
                <a:spcPts val="0"/>
              </a:spcBef>
              <a:spcAft>
                <a:spcPts val="0"/>
              </a:spcAft>
              <a:buClr>
                <a:schemeClr val="lt2"/>
              </a:buClr>
              <a:buSzPts val="1800"/>
              <a:buFont typeface="IBM Plex Sans Medium"/>
              <a:buNone/>
              <a:defRPr sz="1800">
                <a:solidFill>
                  <a:schemeClr val="lt2"/>
                </a:solidFill>
                <a:latin typeface="IBM Plex Sans Medium"/>
                <a:ea typeface="IBM Plex Sans Medium"/>
                <a:cs typeface="IBM Plex Sans Medium"/>
                <a:sym typeface="IBM Plex Sans Medium"/>
              </a:defRPr>
            </a:lvl1pPr>
            <a:lvl2pPr lvl="1" rtl="0">
              <a:lnSpc>
                <a:spcPct val="100000"/>
              </a:lnSpc>
              <a:spcBef>
                <a:spcPts val="0"/>
              </a:spcBef>
              <a:spcAft>
                <a:spcPts val="0"/>
              </a:spcAft>
              <a:buSzPts val="1800"/>
              <a:buFont typeface="IBM Plex Sans Medium"/>
              <a:buNone/>
              <a:defRPr sz="1800">
                <a:latin typeface="IBM Plex Sans Medium"/>
                <a:ea typeface="IBM Plex Sans Medium"/>
                <a:cs typeface="IBM Plex Sans Medium"/>
                <a:sym typeface="IBM Plex Sans Medium"/>
              </a:defRPr>
            </a:lvl2pPr>
            <a:lvl3pPr lvl="2" rtl="0">
              <a:lnSpc>
                <a:spcPct val="100000"/>
              </a:lnSpc>
              <a:spcBef>
                <a:spcPts val="0"/>
              </a:spcBef>
              <a:spcAft>
                <a:spcPts val="0"/>
              </a:spcAft>
              <a:buSzPts val="1800"/>
              <a:buFont typeface="IBM Plex Sans Medium"/>
              <a:buNone/>
              <a:defRPr sz="1800">
                <a:latin typeface="IBM Plex Sans Medium"/>
                <a:ea typeface="IBM Plex Sans Medium"/>
                <a:cs typeface="IBM Plex Sans Medium"/>
                <a:sym typeface="IBM Plex Sans Medium"/>
              </a:defRPr>
            </a:lvl3pPr>
            <a:lvl4pPr lvl="3" rtl="0">
              <a:lnSpc>
                <a:spcPct val="100000"/>
              </a:lnSpc>
              <a:spcBef>
                <a:spcPts val="0"/>
              </a:spcBef>
              <a:spcAft>
                <a:spcPts val="0"/>
              </a:spcAft>
              <a:buSzPts val="1800"/>
              <a:buFont typeface="IBM Plex Sans Medium"/>
              <a:buNone/>
              <a:defRPr sz="1800">
                <a:latin typeface="IBM Plex Sans Medium"/>
                <a:ea typeface="IBM Plex Sans Medium"/>
                <a:cs typeface="IBM Plex Sans Medium"/>
                <a:sym typeface="IBM Plex Sans Medium"/>
              </a:defRPr>
            </a:lvl4pPr>
            <a:lvl5pPr lvl="4" rtl="0">
              <a:lnSpc>
                <a:spcPct val="100000"/>
              </a:lnSpc>
              <a:spcBef>
                <a:spcPts val="0"/>
              </a:spcBef>
              <a:spcAft>
                <a:spcPts val="0"/>
              </a:spcAft>
              <a:buSzPts val="1800"/>
              <a:buFont typeface="IBM Plex Sans Medium"/>
              <a:buNone/>
              <a:defRPr sz="1800">
                <a:latin typeface="IBM Plex Sans Medium"/>
                <a:ea typeface="IBM Plex Sans Medium"/>
                <a:cs typeface="IBM Plex Sans Medium"/>
                <a:sym typeface="IBM Plex Sans Medium"/>
              </a:defRPr>
            </a:lvl5pPr>
            <a:lvl6pPr lvl="5" rtl="0">
              <a:lnSpc>
                <a:spcPct val="100000"/>
              </a:lnSpc>
              <a:spcBef>
                <a:spcPts val="0"/>
              </a:spcBef>
              <a:spcAft>
                <a:spcPts val="0"/>
              </a:spcAft>
              <a:buSzPts val="1800"/>
              <a:buFont typeface="IBM Plex Sans Medium"/>
              <a:buNone/>
              <a:defRPr sz="1800">
                <a:latin typeface="IBM Plex Sans Medium"/>
                <a:ea typeface="IBM Plex Sans Medium"/>
                <a:cs typeface="IBM Plex Sans Medium"/>
                <a:sym typeface="IBM Plex Sans Medium"/>
              </a:defRPr>
            </a:lvl6pPr>
            <a:lvl7pPr lvl="6" rtl="0">
              <a:lnSpc>
                <a:spcPct val="100000"/>
              </a:lnSpc>
              <a:spcBef>
                <a:spcPts val="0"/>
              </a:spcBef>
              <a:spcAft>
                <a:spcPts val="0"/>
              </a:spcAft>
              <a:buSzPts val="1800"/>
              <a:buFont typeface="IBM Plex Sans Medium"/>
              <a:buNone/>
              <a:defRPr sz="1800">
                <a:latin typeface="IBM Plex Sans Medium"/>
                <a:ea typeface="IBM Plex Sans Medium"/>
                <a:cs typeface="IBM Plex Sans Medium"/>
                <a:sym typeface="IBM Plex Sans Medium"/>
              </a:defRPr>
            </a:lvl7pPr>
            <a:lvl8pPr lvl="7" rtl="0">
              <a:lnSpc>
                <a:spcPct val="100000"/>
              </a:lnSpc>
              <a:spcBef>
                <a:spcPts val="0"/>
              </a:spcBef>
              <a:spcAft>
                <a:spcPts val="0"/>
              </a:spcAft>
              <a:buSzPts val="1800"/>
              <a:buFont typeface="IBM Plex Sans Medium"/>
              <a:buNone/>
              <a:defRPr sz="1800">
                <a:latin typeface="IBM Plex Sans Medium"/>
                <a:ea typeface="IBM Plex Sans Medium"/>
                <a:cs typeface="IBM Plex Sans Medium"/>
                <a:sym typeface="IBM Plex Sans Medium"/>
              </a:defRPr>
            </a:lvl8pPr>
            <a:lvl9pPr lvl="8" rtl="0">
              <a:lnSpc>
                <a:spcPct val="100000"/>
              </a:lnSpc>
              <a:spcBef>
                <a:spcPts val="0"/>
              </a:spcBef>
              <a:spcAft>
                <a:spcPts val="0"/>
              </a:spcAft>
              <a:buSzPts val="1800"/>
              <a:buFont typeface="IBM Plex Sans Medium"/>
              <a:buNone/>
              <a:defRPr sz="1800">
                <a:latin typeface="IBM Plex Sans Medium"/>
                <a:ea typeface="IBM Plex Sans Medium"/>
                <a:cs typeface="IBM Plex Sans Medium"/>
                <a:sym typeface="IBM Plex Sans Medium"/>
              </a:defRPr>
            </a:lvl9pPr>
          </a:lstStyle>
          <a:p>
            <a:endParaRPr/>
          </a:p>
        </p:txBody>
      </p:sp>
      <p:sp>
        <p:nvSpPr>
          <p:cNvPr id="1086" name="Google Shape;1086;p94"/>
          <p:cNvSpPr txBox="1">
            <a:spLocks noGrp="1"/>
          </p:cNvSpPr>
          <p:nvPr>
            <p:ph type="subTitle" idx="2"/>
          </p:nvPr>
        </p:nvSpPr>
        <p:spPr>
          <a:xfrm>
            <a:off x="3742200" y="1435151"/>
            <a:ext cx="4944600" cy="348300"/>
          </a:xfrm>
          <a:prstGeom prst="rect">
            <a:avLst/>
          </a:prstGeom>
        </p:spPr>
        <p:txBody>
          <a:bodyPr spcFirstLastPara="1" wrap="square" lIns="0" tIns="0" rIns="0" bIns="0" anchor="ctr" anchorCtr="0">
            <a:normAutofit/>
          </a:bodyPr>
          <a:lstStyle>
            <a:lvl1pPr lvl="0" rtl="0">
              <a:lnSpc>
                <a:spcPct val="100000"/>
              </a:lnSpc>
              <a:spcBef>
                <a:spcPts val="0"/>
              </a:spcBef>
              <a:spcAft>
                <a:spcPts val="0"/>
              </a:spcAft>
              <a:buClr>
                <a:schemeClr val="lt2"/>
              </a:buClr>
              <a:buSzPts val="1800"/>
              <a:buFont typeface="IBM Plex Sans Medium"/>
              <a:buNone/>
              <a:defRPr sz="1800">
                <a:solidFill>
                  <a:schemeClr val="lt2"/>
                </a:solidFill>
                <a:latin typeface="IBM Plex Sans Medium"/>
                <a:ea typeface="IBM Plex Sans Medium"/>
                <a:cs typeface="IBM Plex Sans Medium"/>
                <a:sym typeface="IBM Plex Sans Medium"/>
              </a:defRPr>
            </a:lvl1pPr>
            <a:lvl2pPr lvl="1" rtl="0">
              <a:lnSpc>
                <a:spcPct val="100000"/>
              </a:lnSpc>
              <a:spcBef>
                <a:spcPts val="0"/>
              </a:spcBef>
              <a:spcAft>
                <a:spcPts val="0"/>
              </a:spcAft>
              <a:buSzPts val="1800"/>
              <a:buFont typeface="IBM Plex Sans Medium"/>
              <a:buNone/>
              <a:defRPr sz="1800">
                <a:latin typeface="IBM Plex Sans Medium"/>
                <a:ea typeface="IBM Plex Sans Medium"/>
                <a:cs typeface="IBM Plex Sans Medium"/>
                <a:sym typeface="IBM Plex Sans Medium"/>
              </a:defRPr>
            </a:lvl2pPr>
            <a:lvl3pPr lvl="2" rtl="0">
              <a:lnSpc>
                <a:spcPct val="100000"/>
              </a:lnSpc>
              <a:spcBef>
                <a:spcPts val="0"/>
              </a:spcBef>
              <a:spcAft>
                <a:spcPts val="0"/>
              </a:spcAft>
              <a:buSzPts val="1800"/>
              <a:buFont typeface="IBM Plex Sans Medium"/>
              <a:buNone/>
              <a:defRPr sz="1800">
                <a:latin typeface="IBM Plex Sans Medium"/>
                <a:ea typeface="IBM Plex Sans Medium"/>
                <a:cs typeface="IBM Plex Sans Medium"/>
                <a:sym typeface="IBM Plex Sans Medium"/>
              </a:defRPr>
            </a:lvl3pPr>
            <a:lvl4pPr lvl="3" rtl="0">
              <a:lnSpc>
                <a:spcPct val="100000"/>
              </a:lnSpc>
              <a:spcBef>
                <a:spcPts val="0"/>
              </a:spcBef>
              <a:spcAft>
                <a:spcPts val="0"/>
              </a:spcAft>
              <a:buSzPts val="1800"/>
              <a:buFont typeface="IBM Plex Sans Medium"/>
              <a:buNone/>
              <a:defRPr sz="1800">
                <a:latin typeface="IBM Plex Sans Medium"/>
                <a:ea typeface="IBM Plex Sans Medium"/>
                <a:cs typeface="IBM Plex Sans Medium"/>
                <a:sym typeface="IBM Plex Sans Medium"/>
              </a:defRPr>
            </a:lvl4pPr>
            <a:lvl5pPr lvl="4" rtl="0">
              <a:lnSpc>
                <a:spcPct val="100000"/>
              </a:lnSpc>
              <a:spcBef>
                <a:spcPts val="0"/>
              </a:spcBef>
              <a:spcAft>
                <a:spcPts val="0"/>
              </a:spcAft>
              <a:buSzPts val="1800"/>
              <a:buFont typeface="IBM Plex Sans Medium"/>
              <a:buNone/>
              <a:defRPr sz="1800">
                <a:latin typeface="IBM Plex Sans Medium"/>
                <a:ea typeface="IBM Plex Sans Medium"/>
                <a:cs typeface="IBM Plex Sans Medium"/>
                <a:sym typeface="IBM Plex Sans Medium"/>
              </a:defRPr>
            </a:lvl5pPr>
            <a:lvl6pPr lvl="5" rtl="0">
              <a:lnSpc>
                <a:spcPct val="100000"/>
              </a:lnSpc>
              <a:spcBef>
                <a:spcPts val="0"/>
              </a:spcBef>
              <a:spcAft>
                <a:spcPts val="0"/>
              </a:spcAft>
              <a:buSzPts val="1800"/>
              <a:buFont typeface="IBM Plex Sans Medium"/>
              <a:buNone/>
              <a:defRPr sz="1800">
                <a:latin typeface="IBM Plex Sans Medium"/>
                <a:ea typeface="IBM Plex Sans Medium"/>
                <a:cs typeface="IBM Plex Sans Medium"/>
                <a:sym typeface="IBM Plex Sans Medium"/>
              </a:defRPr>
            </a:lvl6pPr>
            <a:lvl7pPr lvl="6" rtl="0">
              <a:lnSpc>
                <a:spcPct val="100000"/>
              </a:lnSpc>
              <a:spcBef>
                <a:spcPts val="0"/>
              </a:spcBef>
              <a:spcAft>
                <a:spcPts val="0"/>
              </a:spcAft>
              <a:buSzPts val="1800"/>
              <a:buFont typeface="IBM Plex Sans Medium"/>
              <a:buNone/>
              <a:defRPr sz="1800">
                <a:latin typeface="IBM Plex Sans Medium"/>
                <a:ea typeface="IBM Plex Sans Medium"/>
                <a:cs typeface="IBM Plex Sans Medium"/>
                <a:sym typeface="IBM Plex Sans Medium"/>
              </a:defRPr>
            </a:lvl7pPr>
            <a:lvl8pPr lvl="7" rtl="0">
              <a:lnSpc>
                <a:spcPct val="100000"/>
              </a:lnSpc>
              <a:spcBef>
                <a:spcPts val="0"/>
              </a:spcBef>
              <a:spcAft>
                <a:spcPts val="0"/>
              </a:spcAft>
              <a:buSzPts val="1800"/>
              <a:buFont typeface="IBM Plex Sans Medium"/>
              <a:buNone/>
              <a:defRPr sz="1800">
                <a:latin typeface="IBM Plex Sans Medium"/>
                <a:ea typeface="IBM Plex Sans Medium"/>
                <a:cs typeface="IBM Plex Sans Medium"/>
                <a:sym typeface="IBM Plex Sans Medium"/>
              </a:defRPr>
            </a:lvl8pPr>
            <a:lvl9pPr lvl="8" rtl="0">
              <a:lnSpc>
                <a:spcPct val="100000"/>
              </a:lnSpc>
              <a:spcBef>
                <a:spcPts val="0"/>
              </a:spcBef>
              <a:spcAft>
                <a:spcPts val="0"/>
              </a:spcAft>
              <a:buSzPts val="1800"/>
              <a:buFont typeface="IBM Plex Sans Medium"/>
              <a:buNone/>
              <a:defRPr sz="1800">
                <a:latin typeface="IBM Plex Sans Medium"/>
                <a:ea typeface="IBM Plex Sans Medium"/>
                <a:cs typeface="IBM Plex Sans Medium"/>
                <a:sym typeface="IBM Plex Sans Medium"/>
              </a:defRPr>
            </a:lvl9pPr>
          </a:lstStyle>
          <a:p>
            <a:endParaRPr/>
          </a:p>
        </p:txBody>
      </p:sp>
      <p:sp>
        <p:nvSpPr>
          <p:cNvPr id="1087" name="Google Shape;1087;p94"/>
          <p:cNvSpPr txBox="1">
            <a:spLocks noGrp="1"/>
          </p:cNvSpPr>
          <p:nvPr>
            <p:ph type="subTitle" idx="3"/>
          </p:nvPr>
        </p:nvSpPr>
        <p:spPr>
          <a:xfrm>
            <a:off x="3742200" y="2442463"/>
            <a:ext cx="4944600" cy="348300"/>
          </a:xfrm>
          <a:prstGeom prst="rect">
            <a:avLst/>
          </a:prstGeom>
        </p:spPr>
        <p:txBody>
          <a:bodyPr spcFirstLastPara="1" wrap="square" lIns="0" tIns="0" rIns="0" bIns="0" anchor="ctr" anchorCtr="0">
            <a:normAutofit/>
          </a:bodyPr>
          <a:lstStyle>
            <a:lvl1pPr lvl="0" rtl="0">
              <a:lnSpc>
                <a:spcPct val="100000"/>
              </a:lnSpc>
              <a:spcBef>
                <a:spcPts val="0"/>
              </a:spcBef>
              <a:spcAft>
                <a:spcPts val="0"/>
              </a:spcAft>
              <a:buClr>
                <a:schemeClr val="lt2"/>
              </a:buClr>
              <a:buSzPts val="1800"/>
              <a:buFont typeface="IBM Plex Sans Medium"/>
              <a:buNone/>
              <a:defRPr sz="1800">
                <a:solidFill>
                  <a:schemeClr val="lt2"/>
                </a:solidFill>
                <a:latin typeface="IBM Plex Sans Medium"/>
                <a:ea typeface="IBM Plex Sans Medium"/>
                <a:cs typeface="IBM Plex Sans Medium"/>
                <a:sym typeface="IBM Plex Sans Medium"/>
              </a:defRPr>
            </a:lvl1pPr>
            <a:lvl2pPr lvl="1" rtl="0">
              <a:lnSpc>
                <a:spcPct val="100000"/>
              </a:lnSpc>
              <a:spcBef>
                <a:spcPts val="0"/>
              </a:spcBef>
              <a:spcAft>
                <a:spcPts val="0"/>
              </a:spcAft>
              <a:buSzPts val="1800"/>
              <a:buFont typeface="IBM Plex Sans Medium"/>
              <a:buNone/>
              <a:defRPr sz="1800">
                <a:latin typeface="IBM Plex Sans Medium"/>
                <a:ea typeface="IBM Plex Sans Medium"/>
                <a:cs typeface="IBM Plex Sans Medium"/>
                <a:sym typeface="IBM Plex Sans Medium"/>
              </a:defRPr>
            </a:lvl2pPr>
            <a:lvl3pPr lvl="2" rtl="0">
              <a:lnSpc>
                <a:spcPct val="100000"/>
              </a:lnSpc>
              <a:spcBef>
                <a:spcPts val="0"/>
              </a:spcBef>
              <a:spcAft>
                <a:spcPts val="0"/>
              </a:spcAft>
              <a:buSzPts val="1800"/>
              <a:buFont typeface="IBM Plex Sans Medium"/>
              <a:buNone/>
              <a:defRPr sz="1800">
                <a:latin typeface="IBM Plex Sans Medium"/>
                <a:ea typeface="IBM Plex Sans Medium"/>
                <a:cs typeface="IBM Plex Sans Medium"/>
                <a:sym typeface="IBM Plex Sans Medium"/>
              </a:defRPr>
            </a:lvl3pPr>
            <a:lvl4pPr lvl="3" rtl="0">
              <a:lnSpc>
                <a:spcPct val="100000"/>
              </a:lnSpc>
              <a:spcBef>
                <a:spcPts val="0"/>
              </a:spcBef>
              <a:spcAft>
                <a:spcPts val="0"/>
              </a:spcAft>
              <a:buSzPts val="1800"/>
              <a:buFont typeface="IBM Plex Sans Medium"/>
              <a:buNone/>
              <a:defRPr sz="1800">
                <a:latin typeface="IBM Plex Sans Medium"/>
                <a:ea typeface="IBM Plex Sans Medium"/>
                <a:cs typeface="IBM Plex Sans Medium"/>
                <a:sym typeface="IBM Plex Sans Medium"/>
              </a:defRPr>
            </a:lvl4pPr>
            <a:lvl5pPr lvl="4" rtl="0">
              <a:lnSpc>
                <a:spcPct val="100000"/>
              </a:lnSpc>
              <a:spcBef>
                <a:spcPts val="0"/>
              </a:spcBef>
              <a:spcAft>
                <a:spcPts val="0"/>
              </a:spcAft>
              <a:buSzPts val="1800"/>
              <a:buFont typeface="IBM Plex Sans Medium"/>
              <a:buNone/>
              <a:defRPr sz="1800">
                <a:latin typeface="IBM Plex Sans Medium"/>
                <a:ea typeface="IBM Plex Sans Medium"/>
                <a:cs typeface="IBM Plex Sans Medium"/>
                <a:sym typeface="IBM Plex Sans Medium"/>
              </a:defRPr>
            </a:lvl5pPr>
            <a:lvl6pPr lvl="5" rtl="0">
              <a:lnSpc>
                <a:spcPct val="100000"/>
              </a:lnSpc>
              <a:spcBef>
                <a:spcPts val="0"/>
              </a:spcBef>
              <a:spcAft>
                <a:spcPts val="0"/>
              </a:spcAft>
              <a:buSzPts val="1800"/>
              <a:buFont typeface="IBM Plex Sans Medium"/>
              <a:buNone/>
              <a:defRPr sz="1800">
                <a:latin typeface="IBM Plex Sans Medium"/>
                <a:ea typeface="IBM Plex Sans Medium"/>
                <a:cs typeface="IBM Plex Sans Medium"/>
                <a:sym typeface="IBM Plex Sans Medium"/>
              </a:defRPr>
            </a:lvl6pPr>
            <a:lvl7pPr lvl="6" rtl="0">
              <a:lnSpc>
                <a:spcPct val="100000"/>
              </a:lnSpc>
              <a:spcBef>
                <a:spcPts val="0"/>
              </a:spcBef>
              <a:spcAft>
                <a:spcPts val="0"/>
              </a:spcAft>
              <a:buSzPts val="1800"/>
              <a:buFont typeface="IBM Plex Sans Medium"/>
              <a:buNone/>
              <a:defRPr sz="1800">
                <a:latin typeface="IBM Plex Sans Medium"/>
                <a:ea typeface="IBM Plex Sans Medium"/>
                <a:cs typeface="IBM Plex Sans Medium"/>
                <a:sym typeface="IBM Plex Sans Medium"/>
              </a:defRPr>
            </a:lvl7pPr>
            <a:lvl8pPr lvl="7" rtl="0">
              <a:lnSpc>
                <a:spcPct val="100000"/>
              </a:lnSpc>
              <a:spcBef>
                <a:spcPts val="0"/>
              </a:spcBef>
              <a:spcAft>
                <a:spcPts val="0"/>
              </a:spcAft>
              <a:buSzPts val="1800"/>
              <a:buFont typeface="IBM Plex Sans Medium"/>
              <a:buNone/>
              <a:defRPr sz="1800">
                <a:latin typeface="IBM Plex Sans Medium"/>
                <a:ea typeface="IBM Plex Sans Medium"/>
                <a:cs typeface="IBM Plex Sans Medium"/>
                <a:sym typeface="IBM Plex Sans Medium"/>
              </a:defRPr>
            </a:lvl8pPr>
            <a:lvl9pPr lvl="8" rtl="0">
              <a:lnSpc>
                <a:spcPct val="100000"/>
              </a:lnSpc>
              <a:spcBef>
                <a:spcPts val="0"/>
              </a:spcBef>
              <a:spcAft>
                <a:spcPts val="0"/>
              </a:spcAft>
              <a:buSzPts val="1800"/>
              <a:buFont typeface="IBM Plex Sans Medium"/>
              <a:buNone/>
              <a:defRPr sz="1800">
                <a:latin typeface="IBM Plex Sans Medium"/>
                <a:ea typeface="IBM Plex Sans Medium"/>
                <a:cs typeface="IBM Plex Sans Medium"/>
                <a:sym typeface="IBM Plex Sans Medium"/>
              </a:defRPr>
            </a:lvl9pPr>
          </a:lstStyle>
          <a:p>
            <a:endParaRPr/>
          </a:p>
        </p:txBody>
      </p:sp>
      <p:sp>
        <p:nvSpPr>
          <p:cNvPr id="1088" name="Google Shape;1088;p94"/>
          <p:cNvSpPr txBox="1">
            <a:spLocks noGrp="1"/>
          </p:cNvSpPr>
          <p:nvPr>
            <p:ph type="subTitle" idx="4"/>
          </p:nvPr>
        </p:nvSpPr>
        <p:spPr>
          <a:xfrm>
            <a:off x="3742200" y="3449776"/>
            <a:ext cx="4944600" cy="348300"/>
          </a:xfrm>
          <a:prstGeom prst="rect">
            <a:avLst/>
          </a:prstGeom>
        </p:spPr>
        <p:txBody>
          <a:bodyPr spcFirstLastPara="1" wrap="square" lIns="0" tIns="0" rIns="0" bIns="0" anchor="ctr" anchorCtr="0">
            <a:normAutofit/>
          </a:bodyPr>
          <a:lstStyle>
            <a:lvl1pPr lvl="0" rtl="0">
              <a:lnSpc>
                <a:spcPct val="100000"/>
              </a:lnSpc>
              <a:spcBef>
                <a:spcPts val="0"/>
              </a:spcBef>
              <a:spcAft>
                <a:spcPts val="0"/>
              </a:spcAft>
              <a:buClr>
                <a:schemeClr val="lt2"/>
              </a:buClr>
              <a:buSzPts val="1800"/>
              <a:buFont typeface="IBM Plex Sans Medium"/>
              <a:buNone/>
              <a:defRPr sz="1800">
                <a:solidFill>
                  <a:schemeClr val="lt2"/>
                </a:solidFill>
                <a:latin typeface="IBM Plex Sans Medium"/>
                <a:ea typeface="IBM Plex Sans Medium"/>
                <a:cs typeface="IBM Plex Sans Medium"/>
                <a:sym typeface="IBM Plex Sans Medium"/>
              </a:defRPr>
            </a:lvl1pPr>
            <a:lvl2pPr lvl="1" rtl="0">
              <a:lnSpc>
                <a:spcPct val="100000"/>
              </a:lnSpc>
              <a:spcBef>
                <a:spcPts val="0"/>
              </a:spcBef>
              <a:spcAft>
                <a:spcPts val="0"/>
              </a:spcAft>
              <a:buSzPts val="1800"/>
              <a:buFont typeface="IBM Plex Sans Medium"/>
              <a:buNone/>
              <a:defRPr sz="1800">
                <a:latin typeface="IBM Plex Sans Medium"/>
                <a:ea typeface="IBM Plex Sans Medium"/>
                <a:cs typeface="IBM Plex Sans Medium"/>
                <a:sym typeface="IBM Plex Sans Medium"/>
              </a:defRPr>
            </a:lvl2pPr>
            <a:lvl3pPr lvl="2" rtl="0">
              <a:lnSpc>
                <a:spcPct val="100000"/>
              </a:lnSpc>
              <a:spcBef>
                <a:spcPts val="0"/>
              </a:spcBef>
              <a:spcAft>
                <a:spcPts val="0"/>
              </a:spcAft>
              <a:buSzPts val="1800"/>
              <a:buFont typeface="IBM Plex Sans Medium"/>
              <a:buNone/>
              <a:defRPr sz="1800">
                <a:latin typeface="IBM Plex Sans Medium"/>
                <a:ea typeface="IBM Plex Sans Medium"/>
                <a:cs typeface="IBM Plex Sans Medium"/>
                <a:sym typeface="IBM Plex Sans Medium"/>
              </a:defRPr>
            </a:lvl3pPr>
            <a:lvl4pPr lvl="3" rtl="0">
              <a:lnSpc>
                <a:spcPct val="100000"/>
              </a:lnSpc>
              <a:spcBef>
                <a:spcPts val="0"/>
              </a:spcBef>
              <a:spcAft>
                <a:spcPts val="0"/>
              </a:spcAft>
              <a:buSzPts val="1800"/>
              <a:buFont typeface="IBM Plex Sans Medium"/>
              <a:buNone/>
              <a:defRPr sz="1800">
                <a:latin typeface="IBM Plex Sans Medium"/>
                <a:ea typeface="IBM Plex Sans Medium"/>
                <a:cs typeface="IBM Plex Sans Medium"/>
                <a:sym typeface="IBM Plex Sans Medium"/>
              </a:defRPr>
            </a:lvl4pPr>
            <a:lvl5pPr lvl="4" rtl="0">
              <a:lnSpc>
                <a:spcPct val="100000"/>
              </a:lnSpc>
              <a:spcBef>
                <a:spcPts val="0"/>
              </a:spcBef>
              <a:spcAft>
                <a:spcPts val="0"/>
              </a:spcAft>
              <a:buSzPts val="1800"/>
              <a:buFont typeface="IBM Plex Sans Medium"/>
              <a:buNone/>
              <a:defRPr sz="1800">
                <a:latin typeface="IBM Plex Sans Medium"/>
                <a:ea typeface="IBM Plex Sans Medium"/>
                <a:cs typeface="IBM Plex Sans Medium"/>
                <a:sym typeface="IBM Plex Sans Medium"/>
              </a:defRPr>
            </a:lvl5pPr>
            <a:lvl6pPr lvl="5" rtl="0">
              <a:lnSpc>
                <a:spcPct val="100000"/>
              </a:lnSpc>
              <a:spcBef>
                <a:spcPts val="0"/>
              </a:spcBef>
              <a:spcAft>
                <a:spcPts val="0"/>
              </a:spcAft>
              <a:buSzPts val="1800"/>
              <a:buFont typeface="IBM Plex Sans Medium"/>
              <a:buNone/>
              <a:defRPr sz="1800">
                <a:latin typeface="IBM Plex Sans Medium"/>
                <a:ea typeface="IBM Plex Sans Medium"/>
                <a:cs typeface="IBM Plex Sans Medium"/>
                <a:sym typeface="IBM Plex Sans Medium"/>
              </a:defRPr>
            </a:lvl6pPr>
            <a:lvl7pPr lvl="6" rtl="0">
              <a:lnSpc>
                <a:spcPct val="100000"/>
              </a:lnSpc>
              <a:spcBef>
                <a:spcPts val="0"/>
              </a:spcBef>
              <a:spcAft>
                <a:spcPts val="0"/>
              </a:spcAft>
              <a:buSzPts val="1800"/>
              <a:buFont typeface="IBM Plex Sans Medium"/>
              <a:buNone/>
              <a:defRPr sz="1800">
                <a:latin typeface="IBM Plex Sans Medium"/>
                <a:ea typeface="IBM Plex Sans Medium"/>
                <a:cs typeface="IBM Plex Sans Medium"/>
                <a:sym typeface="IBM Plex Sans Medium"/>
              </a:defRPr>
            </a:lvl7pPr>
            <a:lvl8pPr lvl="7" rtl="0">
              <a:lnSpc>
                <a:spcPct val="100000"/>
              </a:lnSpc>
              <a:spcBef>
                <a:spcPts val="0"/>
              </a:spcBef>
              <a:spcAft>
                <a:spcPts val="0"/>
              </a:spcAft>
              <a:buSzPts val="1800"/>
              <a:buFont typeface="IBM Plex Sans Medium"/>
              <a:buNone/>
              <a:defRPr sz="1800">
                <a:latin typeface="IBM Plex Sans Medium"/>
                <a:ea typeface="IBM Plex Sans Medium"/>
                <a:cs typeface="IBM Plex Sans Medium"/>
                <a:sym typeface="IBM Plex Sans Medium"/>
              </a:defRPr>
            </a:lvl8pPr>
            <a:lvl9pPr lvl="8" rtl="0">
              <a:lnSpc>
                <a:spcPct val="100000"/>
              </a:lnSpc>
              <a:spcBef>
                <a:spcPts val="0"/>
              </a:spcBef>
              <a:spcAft>
                <a:spcPts val="0"/>
              </a:spcAft>
              <a:buSzPts val="1800"/>
              <a:buFont typeface="IBM Plex Sans Medium"/>
              <a:buNone/>
              <a:defRPr sz="1800">
                <a:latin typeface="IBM Plex Sans Medium"/>
                <a:ea typeface="IBM Plex Sans Medium"/>
                <a:cs typeface="IBM Plex Sans Medium"/>
                <a:sym typeface="IBM Plex Sans Medium"/>
              </a:defRPr>
            </a:lvl9pPr>
          </a:lstStyle>
          <a:p>
            <a:endParaRPr/>
          </a:p>
        </p:txBody>
      </p:sp>
      <p:sp>
        <p:nvSpPr>
          <p:cNvPr id="1089" name="Google Shape;1089;p94"/>
          <p:cNvSpPr/>
          <p:nvPr/>
        </p:nvSpPr>
        <p:spPr>
          <a:xfrm>
            <a:off x="2915432" y="4338143"/>
            <a:ext cx="586200" cy="586200"/>
          </a:xfrm>
          <a:prstGeom prst="roundRect">
            <a:avLst>
              <a:gd name="adj" fmla="val 50000"/>
            </a:avLst>
          </a:prstGeom>
          <a:solidFill>
            <a:schemeClr val="accent5"/>
          </a:solidFill>
          <a:ln>
            <a:noFill/>
          </a:ln>
        </p:spPr>
        <p:txBody>
          <a:bodyPr spcFirstLastPara="1" wrap="square" lIns="0" tIns="0" rIns="0" bIns="0" anchor="ctr" anchorCtr="0">
            <a:noAutofit/>
          </a:bodyPr>
          <a:lstStyle/>
          <a:p>
            <a:pPr marL="0" lvl="0" indent="0" algn="ctr" rtl="0">
              <a:spcBef>
                <a:spcPts val="0"/>
              </a:spcBef>
              <a:spcAft>
                <a:spcPts val="0"/>
              </a:spcAft>
              <a:buNone/>
            </a:pPr>
            <a:endParaRPr sz="800" b="1">
              <a:solidFill>
                <a:srgbClr val="FFFFFF"/>
              </a:solidFill>
              <a:latin typeface="IBM Plex Sans"/>
              <a:ea typeface="IBM Plex Sans"/>
              <a:cs typeface="IBM Plex Sans"/>
              <a:sym typeface="IBM Plex Sans"/>
            </a:endParaRPr>
          </a:p>
        </p:txBody>
      </p:sp>
      <p:sp>
        <p:nvSpPr>
          <p:cNvPr id="1090" name="Google Shape;1090;p94"/>
          <p:cNvSpPr txBox="1">
            <a:spLocks noGrp="1"/>
          </p:cNvSpPr>
          <p:nvPr>
            <p:ph type="subTitle" idx="5"/>
          </p:nvPr>
        </p:nvSpPr>
        <p:spPr>
          <a:xfrm>
            <a:off x="3742200" y="4457088"/>
            <a:ext cx="4944600" cy="348300"/>
          </a:xfrm>
          <a:prstGeom prst="rect">
            <a:avLst/>
          </a:prstGeom>
        </p:spPr>
        <p:txBody>
          <a:bodyPr spcFirstLastPara="1" wrap="square" lIns="0" tIns="0" rIns="0" bIns="0" anchor="ctr" anchorCtr="0">
            <a:normAutofit/>
          </a:bodyPr>
          <a:lstStyle>
            <a:lvl1pPr lvl="0" rtl="0">
              <a:lnSpc>
                <a:spcPct val="100000"/>
              </a:lnSpc>
              <a:spcBef>
                <a:spcPts val="0"/>
              </a:spcBef>
              <a:spcAft>
                <a:spcPts val="0"/>
              </a:spcAft>
              <a:buClr>
                <a:schemeClr val="lt2"/>
              </a:buClr>
              <a:buSzPts val="1800"/>
              <a:buFont typeface="IBM Plex Sans Medium"/>
              <a:buNone/>
              <a:defRPr sz="1800">
                <a:solidFill>
                  <a:schemeClr val="lt2"/>
                </a:solidFill>
                <a:latin typeface="IBM Plex Sans Medium"/>
                <a:ea typeface="IBM Plex Sans Medium"/>
                <a:cs typeface="IBM Plex Sans Medium"/>
                <a:sym typeface="IBM Plex Sans Medium"/>
              </a:defRPr>
            </a:lvl1pPr>
            <a:lvl2pPr lvl="1" rtl="0">
              <a:lnSpc>
                <a:spcPct val="100000"/>
              </a:lnSpc>
              <a:spcBef>
                <a:spcPts val="0"/>
              </a:spcBef>
              <a:spcAft>
                <a:spcPts val="0"/>
              </a:spcAft>
              <a:buSzPts val="1800"/>
              <a:buFont typeface="IBM Plex Sans Medium"/>
              <a:buNone/>
              <a:defRPr sz="1800">
                <a:latin typeface="IBM Plex Sans Medium"/>
                <a:ea typeface="IBM Plex Sans Medium"/>
                <a:cs typeface="IBM Plex Sans Medium"/>
                <a:sym typeface="IBM Plex Sans Medium"/>
              </a:defRPr>
            </a:lvl2pPr>
            <a:lvl3pPr lvl="2" rtl="0">
              <a:lnSpc>
                <a:spcPct val="100000"/>
              </a:lnSpc>
              <a:spcBef>
                <a:spcPts val="0"/>
              </a:spcBef>
              <a:spcAft>
                <a:spcPts val="0"/>
              </a:spcAft>
              <a:buSzPts val="1800"/>
              <a:buFont typeface="IBM Plex Sans Medium"/>
              <a:buNone/>
              <a:defRPr sz="1800">
                <a:latin typeface="IBM Plex Sans Medium"/>
                <a:ea typeface="IBM Plex Sans Medium"/>
                <a:cs typeface="IBM Plex Sans Medium"/>
                <a:sym typeface="IBM Plex Sans Medium"/>
              </a:defRPr>
            </a:lvl3pPr>
            <a:lvl4pPr lvl="3" rtl="0">
              <a:lnSpc>
                <a:spcPct val="100000"/>
              </a:lnSpc>
              <a:spcBef>
                <a:spcPts val="0"/>
              </a:spcBef>
              <a:spcAft>
                <a:spcPts val="0"/>
              </a:spcAft>
              <a:buSzPts val="1800"/>
              <a:buFont typeface="IBM Plex Sans Medium"/>
              <a:buNone/>
              <a:defRPr sz="1800">
                <a:latin typeface="IBM Plex Sans Medium"/>
                <a:ea typeface="IBM Plex Sans Medium"/>
                <a:cs typeface="IBM Plex Sans Medium"/>
                <a:sym typeface="IBM Plex Sans Medium"/>
              </a:defRPr>
            </a:lvl4pPr>
            <a:lvl5pPr lvl="4" rtl="0">
              <a:lnSpc>
                <a:spcPct val="100000"/>
              </a:lnSpc>
              <a:spcBef>
                <a:spcPts val="0"/>
              </a:spcBef>
              <a:spcAft>
                <a:spcPts val="0"/>
              </a:spcAft>
              <a:buSzPts val="1800"/>
              <a:buFont typeface="IBM Plex Sans Medium"/>
              <a:buNone/>
              <a:defRPr sz="1800">
                <a:latin typeface="IBM Plex Sans Medium"/>
                <a:ea typeface="IBM Plex Sans Medium"/>
                <a:cs typeface="IBM Plex Sans Medium"/>
                <a:sym typeface="IBM Plex Sans Medium"/>
              </a:defRPr>
            </a:lvl5pPr>
            <a:lvl6pPr lvl="5" rtl="0">
              <a:lnSpc>
                <a:spcPct val="100000"/>
              </a:lnSpc>
              <a:spcBef>
                <a:spcPts val="0"/>
              </a:spcBef>
              <a:spcAft>
                <a:spcPts val="0"/>
              </a:spcAft>
              <a:buSzPts val="1800"/>
              <a:buFont typeface="IBM Plex Sans Medium"/>
              <a:buNone/>
              <a:defRPr sz="1800">
                <a:latin typeface="IBM Plex Sans Medium"/>
                <a:ea typeface="IBM Plex Sans Medium"/>
                <a:cs typeface="IBM Plex Sans Medium"/>
                <a:sym typeface="IBM Plex Sans Medium"/>
              </a:defRPr>
            </a:lvl6pPr>
            <a:lvl7pPr lvl="6" rtl="0">
              <a:lnSpc>
                <a:spcPct val="100000"/>
              </a:lnSpc>
              <a:spcBef>
                <a:spcPts val="0"/>
              </a:spcBef>
              <a:spcAft>
                <a:spcPts val="0"/>
              </a:spcAft>
              <a:buSzPts val="1800"/>
              <a:buFont typeface="IBM Plex Sans Medium"/>
              <a:buNone/>
              <a:defRPr sz="1800">
                <a:latin typeface="IBM Plex Sans Medium"/>
                <a:ea typeface="IBM Plex Sans Medium"/>
                <a:cs typeface="IBM Plex Sans Medium"/>
                <a:sym typeface="IBM Plex Sans Medium"/>
              </a:defRPr>
            </a:lvl7pPr>
            <a:lvl8pPr lvl="7" rtl="0">
              <a:lnSpc>
                <a:spcPct val="100000"/>
              </a:lnSpc>
              <a:spcBef>
                <a:spcPts val="0"/>
              </a:spcBef>
              <a:spcAft>
                <a:spcPts val="0"/>
              </a:spcAft>
              <a:buSzPts val="1800"/>
              <a:buFont typeface="IBM Plex Sans Medium"/>
              <a:buNone/>
              <a:defRPr sz="1800">
                <a:latin typeface="IBM Plex Sans Medium"/>
                <a:ea typeface="IBM Plex Sans Medium"/>
                <a:cs typeface="IBM Plex Sans Medium"/>
                <a:sym typeface="IBM Plex Sans Medium"/>
              </a:defRPr>
            </a:lvl8pPr>
            <a:lvl9pPr lvl="8" rtl="0">
              <a:lnSpc>
                <a:spcPct val="100000"/>
              </a:lnSpc>
              <a:spcBef>
                <a:spcPts val="0"/>
              </a:spcBef>
              <a:spcAft>
                <a:spcPts val="0"/>
              </a:spcAft>
              <a:buSzPts val="1800"/>
              <a:buFont typeface="IBM Plex Sans Medium"/>
              <a:buNone/>
              <a:defRPr sz="1800">
                <a:latin typeface="IBM Plex Sans Medium"/>
                <a:ea typeface="IBM Plex Sans Medium"/>
                <a:cs typeface="IBM Plex Sans Medium"/>
                <a:sym typeface="IBM Plex Sans Medium"/>
              </a:defRPr>
            </a:lvl9pPr>
          </a:lstStyle>
          <a:p>
            <a:endParaRPr/>
          </a:p>
        </p:txBody>
      </p:sp>
      <p:sp>
        <p:nvSpPr>
          <p:cNvPr id="1091" name="Google Shape;1091;p94"/>
          <p:cNvSpPr/>
          <p:nvPr/>
        </p:nvSpPr>
        <p:spPr>
          <a:xfrm>
            <a:off x="2934187" y="3352225"/>
            <a:ext cx="548700" cy="548700"/>
          </a:xfrm>
          <a:prstGeom prst="roundRect">
            <a:avLst>
              <a:gd name="adj" fmla="val 22637"/>
            </a:avLst>
          </a:prstGeom>
          <a:solidFill>
            <a:srgbClr val="FFC600"/>
          </a:solidFill>
          <a:ln>
            <a:noFill/>
          </a:ln>
        </p:spPr>
        <p:txBody>
          <a:bodyPr spcFirstLastPara="1" wrap="square" lIns="0" tIns="0" rIns="0" bIns="0" anchor="ctr" anchorCtr="0">
            <a:noAutofit/>
          </a:bodyPr>
          <a:lstStyle/>
          <a:p>
            <a:pPr marL="0" lvl="0" indent="0" algn="ctr" rtl="0">
              <a:spcBef>
                <a:spcPts val="0"/>
              </a:spcBef>
              <a:spcAft>
                <a:spcPts val="0"/>
              </a:spcAft>
              <a:buNone/>
            </a:pPr>
            <a:endParaRPr sz="800" b="1">
              <a:solidFill>
                <a:srgbClr val="FFFFFF"/>
              </a:solidFill>
              <a:latin typeface="IBM Plex Sans"/>
              <a:ea typeface="IBM Plex Sans"/>
              <a:cs typeface="IBM Plex Sans"/>
              <a:sym typeface="IBM Plex Sans"/>
            </a:endParaRPr>
          </a:p>
        </p:txBody>
      </p:sp>
    </p:spTree>
  </p:cSld>
  <p:clrMapOvr>
    <a:masterClrMapping/>
  </p:clrMapOvr>
  <p:extLst>
    <p:ext uri="{DCECCB84-F9BA-43D5-87BE-67443E8EF086}">
      <p15:sldGuideLst xmlns:p15="http://schemas.microsoft.com/office/powerpoint/2012/main">
        <p15:guide id="1" pos="1872">
          <p15:clr>
            <a:srgbClr val="FA7B17"/>
          </p15:clr>
        </p15:guide>
        <p15:guide id="2" pos="2016">
          <p15:clr>
            <a:srgbClr val="FA7B17"/>
          </p15:clr>
        </p15:guide>
      </p15:sldGuideLst>
    </p:ext>
  </p:extLst>
</p:sldLayout>
</file>

<file path=ppt/slideLayouts/slideLayout93.xml><?xml version="1.0" encoding="utf-8"?>
<p:sldLayout xmlns:a="http://schemas.openxmlformats.org/drawingml/2006/main" xmlns:r="http://schemas.openxmlformats.org/officeDocument/2006/relationships" xmlns:p="http://schemas.openxmlformats.org/presentationml/2006/main" matchingName="5 Topics">
  <p:cSld name="TITLE_ONLY_1_4_2">
    <p:bg>
      <p:bgPr>
        <a:solidFill>
          <a:schemeClr val="dk1"/>
        </a:solidFill>
        <a:effectLst/>
      </p:bgPr>
    </p:bg>
    <p:spTree>
      <p:nvGrpSpPr>
        <p:cNvPr id="1" name="Shape 1092"/>
        <p:cNvGrpSpPr/>
        <p:nvPr/>
      </p:nvGrpSpPr>
      <p:grpSpPr>
        <a:xfrm>
          <a:off x="0" y="0"/>
          <a:ext cx="0" cy="0"/>
          <a:chOff x="0" y="0"/>
          <a:chExt cx="0" cy="0"/>
        </a:xfrm>
      </p:grpSpPr>
      <p:sp>
        <p:nvSpPr>
          <p:cNvPr id="1093" name="Google Shape;1093;p95"/>
          <p:cNvSpPr txBox="1">
            <a:spLocks noGrp="1"/>
          </p:cNvSpPr>
          <p:nvPr>
            <p:ph type="title"/>
          </p:nvPr>
        </p:nvSpPr>
        <p:spPr>
          <a:xfrm>
            <a:off x="457200" y="114300"/>
            <a:ext cx="8229600" cy="903300"/>
          </a:xfrm>
          <a:prstGeom prst="rect">
            <a:avLst/>
          </a:prstGeom>
        </p:spPr>
        <p:txBody>
          <a:bodyPr spcFirstLastPara="1" wrap="square" lIns="0" tIns="0" rIns="0" bIns="0" anchor="t" anchorCtr="0">
            <a:normAutofit/>
          </a:bodyPr>
          <a:lstStyle>
            <a:lvl1pPr lvl="0" rtl="0">
              <a:spcBef>
                <a:spcPts val="0"/>
              </a:spcBef>
              <a:spcAft>
                <a:spcPts val="0"/>
              </a:spcAft>
              <a:buClr>
                <a:schemeClr val="lt2"/>
              </a:buClr>
              <a:buSzPts val="3400"/>
              <a:buNone/>
              <a:defRPr>
                <a:solidFill>
                  <a:schemeClr val="lt2"/>
                </a:solidFill>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pic>
        <p:nvPicPr>
          <p:cNvPr id="1094" name="Google Shape;1094;p95"/>
          <p:cNvPicPr preferRelativeResize="0"/>
          <p:nvPr/>
        </p:nvPicPr>
        <p:blipFill>
          <a:blip r:embed="rId2">
            <a:alphaModFix/>
          </a:blip>
          <a:stretch>
            <a:fillRect/>
          </a:stretch>
        </p:blipFill>
        <p:spPr>
          <a:xfrm>
            <a:off x="8544859" y="62003"/>
            <a:ext cx="599140" cy="599141"/>
          </a:xfrm>
          <a:prstGeom prst="rect">
            <a:avLst/>
          </a:prstGeom>
          <a:noFill/>
          <a:ln>
            <a:noFill/>
          </a:ln>
        </p:spPr>
      </p:pic>
      <p:sp>
        <p:nvSpPr>
          <p:cNvPr id="1095" name="Google Shape;1095;p95"/>
          <p:cNvSpPr>
            <a:spLocks noGrp="1"/>
          </p:cNvSpPr>
          <p:nvPr>
            <p:ph type="pic" idx="2"/>
          </p:nvPr>
        </p:nvSpPr>
        <p:spPr>
          <a:xfrm>
            <a:off x="809350" y="1169100"/>
            <a:ext cx="898200" cy="746100"/>
          </a:xfrm>
          <a:prstGeom prst="rect">
            <a:avLst/>
          </a:prstGeom>
          <a:noFill/>
          <a:ln>
            <a:noFill/>
          </a:ln>
        </p:spPr>
      </p:sp>
      <p:sp>
        <p:nvSpPr>
          <p:cNvPr id="1096" name="Google Shape;1096;p95"/>
          <p:cNvSpPr>
            <a:spLocks noGrp="1"/>
          </p:cNvSpPr>
          <p:nvPr>
            <p:ph type="pic" idx="3"/>
          </p:nvPr>
        </p:nvSpPr>
        <p:spPr>
          <a:xfrm>
            <a:off x="4122900" y="1169100"/>
            <a:ext cx="898200" cy="746100"/>
          </a:xfrm>
          <a:prstGeom prst="rect">
            <a:avLst/>
          </a:prstGeom>
          <a:noFill/>
          <a:ln>
            <a:noFill/>
          </a:ln>
        </p:spPr>
      </p:sp>
      <p:sp>
        <p:nvSpPr>
          <p:cNvPr id="1097" name="Google Shape;1097;p95"/>
          <p:cNvSpPr>
            <a:spLocks noGrp="1"/>
          </p:cNvSpPr>
          <p:nvPr>
            <p:ph type="pic" idx="4"/>
          </p:nvPr>
        </p:nvSpPr>
        <p:spPr>
          <a:xfrm>
            <a:off x="7454075" y="1169100"/>
            <a:ext cx="898200" cy="746100"/>
          </a:xfrm>
          <a:prstGeom prst="rect">
            <a:avLst/>
          </a:prstGeom>
          <a:noFill/>
          <a:ln>
            <a:noFill/>
          </a:ln>
        </p:spPr>
      </p:sp>
      <p:sp>
        <p:nvSpPr>
          <p:cNvPr id="1098" name="Google Shape;1098;p95"/>
          <p:cNvSpPr>
            <a:spLocks noGrp="1"/>
          </p:cNvSpPr>
          <p:nvPr>
            <p:ph type="pic" idx="5"/>
          </p:nvPr>
        </p:nvSpPr>
        <p:spPr>
          <a:xfrm>
            <a:off x="2457313" y="2954138"/>
            <a:ext cx="898200" cy="746100"/>
          </a:xfrm>
          <a:prstGeom prst="rect">
            <a:avLst/>
          </a:prstGeom>
          <a:noFill/>
          <a:ln>
            <a:noFill/>
          </a:ln>
        </p:spPr>
      </p:sp>
      <p:sp>
        <p:nvSpPr>
          <p:cNvPr id="1099" name="Google Shape;1099;p95"/>
          <p:cNvSpPr>
            <a:spLocks noGrp="1"/>
          </p:cNvSpPr>
          <p:nvPr>
            <p:ph type="pic" idx="6"/>
          </p:nvPr>
        </p:nvSpPr>
        <p:spPr>
          <a:xfrm>
            <a:off x="5788488" y="2954138"/>
            <a:ext cx="898200" cy="746100"/>
          </a:xfrm>
          <a:prstGeom prst="rect">
            <a:avLst/>
          </a:prstGeom>
          <a:noFill/>
          <a:ln>
            <a:noFill/>
          </a:ln>
        </p:spPr>
      </p:sp>
      <p:cxnSp>
        <p:nvCxnSpPr>
          <p:cNvPr id="1100" name="Google Shape;1100;p95"/>
          <p:cNvCxnSpPr/>
          <p:nvPr/>
        </p:nvCxnSpPr>
        <p:spPr>
          <a:xfrm rot="10800000">
            <a:off x="4580832" y="2954150"/>
            <a:ext cx="0" cy="1590600"/>
          </a:xfrm>
          <a:prstGeom prst="straightConnector1">
            <a:avLst/>
          </a:prstGeom>
          <a:noFill/>
          <a:ln w="19050" cap="flat" cmpd="sng">
            <a:solidFill>
              <a:schemeClr val="lt1"/>
            </a:solidFill>
            <a:prstDash val="dash"/>
            <a:round/>
            <a:headEnd type="none" w="med" len="med"/>
            <a:tailEnd type="none" w="med" len="med"/>
          </a:ln>
        </p:spPr>
      </p:cxnSp>
      <p:cxnSp>
        <p:nvCxnSpPr>
          <p:cNvPr id="1101" name="Google Shape;1101;p95"/>
          <p:cNvCxnSpPr/>
          <p:nvPr/>
        </p:nvCxnSpPr>
        <p:spPr>
          <a:xfrm rot="10800000">
            <a:off x="2906432" y="1114375"/>
            <a:ext cx="0" cy="1590600"/>
          </a:xfrm>
          <a:prstGeom prst="straightConnector1">
            <a:avLst/>
          </a:prstGeom>
          <a:noFill/>
          <a:ln w="19050" cap="flat" cmpd="sng">
            <a:solidFill>
              <a:schemeClr val="lt1"/>
            </a:solidFill>
            <a:prstDash val="dash"/>
            <a:round/>
            <a:headEnd type="none" w="med" len="med"/>
            <a:tailEnd type="none" w="med" len="med"/>
          </a:ln>
        </p:spPr>
      </p:cxnSp>
      <p:cxnSp>
        <p:nvCxnSpPr>
          <p:cNvPr id="1102" name="Google Shape;1102;p95"/>
          <p:cNvCxnSpPr/>
          <p:nvPr/>
        </p:nvCxnSpPr>
        <p:spPr>
          <a:xfrm rot="10800000">
            <a:off x="6237607" y="1114375"/>
            <a:ext cx="0" cy="1590600"/>
          </a:xfrm>
          <a:prstGeom prst="straightConnector1">
            <a:avLst/>
          </a:prstGeom>
          <a:noFill/>
          <a:ln w="19050" cap="flat" cmpd="sng">
            <a:solidFill>
              <a:schemeClr val="lt1"/>
            </a:solidFill>
            <a:prstDash val="dash"/>
            <a:round/>
            <a:headEnd type="none" w="med" len="med"/>
            <a:tailEnd type="none" w="med" len="med"/>
          </a:ln>
        </p:spPr>
      </p:cxnSp>
      <p:sp>
        <p:nvSpPr>
          <p:cNvPr id="1103" name="Google Shape;1103;p95"/>
          <p:cNvSpPr txBox="1">
            <a:spLocks noGrp="1"/>
          </p:cNvSpPr>
          <p:nvPr>
            <p:ph type="subTitle" idx="1"/>
          </p:nvPr>
        </p:nvSpPr>
        <p:spPr>
          <a:xfrm>
            <a:off x="467075" y="2070950"/>
            <a:ext cx="1574700" cy="311400"/>
          </a:xfrm>
          <a:prstGeom prst="rect">
            <a:avLst/>
          </a:prstGeom>
        </p:spPr>
        <p:txBody>
          <a:bodyPr spcFirstLastPara="1" wrap="square" lIns="0" tIns="0" rIns="0" bIns="0" anchor="t" anchorCtr="0">
            <a:normAutofit/>
          </a:bodyPr>
          <a:lstStyle>
            <a:lvl1pPr lvl="0" algn="ctr" rtl="0">
              <a:lnSpc>
                <a:spcPct val="100000"/>
              </a:lnSpc>
              <a:spcBef>
                <a:spcPts val="0"/>
              </a:spcBef>
              <a:spcAft>
                <a:spcPts val="0"/>
              </a:spcAft>
              <a:buSzPts val="1600"/>
              <a:buFont typeface="IBM Plex Sans Medium"/>
              <a:buNone/>
              <a:defRPr sz="1600">
                <a:solidFill>
                  <a:schemeClr val="accent1"/>
                </a:solidFill>
                <a:latin typeface="IBM Plex Sans Medium"/>
                <a:ea typeface="IBM Plex Sans Medium"/>
                <a:cs typeface="IBM Plex Sans Medium"/>
                <a:sym typeface="IBM Plex Sans Medium"/>
              </a:defRPr>
            </a:lvl1pPr>
            <a:lvl2pPr lvl="1" algn="ctr" rtl="0">
              <a:lnSpc>
                <a:spcPct val="100000"/>
              </a:lnSpc>
              <a:spcBef>
                <a:spcPts val="0"/>
              </a:spcBef>
              <a:spcAft>
                <a:spcPts val="0"/>
              </a:spcAft>
              <a:buSzPts val="1600"/>
              <a:buFont typeface="IBM Plex Sans Medium"/>
              <a:buNone/>
              <a:defRPr sz="1600">
                <a:solidFill>
                  <a:schemeClr val="accent1"/>
                </a:solidFill>
                <a:latin typeface="IBM Plex Sans Medium"/>
                <a:ea typeface="IBM Plex Sans Medium"/>
                <a:cs typeface="IBM Plex Sans Medium"/>
                <a:sym typeface="IBM Plex Sans Medium"/>
              </a:defRPr>
            </a:lvl2pPr>
            <a:lvl3pPr lvl="2" algn="ctr" rtl="0">
              <a:lnSpc>
                <a:spcPct val="100000"/>
              </a:lnSpc>
              <a:spcBef>
                <a:spcPts val="0"/>
              </a:spcBef>
              <a:spcAft>
                <a:spcPts val="0"/>
              </a:spcAft>
              <a:buSzPts val="1600"/>
              <a:buFont typeface="IBM Plex Sans Medium"/>
              <a:buNone/>
              <a:defRPr sz="1600">
                <a:solidFill>
                  <a:schemeClr val="accent1"/>
                </a:solidFill>
                <a:latin typeface="IBM Plex Sans Medium"/>
                <a:ea typeface="IBM Plex Sans Medium"/>
                <a:cs typeface="IBM Plex Sans Medium"/>
                <a:sym typeface="IBM Plex Sans Medium"/>
              </a:defRPr>
            </a:lvl3pPr>
            <a:lvl4pPr lvl="3" algn="ctr" rtl="0">
              <a:lnSpc>
                <a:spcPct val="100000"/>
              </a:lnSpc>
              <a:spcBef>
                <a:spcPts val="0"/>
              </a:spcBef>
              <a:spcAft>
                <a:spcPts val="0"/>
              </a:spcAft>
              <a:buSzPts val="1600"/>
              <a:buFont typeface="IBM Plex Sans Medium"/>
              <a:buNone/>
              <a:defRPr sz="1600">
                <a:solidFill>
                  <a:schemeClr val="accent1"/>
                </a:solidFill>
                <a:latin typeface="IBM Plex Sans Medium"/>
                <a:ea typeface="IBM Plex Sans Medium"/>
                <a:cs typeface="IBM Plex Sans Medium"/>
                <a:sym typeface="IBM Plex Sans Medium"/>
              </a:defRPr>
            </a:lvl4pPr>
            <a:lvl5pPr lvl="4" algn="ctr" rtl="0">
              <a:lnSpc>
                <a:spcPct val="100000"/>
              </a:lnSpc>
              <a:spcBef>
                <a:spcPts val="0"/>
              </a:spcBef>
              <a:spcAft>
                <a:spcPts val="0"/>
              </a:spcAft>
              <a:buClr>
                <a:schemeClr val="accent1"/>
              </a:buClr>
              <a:buSzPts val="1600"/>
              <a:buFont typeface="IBM Plex Sans Medium"/>
              <a:buNone/>
              <a:defRPr sz="1600">
                <a:solidFill>
                  <a:schemeClr val="accent1"/>
                </a:solidFill>
                <a:latin typeface="IBM Plex Sans Medium"/>
                <a:ea typeface="IBM Plex Sans Medium"/>
                <a:cs typeface="IBM Plex Sans Medium"/>
                <a:sym typeface="IBM Plex Sans Medium"/>
              </a:defRPr>
            </a:lvl5pPr>
            <a:lvl6pPr lvl="5" algn="ctr" rtl="0">
              <a:lnSpc>
                <a:spcPct val="100000"/>
              </a:lnSpc>
              <a:spcBef>
                <a:spcPts val="0"/>
              </a:spcBef>
              <a:spcAft>
                <a:spcPts val="0"/>
              </a:spcAft>
              <a:buClr>
                <a:schemeClr val="accent1"/>
              </a:buClr>
              <a:buSzPts val="1600"/>
              <a:buFont typeface="IBM Plex Sans Medium"/>
              <a:buNone/>
              <a:defRPr sz="1600">
                <a:solidFill>
                  <a:schemeClr val="accent1"/>
                </a:solidFill>
                <a:latin typeface="IBM Plex Sans Medium"/>
                <a:ea typeface="IBM Plex Sans Medium"/>
                <a:cs typeface="IBM Plex Sans Medium"/>
                <a:sym typeface="IBM Plex Sans Medium"/>
              </a:defRPr>
            </a:lvl6pPr>
            <a:lvl7pPr lvl="6" algn="ctr" rtl="0">
              <a:lnSpc>
                <a:spcPct val="100000"/>
              </a:lnSpc>
              <a:spcBef>
                <a:spcPts val="0"/>
              </a:spcBef>
              <a:spcAft>
                <a:spcPts val="0"/>
              </a:spcAft>
              <a:buClr>
                <a:schemeClr val="accent1"/>
              </a:buClr>
              <a:buSzPts val="1600"/>
              <a:buFont typeface="IBM Plex Sans Medium"/>
              <a:buNone/>
              <a:defRPr sz="1600">
                <a:solidFill>
                  <a:schemeClr val="accent1"/>
                </a:solidFill>
                <a:latin typeface="IBM Plex Sans Medium"/>
                <a:ea typeface="IBM Plex Sans Medium"/>
                <a:cs typeface="IBM Plex Sans Medium"/>
                <a:sym typeface="IBM Plex Sans Medium"/>
              </a:defRPr>
            </a:lvl7pPr>
            <a:lvl8pPr lvl="7" algn="ctr" rtl="0">
              <a:lnSpc>
                <a:spcPct val="100000"/>
              </a:lnSpc>
              <a:spcBef>
                <a:spcPts val="0"/>
              </a:spcBef>
              <a:spcAft>
                <a:spcPts val="0"/>
              </a:spcAft>
              <a:buClr>
                <a:schemeClr val="accent1"/>
              </a:buClr>
              <a:buSzPts val="1600"/>
              <a:buFont typeface="IBM Plex Sans Medium"/>
              <a:buNone/>
              <a:defRPr sz="1600">
                <a:solidFill>
                  <a:schemeClr val="accent1"/>
                </a:solidFill>
                <a:latin typeface="IBM Plex Sans Medium"/>
                <a:ea typeface="IBM Plex Sans Medium"/>
                <a:cs typeface="IBM Plex Sans Medium"/>
                <a:sym typeface="IBM Plex Sans Medium"/>
              </a:defRPr>
            </a:lvl8pPr>
            <a:lvl9pPr lvl="8" algn="ctr" rtl="0">
              <a:lnSpc>
                <a:spcPct val="100000"/>
              </a:lnSpc>
              <a:spcBef>
                <a:spcPts val="0"/>
              </a:spcBef>
              <a:spcAft>
                <a:spcPts val="0"/>
              </a:spcAft>
              <a:buClr>
                <a:schemeClr val="accent1"/>
              </a:buClr>
              <a:buSzPts val="1600"/>
              <a:buFont typeface="IBM Plex Sans Medium"/>
              <a:buNone/>
              <a:defRPr sz="1600">
                <a:solidFill>
                  <a:schemeClr val="accent1"/>
                </a:solidFill>
                <a:latin typeface="IBM Plex Sans Medium"/>
                <a:ea typeface="IBM Plex Sans Medium"/>
                <a:cs typeface="IBM Plex Sans Medium"/>
                <a:sym typeface="IBM Plex Sans Medium"/>
              </a:defRPr>
            </a:lvl9pPr>
          </a:lstStyle>
          <a:p>
            <a:endParaRPr/>
          </a:p>
        </p:txBody>
      </p:sp>
      <p:sp>
        <p:nvSpPr>
          <p:cNvPr id="1104" name="Google Shape;1104;p95"/>
          <p:cNvSpPr txBox="1">
            <a:spLocks noGrp="1"/>
          </p:cNvSpPr>
          <p:nvPr>
            <p:ph type="body" idx="7"/>
          </p:nvPr>
        </p:nvSpPr>
        <p:spPr>
          <a:xfrm>
            <a:off x="474425" y="2369494"/>
            <a:ext cx="1575300" cy="783000"/>
          </a:xfrm>
          <a:prstGeom prst="rect">
            <a:avLst/>
          </a:prstGeom>
        </p:spPr>
        <p:txBody>
          <a:bodyPr spcFirstLastPara="1" wrap="square" lIns="0" tIns="0" rIns="0" bIns="0" anchor="t" anchorCtr="0">
            <a:normAutofit/>
          </a:bodyPr>
          <a:lstStyle>
            <a:lvl1pPr marL="457200" lvl="0" indent="-311150" algn="ctr" rtl="0">
              <a:spcBef>
                <a:spcPts val="0"/>
              </a:spcBef>
              <a:spcAft>
                <a:spcPts val="0"/>
              </a:spcAft>
              <a:buClr>
                <a:schemeClr val="lt1"/>
              </a:buClr>
              <a:buSzPts val="1300"/>
              <a:buChar char="■"/>
              <a:defRPr sz="1300">
                <a:solidFill>
                  <a:schemeClr val="lt1"/>
                </a:solidFill>
              </a:defRPr>
            </a:lvl1pPr>
            <a:lvl2pPr marL="914400" lvl="1" indent="-311150" algn="ctr" rtl="0">
              <a:spcBef>
                <a:spcPts val="0"/>
              </a:spcBef>
              <a:spcAft>
                <a:spcPts val="0"/>
              </a:spcAft>
              <a:buClr>
                <a:schemeClr val="lt1"/>
              </a:buClr>
              <a:buSzPts val="1300"/>
              <a:buChar char="■"/>
              <a:defRPr sz="1300">
                <a:solidFill>
                  <a:schemeClr val="lt1"/>
                </a:solidFill>
              </a:defRPr>
            </a:lvl2pPr>
            <a:lvl3pPr marL="1371600" lvl="2" indent="-311150" algn="ctr" rtl="0">
              <a:spcBef>
                <a:spcPts val="0"/>
              </a:spcBef>
              <a:spcAft>
                <a:spcPts val="0"/>
              </a:spcAft>
              <a:buSzPts val="1300"/>
              <a:buChar char="■"/>
              <a:defRPr sz="1300"/>
            </a:lvl3pPr>
            <a:lvl4pPr marL="1828800" lvl="3" indent="-311150" algn="ctr" rtl="0">
              <a:spcBef>
                <a:spcPts val="0"/>
              </a:spcBef>
              <a:spcAft>
                <a:spcPts val="0"/>
              </a:spcAft>
              <a:buSzPts val="1300"/>
              <a:buChar char="●"/>
              <a:defRPr sz="1300"/>
            </a:lvl4pPr>
            <a:lvl5pPr marL="2286000" lvl="4" indent="-311150" algn="ctr" rtl="0">
              <a:spcBef>
                <a:spcPts val="0"/>
              </a:spcBef>
              <a:spcAft>
                <a:spcPts val="0"/>
              </a:spcAft>
              <a:buSzPts val="1300"/>
              <a:buChar char="○"/>
              <a:defRPr sz="1300"/>
            </a:lvl5pPr>
            <a:lvl6pPr marL="2743200" lvl="5" indent="-311150" algn="ctr" rtl="0">
              <a:spcBef>
                <a:spcPts val="0"/>
              </a:spcBef>
              <a:spcAft>
                <a:spcPts val="0"/>
              </a:spcAft>
              <a:buSzPts val="1300"/>
              <a:buChar char="■"/>
              <a:defRPr sz="1300"/>
            </a:lvl6pPr>
            <a:lvl7pPr marL="3200400" lvl="6" indent="-311150" algn="ctr" rtl="0">
              <a:spcBef>
                <a:spcPts val="0"/>
              </a:spcBef>
              <a:spcAft>
                <a:spcPts val="0"/>
              </a:spcAft>
              <a:buSzPts val="1300"/>
              <a:buChar char="●"/>
              <a:defRPr sz="1300"/>
            </a:lvl7pPr>
            <a:lvl8pPr marL="3657600" lvl="7" indent="-311150" algn="ctr" rtl="0">
              <a:spcBef>
                <a:spcPts val="0"/>
              </a:spcBef>
              <a:spcAft>
                <a:spcPts val="0"/>
              </a:spcAft>
              <a:buSzPts val="1300"/>
              <a:buChar char="○"/>
              <a:defRPr sz="1300"/>
            </a:lvl8pPr>
            <a:lvl9pPr marL="4114800" lvl="8" indent="-311150" algn="ctr" rtl="0">
              <a:spcBef>
                <a:spcPts val="0"/>
              </a:spcBef>
              <a:spcAft>
                <a:spcPts val="0"/>
              </a:spcAft>
              <a:buSzPts val="1300"/>
              <a:buChar char="■"/>
              <a:defRPr sz="1300"/>
            </a:lvl9pPr>
          </a:lstStyle>
          <a:p>
            <a:endParaRPr/>
          </a:p>
        </p:txBody>
      </p:sp>
      <p:sp>
        <p:nvSpPr>
          <p:cNvPr id="1105" name="Google Shape;1105;p95"/>
          <p:cNvSpPr txBox="1">
            <a:spLocks noGrp="1"/>
          </p:cNvSpPr>
          <p:nvPr>
            <p:ph type="subTitle" idx="8"/>
          </p:nvPr>
        </p:nvSpPr>
        <p:spPr>
          <a:xfrm>
            <a:off x="3789500" y="2070950"/>
            <a:ext cx="1574700" cy="311400"/>
          </a:xfrm>
          <a:prstGeom prst="rect">
            <a:avLst/>
          </a:prstGeom>
        </p:spPr>
        <p:txBody>
          <a:bodyPr spcFirstLastPara="1" wrap="square" lIns="0" tIns="0" rIns="0" bIns="0" anchor="t" anchorCtr="0">
            <a:normAutofit/>
          </a:bodyPr>
          <a:lstStyle>
            <a:lvl1pPr lvl="0" algn="ctr" rtl="0">
              <a:lnSpc>
                <a:spcPct val="100000"/>
              </a:lnSpc>
              <a:spcBef>
                <a:spcPts val="0"/>
              </a:spcBef>
              <a:spcAft>
                <a:spcPts val="0"/>
              </a:spcAft>
              <a:buClr>
                <a:srgbClr val="FFC600"/>
              </a:buClr>
              <a:buSzPts val="1600"/>
              <a:buFont typeface="IBM Plex Sans Medium"/>
              <a:buNone/>
              <a:defRPr sz="1600">
                <a:solidFill>
                  <a:srgbClr val="FFC600"/>
                </a:solidFill>
                <a:latin typeface="IBM Plex Sans Medium"/>
                <a:ea typeface="IBM Plex Sans Medium"/>
                <a:cs typeface="IBM Plex Sans Medium"/>
                <a:sym typeface="IBM Plex Sans Medium"/>
              </a:defRPr>
            </a:lvl1pPr>
            <a:lvl2pPr lvl="1" algn="ctr" rtl="0">
              <a:lnSpc>
                <a:spcPct val="100000"/>
              </a:lnSpc>
              <a:spcBef>
                <a:spcPts val="0"/>
              </a:spcBef>
              <a:spcAft>
                <a:spcPts val="0"/>
              </a:spcAft>
              <a:buSzPts val="1600"/>
              <a:buFont typeface="IBM Plex Sans Medium"/>
              <a:buNone/>
              <a:defRPr sz="1600">
                <a:solidFill>
                  <a:schemeClr val="accent1"/>
                </a:solidFill>
                <a:latin typeface="IBM Plex Sans Medium"/>
                <a:ea typeface="IBM Plex Sans Medium"/>
                <a:cs typeface="IBM Plex Sans Medium"/>
                <a:sym typeface="IBM Plex Sans Medium"/>
              </a:defRPr>
            </a:lvl2pPr>
            <a:lvl3pPr lvl="2" algn="ctr" rtl="0">
              <a:lnSpc>
                <a:spcPct val="100000"/>
              </a:lnSpc>
              <a:spcBef>
                <a:spcPts val="0"/>
              </a:spcBef>
              <a:spcAft>
                <a:spcPts val="0"/>
              </a:spcAft>
              <a:buSzPts val="1600"/>
              <a:buFont typeface="IBM Plex Sans Medium"/>
              <a:buNone/>
              <a:defRPr sz="1600">
                <a:solidFill>
                  <a:schemeClr val="accent1"/>
                </a:solidFill>
                <a:latin typeface="IBM Plex Sans Medium"/>
                <a:ea typeface="IBM Plex Sans Medium"/>
                <a:cs typeface="IBM Plex Sans Medium"/>
                <a:sym typeface="IBM Plex Sans Medium"/>
              </a:defRPr>
            </a:lvl3pPr>
            <a:lvl4pPr lvl="3" algn="ctr" rtl="0">
              <a:lnSpc>
                <a:spcPct val="100000"/>
              </a:lnSpc>
              <a:spcBef>
                <a:spcPts val="0"/>
              </a:spcBef>
              <a:spcAft>
                <a:spcPts val="0"/>
              </a:spcAft>
              <a:buSzPts val="1600"/>
              <a:buFont typeface="IBM Plex Sans Medium"/>
              <a:buNone/>
              <a:defRPr sz="1600">
                <a:solidFill>
                  <a:schemeClr val="accent1"/>
                </a:solidFill>
                <a:latin typeface="IBM Plex Sans Medium"/>
                <a:ea typeface="IBM Plex Sans Medium"/>
                <a:cs typeface="IBM Plex Sans Medium"/>
                <a:sym typeface="IBM Plex Sans Medium"/>
              </a:defRPr>
            </a:lvl4pPr>
            <a:lvl5pPr lvl="4" algn="ctr" rtl="0">
              <a:lnSpc>
                <a:spcPct val="100000"/>
              </a:lnSpc>
              <a:spcBef>
                <a:spcPts val="0"/>
              </a:spcBef>
              <a:spcAft>
                <a:spcPts val="0"/>
              </a:spcAft>
              <a:buClr>
                <a:schemeClr val="accent1"/>
              </a:buClr>
              <a:buSzPts val="1600"/>
              <a:buFont typeface="IBM Plex Sans Medium"/>
              <a:buNone/>
              <a:defRPr sz="1600">
                <a:solidFill>
                  <a:schemeClr val="accent1"/>
                </a:solidFill>
                <a:latin typeface="IBM Plex Sans Medium"/>
                <a:ea typeface="IBM Plex Sans Medium"/>
                <a:cs typeface="IBM Plex Sans Medium"/>
                <a:sym typeface="IBM Plex Sans Medium"/>
              </a:defRPr>
            </a:lvl5pPr>
            <a:lvl6pPr lvl="5" algn="ctr" rtl="0">
              <a:lnSpc>
                <a:spcPct val="100000"/>
              </a:lnSpc>
              <a:spcBef>
                <a:spcPts val="0"/>
              </a:spcBef>
              <a:spcAft>
                <a:spcPts val="0"/>
              </a:spcAft>
              <a:buClr>
                <a:schemeClr val="accent1"/>
              </a:buClr>
              <a:buSzPts val="1600"/>
              <a:buFont typeface="IBM Plex Sans Medium"/>
              <a:buNone/>
              <a:defRPr sz="1600">
                <a:solidFill>
                  <a:schemeClr val="accent1"/>
                </a:solidFill>
                <a:latin typeface="IBM Plex Sans Medium"/>
                <a:ea typeface="IBM Plex Sans Medium"/>
                <a:cs typeface="IBM Plex Sans Medium"/>
                <a:sym typeface="IBM Plex Sans Medium"/>
              </a:defRPr>
            </a:lvl6pPr>
            <a:lvl7pPr lvl="6" algn="ctr" rtl="0">
              <a:lnSpc>
                <a:spcPct val="100000"/>
              </a:lnSpc>
              <a:spcBef>
                <a:spcPts val="0"/>
              </a:spcBef>
              <a:spcAft>
                <a:spcPts val="0"/>
              </a:spcAft>
              <a:buClr>
                <a:schemeClr val="accent1"/>
              </a:buClr>
              <a:buSzPts val="1600"/>
              <a:buFont typeface="IBM Plex Sans Medium"/>
              <a:buNone/>
              <a:defRPr sz="1600">
                <a:solidFill>
                  <a:schemeClr val="accent1"/>
                </a:solidFill>
                <a:latin typeface="IBM Plex Sans Medium"/>
                <a:ea typeface="IBM Plex Sans Medium"/>
                <a:cs typeface="IBM Plex Sans Medium"/>
                <a:sym typeface="IBM Plex Sans Medium"/>
              </a:defRPr>
            </a:lvl7pPr>
            <a:lvl8pPr lvl="7" algn="ctr" rtl="0">
              <a:lnSpc>
                <a:spcPct val="100000"/>
              </a:lnSpc>
              <a:spcBef>
                <a:spcPts val="0"/>
              </a:spcBef>
              <a:spcAft>
                <a:spcPts val="0"/>
              </a:spcAft>
              <a:buClr>
                <a:schemeClr val="accent1"/>
              </a:buClr>
              <a:buSzPts val="1600"/>
              <a:buFont typeface="IBM Plex Sans Medium"/>
              <a:buNone/>
              <a:defRPr sz="1600">
                <a:solidFill>
                  <a:schemeClr val="accent1"/>
                </a:solidFill>
                <a:latin typeface="IBM Plex Sans Medium"/>
                <a:ea typeface="IBM Plex Sans Medium"/>
                <a:cs typeface="IBM Plex Sans Medium"/>
                <a:sym typeface="IBM Plex Sans Medium"/>
              </a:defRPr>
            </a:lvl8pPr>
            <a:lvl9pPr lvl="8" algn="ctr" rtl="0">
              <a:lnSpc>
                <a:spcPct val="100000"/>
              </a:lnSpc>
              <a:spcBef>
                <a:spcPts val="0"/>
              </a:spcBef>
              <a:spcAft>
                <a:spcPts val="0"/>
              </a:spcAft>
              <a:buClr>
                <a:schemeClr val="accent1"/>
              </a:buClr>
              <a:buSzPts val="1600"/>
              <a:buFont typeface="IBM Plex Sans Medium"/>
              <a:buNone/>
              <a:defRPr sz="1600">
                <a:solidFill>
                  <a:schemeClr val="accent1"/>
                </a:solidFill>
                <a:latin typeface="IBM Plex Sans Medium"/>
                <a:ea typeface="IBM Plex Sans Medium"/>
                <a:cs typeface="IBM Plex Sans Medium"/>
                <a:sym typeface="IBM Plex Sans Medium"/>
              </a:defRPr>
            </a:lvl9pPr>
          </a:lstStyle>
          <a:p>
            <a:endParaRPr/>
          </a:p>
        </p:txBody>
      </p:sp>
      <p:sp>
        <p:nvSpPr>
          <p:cNvPr id="1106" name="Google Shape;1106;p95"/>
          <p:cNvSpPr txBox="1">
            <a:spLocks noGrp="1"/>
          </p:cNvSpPr>
          <p:nvPr>
            <p:ph type="subTitle" idx="9"/>
          </p:nvPr>
        </p:nvSpPr>
        <p:spPr>
          <a:xfrm>
            <a:off x="7119875" y="2070950"/>
            <a:ext cx="1574700" cy="311400"/>
          </a:xfrm>
          <a:prstGeom prst="rect">
            <a:avLst/>
          </a:prstGeom>
        </p:spPr>
        <p:txBody>
          <a:bodyPr spcFirstLastPara="1" wrap="square" lIns="0" tIns="0" rIns="0" bIns="0" anchor="t" anchorCtr="0">
            <a:normAutofit/>
          </a:bodyPr>
          <a:lstStyle>
            <a:lvl1pPr lvl="0" algn="ctr" rtl="0">
              <a:lnSpc>
                <a:spcPct val="100000"/>
              </a:lnSpc>
              <a:spcBef>
                <a:spcPts val="0"/>
              </a:spcBef>
              <a:spcAft>
                <a:spcPts val="0"/>
              </a:spcAft>
              <a:buClr>
                <a:srgbClr val="F93822"/>
              </a:buClr>
              <a:buSzPts val="1600"/>
              <a:buFont typeface="IBM Plex Sans Medium"/>
              <a:buNone/>
              <a:defRPr sz="1600">
                <a:solidFill>
                  <a:srgbClr val="F93822"/>
                </a:solidFill>
                <a:latin typeface="IBM Plex Sans Medium"/>
                <a:ea typeface="IBM Plex Sans Medium"/>
                <a:cs typeface="IBM Plex Sans Medium"/>
                <a:sym typeface="IBM Plex Sans Medium"/>
              </a:defRPr>
            </a:lvl1pPr>
            <a:lvl2pPr lvl="1" algn="ctr" rtl="0">
              <a:lnSpc>
                <a:spcPct val="100000"/>
              </a:lnSpc>
              <a:spcBef>
                <a:spcPts val="0"/>
              </a:spcBef>
              <a:spcAft>
                <a:spcPts val="0"/>
              </a:spcAft>
              <a:buSzPts val="1600"/>
              <a:buFont typeface="IBM Plex Sans Medium"/>
              <a:buNone/>
              <a:defRPr sz="1600">
                <a:solidFill>
                  <a:schemeClr val="accent1"/>
                </a:solidFill>
                <a:latin typeface="IBM Plex Sans Medium"/>
                <a:ea typeface="IBM Plex Sans Medium"/>
                <a:cs typeface="IBM Plex Sans Medium"/>
                <a:sym typeface="IBM Plex Sans Medium"/>
              </a:defRPr>
            </a:lvl2pPr>
            <a:lvl3pPr lvl="2" algn="ctr" rtl="0">
              <a:lnSpc>
                <a:spcPct val="100000"/>
              </a:lnSpc>
              <a:spcBef>
                <a:spcPts val="0"/>
              </a:spcBef>
              <a:spcAft>
                <a:spcPts val="0"/>
              </a:spcAft>
              <a:buSzPts val="1600"/>
              <a:buFont typeface="IBM Plex Sans Medium"/>
              <a:buNone/>
              <a:defRPr sz="1600">
                <a:solidFill>
                  <a:schemeClr val="accent1"/>
                </a:solidFill>
                <a:latin typeface="IBM Plex Sans Medium"/>
                <a:ea typeface="IBM Plex Sans Medium"/>
                <a:cs typeface="IBM Plex Sans Medium"/>
                <a:sym typeface="IBM Plex Sans Medium"/>
              </a:defRPr>
            </a:lvl3pPr>
            <a:lvl4pPr lvl="3" algn="ctr" rtl="0">
              <a:lnSpc>
                <a:spcPct val="100000"/>
              </a:lnSpc>
              <a:spcBef>
                <a:spcPts val="0"/>
              </a:spcBef>
              <a:spcAft>
                <a:spcPts val="0"/>
              </a:spcAft>
              <a:buSzPts val="1600"/>
              <a:buFont typeface="IBM Plex Sans Medium"/>
              <a:buNone/>
              <a:defRPr sz="1600">
                <a:solidFill>
                  <a:schemeClr val="accent1"/>
                </a:solidFill>
                <a:latin typeface="IBM Plex Sans Medium"/>
                <a:ea typeface="IBM Plex Sans Medium"/>
                <a:cs typeface="IBM Plex Sans Medium"/>
                <a:sym typeface="IBM Plex Sans Medium"/>
              </a:defRPr>
            </a:lvl4pPr>
            <a:lvl5pPr lvl="4" algn="ctr" rtl="0">
              <a:lnSpc>
                <a:spcPct val="100000"/>
              </a:lnSpc>
              <a:spcBef>
                <a:spcPts val="0"/>
              </a:spcBef>
              <a:spcAft>
                <a:spcPts val="0"/>
              </a:spcAft>
              <a:buClr>
                <a:schemeClr val="accent1"/>
              </a:buClr>
              <a:buSzPts val="1600"/>
              <a:buFont typeface="IBM Plex Sans Medium"/>
              <a:buNone/>
              <a:defRPr sz="1600">
                <a:solidFill>
                  <a:schemeClr val="accent1"/>
                </a:solidFill>
                <a:latin typeface="IBM Plex Sans Medium"/>
                <a:ea typeface="IBM Plex Sans Medium"/>
                <a:cs typeface="IBM Plex Sans Medium"/>
                <a:sym typeface="IBM Plex Sans Medium"/>
              </a:defRPr>
            </a:lvl5pPr>
            <a:lvl6pPr lvl="5" algn="ctr" rtl="0">
              <a:lnSpc>
                <a:spcPct val="100000"/>
              </a:lnSpc>
              <a:spcBef>
                <a:spcPts val="0"/>
              </a:spcBef>
              <a:spcAft>
                <a:spcPts val="0"/>
              </a:spcAft>
              <a:buClr>
                <a:schemeClr val="accent1"/>
              </a:buClr>
              <a:buSzPts val="1600"/>
              <a:buFont typeface="IBM Plex Sans Medium"/>
              <a:buNone/>
              <a:defRPr sz="1600">
                <a:solidFill>
                  <a:schemeClr val="accent1"/>
                </a:solidFill>
                <a:latin typeface="IBM Plex Sans Medium"/>
                <a:ea typeface="IBM Plex Sans Medium"/>
                <a:cs typeface="IBM Plex Sans Medium"/>
                <a:sym typeface="IBM Plex Sans Medium"/>
              </a:defRPr>
            </a:lvl6pPr>
            <a:lvl7pPr lvl="6" algn="ctr" rtl="0">
              <a:lnSpc>
                <a:spcPct val="100000"/>
              </a:lnSpc>
              <a:spcBef>
                <a:spcPts val="0"/>
              </a:spcBef>
              <a:spcAft>
                <a:spcPts val="0"/>
              </a:spcAft>
              <a:buClr>
                <a:schemeClr val="accent1"/>
              </a:buClr>
              <a:buSzPts val="1600"/>
              <a:buFont typeface="IBM Plex Sans Medium"/>
              <a:buNone/>
              <a:defRPr sz="1600">
                <a:solidFill>
                  <a:schemeClr val="accent1"/>
                </a:solidFill>
                <a:latin typeface="IBM Plex Sans Medium"/>
                <a:ea typeface="IBM Plex Sans Medium"/>
                <a:cs typeface="IBM Plex Sans Medium"/>
                <a:sym typeface="IBM Plex Sans Medium"/>
              </a:defRPr>
            </a:lvl7pPr>
            <a:lvl8pPr lvl="7" algn="ctr" rtl="0">
              <a:lnSpc>
                <a:spcPct val="100000"/>
              </a:lnSpc>
              <a:spcBef>
                <a:spcPts val="0"/>
              </a:spcBef>
              <a:spcAft>
                <a:spcPts val="0"/>
              </a:spcAft>
              <a:buClr>
                <a:schemeClr val="accent1"/>
              </a:buClr>
              <a:buSzPts val="1600"/>
              <a:buFont typeface="IBM Plex Sans Medium"/>
              <a:buNone/>
              <a:defRPr sz="1600">
                <a:solidFill>
                  <a:schemeClr val="accent1"/>
                </a:solidFill>
                <a:latin typeface="IBM Plex Sans Medium"/>
                <a:ea typeface="IBM Plex Sans Medium"/>
                <a:cs typeface="IBM Plex Sans Medium"/>
                <a:sym typeface="IBM Plex Sans Medium"/>
              </a:defRPr>
            </a:lvl8pPr>
            <a:lvl9pPr lvl="8" algn="ctr" rtl="0">
              <a:lnSpc>
                <a:spcPct val="100000"/>
              </a:lnSpc>
              <a:spcBef>
                <a:spcPts val="0"/>
              </a:spcBef>
              <a:spcAft>
                <a:spcPts val="0"/>
              </a:spcAft>
              <a:buClr>
                <a:schemeClr val="accent1"/>
              </a:buClr>
              <a:buSzPts val="1600"/>
              <a:buFont typeface="IBM Plex Sans Medium"/>
              <a:buNone/>
              <a:defRPr sz="1600">
                <a:solidFill>
                  <a:schemeClr val="accent1"/>
                </a:solidFill>
                <a:latin typeface="IBM Plex Sans Medium"/>
                <a:ea typeface="IBM Plex Sans Medium"/>
                <a:cs typeface="IBM Plex Sans Medium"/>
                <a:sym typeface="IBM Plex Sans Medium"/>
              </a:defRPr>
            </a:lvl9pPr>
          </a:lstStyle>
          <a:p>
            <a:endParaRPr/>
          </a:p>
        </p:txBody>
      </p:sp>
      <p:sp>
        <p:nvSpPr>
          <p:cNvPr id="1107" name="Google Shape;1107;p95"/>
          <p:cNvSpPr txBox="1">
            <a:spLocks noGrp="1"/>
          </p:cNvSpPr>
          <p:nvPr>
            <p:ph type="body" idx="13"/>
          </p:nvPr>
        </p:nvSpPr>
        <p:spPr>
          <a:xfrm>
            <a:off x="7119575" y="2369494"/>
            <a:ext cx="1575300" cy="783000"/>
          </a:xfrm>
          <a:prstGeom prst="rect">
            <a:avLst/>
          </a:prstGeom>
        </p:spPr>
        <p:txBody>
          <a:bodyPr spcFirstLastPara="1" wrap="square" lIns="0" tIns="0" rIns="0" bIns="0" anchor="t" anchorCtr="0">
            <a:normAutofit/>
          </a:bodyPr>
          <a:lstStyle>
            <a:lvl1pPr marL="457200" lvl="0" indent="-311150" algn="ctr" rtl="0">
              <a:spcBef>
                <a:spcPts val="0"/>
              </a:spcBef>
              <a:spcAft>
                <a:spcPts val="0"/>
              </a:spcAft>
              <a:buClr>
                <a:schemeClr val="lt1"/>
              </a:buClr>
              <a:buSzPts val="1300"/>
              <a:buChar char="■"/>
              <a:defRPr sz="1300">
                <a:solidFill>
                  <a:schemeClr val="lt1"/>
                </a:solidFill>
              </a:defRPr>
            </a:lvl1pPr>
            <a:lvl2pPr marL="914400" lvl="1" indent="-311150" algn="ctr" rtl="0">
              <a:spcBef>
                <a:spcPts val="0"/>
              </a:spcBef>
              <a:spcAft>
                <a:spcPts val="0"/>
              </a:spcAft>
              <a:buClr>
                <a:schemeClr val="lt1"/>
              </a:buClr>
              <a:buSzPts val="1300"/>
              <a:buChar char="■"/>
              <a:defRPr sz="1300">
                <a:solidFill>
                  <a:schemeClr val="lt1"/>
                </a:solidFill>
              </a:defRPr>
            </a:lvl2pPr>
            <a:lvl3pPr marL="1371600" lvl="2" indent="-311150" algn="ctr" rtl="0">
              <a:spcBef>
                <a:spcPts val="0"/>
              </a:spcBef>
              <a:spcAft>
                <a:spcPts val="0"/>
              </a:spcAft>
              <a:buSzPts val="1300"/>
              <a:buChar char="■"/>
              <a:defRPr sz="1300"/>
            </a:lvl3pPr>
            <a:lvl4pPr marL="1828800" lvl="3" indent="-311150" algn="ctr" rtl="0">
              <a:spcBef>
                <a:spcPts val="0"/>
              </a:spcBef>
              <a:spcAft>
                <a:spcPts val="0"/>
              </a:spcAft>
              <a:buSzPts val="1300"/>
              <a:buChar char="●"/>
              <a:defRPr sz="1300"/>
            </a:lvl4pPr>
            <a:lvl5pPr marL="2286000" lvl="4" indent="-311150" algn="ctr" rtl="0">
              <a:spcBef>
                <a:spcPts val="0"/>
              </a:spcBef>
              <a:spcAft>
                <a:spcPts val="0"/>
              </a:spcAft>
              <a:buSzPts val="1300"/>
              <a:buChar char="○"/>
              <a:defRPr sz="1300"/>
            </a:lvl5pPr>
            <a:lvl6pPr marL="2743200" lvl="5" indent="-311150" algn="ctr" rtl="0">
              <a:spcBef>
                <a:spcPts val="0"/>
              </a:spcBef>
              <a:spcAft>
                <a:spcPts val="0"/>
              </a:spcAft>
              <a:buSzPts val="1300"/>
              <a:buChar char="■"/>
              <a:defRPr sz="1300"/>
            </a:lvl6pPr>
            <a:lvl7pPr marL="3200400" lvl="6" indent="-311150" algn="ctr" rtl="0">
              <a:spcBef>
                <a:spcPts val="0"/>
              </a:spcBef>
              <a:spcAft>
                <a:spcPts val="0"/>
              </a:spcAft>
              <a:buSzPts val="1300"/>
              <a:buChar char="●"/>
              <a:defRPr sz="1300"/>
            </a:lvl7pPr>
            <a:lvl8pPr marL="3657600" lvl="7" indent="-311150" algn="ctr" rtl="0">
              <a:spcBef>
                <a:spcPts val="0"/>
              </a:spcBef>
              <a:spcAft>
                <a:spcPts val="0"/>
              </a:spcAft>
              <a:buSzPts val="1300"/>
              <a:buChar char="○"/>
              <a:defRPr sz="1300"/>
            </a:lvl8pPr>
            <a:lvl9pPr marL="4114800" lvl="8" indent="-311150" algn="ctr" rtl="0">
              <a:spcBef>
                <a:spcPts val="0"/>
              </a:spcBef>
              <a:spcAft>
                <a:spcPts val="0"/>
              </a:spcAft>
              <a:buSzPts val="1300"/>
              <a:buChar char="■"/>
              <a:defRPr sz="1300"/>
            </a:lvl9pPr>
          </a:lstStyle>
          <a:p>
            <a:endParaRPr/>
          </a:p>
        </p:txBody>
      </p:sp>
      <p:sp>
        <p:nvSpPr>
          <p:cNvPr id="1108" name="Google Shape;1108;p95"/>
          <p:cNvSpPr txBox="1">
            <a:spLocks noGrp="1"/>
          </p:cNvSpPr>
          <p:nvPr>
            <p:ph type="subTitle" idx="14"/>
          </p:nvPr>
        </p:nvSpPr>
        <p:spPr>
          <a:xfrm>
            <a:off x="5446275" y="3867473"/>
            <a:ext cx="1574700" cy="311400"/>
          </a:xfrm>
          <a:prstGeom prst="rect">
            <a:avLst/>
          </a:prstGeom>
        </p:spPr>
        <p:txBody>
          <a:bodyPr spcFirstLastPara="1" wrap="square" lIns="0" tIns="0" rIns="0" bIns="0" anchor="t" anchorCtr="0">
            <a:normAutofit/>
          </a:bodyPr>
          <a:lstStyle>
            <a:lvl1pPr lvl="0" algn="ctr" rtl="0">
              <a:lnSpc>
                <a:spcPct val="100000"/>
              </a:lnSpc>
              <a:spcBef>
                <a:spcPts val="0"/>
              </a:spcBef>
              <a:spcAft>
                <a:spcPts val="0"/>
              </a:spcAft>
              <a:buClr>
                <a:schemeClr val="accent3"/>
              </a:buClr>
              <a:buSzPts val="1600"/>
              <a:buFont typeface="IBM Plex Sans Medium"/>
              <a:buNone/>
              <a:defRPr sz="1600">
                <a:solidFill>
                  <a:schemeClr val="accent3"/>
                </a:solidFill>
                <a:latin typeface="IBM Plex Sans Medium"/>
                <a:ea typeface="IBM Plex Sans Medium"/>
                <a:cs typeface="IBM Plex Sans Medium"/>
                <a:sym typeface="IBM Plex Sans Medium"/>
              </a:defRPr>
            </a:lvl1pPr>
            <a:lvl2pPr lvl="1" algn="ctr" rtl="0">
              <a:lnSpc>
                <a:spcPct val="100000"/>
              </a:lnSpc>
              <a:spcBef>
                <a:spcPts val="0"/>
              </a:spcBef>
              <a:spcAft>
                <a:spcPts val="0"/>
              </a:spcAft>
              <a:buSzPts val="1600"/>
              <a:buNone/>
              <a:defRPr sz="1600">
                <a:solidFill>
                  <a:schemeClr val="accent1"/>
                </a:solidFill>
              </a:defRPr>
            </a:lvl2pPr>
            <a:lvl3pPr lvl="2" algn="ctr" rtl="0">
              <a:lnSpc>
                <a:spcPct val="100000"/>
              </a:lnSpc>
              <a:spcBef>
                <a:spcPts val="0"/>
              </a:spcBef>
              <a:spcAft>
                <a:spcPts val="0"/>
              </a:spcAft>
              <a:buSzPts val="1600"/>
              <a:buNone/>
              <a:defRPr sz="1600">
                <a:solidFill>
                  <a:schemeClr val="accent1"/>
                </a:solidFill>
              </a:defRPr>
            </a:lvl3pPr>
            <a:lvl4pPr lvl="3" algn="ctr" rtl="0">
              <a:lnSpc>
                <a:spcPct val="100000"/>
              </a:lnSpc>
              <a:spcBef>
                <a:spcPts val="0"/>
              </a:spcBef>
              <a:spcAft>
                <a:spcPts val="0"/>
              </a:spcAft>
              <a:buSzPts val="1600"/>
              <a:buNone/>
              <a:defRPr sz="1600">
                <a:solidFill>
                  <a:schemeClr val="accent1"/>
                </a:solidFill>
              </a:defRPr>
            </a:lvl4pPr>
            <a:lvl5pPr lvl="4" algn="ctr" rtl="0">
              <a:lnSpc>
                <a:spcPct val="100000"/>
              </a:lnSpc>
              <a:spcBef>
                <a:spcPts val="0"/>
              </a:spcBef>
              <a:spcAft>
                <a:spcPts val="0"/>
              </a:spcAft>
              <a:buClr>
                <a:schemeClr val="accent1"/>
              </a:buClr>
              <a:buSzPts val="1600"/>
              <a:buNone/>
              <a:defRPr sz="1600">
                <a:solidFill>
                  <a:schemeClr val="accent1"/>
                </a:solidFill>
              </a:defRPr>
            </a:lvl5pPr>
            <a:lvl6pPr lvl="5" algn="ctr" rtl="0">
              <a:lnSpc>
                <a:spcPct val="100000"/>
              </a:lnSpc>
              <a:spcBef>
                <a:spcPts val="0"/>
              </a:spcBef>
              <a:spcAft>
                <a:spcPts val="0"/>
              </a:spcAft>
              <a:buClr>
                <a:schemeClr val="accent1"/>
              </a:buClr>
              <a:buSzPts val="1600"/>
              <a:buNone/>
              <a:defRPr sz="1600">
                <a:solidFill>
                  <a:schemeClr val="accent1"/>
                </a:solidFill>
              </a:defRPr>
            </a:lvl6pPr>
            <a:lvl7pPr lvl="6" algn="ctr" rtl="0">
              <a:lnSpc>
                <a:spcPct val="100000"/>
              </a:lnSpc>
              <a:spcBef>
                <a:spcPts val="0"/>
              </a:spcBef>
              <a:spcAft>
                <a:spcPts val="0"/>
              </a:spcAft>
              <a:buClr>
                <a:schemeClr val="accent1"/>
              </a:buClr>
              <a:buSzPts val="1600"/>
              <a:buNone/>
              <a:defRPr sz="1600">
                <a:solidFill>
                  <a:schemeClr val="accent1"/>
                </a:solidFill>
              </a:defRPr>
            </a:lvl7pPr>
            <a:lvl8pPr lvl="7" algn="ctr" rtl="0">
              <a:lnSpc>
                <a:spcPct val="100000"/>
              </a:lnSpc>
              <a:spcBef>
                <a:spcPts val="0"/>
              </a:spcBef>
              <a:spcAft>
                <a:spcPts val="0"/>
              </a:spcAft>
              <a:buClr>
                <a:schemeClr val="accent1"/>
              </a:buClr>
              <a:buSzPts val="1600"/>
              <a:buNone/>
              <a:defRPr sz="1600">
                <a:solidFill>
                  <a:schemeClr val="accent1"/>
                </a:solidFill>
              </a:defRPr>
            </a:lvl8pPr>
            <a:lvl9pPr lvl="8" algn="ctr" rtl="0">
              <a:lnSpc>
                <a:spcPct val="100000"/>
              </a:lnSpc>
              <a:spcBef>
                <a:spcPts val="0"/>
              </a:spcBef>
              <a:spcAft>
                <a:spcPts val="0"/>
              </a:spcAft>
              <a:buClr>
                <a:schemeClr val="accent1"/>
              </a:buClr>
              <a:buSzPts val="1600"/>
              <a:buNone/>
              <a:defRPr sz="1600">
                <a:solidFill>
                  <a:schemeClr val="accent1"/>
                </a:solidFill>
              </a:defRPr>
            </a:lvl9pPr>
          </a:lstStyle>
          <a:p>
            <a:endParaRPr/>
          </a:p>
        </p:txBody>
      </p:sp>
      <p:sp>
        <p:nvSpPr>
          <p:cNvPr id="1109" name="Google Shape;1109;p95"/>
          <p:cNvSpPr txBox="1">
            <a:spLocks noGrp="1"/>
          </p:cNvSpPr>
          <p:nvPr>
            <p:ph type="body" idx="15"/>
          </p:nvPr>
        </p:nvSpPr>
        <p:spPr>
          <a:xfrm>
            <a:off x="5453625" y="4160430"/>
            <a:ext cx="1575300" cy="783000"/>
          </a:xfrm>
          <a:prstGeom prst="rect">
            <a:avLst/>
          </a:prstGeom>
        </p:spPr>
        <p:txBody>
          <a:bodyPr spcFirstLastPara="1" wrap="square" lIns="0" tIns="0" rIns="0" bIns="0" anchor="t" anchorCtr="0">
            <a:normAutofit/>
          </a:bodyPr>
          <a:lstStyle>
            <a:lvl1pPr marL="457200" lvl="0" indent="-311150" algn="ctr" rtl="0">
              <a:spcBef>
                <a:spcPts val="0"/>
              </a:spcBef>
              <a:spcAft>
                <a:spcPts val="0"/>
              </a:spcAft>
              <a:buClr>
                <a:schemeClr val="lt1"/>
              </a:buClr>
              <a:buSzPts val="1300"/>
              <a:buChar char="■"/>
              <a:defRPr sz="1300">
                <a:solidFill>
                  <a:schemeClr val="lt1"/>
                </a:solidFill>
              </a:defRPr>
            </a:lvl1pPr>
            <a:lvl2pPr marL="914400" lvl="1" indent="-311150" algn="ctr" rtl="0">
              <a:spcBef>
                <a:spcPts val="0"/>
              </a:spcBef>
              <a:spcAft>
                <a:spcPts val="0"/>
              </a:spcAft>
              <a:buClr>
                <a:schemeClr val="lt1"/>
              </a:buClr>
              <a:buSzPts val="1300"/>
              <a:buChar char="■"/>
              <a:defRPr sz="1300">
                <a:solidFill>
                  <a:schemeClr val="lt1"/>
                </a:solidFill>
              </a:defRPr>
            </a:lvl2pPr>
            <a:lvl3pPr marL="1371600" lvl="2" indent="-311150" algn="ctr" rtl="0">
              <a:spcBef>
                <a:spcPts val="0"/>
              </a:spcBef>
              <a:spcAft>
                <a:spcPts val="0"/>
              </a:spcAft>
              <a:buSzPts val="1300"/>
              <a:buChar char="■"/>
              <a:defRPr sz="1300"/>
            </a:lvl3pPr>
            <a:lvl4pPr marL="1828800" lvl="3" indent="-311150" algn="ctr" rtl="0">
              <a:spcBef>
                <a:spcPts val="0"/>
              </a:spcBef>
              <a:spcAft>
                <a:spcPts val="0"/>
              </a:spcAft>
              <a:buSzPts val="1300"/>
              <a:buChar char="●"/>
              <a:defRPr sz="1300"/>
            </a:lvl4pPr>
            <a:lvl5pPr marL="2286000" lvl="4" indent="-311150" algn="ctr" rtl="0">
              <a:spcBef>
                <a:spcPts val="0"/>
              </a:spcBef>
              <a:spcAft>
                <a:spcPts val="0"/>
              </a:spcAft>
              <a:buSzPts val="1300"/>
              <a:buChar char="○"/>
              <a:defRPr sz="1300"/>
            </a:lvl5pPr>
            <a:lvl6pPr marL="2743200" lvl="5" indent="-311150" algn="ctr" rtl="0">
              <a:spcBef>
                <a:spcPts val="0"/>
              </a:spcBef>
              <a:spcAft>
                <a:spcPts val="0"/>
              </a:spcAft>
              <a:buSzPts val="1300"/>
              <a:buChar char="■"/>
              <a:defRPr sz="1300"/>
            </a:lvl6pPr>
            <a:lvl7pPr marL="3200400" lvl="6" indent="-311150" algn="ctr" rtl="0">
              <a:spcBef>
                <a:spcPts val="0"/>
              </a:spcBef>
              <a:spcAft>
                <a:spcPts val="0"/>
              </a:spcAft>
              <a:buSzPts val="1300"/>
              <a:buChar char="●"/>
              <a:defRPr sz="1300"/>
            </a:lvl7pPr>
            <a:lvl8pPr marL="3657600" lvl="7" indent="-311150" algn="ctr" rtl="0">
              <a:spcBef>
                <a:spcPts val="0"/>
              </a:spcBef>
              <a:spcAft>
                <a:spcPts val="0"/>
              </a:spcAft>
              <a:buSzPts val="1300"/>
              <a:buChar char="○"/>
              <a:defRPr sz="1300"/>
            </a:lvl8pPr>
            <a:lvl9pPr marL="4114800" lvl="8" indent="-311150" algn="ctr" rtl="0">
              <a:spcBef>
                <a:spcPts val="0"/>
              </a:spcBef>
              <a:spcAft>
                <a:spcPts val="0"/>
              </a:spcAft>
              <a:buSzPts val="1300"/>
              <a:buChar char="■"/>
              <a:defRPr sz="1300"/>
            </a:lvl9pPr>
          </a:lstStyle>
          <a:p>
            <a:endParaRPr/>
          </a:p>
        </p:txBody>
      </p:sp>
      <p:sp>
        <p:nvSpPr>
          <p:cNvPr id="1110" name="Google Shape;1110;p95"/>
          <p:cNvSpPr txBox="1">
            <a:spLocks noGrp="1"/>
          </p:cNvSpPr>
          <p:nvPr>
            <p:ph type="subTitle" idx="16"/>
          </p:nvPr>
        </p:nvSpPr>
        <p:spPr>
          <a:xfrm>
            <a:off x="2115100" y="3867473"/>
            <a:ext cx="1574700" cy="311400"/>
          </a:xfrm>
          <a:prstGeom prst="rect">
            <a:avLst/>
          </a:prstGeom>
        </p:spPr>
        <p:txBody>
          <a:bodyPr spcFirstLastPara="1" wrap="square" lIns="0" tIns="0" rIns="0" bIns="0" anchor="t" anchorCtr="0">
            <a:normAutofit/>
          </a:bodyPr>
          <a:lstStyle>
            <a:lvl1pPr lvl="0" algn="ctr" rtl="0">
              <a:lnSpc>
                <a:spcPct val="100000"/>
              </a:lnSpc>
              <a:spcBef>
                <a:spcPts val="0"/>
              </a:spcBef>
              <a:spcAft>
                <a:spcPts val="0"/>
              </a:spcAft>
              <a:buClr>
                <a:schemeClr val="accent2"/>
              </a:buClr>
              <a:buSzPts val="1600"/>
              <a:buFont typeface="IBM Plex Sans Medium"/>
              <a:buNone/>
              <a:defRPr sz="1600">
                <a:solidFill>
                  <a:schemeClr val="accent2"/>
                </a:solidFill>
                <a:latin typeface="IBM Plex Sans Medium"/>
                <a:ea typeface="IBM Plex Sans Medium"/>
                <a:cs typeface="IBM Plex Sans Medium"/>
                <a:sym typeface="IBM Plex Sans Medium"/>
              </a:defRPr>
            </a:lvl1pPr>
            <a:lvl2pPr lvl="1" algn="ctr" rtl="0">
              <a:lnSpc>
                <a:spcPct val="100000"/>
              </a:lnSpc>
              <a:spcBef>
                <a:spcPts val="0"/>
              </a:spcBef>
              <a:spcAft>
                <a:spcPts val="0"/>
              </a:spcAft>
              <a:buSzPts val="1600"/>
              <a:buFont typeface="IBM Plex Sans Medium"/>
              <a:buNone/>
              <a:defRPr sz="1600">
                <a:solidFill>
                  <a:schemeClr val="accent1"/>
                </a:solidFill>
                <a:latin typeface="IBM Plex Sans Medium"/>
                <a:ea typeface="IBM Plex Sans Medium"/>
                <a:cs typeface="IBM Plex Sans Medium"/>
                <a:sym typeface="IBM Plex Sans Medium"/>
              </a:defRPr>
            </a:lvl2pPr>
            <a:lvl3pPr lvl="2" algn="ctr" rtl="0">
              <a:lnSpc>
                <a:spcPct val="100000"/>
              </a:lnSpc>
              <a:spcBef>
                <a:spcPts val="0"/>
              </a:spcBef>
              <a:spcAft>
                <a:spcPts val="0"/>
              </a:spcAft>
              <a:buSzPts val="1600"/>
              <a:buFont typeface="IBM Plex Sans Medium"/>
              <a:buNone/>
              <a:defRPr sz="1600">
                <a:solidFill>
                  <a:schemeClr val="accent1"/>
                </a:solidFill>
                <a:latin typeface="IBM Plex Sans Medium"/>
                <a:ea typeface="IBM Plex Sans Medium"/>
                <a:cs typeface="IBM Plex Sans Medium"/>
                <a:sym typeface="IBM Plex Sans Medium"/>
              </a:defRPr>
            </a:lvl3pPr>
            <a:lvl4pPr lvl="3" algn="ctr" rtl="0">
              <a:lnSpc>
                <a:spcPct val="100000"/>
              </a:lnSpc>
              <a:spcBef>
                <a:spcPts val="0"/>
              </a:spcBef>
              <a:spcAft>
                <a:spcPts val="0"/>
              </a:spcAft>
              <a:buSzPts val="1600"/>
              <a:buFont typeface="IBM Plex Sans Medium"/>
              <a:buNone/>
              <a:defRPr sz="1600">
                <a:solidFill>
                  <a:schemeClr val="accent1"/>
                </a:solidFill>
                <a:latin typeface="IBM Plex Sans Medium"/>
                <a:ea typeface="IBM Plex Sans Medium"/>
                <a:cs typeface="IBM Plex Sans Medium"/>
                <a:sym typeface="IBM Plex Sans Medium"/>
              </a:defRPr>
            </a:lvl4pPr>
            <a:lvl5pPr lvl="4" algn="ctr" rtl="0">
              <a:lnSpc>
                <a:spcPct val="100000"/>
              </a:lnSpc>
              <a:spcBef>
                <a:spcPts val="0"/>
              </a:spcBef>
              <a:spcAft>
                <a:spcPts val="0"/>
              </a:spcAft>
              <a:buClr>
                <a:schemeClr val="accent1"/>
              </a:buClr>
              <a:buSzPts val="1600"/>
              <a:buFont typeface="IBM Plex Sans Medium"/>
              <a:buNone/>
              <a:defRPr sz="1600">
                <a:solidFill>
                  <a:schemeClr val="accent1"/>
                </a:solidFill>
                <a:latin typeface="IBM Plex Sans Medium"/>
                <a:ea typeface="IBM Plex Sans Medium"/>
                <a:cs typeface="IBM Plex Sans Medium"/>
                <a:sym typeface="IBM Plex Sans Medium"/>
              </a:defRPr>
            </a:lvl5pPr>
            <a:lvl6pPr lvl="5" algn="ctr" rtl="0">
              <a:lnSpc>
                <a:spcPct val="100000"/>
              </a:lnSpc>
              <a:spcBef>
                <a:spcPts val="0"/>
              </a:spcBef>
              <a:spcAft>
                <a:spcPts val="0"/>
              </a:spcAft>
              <a:buClr>
                <a:schemeClr val="accent1"/>
              </a:buClr>
              <a:buSzPts val="1600"/>
              <a:buFont typeface="IBM Plex Sans Medium"/>
              <a:buNone/>
              <a:defRPr sz="1600">
                <a:solidFill>
                  <a:schemeClr val="accent1"/>
                </a:solidFill>
                <a:latin typeface="IBM Plex Sans Medium"/>
                <a:ea typeface="IBM Plex Sans Medium"/>
                <a:cs typeface="IBM Plex Sans Medium"/>
                <a:sym typeface="IBM Plex Sans Medium"/>
              </a:defRPr>
            </a:lvl6pPr>
            <a:lvl7pPr lvl="6" algn="ctr" rtl="0">
              <a:lnSpc>
                <a:spcPct val="100000"/>
              </a:lnSpc>
              <a:spcBef>
                <a:spcPts val="0"/>
              </a:spcBef>
              <a:spcAft>
                <a:spcPts val="0"/>
              </a:spcAft>
              <a:buClr>
                <a:schemeClr val="accent1"/>
              </a:buClr>
              <a:buSzPts val="1600"/>
              <a:buFont typeface="IBM Plex Sans Medium"/>
              <a:buNone/>
              <a:defRPr sz="1600">
                <a:solidFill>
                  <a:schemeClr val="accent1"/>
                </a:solidFill>
                <a:latin typeface="IBM Plex Sans Medium"/>
                <a:ea typeface="IBM Plex Sans Medium"/>
                <a:cs typeface="IBM Plex Sans Medium"/>
                <a:sym typeface="IBM Plex Sans Medium"/>
              </a:defRPr>
            </a:lvl7pPr>
            <a:lvl8pPr lvl="7" algn="ctr" rtl="0">
              <a:lnSpc>
                <a:spcPct val="100000"/>
              </a:lnSpc>
              <a:spcBef>
                <a:spcPts val="0"/>
              </a:spcBef>
              <a:spcAft>
                <a:spcPts val="0"/>
              </a:spcAft>
              <a:buClr>
                <a:schemeClr val="accent1"/>
              </a:buClr>
              <a:buSzPts val="1600"/>
              <a:buFont typeface="IBM Plex Sans Medium"/>
              <a:buNone/>
              <a:defRPr sz="1600">
                <a:solidFill>
                  <a:schemeClr val="accent1"/>
                </a:solidFill>
                <a:latin typeface="IBM Plex Sans Medium"/>
                <a:ea typeface="IBM Plex Sans Medium"/>
                <a:cs typeface="IBM Plex Sans Medium"/>
                <a:sym typeface="IBM Plex Sans Medium"/>
              </a:defRPr>
            </a:lvl8pPr>
            <a:lvl9pPr lvl="8" algn="ctr" rtl="0">
              <a:lnSpc>
                <a:spcPct val="100000"/>
              </a:lnSpc>
              <a:spcBef>
                <a:spcPts val="0"/>
              </a:spcBef>
              <a:spcAft>
                <a:spcPts val="0"/>
              </a:spcAft>
              <a:buClr>
                <a:schemeClr val="accent1"/>
              </a:buClr>
              <a:buSzPts val="1600"/>
              <a:buFont typeface="IBM Plex Sans Medium"/>
              <a:buNone/>
              <a:defRPr sz="1600">
                <a:solidFill>
                  <a:schemeClr val="accent1"/>
                </a:solidFill>
                <a:latin typeface="IBM Plex Sans Medium"/>
                <a:ea typeface="IBM Plex Sans Medium"/>
                <a:cs typeface="IBM Plex Sans Medium"/>
                <a:sym typeface="IBM Plex Sans Medium"/>
              </a:defRPr>
            </a:lvl9pPr>
          </a:lstStyle>
          <a:p>
            <a:endParaRPr/>
          </a:p>
        </p:txBody>
      </p:sp>
      <p:sp>
        <p:nvSpPr>
          <p:cNvPr id="1111" name="Google Shape;1111;p95"/>
          <p:cNvSpPr txBox="1">
            <a:spLocks noGrp="1"/>
          </p:cNvSpPr>
          <p:nvPr>
            <p:ph type="body" idx="17"/>
          </p:nvPr>
        </p:nvSpPr>
        <p:spPr>
          <a:xfrm>
            <a:off x="2122450" y="4160430"/>
            <a:ext cx="1575300" cy="783000"/>
          </a:xfrm>
          <a:prstGeom prst="rect">
            <a:avLst/>
          </a:prstGeom>
        </p:spPr>
        <p:txBody>
          <a:bodyPr spcFirstLastPara="1" wrap="square" lIns="0" tIns="0" rIns="0" bIns="0" anchor="t" anchorCtr="0">
            <a:normAutofit/>
          </a:bodyPr>
          <a:lstStyle>
            <a:lvl1pPr marL="457200" lvl="0" indent="-311150" algn="ctr" rtl="0">
              <a:spcBef>
                <a:spcPts val="0"/>
              </a:spcBef>
              <a:spcAft>
                <a:spcPts val="0"/>
              </a:spcAft>
              <a:buClr>
                <a:schemeClr val="lt1"/>
              </a:buClr>
              <a:buSzPts val="1300"/>
              <a:buChar char="■"/>
              <a:defRPr sz="1300">
                <a:solidFill>
                  <a:schemeClr val="lt1"/>
                </a:solidFill>
              </a:defRPr>
            </a:lvl1pPr>
            <a:lvl2pPr marL="914400" lvl="1" indent="-311150" algn="ctr" rtl="0">
              <a:spcBef>
                <a:spcPts val="0"/>
              </a:spcBef>
              <a:spcAft>
                <a:spcPts val="0"/>
              </a:spcAft>
              <a:buClr>
                <a:schemeClr val="lt1"/>
              </a:buClr>
              <a:buSzPts val="1300"/>
              <a:buChar char="■"/>
              <a:defRPr sz="1300">
                <a:solidFill>
                  <a:schemeClr val="lt1"/>
                </a:solidFill>
              </a:defRPr>
            </a:lvl2pPr>
            <a:lvl3pPr marL="1371600" lvl="2" indent="-311150" algn="ctr" rtl="0">
              <a:spcBef>
                <a:spcPts val="0"/>
              </a:spcBef>
              <a:spcAft>
                <a:spcPts val="0"/>
              </a:spcAft>
              <a:buSzPts val="1300"/>
              <a:buChar char="■"/>
              <a:defRPr sz="1300"/>
            </a:lvl3pPr>
            <a:lvl4pPr marL="1828800" lvl="3" indent="-311150" algn="ctr" rtl="0">
              <a:spcBef>
                <a:spcPts val="0"/>
              </a:spcBef>
              <a:spcAft>
                <a:spcPts val="0"/>
              </a:spcAft>
              <a:buSzPts val="1300"/>
              <a:buChar char="●"/>
              <a:defRPr sz="1300"/>
            </a:lvl4pPr>
            <a:lvl5pPr marL="2286000" lvl="4" indent="-311150" algn="ctr" rtl="0">
              <a:spcBef>
                <a:spcPts val="0"/>
              </a:spcBef>
              <a:spcAft>
                <a:spcPts val="0"/>
              </a:spcAft>
              <a:buSzPts val="1300"/>
              <a:buChar char="○"/>
              <a:defRPr sz="1300"/>
            </a:lvl5pPr>
            <a:lvl6pPr marL="2743200" lvl="5" indent="-311150" algn="ctr" rtl="0">
              <a:spcBef>
                <a:spcPts val="0"/>
              </a:spcBef>
              <a:spcAft>
                <a:spcPts val="0"/>
              </a:spcAft>
              <a:buSzPts val="1300"/>
              <a:buChar char="■"/>
              <a:defRPr sz="1300"/>
            </a:lvl6pPr>
            <a:lvl7pPr marL="3200400" lvl="6" indent="-311150" algn="ctr" rtl="0">
              <a:spcBef>
                <a:spcPts val="0"/>
              </a:spcBef>
              <a:spcAft>
                <a:spcPts val="0"/>
              </a:spcAft>
              <a:buSzPts val="1300"/>
              <a:buChar char="●"/>
              <a:defRPr sz="1300"/>
            </a:lvl7pPr>
            <a:lvl8pPr marL="3657600" lvl="7" indent="-311150" algn="ctr" rtl="0">
              <a:spcBef>
                <a:spcPts val="0"/>
              </a:spcBef>
              <a:spcAft>
                <a:spcPts val="0"/>
              </a:spcAft>
              <a:buSzPts val="1300"/>
              <a:buChar char="○"/>
              <a:defRPr sz="1300"/>
            </a:lvl8pPr>
            <a:lvl9pPr marL="4114800" lvl="8" indent="-311150" algn="ctr" rtl="0">
              <a:spcBef>
                <a:spcPts val="0"/>
              </a:spcBef>
              <a:spcAft>
                <a:spcPts val="0"/>
              </a:spcAft>
              <a:buSzPts val="1300"/>
              <a:buChar char="■"/>
              <a:defRPr sz="1300"/>
            </a:lvl9pPr>
          </a:lstStyle>
          <a:p>
            <a:endParaRPr/>
          </a:p>
        </p:txBody>
      </p:sp>
    </p:spTree>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matchingName="6 Topics">
  <p:cSld name="TITLE_ONLY_1_4_1">
    <p:bg>
      <p:bgPr>
        <a:solidFill>
          <a:schemeClr val="dk1"/>
        </a:solidFill>
        <a:effectLst/>
      </p:bgPr>
    </p:bg>
    <p:spTree>
      <p:nvGrpSpPr>
        <p:cNvPr id="1" name="Shape 1112"/>
        <p:cNvGrpSpPr/>
        <p:nvPr/>
      </p:nvGrpSpPr>
      <p:grpSpPr>
        <a:xfrm>
          <a:off x="0" y="0"/>
          <a:ext cx="0" cy="0"/>
          <a:chOff x="0" y="0"/>
          <a:chExt cx="0" cy="0"/>
        </a:xfrm>
      </p:grpSpPr>
      <p:sp>
        <p:nvSpPr>
          <p:cNvPr id="1113" name="Google Shape;1113;p96"/>
          <p:cNvSpPr txBox="1">
            <a:spLocks noGrp="1"/>
          </p:cNvSpPr>
          <p:nvPr>
            <p:ph type="title"/>
          </p:nvPr>
        </p:nvSpPr>
        <p:spPr>
          <a:xfrm>
            <a:off x="457200" y="114300"/>
            <a:ext cx="8229600" cy="903300"/>
          </a:xfrm>
          <a:prstGeom prst="rect">
            <a:avLst/>
          </a:prstGeom>
        </p:spPr>
        <p:txBody>
          <a:bodyPr spcFirstLastPara="1" wrap="square" lIns="0" tIns="0" rIns="0" bIns="0" anchor="t" anchorCtr="0">
            <a:normAutofit/>
          </a:bodyPr>
          <a:lstStyle>
            <a:lvl1pPr lvl="0" rtl="0">
              <a:spcBef>
                <a:spcPts val="0"/>
              </a:spcBef>
              <a:spcAft>
                <a:spcPts val="0"/>
              </a:spcAft>
              <a:buClr>
                <a:schemeClr val="lt2"/>
              </a:buClr>
              <a:buSzPts val="3400"/>
              <a:buNone/>
              <a:defRPr>
                <a:solidFill>
                  <a:schemeClr val="lt2"/>
                </a:solidFill>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pic>
        <p:nvPicPr>
          <p:cNvPr id="1114" name="Google Shape;1114;p96"/>
          <p:cNvPicPr preferRelativeResize="0"/>
          <p:nvPr/>
        </p:nvPicPr>
        <p:blipFill>
          <a:blip r:embed="rId2">
            <a:alphaModFix/>
          </a:blip>
          <a:stretch>
            <a:fillRect/>
          </a:stretch>
        </p:blipFill>
        <p:spPr>
          <a:xfrm>
            <a:off x="8544859" y="62003"/>
            <a:ext cx="599140" cy="599141"/>
          </a:xfrm>
          <a:prstGeom prst="rect">
            <a:avLst/>
          </a:prstGeom>
          <a:noFill/>
          <a:ln>
            <a:noFill/>
          </a:ln>
        </p:spPr>
      </p:pic>
      <p:sp>
        <p:nvSpPr>
          <p:cNvPr id="1115" name="Google Shape;1115;p96"/>
          <p:cNvSpPr>
            <a:spLocks noGrp="1"/>
          </p:cNvSpPr>
          <p:nvPr>
            <p:ph type="pic" idx="2"/>
          </p:nvPr>
        </p:nvSpPr>
        <p:spPr>
          <a:xfrm>
            <a:off x="4301325" y="1144224"/>
            <a:ext cx="548700" cy="455700"/>
          </a:xfrm>
          <a:prstGeom prst="rect">
            <a:avLst/>
          </a:prstGeom>
          <a:noFill/>
          <a:ln>
            <a:noFill/>
          </a:ln>
        </p:spPr>
      </p:sp>
      <p:sp>
        <p:nvSpPr>
          <p:cNvPr id="1116" name="Google Shape;1116;p96"/>
          <p:cNvSpPr txBox="1">
            <a:spLocks noGrp="1"/>
          </p:cNvSpPr>
          <p:nvPr>
            <p:ph type="subTitle" idx="1"/>
          </p:nvPr>
        </p:nvSpPr>
        <p:spPr>
          <a:xfrm>
            <a:off x="3780675" y="1749483"/>
            <a:ext cx="1574700" cy="311400"/>
          </a:xfrm>
          <a:prstGeom prst="rect">
            <a:avLst/>
          </a:prstGeom>
        </p:spPr>
        <p:txBody>
          <a:bodyPr spcFirstLastPara="1" wrap="square" lIns="0" tIns="0" rIns="0" bIns="0" anchor="t" anchorCtr="0">
            <a:normAutofit/>
          </a:bodyPr>
          <a:lstStyle>
            <a:lvl1pPr lvl="0" algn="ctr" rtl="0">
              <a:lnSpc>
                <a:spcPct val="100000"/>
              </a:lnSpc>
              <a:spcBef>
                <a:spcPts val="0"/>
              </a:spcBef>
              <a:spcAft>
                <a:spcPts val="0"/>
              </a:spcAft>
              <a:buClr>
                <a:schemeClr val="lt1"/>
              </a:buClr>
              <a:buSzPts val="1600"/>
              <a:buNone/>
              <a:defRPr b="1">
                <a:solidFill>
                  <a:schemeClr val="lt1"/>
                </a:solidFill>
              </a:defRPr>
            </a:lvl1pPr>
            <a:lvl2pPr lvl="1" algn="ctr" rtl="0">
              <a:lnSpc>
                <a:spcPct val="100000"/>
              </a:lnSpc>
              <a:spcBef>
                <a:spcPts val="0"/>
              </a:spcBef>
              <a:spcAft>
                <a:spcPts val="0"/>
              </a:spcAft>
              <a:buClr>
                <a:schemeClr val="lt1"/>
              </a:buClr>
              <a:buSzPts val="1600"/>
              <a:buFont typeface="IBM Plex Sans Medium"/>
              <a:buNone/>
              <a:defRPr sz="1600">
                <a:solidFill>
                  <a:schemeClr val="lt1"/>
                </a:solidFill>
                <a:latin typeface="IBM Plex Sans Medium"/>
                <a:ea typeface="IBM Plex Sans Medium"/>
                <a:cs typeface="IBM Plex Sans Medium"/>
                <a:sym typeface="IBM Plex Sans Medium"/>
              </a:defRPr>
            </a:lvl2pPr>
            <a:lvl3pPr lvl="2" algn="ctr" rtl="0">
              <a:lnSpc>
                <a:spcPct val="100000"/>
              </a:lnSpc>
              <a:spcBef>
                <a:spcPts val="0"/>
              </a:spcBef>
              <a:spcAft>
                <a:spcPts val="0"/>
              </a:spcAft>
              <a:buClr>
                <a:schemeClr val="lt1"/>
              </a:buClr>
              <a:buSzPts val="1600"/>
              <a:buFont typeface="IBM Plex Sans Medium"/>
              <a:buNone/>
              <a:defRPr sz="1600">
                <a:solidFill>
                  <a:schemeClr val="lt1"/>
                </a:solidFill>
                <a:latin typeface="IBM Plex Sans Medium"/>
                <a:ea typeface="IBM Plex Sans Medium"/>
                <a:cs typeface="IBM Plex Sans Medium"/>
                <a:sym typeface="IBM Plex Sans Medium"/>
              </a:defRPr>
            </a:lvl3pPr>
            <a:lvl4pPr lvl="3" algn="ctr" rtl="0">
              <a:lnSpc>
                <a:spcPct val="100000"/>
              </a:lnSpc>
              <a:spcBef>
                <a:spcPts val="0"/>
              </a:spcBef>
              <a:spcAft>
                <a:spcPts val="0"/>
              </a:spcAft>
              <a:buClr>
                <a:schemeClr val="lt1"/>
              </a:buClr>
              <a:buSzPts val="1600"/>
              <a:buFont typeface="IBM Plex Sans Medium"/>
              <a:buNone/>
              <a:defRPr sz="1600">
                <a:solidFill>
                  <a:schemeClr val="lt1"/>
                </a:solidFill>
                <a:latin typeface="IBM Plex Sans Medium"/>
                <a:ea typeface="IBM Plex Sans Medium"/>
                <a:cs typeface="IBM Plex Sans Medium"/>
                <a:sym typeface="IBM Plex Sans Medium"/>
              </a:defRPr>
            </a:lvl4pPr>
            <a:lvl5pPr lvl="4" algn="ctr" rtl="0">
              <a:lnSpc>
                <a:spcPct val="100000"/>
              </a:lnSpc>
              <a:spcBef>
                <a:spcPts val="0"/>
              </a:spcBef>
              <a:spcAft>
                <a:spcPts val="0"/>
              </a:spcAft>
              <a:buClr>
                <a:schemeClr val="lt1"/>
              </a:buClr>
              <a:buSzPts val="1600"/>
              <a:buFont typeface="IBM Plex Sans Medium"/>
              <a:buNone/>
              <a:defRPr sz="1600">
                <a:solidFill>
                  <a:schemeClr val="lt1"/>
                </a:solidFill>
                <a:latin typeface="IBM Plex Sans Medium"/>
                <a:ea typeface="IBM Plex Sans Medium"/>
                <a:cs typeface="IBM Plex Sans Medium"/>
                <a:sym typeface="IBM Plex Sans Medium"/>
              </a:defRPr>
            </a:lvl5pPr>
            <a:lvl6pPr lvl="5" algn="ctr" rtl="0">
              <a:lnSpc>
                <a:spcPct val="100000"/>
              </a:lnSpc>
              <a:spcBef>
                <a:spcPts val="0"/>
              </a:spcBef>
              <a:spcAft>
                <a:spcPts val="0"/>
              </a:spcAft>
              <a:buClr>
                <a:schemeClr val="lt1"/>
              </a:buClr>
              <a:buSzPts val="1600"/>
              <a:buFont typeface="IBM Plex Sans Medium"/>
              <a:buNone/>
              <a:defRPr sz="1600">
                <a:solidFill>
                  <a:schemeClr val="lt1"/>
                </a:solidFill>
                <a:latin typeface="IBM Plex Sans Medium"/>
                <a:ea typeface="IBM Plex Sans Medium"/>
                <a:cs typeface="IBM Plex Sans Medium"/>
                <a:sym typeface="IBM Plex Sans Medium"/>
              </a:defRPr>
            </a:lvl6pPr>
            <a:lvl7pPr lvl="6" algn="ctr" rtl="0">
              <a:lnSpc>
                <a:spcPct val="100000"/>
              </a:lnSpc>
              <a:spcBef>
                <a:spcPts val="0"/>
              </a:spcBef>
              <a:spcAft>
                <a:spcPts val="0"/>
              </a:spcAft>
              <a:buClr>
                <a:schemeClr val="lt1"/>
              </a:buClr>
              <a:buSzPts val="1600"/>
              <a:buFont typeface="IBM Plex Sans Medium"/>
              <a:buNone/>
              <a:defRPr sz="1600">
                <a:solidFill>
                  <a:schemeClr val="lt1"/>
                </a:solidFill>
                <a:latin typeface="IBM Plex Sans Medium"/>
                <a:ea typeface="IBM Plex Sans Medium"/>
                <a:cs typeface="IBM Plex Sans Medium"/>
                <a:sym typeface="IBM Plex Sans Medium"/>
              </a:defRPr>
            </a:lvl7pPr>
            <a:lvl8pPr lvl="7" algn="ctr" rtl="0">
              <a:lnSpc>
                <a:spcPct val="100000"/>
              </a:lnSpc>
              <a:spcBef>
                <a:spcPts val="0"/>
              </a:spcBef>
              <a:spcAft>
                <a:spcPts val="0"/>
              </a:spcAft>
              <a:buClr>
                <a:schemeClr val="lt1"/>
              </a:buClr>
              <a:buSzPts val="1600"/>
              <a:buFont typeface="IBM Plex Sans Medium"/>
              <a:buNone/>
              <a:defRPr sz="1600">
                <a:solidFill>
                  <a:schemeClr val="lt1"/>
                </a:solidFill>
                <a:latin typeface="IBM Plex Sans Medium"/>
                <a:ea typeface="IBM Plex Sans Medium"/>
                <a:cs typeface="IBM Plex Sans Medium"/>
                <a:sym typeface="IBM Plex Sans Medium"/>
              </a:defRPr>
            </a:lvl8pPr>
            <a:lvl9pPr lvl="8" algn="ctr" rtl="0">
              <a:lnSpc>
                <a:spcPct val="100000"/>
              </a:lnSpc>
              <a:spcBef>
                <a:spcPts val="0"/>
              </a:spcBef>
              <a:spcAft>
                <a:spcPts val="0"/>
              </a:spcAft>
              <a:buClr>
                <a:schemeClr val="lt1"/>
              </a:buClr>
              <a:buSzPts val="1600"/>
              <a:buFont typeface="IBM Plex Sans Medium"/>
              <a:buNone/>
              <a:defRPr sz="1600">
                <a:solidFill>
                  <a:schemeClr val="lt1"/>
                </a:solidFill>
                <a:latin typeface="IBM Plex Sans Medium"/>
                <a:ea typeface="IBM Plex Sans Medium"/>
                <a:cs typeface="IBM Plex Sans Medium"/>
                <a:sym typeface="IBM Plex Sans Medium"/>
              </a:defRPr>
            </a:lvl9pPr>
          </a:lstStyle>
          <a:p>
            <a:endParaRPr/>
          </a:p>
        </p:txBody>
      </p:sp>
      <p:sp>
        <p:nvSpPr>
          <p:cNvPr id="1117" name="Google Shape;1117;p96"/>
          <p:cNvSpPr txBox="1">
            <a:spLocks noGrp="1"/>
          </p:cNvSpPr>
          <p:nvPr>
            <p:ph type="body" idx="3"/>
          </p:nvPr>
        </p:nvSpPr>
        <p:spPr>
          <a:xfrm>
            <a:off x="3788025" y="2048027"/>
            <a:ext cx="1575300" cy="783000"/>
          </a:xfrm>
          <a:prstGeom prst="rect">
            <a:avLst/>
          </a:prstGeom>
        </p:spPr>
        <p:txBody>
          <a:bodyPr spcFirstLastPara="1" wrap="square" lIns="0" tIns="0" rIns="0" bIns="0" anchor="t" anchorCtr="0">
            <a:normAutofit/>
          </a:bodyPr>
          <a:lstStyle>
            <a:lvl1pPr marL="457200" lvl="0" indent="-298450" rtl="0">
              <a:spcBef>
                <a:spcPts val="0"/>
              </a:spcBef>
              <a:spcAft>
                <a:spcPts val="0"/>
              </a:spcAft>
              <a:buClr>
                <a:schemeClr val="lt1"/>
              </a:buClr>
              <a:buSzPts val="1100"/>
              <a:buChar char="■"/>
              <a:defRPr sz="1100">
                <a:solidFill>
                  <a:schemeClr val="lt1"/>
                </a:solidFill>
              </a:defRPr>
            </a:lvl1pPr>
            <a:lvl2pPr marL="914400" lvl="1" indent="-298450" rtl="0">
              <a:spcBef>
                <a:spcPts val="0"/>
              </a:spcBef>
              <a:spcAft>
                <a:spcPts val="0"/>
              </a:spcAft>
              <a:buClr>
                <a:schemeClr val="lt1"/>
              </a:buClr>
              <a:buSzPts val="1100"/>
              <a:buChar char="■"/>
              <a:defRPr sz="1100">
                <a:solidFill>
                  <a:schemeClr val="lt1"/>
                </a:solidFill>
              </a:defRPr>
            </a:lvl2pPr>
            <a:lvl3pPr marL="1371600" lvl="2" indent="-298450" rtl="0">
              <a:spcBef>
                <a:spcPts val="0"/>
              </a:spcBef>
              <a:spcAft>
                <a:spcPts val="0"/>
              </a:spcAft>
              <a:buSzPts val="1100"/>
              <a:buChar char="■"/>
              <a:defRPr sz="1100"/>
            </a:lvl3pPr>
            <a:lvl4pPr marL="1828800" lvl="3" indent="-298450" rtl="0">
              <a:spcBef>
                <a:spcPts val="0"/>
              </a:spcBef>
              <a:spcAft>
                <a:spcPts val="0"/>
              </a:spcAft>
              <a:buSzPts val="1100"/>
              <a:buChar char="●"/>
              <a:defRPr sz="1100"/>
            </a:lvl4pPr>
            <a:lvl5pPr marL="2286000" lvl="4" indent="-298450" rtl="0">
              <a:spcBef>
                <a:spcPts val="0"/>
              </a:spcBef>
              <a:spcAft>
                <a:spcPts val="0"/>
              </a:spcAft>
              <a:buSzPts val="1100"/>
              <a:buChar char="○"/>
              <a:defRPr sz="1100"/>
            </a:lvl5pPr>
            <a:lvl6pPr marL="2743200" lvl="5" indent="-298450" rtl="0">
              <a:spcBef>
                <a:spcPts val="0"/>
              </a:spcBef>
              <a:spcAft>
                <a:spcPts val="0"/>
              </a:spcAft>
              <a:buSzPts val="1100"/>
              <a:buChar char="■"/>
              <a:defRPr sz="1100"/>
            </a:lvl6pPr>
            <a:lvl7pPr marL="3200400" lvl="6" indent="-298450" rtl="0">
              <a:spcBef>
                <a:spcPts val="0"/>
              </a:spcBef>
              <a:spcAft>
                <a:spcPts val="0"/>
              </a:spcAft>
              <a:buSzPts val="1100"/>
              <a:buChar char="●"/>
              <a:defRPr sz="1100"/>
            </a:lvl7pPr>
            <a:lvl8pPr marL="3657600" lvl="7" indent="-298450" rtl="0">
              <a:spcBef>
                <a:spcPts val="0"/>
              </a:spcBef>
              <a:spcAft>
                <a:spcPts val="0"/>
              </a:spcAft>
              <a:buSzPts val="1100"/>
              <a:buChar char="○"/>
              <a:defRPr sz="1100"/>
            </a:lvl8pPr>
            <a:lvl9pPr marL="4114800" lvl="8" indent="-298450" rtl="0">
              <a:spcBef>
                <a:spcPts val="0"/>
              </a:spcBef>
              <a:spcAft>
                <a:spcPts val="0"/>
              </a:spcAft>
              <a:buSzPts val="1100"/>
              <a:buChar char="■"/>
              <a:defRPr sz="1100"/>
            </a:lvl9pPr>
          </a:lstStyle>
          <a:p>
            <a:endParaRPr/>
          </a:p>
        </p:txBody>
      </p:sp>
      <p:sp>
        <p:nvSpPr>
          <p:cNvPr id="1118" name="Google Shape;1118;p96"/>
          <p:cNvSpPr>
            <a:spLocks noGrp="1"/>
          </p:cNvSpPr>
          <p:nvPr>
            <p:ph type="pic" idx="4"/>
          </p:nvPr>
        </p:nvSpPr>
        <p:spPr>
          <a:xfrm>
            <a:off x="4305000" y="2986399"/>
            <a:ext cx="548700" cy="455700"/>
          </a:xfrm>
          <a:prstGeom prst="rect">
            <a:avLst/>
          </a:prstGeom>
          <a:noFill/>
          <a:ln>
            <a:noFill/>
          </a:ln>
        </p:spPr>
      </p:sp>
      <p:sp>
        <p:nvSpPr>
          <p:cNvPr id="1119" name="Google Shape;1119;p96"/>
          <p:cNvSpPr txBox="1">
            <a:spLocks noGrp="1"/>
          </p:cNvSpPr>
          <p:nvPr>
            <p:ph type="subTitle" idx="5"/>
          </p:nvPr>
        </p:nvSpPr>
        <p:spPr>
          <a:xfrm>
            <a:off x="3784350" y="3591658"/>
            <a:ext cx="1574700" cy="311400"/>
          </a:xfrm>
          <a:prstGeom prst="rect">
            <a:avLst/>
          </a:prstGeom>
        </p:spPr>
        <p:txBody>
          <a:bodyPr spcFirstLastPara="1" wrap="square" lIns="0" tIns="0" rIns="0" bIns="0" anchor="t" anchorCtr="0">
            <a:normAutofit/>
          </a:bodyPr>
          <a:lstStyle>
            <a:lvl1pPr lvl="0" algn="ctr" rtl="0">
              <a:lnSpc>
                <a:spcPct val="100000"/>
              </a:lnSpc>
              <a:spcBef>
                <a:spcPts val="0"/>
              </a:spcBef>
              <a:spcAft>
                <a:spcPts val="0"/>
              </a:spcAft>
              <a:buClr>
                <a:schemeClr val="lt1"/>
              </a:buClr>
              <a:buSzPts val="1600"/>
              <a:buNone/>
              <a:defRPr b="1">
                <a:solidFill>
                  <a:schemeClr val="lt1"/>
                </a:solidFill>
              </a:defRPr>
            </a:lvl1pPr>
            <a:lvl2pPr lvl="1" algn="ctr" rtl="0">
              <a:lnSpc>
                <a:spcPct val="100000"/>
              </a:lnSpc>
              <a:spcBef>
                <a:spcPts val="0"/>
              </a:spcBef>
              <a:spcAft>
                <a:spcPts val="0"/>
              </a:spcAft>
              <a:buClr>
                <a:schemeClr val="lt1"/>
              </a:buClr>
              <a:buSzPts val="1600"/>
              <a:buFont typeface="IBM Plex Sans Medium"/>
              <a:buNone/>
              <a:defRPr sz="1600">
                <a:solidFill>
                  <a:schemeClr val="lt1"/>
                </a:solidFill>
                <a:latin typeface="IBM Plex Sans Medium"/>
                <a:ea typeface="IBM Plex Sans Medium"/>
                <a:cs typeface="IBM Plex Sans Medium"/>
                <a:sym typeface="IBM Plex Sans Medium"/>
              </a:defRPr>
            </a:lvl2pPr>
            <a:lvl3pPr lvl="2" algn="ctr" rtl="0">
              <a:lnSpc>
                <a:spcPct val="100000"/>
              </a:lnSpc>
              <a:spcBef>
                <a:spcPts val="0"/>
              </a:spcBef>
              <a:spcAft>
                <a:spcPts val="0"/>
              </a:spcAft>
              <a:buClr>
                <a:schemeClr val="lt1"/>
              </a:buClr>
              <a:buSzPts val="1600"/>
              <a:buFont typeface="IBM Plex Sans Medium"/>
              <a:buNone/>
              <a:defRPr sz="1600">
                <a:solidFill>
                  <a:schemeClr val="lt1"/>
                </a:solidFill>
                <a:latin typeface="IBM Plex Sans Medium"/>
                <a:ea typeface="IBM Plex Sans Medium"/>
                <a:cs typeface="IBM Plex Sans Medium"/>
                <a:sym typeface="IBM Plex Sans Medium"/>
              </a:defRPr>
            </a:lvl3pPr>
            <a:lvl4pPr lvl="3" algn="ctr" rtl="0">
              <a:lnSpc>
                <a:spcPct val="100000"/>
              </a:lnSpc>
              <a:spcBef>
                <a:spcPts val="0"/>
              </a:spcBef>
              <a:spcAft>
                <a:spcPts val="0"/>
              </a:spcAft>
              <a:buClr>
                <a:schemeClr val="lt1"/>
              </a:buClr>
              <a:buSzPts val="1600"/>
              <a:buFont typeface="IBM Plex Sans Medium"/>
              <a:buNone/>
              <a:defRPr sz="1600">
                <a:solidFill>
                  <a:schemeClr val="lt1"/>
                </a:solidFill>
                <a:latin typeface="IBM Plex Sans Medium"/>
                <a:ea typeface="IBM Plex Sans Medium"/>
                <a:cs typeface="IBM Plex Sans Medium"/>
                <a:sym typeface="IBM Plex Sans Medium"/>
              </a:defRPr>
            </a:lvl4pPr>
            <a:lvl5pPr lvl="4" algn="ctr" rtl="0">
              <a:lnSpc>
                <a:spcPct val="100000"/>
              </a:lnSpc>
              <a:spcBef>
                <a:spcPts val="0"/>
              </a:spcBef>
              <a:spcAft>
                <a:spcPts val="0"/>
              </a:spcAft>
              <a:buClr>
                <a:schemeClr val="lt1"/>
              </a:buClr>
              <a:buSzPts val="1600"/>
              <a:buFont typeface="IBM Plex Sans Medium"/>
              <a:buNone/>
              <a:defRPr sz="1600">
                <a:solidFill>
                  <a:schemeClr val="lt1"/>
                </a:solidFill>
                <a:latin typeface="IBM Plex Sans Medium"/>
                <a:ea typeface="IBM Plex Sans Medium"/>
                <a:cs typeface="IBM Plex Sans Medium"/>
                <a:sym typeface="IBM Plex Sans Medium"/>
              </a:defRPr>
            </a:lvl5pPr>
            <a:lvl6pPr lvl="5" algn="ctr" rtl="0">
              <a:lnSpc>
                <a:spcPct val="100000"/>
              </a:lnSpc>
              <a:spcBef>
                <a:spcPts val="0"/>
              </a:spcBef>
              <a:spcAft>
                <a:spcPts val="0"/>
              </a:spcAft>
              <a:buClr>
                <a:schemeClr val="lt1"/>
              </a:buClr>
              <a:buSzPts val="1600"/>
              <a:buFont typeface="IBM Plex Sans Medium"/>
              <a:buNone/>
              <a:defRPr sz="1600">
                <a:solidFill>
                  <a:schemeClr val="lt1"/>
                </a:solidFill>
                <a:latin typeface="IBM Plex Sans Medium"/>
                <a:ea typeface="IBM Plex Sans Medium"/>
                <a:cs typeface="IBM Plex Sans Medium"/>
                <a:sym typeface="IBM Plex Sans Medium"/>
              </a:defRPr>
            </a:lvl6pPr>
            <a:lvl7pPr lvl="6" algn="ctr" rtl="0">
              <a:lnSpc>
                <a:spcPct val="100000"/>
              </a:lnSpc>
              <a:spcBef>
                <a:spcPts val="0"/>
              </a:spcBef>
              <a:spcAft>
                <a:spcPts val="0"/>
              </a:spcAft>
              <a:buClr>
                <a:schemeClr val="lt1"/>
              </a:buClr>
              <a:buSzPts val="1600"/>
              <a:buFont typeface="IBM Plex Sans Medium"/>
              <a:buNone/>
              <a:defRPr sz="1600">
                <a:solidFill>
                  <a:schemeClr val="lt1"/>
                </a:solidFill>
                <a:latin typeface="IBM Plex Sans Medium"/>
                <a:ea typeface="IBM Plex Sans Medium"/>
                <a:cs typeface="IBM Plex Sans Medium"/>
                <a:sym typeface="IBM Plex Sans Medium"/>
              </a:defRPr>
            </a:lvl7pPr>
            <a:lvl8pPr lvl="7" algn="ctr" rtl="0">
              <a:lnSpc>
                <a:spcPct val="100000"/>
              </a:lnSpc>
              <a:spcBef>
                <a:spcPts val="0"/>
              </a:spcBef>
              <a:spcAft>
                <a:spcPts val="0"/>
              </a:spcAft>
              <a:buClr>
                <a:schemeClr val="lt1"/>
              </a:buClr>
              <a:buSzPts val="1600"/>
              <a:buFont typeface="IBM Plex Sans Medium"/>
              <a:buNone/>
              <a:defRPr sz="1600">
                <a:solidFill>
                  <a:schemeClr val="lt1"/>
                </a:solidFill>
                <a:latin typeface="IBM Plex Sans Medium"/>
                <a:ea typeface="IBM Plex Sans Medium"/>
                <a:cs typeface="IBM Plex Sans Medium"/>
                <a:sym typeface="IBM Plex Sans Medium"/>
              </a:defRPr>
            </a:lvl8pPr>
            <a:lvl9pPr lvl="8" algn="ctr" rtl="0">
              <a:lnSpc>
                <a:spcPct val="100000"/>
              </a:lnSpc>
              <a:spcBef>
                <a:spcPts val="0"/>
              </a:spcBef>
              <a:spcAft>
                <a:spcPts val="0"/>
              </a:spcAft>
              <a:buClr>
                <a:schemeClr val="lt1"/>
              </a:buClr>
              <a:buSzPts val="1600"/>
              <a:buFont typeface="IBM Plex Sans Medium"/>
              <a:buNone/>
              <a:defRPr sz="1600">
                <a:solidFill>
                  <a:schemeClr val="lt1"/>
                </a:solidFill>
                <a:latin typeface="IBM Plex Sans Medium"/>
                <a:ea typeface="IBM Plex Sans Medium"/>
                <a:cs typeface="IBM Plex Sans Medium"/>
                <a:sym typeface="IBM Plex Sans Medium"/>
              </a:defRPr>
            </a:lvl9pPr>
          </a:lstStyle>
          <a:p>
            <a:endParaRPr/>
          </a:p>
        </p:txBody>
      </p:sp>
      <p:sp>
        <p:nvSpPr>
          <p:cNvPr id="1120" name="Google Shape;1120;p96"/>
          <p:cNvSpPr txBox="1">
            <a:spLocks noGrp="1"/>
          </p:cNvSpPr>
          <p:nvPr>
            <p:ph type="body" idx="6"/>
          </p:nvPr>
        </p:nvSpPr>
        <p:spPr>
          <a:xfrm>
            <a:off x="3791700" y="3890202"/>
            <a:ext cx="1575300" cy="783000"/>
          </a:xfrm>
          <a:prstGeom prst="rect">
            <a:avLst/>
          </a:prstGeom>
        </p:spPr>
        <p:txBody>
          <a:bodyPr spcFirstLastPara="1" wrap="square" lIns="0" tIns="0" rIns="0" bIns="0" anchor="t" anchorCtr="0">
            <a:normAutofit/>
          </a:bodyPr>
          <a:lstStyle>
            <a:lvl1pPr marL="457200" lvl="0" indent="-298450" rtl="0">
              <a:spcBef>
                <a:spcPts val="0"/>
              </a:spcBef>
              <a:spcAft>
                <a:spcPts val="0"/>
              </a:spcAft>
              <a:buClr>
                <a:schemeClr val="lt1"/>
              </a:buClr>
              <a:buSzPts val="1100"/>
              <a:buChar char="■"/>
              <a:defRPr sz="1100">
                <a:solidFill>
                  <a:schemeClr val="lt1"/>
                </a:solidFill>
              </a:defRPr>
            </a:lvl1pPr>
            <a:lvl2pPr marL="914400" lvl="1" indent="-298450" rtl="0">
              <a:spcBef>
                <a:spcPts val="0"/>
              </a:spcBef>
              <a:spcAft>
                <a:spcPts val="0"/>
              </a:spcAft>
              <a:buClr>
                <a:schemeClr val="lt1"/>
              </a:buClr>
              <a:buSzPts val="1100"/>
              <a:buChar char="■"/>
              <a:defRPr sz="1100">
                <a:solidFill>
                  <a:schemeClr val="lt1"/>
                </a:solidFill>
              </a:defRPr>
            </a:lvl2pPr>
            <a:lvl3pPr marL="1371600" lvl="2" indent="-298450" rtl="0">
              <a:spcBef>
                <a:spcPts val="0"/>
              </a:spcBef>
              <a:spcAft>
                <a:spcPts val="0"/>
              </a:spcAft>
              <a:buSzPts val="1100"/>
              <a:buChar char="■"/>
              <a:defRPr sz="1100"/>
            </a:lvl3pPr>
            <a:lvl4pPr marL="1828800" lvl="3" indent="-298450" rtl="0">
              <a:spcBef>
                <a:spcPts val="0"/>
              </a:spcBef>
              <a:spcAft>
                <a:spcPts val="0"/>
              </a:spcAft>
              <a:buSzPts val="1100"/>
              <a:buChar char="●"/>
              <a:defRPr sz="1100"/>
            </a:lvl4pPr>
            <a:lvl5pPr marL="2286000" lvl="4" indent="-298450" rtl="0">
              <a:spcBef>
                <a:spcPts val="0"/>
              </a:spcBef>
              <a:spcAft>
                <a:spcPts val="0"/>
              </a:spcAft>
              <a:buSzPts val="1100"/>
              <a:buChar char="○"/>
              <a:defRPr sz="1100"/>
            </a:lvl5pPr>
            <a:lvl6pPr marL="2743200" lvl="5" indent="-298450" rtl="0">
              <a:spcBef>
                <a:spcPts val="0"/>
              </a:spcBef>
              <a:spcAft>
                <a:spcPts val="0"/>
              </a:spcAft>
              <a:buSzPts val="1100"/>
              <a:buChar char="■"/>
              <a:defRPr sz="1100"/>
            </a:lvl6pPr>
            <a:lvl7pPr marL="3200400" lvl="6" indent="-298450" rtl="0">
              <a:spcBef>
                <a:spcPts val="0"/>
              </a:spcBef>
              <a:spcAft>
                <a:spcPts val="0"/>
              </a:spcAft>
              <a:buSzPts val="1100"/>
              <a:buChar char="●"/>
              <a:defRPr sz="1100"/>
            </a:lvl7pPr>
            <a:lvl8pPr marL="3657600" lvl="7" indent="-298450" rtl="0">
              <a:spcBef>
                <a:spcPts val="0"/>
              </a:spcBef>
              <a:spcAft>
                <a:spcPts val="0"/>
              </a:spcAft>
              <a:buSzPts val="1100"/>
              <a:buChar char="○"/>
              <a:defRPr sz="1100"/>
            </a:lvl8pPr>
            <a:lvl9pPr marL="4114800" lvl="8" indent="-298450" rtl="0">
              <a:spcBef>
                <a:spcPts val="0"/>
              </a:spcBef>
              <a:spcAft>
                <a:spcPts val="0"/>
              </a:spcAft>
              <a:buSzPts val="1100"/>
              <a:buChar char="■"/>
              <a:defRPr sz="1100"/>
            </a:lvl9pPr>
          </a:lstStyle>
          <a:p>
            <a:endParaRPr/>
          </a:p>
        </p:txBody>
      </p:sp>
      <p:sp>
        <p:nvSpPr>
          <p:cNvPr id="1121" name="Google Shape;1121;p96"/>
          <p:cNvSpPr>
            <a:spLocks noGrp="1"/>
          </p:cNvSpPr>
          <p:nvPr>
            <p:ph type="pic" idx="7"/>
          </p:nvPr>
        </p:nvSpPr>
        <p:spPr>
          <a:xfrm>
            <a:off x="2030325" y="1144224"/>
            <a:ext cx="548700" cy="455700"/>
          </a:xfrm>
          <a:prstGeom prst="rect">
            <a:avLst/>
          </a:prstGeom>
          <a:noFill/>
          <a:ln>
            <a:noFill/>
          </a:ln>
        </p:spPr>
      </p:sp>
      <p:sp>
        <p:nvSpPr>
          <p:cNvPr id="1122" name="Google Shape;1122;p96"/>
          <p:cNvSpPr txBox="1">
            <a:spLocks noGrp="1"/>
          </p:cNvSpPr>
          <p:nvPr>
            <p:ph type="subTitle" idx="8"/>
          </p:nvPr>
        </p:nvSpPr>
        <p:spPr>
          <a:xfrm>
            <a:off x="1509675" y="1749483"/>
            <a:ext cx="1574700" cy="311400"/>
          </a:xfrm>
          <a:prstGeom prst="rect">
            <a:avLst/>
          </a:prstGeom>
        </p:spPr>
        <p:txBody>
          <a:bodyPr spcFirstLastPara="1" wrap="square" lIns="0" tIns="0" rIns="0" bIns="0" anchor="t" anchorCtr="0">
            <a:normAutofit/>
          </a:bodyPr>
          <a:lstStyle>
            <a:lvl1pPr lvl="0" algn="ctr" rtl="0">
              <a:lnSpc>
                <a:spcPct val="100000"/>
              </a:lnSpc>
              <a:spcBef>
                <a:spcPts val="0"/>
              </a:spcBef>
              <a:spcAft>
                <a:spcPts val="0"/>
              </a:spcAft>
              <a:buClr>
                <a:schemeClr val="lt1"/>
              </a:buClr>
              <a:buSzPts val="1600"/>
              <a:buNone/>
              <a:defRPr b="1">
                <a:solidFill>
                  <a:schemeClr val="lt1"/>
                </a:solidFill>
              </a:defRPr>
            </a:lvl1pPr>
            <a:lvl2pPr lvl="1" algn="ctr" rtl="0">
              <a:lnSpc>
                <a:spcPct val="100000"/>
              </a:lnSpc>
              <a:spcBef>
                <a:spcPts val="0"/>
              </a:spcBef>
              <a:spcAft>
                <a:spcPts val="0"/>
              </a:spcAft>
              <a:buClr>
                <a:schemeClr val="lt1"/>
              </a:buClr>
              <a:buSzPts val="1600"/>
              <a:buFont typeface="IBM Plex Sans Medium"/>
              <a:buNone/>
              <a:defRPr sz="1600">
                <a:solidFill>
                  <a:schemeClr val="lt1"/>
                </a:solidFill>
                <a:latin typeface="IBM Plex Sans Medium"/>
                <a:ea typeface="IBM Plex Sans Medium"/>
                <a:cs typeface="IBM Plex Sans Medium"/>
                <a:sym typeface="IBM Plex Sans Medium"/>
              </a:defRPr>
            </a:lvl2pPr>
            <a:lvl3pPr lvl="2" algn="ctr" rtl="0">
              <a:lnSpc>
                <a:spcPct val="100000"/>
              </a:lnSpc>
              <a:spcBef>
                <a:spcPts val="0"/>
              </a:spcBef>
              <a:spcAft>
                <a:spcPts val="0"/>
              </a:spcAft>
              <a:buClr>
                <a:schemeClr val="lt1"/>
              </a:buClr>
              <a:buSzPts val="1600"/>
              <a:buFont typeface="IBM Plex Sans Medium"/>
              <a:buNone/>
              <a:defRPr sz="1600">
                <a:solidFill>
                  <a:schemeClr val="lt1"/>
                </a:solidFill>
                <a:latin typeface="IBM Plex Sans Medium"/>
                <a:ea typeface="IBM Plex Sans Medium"/>
                <a:cs typeface="IBM Plex Sans Medium"/>
                <a:sym typeface="IBM Plex Sans Medium"/>
              </a:defRPr>
            </a:lvl3pPr>
            <a:lvl4pPr lvl="3" algn="ctr" rtl="0">
              <a:lnSpc>
                <a:spcPct val="100000"/>
              </a:lnSpc>
              <a:spcBef>
                <a:spcPts val="0"/>
              </a:spcBef>
              <a:spcAft>
                <a:spcPts val="0"/>
              </a:spcAft>
              <a:buClr>
                <a:schemeClr val="lt1"/>
              </a:buClr>
              <a:buSzPts val="1600"/>
              <a:buFont typeface="IBM Plex Sans Medium"/>
              <a:buNone/>
              <a:defRPr sz="1600">
                <a:solidFill>
                  <a:schemeClr val="lt1"/>
                </a:solidFill>
                <a:latin typeface="IBM Plex Sans Medium"/>
                <a:ea typeface="IBM Plex Sans Medium"/>
                <a:cs typeface="IBM Plex Sans Medium"/>
                <a:sym typeface="IBM Plex Sans Medium"/>
              </a:defRPr>
            </a:lvl4pPr>
            <a:lvl5pPr lvl="4" algn="ctr" rtl="0">
              <a:lnSpc>
                <a:spcPct val="100000"/>
              </a:lnSpc>
              <a:spcBef>
                <a:spcPts val="0"/>
              </a:spcBef>
              <a:spcAft>
                <a:spcPts val="0"/>
              </a:spcAft>
              <a:buClr>
                <a:schemeClr val="lt1"/>
              </a:buClr>
              <a:buSzPts val="1600"/>
              <a:buFont typeface="IBM Plex Sans Medium"/>
              <a:buNone/>
              <a:defRPr sz="1600">
                <a:solidFill>
                  <a:schemeClr val="lt1"/>
                </a:solidFill>
                <a:latin typeface="IBM Plex Sans Medium"/>
                <a:ea typeface="IBM Plex Sans Medium"/>
                <a:cs typeface="IBM Plex Sans Medium"/>
                <a:sym typeface="IBM Plex Sans Medium"/>
              </a:defRPr>
            </a:lvl5pPr>
            <a:lvl6pPr lvl="5" algn="ctr" rtl="0">
              <a:lnSpc>
                <a:spcPct val="100000"/>
              </a:lnSpc>
              <a:spcBef>
                <a:spcPts val="0"/>
              </a:spcBef>
              <a:spcAft>
                <a:spcPts val="0"/>
              </a:spcAft>
              <a:buClr>
                <a:schemeClr val="lt1"/>
              </a:buClr>
              <a:buSzPts val="1600"/>
              <a:buFont typeface="IBM Plex Sans Medium"/>
              <a:buNone/>
              <a:defRPr sz="1600">
                <a:solidFill>
                  <a:schemeClr val="lt1"/>
                </a:solidFill>
                <a:latin typeface="IBM Plex Sans Medium"/>
                <a:ea typeface="IBM Plex Sans Medium"/>
                <a:cs typeface="IBM Plex Sans Medium"/>
                <a:sym typeface="IBM Plex Sans Medium"/>
              </a:defRPr>
            </a:lvl6pPr>
            <a:lvl7pPr lvl="6" algn="ctr" rtl="0">
              <a:lnSpc>
                <a:spcPct val="100000"/>
              </a:lnSpc>
              <a:spcBef>
                <a:spcPts val="0"/>
              </a:spcBef>
              <a:spcAft>
                <a:spcPts val="0"/>
              </a:spcAft>
              <a:buClr>
                <a:schemeClr val="lt1"/>
              </a:buClr>
              <a:buSzPts val="1600"/>
              <a:buFont typeface="IBM Plex Sans Medium"/>
              <a:buNone/>
              <a:defRPr sz="1600">
                <a:solidFill>
                  <a:schemeClr val="lt1"/>
                </a:solidFill>
                <a:latin typeface="IBM Plex Sans Medium"/>
                <a:ea typeface="IBM Plex Sans Medium"/>
                <a:cs typeface="IBM Plex Sans Medium"/>
                <a:sym typeface="IBM Plex Sans Medium"/>
              </a:defRPr>
            </a:lvl7pPr>
            <a:lvl8pPr lvl="7" algn="ctr" rtl="0">
              <a:lnSpc>
                <a:spcPct val="100000"/>
              </a:lnSpc>
              <a:spcBef>
                <a:spcPts val="0"/>
              </a:spcBef>
              <a:spcAft>
                <a:spcPts val="0"/>
              </a:spcAft>
              <a:buClr>
                <a:schemeClr val="lt1"/>
              </a:buClr>
              <a:buSzPts val="1600"/>
              <a:buFont typeface="IBM Plex Sans Medium"/>
              <a:buNone/>
              <a:defRPr sz="1600">
                <a:solidFill>
                  <a:schemeClr val="lt1"/>
                </a:solidFill>
                <a:latin typeface="IBM Plex Sans Medium"/>
                <a:ea typeface="IBM Plex Sans Medium"/>
                <a:cs typeface="IBM Plex Sans Medium"/>
                <a:sym typeface="IBM Plex Sans Medium"/>
              </a:defRPr>
            </a:lvl8pPr>
            <a:lvl9pPr lvl="8" algn="ctr" rtl="0">
              <a:lnSpc>
                <a:spcPct val="100000"/>
              </a:lnSpc>
              <a:spcBef>
                <a:spcPts val="0"/>
              </a:spcBef>
              <a:spcAft>
                <a:spcPts val="0"/>
              </a:spcAft>
              <a:buClr>
                <a:schemeClr val="lt1"/>
              </a:buClr>
              <a:buSzPts val="1600"/>
              <a:buFont typeface="IBM Plex Sans Medium"/>
              <a:buNone/>
              <a:defRPr sz="1600">
                <a:solidFill>
                  <a:schemeClr val="lt1"/>
                </a:solidFill>
                <a:latin typeface="IBM Plex Sans Medium"/>
                <a:ea typeface="IBM Plex Sans Medium"/>
                <a:cs typeface="IBM Plex Sans Medium"/>
                <a:sym typeface="IBM Plex Sans Medium"/>
              </a:defRPr>
            </a:lvl9pPr>
          </a:lstStyle>
          <a:p>
            <a:endParaRPr/>
          </a:p>
        </p:txBody>
      </p:sp>
      <p:sp>
        <p:nvSpPr>
          <p:cNvPr id="1123" name="Google Shape;1123;p96"/>
          <p:cNvSpPr txBox="1">
            <a:spLocks noGrp="1"/>
          </p:cNvSpPr>
          <p:nvPr>
            <p:ph type="body" idx="9"/>
          </p:nvPr>
        </p:nvSpPr>
        <p:spPr>
          <a:xfrm>
            <a:off x="1517025" y="2048027"/>
            <a:ext cx="1575300" cy="783000"/>
          </a:xfrm>
          <a:prstGeom prst="rect">
            <a:avLst/>
          </a:prstGeom>
        </p:spPr>
        <p:txBody>
          <a:bodyPr spcFirstLastPara="1" wrap="square" lIns="0" tIns="0" rIns="0" bIns="0" anchor="t" anchorCtr="0">
            <a:normAutofit/>
          </a:bodyPr>
          <a:lstStyle>
            <a:lvl1pPr marL="457200" lvl="0" indent="-298450" rtl="0">
              <a:spcBef>
                <a:spcPts val="0"/>
              </a:spcBef>
              <a:spcAft>
                <a:spcPts val="0"/>
              </a:spcAft>
              <a:buClr>
                <a:schemeClr val="lt1"/>
              </a:buClr>
              <a:buSzPts val="1100"/>
              <a:buChar char="■"/>
              <a:defRPr sz="1100">
                <a:solidFill>
                  <a:schemeClr val="lt1"/>
                </a:solidFill>
              </a:defRPr>
            </a:lvl1pPr>
            <a:lvl2pPr marL="914400" lvl="1" indent="-298450" rtl="0">
              <a:spcBef>
                <a:spcPts val="0"/>
              </a:spcBef>
              <a:spcAft>
                <a:spcPts val="0"/>
              </a:spcAft>
              <a:buClr>
                <a:schemeClr val="lt1"/>
              </a:buClr>
              <a:buSzPts val="1100"/>
              <a:buChar char="■"/>
              <a:defRPr sz="1100">
                <a:solidFill>
                  <a:schemeClr val="lt1"/>
                </a:solidFill>
              </a:defRPr>
            </a:lvl2pPr>
            <a:lvl3pPr marL="1371600" lvl="2" indent="-298450" rtl="0">
              <a:spcBef>
                <a:spcPts val="0"/>
              </a:spcBef>
              <a:spcAft>
                <a:spcPts val="0"/>
              </a:spcAft>
              <a:buSzPts val="1100"/>
              <a:buChar char="■"/>
              <a:defRPr sz="1100"/>
            </a:lvl3pPr>
            <a:lvl4pPr marL="1828800" lvl="3" indent="-298450" rtl="0">
              <a:spcBef>
                <a:spcPts val="0"/>
              </a:spcBef>
              <a:spcAft>
                <a:spcPts val="0"/>
              </a:spcAft>
              <a:buSzPts val="1100"/>
              <a:buChar char="●"/>
              <a:defRPr sz="1100"/>
            </a:lvl4pPr>
            <a:lvl5pPr marL="2286000" lvl="4" indent="-298450" rtl="0">
              <a:spcBef>
                <a:spcPts val="0"/>
              </a:spcBef>
              <a:spcAft>
                <a:spcPts val="0"/>
              </a:spcAft>
              <a:buSzPts val="1100"/>
              <a:buChar char="○"/>
              <a:defRPr sz="1100"/>
            </a:lvl5pPr>
            <a:lvl6pPr marL="2743200" lvl="5" indent="-298450" rtl="0">
              <a:spcBef>
                <a:spcPts val="0"/>
              </a:spcBef>
              <a:spcAft>
                <a:spcPts val="0"/>
              </a:spcAft>
              <a:buSzPts val="1100"/>
              <a:buChar char="■"/>
              <a:defRPr sz="1100"/>
            </a:lvl6pPr>
            <a:lvl7pPr marL="3200400" lvl="6" indent="-298450" rtl="0">
              <a:spcBef>
                <a:spcPts val="0"/>
              </a:spcBef>
              <a:spcAft>
                <a:spcPts val="0"/>
              </a:spcAft>
              <a:buSzPts val="1100"/>
              <a:buChar char="●"/>
              <a:defRPr sz="1100"/>
            </a:lvl7pPr>
            <a:lvl8pPr marL="3657600" lvl="7" indent="-298450" rtl="0">
              <a:spcBef>
                <a:spcPts val="0"/>
              </a:spcBef>
              <a:spcAft>
                <a:spcPts val="0"/>
              </a:spcAft>
              <a:buSzPts val="1100"/>
              <a:buChar char="○"/>
              <a:defRPr sz="1100"/>
            </a:lvl8pPr>
            <a:lvl9pPr marL="4114800" lvl="8" indent="-298450" rtl="0">
              <a:spcBef>
                <a:spcPts val="0"/>
              </a:spcBef>
              <a:spcAft>
                <a:spcPts val="0"/>
              </a:spcAft>
              <a:buSzPts val="1100"/>
              <a:buChar char="■"/>
              <a:defRPr sz="1100"/>
            </a:lvl9pPr>
          </a:lstStyle>
          <a:p>
            <a:endParaRPr/>
          </a:p>
        </p:txBody>
      </p:sp>
      <p:sp>
        <p:nvSpPr>
          <p:cNvPr id="1124" name="Google Shape;1124;p96"/>
          <p:cNvSpPr>
            <a:spLocks noGrp="1"/>
          </p:cNvSpPr>
          <p:nvPr>
            <p:ph type="pic" idx="13"/>
          </p:nvPr>
        </p:nvSpPr>
        <p:spPr>
          <a:xfrm>
            <a:off x="2034000" y="2986399"/>
            <a:ext cx="548700" cy="455700"/>
          </a:xfrm>
          <a:prstGeom prst="rect">
            <a:avLst/>
          </a:prstGeom>
          <a:noFill/>
          <a:ln>
            <a:noFill/>
          </a:ln>
        </p:spPr>
      </p:sp>
      <p:sp>
        <p:nvSpPr>
          <p:cNvPr id="1125" name="Google Shape;1125;p96"/>
          <p:cNvSpPr txBox="1">
            <a:spLocks noGrp="1"/>
          </p:cNvSpPr>
          <p:nvPr>
            <p:ph type="subTitle" idx="14"/>
          </p:nvPr>
        </p:nvSpPr>
        <p:spPr>
          <a:xfrm>
            <a:off x="1513350" y="3591658"/>
            <a:ext cx="1574700" cy="311400"/>
          </a:xfrm>
          <a:prstGeom prst="rect">
            <a:avLst/>
          </a:prstGeom>
        </p:spPr>
        <p:txBody>
          <a:bodyPr spcFirstLastPara="1" wrap="square" lIns="0" tIns="0" rIns="0" bIns="0" anchor="t" anchorCtr="0">
            <a:normAutofit/>
          </a:bodyPr>
          <a:lstStyle>
            <a:lvl1pPr lvl="0" algn="ctr" rtl="0">
              <a:lnSpc>
                <a:spcPct val="100000"/>
              </a:lnSpc>
              <a:spcBef>
                <a:spcPts val="0"/>
              </a:spcBef>
              <a:spcAft>
                <a:spcPts val="0"/>
              </a:spcAft>
              <a:buClr>
                <a:schemeClr val="lt1"/>
              </a:buClr>
              <a:buSzPts val="1600"/>
              <a:buNone/>
              <a:defRPr b="1">
                <a:solidFill>
                  <a:schemeClr val="lt1"/>
                </a:solidFill>
              </a:defRPr>
            </a:lvl1pPr>
            <a:lvl2pPr lvl="1" algn="ctr" rtl="0">
              <a:lnSpc>
                <a:spcPct val="100000"/>
              </a:lnSpc>
              <a:spcBef>
                <a:spcPts val="0"/>
              </a:spcBef>
              <a:spcAft>
                <a:spcPts val="0"/>
              </a:spcAft>
              <a:buClr>
                <a:schemeClr val="lt1"/>
              </a:buClr>
              <a:buSzPts val="1600"/>
              <a:buFont typeface="IBM Plex Sans Medium"/>
              <a:buNone/>
              <a:defRPr sz="1600">
                <a:solidFill>
                  <a:schemeClr val="lt1"/>
                </a:solidFill>
                <a:latin typeface="IBM Plex Sans Medium"/>
                <a:ea typeface="IBM Plex Sans Medium"/>
                <a:cs typeface="IBM Plex Sans Medium"/>
                <a:sym typeface="IBM Plex Sans Medium"/>
              </a:defRPr>
            </a:lvl2pPr>
            <a:lvl3pPr lvl="2" algn="ctr" rtl="0">
              <a:lnSpc>
                <a:spcPct val="100000"/>
              </a:lnSpc>
              <a:spcBef>
                <a:spcPts val="0"/>
              </a:spcBef>
              <a:spcAft>
                <a:spcPts val="0"/>
              </a:spcAft>
              <a:buClr>
                <a:schemeClr val="lt1"/>
              </a:buClr>
              <a:buSzPts val="1600"/>
              <a:buFont typeface="IBM Plex Sans Medium"/>
              <a:buNone/>
              <a:defRPr sz="1600">
                <a:solidFill>
                  <a:schemeClr val="lt1"/>
                </a:solidFill>
                <a:latin typeface="IBM Plex Sans Medium"/>
                <a:ea typeface="IBM Plex Sans Medium"/>
                <a:cs typeface="IBM Plex Sans Medium"/>
                <a:sym typeface="IBM Plex Sans Medium"/>
              </a:defRPr>
            </a:lvl3pPr>
            <a:lvl4pPr lvl="3" algn="ctr" rtl="0">
              <a:lnSpc>
                <a:spcPct val="100000"/>
              </a:lnSpc>
              <a:spcBef>
                <a:spcPts val="0"/>
              </a:spcBef>
              <a:spcAft>
                <a:spcPts val="0"/>
              </a:spcAft>
              <a:buClr>
                <a:schemeClr val="lt1"/>
              </a:buClr>
              <a:buSzPts val="1600"/>
              <a:buFont typeface="IBM Plex Sans Medium"/>
              <a:buNone/>
              <a:defRPr sz="1600">
                <a:solidFill>
                  <a:schemeClr val="lt1"/>
                </a:solidFill>
                <a:latin typeface="IBM Plex Sans Medium"/>
                <a:ea typeface="IBM Plex Sans Medium"/>
                <a:cs typeface="IBM Plex Sans Medium"/>
                <a:sym typeface="IBM Plex Sans Medium"/>
              </a:defRPr>
            </a:lvl4pPr>
            <a:lvl5pPr lvl="4" algn="ctr" rtl="0">
              <a:lnSpc>
                <a:spcPct val="100000"/>
              </a:lnSpc>
              <a:spcBef>
                <a:spcPts val="0"/>
              </a:spcBef>
              <a:spcAft>
                <a:spcPts val="0"/>
              </a:spcAft>
              <a:buClr>
                <a:schemeClr val="lt1"/>
              </a:buClr>
              <a:buSzPts val="1600"/>
              <a:buFont typeface="IBM Plex Sans Medium"/>
              <a:buNone/>
              <a:defRPr sz="1600">
                <a:solidFill>
                  <a:schemeClr val="lt1"/>
                </a:solidFill>
                <a:latin typeface="IBM Plex Sans Medium"/>
                <a:ea typeface="IBM Plex Sans Medium"/>
                <a:cs typeface="IBM Plex Sans Medium"/>
                <a:sym typeface="IBM Plex Sans Medium"/>
              </a:defRPr>
            </a:lvl5pPr>
            <a:lvl6pPr lvl="5" algn="ctr" rtl="0">
              <a:lnSpc>
                <a:spcPct val="100000"/>
              </a:lnSpc>
              <a:spcBef>
                <a:spcPts val="0"/>
              </a:spcBef>
              <a:spcAft>
                <a:spcPts val="0"/>
              </a:spcAft>
              <a:buClr>
                <a:schemeClr val="lt1"/>
              </a:buClr>
              <a:buSzPts val="1600"/>
              <a:buFont typeface="IBM Plex Sans Medium"/>
              <a:buNone/>
              <a:defRPr sz="1600">
                <a:solidFill>
                  <a:schemeClr val="lt1"/>
                </a:solidFill>
                <a:latin typeface="IBM Plex Sans Medium"/>
                <a:ea typeface="IBM Plex Sans Medium"/>
                <a:cs typeface="IBM Plex Sans Medium"/>
                <a:sym typeface="IBM Plex Sans Medium"/>
              </a:defRPr>
            </a:lvl6pPr>
            <a:lvl7pPr lvl="6" algn="ctr" rtl="0">
              <a:lnSpc>
                <a:spcPct val="100000"/>
              </a:lnSpc>
              <a:spcBef>
                <a:spcPts val="0"/>
              </a:spcBef>
              <a:spcAft>
                <a:spcPts val="0"/>
              </a:spcAft>
              <a:buClr>
                <a:schemeClr val="lt1"/>
              </a:buClr>
              <a:buSzPts val="1600"/>
              <a:buFont typeface="IBM Plex Sans Medium"/>
              <a:buNone/>
              <a:defRPr sz="1600">
                <a:solidFill>
                  <a:schemeClr val="lt1"/>
                </a:solidFill>
                <a:latin typeface="IBM Plex Sans Medium"/>
                <a:ea typeface="IBM Plex Sans Medium"/>
                <a:cs typeface="IBM Plex Sans Medium"/>
                <a:sym typeface="IBM Plex Sans Medium"/>
              </a:defRPr>
            </a:lvl7pPr>
            <a:lvl8pPr lvl="7" algn="ctr" rtl="0">
              <a:lnSpc>
                <a:spcPct val="100000"/>
              </a:lnSpc>
              <a:spcBef>
                <a:spcPts val="0"/>
              </a:spcBef>
              <a:spcAft>
                <a:spcPts val="0"/>
              </a:spcAft>
              <a:buClr>
                <a:schemeClr val="lt1"/>
              </a:buClr>
              <a:buSzPts val="1600"/>
              <a:buFont typeface="IBM Plex Sans Medium"/>
              <a:buNone/>
              <a:defRPr sz="1600">
                <a:solidFill>
                  <a:schemeClr val="lt1"/>
                </a:solidFill>
                <a:latin typeface="IBM Plex Sans Medium"/>
                <a:ea typeface="IBM Plex Sans Medium"/>
                <a:cs typeface="IBM Plex Sans Medium"/>
                <a:sym typeface="IBM Plex Sans Medium"/>
              </a:defRPr>
            </a:lvl8pPr>
            <a:lvl9pPr lvl="8" algn="ctr" rtl="0">
              <a:lnSpc>
                <a:spcPct val="100000"/>
              </a:lnSpc>
              <a:spcBef>
                <a:spcPts val="0"/>
              </a:spcBef>
              <a:spcAft>
                <a:spcPts val="0"/>
              </a:spcAft>
              <a:buClr>
                <a:schemeClr val="lt1"/>
              </a:buClr>
              <a:buSzPts val="1600"/>
              <a:buFont typeface="IBM Plex Sans Medium"/>
              <a:buNone/>
              <a:defRPr sz="1600">
                <a:solidFill>
                  <a:schemeClr val="lt1"/>
                </a:solidFill>
                <a:latin typeface="IBM Plex Sans Medium"/>
                <a:ea typeface="IBM Plex Sans Medium"/>
                <a:cs typeface="IBM Plex Sans Medium"/>
                <a:sym typeface="IBM Plex Sans Medium"/>
              </a:defRPr>
            </a:lvl9pPr>
          </a:lstStyle>
          <a:p>
            <a:endParaRPr/>
          </a:p>
        </p:txBody>
      </p:sp>
      <p:sp>
        <p:nvSpPr>
          <p:cNvPr id="1126" name="Google Shape;1126;p96"/>
          <p:cNvSpPr txBox="1">
            <a:spLocks noGrp="1"/>
          </p:cNvSpPr>
          <p:nvPr>
            <p:ph type="body" idx="15"/>
          </p:nvPr>
        </p:nvSpPr>
        <p:spPr>
          <a:xfrm>
            <a:off x="1520700" y="3890202"/>
            <a:ext cx="1575300" cy="783000"/>
          </a:xfrm>
          <a:prstGeom prst="rect">
            <a:avLst/>
          </a:prstGeom>
        </p:spPr>
        <p:txBody>
          <a:bodyPr spcFirstLastPara="1" wrap="square" lIns="0" tIns="0" rIns="0" bIns="0" anchor="t" anchorCtr="0">
            <a:normAutofit/>
          </a:bodyPr>
          <a:lstStyle>
            <a:lvl1pPr marL="457200" lvl="0" indent="-298450" rtl="0">
              <a:spcBef>
                <a:spcPts val="0"/>
              </a:spcBef>
              <a:spcAft>
                <a:spcPts val="0"/>
              </a:spcAft>
              <a:buClr>
                <a:schemeClr val="lt1"/>
              </a:buClr>
              <a:buSzPts val="1100"/>
              <a:buChar char="■"/>
              <a:defRPr sz="1100">
                <a:solidFill>
                  <a:schemeClr val="lt1"/>
                </a:solidFill>
              </a:defRPr>
            </a:lvl1pPr>
            <a:lvl2pPr marL="914400" lvl="1" indent="-298450" rtl="0">
              <a:spcBef>
                <a:spcPts val="0"/>
              </a:spcBef>
              <a:spcAft>
                <a:spcPts val="0"/>
              </a:spcAft>
              <a:buClr>
                <a:schemeClr val="lt1"/>
              </a:buClr>
              <a:buSzPts val="1100"/>
              <a:buChar char="■"/>
              <a:defRPr sz="1100">
                <a:solidFill>
                  <a:schemeClr val="lt1"/>
                </a:solidFill>
              </a:defRPr>
            </a:lvl2pPr>
            <a:lvl3pPr marL="1371600" lvl="2" indent="-298450" rtl="0">
              <a:spcBef>
                <a:spcPts val="0"/>
              </a:spcBef>
              <a:spcAft>
                <a:spcPts val="0"/>
              </a:spcAft>
              <a:buSzPts val="1100"/>
              <a:buChar char="■"/>
              <a:defRPr sz="1100"/>
            </a:lvl3pPr>
            <a:lvl4pPr marL="1828800" lvl="3" indent="-298450" rtl="0">
              <a:spcBef>
                <a:spcPts val="0"/>
              </a:spcBef>
              <a:spcAft>
                <a:spcPts val="0"/>
              </a:spcAft>
              <a:buSzPts val="1100"/>
              <a:buChar char="●"/>
              <a:defRPr sz="1100"/>
            </a:lvl4pPr>
            <a:lvl5pPr marL="2286000" lvl="4" indent="-298450" rtl="0">
              <a:spcBef>
                <a:spcPts val="0"/>
              </a:spcBef>
              <a:spcAft>
                <a:spcPts val="0"/>
              </a:spcAft>
              <a:buSzPts val="1100"/>
              <a:buChar char="○"/>
              <a:defRPr sz="1100"/>
            </a:lvl5pPr>
            <a:lvl6pPr marL="2743200" lvl="5" indent="-298450" rtl="0">
              <a:spcBef>
                <a:spcPts val="0"/>
              </a:spcBef>
              <a:spcAft>
                <a:spcPts val="0"/>
              </a:spcAft>
              <a:buSzPts val="1100"/>
              <a:buChar char="■"/>
              <a:defRPr sz="1100"/>
            </a:lvl6pPr>
            <a:lvl7pPr marL="3200400" lvl="6" indent="-298450" rtl="0">
              <a:spcBef>
                <a:spcPts val="0"/>
              </a:spcBef>
              <a:spcAft>
                <a:spcPts val="0"/>
              </a:spcAft>
              <a:buSzPts val="1100"/>
              <a:buChar char="●"/>
              <a:defRPr sz="1100"/>
            </a:lvl7pPr>
            <a:lvl8pPr marL="3657600" lvl="7" indent="-298450" rtl="0">
              <a:spcBef>
                <a:spcPts val="0"/>
              </a:spcBef>
              <a:spcAft>
                <a:spcPts val="0"/>
              </a:spcAft>
              <a:buSzPts val="1100"/>
              <a:buChar char="○"/>
              <a:defRPr sz="1100"/>
            </a:lvl8pPr>
            <a:lvl9pPr marL="4114800" lvl="8" indent="-298450" rtl="0">
              <a:spcBef>
                <a:spcPts val="0"/>
              </a:spcBef>
              <a:spcAft>
                <a:spcPts val="0"/>
              </a:spcAft>
              <a:buSzPts val="1100"/>
              <a:buChar char="■"/>
              <a:defRPr sz="1100"/>
            </a:lvl9pPr>
          </a:lstStyle>
          <a:p>
            <a:endParaRPr/>
          </a:p>
        </p:txBody>
      </p:sp>
      <p:sp>
        <p:nvSpPr>
          <p:cNvPr id="1127" name="Google Shape;1127;p96"/>
          <p:cNvSpPr>
            <a:spLocks noGrp="1"/>
          </p:cNvSpPr>
          <p:nvPr>
            <p:ph type="pic" idx="16"/>
          </p:nvPr>
        </p:nvSpPr>
        <p:spPr>
          <a:xfrm>
            <a:off x="6583350" y="1144224"/>
            <a:ext cx="548700" cy="455700"/>
          </a:xfrm>
          <a:prstGeom prst="rect">
            <a:avLst/>
          </a:prstGeom>
          <a:noFill/>
          <a:ln>
            <a:noFill/>
          </a:ln>
        </p:spPr>
      </p:sp>
      <p:sp>
        <p:nvSpPr>
          <p:cNvPr id="1128" name="Google Shape;1128;p96"/>
          <p:cNvSpPr txBox="1">
            <a:spLocks noGrp="1"/>
          </p:cNvSpPr>
          <p:nvPr>
            <p:ph type="subTitle" idx="17"/>
          </p:nvPr>
        </p:nvSpPr>
        <p:spPr>
          <a:xfrm>
            <a:off x="6062700" y="1749483"/>
            <a:ext cx="1574700" cy="311400"/>
          </a:xfrm>
          <a:prstGeom prst="rect">
            <a:avLst/>
          </a:prstGeom>
        </p:spPr>
        <p:txBody>
          <a:bodyPr spcFirstLastPara="1" wrap="square" lIns="0" tIns="0" rIns="0" bIns="0" anchor="t" anchorCtr="0">
            <a:normAutofit/>
          </a:bodyPr>
          <a:lstStyle>
            <a:lvl1pPr lvl="0" algn="ctr" rtl="0">
              <a:lnSpc>
                <a:spcPct val="100000"/>
              </a:lnSpc>
              <a:spcBef>
                <a:spcPts val="0"/>
              </a:spcBef>
              <a:spcAft>
                <a:spcPts val="0"/>
              </a:spcAft>
              <a:buClr>
                <a:schemeClr val="lt1"/>
              </a:buClr>
              <a:buSzPts val="1600"/>
              <a:buNone/>
              <a:defRPr b="1">
                <a:solidFill>
                  <a:schemeClr val="lt1"/>
                </a:solidFill>
              </a:defRPr>
            </a:lvl1pPr>
            <a:lvl2pPr lvl="1" algn="ctr" rtl="0">
              <a:lnSpc>
                <a:spcPct val="100000"/>
              </a:lnSpc>
              <a:spcBef>
                <a:spcPts val="0"/>
              </a:spcBef>
              <a:spcAft>
                <a:spcPts val="0"/>
              </a:spcAft>
              <a:buClr>
                <a:schemeClr val="lt1"/>
              </a:buClr>
              <a:buSzPts val="1600"/>
              <a:buFont typeface="IBM Plex Sans Medium"/>
              <a:buNone/>
              <a:defRPr sz="1600">
                <a:solidFill>
                  <a:schemeClr val="lt1"/>
                </a:solidFill>
                <a:latin typeface="IBM Plex Sans Medium"/>
                <a:ea typeface="IBM Plex Sans Medium"/>
                <a:cs typeface="IBM Plex Sans Medium"/>
                <a:sym typeface="IBM Plex Sans Medium"/>
              </a:defRPr>
            </a:lvl2pPr>
            <a:lvl3pPr lvl="2" algn="ctr" rtl="0">
              <a:lnSpc>
                <a:spcPct val="100000"/>
              </a:lnSpc>
              <a:spcBef>
                <a:spcPts val="0"/>
              </a:spcBef>
              <a:spcAft>
                <a:spcPts val="0"/>
              </a:spcAft>
              <a:buClr>
                <a:schemeClr val="lt1"/>
              </a:buClr>
              <a:buSzPts val="1600"/>
              <a:buFont typeface="IBM Plex Sans Medium"/>
              <a:buNone/>
              <a:defRPr sz="1600">
                <a:solidFill>
                  <a:schemeClr val="lt1"/>
                </a:solidFill>
                <a:latin typeface="IBM Plex Sans Medium"/>
                <a:ea typeface="IBM Plex Sans Medium"/>
                <a:cs typeface="IBM Plex Sans Medium"/>
                <a:sym typeface="IBM Plex Sans Medium"/>
              </a:defRPr>
            </a:lvl3pPr>
            <a:lvl4pPr lvl="3" algn="ctr" rtl="0">
              <a:lnSpc>
                <a:spcPct val="100000"/>
              </a:lnSpc>
              <a:spcBef>
                <a:spcPts val="0"/>
              </a:spcBef>
              <a:spcAft>
                <a:spcPts val="0"/>
              </a:spcAft>
              <a:buClr>
                <a:schemeClr val="lt1"/>
              </a:buClr>
              <a:buSzPts val="1600"/>
              <a:buFont typeface="IBM Plex Sans Medium"/>
              <a:buNone/>
              <a:defRPr sz="1600">
                <a:solidFill>
                  <a:schemeClr val="lt1"/>
                </a:solidFill>
                <a:latin typeface="IBM Plex Sans Medium"/>
                <a:ea typeface="IBM Plex Sans Medium"/>
                <a:cs typeface="IBM Plex Sans Medium"/>
                <a:sym typeface="IBM Plex Sans Medium"/>
              </a:defRPr>
            </a:lvl4pPr>
            <a:lvl5pPr lvl="4" algn="ctr" rtl="0">
              <a:lnSpc>
                <a:spcPct val="100000"/>
              </a:lnSpc>
              <a:spcBef>
                <a:spcPts val="0"/>
              </a:spcBef>
              <a:spcAft>
                <a:spcPts val="0"/>
              </a:spcAft>
              <a:buClr>
                <a:schemeClr val="lt1"/>
              </a:buClr>
              <a:buSzPts val="1600"/>
              <a:buFont typeface="IBM Plex Sans Medium"/>
              <a:buNone/>
              <a:defRPr sz="1600">
                <a:solidFill>
                  <a:schemeClr val="lt1"/>
                </a:solidFill>
                <a:latin typeface="IBM Plex Sans Medium"/>
                <a:ea typeface="IBM Plex Sans Medium"/>
                <a:cs typeface="IBM Plex Sans Medium"/>
                <a:sym typeface="IBM Plex Sans Medium"/>
              </a:defRPr>
            </a:lvl5pPr>
            <a:lvl6pPr lvl="5" algn="ctr" rtl="0">
              <a:lnSpc>
                <a:spcPct val="100000"/>
              </a:lnSpc>
              <a:spcBef>
                <a:spcPts val="0"/>
              </a:spcBef>
              <a:spcAft>
                <a:spcPts val="0"/>
              </a:spcAft>
              <a:buClr>
                <a:schemeClr val="lt1"/>
              </a:buClr>
              <a:buSzPts val="1600"/>
              <a:buFont typeface="IBM Plex Sans Medium"/>
              <a:buNone/>
              <a:defRPr sz="1600">
                <a:solidFill>
                  <a:schemeClr val="lt1"/>
                </a:solidFill>
                <a:latin typeface="IBM Plex Sans Medium"/>
                <a:ea typeface="IBM Plex Sans Medium"/>
                <a:cs typeface="IBM Plex Sans Medium"/>
                <a:sym typeface="IBM Plex Sans Medium"/>
              </a:defRPr>
            </a:lvl6pPr>
            <a:lvl7pPr lvl="6" algn="ctr" rtl="0">
              <a:lnSpc>
                <a:spcPct val="100000"/>
              </a:lnSpc>
              <a:spcBef>
                <a:spcPts val="0"/>
              </a:spcBef>
              <a:spcAft>
                <a:spcPts val="0"/>
              </a:spcAft>
              <a:buClr>
                <a:schemeClr val="lt1"/>
              </a:buClr>
              <a:buSzPts val="1600"/>
              <a:buFont typeface="IBM Plex Sans Medium"/>
              <a:buNone/>
              <a:defRPr sz="1600">
                <a:solidFill>
                  <a:schemeClr val="lt1"/>
                </a:solidFill>
                <a:latin typeface="IBM Plex Sans Medium"/>
                <a:ea typeface="IBM Plex Sans Medium"/>
                <a:cs typeface="IBM Plex Sans Medium"/>
                <a:sym typeface="IBM Plex Sans Medium"/>
              </a:defRPr>
            </a:lvl7pPr>
            <a:lvl8pPr lvl="7" algn="ctr" rtl="0">
              <a:lnSpc>
                <a:spcPct val="100000"/>
              </a:lnSpc>
              <a:spcBef>
                <a:spcPts val="0"/>
              </a:spcBef>
              <a:spcAft>
                <a:spcPts val="0"/>
              </a:spcAft>
              <a:buClr>
                <a:schemeClr val="lt1"/>
              </a:buClr>
              <a:buSzPts val="1600"/>
              <a:buFont typeface="IBM Plex Sans Medium"/>
              <a:buNone/>
              <a:defRPr sz="1600">
                <a:solidFill>
                  <a:schemeClr val="lt1"/>
                </a:solidFill>
                <a:latin typeface="IBM Plex Sans Medium"/>
                <a:ea typeface="IBM Plex Sans Medium"/>
                <a:cs typeface="IBM Plex Sans Medium"/>
                <a:sym typeface="IBM Plex Sans Medium"/>
              </a:defRPr>
            </a:lvl8pPr>
            <a:lvl9pPr lvl="8" algn="ctr" rtl="0">
              <a:lnSpc>
                <a:spcPct val="100000"/>
              </a:lnSpc>
              <a:spcBef>
                <a:spcPts val="0"/>
              </a:spcBef>
              <a:spcAft>
                <a:spcPts val="0"/>
              </a:spcAft>
              <a:buClr>
                <a:schemeClr val="lt1"/>
              </a:buClr>
              <a:buSzPts val="1600"/>
              <a:buFont typeface="IBM Plex Sans Medium"/>
              <a:buNone/>
              <a:defRPr sz="1600">
                <a:solidFill>
                  <a:schemeClr val="lt1"/>
                </a:solidFill>
                <a:latin typeface="IBM Plex Sans Medium"/>
                <a:ea typeface="IBM Plex Sans Medium"/>
                <a:cs typeface="IBM Plex Sans Medium"/>
                <a:sym typeface="IBM Plex Sans Medium"/>
              </a:defRPr>
            </a:lvl9pPr>
          </a:lstStyle>
          <a:p>
            <a:endParaRPr/>
          </a:p>
        </p:txBody>
      </p:sp>
      <p:sp>
        <p:nvSpPr>
          <p:cNvPr id="1129" name="Google Shape;1129;p96"/>
          <p:cNvSpPr txBox="1">
            <a:spLocks noGrp="1"/>
          </p:cNvSpPr>
          <p:nvPr>
            <p:ph type="body" idx="18"/>
          </p:nvPr>
        </p:nvSpPr>
        <p:spPr>
          <a:xfrm>
            <a:off x="6070050" y="2048027"/>
            <a:ext cx="1575300" cy="783000"/>
          </a:xfrm>
          <a:prstGeom prst="rect">
            <a:avLst/>
          </a:prstGeom>
        </p:spPr>
        <p:txBody>
          <a:bodyPr spcFirstLastPara="1" wrap="square" lIns="0" tIns="0" rIns="0" bIns="0" anchor="t" anchorCtr="0">
            <a:normAutofit/>
          </a:bodyPr>
          <a:lstStyle>
            <a:lvl1pPr marL="457200" lvl="0" indent="-298450" rtl="0">
              <a:spcBef>
                <a:spcPts val="0"/>
              </a:spcBef>
              <a:spcAft>
                <a:spcPts val="0"/>
              </a:spcAft>
              <a:buClr>
                <a:schemeClr val="lt1"/>
              </a:buClr>
              <a:buSzPts val="1100"/>
              <a:buChar char="■"/>
              <a:defRPr sz="1100">
                <a:solidFill>
                  <a:schemeClr val="lt1"/>
                </a:solidFill>
              </a:defRPr>
            </a:lvl1pPr>
            <a:lvl2pPr marL="914400" lvl="1" indent="-298450" rtl="0">
              <a:spcBef>
                <a:spcPts val="0"/>
              </a:spcBef>
              <a:spcAft>
                <a:spcPts val="0"/>
              </a:spcAft>
              <a:buClr>
                <a:schemeClr val="lt1"/>
              </a:buClr>
              <a:buSzPts val="1100"/>
              <a:buChar char="■"/>
              <a:defRPr sz="1100">
                <a:solidFill>
                  <a:schemeClr val="lt1"/>
                </a:solidFill>
              </a:defRPr>
            </a:lvl2pPr>
            <a:lvl3pPr marL="1371600" lvl="2" indent="-298450" rtl="0">
              <a:spcBef>
                <a:spcPts val="0"/>
              </a:spcBef>
              <a:spcAft>
                <a:spcPts val="0"/>
              </a:spcAft>
              <a:buSzPts val="1100"/>
              <a:buChar char="■"/>
              <a:defRPr sz="1100"/>
            </a:lvl3pPr>
            <a:lvl4pPr marL="1828800" lvl="3" indent="-298450" rtl="0">
              <a:spcBef>
                <a:spcPts val="0"/>
              </a:spcBef>
              <a:spcAft>
                <a:spcPts val="0"/>
              </a:spcAft>
              <a:buSzPts val="1100"/>
              <a:buChar char="●"/>
              <a:defRPr sz="1100"/>
            </a:lvl4pPr>
            <a:lvl5pPr marL="2286000" lvl="4" indent="-298450" rtl="0">
              <a:spcBef>
                <a:spcPts val="0"/>
              </a:spcBef>
              <a:spcAft>
                <a:spcPts val="0"/>
              </a:spcAft>
              <a:buSzPts val="1100"/>
              <a:buChar char="○"/>
              <a:defRPr sz="1100"/>
            </a:lvl5pPr>
            <a:lvl6pPr marL="2743200" lvl="5" indent="-298450" rtl="0">
              <a:spcBef>
                <a:spcPts val="0"/>
              </a:spcBef>
              <a:spcAft>
                <a:spcPts val="0"/>
              </a:spcAft>
              <a:buSzPts val="1100"/>
              <a:buChar char="■"/>
              <a:defRPr sz="1100"/>
            </a:lvl6pPr>
            <a:lvl7pPr marL="3200400" lvl="6" indent="-298450" rtl="0">
              <a:spcBef>
                <a:spcPts val="0"/>
              </a:spcBef>
              <a:spcAft>
                <a:spcPts val="0"/>
              </a:spcAft>
              <a:buSzPts val="1100"/>
              <a:buChar char="●"/>
              <a:defRPr sz="1100"/>
            </a:lvl7pPr>
            <a:lvl8pPr marL="3657600" lvl="7" indent="-298450" rtl="0">
              <a:spcBef>
                <a:spcPts val="0"/>
              </a:spcBef>
              <a:spcAft>
                <a:spcPts val="0"/>
              </a:spcAft>
              <a:buSzPts val="1100"/>
              <a:buChar char="○"/>
              <a:defRPr sz="1100"/>
            </a:lvl8pPr>
            <a:lvl9pPr marL="4114800" lvl="8" indent="-298450" rtl="0">
              <a:spcBef>
                <a:spcPts val="0"/>
              </a:spcBef>
              <a:spcAft>
                <a:spcPts val="0"/>
              </a:spcAft>
              <a:buSzPts val="1100"/>
              <a:buChar char="■"/>
              <a:defRPr sz="1100"/>
            </a:lvl9pPr>
          </a:lstStyle>
          <a:p>
            <a:endParaRPr/>
          </a:p>
        </p:txBody>
      </p:sp>
      <p:sp>
        <p:nvSpPr>
          <p:cNvPr id="1130" name="Google Shape;1130;p96"/>
          <p:cNvSpPr>
            <a:spLocks noGrp="1"/>
          </p:cNvSpPr>
          <p:nvPr>
            <p:ph type="pic" idx="19"/>
          </p:nvPr>
        </p:nvSpPr>
        <p:spPr>
          <a:xfrm>
            <a:off x="6587025" y="2986399"/>
            <a:ext cx="548700" cy="455700"/>
          </a:xfrm>
          <a:prstGeom prst="rect">
            <a:avLst/>
          </a:prstGeom>
          <a:noFill/>
          <a:ln>
            <a:noFill/>
          </a:ln>
        </p:spPr>
      </p:sp>
      <p:sp>
        <p:nvSpPr>
          <p:cNvPr id="1131" name="Google Shape;1131;p96"/>
          <p:cNvSpPr txBox="1">
            <a:spLocks noGrp="1"/>
          </p:cNvSpPr>
          <p:nvPr>
            <p:ph type="subTitle" idx="20"/>
          </p:nvPr>
        </p:nvSpPr>
        <p:spPr>
          <a:xfrm>
            <a:off x="6066375" y="3591658"/>
            <a:ext cx="1574700" cy="311400"/>
          </a:xfrm>
          <a:prstGeom prst="rect">
            <a:avLst/>
          </a:prstGeom>
        </p:spPr>
        <p:txBody>
          <a:bodyPr spcFirstLastPara="1" wrap="square" lIns="0" tIns="0" rIns="0" bIns="0" anchor="t" anchorCtr="0">
            <a:normAutofit/>
          </a:bodyPr>
          <a:lstStyle>
            <a:lvl1pPr lvl="0" algn="ctr" rtl="0">
              <a:lnSpc>
                <a:spcPct val="100000"/>
              </a:lnSpc>
              <a:spcBef>
                <a:spcPts val="0"/>
              </a:spcBef>
              <a:spcAft>
                <a:spcPts val="0"/>
              </a:spcAft>
              <a:buClr>
                <a:schemeClr val="lt1"/>
              </a:buClr>
              <a:buSzPts val="1600"/>
              <a:buNone/>
              <a:defRPr b="1">
                <a:solidFill>
                  <a:schemeClr val="lt1"/>
                </a:solidFill>
              </a:defRPr>
            </a:lvl1pPr>
            <a:lvl2pPr lvl="1" algn="ctr" rtl="0">
              <a:lnSpc>
                <a:spcPct val="100000"/>
              </a:lnSpc>
              <a:spcBef>
                <a:spcPts val="0"/>
              </a:spcBef>
              <a:spcAft>
                <a:spcPts val="0"/>
              </a:spcAft>
              <a:buClr>
                <a:schemeClr val="lt1"/>
              </a:buClr>
              <a:buSzPts val="1600"/>
              <a:buFont typeface="IBM Plex Sans Medium"/>
              <a:buNone/>
              <a:defRPr sz="1600">
                <a:solidFill>
                  <a:schemeClr val="lt1"/>
                </a:solidFill>
                <a:latin typeface="IBM Plex Sans Medium"/>
                <a:ea typeface="IBM Plex Sans Medium"/>
                <a:cs typeface="IBM Plex Sans Medium"/>
                <a:sym typeface="IBM Plex Sans Medium"/>
              </a:defRPr>
            </a:lvl2pPr>
            <a:lvl3pPr lvl="2" algn="ctr" rtl="0">
              <a:lnSpc>
                <a:spcPct val="100000"/>
              </a:lnSpc>
              <a:spcBef>
                <a:spcPts val="0"/>
              </a:spcBef>
              <a:spcAft>
                <a:spcPts val="0"/>
              </a:spcAft>
              <a:buClr>
                <a:schemeClr val="lt1"/>
              </a:buClr>
              <a:buSzPts val="1600"/>
              <a:buFont typeface="IBM Plex Sans Medium"/>
              <a:buNone/>
              <a:defRPr sz="1600">
                <a:solidFill>
                  <a:schemeClr val="lt1"/>
                </a:solidFill>
                <a:latin typeface="IBM Plex Sans Medium"/>
                <a:ea typeface="IBM Plex Sans Medium"/>
                <a:cs typeface="IBM Plex Sans Medium"/>
                <a:sym typeface="IBM Plex Sans Medium"/>
              </a:defRPr>
            </a:lvl3pPr>
            <a:lvl4pPr lvl="3" algn="ctr" rtl="0">
              <a:lnSpc>
                <a:spcPct val="100000"/>
              </a:lnSpc>
              <a:spcBef>
                <a:spcPts val="0"/>
              </a:spcBef>
              <a:spcAft>
                <a:spcPts val="0"/>
              </a:spcAft>
              <a:buClr>
                <a:schemeClr val="lt1"/>
              </a:buClr>
              <a:buSzPts val="1600"/>
              <a:buFont typeface="IBM Plex Sans Medium"/>
              <a:buNone/>
              <a:defRPr sz="1600">
                <a:solidFill>
                  <a:schemeClr val="lt1"/>
                </a:solidFill>
                <a:latin typeface="IBM Plex Sans Medium"/>
                <a:ea typeface="IBM Plex Sans Medium"/>
                <a:cs typeface="IBM Plex Sans Medium"/>
                <a:sym typeface="IBM Plex Sans Medium"/>
              </a:defRPr>
            </a:lvl4pPr>
            <a:lvl5pPr lvl="4" algn="ctr" rtl="0">
              <a:lnSpc>
                <a:spcPct val="100000"/>
              </a:lnSpc>
              <a:spcBef>
                <a:spcPts val="0"/>
              </a:spcBef>
              <a:spcAft>
                <a:spcPts val="0"/>
              </a:spcAft>
              <a:buClr>
                <a:schemeClr val="lt1"/>
              </a:buClr>
              <a:buSzPts val="1600"/>
              <a:buFont typeface="IBM Plex Sans Medium"/>
              <a:buNone/>
              <a:defRPr sz="1600">
                <a:solidFill>
                  <a:schemeClr val="lt1"/>
                </a:solidFill>
                <a:latin typeface="IBM Plex Sans Medium"/>
                <a:ea typeface="IBM Plex Sans Medium"/>
                <a:cs typeface="IBM Plex Sans Medium"/>
                <a:sym typeface="IBM Plex Sans Medium"/>
              </a:defRPr>
            </a:lvl5pPr>
            <a:lvl6pPr lvl="5" algn="ctr" rtl="0">
              <a:lnSpc>
                <a:spcPct val="100000"/>
              </a:lnSpc>
              <a:spcBef>
                <a:spcPts val="0"/>
              </a:spcBef>
              <a:spcAft>
                <a:spcPts val="0"/>
              </a:spcAft>
              <a:buClr>
                <a:schemeClr val="lt1"/>
              </a:buClr>
              <a:buSzPts val="1600"/>
              <a:buFont typeface="IBM Plex Sans Medium"/>
              <a:buNone/>
              <a:defRPr sz="1600">
                <a:solidFill>
                  <a:schemeClr val="lt1"/>
                </a:solidFill>
                <a:latin typeface="IBM Plex Sans Medium"/>
                <a:ea typeface="IBM Plex Sans Medium"/>
                <a:cs typeface="IBM Plex Sans Medium"/>
                <a:sym typeface="IBM Plex Sans Medium"/>
              </a:defRPr>
            </a:lvl6pPr>
            <a:lvl7pPr lvl="6" algn="ctr" rtl="0">
              <a:lnSpc>
                <a:spcPct val="100000"/>
              </a:lnSpc>
              <a:spcBef>
                <a:spcPts val="0"/>
              </a:spcBef>
              <a:spcAft>
                <a:spcPts val="0"/>
              </a:spcAft>
              <a:buClr>
                <a:schemeClr val="lt1"/>
              </a:buClr>
              <a:buSzPts val="1600"/>
              <a:buFont typeface="IBM Plex Sans Medium"/>
              <a:buNone/>
              <a:defRPr sz="1600">
                <a:solidFill>
                  <a:schemeClr val="lt1"/>
                </a:solidFill>
                <a:latin typeface="IBM Plex Sans Medium"/>
                <a:ea typeface="IBM Plex Sans Medium"/>
                <a:cs typeface="IBM Plex Sans Medium"/>
                <a:sym typeface="IBM Plex Sans Medium"/>
              </a:defRPr>
            </a:lvl7pPr>
            <a:lvl8pPr lvl="7" algn="ctr" rtl="0">
              <a:lnSpc>
                <a:spcPct val="100000"/>
              </a:lnSpc>
              <a:spcBef>
                <a:spcPts val="0"/>
              </a:spcBef>
              <a:spcAft>
                <a:spcPts val="0"/>
              </a:spcAft>
              <a:buClr>
                <a:schemeClr val="lt1"/>
              </a:buClr>
              <a:buSzPts val="1600"/>
              <a:buFont typeface="IBM Plex Sans Medium"/>
              <a:buNone/>
              <a:defRPr sz="1600">
                <a:solidFill>
                  <a:schemeClr val="lt1"/>
                </a:solidFill>
                <a:latin typeface="IBM Plex Sans Medium"/>
                <a:ea typeface="IBM Plex Sans Medium"/>
                <a:cs typeface="IBM Plex Sans Medium"/>
                <a:sym typeface="IBM Plex Sans Medium"/>
              </a:defRPr>
            </a:lvl8pPr>
            <a:lvl9pPr lvl="8" algn="ctr" rtl="0">
              <a:lnSpc>
                <a:spcPct val="100000"/>
              </a:lnSpc>
              <a:spcBef>
                <a:spcPts val="0"/>
              </a:spcBef>
              <a:spcAft>
                <a:spcPts val="0"/>
              </a:spcAft>
              <a:buClr>
                <a:schemeClr val="lt1"/>
              </a:buClr>
              <a:buSzPts val="1600"/>
              <a:buFont typeface="IBM Plex Sans Medium"/>
              <a:buNone/>
              <a:defRPr sz="1600">
                <a:solidFill>
                  <a:schemeClr val="lt1"/>
                </a:solidFill>
                <a:latin typeface="IBM Plex Sans Medium"/>
                <a:ea typeface="IBM Plex Sans Medium"/>
                <a:cs typeface="IBM Plex Sans Medium"/>
                <a:sym typeface="IBM Plex Sans Medium"/>
              </a:defRPr>
            </a:lvl9pPr>
          </a:lstStyle>
          <a:p>
            <a:endParaRPr/>
          </a:p>
        </p:txBody>
      </p:sp>
      <p:sp>
        <p:nvSpPr>
          <p:cNvPr id="1132" name="Google Shape;1132;p96"/>
          <p:cNvSpPr txBox="1">
            <a:spLocks noGrp="1"/>
          </p:cNvSpPr>
          <p:nvPr>
            <p:ph type="body" idx="21"/>
          </p:nvPr>
        </p:nvSpPr>
        <p:spPr>
          <a:xfrm>
            <a:off x="6073725" y="3890202"/>
            <a:ext cx="1575300" cy="783000"/>
          </a:xfrm>
          <a:prstGeom prst="rect">
            <a:avLst/>
          </a:prstGeom>
        </p:spPr>
        <p:txBody>
          <a:bodyPr spcFirstLastPara="1" wrap="square" lIns="0" tIns="0" rIns="0" bIns="0" anchor="t" anchorCtr="0">
            <a:normAutofit/>
          </a:bodyPr>
          <a:lstStyle>
            <a:lvl1pPr marL="457200" lvl="0" indent="-298450" rtl="0">
              <a:spcBef>
                <a:spcPts val="0"/>
              </a:spcBef>
              <a:spcAft>
                <a:spcPts val="0"/>
              </a:spcAft>
              <a:buClr>
                <a:schemeClr val="lt1"/>
              </a:buClr>
              <a:buSzPts val="1100"/>
              <a:buChar char="■"/>
              <a:defRPr sz="1100">
                <a:solidFill>
                  <a:schemeClr val="lt1"/>
                </a:solidFill>
              </a:defRPr>
            </a:lvl1pPr>
            <a:lvl2pPr marL="914400" lvl="1" indent="-298450" rtl="0">
              <a:spcBef>
                <a:spcPts val="0"/>
              </a:spcBef>
              <a:spcAft>
                <a:spcPts val="0"/>
              </a:spcAft>
              <a:buClr>
                <a:schemeClr val="lt1"/>
              </a:buClr>
              <a:buSzPts val="1100"/>
              <a:buChar char="■"/>
              <a:defRPr sz="1100">
                <a:solidFill>
                  <a:schemeClr val="lt1"/>
                </a:solidFill>
              </a:defRPr>
            </a:lvl2pPr>
            <a:lvl3pPr marL="1371600" lvl="2" indent="-298450" rtl="0">
              <a:spcBef>
                <a:spcPts val="0"/>
              </a:spcBef>
              <a:spcAft>
                <a:spcPts val="0"/>
              </a:spcAft>
              <a:buSzPts val="1100"/>
              <a:buChar char="■"/>
              <a:defRPr sz="1100"/>
            </a:lvl3pPr>
            <a:lvl4pPr marL="1828800" lvl="3" indent="-298450" rtl="0">
              <a:spcBef>
                <a:spcPts val="0"/>
              </a:spcBef>
              <a:spcAft>
                <a:spcPts val="0"/>
              </a:spcAft>
              <a:buSzPts val="1100"/>
              <a:buChar char="●"/>
              <a:defRPr sz="1100"/>
            </a:lvl4pPr>
            <a:lvl5pPr marL="2286000" lvl="4" indent="-298450" rtl="0">
              <a:spcBef>
                <a:spcPts val="0"/>
              </a:spcBef>
              <a:spcAft>
                <a:spcPts val="0"/>
              </a:spcAft>
              <a:buSzPts val="1100"/>
              <a:buChar char="○"/>
              <a:defRPr sz="1100"/>
            </a:lvl5pPr>
            <a:lvl6pPr marL="2743200" lvl="5" indent="-298450" rtl="0">
              <a:spcBef>
                <a:spcPts val="0"/>
              </a:spcBef>
              <a:spcAft>
                <a:spcPts val="0"/>
              </a:spcAft>
              <a:buSzPts val="1100"/>
              <a:buChar char="■"/>
              <a:defRPr sz="1100"/>
            </a:lvl6pPr>
            <a:lvl7pPr marL="3200400" lvl="6" indent="-298450" rtl="0">
              <a:spcBef>
                <a:spcPts val="0"/>
              </a:spcBef>
              <a:spcAft>
                <a:spcPts val="0"/>
              </a:spcAft>
              <a:buSzPts val="1100"/>
              <a:buChar char="●"/>
              <a:defRPr sz="1100"/>
            </a:lvl7pPr>
            <a:lvl8pPr marL="3657600" lvl="7" indent="-298450" rtl="0">
              <a:spcBef>
                <a:spcPts val="0"/>
              </a:spcBef>
              <a:spcAft>
                <a:spcPts val="0"/>
              </a:spcAft>
              <a:buSzPts val="1100"/>
              <a:buChar char="○"/>
              <a:defRPr sz="1100"/>
            </a:lvl8pPr>
            <a:lvl9pPr marL="4114800" lvl="8" indent="-298450" rtl="0">
              <a:spcBef>
                <a:spcPts val="0"/>
              </a:spcBef>
              <a:spcAft>
                <a:spcPts val="0"/>
              </a:spcAft>
              <a:buSzPts val="1100"/>
              <a:buChar char="■"/>
              <a:defRPr sz="1100"/>
            </a:lvl9pPr>
          </a:lstStyle>
          <a:p>
            <a:endParaRPr/>
          </a:p>
        </p:txBody>
      </p:sp>
    </p:spTree>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matchingName="3 Topics - 1">
  <p:cSld name="TITLE_ONLY_3">
    <p:spTree>
      <p:nvGrpSpPr>
        <p:cNvPr id="1" name="Shape 1133"/>
        <p:cNvGrpSpPr/>
        <p:nvPr/>
      </p:nvGrpSpPr>
      <p:grpSpPr>
        <a:xfrm>
          <a:off x="0" y="0"/>
          <a:ext cx="0" cy="0"/>
          <a:chOff x="0" y="0"/>
          <a:chExt cx="0" cy="0"/>
        </a:xfrm>
      </p:grpSpPr>
      <p:sp>
        <p:nvSpPr>
          <p:cNvPr id="1134" name="Google Shape;1134;p97"/>
          <p:cNvSpPr txBox="1">
            <a:spLocks noGrp="1"/>
          </p:cNvSpPr>
          <p:nvPr>
            <p:ph type="title"/>
          </p:nvPr>
        </p:nvSpPr>
        <p:spPr>
          <a:xfrm>
            <a:off x="457200" y="119850"/>
            <a:ext cx="8229600" cy="903300"/>
          </a:xfrm>
          <a:prstGeom prst="rect">
            <a:avLst/>
          </a:prstGeom>
        </p:spPr>
        <p:txBody>
          <a:bodyPr spcFirstLastPara="1" wrap="square" lIns="0" tIns="0" rIns="0" bIns="0" anchor="t" anchorCtr="0">
            <a:normAutofit/>
          </a:bodyPr>
          <a:lstStyle>
            <a:lvl1pPr lvl="0" rtl="0">
              <a:spcBef>
                <a:spcPts val="0"/>
              </a:spcBef>
              <a:spcAft>
                <a:spcPts val="0"/>
              </a:spcAft>
              <a:buSzPts val="34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pic>
        <p:nvPicPr>
          <p:cNvPr id="1135" name="Google Shape;1135;p97"/>
          <p:cNvPicPr preferRelativeResize="0"/>
          <p:nvPr/>
        </p:nvPicPr>
        <p:blipFill>
          <a:blip r:embed="rId2">
            <a:alphaModFix/>
          </a:blip>
          <a:stretch>
            <a:fillRect/>
          </a:stretch>
        </p:blipFill>
        <p:spPr>
          <a:xfrm>
            <a:off x="8544852" y="62010"/>
            <a:ext cx="599140" cy="599141"/>
          </a:xfrm>
          <a:prstGeom prst="rect">
            <a:avLst/>
          </a:prstGeom>
          <a:noFill/>
          <a:ln>
            <a:noFill/>
          </a:ln>
        </p:spPr>
      </p:pic>
      <p:sp>
        <p:nvSpPr>
          <p:cNvPr id="1136" name="Google Shape;1136;p97"/>
          <p:cNvSpPr/>
          <p:nvPr/>
        </p:nvSpPr>
        <p:spPr>
          <a:xfrm>
            <a:off x="467069" y="3491701"/>
            <a:ext cx="627000" cy="627000"/>
          </a:xfrm>
          <a:prstGeom prst="roundRect">
            <a:avLst>
              <a:gd name="adj" fmla="val 22637"/>
            </a:avLst>
          </a:prstGeom>
          <a:solidFill>
            <a:srgbClr val="007E89"/>
          </a:solidFill>
          <a:ln>
            <a:noFill/>
          </a:ln>
        </p:spPr>
        <p:txBody>
          <a:bodyPr spcFirstLastPara="1" wrap="square" lIns="0" tIns="0" rIns="0" bIns="0" anchor="ctr" anchorCtr="0">
            <a:noAutofit/>
          </a:bodyPr>
          <a:lstStyle/>
          <a:p>
            <a:pPr marL="0" lvl="0" indent="0" algn="ctr" rtl="0">
              <a:spcBef>
                <a:spcPts val="0"/>
              </a:spcBef>
              <a:spcAft>
                <a:spcPts val="0"/>
              </a:spcAft>
              <a:buNone/>
            </a:pPr>
            <a:endParaRPr sz="800" b="1">
              <a:solidFill>
                <a:srgbClr val="FFFFFF"/>
              </a:solidFill>
              <a:latin typeface="IBM Plex Sans"/>
              <a:ea typeface="IBM Plex Sans"/>
              <a:cs typeface="IBM Plex Sans"/>
              <a:sym typeface="IBM Plex Sans"/>
            </a:endParaRPr>
          </a:p>
        </p:txBody>
      </p:sp>
      <p:sp>
        <p:nvSpPr>
          <p:cNvPr id="1137" name="Google Shape;1137;p97"/>
          <p:cNvSpPr/>
          <p:nvPr/>
        </p:nvSpPr>
        <p:spPr>
          <a:xfrm>
            <a:off x="467069" y="2306551"/>
            <a:ext cx="627000" cy="627000"/>
          </a:xfrm>
          <a:prstGeom prst="roundRect">
            <a:avLst>
              <a:gd name="adj" fmla="val 22637"/>
            </a:avLst>
          </a:prstGeom>
          <a:solidFill>
            <a:srgbClr val="007E89"/>
          </a:solidFill>
          <a:ln>
            <a:noFill/>
          </a:ln>
        </p:spPr>
        <p:txBody>
          <a:bodyPr spcFirstLastPara="1" wrap="square" lIns="0" tIns="0" rIns="0" bIns="0" anchor="ctr" anchorCtr="0">
            <a:noAutofit/>
          </a:bodyPr>
          <a:lstStyle/>
          <a:p>
            <a:pPr marL="0" lvl="0" indent="0" algn="ctr" rtl="0">
              <a:spcBef>
                <a:spcPts val="0"/>
              </a:spcBef>
              <a:spcAft>
                <a:spcPts val="0"/>
              </a:spcAft>
              <a:buNone/>
            </a:pPr>
            <a:endParaRPr sz="800" b="1">
              <a:solidFill>
                <a:srgbClr val="FFFFFF"/>
              </a:solidFill>
              <a:latin typeface="IBM Plex Sans"/>
              <a:ea typeface="IBM Plex Sans"/>
              <a:cs typeface="IBM Plex Sans"/>
              <a:sym typeface="IBM Plex Sans"/>
            </a:endParaRPr>
          </a:p>
        </p:txBody>
      </p:sp>
      <p:sp>
        <p:nvSpPr>
          <p:cNvPr id="1138" name="Google Shape;1138;p97"/>
          <p:cNvSpPr/>
          <p:nvPr/>
        </p:nvSpPr>
        <p:spPr>
          <a:xfrm>
            <a:off x="467069" y="1152476"/>
            <a:ext cx="627000" cy="627000"/>
          </a:xfrm>
          <a:prstGeom prst="roundRect">
            <a:avLst>
              <a:gd name="adj" fmla="val 22637"/>
            </a:avLst>
          </a:prstGeom>
          <a:solidFill>
            <a:srgbClr val="007E89"/>
          </a:solidFill>
          <a:ln>
            <a:noFill/>
          </a:ln>
        </p:spPr>
        <p:txBody>
          <a:bodyPr spcFirstLastPara="1" wrap="square" lIns="0" tIns="0" rIns="0" bIns="0" anchor="ctr" anchorCtr="0">
            <a:noAutofit/>
          </a:bodyPr>
          <a:lstStyle/>
          <a:p>
            <a:pPr marL="0" lvl="0" indent="0" algn="ctr" rtl="0">
              <a:spcBef>
                <a:spcPts val="0"/>
              </a:spcBef>
              <a:spcAft>
                <a:spcPts val="0"/>
              </a:spcAft>
              <a:buNone/>
            </a:pPr>
            <a:endParaRPr sz="800" b="1">
              <a:solidFill>
                <a:srgbClr val="FFFFFF"/>
              </a:solidFill>
              <a:latin typeface="IBM Plex Sans"/>
              <a:ea typeface="IBM Plex Sans"/>
              <a:cs typeface="IBM Plex Sans"/>
              <a:sym typeface="IBM Plex Sans"/>
            </a:endParaRPr>
          </a:p>
        </p:txBody>
      </p:sp>
      <p:sp>
        <p:nvSpPr>
          <p:cNvPr id="1139" name="Google Shape;1139;p97"/>
          <p:cNvSpPr txBox="1"/>
          <p:nvPr/>
        </p:nvSpPr>
        <p:spPr>
          <a:xfrm>
            <a:off x="644338" y="1204614"/>
            <a:ext cx="252600" cy="507900"/>
          </a:xfrm>
          <a:prstGeom prst="rect">
            <a:avLst/>
          </a:prstGeom>
          <a:noFill/>
          <a:ln>
            <a:noFill/>
          </a:ln>
        </p:spPr>
        <p:txBody>
          <a:bodyPr spcFirstLastPara="1" wrap="square" lIns="0" tIns="0" rIns="0" bIns="0" anchor="t" anchorCtr="0">
            <a:spAutoFit/>
          </a:bodyPr>
          <a:lstStyle/>
          <a:p>
            <a:pPr marL="0" lvl="0" indent="0" algn="l" rtl="0">
              <a:lnSpc>
                <a:spcPct val="115000"/>
              </a:lnSpc>
              <a:spcBef>
                <a:spcPts val="0"/>
              </a:spcBef>
              <a:spcAft>
                <a:spcPts val="1200"/>
              </a:spcAft>
              <a:buNone/>
            </a:pPr>
            <a:r>
              <a:rPr lang="en" sz="3300">
                <a:solidFill>
                  <a:srgbClr val="FFFFFF"/>
                </a:solidFill>
                <a:latin typeface="IBM Plex Mono SemiBold"/>
                <a:ea typeface="IBM Plex Mono SemiBold"/>
                <a:cs typeface="IBM Plex Mono SemiBold"/>
                <a:sym typeface="IBM Plex Mono SemiBold"/>
              </a:rPr>
              <a:t>1</a:t>
            </a:r>
            <a:endParaRPr sz="3300">
              <a:solidFill>
                <a:srgbClr val="FFFFFF"/>
              </a:solidFill>
              <a:latin typeface="IBM Plex Mono SemiBold"/>
              <a:ea typeface="IBM Plex Mono SemiBold"/>
              <a:cs typeface="IBM Plex Mono SemiBold"/>
              <a:sym typeface="IBM Plex Mono SemiBold"/>
            </a:endParaRPr>
          </a:p>
        </p:txBody>
      </p:sp>
      <p:sp>
        <p:nvSpPr>
          <p:cNvPr id="1140" name="Google Shape;1140;p97"/>
          <p:cNvSpPr txBox="1"/>
          <p:nvPr/>
        </p:nvSpPr>
        <p:spPr>
          <a:xfrm>
            <a:off x="653710" y="2368767"/>
            <a:ext cx="252600" cy="507900"/>
          </a:xfrm>
          <a:prstGeom prst="rect">
            <a:avLst/>
          </a:prstGeom>
          <a:noFill/>
          <a:ln>
            <a:noFill/>
          </a:ln>
        </p:spPr>
        <p:txBody>
          <a:bodyPr spcFirstLastPara="1" wrap="square" lIns="0" tIns="0" rIns="0" bIns="0" anchor="t" anchorCtr="0">
            <a:spAutoFit/>
          </a:bodyPr>
          <a:lstStyle/>
          <a:p>
            <a:pPr marL="0" lvl="0" indent="0" algn="l" rtl="0">
              <a:lnSpc>
                <a:spcPct val="115000"/>
              </a:lnSpc>
              <a:spcBef>
                <a:spcPts val="0"/>
              </a:spcBef>
              <a:spcAft>
                <a:spcPts val="1200"/>
              </a:spcAft>
              <a:buNone/>
            </a:pPr>
            <a:r>
              <a:rPr lang="en" sz="3300">
                <a:solidFill>
                  <a:srgbClr val="FFFFFF"/>
                </a:solidFill>
                <a:latin typeface="IBM Plex Mono SemiBold"/>
                <a:ea typeface="IBM Plex Mono SemiBold"/>
                <a:cs typeface="IBM Plex Mono SemiBold"/>
                <a:sym typeface="IBM Plex Mono SemiBold"/>
              </a:rPr>
              <a:t>2</a:t>
            </a:r>
            <a:endParaRPr sz="3300">
              <a:solidFill>
                <a:srgbClr val="FFFFFF"/>
              </a:solidFill>
              <a:latin typeface="IBM Plex Mono SemiBold"/>
              <a:ea typeface="IBM Plex Mono SemiBold"/>
              <a:cs typeface="IBM Plex Mono SemiBold"/>
              <a:sym typeface="IBM Plex Mono SemiBold"/>
            </a:endParaRPr>
          </a:p>
        </p:txBody>
      </p:sp>
      <p:sp>
        <p:nvSpPr>
          <p:cNvPr id="1141" name="Google Shape;1141;p97"/>
          <p:cNvSpPr txBox="1"/>
          <p:nvPr/>
        </p:nvSpPr>
        <p:spPr>
          <a:xfrm>
            <a:off x="653146" y="3542293"/>
            <a:ext cx="252600" cy="507900"/>
          </a:xfrm>
          <a:prstGeom prst="rect">
            <a:avLst/>
          </a:prstGeom>
          <a:noFill/>
          <a:ln>
            <a:noFill/>
          </a:ln>
        </p:spPr>
        <p:txBody>
          <a:bodyPr spcFirstLastPara="1" wrap="square" lIns="0" tIns="0" rIns="0" bIns="0" anchor="t" anchorCtr="0">
            <a:spAutoFit/>
          </a:bodyPr>
          <a:lstStyle/>
          <a:p>
            <a:pPr marL="0" lvl="0" indent="0" algn="l" rtl="0">
              <a:lnSpc>
                <a:spcPct val="115000"/>
              </a:lnSpc>
              <a:spcBef>
                <a:spcPts val="0"/>
              </a:spcBef>
              <a:spcAft>
                <a:spcPts val="1200"/>
              </a:spcAft>
              <a:buNone/>
            </a:pPr>
            <a:r>
              <a:rPr lang="en" sz="3300">
                <a:solidFill>
                  <a:srgbClr val="FFFFFF"/>
                </a:solidFill>
                <a:latin typeface="IBM Plex Mono SemiBold"/>
                <a:ea typeface="IBM Plex Mono SemiBold"/>
                <a:cs typeface="IBM Plex Mono SemiBold"/>
                <a:sym typeface="IBM Plex Mono SemiBold"/>
              </a:rPr>
              <a:t>3</a:t>
            </a:r>
            <a:endParaRPr sz="3300">
              <a:solidFill>
                <a:srgbClr val="FFFFFF"/>
              </a:solidFill>
              <a:latin typeface="IBM Plex Mono SemiBold"/>
              <a:ea typeface="IBM Plex Mono SemiBold"/>
              <a:cs typeface="IBM Plex Mono SemiBold"/>
              <a:sym typeface="IBM Plex Mono SemiBold"/>
            </a:endParaRPr>
          </a:p>
        </p:txBody>
      </p:sp>
      <p:sp>
        <p:nvSpPr>
          <p:cNvPr id="1142" name="Google Shape;1142;p97"/>
          <p:cNvSpPr txBox="1">
            <a:spLocks noGrp="1"/>
          </p:cNvSpPr>
          <p:nvPr>
            <p:ph type="subTitle" idx="1"/>
          </p:nvPr>
        </p:nvSpPr>
        <p:spPr>
          <a:xfrm>
            <a:off x="1326725" y="1165200"/>
            <a:ext cx="3895800" cy="311400"/>
          </a:xfrm>
          <a:prstGeom prst="rect">
            <a:avLst/>
          </a:prstGeom>
        </p:spPr>
        <p:txBody>
          <a:bodyPr spcFirstLastPara="1" wrap="square" lIns="0" tIns="0" rIns="0" bIns="0" anchor="t" anchorCtr="0">
            <a:normAutofit/>
          </a:bodyPr>
          <a:lstStyle>
            <a:lvl1pPr lvl="0" rtl="0">
              <a:lnSpc>
                <a:spcPct val="100000"/>
              </a:lnSpc>
              <a:spcBef>
                <a:spcPts val="0"/>
              </a:spcBef>
              <a:spcAft>
                <a:spcPts val="0"/>
              </a:spcAft>
              <a:buClr>
                <a:schemeClr val="dk1"/>
              </a:buClr>
              <a:buSzPts val="2000"/>
              <a:buFont typeface="IBM Plex Sans SemiBold"/>
              <a:buNone/>
              <a:defRPr sz="2000">
                <a:latin typeface="IBM Plex Sans SemiBold"/>
                <a:ea typeface="IBM Plex Sans SemiBold"/>
                <a:cs typeface="IBM Plex Sans SemiBold"/>
                <a:sym typeface="IBM Plex Sans SemiBold"/>
              </a:defRPr>
            </a:lvl1pPr>
            <a:lvl2pPr lvl="1" rtl="0">
              <a:lnSpc>
                <a:spcPct val="100000"/>
              </a:lnSpc>
              <a:spcBef>
                <a:spcPts val="0"/>
              </a:spcBef>
              <a:spcAft>
                <a:spcPts val="0"/>
              </a:spcAft>
              <a:buClr>
                <a:schemeClr val="dk1"/>
              </a:buClr>
              <a:buSzPts val="1400"/>
              <a:buFont typeface="IBM Plex Sans SemiBold"/>
              <a:buNone/>
              <a:defRPr>
                <a:latin typeface="IBM Plex Sans SemiBold"/>
                <a:ea typeface="IBM Plex Sans SemiBold"/>
                <a:cs typeface="IBM Plex Sans SemiBold"/>
                <a:sym typeface="IBM Plex Sans SemiBold"/>
              </a:defRPr>
            </a:lvl2pPr>
            <a:lvl3pPr lvl="2" rtl="0">
              <a:lnSpc>
                <a:spcPct val="100000"/>
              </a:lnSpc>
              <a:spcBef>
                <a:spcPts val="0"/>
              </a:spcBef>
              <a:spcAft>
                <a:spcPts val="0"/>
              </a:spcAft>
              <a:buClr>
                <a:schemeClr val="dk1"/>
              </a:buClr>
              <a:buSzPts val="1400"/>
              <a:buFont typeface="IBM Plex Sans SemiBold"/>
              <a:buNone/>
              <a:defRPr>
                <a:latin typeface="IBM Plex Sans SemiBold"/>
                <a:ea typeface="IBM Plex Sans SemiBold"/>
                <a:cs typeface="IBM Plex Sans SemiBold"/>
                <a:sym typeface="IBM Plex Sans SemiBold"/>
              </a:defRPr>
            </a:lvl3pPr>
            <a:lvl4pPr lvl="3" rtl="0">
              <a:lnSpc>
                <a:spcPct val="100000"/>
              </a:lnSpc>
              <a:spcBef>
                <a:spcPts val="0"/>
              </a:spcBef>
              <a:spcAft>
                <a:spcPts val="0"/>
              </a:spcAft>
              <a:buClr>
                <a:schemeClr val="dk1"/>
              </a:buClr>
              <a:buSzPts val="1400"/>
              <a:buFont typeface="IBM Plex Sans SemiBold"/>
              <a:buNone/>
              <a:defRPr>
                <a:latin typeface="IBM Plex Sans SemiBold"/>
                <a:ea typeface="IBM Plex Sans SemiBold"/>
                <a:cs typeface="IBM Plex Sans SemiBold"/>
                <a:sym typeface="IBM Plex Sans SemiBold"/>
              </a:defRPr>
            </a:lvl4pPr>
            <a:lvl5pPr lvl="4" rtl="0">
              <a:lnSpc>
                <a:spcPct val="100000"/>
              </a:lnSpc>
              <a:spcBef>
                <a:spcPts val="0"/>
              </a:spcBef>
              <a:spcAft>
                <a:spcPts val="0"/>
              </a:spcAft>
              <a:buSzPts val="1400"/>
              <a:buFont typeface="IBM Plex Sans SemiBold"/>
              <a:buNone/>
              <a:defRPr>
                <a:latin typeface="IBM Plex Sans SemiBold"/>
                <a:ea typeface="IBM Plex Sans SemiBold"/>
                <a:cs typeface="IBM Plex Sans SemiBold"/>
                <a:sym typeface="IBM Plex Sans SemiBold"/>
              </a:defRPr>
            </a:lvl5pPr>
            <a:lvl6pPr lvl="5" rtl="0">
              <a:lnSpc>
                <a:spcPct val="100000"/>
              </a:lnSpc>
              <a:spcBef>
                <a:spcPts val="0"/>
              </a:spcBef>
              <a:spcAft>
                <a:spcPts val="0"/>
              </a:spcAft>
              <a:buSzPts val="1400"/>
              <a:buFont typeface="IBM Plex Sans SemiBold"/>
              <a:buNone/>
              <a:defRPr>
                <a:latin typeface="IBM Plex Sans SemiBold"/>
                <a:ea typeface="IBM Plex Sans SemiBold"/>
                <a:cs typeface="IBM Plex Sans SemiBold"/>
                <a:sym typeface="IBM Plex Sans SemiBold"/>
              </a:defRPr>
            </a:lvl6pPr>
            <a:lvl7pPr lvl="6" rtl="0">
              <a:lnSpc>
                <a:spcPct val="100000"/>
              </a:lnSpc>
              <a:spcBef>
                <a:spcPts val="0"/>
              </a:spcBef>
              <a:spcAft>
                <a:spcPts val="0"/>
              </a:spcAft>
              <a:buSzPts val="1400"/>
              <a:buFont typeface="IBM Plex Sans SemiBold"/>
              <a:buNone/>
              <a:defRPr>
                <a:latin typeface="IBM Plex Sans SemiBold"/>
                <a:ea typeface="IBM Plex Sans SemiBold"/>
                <a:cs typeface="IBM Plex Sans SemiBold"/>
                <a:sym typeface="IBM Plex Sans SemiBold"/>
              </a:defRPr>
            </a:lvl7pPr>
            <a:lvl8pPr lvl="7" rtl="0">
              <a:lnSpc>
                <a:spcPct val="100000"/>
              </a:lnSpc>
              <a:spcBef>
                <a:spcPts val="0"/>
              </a:spcBef>
              <a:spcAft>
                <a:spcPts val="0"/>
              </a:spcAft>
              <a:buSzPts val="1400"/>
              <a:buFont typeface="IBM Plex Sans SemiBold"/>
              <a:buNone/>
              <a:defRPr>
                <a:latin typeface="IBM Plex Sans SemiBold"/>
                <a:ea typeface="IBM Plex Sans SemiBold"/>
                <a:cs typeface="IBM Plex Sans SemiBold"/>
                <a:sym typeface="IBM Plex Sans SemiBold"/>
              </a:defRPr>
            </a:lvl8pPr>
            <a:lvl9pPr lvl="8" rtl="0">
              <a:lnSpc>
                <a:spcPct val="100000"/>
              </a:lnSpc>
              <a:spcBef>
                <a:spcPts val="0"/>
              </a:spcBef>
              <a:spcAft>
                <a:spcPts val="0"/>
              </a:spcAft>
              <a:buSzPts val="1400"/>
              <a:buFont typeface="IBM Plex Sans SemiBold"/>
              <a:buNone/>
              <a:defRPr>
                <a:latin typeface="IBM Plex Sans SemiBold"/>
                <a:ea typeface="IBM Plex Sans SemiBold"/>
                <a:cs typeface="IBM Plex Sans SemiBold"/>
                <a:sym typeface="IBM Plex Sans SemiBold"/>
              </a:defRPr>
            </a:lvl9pPr>
          </a:lstStyle>
          <a:p>
            <a:endParaRPr/>
          </a:p>
        </p:txBody>
      </p:sp>
      <p:sp>
        <p:nvSpPr>
          <p:cNvPr id="1143" name="Google Shape;1143;p97"/>
          <p:cNvSpPr txBox="1">
            <a:spLocks noGrp="1"/>
          </p:cNvSpPr>
          <p:nvPr>
            <p:ph type="body" idx="2"/>
          </p:nvPr>
        </p:nvSpPr>
        <p:spPr>
          <a:xfrm>
            <a:off x="1344925" y="1551839"/>
            <a:ext cx="3897600" cy="627000"/>
          </a:xfrm>
          <a:prstGeom prst="rect">
            <a:avLst/>
          </a:prstGeom>
        </p:spPr>
        <p:txBody>
          <a:bodyPr spcFirstLastPara="1" wrap="square" lIns="0" tIns="0" rIns="0" bIns="0" anchor="t" anchorCtr="0">
            <a:normAutofit/>
          </a:bodyPr>
          <a:lstStyle>
            <a:lvl1pPr marL="457200" lvl="0" indent="-311150" rtl="0">
              <a:spcBef>
                <a:spcPts val="0"/>
              </a:spcBef>
              <a:spcAft>
                <a:spcPts val="0"/>
              </a:spcAft>
              <a:buSzPts val="1300"/>
              <a:buChar char="■"/>
              <a:defRPr sz="1300"/>
            </a:lvl1pPr>
            <a:lvl2pPr marL="914400" lvl="1" indent="-311150" rtl="0">
              <a:spcBef>
                <a:spcPts val="0"/>
              </a:spcBef>
              <a:spcAft>
                <a:spcPts val="0"/>
              </a:spcAft>
              <a:buSzPts val="1300"/>
              <a:buChar char="■"/>
              <a:defRPr sz="1300"/>
            </a:lvl2pPr>
            <a:lvl3pPr marL="1371600" lvl="2" indent="-311150" rtl="0">
              <a:spcBef>
                <a:spcPts val="0"/>
              </a:spcBef>
              <a:spcAft>
                <a:spcPts val="0"/>
              </a:spcAft>
              <a:buSzPts val="1300"/>
              <a:buChar char="■"/>
              <a:defRPr sz="1300"/>
            </a:lvl3pPr>
            <a:lvl4pPr marL="1828800" lvl="3" indent="-311150" rtl="0">
              <a:spcBef>
                <a:spcPts val="0"/>
              </a:spcBef>
              <a:spcAft>
                <a:spcPts val="0"/>
              </a:spcAft>
              <a:buSzPts val="1300"/>
              <a:buChar char="●"/>
              <a:defRPr sz="1300"/>
            </a:lvl4pPr>
            <a:lvl5pPr marL="2286000" lvl="4" indent="-311150" rtl="0">
              <a:spcBef>
                <a:spcPts val="0"/>
              </a:spcBef>
              <a:spcAft>
                <a:spcPts val="0"/>
              </a:spcAft>
              <a:buSzPts val="1300"/>
              <a:buChar char="○"/>
              <a:defRPr sz="1300"/>
            </a:lvl5pPr>
            <a:lvl6pPr marL="2743200" lvl="5" indent="-311150" rtl="0">
              <a:spcBef>
                <a:spcPts val="0"/>
              </a:spcBef>
              <a:spcAft>
                <a:spcPts val="0"/>
              </a:spcAft>
              <a:buSzPts val="1300"/>
              <a:buChar char="■"/>
              <a:defRPr sz="1300"/>
            </a:lvl6pPr>
            <a:lvl7pPr marL="3200400" lvl="6" indent="-311150" rtl="0">
              <a:spcBef>
                <a:spcPts val="0"/>
              </a:spcBef>
              <a:spcAft>
                <a:spcPts val="0"/>
              </a:spcAft>
              <a:buSzPts val="1300"/>
              <a:buChar char="●"/>
              <a:defRPr sz="1300"/>
            </a:lvl7pPr>
            <a:lvl8pPr marL="3657600" lvl="7" indent="-311150" rtl="0">
              <a:spcBef>
                <a:spcPts val="0"/>
              </a:spcBef>
              <a:spcAft>
                <a:spcPts val="0"/>
              </a:spcAft>
              <a:buSzPts val="1300"/>
              <a:buChar char="○"/>
              <a:defRPr sz="1300"/>
            </a:lvl8pPr>
            <a:lvl9pPr marL="4114800" lvl="8" indent="-311150" rtl="0">
              <a:spcBef>
                <a:spcPts val="0"/>
              </a:spcBef>
              <a:spcAft>
                <a:spcPts val="0"/>
              </a:spcAft>
              <a:buSzPts val="1300"/>
              <a:buChar char="■"/>
              <a:defRPr sz="1300"/>
            </a:lvl9pPr>
          </a:lstStyle>
          <a:p>
            <a:endParaRPr/>
          </a:p>
        </p:txBody>
      </p:sp>
      <p:sp>
        <p:nvSpPr>
          <p:cNvPr id="1144" name="Google Shape;1144;p97"/>
          <p:cNvSpPr txBox="1">
            <a:spLocks noGrp="1"/>
          </p:cNvSpPr>
          <p:nvPr>
            <p:ph type="subTitle" idx="3"/>
          </p:nvPr>
        </p:nvSpPr>
        <p:spPr>
          <a:xfrm>
            <a:off x="1326725" y="2306550"/>
            <a:ext cx="3895800" cy="311400"/>
          </a:xfrm>
          <a:prstGeom prst="rect">
            <a:avLst/>
          </a:prstGeom>
        </p:spPr>
        <p:txBody>
          <a:bodyPr spcFirstLastPara="1" wrap="square" lIns="0" tIns="0" rIns="0" bIns="0" anchor="t" anchorCtr="0">
            <a:normAutofit/>
          </a:bodyPr>
          <a:lstStyle>
            <a:lvl1pPr lvl="0" rtl="0">
              <a:lnSpc>
                <a:spcPct val="100000"/>
              </a:lnSpc>
              <a:spcBef>
                <a:spcPts val="0"/>
              </a:spcBef>
              <a:spcAft>
                <a:spcPts val="0"/>
              </a:spcAft>
              <a:buClr>
                <a:schemeClr val="dk1"/>
              </a:buClr>
              <a:buSzPts val="2000"/>
              <a:buFont typeface="IBM Plex Sans SemiBold"/>
              <a:buNone/>
              <a:defRPr sz="2000">
                <a:latin typeface="IBM Plex Sans SemiBold"/>
                <a:ea typeface="IBM Plex Sans SemiBold"/>
                <a:cs typeface="IBM Plex Sans SemiBold"/>
                <a:sym typeface="IBM Plex Sans SemiBold"/>
              </a:defRPr>
            </a:lvl1pPr>
            <a:lvl2pPr lvl="1" rtl="0">
              <a:lnSpc>
                <a:spcPct val="100000"/>
              </a:lnSpc>
              <a:spcBef>
                <a:spcPts val="0"/>
              </a:spcBef>
              <a:spcAft>
                <a:spcPts val="0"/>
              </a:spcAft>
              <a:buClr>
                <a:schemeClr val="dk1"/>
              </a:buClr>
              <a:buSzPts val="1400"/>
              <a:buFont typeface="IBM Plex Sans SemiBold"/>
              <a:buNone/>
              <a:defRPr>
                <a:latin typeface="IBM Plex Sans SemiBold"/>
                <a:ea typeface="IBM Plex Sans SemiBold"/>
                <a:cs typeface="IBM Plex Sans SemiBold"/>
                <a:sym typeface="IBM Plex Sans SemiBold"/>
              </a:defRPr>
            </a:lvl2pPr>
            <a:lvl3pPr lvl="2" rtl="0">
              <a:lnSpc>
                <a:spcPct val="100000"/>
              </a:lnSpc>
              <a:spcBef>
                <a:spcPts val="0"/>
              </a:spcBef>
              <a:spcAft>
                <a:spcPts val="0"/>
              </a:spcAft>
              <a:buClr>
                <a:schemeClr val="dk1"/>
              </a:buClr>
              <a:buSzPts val="1400"/>
              <a:buFont typeface="IBM Plex Sans SemiBold"/>
              <a:buNone/>
              <a:defRPr>
                <a:latin typeface="IBM Plex Sans SemiBold"/>
                <a:ea typeface="IBM Plex Sans SemiBold"/>
                <a:cs typeface="IBM Plex Sans SemiBold"/>
                <a:sym typeface="IBM Plex Sans SemiBold"/>
              </a:defRPr>
            </a:lvl3pPr>
            <a:lvl4pPr lvl="3" rtl="0">
              <a:lnSpc>
                <a:spcPct val="100000"/>
              </a:lnSpc>
              <a:spcBef>
                <a:spcPts val="0"/>
              </a:spcBef>
              <a:spcAft>
                <a:spcPts val="0"/>
              </a:spcAft>
              <a:buClr>
                <a:schemeClr val="dk1"/>
              </a:buClr>
              <a:buSzPts val="1400"/>
              <a:buFont typeface="IBM Plex Sans SemiBold"/>
              <a:buNone/>
              <a:defRPr>
                <a:latin typeface="IBM Plex Sans SemiBold"/>
                <a:ea typeface="IBM Plex Sans SemiBold"/>
                <a:cs typeface="IBM Plex Sans SemiBold"/>
                <a:sym typeface="IBM Plex Sans SemiBold"/>
              </a:defRPr>
            </a:lvl4pPr>
            <a:lvl5pPr lvl="4" rtl="0">
              <a:lnSpc>
                <a:spcPct val="100000"/>
              </a:lnSpc>
              <a:spcBef>
                <a:spcPts val="0"/>
              </a:spcBef>
              <a:spcAft>
                <a:spcPts val="0"/>
              </a:spcAft>
              <a:buSzPts val="1400"/>
              <a:buFont typeface="IBM Plex Sans SemiBold"/>
              <a:buNone/>
              <a:defRPr>
                <a:latin typeface="IBM Plex Sans SemiBold"/>
                <a:ea typeface="IBM Plex Sans SemiBold"/>
                <a:cs typeface="IBM Plex Sans SemiBold"/>
                <a:sym typeface="IBM Plex Sans SemiBold"/>
              </a:defRPr>
            </a:lvl5pPr>
            <a:lvl6pPr lvl="5" rtl="0">
              <a:lnSpc>
                <a:spcPct val="100000"/>
              </a:lnSpc>
              <a:spcBef>
                <a:spcPts val="0"/>
              </a:spcBef>
              <a:spcAft>
                <a:spcPts val="0"/>
              </a:spcAft>
              <a:buSzPts val="1400"/>
              <a:buFont typeface="IBM Plex Sans SemiBold"/>
              <a:buNone/>
              <a:defRPr>
                <a:latin typeface="IBM Plex Sans SemiBold"/>
                <a:ea typeface="IBM Plex Sans SemiBold"/>
                <a:cs typeface="IBM Plex Sans SemiBold"/>
                <a:sym typeface="IBM Plex Sans SemiBold"/>
              </a:defRPr>
            </a:lvl6pPr>
            <a:lvl7pPr lvl="6" rtl="0">
              <a:lnSpc>
                <a:spcPct val="100000"/>
              </a:lnSpc>
              <a:spcBef>
                <a:spcPts val="0"/>
              </a:spcBef>
              <a:spcAft>
                <a:spcPts val="0"/>
              </a:spcAft>
              <a:buSzPts val="1400"/>
              <a:buFont typeface="IBM Plex Sans SemiBold"/>
              <a:buNone/>
              <a:defRPr>
                <a:latin typeface="IBM Plex Sans SemiBold"/>
                <a:ea typeface="IBM Plex Sans SemiBold"/>
                <a:cs typeface="IBM Plex Sans SemiBold"/>
                <a:sym typeface="IBM Plex Sans SemiBold"/>
              </a:defRPr>
            </a:lvl7pPr>
            <a:lvl8pPr lvl="7" rtl="0">
              <a:lnSpc>
                <a:spcPct val="100000"/>
              </a:lnSpc>
              <a:spcBef>
                <a:spcPts val="0"/>
              </a:spcBef>
              <a:spcAft>
                <a:spcPts val="0"/>
              </a:spcAft>
              <a:buSzPts val="1400"/>
              <a:buFont typeface="IBM Plex Sans SemiBold"/>
              <a:buNone/>
              <a:defRPr>
                <a:latin typeface="IBM Plex Sans SemiBold"/>
                <a:ea typeface="IBM Plex Sans SemiBold"/>
                <a:cs typeface="IBM Plex Sans SemiBold"/>
                <a:sym typeface="IBM Plex Sans SemiBold"/>
              </a:defRPr>
            </a:lvl8pPr>
            <a:lvl9pPr lvl="8" rtl="0">
              <a:lnSpc>
                <a:spcPct val="100000"/>
              </a:lnSpc>
              <a:spcBef>
                <a:spcPts val="0"/>
              </a:spcBef>
              <a:spcAft>
                <a:spcPts val="0"/>
              </a:spcAft>
              <a:buSzPts val="1400"/>
              <a:buFont typeface="IBM Plex Sans SemiBold"/>
              <a:buNone/>
              <a:defRPr>
                <a:latin typeface="IBM Plex Sans SemiBold"/>
                <a:ea typeface="IBM Plex Sans SemiBold"/>
                <a:cs typeface="IBM Plex Sans SemiBold"/>
                <a:sym typeface="IBM Plex Sans SemiBold"/>
              </a:defRPr>
            </a:lvl9pPr>
          </a:lstStyle>
          <a:p>
            <a:endParaRPr/>
          </a:p>
        </p:txBody>
      </p:sp>
      <p:sp>
        <p:nvSpPr>
          <p:cNvPr id="1145" name="Google Shape;1145;p97"/>
          <p:cNvSpPr txBox="1">
            <a:spLocks noGrp="1"/>
          </p:cNvSpPr>
          <p:nvPr>
            <p:ph type="body" idx="4"/>
          </p:nvPr>
        </p:nvSpPr>
        <p:spPr>
          <a:xfrm>
            <a:off x="1344925" y="2693189"/>
            <a:ext cx="3897600" cy="627000"/>
          </a:xfrm>
          <a:prstGeom prst="rect">
            <a:avLst/>
          </a:prstGeom>
        </p:spPr>
        <p:txBody>
          <a:bodyPr spcFirstLastPara="1" wrap="square" lIns="0" tIns="0" rIns="0" bIns="0" anchor="t" anchorCtr="0">
            <a:normAutofit/>
          </a:bodyPr>
          <a:lstStyle>
            <a:lvl1pPr marL="457200" lvl="0" indent="-311150" rtl="0">
              <a:spcBef>
                <a:spcPts val="0"/>
              </a:spcBef>
              <a:spcAft>
                <a:spcPts val="0"/>
              </a:spcAft>
              <a:buSzPts val="1300"/>
              <a:buChar char="■"/>
              <a:defRPr sz="1300"/>
            </a:lvl1pPr>
            <a:lvl2pPr marL="914400" lvl="1" indent="-311150" rtl="0">
              <a:spcBef>
                <a:spcPts val="0"/>
              </a:spcBef>
              <a:spcAft>
                <a:spcPts val="0"/>
              </a:spcAft>
              <a:buSzPts val="1300"/>
              <a:buChar char="■"/>
              <a:defRPr sz="1300"/>
            </a:lvl2pPr>
            <a:lvl3pPr marL="1371600" lvl="2" indent="-311150" rtl="0">
              <a:spcBef>
                <a:spcPts val="0"/>
              </a:spcBef>
              <a:spcAft>
                <a:spcPts val="0"/>
              </a:spcAft>
              <a:buSzPts val="1300"/>
              <a:buChar char="■"/>
              <a:defRPr sz="1300"/>
            </a:lvl3pPr>
            <a:lvl4pPr marL="1828800" lvl="3" indent="-311150" rtl="0">
              <a:spcBef>
                <a:spcPts val="0"/>
              </a:spcBef>
              <a:spcAft>
                <a:spcPts val="0"/>
              </a:spcAft>
              <a:buSzPts val="1300"/>
              <a:buChar char="●"/>
              <a:defRPr sz="1300"/>
            </a:lvl4pPr>
            <a:lvl5pPr marL="2286000" lvl="4" indent="-311150" rtl="0">
              <a:spcBef>
                <a:spcPts val="0"/>
              </a:spcBef>
              <a:spcAft>
                <a:spcPts val="0"/>
              </a:spcAft>
              <a:buSzPts val="1300"/>
              <a:buChar char="○"/>
              <a:defRPr sz="1300"/>
            </a:lvl5pPr>
            <a:lvl6pPr marL="2743200" lvl="5" indent="-311150" rtl="0">
              <a:spcBef>
                <a:spcPts val="0"/>
              </a:spcBef>
              <a:spcAft>
                <a:spcPts val="0"/>
              </a:spcAft>
              <a:buSzPts val="1300"/>
              <a:buChar char="■"/>
              <a:defRPr sz="1300"/>
            </a:lvl6pPr>
            <a:lvl7pPr marL="3200400" lvl="6" indent="-311150" rtl="0">
              <a:spcBef>
                <a:spcPts val="0"/>
              </a:spcBef>
              <a:spcAft>
                <a:spcPts val="0"/>
              </a:spcAft>
              <a:buSzPts val="1300"/>
              <a:buChar char="●"/>
              <a:defRPr sz="1300"/>
            </a:lvl7pPr>
            <a:lvl8pPr marL="3657600" lvl="7" indent="-311150" rtl="0">
              <a:spcBef>
                <a:spcPts val="0"/>
              </a:spcBef>
              <a:spcAft>
                <a:spcPts val="0"/>
              </a:spcAft>
              <a:buSzPts val="1300"/>
              <a:buChar char="○"/>
              <a:defRPr sz="1300"/>
            </a:lvl8pPr>
            <a:lvl9pPr marL="4114800" lvl="8" indent="-311150" rtl="0">
              <a:spcBef>
                <a:spcPts val="0"/>
              </a:spcBef>
              <a:spcAft>
                <a:spcPts val="0"/>
              </a:spcAft>
              <a:buSzPts val="1300"/>
              <a:buChar char="■"/>
              <a:defRPr sz="1300"/>
            </a:lvl9pPr>
          </a:lstStyle>
          <a:p>
            <a:endParaRPr/>
          </a:p>
        </p:txBody>
      </p:sp>
      <p:sp>
        <p:nvSpPr>
          <p:cNvPr id="1146" name="Google Shape;1146;p97"/>
          <p:cNvSpPr txBox="1">
            <a:spLocks noGrp="1"/>
          </p:cNvSpPr>
          <p:nvPr>
            <p:ph type="subTitle" idx="5"/>
          </p:nvPr>
        </p:nvSpPr>
        <p:spPr>
          <a:xfrm>
            <a:off x="1326725" y="3509325"/>
            <a:ext cx="3895800" cy="311400"/>
          </a:xfrm>
          <a:prstGeom prst="rect">
            <a:avLst/>
          </a:prstGeom>
        </p:spPr>
        <p:txBody>
          <a:bodyPr spcFirstLastPara="1" wrap="square" lIns="0" tIns="0" rIns="0" bIns="0" anchor="t" anchorCtr="0">
            <a:normAutofit/>
          </a:bodyPr>
          <a:lstStyle>
            <a:lvl1pPr lvl="0" rtl="0">
              <a:lnSpc>
                <a:spcPct val="100000"/>
              </a:lnSpc>
              <a:spcBef>
                <a:spcPts val="0"/>
              </a:spcBef>
              <a:spcAft>
                <a:spcPts val="0"/>
              </a:spcAft>
              <a:buClr>
                <a:schemeClr val="dk1"/>
              </a:buClr>
              <a:buSzPts val="2000"/>
              <a:buFont typeface="IBM Plex Sans SemiBold"/>
              <a:buNone/>
              <a:defRPr sz="2000">
                <a:latin typeface="IBM Plex Sans SemiBold"/>
                <a:ea typeface="IBM Plex Sans SemiBold"/>
                <a:cs typeface="IBM Plex Sans SemiBold"/>
                <a:sym typeface="IBM Plex Sans SemiBold"/>
              </a:defRPr>
            </a:lvl1pPr>
            <a:lvl2pPr lvl="1" rtl="0">
              <a:lnSpc>
                <a:spcPct val="100000"/>
              </a:lnSpc>
              <a:spcBef>
                <a:spcPts val="0"/>
              </a:spcBef>
              <a:spcAft>
                <a:spcPts val="0"/>
              </a:spcAft>
              <a:buClr>
                <a:schemeClr val="dk1"/>
              </a:buClr>
              <a:buSzPts val="1400"/>
              <a:buFont typeface="IBM Plex Sans SemiBold"/>
              <a:buNone/>
              <a:defRPr>
                <a:latin typeface="IBM Plex Sans SemiBold"/>
                <a:ea typeface="IBM Plex Sans SemiBold"/>
                <a:cs typeface="IBM Plex Sans SemiBold"/>
                <a:sym typeface="IBM Plex Sans SemiBold"/>
              </a:defRPr>
            </a:lvl2pPr>
            <a:lvl3pPr lvl="2" rtl="0">
              <a:lnSpc>
                <a:spcPct val="100000"/>
              </a:lnSpc>
              <a:spcBef>
                <a:spcPts val="0"/>
              </a:spcBef>
              <a:spcAft>
                <a:spcPts val="0"/>
              </a:spcAft>
              <a:buClr>
                <a:schemeClr val="dk1"/>
              </a:buClr>
              <a:buSzPts val="1400"/>
              <a:buFont typeface="IBM Plex Sans SemiBold"/>
              <a:buNone/>
              <a:defRPr>
                <a:latin typeface="IBM Plex Sans SemiBold"/>
                <a:ea typeface="IBM Plex Sans SemiBold"/>
                <a:cs typeface="IBM Plex Sans SemiBold"/>
                <a:sym typeface="IBM Plex Sans SemiBold"/>
              </a:defRPr>
            </a:lvl3pPr>
            <a:lvl4pPr lvl="3" rtl="0">
              <a:lnSpc>
                <a:spcPct val="100000"/>
              </a:lnSpc>
              <a:spcBef>
                <a:spcPts val="0"/>
              </a:spcBef>
              <a:spcAft>
                <a:spcPts val="0"/>
              </a:spcAft>
              <a:buClr>
                <a:schemeClr val="dk1"/>
              </a:buClr>
              <a:buSzPts val="1400"/>
              <a:buFont typeface="IBM Plex Sans SemiBold"/>
              <a:buNone/>
              <a:defRPr>
                <a:latin typeface="IBM Plex Sans SemiBold"/>
                <a:ea typeface="IBM Plex Sans SemiBold"/>
                <a:cs typeface="IBM Plex Sans SemiBold"/>
                <a:sym typeface="IBM Plex Sans SemiBold"/>
              </a:defRPr>
            </a:lvl4pPr>
            <a:lvl5pPr lvl="4" rtl="0">
              <a:lnSpc>
                <a:spcPct val="100000"/>
              </a:lnSpc>
              <a:spcBef>
                <a:spcPts val="0"/>
              </a:spcBef>
              <a:spcAft>
                <a:spcPts val="0"/>
              </a:spcAft>
              <a:buSzPts val="1400"/>
              <a:buFont typeface="IBM Plex Sans SemiBold"/>
              <a:buNone/>
              <a:defRPr>
                <a:latin typeface="IBM Plex Sans SemiBold"/>
                <a:ea typeface="IBM Plex Sans SemiBold"/>
                <a:cs typeface="IBM Plex Sans SemiBold"/>
                <a:sym typeface="IBM Plex Sans SemiBold"/>
              </a:defRPr>
            </a:lvl5pPr>
            <a:lvl6pPr lvl="5" rtl="0">
              <a:lnSpc>
                <a:spcPct val="100000"/>
              </a:lnSpc>
              <a:spcBef>
                <a:spcPts val="0"/>
              </a:spcBef>
              <a:spcAft>
                <a:spcPts val="0"/>
              </a:spcAft>
              <a:buSzPts val="1400"/>
              <a:buFont typeface="IBM Plex Sans SemiBold"/>
              <a:buNone/>
              <a:defRPr>
                <a:latin typeface="IBM Plex Sans SemiBold"/>
                <a:ea typeface="IBM Plex Sans SemiBold"/>
                <a:cs typeface="IBM Plex Sans SemiBold"/>
                <a:sym typeface="IBM Plex Sans SemiBold"/>
              </a:defRPr>
            </a:lvl6pPr>
            <a:lvl7pPr lvl="6" rtl="0">
              <a:lnSpc>
                <a:spcPct val="100000"/>
              </a:lnSpc>
              <a:spcBef>
                <a:spcPts val="0"/>
              </a:spcBef>
              <a:spcAft>
                <a:spcPts val="0"/>
              </a:spcAft>
              <a:buSzPts val="1400"/>
              <a:buFont typeface="IBM Plex Sans SemiBold"/>
              <a:buNone/>
              <a:defRPr>
                <a:latin typeface="IBM Plex Sans SemiBold"/>
                <a:ea typeface="IBM Plex Sans SemiBold"/>
                <a:cs typeface="IBM Plex Sans SemiBold"/>
                <a:sym typeface="IBM Plex Sans SemiBold"/>
              </a:defRPr>
            </a:lvl7pPr>
            <a:lvl8pPr lvl="7" rtl="0">
              <a:lnSpc>
                <a:spcPct val="100000"/>
              </a:lnSpc>
              <a:spcBef>
                <a:spcPts val="0"/>
              </a:spcBef>
              <a:spcAft>
                <a:spcPts val="0"/>
              </a:spcAft>
              <a:buSzPts val="1400"/>
              <a:buFont typeface="IBM Plex Sans SemiBold"/>
              <a:buNone/>
              <a:defRPr>
                <a:latin typeface="IBM Plex Sans SemiBold"/>
                <a:ea typeface="IBM Plex Sans SemiBold"/>
                <a:cs typeface="IBM Plex Sans SemiBold"/>
                <a:sym typeface="IBM Plex Sans SemiBold"/>
              </a:defRPr>
            </a:lvl8pPr>
            <a:lvl9pPr lvl="8" rtl="0">
              <a:lnSpc>
                <a:spcPct val="100000"/>
              </a:lnSpc>
              <a:spcBef>
                <a:spcPts val="0"/>
              </a:spcBef>
              <a:spcAft>
                <a:spcPts val="0"/>
              </a:spcAft>
              <a:buSzPts val="1400"/>
              <a:buFont typeface="IBM Plex Sans SemiBold"/>
              <a:buNone/>
              <a:defRPr>
                <a:latin typeface="IBM Plex Sans SemiBold"/>
                <a:ea typeface="IBM Plex Sans SemiBold"/>
                <a:cs typeface="IBM Plex Sans SemiBold"/>
                <a:sym typeface="IBM Plex Sans SemiBold"/>
              </a:defRPr>
            </a:lvl9pPr>
          </a:lstStyle>
          <a:p>
            <a:endParaRPr/>
          </a:p>
        </p:txBody>
      </p:sp>
      <p:sp>
        <p:nvSpPr>
          <p:cNvPr id="1147" name="Google Shape;1147;p97"/>
          <p:cNvSpPr txBox="1">
            <a:spLocks noGrp="1"/>
          </p:cNvSpPr>
          <p:nvPr>
            <p:ph type="body" idx="6"/>
          </p:nvPr>
        </p:nvSpPr>
        <p:spPr>
          <a:xfrm>
            <a:off x="1344925" y="3895964"/>
            <a:ext cx="3897600" cy="627000"/>
          </a:xfrm>
          <a:prstGeom prst="rect">
            <a:avLst/>
          </a:prstGeom>
        </p:spPr>
        <p:txBody>
          <a:bodyPr spcFirstLastPara="1" wrap="square" lIns="0" tIns="0" rIns="0" bIns="0" anchor="t" anchorCtr="0">
            <a:normAutofit/>
          </a:bodyPr>
          <a:lstStyle>
            <a:lvl1pPr marL="457200" lvl="0" indent="-311150" rtl="0">
              <a:spcBef>
                <a:spcPts val="0"/>
              </a:spcBef>
              <a:spcAft>
                <a:spcPts val="0"/>
              </a:spcAft>
              <a:buSzPts val="1300"/>
              <a:buChar char="■"/>
              <a:defRPr sz="1300"/>
            </a:lvl1pPr>
            <a:lvl2pPr marL="914400" lvl="1" indent="-311150" rtl="0">
              <a:spcBef>
                <a:spcPts val="0"/>
              </a:spcBef>
              <a:spcAft>
                <a:spcPts val="0"/>
              </a:spcAft>
              <a:buSzPts val="1300"/>
              <a:buChar char="■"/>
              <a:defRPr sz="1300"/>
            </a:lvl2pPr>
            <a:lvl3pPr marL="1371600" lvl="2" indent="-311150" rtl="0">
              <a:spcBef>
                <a:spcPts val="0"/>
              </a:spcBef>
              <a:spcAft>
                <a:spcPts val="0"/>
              </a:spcAft>
              <a:buSzPts val="1300"/>
              <a:buChar char="■"/>
              <a:defRPr sz="1300"/>
            </a:lvl3pPr>
            <a:lvl4pPr marL="1828800" lvl="3" indent="-311150" rtl="0">
              <a:spcBef>
                <a:spcPts val="0"/>
              </a:spcBef>
              <a:spcAft>
                <a:spcPts val="0"/>
              </a:spcAft>
              <a:buSzPts val="1300"/>
              <a:buChar char="●"/>
              <a:defRPr sz="1300"/>
            </a:lvl4pPr>
            <a:lvl5pPr marL="2286000" lvl="4" indent="-311150" rtl="0">
              <a:spcBef>
                <a:spcPts val="0"/>
              </a:spcBef>
              <a:spcAft>
                <a:spcPts val="0"/>
              </a:spcAft>
              <a:buSzPts val="1300"/>
              <a:buChar char="○"/>
              <a:defRPr sz="1300"/>
            </a:lvl5pPr>
            <a:lvl6pPr marL="2743200" lvl="5" indent="-311150" rtl="0">
              <a:spcBef>
                <a:spcPts val="0"/>
              </a:spcBef>
              <a:spcAft>
                <a:spcPts val="0"/>
              </a:spcAft>
              <a:buSzPts val="1300"/>
              <a:buChar char="■"/>
              <a:defRPr sz="1300"/>
            </a:lvl6pPr>
            <a:lvl7pPr marL="3200400" lvl="6" indent="-311150" rtl="0">
              <a:spcBef>
                <a:spcPts val="0"/>
              </a:spcBef>
              <a:spcAft>
                <a:spcPts val="0"/>
              </a:spcAft>
              <a:buSzPts val="1300"/>
              <a:buChar char="●"/>
              <a:defRPr sz="1300"/>
            </a:lvl7pPr>
            <a:lvl8pPr marL="3657600" lvl="7" indent="-311150" rtl="0">
              <a:spcBef>
                <a:spcPts val="0"/>
              </a:spcBef>
              <a:spcAft>
                <a:spcPts val="0"/>
              </a:spcAft>
              <a:buSzPts val="1300"/>
              <a:buChar char="○"/>
              <a:defRPr sz="1300"/>
            </a:lvl8pPr>
            <a:lvl9pPr marL="4114800" lvl="8" indent="-311150" rtl="0">
              <a:spcBef>
                <a:spcPts val="0"/>
              </a:spcBef>
              <a:spcAft>
                <a:spcPts val="0"/>
              </a:spcAft>
              <a:buSzPts val="1300"/>
              <a:buChar char="■"/>
              <a:defRPr sz="1300"/>
            </a:lvl9pPr>
          </a:lstStyle>
          <a:p>
            <a:endParaRPr/>
          </a:p>
        </p:txBody>
      </p:sp>
      <p:sp>
        <p:nvSpPr>
          <p:cNvPr id="1148" name="Google Shape;1148;p97"/>
          <p:cNvSpPr>
            <a:spLocks noGrp="1"/>
          </p:cNvSpPr>
          <p:nvPr>
            <p:ph type="pic" idx="7"/>
          </p:nvPr>
        </p:nvSpPr>
        <p:spPr>
          <a:xfrm>
            <a:off x="5652300" y="1476600"/>
            <a:ext cx="3263100" cy="3060300"/>
          </a:xfrm>
          <a:prstGeom prst="roundRect">
            <a:avLst>
              <a:gd name="adj" fmla="val 7365"/>
            </a:avLst>
          </a:prstGeom>
          <a:noFill/>
          <a:ln>
            <a:noFill/>
          </a:ln>
        </p:spPr>
      </p:sp>
    </p:spTree>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matchingName="4 Topics - 1">
  <p:cSld name="TITLE_ONLY_5">
    <p:spTree>
      <p:nvGrpSpPr>
        <p:cNvPr id="1" name="Shape 1149"/>
        <p:cNvGrpSpPr/>
        <p:nvPr/>
      </p:nvGrpSpPr>
      <p:grpSpPr>
        <a:xfrm>
          <a:off x="0" y="0"/>
          <a:ext cx="0" cy="0"/>
          <a:chOff x="0" y="0"/>
          <a:chExt cx="0" cy="0"/>
        </a:xfrm>
      </p:grpSpPr>
      <p:sp>
        <p:nvSpPr>
          <p:cNvPr id="1150" name="Google Shape;1150;p98"/>
          <p:cNvSpPr/>
          <p:nvPr/>
        </p:nvSpPr>
        <p:spPr>
          <a:xfrm rot="-5400000">
            <a:off x="3023125" y="-1399625"/>
            <a:ext cx="3641400" cy="8762100"/>
          </a:xfrm>
          <a:prstGeom prst="round2SameRect">
            <a:avLst>
              <a:gd name="adj1" fmla="val 14166"/>
              <a:gd name="adj2" fmla="val 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1" name="Google Shape;1151;p98"/>
          <p:cNvSpPr txBox="1">
            <a:spLocks noGrp="1"/>
          </p:cNvSpPr>
          <p:nvPr>
            <p:ph type="title"/>
          </p:nvPr>
        </p:nvSpPr>
        <p:spPr>
          <a:xfrm>
            <a:off x="457200" y="114300"/>
            <a:ext cx="8229600" cy="903300"/>
          </a:xfrm>
          <a:prstGeom prst="rect">
            <a:avLst/>
          </a:prstGeom>
        </p:spPr>
        <p:txBody>
          <a:bodyPr spcFirstLastPara="1" wrap="square" lIns="0" tIns="0" rIns="0" bIns="0" anchor="t" anchorCtr="0">
            <a:normAutofit/>
          </a:bodyPr>
          <a:lstStyle>
            <a:lvl1pPr lvl="0" rtl="0">
              <a:spcBef>
                <a:spcPts val="0"/>
              </a:spcBef>
              <a:spcAft>
                <a:spcPts val="0"/>
              </a:spcAft>
              <a:buSzPts val="34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pic>
        <p:nvPicPr>
          <p:cNvPr id="1152" name="Google Shape;1152;p98"/>
          <p:cNvPicPr preferRelativeResize="0"/>
          <p:nvPr/>
        </p:nvPicPr>
        <p:blipFill>
          <a:blip r:embed="rId2">
            <a:alphaModFix/>
          </a:blip>
          <a:stretch>
            <a:fillRect/>
          </a:stretch>
        </p:blipFill>
        <p:spPr>
          <a:xfrm>
            <a:off x="8544852" y="62010"/>
            <a:ext cx="599140" cy="599141"/>
          </a:xfrm>
          <a:prstGeom prst="rect">
            <a:avLst/>
          </a:prstGeom>
          <a:noFill/>
          <a:ln>
            <a:noFill/>
          </a:ln>
        </p:spPr>
      </p:pic>
      <p:sp>
        <p:nvSpPr>
          <p:cNvPr id="1153" name="Google Shape;1153;p98"/>
          <p:cNvSpPr>
            <a:spLocks noGrp="1"/>
          </p:cNvSpPr>
          <p:nvPr>
            <p:ph type="pic" idx="2"/>
          </p:nvPr>
        </p:nvSpPr>
        <p:spPr>
          <a:xfrm>
            <a:off x="956075" y="1560488"/>
            <a:ext cx="903300" cy="903300"/>
          </a:xfrm>
          <a:prstGeom prst="roundRect">
            <a:avLst>
              <a:gd name="adj" fmla="val 16667"/>
            </a:avLst>
          </a:prstGeom>
          <a:noFill/>
          <a:ln>
            <a:noFill/>
          </a:ln>
        </p:spPr>
      </p:sp>
      <p:sp>
        <p:nvSpPr>
          <p:cNvPr id="1154" name="Google Shape;1154;p98"/>
          <p:cNvSpPr>
            <a:spLocks noGrp="1"/>
          </p:cNvSpPr>
          <p:nvPr>
            <p:ph type="pic" idx="3"/>
          </p:nvPr>
        </p:nvSpPr>
        <p:spPr>
          <a:xfrm>
            <a:off x="956075" y="3091125"/>
            <a:ext cx="903300" cy="903300"/>
          </a:xfrm>
          <a:prstGeom prst="roundRect">
            <a:avLst>
              <a:gd name="adj" fmla="val 16667"/>
            </a:avLst>
          </a:prstGeom>
          <a:noFill/>
          <a:ln>
            <a:noFill/>
          </a:ln>
        </p:spPr>
      </p:sp>
      <p:sp>
        <p:nvSpPr>
          <p:cNvPr id="1155" name="Google Shape;1155;p98"/>
          <p:cNvSpPr>
            <a:spLocks noGrp="1"/>
          </p:cNvSpPr>
          <p:nvPr>
            <p:ph type="pic" idx="4"/>
          </p:nvPr>
        </p:nvSpPr>
        <p:spPr>
          <a:xfrm>
            <a:off x="4654925" y="1560500"/>
            <a:ext cx="903300" cy="903300"/>
          </a:xfrm>
          <a:prstGeom prst="roundRect">
            <a:avLst>
              <a:gd name="adj" fmla="val 16667"/>
            </a:avLst>
          </a:prstGeom>
          <a:noFill/>
          <a:ln>
            <a:noFill/>
          </a:ln>
        </p:spPr>
      </p:sp>
      <p:sp>
        <p:nvSpPr>
          <p:cNvPr id="1156" name="Google Shape;1156;p98"/>
          <p:cNvSpPr>
            <a:spLocks noGrp="1"/>
          </p:cNvSpPr>
          <p:nvPr>
            <p:ph type="pic" idx="5"/>
          </p:nvPr>
        </p:nvSpPr>
        <p:spPr>
          <a:xfrm>
            <a:off x="4654925" y="3091125"/>
            <a:ext cx="903300" cy="903300"/>
          </a:xfrm>
          <a:prstGeom prst="roundRect">
            <a:avLst>
              <a:gd name="adj" fmla="val 16667"/>
            </a:avLst>
          </a:prstGeom>
          <a:noFill/>
          <a:ln>
            <a:noFill/>
          </a:ln>
        </p:spPr>
      </p:sp>
      <p:sp>
        <p:nvSpPr>
          <p:cNvPr id="1157" name="Google Shape;1157;p98"/>
          <p:cNvSpPr txBox="1">
            <a:spLocks noGrp="1"/>
          </p:cNvSpPr>
          <p:nvPr>
            <p:ph type="subTitle" idx="1"/>
          </p:nvPr>
        </p:nvSpPr>
        <p:spPr>
          <a:xfrm>
            <a:off x="2011775" y="1569988"/>
            <a:ext cx="2466600" cy="311400"/>
          </a:xfrm>
          <a:prstGeom prst="rect">
            <a:avLst/>
          </a:prstGeom>
        </p:spPr>
        <p:txBody>
          <a:bodyPr spcFirstLastPara="1" wrap="square" lIns="0" tIns="0" rIns="0" bIns="0" anchor="t" anchorCtr="0">
            <a:normAutofit/>
          </a:bodyPr>
          <a:lstStyle>
            <a:lvl1pPr lvl="0" rtl="0">
              <a:lnSpc>
                <a:spcPct val="100000"/>
              </a:lnSpc>
              <a:spcBef>
                <a:spcPts val="0"/>
              </a:spcBef>
              <a:spcAft>
                <a:spcPts val="0"/>
              </a:spcAft>
              <a:buClr>
                <a:schemeClr val="lt2"/>
              </a:buClr>
              <a:buSzPts val="1600"/>
              <a:buFont typeface="IBM Plex Sans Medium"/>
              <a:buNone/>
              <a:defRPr>
                <a:solidFill>
                  <a:schemeClr val="lt2"/>
                </a:solidFill>
                <a:latin typeface="IBM Plex Sans Medium"/>
                <a:ea typeface="IBM Plex Sans Medium"/>
                <a:cs typeface="IBM Plex Sans Medium"/>
                <a:sym typeface="IBM Plex Sans Medium"/>
              </a:defRPr>
            </a:lvl1pPr>
            <a:lvl2pPr lvl="1" rtl="0">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2pPr>
            <a:lvl3pPr lvl="2" rtl="0">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3pPr>
            <a:lvl4pPr lvl="3" rtl="0">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4pPr>
            <a:lvl5pPr lvl="4" rtl="0">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5pPr>
            <a:lvl6pPr lvl="5" rtl="0">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6pPr>
            <a:lvl7pPr lvl="6" rtl="0">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7pPr>
            <a:lvl8pPr lvl="7" rtl="0">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8pPr>
            <a:lvl9pPr lvl="8" rtl="0">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9pPr>
          </a:lstStyle>
          <a:p>
            <a:endParaRPr/>
          </a:p>
        </p:txBody>
      </p:sp>
      <p:sp>
        <p:nvSpPr>
          <p:cNvPr id="1158" name="Google Shape;1158;p98"/>
          <p:cNvSpPr txBox="1">
            <a:spLocks noGrp="1"/>
          </p:cNvSpPr>
          <p:nvPr>
            <p:ph type="body" idx="6"/>
          </p:nvPr>
        </p:nvSpPr>
        <p:spPr>
          <a:xfrm>
            <a:off x="2023300" y="1973113"/>
            <a:ext cx="2467800" cy="903300"/>
          </a:xfrm>
          <a:prstGeom prst="rect">
            <a:avLst/>
          </a:prstGeom>
        </p:spPr>
        <p:txBody>
          <a:bodyPr spcFirstLastPara="1" wrap="square" lIns="0" tIns="0" rIns="0" bIns="0" anchor="t" anchorCtr="0">
            <a:normAutofit/>
          </a:bodyPr>
          <a:lstStyle>
            <a:lvl1pPr marL="457200" lvl="0" indent="-317500" rtl="0">
              <a:spcBef>
                <a:spcPts val="0"/>
              </a:spcBef>
              <a:spcAft>
                <a:spcPts val="0"/>
              </a:spcAft>
              <a:buClr>
                <a:schemeClr val="lt1"/>
              </a:buClr>
              <a:buSzPts val="1400"/>
              <a:buChar char="■"/>
              <a:defRPr sz="1400">
                <a:solidFill>
                  <a:schemeClr val="lt1"/>
                </a:solidFill>
              </a:defRPr>
            </a:lvl1pPr>
            <a:lvl2pPr marL="914400" lvl="1" indent="-317500" rtl="0">
              <a:spcBef>
                <a:spcPts val="0"/>
              </a:spcBef>
              <a:spcAft>
                <a:spcPts val="0"/>
              </a:spcAft>
              <a:buClr>
                <a:schemeClr val="lt1"/>
              </a:buClr>
              <a:buSzPts val="1400"/>
              <a:buChar char="■"/>
              <a:defRPr>
                <a:solidFill>
                  <a:schemeClr val="lt1"/>
                </a:solidFill>
              </a:defRPr>
            </a:lvl2pPr>
            <a:lvl3pPr marL="1371600" lvl="2" indent="-317500" rtl="0">
              <a:spcBef>
                <a:spcPts val="0"/>
              </a:spcBef>
              <a:spcAft>
                <a:spcPts val="0"/>
              </a:spcAft>
              <a:buSzPts val="1400"/>
              <a:buChar char="■"/>
              <a:defRPr/>
            </a:lvl3pPr>
            <a:lvl4pPr marL="1828800" lvl="3" indent="-317500" rtl="0">
              <a:spcBef>
                <a:spcPts val="0"/>
              </a:spcBef>
              <a:spcAft>
                <a:spcPts val="0"/>
              </a:spcAft>
              <a:buSzPts val="1400"/>
              <a:buChar char="●"/>
              <a:defRPr/>
            </a:lvl4pPr>
            <a:lvl5pPr marL="2286000" lvl="4" indent="-317500" rtl="0">
              <a:spcBef>
                <a:spcPts val="0"/>
              </a:spcBef>
              <a:spcAft>
                <a:spcPts val="0"/>
              </a:spcAft>
              <a:buSzPts val="1400"/>
              <a:buChar char="○"/>
              <a:defRPr/>
            </a:lvl5pPr>
            <a:lvl6pPr marL="2743200" lvl="5" indent="-317500" rtl="0">
              <a:spcBef>
                <a:spcPts val="0"/>
              </a:spcBef>
              <a:spcAft>
                <a:spcPts val="0"/>
              </a:spcAft>
              <a:buSzPts val="1400"/>
              <a:buChar char="■"/>
              <a:defRPr/>
            </a:lvl6pPr>
            <a:lvl7pPr marL="3200400" lvl="6" indent="-317500" rtl="0">
              <a:spcBef>
                <a:spcPts val="0"/>
              </a:spcBef>
              <a:spcAft>
                <a:spcPts val="0"/>
              </a:spcAft>
              <a:buSzPts val="1400"/>
              <a:buChar char="●"/>
              <a:defRPr/>
            </a:lvl7pPr>
            <a:lvl8pPr marL="3657600" lvl="7" indent="-317500" rtl="0">
              <a:spcBef>
                <a:spcPts val="0"/>
              </a:spcBef>
              <a:spcAft>
                <a:spcPts val="0"/>
              </a:spcAft>
              <a:buSzPts val="1400"/>
              <a:buChar char="○"/>
              <a:defRPr/>
            </a:lvl8pPr>
            <a:lvl9pPr marL="4114800" lvl="8" indent="-317500" rtl="0">
              <a:spcBef>
                <a:spcPts val="0"/>
              </a:spcBef>
              <a:spcAft>
                <a:spcPts val="0"/>
              </a:spcAft>
              <a:buSzPts val="1400"/>
              <a:buChar char="■"/>
              <a:defRPr/>
            </a:lvl9pPr>
          </a:lstStyle>
          <a:p>
            <a:endParaRPr/>
          </a:p>
        </p:txBody>
      </p:sp>
      <p:sp>
        <p:nvSpPr>
          <p:cNvPr id="1159" name="Google Shape;1159;p98"/>
          <p:cNvSpPr txBox="1">
            <a:spLocks noGrp="1"/>
          </p:cNvSpPr>
          <p:nvPr>
            <p:ph type="subTitle" idx="7"/>
          </p:nvPr>
        </p:nvSpPr>
        <p:spPr>
          <a:xfrm>
            <a:off x="2011775" y="3091138"/>
            <a:ext cx="2466600" cy="311400"/>
          </a:xfrm>
          <a:prstGeom prst="rect">
            <a:avLst/>
          </a:prstGeom>
        </p:spPr>
        <p:txBody>
          <a:bodyPr spcFirstLastPara="1" wrap="square" lIns="0" tIns="0" rIns="0" bIns="0" anchor="t" anchorCtr="0">
            <a:normAutofit/>
          </a:bodyPr>
          <a:lstStyle>
            <a:lvl1pPr lvl="0" rtl="0">
              <a:lnSpc>
                <a:spcPct val="100000"/>
              </a:lnSpc>
              <a:spcBef>
                <a:spcPts val="0"/>
              </a:spcBef>
              <a:spcAft>
                <a:spcPts val="0"/>
              </a:spcAft>
              <a:buClr>
                <a:schemeClr val="lt2"/>
              </a:buClr>
              <a:buSzPts val="1600"/>
              <a:buFont typeface="IBM Plex Sans Medium"/>
              <a:buNone/>
              <a:defRPr>
                <a:solidFill>
                  <a:schemeClr val="lt2"/>
                </a:solidFill>
                <a:latin typeface="IBM Plex Sans Medium"/>
                <a:ea typeface="IBM Plex Sans Medium"/>
                <a:cs typeface="IBM Plex Sans Medium"/>
                <a:sym typeface="IBM Plex Sans Medium"/>
              </a:defRPr>
            </a:lvl1pPr>
            <a:lvl2pPr lvl="1" rtl="0">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2pPr>
            <a:lvl3pPr lvl="2" rtl="0">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3pPr>
            <a:lvl4pPr lvl="3" rtl="0">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4pPr>
            <a:lvl5pPr lvl="4" rtl="0">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5pPr>
            <a:lvl6pPr lvl="5" rtl="0">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6pPr>
            <a:lvl7pPr lvl="6" rtl="0">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7pPr>
            <a:lvl8pPr lvl="7" rtl="0">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8pPr>
            <a:lvl9pPr lvl="8" rtl="0">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9pPr>
          </a:lstStyle>
          <a:p>
            <a:endParaRPr/>
          </a:p>
        </p:txBody>
      </p:sp>
      <p:sp>
        <p:nvSpPr>
          <p:cNvPr id="1160" name="Google Shape;1160;p98"/>
          <p:cNvSpPr txBox="1">
            <a:spLocks noGrp="1"/>
          </p:cNvSpPr>
          <p:nvPr>
            <p:ph type="body" idx="8"/>
          </p:nvPr>
        </p:nvSpPr>
        <p:spPr>
          <a:xfrm>
            <a:off x="2023300" y="3494263"/>
            <a:ext cx="2467800" cy="903300"/>
          </a:xfrm>
          <a:prstGeom prst="rect">
            <a:avLst/>
          </a:prstGeom>
        </p:spPr>
        <p:txBody>
          <a:bodyPr spcFirstLastPara="1" wrap="square" lIns="0" tIns="0" rIns="0" bIns="0" anchor="t" anchorCtr="0">
            <a:normAutofit/>
          </a:bodyPr>
          <a:lstStyle>
            <a:lvl1pPr marL="457200" lvl="0" indent="-317500" rtl="0">
              <a:spcBef>
                <a:spcPts val="0"/>
              </a:spcBef>
              <a:spcAft>
                <a:spcPts val="0"/>
              </a:spcAft>
              <a:buClr>
                <a:schemeClr val="lt1"/>
              </a:buClr>
              <a:buSzPts val="1400"/>
              <a:buChar char="■"/>
              <a:defRPr sz="1400">
                <a:solidFill>
                  <a:schemeClr val="lt1"/>
                </a:solidFill>
              </a:defRPr>
            </a:lvl1pPr>
            <a:lvl2pPr marL="914400" lvl="1" indent="-317500" rtl="0">
              <a:spcBef>
                <a:spcPts val="0"/>
              </a:spcBef>
              <a:spcAft>
                <a:spcPts val="0"/>
              </a:spcAft>
              <a:buClr>
                <a:schemeClr val="lt1"/>
              </a:buClr>
              <a:buSzPts val="1400"/>
              <a:buChar char="■"/>
              <a:defRPr>
                <a:solidFill>
                  <a:schemeClr val="lt1"/>
                </a:solidFill>
              </a:defRPr>
            </a:lvl2pPr>
            <a:lvl3pPr marL="1371600" lvl="2" indent="-317500" rtl="0">
              <a:spcBef>
                <a:spcPts val="0"/>
              </a:spcBef>
              <a:spcAft>
                <a:spcPts val="0"/>
              </a:spcAft>
              <a:buSzPts val="1400"/>
              <a:buChar char="■"/>
              <a:defRPr/>
            </a:lvl3pPr>
            <a:lvl4pPr marL="1828800" lvl="3" indent="-317500" rtl="0">
              <a:spcBef>
                <a:spcPts val="0"/>
              </a:spcBef>
              <a:spcAft>
                <a:spcPts val="0"/>
              </a:spcAft>
              <a:buSzPts val="1400"/>
              <a:buChar char="●"/>
              <a:defRPr/>
            </a:lvl4pPr>
            <a:lvl5pPr marL="2286000" lvl="4" indent="-317500" rtl="0">
              <a:spcBef>
                <a:spcPts val="0"/>
              </a:spcBef>
              <a:spcAft>
                <a:spcPts val="0"/>
              </a:spcAft>
              <a:buSzPts val="1400"/>
              <a:buChar char="○"/>
              <a:defRPr/>
            </a:lvl5pPr>
            <a:lvl6pPr marL="2743200" lvl="5" indent="-317500" rtl="0">
              <a:spcBef>
                <a:spcPts val="0"/>
              </a:spcBef>
              <a:spcAft>
                <a:spcPts val="0"/>
              </a:spcAft>
              <a:buSzPts val="1400"/>
              <a:buChar char="■"/>
              <a:defRPr/>
            </a:lvl6pPr>
            <a:lvl7pPr marL="3200400" lvl="6" indent="-317500" rtl="0">
              <a:spcBef>
                <a:spcPts val="0"/>
              </a:spcBef>
              <a:spcAft>
                <a:spcPts val="0"/>
              </a:spcAft>
              <a:buSzPts val="1400"/>
              <a:buChar char="●"/>
              <a:defRPr/>
            </a:lvl7pPr>
            <a:lvl8pPr marL="3657600" lvl="7" indent="-317500" rtl="0">
              <a:spcBef>
                <a:spcPts val="0"/>
              </a:spcBef>
              <a:spcAft>
                <a:spcPts val="0"/>
              </a:spcAft>
              <a:buSzPts val="1400"/>
              <a:buChar char="○"/>
              <a:defRPr/>
            </a:lvl8pPr>
            <a:lvl9pPr marL="4114800" lvl="8" indent="-317500" rtl="0">
              <a:spcBef>
                <a:spcPts val="0"/>
              </a:spcBef>
              <a:spcAft>
                <a:spcPts val="0"/>
              </a:spcAft>
              <a:buSzPts val="1400"/>
              <a:buChar char="■"/>
              <a:defRPr/>
            </a:lvl9pPr>
          </a:lstStyle>
          <a:p>
            <a:endParaRPr/>
          </a:p>
        </p:txBody>
      </p:sp>
      <p:sp>
        <p:nvSpPr>
          <p:cNvPr id="1161" name="Google Shape;1161;p98"/>
          <p:cNvSpPr txBox="1">
            <a:spLocks noGrp="1"/>
          </p:cNvSpPr>
          <p:nvPr>
            <p:ph type="subTitle" idx="9"/>
          </p:nvPr>
        </p:nvSpPr>
        <p:spPr>
          <a:xfrm>
            <a:off x="5722050" y="1569988"/>
            <a:ext cx="2466600" cy="311400"/>
          </a:xfrm>
          <a:prstGeom prst="rect">
            <a:avLst/>
          </a:prstGeom>
        </p:spPr>
        <p:txBody>
          <a:bodyPr spcFirstLastPara="1" wrap="square" lIns="0" tIns="0" rIns="0" bIns="0" anchor="t" anchorCtr="0">
            <a:normAutofit/>
          </a:bodyPr>
          <a:lstStyle>
            <a:lvl1pPr lvl="0" rtl="0">
              <a:lnSpc>
                <a:spcPct val="100000"/>
              </a:lnSpc>
              <a:spcBef>
                <a:spcPts val="0"/>
              </a:spcBef>
              <a:spcAft>
                <a:spcPts val="0"/>
              </a:spcAft>
              <a:buClr>
                <a:schemeClr val="lt2"/>
              </a:buClr>
              <a:buSzPts val="1600"/>
              <a:buFont typeface="IBM Plex Sans Medium"/>
              <a:buNone/>
              <a:defRPr>
                <a:solidFill>
                  <a:schemeClr val="lt2"/>
                </a:solidFill>
                <a:latin typeface="IBM Plex Sans Medium"/>
                <a:ea typeface="IBM Plex Sans Medium"/>
                <a:cs typeface="IBM Plex Sans Medium"/>
                <a:sym typeface="IBM Plex Sans Medium"/>
              </a:defRPr>
            </a:lvl1pPr>
            <a:lvl2pPr lvl="1" rtl="0">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2pPr>
            <a:lvl3pPr lvl="2" rtl="0">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3pPr>
            <a:lvl4pPr lvl="3" rtl="0">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4pPr>
            <a:lvl5pPr lvl="4" rtl="0">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5pPr>
            <a:lvl6pPr lvl="5" rtl="0">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6pPr>
            <a:lvl7pPr lvl="6" rtl="0">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7pPr>
            <a:lvl8pPr lvl="7" rtl="0">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8pPr>
            <a:lvl9pPr lvl="8" rtl="0">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9pPr>
          </a:lstStyle>
          <a:p>
            <a:endParaRPr/>
          </a:p>
        </p:txBody>
      </p:sp>
      <p:sp>
        <p:nvSpPr>
          <p:cNvPr id="1162" name="Google Shape;1162;p98"/>
          <p:cNvSpPr txBox="1">
            <a:spLocks noGrp="1"/>
          </p:cNvSpPr>
          <p:nvPr>
            <p:ph type="body" idx="13"/>
          </p:nvPr>
        </p:nvSpPr>
        <p:spPr>
          <a:xfrm>
            <a:off x="5733575" y="1973113"/>
            <a:ext cx="2467800" cy="903300"/>
          </a:xfrm>
          <a:prstGeom prst="rect">
            <a:avLst/>
          </a:prstGeom>
        </p:spPr>
        <p:txBody>
          <a:bodyPr spcFirstLastPara="1" wrap="square" lIns="0" tIns="0" rIns="0" bIns="0" anchor="t" anchorCtr="0">
            <a:normAutofit/>
          </a:bodyPr>
          <a:lstStyle>
            <a:lvl1pPr marL="457200" lvl="0" indent="-317500" rtl="0">
              <a:spcBef>
                <a:spcPts val="0"/>
              </a:spcBef>
              <a:spcAft>
                <a:spcPts val="0"/>
              </a:spcAft>
              <a:buClr>
                <a:schemeClr val="lt1"/>
              </a:buClr>
              <a:buSzPts val="1400"/>
              <a:buChar char="■"/>
              <a:defRPr sz="1400">
                <a:solidFill>
                  <a:schemeClr val="lt1"/>
                </a:solidFill>
              </a:defRPr>
            </a:lvl1pPr>
            <a:lvl2pPr marL="914400" lvl="1" indent="-317500" rtl="0">
              <a:spcBef>
                <a:spcPts val="0"/>
              </a:spcBef>
              <a:spcAft>
                <a:spcPts val="0"/>
              </a:spcAft>
              <a:buClr>
                <a:schemeClr val="lt1"/>
              </a:buClr>
              <a:buSzPts val="1400"/>
              <a:buChar char="■"/>
              <a:defRPr>
                <a:solidFill>
                  <a:schemeClr val="lt1"/>
                </a:solidFill>
              </a:defRPr>
            </a:lvl2pPr>
            <a:lvl3pPr marL="1371600" lvl="2" indent="-317500" rtl="0">
              <a:spcBef>
                <a:spcPts val="0"/>
              </a:spcBef>
              <a:spcAft>
                <a:spcPts val="0"/>
              </a:spcAft>
              <a:buSzPts val="1400"/>
              <a:buChar char="■"/>
              <a:defRPr/>
            </a:lvl3pPr>
            <a:lvl4pPr marL="1828800" lvl="3" indent="-317500" rtl="0">
              <a:spcBef>
                <a:spcPts val="0"/>
              </a:spcBef>
              <a:spcAft>
                <a:spcPts val="0"/>
              </a:spcAft>
              <a:buSzPts val="1400"/>
              <a:buChar char="●"/>
              <a:defRPr/>
            </a:lvl4pPr>
            <a:lvl5pPr marL="2286000" lvl="4" indent="-317500" rtl="0">
              <a:spcBef>
                <a:spcPts val="0"/>
              </a:spcBef>
              <a:spcAft>
                <a:spcPts val="0"/>
              </a:spcAft>
              <a:buSzPts val="1400"/>
              <a:buChar char="○"/>
              <a:defRPr/>
            </a:lvl5pPr>
            <a:lvl6pPr marL="2743200" lvl="5" indent="-317500" rtl="0">
              <a:spcBef>
                <a:spcPts val="0"/>
              </a:spcBef>
              <a:spcAft>
                <a:spcPts val="0"/>
              </a:spcAft>
              <a:buSzPts val="1400"/>
              <a:buChar char="■"/>
              <a:defRPr/>
            </a:lvl6pPr>
            <a:lvl7pPr marL="3200400" lvl="6" indent="-317500" rtl="0">
              <a:spcBef>
                <a:spcPts val="0"/>
              </a:spcBef>
              <a:spcAft>
                <a:spcPts val="0"/>
              </a:spcAft>
              <a:buSzPts val="1400"/>
              <a:buChar char="●"/>
              <a:defRPr/>
            </a:lvl7pPr>
            <a:lvl8pPr marL="3657600" lvl="7" indent="-317500" rtl="0">
              <a:spcBef>
                <a:spcPts val="0"/>
              </a:spcBef>
              <a:spcAft>
                <a:spcPts val="0"/>
              </a:spcAft>
              <a:buSzPts val="1400"/>
              <a:buChar char="○"/>
              <a:defRPr/>
            </a:lvl8pPr>
            <a:lvl9pPr marL="4114800" lvl="8" indent="-317500" rtl="0">
              <a:spcBef>
                <a:spcPts val="0"/>
              </a:spcBef>
              <a:spcAft>
                <a:spcPts val="0"/>
              </a:spcAft>
              <a:buSzPts val="1400"/>
              <a:buChar char="■"/>
              <a:defRPr/>
            </a:lvl9pPr>
          </a:lstStyle>
          <a:p>
            <a:endParaRPr/>
          </a:p>
        </p:txBody>
      </p:sp>
      <p:sp>
        <p:nvSpPr>
          <p:cNvPr id="1163" name="Google Shape;1163;p98"/>
          <p:cNvSpPr txBox="1">
            <a:spLocks noGrp="1"/>
          </p:cNvSpPr>
          <p:nvPr>
            <p:ph type="subTitle" idx="14"/>
          </p:nvPr>
        </p:nvSpPr>
        <p:spPr>
          <a:xfrm>
            <a:off x="5722050" y="3091138"/>
            <a:ext cx="2466600" cy="311400"/>
          </a:xfrm>
          <a:prstGeom prst="rect">
            <a:avLst/>
          </a:prstGeom>
        </p:spPr>
        <p:txBody>
          <a:bodyPr spcFirstLastPara="1" wrap="square" lIns="0" tIns="0" rIns="0" bIns="0" anchor="t" anchorCtr="0">
            <a:normAutofit/>
          </a:bodyPr>
          <a:lstStyle>
            <a:lvl1pPr lvl="0" rtl="0">
              <a:lnSpc>
                <a:spcPct val="100000"/>
              </a:lnSpc>
              <a:spcBef>
                <a:spcPts val="0"/>
              </a:spcBef>
              <a:spcAft>
                <a:spcPts val="0"/>
              </a:spcAft>
              <a:buClr>
                <a:schemeClr val="lt2"/>
              </a:buClr>
              <a:buSzPts val="1600"/>
              <a:buFont typeface="IBM Plex Sans Medium"/>
              <a:buNone/>
              <a:defRPr>
                <a:solidFill>
                  <a:schemeClr val="lt2"/>
                </a:solidFill>
                <a:latin typeface="IBM Plex Sans Medium"/>
                <a:ea typeface="IBM Plex Sans Medium"/>
                <a:cs typeface="IBM Plex Sans Medium"/>
                <a:sym typeface="IBM Plex Sans Medium"/>
              </a:defRPr>
            </a:lvl1pPr>
            <a:lvl2pPr lvl="1" rtl="0">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2pPr>
            <a:lvl3pPr lvl="2" rtl="0">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3pPr>
            <a:lvl4pPr lvl="3" rtl="0">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4pPr>
            <a:lvl5pPr lvl="4" rtl="0">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5pPr>
            <a:lvl6pPr lvl="5" rtl="0">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6pPr>
            <a:lvl7pPr lvl="6" rtl="0">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7pPr>
            <a:lvl8pPr lvl="7" rtl="0">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8pPr>
            <a:lvl9pPr lvl="8" rtl="0">
              <a:lnSpc>
                <a:spcPct val="100000"/>
              </a:lnSpc>
              <a:spcBef>
                <a:spcPts val="0"/>
              </a:spcBef>
              <a:spcAft>
                <a:spcPts val="0"/>
              </a:spcAft>
              <a:buSzPts val="1400"/>
              <a:buFont typeface="IBM Plex Sans Medium"/>
              <a:buNone/>
              <a:defRPr>
                <a:latin typeface="IBM Plex Sans Medium"/>
                <a:ea typeface="IBM Plex Sans Medium"/>
                <a:cs typeface="IBM Plex Sans Medium"/>
                <a:sym typeface="IBM Plex Sans Medium"/>
              </a:defRPr>
            </a:lvl9pPr>
          </a:lstStyle>
          <a:p>
            <a:endParaRPr/>
          </a:p>
        </p:txBody>
      </p:sp>
      <p:sp>
        <p:nvSpPr>
          <p:cNvPr id="1164" name="Google Shape;1164;p98"/>
          <p:cNvSpPr txBox="1">
            <a:spLocks noGrp="1"/>
          </p:cNvSpPr>
          <p:nvPr>
            <p:ph type="body" idx="15"/>
          </p:nvPr>
        </p:nvSpPr>
        <p:spPr>
          <a:xfrm>
            <a:off x="5733575" y="3494263"/>
            <a:ext cx="2467800" cy="903300"/>
          </a:xfrm>
          <a:prstGeom prst="rect">
            <a:avLst/>
          </a:prstGeom>
        </p:spPr>
        <p:txBody>
          <a:bodyPr spcFirstLastPara="1" wrap="square" lIns="0" tIns="0" rIns="0" bIns="0" anchor="t" anchorCtr="0">
            <a:normAutofit/>
          </a:bodyPr>
          <a:lstStyle>
            <a:lvl1pPr marL="457200" lvl="0" indent="-317500" rtl="0">
              <a:spcBef>
                <a:spcPts val="0"/>
              </a:spcBef>
              <a:spcAft>
                <a:spcPts val="0"/>
              </a:spcAft>
              <a:buClr>
                <a:schemeClr val="lt1"/>
              </a:buClr>
              <a:buSzPts val="1400"/>
              <a:buChar char="■"/>
              <a:defRPr sz="1400">
                <a:solidFill>
                  <a:schemeClr val="lt1"/>
                </a:solidFill>
              </a:defRPr>
            </a:lvl1pPr>
            <a:lvl2pPr marL="914400" lvl="1" indent="-317500" rtl="0">
              <a:spcBef>
                <a:spcPts val="0"/>
              </a:spcBef>
              <a:spcAft>
                <a:spcPts val="0"/>
              </a:spcAft>
              <a:buClr>
                <a:schemeClr val="lt1"/>
              </a:buClr>
              <a:buSzPts val="1400"/>
              <a:buChar char="■"/>
              <a:defRPr>
                <a:solidFill>
                  <a:schemeClr val="lt1"/>
                </a:solidFill>
              </a:defRPr>
            </a:lvl2pPr>
            <a:lvl3pPr marL="1371600" lvl="2" indent="-317500" rtl="0">
              <a:spcBef>
                <a:spcPts val="0"/>
              </a:spcBef>
              <a:spcAft>
                <a:spcPts val="0"/>
              </a:spcAft>
              <a:buSzPts val="1400"/>
              <a:buChar char="■"/>
              <a:defRPr/>
            </a:lvl3pPr>
            <a:lvl4pPr marL="1828800" lvl="3" indent="-317500" rtl="0">
              <a:spcBef>
                <a:spcPts val="0"/>
              </a:spcBef>
              <a:spcAft>
                <a:spcPts val="0"/>
              </a:spcAft>
              <a:buSzPts val="1400"/>
              <a:buChar char="●"/>
              <a:defRPr/>
            </a:lvl4pPr>
            <a:lvl5pPr marL="2286000" lvl="4" indent="-317500" rtl="0">
              <a:spcBef>
                <a:spcPts val="0"/>
              </a:spcBef>
              <a:spcAft>
                <a:spcPts val="0"/>
              </a:spcAft>
              <a:buSzPts val="1400"/>
              <a:buChar char="○"/>
              <a:defRPr/>
            </a:lvl5pPr>
            <a:lvl6pPr marL="2743200" lvl="5" indent="-317500" rtl="0">
              <a:spcBef>
                <a:spcPts val="0"/>
              </a:spcBef>
              <a:spcAft>
                <a:spcPts val="0"/>
              </a:spcAft>
              <a:buSzPts val="1400"/>
              <a:buChar char="■"/>
              <a:defRPr/>
            </a:lvl6pPr>
            <a:lvl7pPr marL="3200400" lvl="6" indent="-317500" rtl="0">
              <a:spcBef>
                <a:spcPts val="0"/>
              </a:spcBef>
              <a:spcAft>
                <a:spcPts val="0"/>
              </a:spcAft>
              <a:buSzPts val="1400"/>
              <a:buChar char="●"/>
              <a:defRPr/>
            </a:lvl7pPr>
            <a:lvl8pPr marL="3657600" lvl="7" indent="-317500" rtl="0">
              <a:spcBef>
                <a:spcPts val="0"/>
              </a:spcBef>
              <a:spcAft>
                <a:spcPts val="0"/>
              </a:spcAft>
              <a:buSzPts val="1400"/>
              <a:buChar char="○"/>
              <a:defRPr/>
            </a:lvl8pPr>
            <a:lvl9pPr marL="4114800" lvl="8" indent="-317500" rtl="0">
              <a:spcBef>
                <a:spcPts val="0"/>
              </a:spcBef>
              <a:spcAft>
                <a:spcPts val="0"/>
              </a:spcAft>
              <a:buSzPts val="1400"/>
              <a:buChar char="■"/>
              <a:defRPr/>
            </a:lvl9pPr>
          </a:lstStyle>
          <a:p>
            <a:endParaRPr/>
          </a:p>
        </p:txBody>
      </p:sp>
      <p:grpSp>
        <p:nvGrpSpPr>
          <p:cNvPr id="1165" name="Google Shape;1165;p98"/>
          <p:cNvGrpSpPr/>
          <p:nvPr/>
        </p:nvGrpSpPr>
        <p:grpSpPr>
          <a:xfrm rot="5400000">
            <a:off x="-62746" y="3289838"/>
            <a:ext cx="881054" cy="483615"/>
            <a:chOff x="5988337" y="3156400"/>
            <a:chExt cx="881054" cy="483615"/>
          </a:xfrm>
        </p:grpSpPr>
        <p:sp>
          <p:nvSpPr>
            <p:cNvPr id="1166" name="Google Shape;1166;p98"/>
            <p:cNvSpPr/>
            <p:nvPr/>
          </p:nvSpPr>
          <p:spPr>
            <a:xfrm>
              <a:off x="6779691" y="3550315"/>
              <a:ext cx="89700" cy="89700"/>
            </a:xfrm>
            <a:prstGeom prst="ellipse">
              <a:avLst/>
            </a:prstGeom>
            <a:solidFill>
              <a:srgbClr val="FC5D0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7" name="Google Shape;1167;p98"/>
            <p:cNvSpPr/>
            <p:nvPr/>
          </p:nvSpPr>
          <p:spPr>
            <a:xfrm>
              <a:off x="6779691" y="3353358"/>
              <a:ext cx="89700" cy="89700"/>
            </a:xfrm>
            <a:prstGeom prst="ellipse">
              <a:avLst/>
            </a:prstGeom>
            <a:solidFill>
              <a:srgbClr val="FC5D0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8" name="Google Shape;1168;p98"/>
            <p:cNvSpPr/>
            <p:nvPr/>
          </p:nvSpPr>
          <p:spPr>
            <a:xfrm>
              <a:off x="6779691" y="3156400"/>
              <a:ext cx="89700" cy="89700"/>
            </a:xfrm>
            <a:prstGeom prst="ellipse">
              <a:avLst/>
            </a:prstGeom>
            <a:solidFill>
              <a:srgbClr val="FC5D0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9" name="Google Shape;1169;p98"/>
            <p:cNvSpPr/>
            <p:nvPr/>
          </p:nvSpPr>
          <p:spPr>
            <a:xfrm>
              <a:off x="5988337" y="3550315"/>
              <a:ext cx="89700" cy="89700"/>
            </a:xfrm>
            <a:prstGeom prst="ellipse">
              <a:avLst/>
            </a:prstGeom>
            <a:solidFill>
              <a:srgbClr val="FC5D0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0" name="Google Shape;1170;p98"/>
            <p:cNvSpPr/>
            <p:nvPr/>
          </p:nvSpPr>
          <p:spPr>
            <a:xfrm>
              <a:off x="5988337" y="3353358"/>
              <a:ext cx="89700" cy="89700"/>
            </a:xfrm>
            <a:prstGeom prst="ellipse">
              <a:avLst/>
            </a:prstGeom>
            <a:solidFill>
              <a:srgbClr val="FC5D0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1" name="Google Shape;1171;p98"/>
            <p:cNvSpPr/>
            <p:nvPr/>
          </p:nvSpPr>
          <p:spPr>
            <a:xfrm>
              <a:off x="5988337" y="3156400"/>
              <a:ext cx="89700" cy="89700"/>
            </a:xfrm>
            <a:prstGeom prst="ellipse">
              <a:avLst/>
            </a:prstGeom>
            <a:solidFill>
              <a:srgbClr val="FC5D0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2" name="Google Shape;1172;p98"/>
            <p:cNvSpPr/>
            <p:nvPr/>
          </p:nvSpPr>
          <p:spPr>
            <a:xfrm>
              <a:off x="6186176" y="3550315"/>
              <a:ext cx="89700" cy="89700"/>
            </a:xfrm>
            <a:prstGeom prst="ellipse">
              <a:avLst/>
            </a:prstGeom>
            <a:solidFill>
              <a:srgbClr val="FC5D0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3" name="Google Shape;1173;p98"/>
            <p:cNvSpPr/>
            <p:nvPr/>
          </p:nvSpPr>
          <p:spPr>
            <a:xfrm>
              <a:off x="6186176" y="3353358"/>
              <a:ext cx="89700" cy="89700"/>
            </a:xfrm>
            <a:prstGeom prst="ellipse">
              <a:avLst/>
            </a:prstGeom>
            <a:solidFill>
              <a:srgbClr val="FC5D0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4" name="Google Shape;1174;p98"/>
            <p:cNvSpPr/>
            <p:nvPr/>
          </p:nvSpPr>
          <p:spPr>
            <a:xfrm>
              <a:off x="6186176" y="3156400"/>
              <a:ext cx="89700" cy="89700"/>
            </a:xfrm>
            <a:prstGeom prst="ellipse">
              <a:avLst/>
            </a:prstGeom>
            <a:solidFill>
              <a:srgbClr val="FC5D0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5" name="Google Shape;1175;p98"/>
            <p:cNvSpPr/>
            <p:nvPr/>
          </p:nvSpPr>
          <p:spPr>
            <a:xfrm>
              <a:off x="6384014" y="3550315"/>
              <a:ext cx="89700" cy="89700"/>
            </a:xfrm>
            <a:prstGeom prst="ellipse">
              <a:avLst/>
            </a:prstGeom>
            <a:solidFill>
              <a:srgbClr val="FC5D0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6" name="Google Shape;1176;p98"/>
            <p:cNvSpPr/>
            <p:nvPr/>
          </p:nvSpPr>
          <p:spPr>
            <a:xfrm>
              <a:off x="6384014" y="3353358"/>
              <a:ext cx="89700" cy="89700"/>
            </a:xfrm>
            <a:prstGeom prst="ellipse">
              <a:avLst/>
            </a:prstGeom>
            <a:solidFill>
              <a:srgbClr val="FC5D0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7" name="Google Shape;1177;p98"/>
            <p:cNvSpPr/>
            <p:nvPr/>
          </p:nvSpPr>
          <p:spPr>
            <a:xfrm>
              <a:off x="6384014" y="3156400"/>
              <a:ext cx="89700" cy="89700"/>
            </a:xfrm>
            <a:prstGeom prst="ellipse">
              <a:avLst/>
            </a:prstGeom>
            <a:solidFill>
              <a:srgbClr val="FC5D0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8" name="Google Shape;1178;p98"/>
            <p:cNvSpPr/>
            <p:nvPr/>
          </p:nvSpPr>
          <p:spPr>
            <a:xfrm>
              <a:off x="6581853" y="3550315"/>
              <a:ext cx="89700" cy="89700"/>
            </a:xfrm>
            <a:prstGeom prst="ellipse">
              <a:avLst/>
            </a:prstGeom>
            <a:solidFill>
              <a:srgbClr val="FC5D0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9" name="Google Shape;1179;p98"/>
            <p:cNvSpPr/>
            <p:nvPr/>
          </p:nvSpPr>
          <p:spPr>
            <a:xfrm>
              <a:off x="6581853" y="3353358"/>
              <a:ext cx="89700" cy="89700"/>
            </a:xfrm>
            <a:prstGeom prst="ellipse">
              <a:avLst/>
            </a:prstGeom>
            <a:solidFill>
              <a:srgbClr val="FC5D0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0" name="Google Shape;1180;p98"/>
            <p:cNvSpPr/>
            <p:nvPr/>
          </p:nvSpPr>
          <p:spPr>
            <a:xfrm>
              <a:off x="6581853" y="3156400"/>
              <a:ext cx="89700" cy="89700"/>
            </a:xfrm>
            <a:prstGeom prst="ellipse">
              <a:avLst/>
            </a:prstGeom>
            <a:solidFill>
              <a:srgbClr val="FC5D0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matchingName="4 Topics - 2">
  <p:cSld name="TITLE_ONLY_1_7_1">
    <p:bg>
      <p:bgPr>
        <a:solidFill>
          <a:schemeClr val="lt2"/>
        </a:solidFill>
        <a:effectLst/>
      </p:bgPr>
    </p:bg>
    <p:spTree>
      <p:nvGrpSpPr>
        <p:cNvPr id="1" name="Shape 1181"/>
        <p:cNvGrpSpPr/>
        <p:nvPr/>
      </p:nvGrpSpPr>
      <p:grpSpPr>
        <a:xfrm>
          <a:off x="0" y="0"/>
          <a:ext cx="0" cy="0"/>
          <a:chOff x="0" y="0"/>
          <a:chExt cx="0" cy="0"/>
        </a:xfrm>
      </p:grpSpPr>
      <p:sp>
        <p:nvSpPr>
          <p:cNvPr id="1182" name="Google Shape;1182;p99"/>
          <p:cNvSpPr txBox="1">
            <a:spLocks noGrp="1"/>
          </p:cNvSpPr>
          <p:nvPr>
            <p:ph type="title"/>
          </p:nvPr>
        </p:nvSpPr>
        <p:spPr>
          <a:xfrm>
            <a:off x="457200" y="114300"/>
            <a:ext cx="8229600" cy="903300"/>
          </a:xfrm>
          <a:prstGeom prst="rect">
            <a:avLst/>
          </a:prstGeom>
        </p:spPr>
        <p:txBody>
          <a:bodyPr spcFirstLastPara="1" wrap="square" lIns="0" tIns="0" rIns="0" bIns="0" anchor="t" anchorCtr="0">
            <a:normAutofit/>
          </a:bodyPr>
          <a:lstStyle>
            <a:lvl1pPr lvl="0" rtl="0">
              <a:spcBef>
                <a:spcPts val="0"/>
              </a:spcBef>
              <a:spcAft>
                <a:spcPts val="0"/>
              </a:spcAft>
              <a:buSzPts val="34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1183" name="Google Shape;1183;p99"/>
          <p:cNvSpPr txBox="1">
            <a:spLocks noGrp="1"/>
          </p:cNvSpPr>
          <p:nvPr>
            <p:ph type="subTitle" idx="1"/>
          </p:nvPr>
        </p:nvSpPr>
        <p:spPr>
          <a:xfrm>
            <a:off x="1531021" y="1028700"/>
            <a:ext cx="7142700" cy="260400"/>
          </a:xfrm>
          <a:prstGeom prst="rect">
            <a:avLst/>
          </a:prstGeom>
        </p:spPr>
        <p:txBody>
          <a:bodyPr spcFirstLastPara="1" wrap="square" lIns="0" tIns="0" rIns="0" bIns="0" anchor="t" anchorCtr="0">
            <a:normAutofit/>
          </a:bodyPr>
          <a:lstStyle>
            <a:lvl1pPr lvl="0" rtl="0">
              <a:lnSpc>
                <a:spcPct val="100000"/>
              </a:lnSpc>
              <a:spcBef>
                <a:spcPts val="0"/>
              </a:spcBef>
              <a:spcAft>
                <a:spcPts val="0"/>
              </a:spcAft>
              <a:buSzPts val="1600"/>
              <a:buFont typeface="IBM Plex Sans Medium"/>
              <a:buNone/>
              <a:defRPr>
                <a:solidFill>
                  <a:schemeClr val="accent1"/>
                </a:solidFill>
                <a:latin typeface="IBM Plex Sans Medium"/>
                <a:ea typeface="IBM Plex Sans Medium"/>
                <a:cs typeface="IBM Plex Sans Medium"/>
                <a:sym typeface="IBM Plex Sans Medium"/>
              </a:defRPr>
            </a:lvl1pPr>
            <a:lvl2pPr lvl="1" rtl="0">
              <a:lnSpc>
                <a:spcPct val="100000"/>
              </a:lnSpc>
              <a:spcBef>
                <a:spcPts val="0"/>
              </a:spcBef>
              <a:spcAft>
                <a:spcPts val="0"/>
              </a:spcAft>
              <a:buSzPts val="1800"/>
              <a:buFont typeface="IBM Plex Sans Medium"/>
              <a:buNone/>
              <a:defRPr sz="1800">
                <a:latin typeface="IBM Plex Sans Medium"/>
                <a:ea typeface="IBM Plex Sans Medium"/>
                <a:cs typeface="IBM Plex Sans Medium"/>
                <a:sym typeface="IBM Plex Sans Medium"/>
              </a:defRPr>
            </a:lvl2pPr>
            <a:lvl3pPr lvl="2" rtl="0">
              <a:lnSpc>
                <a:spcPct val="100000"/>
              </a:lnSpc>
              <a:spcBef>
                <a:spcPts val="0"/>
              </a:spcBef>
              <a:spcAft>
                <a:spcPts val="0"/>
              </a:spcAft>
              <a:buSzPts val="1800"/>
              <a:buFont typeface="IBM Plex Sans Medium"/>
              <a:buNone/>
              <a:defRPr sz="1800">
                <a:latin typeface="IBM Plex Sans Medium"/>
                <a:ea typeface="IBM Plex Sans Medium"/>
                <a:cs typeface="IBM Plex Sans Medium"/>
                <a:sym typeface="IBM Plex Sans Medium"/>
              </a:defRPr>
            </a:lvl3pPr>
            <a:lvl4pPr lvl="3" rtl="0">
              <a:lnSpc>
                <a:spcPct val="100000"/>
              </a:lnSpc>
              <a:spcBef>
                <a:spcPts val="0"/>
              </a:spcBef>
              <a:spcAft>
                <a:spcPts val="0"/>
              </a:spcAft>
              <a:buSzPts val="1800"/>
              <a:buFont typeface="IBM Plex Sans Medium"/>
              <a:buNone/>
              <a:defRPr sz="1800">
                <a:latin typeface="IBM Plex Sans Medium"/>
                <a:ea typeface="IBM Plex Sans Medium"/>
                <a:cs typeface="IBM Plex Sans Medium"/>
                <a:sym typeface="IBM Plex Sans Medium"/>
              </a:defRPr>
            </a:lvl4pPr>
            <a:lvl5pPr lvl="4" rtl="0">
              <a:lnSpc>
                <a:spcPct val="100000"/>
              </a:lnSpc>
              <a:spcBef>
                <a:spcPts val="0"/>
              </a:spcBef>
              <a:spcAft>
                <a:spcPts val="0"/>
              </a:spcAft>
              <a:buSzPts val="1800"/>
              <a:buFont typeface="IBM Plex Sans Medium"/>
              <a:buNone/>
              <a:defRPr sz="1800">
                <a:latin typeface="IBM Plex Sans Medium"/>
                <a:ea typeface="IBM Plex Sans Medium"/>
                <a:cs typeface="IBM Plex Sans Medium"/>
                <a:sym typeface="IBM Plex Sans Medium"/>
              </a:defRPr>
            </a:lvl5pPr>
            <a:lvl6pPr lvl="5" rtl="0">
              <a:lnSpc>
                <a:spcPct val="100000"/>
              </a:lnSpc>
              <a:spcBef>
                <a:spcPts val="0"/>
              </a:spcBef>
              <a:spcAft>
                <a:spcPts val="0"/>
              </a:spcAft>
              <a:buSzPts val="1800"/>
              <a:buFont typeface="IBM Plex Sans Medium"/>
              <a:buNone/>
              <a:defRPr sz="1800">
                <a:latin typeface="IBM Plex Sans Medium"/>
                <a:ea typeface="IBM Plex Sans Medium"/>
                <a:cs typeface="IBM Plex Sans Medium"/>
                <a:sym typeface="IBM Plex Sans Medium"/>
              </a:defRPr>
            </a:lvl6pPr>
            <a:lvl7pPr lvl="6" rtl="0">
              <a:lnSpc>
                <a:spcPct val="100000"/>
              </a:lnSpc>
              <a:spcBef>
                <a:spcPts val="0"/>
              </a:spcBef>
              <a:spcAft>
                <a:spcPts val="0"/>
              </a:spcAft>
              <a:buSzPts val="1800"/>
              <a:buFont typeface="IBM Plex Sans Medium"/>
              <a:buNone/>
              <a:defRPr sz="1800">
                <a:latin typeface="IBM Plex Sans Medium"/>
                <a:ea typeface="IBM Plex Sans Medium"/>
                <a:cs typeface="IBM Plex Sans Medium"/>
                <a:sym typeface="IBM Plex Sans Medium"/>
              </a:defRPr>
            </a:lvl7pPr>
            <a:lvl8pPr lvl="7" rtl="0">
              <a:lnSpc>
                <a:spcPct val="100000"/>
              </a:lnSpc>
              <a:spcBef>
                <a:spcPts val="0"/>
              </a:spcBef>
              <a:spcAft>
                <a:spcPts val="0"/>
              </a:spcAft>
              <a:buSzPts val="1800"/>
              <a:buFont typeface="IBM Plex Sans Medium"/>
              <a:buNone/>
              <a:defRPr sz="1800">
                <a:latin typeface="IBM Plex Sans Medium"/>
                <a:ea typeface="IBM Plex Sans Medium"/>
                <a:cs typeface="IBM Plex Sans Medium"/>
                <a:sym typeface="IBM Plex Sans Medium"/>
              </a:defRPr>
            </a:lvl8pPr>
            <a:lvl9pPr lvl="8" rtl="0">
              <a:lnSpc>
                <a:spcPct val="100000"/>
              </a:lnSpc>
              <a:spcBef>
                <a:spcPts val="0"/>
              </a:spcBef>
              <a:spcAft>
                <a:spcPts val="0"/>
              </a:spcAft>
              <a:buSzPts val="1800"/>
              <a:buFont typeface="IBM Plex Sans Medium"/>
              <a:buNone/>
              <a:defRPr sz="1800">
                <a:latin typeface="IBM Plex Sans Medium"/>
                <a:ea typeface="IBM Plex Sans Medium"/>
                <a:cs typeface="IBM Plex Sans Medium"/>
                <a:sym typeface="IBM Plex Sans Medium"/>
              </a:defRPr>
            </a:lvl9pPr>
          </a:lstStyle>
          <a:p>
            <a:endParaRPr/>
          </a:p>
        </p:txBody>
      </p:sp>
      <p:sp>
        <p:nvSpPr>
          <p:cNvPr id="1184" name="Google Shape;1184;p99"/>
          <p:cNvSpPr txBox="1">
            <a:spLocks noGrp="1"/>
          </p:cNvSpPr>
          <p:nvPr>
            <p:ph type="body" idx="2"/>
          </p:nvPr>
        </p:nvSpPr>
        <p:spPr>
          <a:xfrm>
            <a:off x="1545097" y="1354424"/>
            <a:ext cx="7142700" cy="386700"/>
          </a:xfrm>
          <a:prstGeom prst="rect">
            <a:avLst/>
          </a:prstGeom>
        </p:spPr>
        <p:txBody>
          <a:bodyPr spcFirstLastPara="1" wrap="square" lIns="0" tIns="0" rIns="0" bIns="0" anchor="t" anchorCtr="0">
            <a:normAutofit/>
          </a:bodyPr>
          <a:lstStyle>
            <a:lvl1pPr marL="457200" lvl="0" indent="-304800" rtl="0">
              <a:spcBef>
                <a:spcPts val="0"/>
              </a:spcBef>
              <a:spcAft>
                <a:spcPts val="0"/>
              </a:spcAft>
              <a:buClr>
                <a:schemeClr val="dk1"/>
              </a:buClr>
              <a:buSzPts val="1200"/>
              <a:buChar char="■"/>
              <a:defRPr sz="1200"/>
            </a:lvl1pPr>
            <a:lvl2pPr marL="914400" lvl="1" indent="-304800" rtl="0">
              <a:spcBef>
                <a:spcPts val="0"/>
              </a:spcBef>
              <a:spcAft>
                <a:spcPts val="0"/>
              </a:spcAft>
              <a:buClr>
                <a:schemeClr val="dk1"/>
              </a:buClr>
              <a:buSzPts val="1200"/>
              <a:buChar char="■"/>
              <a:defRPr sz="1200"/>
            </a:lvl2pPr>
            <a:lvl3pPr marL="1371600" lvl="2" indent="-304800" rtl="0">
              <a:spcBef>
                <a:spcPts val="0"/>
              </a:spcBef>
              <a:spcAft>
                <a:spcPts val="0"/>
              </a:spcAft>
              <a:buClr>
                <a:schemeClr val="dk1"/>
              </a:buClr>
              <a:buSzPts val="1200"/>
              <a:buChar char="■"/>
              <a:defRPr sz="1200"/>
            </a:lvl3pPr>
            <a:lvl4pPr marL="1828800" lvl="3" indent="-304800" rtl="0">
              <a:spcBef>
                <a:spcPts val="0"/>
              </a:spcBef>
              <a:spcAft>
                <a:spcPts val="0"/>
              </a:spcAft>
              <a:buClr>
                <a:schemeClr val="dk1"/>
              </a:buClr>
              <a:buSzPts val="1200"/>
              <a:buChar char="●"/>
              <a:defRPr sz="1200"/>
            </a:lvl4pPr>
            <a:lvl5pPr marL="2286000" lvl="4" indent="-304800" rtl="0">
              <a:spcBef>
                <a:spcPts val="0"/>
              </a:spcBef>
              <a:spcAft>
                <a:spcPts val="0"/>
              </a:spcAft>
              <a:buSzPts val="1200"/>
              <a:buChar char="○"/>
              <a:defRPr sz="1200"/>
            </a:lvl5pPr>
            <a:lvl6pPr marL="2743200" lvl="5" indent="-304800" rtl="0">
              <a:spcBef>
                <a:spcPts val="0"/>
              </a:spcBef>
              <a:spcAft>
                <a:spcPts val="0"/>
              </a:spcAft>
              <a:buSzPts val="1200"/>
              <a:buChar char="■"/>
              <a:defRPr sz="1200"/>
            </a:lvl6pPr>
            <a:lvl7pPr marL="3200400" lvl="6" indent="-304800" rtl="0">
              <a:spcBef>
                <a:spcPts val="0"/>
              </a:spcBef>
              <a:spcAft>
                <a:spcPts val="0"/>
              </a:spcAft>
              <a:buSzPts val="1200"/>
              <a:buChar char="●"/>
              <a:defRPr sz="1200"/>
            </a:lvl7pPr>
            <a:lvl8pPr marL="3657600" lvl="7" indent="-304800" rtl="0">
              <a:spcBef>
                <a:spcPts val="0"/>
              </a:spcBef>
              <a:spcAft>
                <a:spcPts val="0"/>
              </a:spcAft>
              <a:buSzPts val="1200"/>
              <a:buChar char="○"/>
              <a:defRPr sz="1200"/>
            </a:lvl8pPr>
            <a:lvl9pPr marL="4114800" lvl="8" indent="-304800" rtl="0">
              <a:spcBef>
                <a:spcPts val="0"/>
              </a:spcBef>
              <a:spcAft>
                <a:spcPts val="0"/>
              </a:spcAft>
              <a:buSzPts val="1200"/>
              <a:buChar char="■"/>
              <a:defRPr sz="1200"/>
            </a:lvl9pPr>
          </a:lstStyle>
          <a:p>
            <a:endParaRPr/>
          </a:p>
        </p:txBody>
      </p:sp>
      <p:sp>
        <p:nvSpPr>
          <p:cNvPr id="1185" name="Google Shape;1185;p99"/>
          <p:cNvSpPr txBox="1">
            <a:spLocks noGrp="1"/>
          </p:cNvSpPr>
          <p:nvPr>
            <p:ph type="subTitle" idx="3"/>
          </p:nvPr>
        </p:nvSpPr>
        <p:spPr>
          <a:xfrm>
            <a:off x="1531021" y="2060371"/>
            <a:ext cx="7142700" cy="260400"/>
          </a:xfrm>
          <a:prstGeom prst="rect">
            <a:avLst/>
          </a:prstGeom>
        </p:spPr>
        <p:txBody>
          <a:bodyPr spcFirstLastPara="1" wrap="square" lIns="0" tIns="0" rIns="0" bIns="0" anchor="t" anchorCtr="0">
            <a:normAutofit/>
          </a:bodyPr>
          <a:lstStyle>
            <a:lvl1pPr lvl="0" rtl="0">
              <a:lnSpc>
                <a:spcPct val="100000"/>
              </a:lnSpc>
              <a:spcBef>
                <a:spcPts val="0"/>
              </a:spcBef>
              <a:spcAft>
                <a:spcPts val="0"/>
              </a:spcAft>
              <a:buClr>
                <a:schemeClr val="accent6"/>
              </a:buClr>
              <a:buSzPts val="1600"/>
              <a:buFont typeface="IBM Plex Sans Medium"/>
              <a:buNone/>
              <a:defRPr>
                <a:solidFill>
                  <a:schemeClr val="accent6"/>
                </a:solidFill>
                <a:latin typeface="IBM Plex Sans Medium"/>
                <a:ea typeface="IBM Plex Sans Medium"/>
                <a:cs typeface="IBM Plex Sans Medium"/>
                <a:sym typeface="IBM Plex Sans Medium"/>
              </a:defRPr>
            </a:lvl1pPr>
            <a:lvl2pPr lvl="1" rtl="0">
              <a:lnSpc>
                <a:spcPct val="100000"/>
              </a:lnSpc>
              <a:spcBef>
                <a:spcPts val="0"/>
              </a:spcBef>
              <a:spcAft>
                <a:spcPts val="0"/>
              </a:spcAft>
              <a:buSzPts val="1800"/>
              <a:buFont typeface="IBM Plex Sans Medium"/>
              <a:buNone/>
              <a:defRPr sz="1800">
                <a:latin typeface="IBM Plex Sans Medium"/>
                <a:ea typeface="IBM Plex Sans Medium"/>
                <a:cs typeface="IBM Plex Sans Medium"/>
                <a:sym typeface="IBM Plex Sans Medium"/>
              </a:defRPr>
            </a:lvl2pPr>
            <a:lvl3pPr lvl="2" rtl="0">
              <a:lnSpc>
                <a:spcPct val="100000"/>
              </a:lnSpc>
              <a:spcBef>
                <a:spcPts val="0"/>
              </a:spcBef>
              <a:spcAft>
                <a:spcPts val="0"/>
              </a:spcAft>
              <a:buSzPts val="1800"/>
              <a:buFont typeface="IBM Plex Sans Medium"/>
              <a:buNone/>
              <a:defRPr sz="1800">
                <a:latin typeface="IBM Plex Sans Medium"/>
                <a:ea typeface="IBM Plex Sans Medium"/>
                <a:cs typeface="IBM Plex Sans Medium"/>
                <a:sym typeface="IBM Plex Sans Medium"/>
              </a:defRPr>
            </a:lvl3pPr>
            <a:lvl4pPr lvl="3" rtl="0">
              <a:lnSpc>
                <a:spcPct val="100000"/>
              </a:lnSpc>
              <a:spcBef>
                <a:spcPts val="0"/>
              </a:spcBef>
              <a:spcAft>
                <a:spcPts val="0"/>
              </a:spcAft>
              <a:buSzPts val="1800"/>
              <a:buFont typeface="IBM Plex Sans Medium"/>
              <a:buNone/>
              <a:defRPr sz="1800">
                <a:latin typeface="IBM Plex Sans Medium"/>
                <a:ea typeface="IBM Plex Sans Medium"/>
                <a:cs typeface="IBM Plex Sans Medium"/>
                <a:sym typeface="IBM Plex Sans Medium"/>
              </a:defRPr>
            </a:lvl4pPr>
            <a:lvl5pPr lvl="4" rtl="0">
              <a:lnSpc>
                <a:spcPct val="100000"/>
              </a:lnSpc>
              <a:spcBef>
                <a:spcPts val="0"/>
              </a:spcBef>
              <a:spcAft>
                <a:spcPts val="0"/>
              </a:spcAft>
              <a:buSzPts val="1800"/>
              <a:buFont typeface="IBM Plex Sans Medium"/>
              <a:buNone/>
              <a:defRPr sz="1800">
                <a:latin typeface="IBM Plex Sans Medium"/>
                <a:ea typeface="IBM Plex Sans Medium"/>
                <a:cs typeface="IBM Plex Sans Medium"/>
                <a:sym typeface="IBM Plex Sans Medium"/>
              </a:defRPr>
            </a:lvl5pPr>
            <a:lvl6pPr lvl="5" rtl="0">
              <a:lnSpc>
                <a:spcPct val="100000"/>
              </a:lnSpc>
              <a:spcBef>
                <a:spcPts val="0"/>
              </a:spcBef>
              <a:spcAft>
                <a:spcPts val="0"/>
              </a:spcAft>
              <a:buSzPts val="1800"/>
              <a:buFont typeface="IBM Plex Sans Medium"/>
              <a:buNone/>
              <a:defRPr sz="1800">
                <a:latin typeface="IBM Plex Sans Medium"/>
                <a:ea typeface="IBM Plex Sans Medium"/>
                <a:cs typeface="IBM Plex Sans Medium"/>
                <a:sym typeface="IBM Plex Sans Medium"/>
              </a:defRPr>
            </a:lvl6pPr>
            <a:lvl7pPr lvl="6" rtl="0">
              <a:lnSpc>
                <a:spcPct val="100000"/>
              </a:lnSpc>
              <a:spcBef>
                <a:spcPts val="0"/>
              </a:spcBef>
              <a:spcAft>
                <a:spcPts val="0"/>
              </a:spcAft>
              <a:buSzPts val="1800"/>
              <a:buFont typeface="IBM Plex Sans Medium"/>
              <a:buNone/>
              <a:defRPr sz="1800">
                <a:latin typeface="IBM Plex Sans Medium"/>
                <a:ea typeface="IBM Plex Sans Medium"/>
                <a:cs typeface="IBM Plex Sans Medium"/>
                <a:sym typeface="IBM Plex Sans Medium"/>
              </a:defRPr>
            </a:lvl7pPr>
            <a:lvl8pPr lvl="7" rtl="0">
              <a:lnSpc>
                <a:spcPct val="100000"/>
              </a:lnSpc>
              <a:spcBef>
                <a:spcPts val="0"/>
              </a:spcBef>
              <a:spcAft>
                <a:spcPts val="0"/>
              </a:spcAft>
              <a:buSzPts val="1800"/>
              <a:buFont typeface="IBM Plex Sans Medium"/>
              <a:buNone/>
              <a:defRPr sz="1800">
                <a:latin typeface="IBM Plex Sans Medium"/>
                <a:ea typeface="IBM Plex Sans Medium"/>
                <a:cs typeface="IBM Plex Sans Medium"/>
                <a:sym typeface="IBM Plex Sans Medium"/>
              </a:defRPr>
            </a:lvl8pPr>
            <a:lvl9pPr lvl="8" rtl="0">
              <a:lnSpc>
                <a:spcPct val="100000"/>
              </a:lnSpc>
              <a:spcBef>
                <a:spcPts val="0"/>
              </a:spcBef>
              <a:spcAft>
                <a:spcPts val="0"/>
              </a:spcAft>
              <a:buSzPts val="1800"/>
              <a:buFont typeface="IBM Plex Sans Medium"/>
              <a:buNone/>
              <a:defRPr sz="1800">
                <a:latin typeface="IBM Plex Sans Medium"/>
                <a:ea typeface="IBM Plex Sans Medium"/>
                <a:cs typeface="IBM Plex Sans Medium"/>
                <a:sym typeface="IBM Plex Sans Medium"/>
              </a:defRPr>
            </a:lvl9pPr>
          </a:lstStyle>
          <a:p>
            <a:endParaRPr/>
          </a:p>
        </p:txBody>
      </p:sp>
      <p:sp>
        <p:nvSpPr>
          <p:cNvPr id="1186" name="Google Shape;1186;p99"/>
          <p:cNvSpPr txBox="1">
            <a:spLocks noGrp="1"/>
          </p:cNvSpPr>
          <p:nvPr>
            <p:ph type="body" idx="4"/>
          </p:nvPr>
        </p:nvSpPr>
        <p:spPr>
          <a:xfrm>
            <a:off x="1545097" y="2386095"/>
            <a:ext cx="7142700" cy="386700"/>
          </a:xfrm>
          <a:prstGeom prst="rect">
            <a:avLst/>
          </a:prstGeom>
        </p:spPr>
        <p:txBody>
          <a:bodyPr spcFirstLastPara="1" wrap="square" lIns="0" tIns="0" rIns="0" bIns="0" anchor="t" anchorCtr="0">
            <a:normAutofit/>
          </a:bodyPr>
          <a:lstStyle>
            <a:lvl1pPr marL="457200" lvl="0" indent="-304800" rtl="0">
              <a:spcBef>
                <a:spcPts val="0"/>
              </a:spcBef>
              <a:spcAft>
                <a:spcPts val="0"/>
              </a:spcAft>
              <a:buClr>
                <a:schemeClr val="dk1"/>
              </a:buClr>
              <a:buSzPts val="1200"/>
              <a:buChar char="■"/>
              <a:defRPr sz="1200"/>
            </a:lvl1pPr>
            <a:lvl2pPr marL="914400" lvl="1" indent="-304800" rtl="0">
              <a:spcBef>
                <a:spcPts val="0"/>
              </a:spcBef>
              <a:spcAft>
                <a:spcPts val="0"/>
              </a:spcAft>
              <a:buClr>
                <a:schemeClr val="dk1"/>
              </a:buClr>
              <a:buSzPts val="1200"/>
              <a:buChar char="■"/>
              <a:defRPr sz="1200"/>
            </a:lvl2pPr>
            <a:lvl3pPr marL="1371600" lvl="2" indent="-304800" rtl="0">
              <a:spcBef>
                <a:spcPts val="0"/>
              </a:spcBef>
              <a:spcAft>
                <a:spcPts val="0"/>
              </a:spcAft>
              <a:buClr>
                <a:schemeClr val="dk1"/>
              </a:buClr>
              <a:buSzPts val="1200"/>
              <a:buChar char="■"/>
              <a:defRPr sz="1200"/>
            </a:lvl3pPr>
            <a:lvl4pPr marL="1828800" lvl="3" indent="-304800" rtl="0">
              <a:spcBef>
                <a:spcPts val="0"/>
              </a:spcBef>
              <a:spcAft>
                <a:spcPts val="0"/>
              </a:spcAft>
              <a:buClr>
                <a:schemeClr val="dk1"/>
              </a:buClr>
              <a:buSzPts val="1200"/>
              <a:buChar char="●"/>
              <a:defRPr sz="1200"/>
            </a:lvl4pPr>
            <a:lvl5pPr marL="2286000" lvl="4" indent="-304800" rtl="0">
              <a:spcBef>
                <a:spcPts val="0"/>
              </a:spcBef>
              <a:spcAft>
                <a:spcPts val="0"/>
              </a:spcAft>
              <a:buSzPts val="1200"/>
              <a:buChar char="○"/>
              <a:defRPr sz="1200"/>
            </a:lvl5pPr>
            <a:lvl6pPr marL="2743200" lvl="5" indent="-304800" rtl="0">
              <a:spcBef>
                <a:spcPts val="0"/>
              </a:spcBef>
              <a:spcAft>
                <a:spcPts val="0"/>
              </a:spcAft>
              <a:buSzPts val="1200"/>
              <a:buChar char="■"/>
              <a:defRPr sz="1200"/>
            </a:lvl6pPr>
            <a:lvl7pPr marL="3200400" lvl="6" indent="-304800" rtl="0">
              <a:spcBef>
                <a:spcPts val="0"/>
              </a:spcBef>
              <a:spcAft>
                <a:spcPts val="0"/>
              </a:spcAft>
              <a:buSzPts val="1200"/>
              <a:buChar char="●"/>
              <a:defRPr sz="1200"/>
            </a:lvl7pPr>
            <a:lvl8pPr marL="3657600" lvl="7" indent="-304800" rtl="0">
              <a:spcBef>
                <a:spcPts val="0"/>
              </a:spcBef>
              <a:spcAft>
                <a:spcPts val="0"/>
              </a:spcAft>
              <a:buSzPts val="1200"/>
              <a:buChar char="○"/>
              <a:defRPr sz="1200"/>
            </a:lvl8pPr>
            <a:lvl9pPr marL="4114800" lvl="8" indent="-304800" rtl="0">
              <a:spcBef>
                <a:spcPts val="0"/>
              </a:spcBef>
              <a:spcAft>
                <a:spcPts val="0"/>
              </a:spcAft>
              <a:buSzPts val="1200"/>
              <a:buChar char="■"/>
              <a:defRPr sz="1200"/>
            </a:lvl9pPr>
          </a:lstStyle>
          <a:p>
            <a:endParaRPr/>
          </a:p>
        </p:txBody>
      </p:sp>
      <p:sp>
        <p:nvSpPr>
          <p:cNvPr id="1187" name="Google Shape;1187;p99"/>
          <p:cNvSpPr txBox="1">
            <a:spLocks noGrp="1"/>
          </p:cNvSpPr>
          <p:nvPr>
            <p:ph type="subTitle" idx="5"/>
          </p:nvPr>
        </p:nvSpPr>
        <p:spPr>
          <a:xfrm>
            <a:off x="1531021" y="3092042"/>
            <a:ext cx="7142700" cy="260400"/>
          </a:xfrm>
          <a:prstGeom prst="rect">
            <a:avLst/>
          </a:prstGeom>
        </p:spPr>
        <p:txBody>
          <a:bodyPr spcFirstLastPara="1" wrap="square" lIns="0" tIns="0" rIns="0" bIns="0" anchor="t" anchorCtr="0">
            <a:normAutofit/>
          </a:bodyPr>
          <a:lstStyle>
            <a:lvl1pPr lvl="0" rtl="0">
              <a:lnSpc>
                <a:spcPct val="100000"/>
              </a:lnSpc>
              <a:spcBef>
                <a:spcPts val="0"/>
              </a:spcBef>
              <a:spcAft>
                <a:spcPts val="0"/>
              </a:spcAft>
              <a:buClr>
                <a:schemeClr val="accent2"/>
              </a:buClr>
              <a:buSzPts val="1600"/>
              <a:buFont typeface="IBM Plex Sans Medium"/>
              <a:buNone/>
              <a:defRPr>
                <a:solidFill>
                  <a:schemeClr val="accent2"/>
                </a:solidFill>
                <a:latin typeface="IBM Plex Sans Medium"/>
                <a:ea typeface="IBM Plex Sans Medium"/>
                <a:cs typeface="IBM Plex Sans Medium"/>
                <a:sym typeface="IBM Plex Sans Medium"/>
              </a:defRPr>
            </a:lvl1pPr>
            <a:lvl2pPr lvl="1" rtl="0">
              <a:lnSpc>
                <a:spcPct val="100000"/>
              </a:lnSpc>
              <a:spcBef>
                <a:spcPts val="0"/>
              </a:spcBef>
              <a:spcAft>
                <a:spcPts val="0"/>
              </a:spcAft>
              <a:buSzPts val="1800"/>
              <a:buFont typeface="IBM Plex Sans Medium"/>
              <a:buNone/>
              <a:defRPr sz="1800">
                <a:latin typeface="IBM Plex Sans Medium"/>
                <a:ea typeface="IBM Plex Sans Medium"/>
                <a:cs typeface="IBM Plex Sans Medium"/>
                <a:sym typeface="IBM Plex Sans Medium"/>
              </a:defRPr>
            </a:lvl2pPr>
            <a:lvl3pPr lvl="2" rtl="0">
              <a:lnSpc>
                <a:spcPct val="100000"/>
              </a:lnSpc>
              <a:spcBef>
                <a:spcPts val="0"/>
              </a:spcBef>
              <a:spcAft>
                <a:spcPts val="0"/>
              </a:spcAft>
              <a:buSzPts val="1800"/>
              <a:buFont typeface="IBM Plex Sans Medium"/>
              <a:buNone/>
              <a:defRPr sz="1800">
                <a:latin typeface="IBM Plex Sans Medium"/>
                <a:ea typeface="IBM Plex Sans Medium"/>
                <a:cs typeface="IBM Plex Sans Medium"/>
                <a:sym typeface="IBM Plex Sans Medium"/>
              </a:defRPr>
            </a:lvl3pPr>
            <a:lvl4pPr lvl="3" rtl="0">
              <a:lnSpc>
                <a:spcPct val="100000"/>
              </a:lnSpc>
              <a:spcBef>
                <a:spcPts val="0"/>
              </a:spcBef>
              <a:spcAft>
                <a:spcPts val="0"/>
              </a:spcAft>
              <a:buSzPts val="1800"/>
              <a:buFont typeface="IBM Plex Sans Medium"/>
              <a:buNone/>
              <a:defRPr sz="1800">
                <a:latin typeface="IBM Plex Sans Medium"/>
                <a:ea typeface="IBM Plex Sans Medium"/>
                <a:cs typeface="IBM Plex Sans Medium"/>
                <a:sym typeface="IBM Plex Sans Medium"/>
              </a:defRPr>
            </a:lvl4pPr>
            <a:lvl5pPr lvl="4" rtl="0">
              <a:lnSpc>
                <a:spcPct val="100000"/>
              </a:lnSpc>
              <a:spcBef>
                <a:spcPts val="0"/>
              </a:spcBef>
              <a:spcAft>
                <a:spcPts val="0"/>
              </a:spcAft>
              <a:buSzPts val="1800"/>
              <a:buFont typeface="IBM Plex Sans Medium"/>
              <a:buNone/>
              <a:defRPr sz="1800">
                <a:latin typeface="IBM Plex Sans Medium"/>
                <a:ea typeface="IBM Plex Sans Medium"/>
                <a:cs typeface="IBM Plex Sans Medium"/>
                <a:sym typeface="IBM Plex Sans Medium"/>
              </a:defRPr>
            </a:lvl5pPr>
            <a:lvl6pPr lvl="5" rtl="0">
              <a:lnSpc>
                <a:spcPct val="100000"/>
              </a:lnSpc>
              <a:spcBef>
                <a:spcPts val="0"/>
              </a:spcBef>
              <a:spcAft>
                <a:spcPts val="0"/>
              </a:spcAft>
              <a:buSzPts val="1800"/>
              <a:buFont typeface="IBM Plex Sans Medium"/>
              <a:buNone/>
              <a:defRPr sz="1800">
                <a:latin typeface="IBM Plex Sans Medium"/>
                <a:ea typeface="IBM Plex Sans Medium"/>
                <a:cs typeface="IBM Plex Sans Medium"/>
                <a:sym typeface="IBM Plex Sans Medium"/>
              </a:defRPr>
            </a:lvl6pPr>
            <a:lvl7pPr lvl="6" rtl="0">
              <a:lnSpc>
                <a:spcPct val="100000"/>
              </a:lnSpc>
              <a:spcBef>
                <a:spcPts val="0"/>
              </a:spcBef>
              <a:spcAft>
                <a:spcPts val="0"/>
              </a:spcAft>
              <a:buSzPts val="1800"/>
              <a:buFont typeface="IBM Plex Sans Medium"/>
              <a:buNone/>
              <a:defRPr sz="1800">
                <a:latin typeface="IBM Plex Sans Medium"/>
                <a:ea typeface="IBM Plex Sans Medium"/>
                <a:cs typeface="IBM Plex Sans Medium"/>
                <a:sym typeface="IBM Plex Sans Medium"/>
              </a:defRPr>
            </a:lvl7pPr>
            <a:lvl8pPr lvl="7" rtl="0">
              <a:lnSpc>
                <a:spcPct val="100000"/>
              </a:lnSpc>
              <a:spcBef>
                <a:spcPts val="0"/>
              </a:spcBef>
              <a:spcAft>
                <a:spcPts val="0"/>
              </a:spcAft>
              <a:buSzPts val="1800"/>
              <a:buFont typeface="IBM Plex Sans Medium"/>
              <a:buNone/>
              <a:defRPr sz="1800">
                <a:latin typeface="IBM Plex Sans Medium"/>
                <a:ea typeface="IBM Plex Sans Medium"/>
                <a:cs typeface="IBM Plex Sans Medium"/>
                <a:sym typeface="IBM Plex Sans Medium"/>
              </a:defRPr>
            </a:lvl8pPr>
            <a:lvl9pPr lvl="8" rtl="0">
              <a:lnSpc>
                <a:spcPct val="100000"/>
              </a:lnSpc>
              <a:spcBef>
                <a:spcPts val="0"/>
              </a:spcBef>
              <a:spcAft>
                <a:spcPts val="0"/>
              </a:spcAft>
              <a:buSzPts val="1800"/>
              <a:buFont typeface="IBM Plex Sans Medium"/>
              <a:buNone/>
              <a:defRPr sz="1800">
                <a:latin typeface="IBM Plex Sans Medium"/>
                <a:ea typeface="IBM Plex Sans Medium"/>
                <a:cs typeface="IBM Plex Sans Medium"/>
                <a:sym typeface="IBM Plex Sans Medium"/>
              </a:defRPr>
            </a:lvl9pPr>
          </a:lstStyle>
          <a:p>
            <a:endParaRPr/>
          </a:p>
        </p:txBody>
      </p:sp>
      <p:sp>
        <p:nvSpPr>
          <p:cNvPr id="1188" name="Google Shape;1188;p99"/>
          <p:cNvSpPr txBox="1">
            <a:spLocks noGrp="1"/>
          </p:cNvSpPr>
          <p:nvPr>
            <p:ph type="body" idx="6"/>
          </p:nvPr>
        </p:nvSpPr>
        <p:spPr>
          <a:xfrm>
            <a:off x="1545097" y="3417766"/>
            <a:ext cx="7142700" cy="386700"/>
          </a:xfrm>
          <a:prstGeom prst="rect">
            <a:avLst/>
          </a:prstGeom>
        </p:spPr>
        <p:txBody>
          <a:bodyPr spcFirstLastPara="1" wrap="square" lIns="0" tIns="0" rIns="0" bIns="0" anchor="t" anchorCtr="0">
            <a:normAutofit/>
          </a:bodyPr>
          <a:lstStyle>
            <a:lvl1pPr marL="457200" lvl="0" indent="-304800" rtl="0">
              <a:spcBef>
                <a:spcPts val="0"/>
              </a:spcBef>
              <a:spcAft>
                <a:spcPts val="0"/>
              </a:spcAft>
              <a:buClr>
                <a:schemeClr val="dk1"/>
              </a:buClr>
              <a:buSzPts val="1200"/>
              <a:buChar char="■"/>
              <a:defRPr sz="1200"/>
            </a:lvl1pPr>
            <a:lvl2pPr marL="914400" lvl="1" indent="-304800" rtl="0">
              <a:spcBef>
                <a:spcPts val="0"/>
              </a:spcBef>
              <a:spcAft>
                <a:spcPts val="0"/>
              </a:spcAft>
              <a:buClr>
                <a:schemeClr val="dk1"/>
              </a:buClr>
              <a:buSzPts val="1200"/>
              <a:buChar char="■"/>
              <a:defRPr sz="1200"/>
            </a:lvl2pPr>
            <a:lvl3pPr marL="1371600" lvl="2" indent="-304800" rtl="0">
              <a:spcBef>
                <a:spcPts val="0"/>
              </a:spcBef>
              <a:spcAft>
                <a:spcPts val="0"/>
              </a:spcAft>
              <a:buClr>
                <a:schemeClr val="dk1"/>
              </a:buClr>
              <a:buSzPts val="1200"/>
              <a:buChar char="■"/>
              <a:defRPr sz="1200"/>
            </a:lvl3pPr>
            <a:lvl4pPr marL="1828800" lvl="3" indent="-304800" rtl="0">
              <a:spcBef>
                <a:spcPts val="0"/>
              </a:spcBef>
              <a:spcAft>
                <a:spcPts val="0"/>
              </a:spcAft>
              <a:buClr>
                <a:schemeClr val="dk1"/>
              </a:buClr>
              <a:buSzPts val="1200"/>
              <a:buChar char="●"/>
              <a:defRPr sz="1200"/>
            </a:lvl4pPr>
            <a:lvl5pPr marL="2286000" lvl="4" indent="-304800" rtl="0">
              <a:spcBef>
                <a:spcPts val="0"/>
              </a:spcBef>
              <a:spcAft>
                <a:spcPts val="0"/>
              </a:spcAft>
              <a:buSzPts val="1200"/>
              <a:buChar char="○"/>
              <a:defRPr sz="1200"/>
            </a:lvl5pPr>
            <a:lvl6pPr marL="2743200" lvl="5" indent="-304800" rtl="0">
              <a:spcBef>
                <a:spcPts val="0"/>
              </a:spcBef>
              <a:spcAft>
                <a:spcPts val="0"/>
              </a:spcAft>
              <a:buSzPts val="1200"/>
              <a:buChar char="■"/>
              <a:defRPr sz="1200"/>
            </a:lvl6pPr>
            <a:lvl7pPr marL="3200400" lvl="6" indent="-304800" rtl="0">
              <a:spcBef>
                <a:spcPts val="0"/>
              </a:spcBef>
              <a:spcAft>
                <a:spcPts val="0"/>
              </a:spcAft>
              <a:buSzPts val="1200"/>
              <a:buChar char="●"/>
              <a:defRPr sz="1200"/>
            </a:lvl7pPr>
            <a:lvl8pPr marL="3657600" lvl="7" indent="-304800" rtl="0">
              <a:spcBef>
                <a:spcPts val="0"/>
              </a:spcBef>
              <a:spcAft>
                <a:spcPts val="0"/>
              </a:spcAft>
              <a:buSzPts val="1200"/>
              <a:buChar char="○"/>
              <a:defRPr sz="1200"/>
            </a:lvl8pPr>
            <a:lvl9pPr marL="4114800" lvl="8" indent="-304800" rtl="0">
              <a:spcBef>
                <a:spcPts val="0"/>
              </a:spcBef>
              <a:spcAft>
                <a:spcPts val="0"/>
              </a:spcAft>
              <a:buSzPts val="1200"/>
              <a:buChar char="■"/>
              <a:defRPr sz="1200"/>
            </a:lvl9pPr>
          </a:lstStyle>
          <a:p>
            <a:endParaRPr/>
          </a:p>
        </p:txBody>
      </p:sp>
      <p:cxnSp>
        <p:nvCxnSpPr>
          <p:cNvPr id="1189" name="Google Shape;1189;p99"/>
          <p:cNvCxnSpPr/>
          <p:nvPr/>
        </p:nvCxnSpPr>
        <p:spPr>
          <a:xfrm>
            <a:off x="458100" y="1907233"/>
            <a:ext cx="8229000" cy="0"/>
          </a:xfrm>
          <a:prstGeom prst="straightConnector1">
            <a:avLst/>
          </a:prstGeom>
          <a:noFill/>
          <a:ln w="9525" cap="flat" cmpd="sng">
            <a:solidFill>
              <a:schemeClr val="accent5"/>
            </a:solidFill>
            <a:prstDash val="dash"/>
            <a:round/>
            <a:headEnd type="none" w="med" len="med"/>
            <a:tailEnd type="none" w="med" len="med"/>
          </a:ln>
        </p:spPr>
      </p:cxnSp>
      <p:cxnSp>
        <p:nvCxnSpPr>
          <p:cNvPr id="1190" name="Google Shape;1190;p99"/>
          <p:cNvCxnSpPr/>
          <p:nvPr/>
        </p:nvCxnSpPr>
        <p:spPr>
          <a:xfrm>
            <a:off x="458100" y="2933820"/>
            <a:ext cx="8229000" cy="0"/>
          </a:xfrm>
          <a:prstGeom prst="straightConnector1">
            <a:avLst/>
          </a:prstGeom>
          <a:noFill/>
          <a:ln w="9525" cap="flat" cmpd="sng">
            <a:solidFill>
              <a:schemeClr val="accent5"/>
            </a:solidFill>
            <a:prstDash val="dash"/>
            <a:round/>
            <a:headEnd type="none" w="med" len="med"/>
            <a:tailEnd type="none" w="med" len="med"/>
          </a:ln>
        </p:spPr>
      </p:cxnSp>
      <p:sp>
        <p:nvSpPr>
          <p:cNvPr id="1191" name="Google Shape;1191;p99"/>
          <p:cNvSpPr txBox="1">
            <a:spLocks noGrp="1"/>
          </p:cNvSpPr>
          <p:nvPr>
            <p:ph type="subTitle" idx="7"/>
          </p:nvPr>
        </p:nvSpPr>
        <p:spPr>
          <a:xfrm>
            <a:off x="1531021" y="4102050"/>
            <a:ext cx="7142700" cy="260400"/>
          </a:xfrm>
          <a:prstGeom prst="rect">
            <a:avLst/>
          </a:prstGeom>
        </p:spPr>
        <p:txBody>
          <a:bodyPr spcFirstLastPara="1" wrap="square" lIns="0" tIns="0" rIns="0" bIns="0" anchor="t" anchorCtr="0">
            <a:normAutofit/>
          </a:bodyPr>
          <a:lstStyle>
            <a:lvl1pPr lvl="0" rtl="0">
              <a:lnSpc>
                <a:spcPct val="100000"/>
              </a:lnSpc>
              <a:spcBef>
                <a:spcPts val="0"/>
              </a:spcBef>
              <a:spcAft>
                <a:spcPts val="0"/>
              </a:spcAft>
              <a:buClr>
                <a:schemeClr val="accent4"/>
              </a:buClr>
              <a:buSzPts val="1600"/>
              <a:buFont typeface="IBM Plex Sans Medium"/>
              <a:buNone/>
              <a:defRPr>
                <a:solidFill>
                  <a:schemeClr val="accent4"/>
                </a:solidFill>
                <a:latin typeface="IBM Plex Sans Medium"/>
                <a:ea typeface="IBM Plex Sans Medium"/>
                <a:cs typeface="IBM Plex Sans Medium"/>
                <a:sym typeface="IBM Plex Sans Medium"/>
              </a:defRPr>
            </a:lvl1pPr>
            <a:lvl2pPr lvl="1" rtl="0">
              <a:lnSpc>
                <a:spcPct val="100000"/>
              </a:lnSpc>
              <a:spcBef>
                <a:spcPts val="0"/>
              </a:spcBef>
              <a:spcAft>
                <a:spcPts val="0"/>
              </a:spcAft>
              <a:buSzPts val="1800"/>
              <a:buFont typeface="IBM Plex Sans Medium"/>
              <a:buNone/>
              <a:defRPr sz="1800">
                <a:latin typeface="IBM Plex Sans Medium"/>
                <a:ea typeface="IBM Plex Sans Medium"/>
                <a:cs typeface="IBM Plex Sans Medium"/>
                <a:sym typeface="IBM Plex Sans Medium"/>
              </a:defRPr>
            </a:lvl2pPr>
            <a:lvl3pPr lvl="2" rtl="0">
              <a:lnSpc>
                <a:spcPct val="100000"/>
              </a:lnSpc>
              <a:spcBef>
                <a:spcPts val="0"/>
              </a:spcBef>
              <a:spcAft>
                <a:spcPts val="0"/>
              </a:spcAft>
              <a:buSzPts val="1800"/>
              <a:buFont typeface="IBM Plex Sans Medium"/>
              <a:buNone/>
              <a:defRPr sz="1800">
                <a:latin typeface="IBM Plex Sans Medium"/>
                <a:ea typeface="IBM Plex Sans Medium"/>
                <a:cs typeface="IBM Plex Sans Medium"/>
                <a:sym typeface="IBM Plex Sans Medium"/>
              </a:defRPr>
            </a:lvl3pPr>
            <a:lvl4pPr lvl="3" rtl="0">
              <a:lnSpc>
                <a:spcPct val="100000"/>
              </a:lnSpc>
              <a:spcBef>
                <a:spcPts val="0"/>
              </a:spcBef>
              <a:spcAft>
                <a:spcPts val="0"/>
              </a:spcAft>
              <a:buSzPts val="1800"/>
              <a:buFont typeface="IBM Plex Sans Medium"/>
              <a:buNone/>
              <a:defRPr sz="1800">
                <a:latin typeface="IBM Plex Sans Medium"/>
                <a:ea typeface="IBM Plex Sans Medium"/>
                <a:cs typeface="IBM Plex Sans Medium"/>
                <a:sym typeface="IBM Plex Sans Medium"/>
              </a:defRPr>
            </a:lvl4pPr>
            <a:lvl5pPr lvl="4" rtl="0">
              <a:lnSpc>
                <a:spcPct val="100000"/>
              </a:lnSpc>
              <a:spcBef>
                <a:spcPts val="0"/>
              </a:spcBef>
              <a:spcAft>
                <a:spcPts val="0"/>
              </a:spcAft>
              <a:buSzPts val="1800"/>
              <a:buFont typeface="IBM Plex Sans Medium"/>
              <a:buNone/>
              <a:defRPr sz="1800">
                <a:latin typeface="IBM Plex Sans Medium"/>
                <a:ea typeface="IBM Plex Sans Medium"/>
                <a:cs typeface="IBM Plex Sans Medium"/>
                <a:sym typeface="IBM Plex Sans Medium"/>
              </a:defRPr>
            </a:lvl5pPr>
            <a:lvl6pPr lvl="5" rtl="0">
              <a:lnSpc>
                <a:spcPct val="100000"/>
              </a:lnSpc>
              <a:spcBef>
                <a:spcPts val="0"/>
              </a:spcBef>
              <a:spcAft>
                <a:spcPts val="0"/>
              </a:spcAft>
              <a:buSzPts val="1800"/>
              <a:buFont typeface="IBM Plex Sans Medium"/>
              <a:buNone/>
              <a:defRPr sz="1800">
                <a:latin typeface="IBM Plex Sans Medium"/>
                <a:ea typeface="IBM Plex Sans Medium"/>
                <a:cs typeface="IBM Plex Sans Medium"/>
                <a:sym typeface="IBM Plex Sans Medium"/>
              </a:defRPr>
            </a:lvl6pPr>
            <a:lvl7pPr lvl="6" rtl="0">
              <a:lnSpc>
                <a:spcPct val="100000"/>
              </a:lnSpc>
              <a:spcBef>
                <a:spcPts val="0"/>
              </a:spcBef>
              <a:spcAft>
                <a:spcPts val="0"/>
              </a:spcAft>
              <a:buSzPts val="1800"/>
              <a:buFont typeface="IBM Plex Sans Medium"/>
              <a:buNone/>
              <a:defRPr sz="1800">
                <a:latin typeface="IBM Plex Sans Medium"/>
                <a:ea typeface="IBM Plex Sans Medium"/>
                <a:cs typeface="IBM Plex Sans Medium"/>
                <a:sym typeface="IBM Plex Sans Medium"/>
              </a:defRPr>
            </a:lvl7pPr>
            <a:lvl8pPr lvl="7" rtl="0">
              <a:lnSpc>
                <a:spcPct val="100000"/>
              </a:lnSpc>
              <a:spcBef>
                <a:spcPts val="0"/>
              </a:spcBef>
              <a:spcAft>
                <a:spcPts val="0"/>
              </a:spcAft>
              <a:buSzPts val="1800"/>
              <a:buFont typeface="IBM Plex Sans Medium"/>
              <a:buNone/>
              <a:defRPr sz="1800">
                <a:latin typeface="IBM Plex Sans Medium"/>
                <a:ea typeface="IBM Plex Sans Medium"/>
                <a:cs typeface="IBM Plex Sans Medium"/>
                <a:sym typeface="IBM Plex Sans Medium"/>
              </a:defRPr>
            </a:lvl8pPr>
            <a:lvl9pPr lvl="8" rtl="0">
              <a:lnSpc>
                <a:spcPct val="100000"/>
              </a:lnSpc>
              <a:spcBef>
                <a:spcPts val="0"/>
              </a:spcBef>
              <a:spcAft>
                <a:spcPts val="0"/>
              </a:spcAft>
              <a:buSzPts val="1800"/>
              <a:buFont typeface="IBM Plex Sans Medium"/>
              <a:buNone/>
              <a:defRPr sz="1800">
                <a:latin typeface="IBM Plex Sans Medium"/>
                <a:ea typeface="IBM Plex Sans Medium"/>
                <a:cs typeface="IBM Plex Sans Medium"/>
                <a:sym typeface="IBM Plex Sans Medium"/>
              </a:defRPr>
            </a:lvl9pPr>
          </a:lstStyle>
          <a:p>
            <a:endParaRPr/>
          </a:p>
        </p:txBody>
      </p:sp>
      <p:sp>
        <p:nvSpPr>
          <p:cNvPr id="1192" name="Google Shape;1192;p99"/>
          <p:cNvSpPr txBox="1">
            <a:spLocks noGrp="1"/>
          </p:cNvSpPr>
          <p:nvPr>
            <p:ph type="body" idx="8"/>
          </p:nvPr>
        </p:nvSpPr>
        <p:spPr>
          <a:xfrm>
            <a:off x="1531475" y="4438650"/>
            <a:ext cx="7141800" cy="386700"/>
          </a:xfrm>
          <a:prstGeom prst="rect">
            <a:avLst/>
          </a:prstGeom>
        </p:spPr>
        <p:txBody>
          <a:bodyPr spcFirstLastPara="1" wrap="square" lIns="0" tIns="0" rIns="0" bIns="0" anchor="t" anchorCtr="0">
            <a:normAutofit/>
          </a:bodyPr>
          <a:lstStyle>
            <a:lvl1pPr marL="457200" lvl="0" indent="-304800" rtl="0">
              <a:spcBef>
                <a:spcPts val="0"/>
              </a:spcBef>
              <a:spcAft>
                <a:spcPts val="0"/>
              </a:spcAft>
              <a:buClr>
                <a:schemeClr val="dk1"/>
              </a:buClr>
              <a:buSzPts val="1200"/>
              <a:buChar char="■"/>
              <a:defRPr sz="1200"/>
            </a:lvl1pPr>
            <a:lvl2pPr marL="914400" lvl="1" indent="-304800" rtl="0">
              <a:spcBef>
                <a:spcPts val="0"/>
              </a:spcBef>
              <a:spcAft>
                <a:spcPts val="0"/>
              </a:spcAft>
              <a:buClr>
                <a:schemeClr val="dk1"/>
              </a:buClr>
              <a:buSzPts val="1200"/>
              <a:buChar char="■"/>
              <a:defRPr sz="1200"/>
            </a:lvl2pPr>
            <a:lvl3pPr marL="1371600" lvl="2" indent="-304800" rtl="0">
              <a:spcBef>
                <a:spcPts val="0"/>
              </a:spcBef>
              <a:spcAft>
                <a:spcPts val="0"/>
              </a:spcAft>
              <a:buClr>
                <a:schemeClr val="dk1"/>
              </a:buClr>
              <a:buSzPts val="1200"/>
              <a:buChar char="■"/>
              <a:defRPr sz="1200"/>
            </a:lvl3pPr>
            <a:lvl4pPr marL="1828800" lvl="3" indent="-304800" rtl="0">
              <a:spcBef>
                <a:spcPts val="0"/>
              </a:spcBef>
              <a:spcAft>
                <a:spcPts val="0"/>
              </a:spcAft>
              <a:buClr>
                <a:schemeClr val="dk1"/>
              </a:buClr>
              <a:buSzPts val="1200"/>
              <a:buChar char="●"/>
              <a:defRPr sz="1200"/>
            </a:lvl4pPr>
            <a:lvl5pPr marL="2286000" lvl="4" indent="-304800" rtl="0">
              <a:spcBef>
                <a:spcPts val="0"/>
              </a:spcBef>
              <a:spcAft>
                <a:spcPts val="0"/>
              </a:spcAft>
              <a:buSzPts val="1200"/>
              <a:buChar char="○"/>
              <a:defRPr sz="1200"/>
            </a:lvl5pPr>
            <a:lvl6pPr marL="2743200" lvl="5" indent="-304800" rtl="0">
              <a:spcBef>
                <a:spcPts val="0"/>
              </a:spcBef>
              <a:spcAft>
                <a:spcPts val="0"/>
              </a:spcAft>
              <a:buSzPts val="1200"/>
              <a:buChar char="■"/>
              <a:defRPr sz="1200"/>
            </a:lvl6pPr>
            <a:lvl7pPr marL="3200400" lvl="6" indent="-304800" rtl="0">
              <a:spcBef>
                <a:spcPts val="0"/>
              </a:spcBef>
              <a:spcAft>
                <a:spcPts val="0"/>
              </a:spcAft>
              <a:buSzPts val="1200"/>
              <a:buChar char="●"/>
              <a:defRPr sz="1200"/>
            </a:lvl7pPr>
            <a:lvl8pPr marL="3657600" lvl="7" indent="-304800" rtl="0">
              <a:spcBef>
                <a:spcPts val="0"/>
              </a:spcBef>
              <a:spcAft>
                <a:spcPts val="0"/>
              </a:spcAft>
              <a:buSzPts val="1200"/>
              <a:buChar char="○"/>
              <a:defRPr sz="1200"/>
            </a:lvl8pPr>
            <a:lvl9pPr marL="4114800" lvl="8" indent="-304800" rtl="0">
              <a:spcBef>
                <a:spcPts val="0"/>
              </a:spcBef>
              <a:spcAft>
                <a:spcPts val="0"/>
              </a:spcAft>
              <a:buSzPts val="1200"/>
              <a:buChar char="■"/>
              <a:defRPr sz="1200"/>
            </a:lvl9pPr>
          </a:lstStyle>
          <a:p>
            <a:endParaRPr/>
          </a:p>
        </p:txBody>
      </p:sp>
      <p:cxnSp>
        <p:nvCxnSpPr>
          <p:cNvPr id="1193" name="Google Shape;1193;p99"/>
          <p:cNvCxnSpPr/>
          <p:nvPr/>
        </p:nvCxnSpPr>
        <p:spPr>
          <a:xfrm>
            <a:off x="458100" y="3943828"/>
            <a:ext cx="8229000" cy="0"/>
          </a:xfrm>
          <a:prstGeom prst="straightConnector1">
            <a:avLst/>
          </a:prstGeom>
          <a:noFill/>
          <a:ln w="9525" cap="flat" cmpd="sng">
            <a:solidFill>
              <a:schemeClr val="accent5"/>
            </a:solidFill>
            <a:prstDash val="dash"/>
            <a:round/>
            <a:headEnd type="none" w="med" len="med"/>
            <a:tailEnd type="none" w="med" len="med"/>
          </a:ln>
        </p:spPr>
      </p:cxnSp>
      <p:pic>
        <p:nvPicPr>
          <p:cNvPr id="1194" name="Google Shape;1194;p99"/>
          <p:cNvPicPr preferRelativeResize="0"/>
          <p:nvPr/>
        </p:nvPicPr>
        <p:blipFill>
          <a:blip r:embed="rId2">
            <a:alphaModFix/>
          </a:blip>
          <a:stretch>
            <a:fillRect/>
          </a:stretch>
        </p:blipFill>
        <p:spPr>
          <a:xfrm>
            <a:off x="8544852" y="62010"/>
            <a:ext cx="599140" cy="599141"/>
          </a:xfrm>
          <a:prstGeom prst="rect">
            <a:avLst/>
          </a:prstGeom>
          <a:noFill/>
          <a:ln>
            <a:noFill/>
          </a:ln>
        </p:spPr>
      </p:pic>
      <p:sp>
        <p:nvSpPr>
          <p:cNvPr id="1195" name="Google Shape;1195;p99"/>
          <p:cNvSpPr/>
          <p:nvPr/>
        </p:nvSpPr>
        <p:spPr>
          <a:xfrm>
            <a:off x="623959" y="2180233"/>
            <a:ext cx="480600" cy="480600"/>
          </a:xfrm>
          <a:prstGeom prst="roundRect">
            <a:avLst>
              <a:gd name="adj" fmla="val 22637"/>
            </a:avLst>
          </a:prstGeom>
          <a:solidFill>
            <a:schemeClr val="accent2"/>
          </a:solidFill>
          <a:ln>
            <a:noFill/>
          </a:ln>
        </p:spPr>
        <p:txBody>
          <a:bodyPr spcFirstLastPara="1" wrap="square" lIns="0" tIns="0" rIns="0" bIns="0" anchor="ctr" anchorCtr="0">
            <a:noAutofit/>
          </a:bodyPr>
          <a:lstStyle/>
          <a:p>
            <a:pPr marL="0" lvl="0" indent="0" algn="ctr" rtl="0">
              <a:spcBef>
                <a:spcPts val="0"/>
              </a:spcBef>
              <a:spcAft>
                <a:spcPts val="0"/>
              </a:spcAft>
              <a:buNone/>
            </a:pPr>
            <a:endParaRPr sz="800" b="1">
              <a:solidFill>
                <a:srgbClr val="FFFFFF"/>
              </a:solidFill>
              <a:latin typeface="IBM Plex Sans"/>
              <a:ea typeface="IBM Plex Sans"/>
              <a:cs typeface="IBM Plex Sans"/>
              <a:sym typeface="IBM Plex Sans"/>
            </a:endParaRPr>
          </a:p>
        </p:txBody>
      </p:sp>
      <p:sp>
        <p:nvSpPr>
          <p:cNvPr id="1196" name="Google Shape;1196;p99"/>
          <p:cNvSpPr/>
          <p:nvPr/>
        </p:nvSpPr>
        <p:spPr>
          <a:xfrm>
            <a:off x="623958" y="4235780"/>
            <a:ext cx="480600" cy="480600"/>
          </a:xfrm>
          <a:prstGeom prst="roundRect">
            <a:avLst>
              <a:gd name="adj" fmla="val 50000"/>
            </a:avLst>
          </a:prstGeom>
          <a:solidFill>
            <a:schemeClr val="accent5"/>
          </a:solidFill>
          <a:ln>
            <a:noFill/>
          </a:ln>
        </p:spPr>
        <p:txBody>
          <a:bodyPr spcFirstLastPara="1" wrap="square" lIns="0" tIns="0" rIns="0" bIns="0" anchor="ctr" anchorCtr="0">
            <a:noAutofit/>
          </a:bodyPr>
          <a:lstStyle/>
          <a:p>
            <a:pPr marL="0" lvl="0" indent="0" algn="ctr" rtl="0">
              <a:spcBef>
                <a:spcPts val="0"/>
              </a:spcBef>
              <a:spcAft>
                <a:spcPts val="0"/>
              </a:spcAft>
              <a:buNone/>
            </a:pPr>
            <a:endParaRPr sz="800" b="1">
              <a:solidFill>
                <a:srgbClr val="FFFFFF"/>
              </a:solidFill>
              <a:latin typeface="IBM Plex Sans"/>
              <a:ea typeface="IBM Plex Sans"/>
              <a:cs typeface="IBM Plex Sans"/>
              <a:sym typeface="IBM Plex Sans"/>
            </a:endParaRPr>
          </a:p>
        </p:txBody>
      </p:sp>
      <p:sp>
        <p:nvSpPr>
          <p:cNvPr id="1197" name="Google Shape;1197;p99"/>
          <p:cNvSpPr/>
          <p:nvPr/>
        </p:nvSpPr>
        <p:spPr>
          <a:xfrm rot="-2700000">
            <a:off x="663288" y="3250712"/>
            <a:ext cx="389474" cy="386505"/>
          </a:xfrm>
          <a:prstGeom prst="roundRect">
            <a:avLst>
              <a:gd name="adj" fmla="val 5808"/>
            </a:avLst>
          </a:prstGeom>
          <a:solidFill>
            <a:schemeClr val="accent6"/>
          </a:solidFill>
          <a:ln>
            <a:noFill/>
          </a:ln>
        </p:spPr>
        <p:txBody>
          <a:bodyPr spcFirstLastPara="1" wrap="square" lIns="0" tIns="0" rIns="0" bIns="0" anchor="ctr" anchorCtr="0">
            <a:noAutofit/>
          </a:bodyPr>
          <a:lstStyle/>
          <a:p>
            <a:pPr marL="0" lvl="0" indent="0" algn="ctr" rtl="0">
              <a:spcBef>
                <a:spcPts val="0"/>
              </a:spcBef>
              <a:spcAft>
                <a:spcPts val="0"/>
              </a:spcAft>
              <a:buNone/>
            </a:pPr>
            <a:endParaRPr sz="800" b="1">
              <a:solidFill>
                <a:srgbClr val="FFFFFF"/>
              </a:solidFill>
              <a:latin typeface="IBM Plex Sans"/>
              <a:ea typeface="IBM Plex Sans"/>
              <a:cs typeface="IBM Plex Sans"/>
              <a:sym typeface="IBM Plex Sans"/>
            </a:endParaRPr>
          </a:p>
        </p:txBody>
      </p:sp>
      <p:sp>
        <p:nvSpPr>
          <p:cNvPr id="1198" name="Google Shape;1198;p99"/>
          <p:cNvSpPr/>
          <p:nvPr/>
        </p:nvSpPr>
        <p:spPr>
          <a:xfrm>
            <a:off x="623958" y="1144640"/>
            <a:ext cx="480600" cy="480600"/>
          </a:xfrm>
          <a:prstGeom prst="roundRect">
            <a:avLst>
              <a:gd name="adj" fmla="val 50000"/>
            </a:avLst>
          </a:prstGeom>
          <a:solidFill>
            <a:schemeClr val="accent1"/>
          </a:solidFill>
          <a:ln>
            <a:noFill/>
          </a:ln>
        </p:spPr>
        <p:txBody>
          <a:bodyPr spcFirstLastPara="1" wrap="square" lIns="0" tIns="0" rIns="0" bIns="0" anchor="ctr" anchorCtr="0">
            <a:noAutofit/>
          </a:bodyPr>
          <a:lstStyle/>
          <a:p>
            <a:pPr marL="0" lvl="0" indent="0" algn="ctr" rtl="0">
              <a:spcBef>
                <a:spcPts val="0"/>
              </a:spcBef>
              <a:spcAft>
                <a:spcPts val="0"/>
              </a:spcAft>
              <a:buNone/>
            </a:pPr>
            <a:endParaRPr sz="800" b="1">
              <a:solidFill>
                <a:srgbClr val="FFFFFF"/>
              </a:solidFill>
              <a:latin typeface="IBM Plex Sans"/>
              <a:ea typeface="IBM Plex Sans"/>
              <a:cs typeface="IBM Plex Sans"/>
              <a:sym typeface="IBM Plex Sans"/>
            </a:endParaRPr>
          </a:p>
        </p:txBody>
      </p:sp>
    </p:spTree>
  </p:cSld>
  <p:clrMapOvr>
    <a:masterClrMapping/>
  </p:clrMapOvr>
</p:sldLayout>
</file>

<file path=ppt/slideLayouts/slideLayout98.xml><?xml version="1.0" encoding="utf-8"?>
<p:sldLayout xmlns:a="http://schemas.openxmlformats.org/drawingml/2006/main" xmlns:r="http://schemas.openxmlformats.org/officeDocument/2006/relationships" xmlns:p="http://schemas.openxmlformats.org/presentationml/2006/main" matchingName="Content Promo - Short">
  <p:cSld name="CUSTOM_10">
    <p:spTree>
      <p:nvGrpSpPr>
        <p:cNvPr id="1" name="Shape 1199"/>
        <p:cNvGrpSpPr/>
        <p:nvPr/>
      </p:nvGrpSpPr>
      <p:grpSpPr>
        <a:xfrm>
          <a:off x="0" y="0"/>
          <a:ext cx="0" cy="0"/>
          <a:chOff x="0" y="0"/>
          <a:chExt cx="0" cy="0"/>
        </a:xfrm>
      </p:grpSpPr>
      <p:sp>
        <p:nvSpPr>
          <p:cNvPr id="1200" name="Google Shape;1200;p100"/>
          <p:cNvSpPr/>
          <p:nvPr/>
        </p:nvSpPr>
        <p:spPr>
          <a:xfrm>
            <a:off x="-14700" y="4344325"/>
            <a:ext cx="9173400" cy="831300"/>
          </a:xfrm>
          <a:prstGeom prst="rect">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BM Plex Sans"/>
              <a:ea typeface="IBM Plex Sans"/>
              <a:cs typeface="IBM Plex Sans"/>
              <a:sym typeface="IBM Plex Sans"/>
            </a:endParaRPr>
          </a:p>
        </p:txBody>
      </p:sp>
      <p:sp>
        <p:nvSpPr>
          <p:cNvPr id="1201" name="Google Shape;1201;p100"/>
          <p:cNvSpPr txBox="1">
            <a:spLocks noGrp="1"/>
          </p:cNvSpPr>
          <p:nvPr>
            <p:ph type="title"/>
          </p:nvPr>
        </p:nvSpPr>
        <p:spPr>
          <a:xfrm>
            <a:off x="4037100" y="750000"/>
            <a:ext cx="4779000" cy="2031900"/>
          </a:xfrm>
          <a:prstGeom prst="rect">
            <a:avLst/>
          </a:prstGeom>
        </p:spPr>
        <p:txBody>
          <a:bodyPr spcFirstLastPara="1" wrap="square" lIns="0" tIns="0" rIns="0" bIns="0" anchor="t" anchorCtr="0">
            <a:normAutofit/>
          </a:bodyPr>
          <a:lstStyle>
            <a:lvl1pPr lvl="0" rtl="0">
              <a:lnSpc>
                <a:spcPct val="115000"/>
              </a:lnSpc>
              <a:spcBef>
                <a:spcPts val="0"/>
              </a:spcBef>
              <a:spcAft>
                <a:spcPts val="0"/>
              </a:spcAft>
              <a:buSzPts val="3600"/>
              <a:buNone/>
              <a:defRPr sz="3600"/>
            </a:lvl1pPr>
            <a:lvl2pPr lvl="1" rtl="0">
              <a:spcBef>
                <a:spcPts val="0"/>
              </a:spcBef>
              <a:spcAft>
                <a:spcPts val="0"/>
              </a:spcAft>
              <a:buSzPts val="3600"/>
              <a:buNone/>
              <a:defRPr sz="3600"/>
            </a:lvl2pPr>
            <a:lvl3pPr lvl="2" rtl="0">
              <a:spcBef>
                <a:spcPts val="0"/>
              </a:spcBef>
              <a:spcAft>
                <a:spcPts val="0"/>
              </a:spcAft>
              <a:buSzPts val="3600"/>
              <a:buNone/>
              <a:defRPr sz="3600"/>
            </a:lvl3pPr>
            <a:lvl4pPr lvl="3" rtl="0">
              <a:spcBef>
                <a:spcPts val="0"/>
              </a:spcBef>
              <a:spcAft>
                <a:spcPts val="0"/>
              </a:spcAft>
              <a:buSzPts val="3600"/>
              <a:buNone/>
              <a:defRPr sz="3600"/>
            </a:lvl4pPr>
            <a:lvl5pPr lvl="4" rtl="0">
              <a:spcBef>
                <a:spcPts val="0"/>
              </a:spcBef>
              <a:spcAft>
                <a:spcPts val="0"/>
              </a:spcAft>
              <a:buSzPts val="3600"/>
              <a:buNone/>
              <a:defRPr sz="3600"/>
            </a:lvl5pPr>
            <a:lvl6pPr lvl="5" rtl="0">
              <a:spcBef>
                <a:spcPts val="0"/>
              </a:spcBef>
              <a:spcAft>
                <a:spcPts val="0"/>
              </a:spcAft>
              <a:buSzPts val="3600"/>
              <a:buNone/>
              <a:defRPr sz="3600"/>
            </a:lvl6pPr>
            <a:lvl7pPr lvl="6" rtl="0">
              <a:spcBef>
                <a:spcPts val="0"/>
              </a:spcBef>
              <a:spcAft>
                <a:spcPts val="0"/>
              </a:spcAft>
              <a:buSzPts val="3600"/>
              <a:buNone/>
              <a:defRPr sz="3600"/>
            </a:lvl7pPr>
            <a:lvl8pPr lvl="7" rtl="0">
              <a:spcBef>
                <a:spcPts val="0"/>
              </a:spcBef>
              <a:spcAft>
                <a:spcPts val="0"/>
              </a:spcAft>
              <a:buSzPts val="3600"/>
              <a:buNone/>
              <a:defRPr sz="3600"/>
            </a:lvl8pPr>
            <a:lvl9pPr lvl="8" rtl="0">
              <a:spcBef>
                <a:spcPts val="0"/>
              </a:spcBef>
              <a:spcAft>
                <a:spcPts val="0"/>
              </a:spcAft>
              <a:buSzPts val="3600"/>
              <a:buNone/>
              <a:defRPr sz="3600"/>
            </a:lvl9pPr>
          </a:lstStyle>
          <a:p>
            <a:endParaRPr/>
          </a:p>
        </p:txBody>
      </p:sp>
      <p:sp>
        <p:nvSpPr>
          <p:cNvPr id="1202" name="Google Shape;1202;p100"/>
          <p:cNvSpPr/>
          <p:nvPr/>
        </p:nvSpPr>
        <p:spPr>
          <a:xfrm>
            <a:off x="316325" y="201625"/>
            <a:ext cx="3337800" cy="4142700"/>
          </a:xfrm>
          <a:prstGeom prst="round2SameRect">
            <a:avLst>
              <a:gd name="adj1" fmla="val 10731"/>
              <a:gd name="adj2" fmla="val 0"/>
            </a:avLst>
          </a:prstGeom>
          <a:solidFill>
            <a:srgbClr val="7AC6CC"/>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BM Plex Sans"/>
              <a:ea typeface="IBM Plex Sans"/>
              <a:cs typeface="IBM Plex Sans"/>
              <a:sym typeface="IBM Plex Sans"/>
            </a:endParaRPr>
          </a:p>
        </p:txBody>
      </p:sp>
      <p:sp>
        <p:nvSpPr>
          <p:cNvPr id="1203" name="Google Shape;1203;p100"/>
          <p:cNvSpPr txBox="1"/>
          <p:nvPr/>
        </p:nvSpPr>
        <p:spPr>
          <a:xfrm>
            <a:off x="392525" y="4490139"/>
            <a:ext cx="2909700" cy="538800"/>
          </a:xfrm>
          <a:prstGeom prst="rect">
            <a:avLst/>
          </a:prstGeom>
          <a:noFill/>
          <a:ln>
            <a:noFill/>
          </a:ln>
        </p:spPr>
        <p:txBody>
          <a:bodyPr spcFirstLastPara="1" wrap="square" lIns="91425" tIns="91425" rIns="91425" bIns="91425" anchor="t" anchorCtr="0">
            <a:spAutoFit/>
          </a:bodyPr>
          <a:lstStyle/>
          <a:p>
            <a:pPr marL="0" lvl="0" indent="0" algn="ctr" rtl="0">
              <a:lnSpc>
                <a:spcPct val="116667"/>
              </a:lnSpc>
              <a:spcBef>
                <a:spcPts val="0"/>
              </a:spcBef>
              <a:spcAft>
                <a:spcPts val="0"/>
              </a:spcAft>
              <a:buNone/>
            </a:pPr>
            <a:r>
              <a:rPr lang="en" sz="2300" b="1">
                <a:solidFill>
                  <a:srgbClr val="D2FF1D"/>
                </a:solidFill>
                <a:latin typeface="IBM Plex Sans"/>
                <a:ea typeface="IBM Plex Sans"/>
                <a:cs typeface="IBM Plex Sans"/>
                <a:sym typeface="IBM Plex Sans"/>
              </a:rPr>
              <a:t>Access Your Copy</a:t>
            </a:r>
            <a:endParaRPr sz="2300">
              <a:solidFill>
                <a:srgbClr val="D2FF1D"/>
              </a:solidFill>
            </a:endParaRPr>
          </a:p>
        </p:txBody>
      </p:sp>
      <p:sp>
        <p:nvSpPr>
          <p:cNvPr id="1204" name="Google Shape;1204;p100"/>
          <p:cNvSpPr/>
          <p:nvPr/>
        </p:nvSpPr>
        <p:spPr>
          <a:xfrm>
            <a:off x="3217863" y="4637179"/>
            <a:ext cx="393398" cy="291275"/>
          </a:xfrm>
          <a:custGeom>
            <a:avLst/>
            <a:gdLst/>
            <a:ahLst/>
            <a:cxnLst/>
            <a:rect l="l" t="t" r="r" b="b"/>
            <a:pathLst>
              <a:path w="283020" h="209550" extrusionOk="0">
                <a:moveTo>
                  <a:pt x="177949" y="0"/>
                </a:moveTo>
                <a:lnTo>
                  <a:pt x="175974" y="395"/>
                </a:lnTo>
                <a:lnTo>
                  <a:pt x="173999" y="790"/>
                </a:lnTo>
                <a:lnTo>
                  <a:pt x="172024" y="1580"/>
                </a:lnTo>
                <a:lnTo>
                  <a:pt x="170247" y="2370"/>
                </a:lnTo>
                <a:lnTo>
                  <a:pt x="168469" y="3555"/>
                </a:lnTo>
                <a:lnTo>
                  <a:pt x="166691" y="4740"/>
                </a:lnTo>
                <a:lnTo>
                  <a:pt x="165309" y="6123"/>
                </a:lnTo>
                <a:lnTo>
                  <a:pt x="163926" y="7703"/>
                </a:lnTo>
                <a:lnTo>
                  <a:pt x="162544" y="9480"/>
                </a:lnTo>
                <a:lnTo>
                  <a:pt x="161556" y="11258"/>
                </a:lnTo>
                <a:lnTo>
                  <a:pt x="160766" y="13035"/>
                </a:lnTo>
                <a:lnTo>
                  <a:pt x="159976" y="15010"/>
                </a:lnTo>
                <a:lnTo>
                  <a:pt x="159581" y="16985"/>
                </a:lnTo>
                <a:lnTo>
                  <a:pt x="159384" y="18960"/>
                </a:lnTo>
                <a:lnTo>
                  <a:pt x="159186" y="20935"/>
                </a:lnTo>
                <a:lnTo>
                  <a:pt x="159384" y="22910"/>
                </a:lnTo>
                <a:lnTo>
                  <a:pt x="159581" y="25083"/>
                </a:lnTo>
                <a:lnTo>
                  <a:pt x="159976" y="27058"/>
                </a:lnTo>
                <a:lnTo>
                  <a:pt x="160766" y="28835"/>
                </a:lnTo>
                <a:lnTo>
                  <a:pt x="161556" y="30810"/>
                </a:lnTo>
                <a:lnTo>
                  <a:pt x="162544" y="32588"/>
                </a:lnTo>
                <a:lnTo>
                  <a:pt x="163926" y="34168"/>
                </a:lnTo>
                <a:lnTo>
                  <a:pt x="165309" y="35748"/>
                </a:lnTo>
                <a:lnTo>
                  <a:pt x="212314" y="83741"/>
                </a:lnTo>
                <a:lnTo>
                  <a:pt x="0" y="83741"/>
                </a:lnTo>
                <a:lnTo>
                  <a:pt x="0" y="125809"/>
                </a:lnTo>
                <a:lnTo>
                  <a:pt x="212314" y="125809"/>
                </a:lnTo>
                <a:lnTo>
                  <a:pt x="165309" y="173605"/>
                </a:lnTo>
                <a:lnTo>
                  <a:pt x="163926" y="175185"/>
                </a:lnTo>
                <a:lnTo>
                  <a:pt x="162544" y="176962"/>
                </a:lnTo>
                <a:lnTo>
                  <a:pt x="161556" y="178740"/>
                </a:lnTo>
                <a:lnTo>
                  <a:pt x="160766" y="180517"/>
                </a:lnTo>
                <a:lnTo>
                  <a:pt x="159976" y="182492"/>
                </a:lnTo>
                <a:lnTo>
                  <a:pt x="159581" y="184467"/>
                </a:lnTo>
                <a:lnTo>
                  <a:pt x="159384" y="186442"/>
                </a:lnTo>
                <a:lnTo>
                  <a:pt x="159186" y="188417"/>
                </a:lnTo>
                <a:lnTo>
                  <a:pt x="159384" y="190590"/>
                </a:lnTo>
                <a:lnTo>
                  <a:pt x="159581" y="192565"/>
                </a:lnTo>
                <a:lnTo>
                  <a:pt x="159976" y="194540"/>
                </a:lnTo>
                <a:lnTo>
                  <a:pt x="160766" y="196317"/>
                </a:lnTo>
                <a:lnTo>
                  <a:pt x="161556" y="198292"/>
                </a:lnTo>
                <a:lnTo>
                  <a:pt x="162544" y="200070"/>
                </a:lnTo>
                <a:lnTo>
                  <a:pt x="163926" y="201650"/>
                </a:lnTo>
                <a:lnTo>
                  <a:pt x="165309" y="203427"/>
                </a:lnTo>
                <a:lnTo>
                  <a:pt x="166691" y="204810"/>
                </a:lnTo>
                <a:lnTo>
                  <a:pt x="168469" y="205995"/>
                </a:lnTo>
                <a:lnTo>
                  <a:pt x="170247" y="206982"/>
                </a:lnTo>
                <a:lnTo>
                  <a:pt x="172024" y="207970"/>
                </a:lnTo>
                <a:lnTo>
                  <a:pt x="173999" y="208562"/>
                </a:lnTo>
                <a:lnTo>
                  <a:pt x="175974" y="209155"/>
                </a:lnTo>
                <a:lnTo>
                  <a:pt x="177949" y="209353"/>
                </a:lnTo>
                <a:lnTo>
                  <a:pt x="180122" y="209550"/>
                </a:lnTo>
                <a:lnTo>
                  <a:pt x="182097" y="209353"/>
                </a:lnTo>
                <a:lnTo>
                  <a:pt x="184072" y="209155"/>
                </a:lnTo>
                <a:lnTo>
                  <a:pt x="186047" y="208562"/>
                </a:lnTo>
                <a:lnTo>
                  <a:pt x="188022" y="207970"/>
                </a:lnTo>
                <a:lnTo>
                  <a:pt x="189799" y="206982"/>
                </a:lnTo>
                <a:lnTo>
                  <a:pt x="191577" y="205995"/>
                </a:lnTo>
                <a:lnTo>
                  <a:pt x="193354" y="204810"/>
                </a:lnTo>
                <a:lnTo>
                  <a:pt x="194737" y="203427"/>
                </a:lnTo>
                <a:lnTo>
                  <a:pt x="277095" y="119489"/>
                </a:lnTo>
                <a:lnTo>
                  <a:pt x="278477" y="117909"/>
                </a:lnTo>
                <a:lnTo>
                  <a:pt x="279662" y="116329"/>
                </a:lnTo>
                <a:lnTo>
                  <a:pt x="280650" y="114551"/>
                </a:lnTo>
                <a:lnTo>
                  <a:pt x="281638" y="112576"/>
                </a:lnTo>
                <a:lnTo>
                  <a:pt x="282230" y="110799"/>
                </a:lnTo>
                <a:lnTo>
                  <a:pt x="282625" y="108824"/>
                </a:lnTo>
                <a:lnTo>
                  <a:pt x="283020" y="106849"/>
                </a:lnTo>
                <a:lnTo>
                  <a:pt x="283020" y="104676"/>
                </a:lnTo>
                <a:lnTo>
                  <a:pt x="283020" y="102701"/>
                </a:lnTo>
                <a:lnTo>
                  <a:pt x="282625" y="100726"/>
                </a:lnTo>
                <a:lnTo>
                  <a:pt x="282230" y="98751"/>
                </a:lnTo>
                <a:lnTo>
                  <a:pt x="281638" y="96776"/>
                </a:lnTo>
                <a:lnTo>
                  <a:pt x="280650" y="94999"/>
                </a:lnTo>
                <a:lnTo>
                  <a:pt x="279662" y="93221"/>
                </a:lnTo>
                <a:lnTo>
                  <a:pt x="278477" y="91444"/>
                </a:lnTo>
                <a:lnTo>
                  <a:pt x="277095" y="89864"/>
                </a:lnTo>
                <a:lnTo>
                  <a:pt x="194737" y="6123"/>
                </a:lnTo>
                <a:lnTo>
                  <a:pt x="193354" y="4740"/>
                </a:lnTo>
                <a:lnTo>
                  <a:pt x="191577" y="3555"/>
                </a:lnTo>
                <a:lnTo>
                  <a:pt x="189799" y="2370"/>
                </a:lnTo>
                <a:lnTo>
                  <a:pt x="188022" y="1580"/>
                </a:lnTo>
                <a:lnTo>
                  <a:pt x="186047" y="790"/>
                </a:lnTo>
                <a:lnTo>
                  <a:pt x="184072" y="395"/>
                </a:lnTo>
                <a:lnTo>
                  <a:pt x="182097" y="0"/>
                </a:lnTo>
                <a:close/>
              </a:path>
            </a:pathLst>
          </a:custGeom>
          <a:solidFill>
            <a:srgbClr val="D2FF1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5" name="Google Shape;1205;p100"/>
          <p:cNvSpPr txBox="1">
            <a:spLocks noGrp="1"/>
          </p:cNvSpPr>
          <p:nvPr>
            <p:ph type="subTitle" idx="1"/>
          </p:nvPr>
        </p:nvSpPr>
        <p:spPr>
          <a:xfrm>
            <a:off x="4037100" y="3149650"/>
            <a:ext cx="4650000" cy="798900"/>
          </a:xfrm>
          <a:prstGeom prst="rect">
            <a:avLst/>
          </a:prstGeom>
        </p:spPr>
        <p:txBody>
          <a:bodyPr spcFirstLastPara="1" wrap="square" lIns="0" tIns="0" rIns="0" bIns="0" anchor="t" anchorCtr="0">
            <a:normAutofit/>
          </a:bodyPr>
          <a:lstStyle>
            <a:lvl1pPr lvl="0" rtl="0">
              <a:spcBef>
                <a:spcPts val="0"/>
              </a:spcBef>
              <a:spcAft>
                <a:spcPts val="0"/>
              </a:spcAft>
              <a:buSzPts val="1800"/>
              <a:buNone/>
              <a:defRPr sz="1800"/>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a:endParaRPr/>
          </a:p>
        </p:txBody>
      </p:sp>
      <p:sp>
        <p:nvSpPr>
          <p:cNvPr id="1206" name="Google Shape;1206;p100"/>
          <p:cNvSpPr>
            <a:spLocks noGrp="1"/>
          </p:cNvSpPr>
          <p:nvPr>
            <p:ph type="pic" idx="2"/>
          </p:nvPr>
        </p:nvSpPr>
        <p:spPr>
          <a:xfrm>
            <a:off x="630200" y="557875"/>
            <a:ext cx="2709900" cy="3507900"/>
          </a:xfrm>
          <a:prstGeom prst="rect">
            <a:avLst/>
          </a:prstGeom>
          <a:noFill/>
          <a:ln>
            <a:noFill/>
          </a:ln>
        </p:spPr>
      </p:sp>
      <p:pic>
        <p:nvPicPr>
          <p:cNvPr id="1207" name="Google Shape;1207;p100"/>
          <p:cNvPicPr preferRelativeResize="0"/>
          <p:nvPr/>
        </p:nvPicPr>
        <p:blipFill>
          <a:blip r:embed="rId2">
            <a:alphaModFix/>
          </a:blip>
          <a:stretch>
            <a:fillRect/>
          </a:stretch>
        </p:blipFill>
        <p:spPr>
          <a:xfrm>
            <a:off x="8544852" y="62010"/>
            <a:ext cx="599140" cy="599141"/>
          </a:xfrm>
          <a:prstGeom prst="rect">
            <a:avLst/>
          </a:prstGeom>
          <a:noFill/>
          <a:ln>
            <a:noFill/>
          </a:ln>
        </p:spPr>
      </p:pic>
      <p:sp>
        <p:nvSpPr>
          <p:cNvPr id="1208" name="Google Shape;1208;p100"/>
          <p:cNvSpPr txBox="1">
            <a:spLocks noGrp="1"/>
          </p:cNvSpPr>
          <p:nvPr>
            <p:ph type="subTitle" idx="3"/>
          </p:nvPr>
        </p:nvSpPr>
        <p:spPr>
          <a:xfrm>
            <a:off x="4037100" y="4659808"/>
            <a:ext cx="4650000" cy="246000"/>
          </a:xfrm>
          <a:prstGeom prst="rect">
            <a:avLst/>
          </a:prstGeom>
        </p:spPr>
        <p:txBody>
          <a:bodyPr spcFirstLastPara="1" wrap="square" lIns="0" tIns="0" rIns="0" bIns="0" anchor="t" anchorCtr="0">
            <a:normAutofit/>
          </a:bodyPr>
          <a:lstStyle>
            <a:lvl1pPr lvl="0" rtl="0">
              <a:spcBef>
                <a:spcPts val="0"/>
              </a:spcBef>
              <a:spcAft>
                <a:spcPts val="0"/>
              </a:spcAft>
              <a:buClr>
                <a:schemeClr val="lt1"/>
              </a:buClr>
              <a:buSzPts val="1400"/>
              <a:buNone/>
              <a:defRPr sz="1400">
                <a:solidFill>
                  <a:schemeClr val="lt1"/>
                </a:solidFill>
              </a:defRPr>
            </a:lvl1pPr>
            <a:lvl2pPr lvl="1" rtl="0">
              <a:spcBef>
                <a:spcPts val="0"/>
              </a:spcBef>
              <a:spcAft>
                <a:spcPts val="0"/>
              </a:spcAft>
              <a:buClr>
                <a:schemeClr val="lt1"/>
              </a:buClr>
              <a:buSzPts val="1400"/>
              <a:buNone/>
              <a:defRPr>
                <a:solidFill>
                  <a:schemeClr val="lt1"/>
                </a:solidFill>
              </a:defRPr>
            </a:lvl2pPr>
            <a:lvl3pPr lvl="2" rtl="0">
              <a:spcBef>
                <a:spcPts val="0"/>
              </a:spcBef>
              <a:spcAft>
                <a:spcPts val="0"/>
              </a:spcAft>
              <a:buClr>
                <a:schemeClr val="lt1"/>
              </a:buClr>
              <a:buSzPts val="1400"/>
              <a:buNone/>
              <a:defRPr>
                <a:solidFill>
                  <a:schemeClr val="lt1"/>
                </a:solidFill>
              </a:defRPr>
            </a:lvl3pPr>
            <a:lvl4pPr lvl="3" rtl="0">
              <a:spcBef>
                <a:spcPts val="0"/>
              </a:spcBef>
              <a:spcAft>
                <a:spcPts val="0"/>
              </a:spcAft>
              <a:buClr>
                <a:schemeClr val="lt1"/>
              </a:buClr>
              <a:buSzPts val="1400"/>
              <a:buNone/>
              <a:defRPr>
                <a:solidFill>
                  <a:schemeClr val="lt1"/>
                </a:solidFill>
              </a:defRPr>
            </a:lvl4pPr>
            <a:lvl5pPr lvl="4" rtl="0">
              <a:spcBef>
                <a:spcPts val="0"/>
              </a:spcBef>
              <a:spcAft>
                <a:spcPts val="0"/>
              </a:spcAft>
              <a:buClr>
                <a:schemeClr val="lt1"/>
              </a:buClr>
              <a:buSzPts val="1400"/>
              <a:buNone/>
              <a:defRPr>
                <a:solidFill>
                  <a:schemeClr val="lt1"/>
                </a:solidFill>
              </a:defRPr>
            </a:lvl5pPr>
            <a:lvl6pPr lvl="5" rtl="0">
              <a:spcBef>
                <a:spcPts val="0"/>
              </a:spcBef>
              <a:spcAft>
                <a:spcPts val="0"/>
              </a:spcAft>
              <a:buClr>
                <a:schemeClr val="lt1"/>
              </a:buClr>
              <a:buSzPts val="1400"/>
              <a:buNone/>
              <a:defRPr>
                <a:solidFill>
                  <a:schemeClr val="lt1"/>
                </a:solidFill>
              </a:defRPr>
            </a:lvl6pPr>
            <a:lvl7pPr lvl="6" rtl="0">
              <a:spcBef>
                <a:spcPts val="0"/>
              </a:spcBef>
              <a:spcAft>
                <a:spcPts val="0"/>
              </a:spcAft>
              <a:buClr>
                <a:schemeClr val="lt1"/>
              </a:buClr>
              <a:buSzPts val="1400"/>
              <a:buNone/>
              <a:defRPr>
                <a:solidFill>
                  <a:schemeClr val="lt1"/>
                </a:solidFill>
              </a:defRPr>
            </a:lvl7pPr>
            <a:lvl8pPr lvl="7" rtl="0">
              <a:spcBef>
                <a:spcPts val="0"/>
              </a:spcBef>
              <a:spcAft>
                <a:spcPts val="0"/>
              </a:spcAft>
              <a:buClr>
                <a:schemeClr val="lt1"/>
              </a:buClr>
              <a:buSzPts val="1400"/>
              <a:buNone/>
              <a:defRPr>
                <a:solidFill>
                  <a:schemeClr val="lt1"/>
                </a:solidFill>
              </a:defRPr>
            </a:lvl8pPr>
            <a:lvl9pPr lvl="8" rtl="0">
              <a:spcBef>
                <a:spcPts val="0"/>
              </a:spcBef>
              <a:spcAft>
                <a:spcPts val="0"/>
              </a:spcAft>
              <a:buClr>
                <a:schemeClr val="lt1"/>
              </a:buClr>
              <a:buSzPts val="1400"/>
              <a:buNone/>
              <a:defRPr>
                <a:solidFill>
                  <a:schemeClr val="lt1"/>
                </a:solidFill>
              </a:defRPr>
            </a:lvl9pPr>
          </a:lstStyle>
          <a:p>
            <a:endParaRPr/>
          </a:p>
        </p:txBody>
      </p:sp>
    </p:spTree>
  </p:cSld>
  <p:clrMapOvr>
    <a:masterClrMapping/>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matchingName="Content Promo - Long">
  <p:cSld name="CUSTOM_10_1">
    <p:spTree>
      <p:nvGrpSpPr>
        <p:cNvPr id="1" name="Shape 1209"/>
        <p:cNvGrpSpPr/>
        <p:nvPr/>
      </p:nvGrpSpPr>
      <p:grpSpPr>
        <a:xfrm>
          <a:off x="0" y="0"/>
          <a:ext cx="0" cy="0"/>
          <a:chOff x="0" y="0"/>
          <a:chExt cx="0" cy="0"/>
        </a:xfrm>
      </p:grpSpPr>
      <p:sp>
        <p:nvSpPr>
          <p:cNvPr id="1210" name="Google Shape;1210;p101"/>
          <p:cNvSpPr txBox="1">
            <a:spLocks noGrp="1"/>
          </p:cNvSpPr>
          <p:nvPr>
            <p:ph type="title"/>
          </p:nvPr>
        </p:nvSpPr>
        <p:spPr>
          <a:xfrm>
            <a:off x="457200" y="191425"/>
            <a:ext cx="8358900" cy="496200"/>
          </a:xfrm>
          <a:prstGeom prst="rect">
            <a:avLst/>
          </a:prstGeom>
        </p:spPr>
        <p:txBody>
          <a:bodyPr spcFirstLastPara="1" wrap="square" lIns="0" tIns="0" rIns="0" bIns="0" anchor="t" anchorCtr="0">
            <a:normAutofit/>
          </a:bodyPr>
          <a:lstStyle>
            <a:lvl1pPr lvl="0" rtl="0">
              <a:spcBef>
                <a:spcPts val="0"/>
              </a:spcBef>
              <a:spcAft>
                <a:spcPts val="0"/>
              </a:spcAft>
              <a:buSzPts val="3100"/>
              <a:buNone/>
              <a:defRPr sz="3100"/>
            </a:lvl1pPr>
            <a:lvl2pPr lvl="1" rtl="0">
              <a:spcBef>
                <a:spcPts val="0"/>
              </a:spcBef>
              <a:spcAft>
                <a:spcPts val="0"/>
              </a:spcAft>
              <a:buSzPts val="3600"/>
              <a:buNone/>
              <a:defRPr sz="3600"/>
            </a:lvl2pPr>
            <a:lvl3pPr lvl="2" rtl="0">
              <a:spcBef>
                <a:spcPts val="0"/>
              </a:spcBef>
              <a:spcAft>
                <a:spcPts val="0"/>
              </a:spcAft>
              <a:buSzPts val="3600"/>
              <a:buNone/>
              <a:defRPr sz="3600"/>
            </a:lvl3pPr>
            <a:lvl4pPr lvl="3" rtl="0">
              <a:spcBef>
                <a:spcPts val="0"/>
              </a:spcBef>
              <a:spcAft>
                <a:spcPts val="0"/>
              </a:spcAft>
              <a:buSzPts val="3600"/>
              <a:buNone/>
              <a:defRPr sz="3600"/>
            </a:lvl4pPr>
            <a:lvl5pPr lvl="4" rtl="0">
              <a:spcBef>
                <a:spcPts val="0"/>
              </a:spcBef>
              <a:spcAft>
                <a:spcPts val="0"/>
              </a:spcAft>
              <a:buSzPts val="3600"/>
              <a:buNone/>
              <a:defRPr sz="3600"/>
            </a:lvl5pPr>
            <a:lvl6pPr lvl="5" rtl="0">
              <a:spcBef>
                <a:spcPts val="0"/>
              </a:spcBef>
              <a:spcAft>
                <a:spcPts val="0"/>
              </a:spcAft>
              <a:buSzPts val="3600"/>
              <a:buNone/>
              <a:defRPr sz="3600"/>
            </a:lvl6pPr>
            <a:lvl7pPr lvl="6" rtl="0">
              <a:spcBef>
                <a:spcPts val="0"/>
              </a:spcBef>
              <a:spcAft>
                <a:spcPts val="0"/>
              </a:spcAft>
              <a:buSzPts val="3600"/>
              <a:buNone/>
              <a:defRPr sz="3600"/>
            </a:lvl7pPr>
            <a:lvl8pPr lvl="7" rtl="0">
              <a:spcBef>
                <a:spcPts val="0"/>
              </a:spcBef>
              <a:spcAft>
                <a:spcPts val="0"/>
              </a:spcAft>
              <a:buSzPts val="3600"/>
              <a:buNone/>
              <a:defRPr sz="3600"/>
            </a:lvl8pPr>
            <a:lvl9pPr lvl="8" rtl="0">
              <a:spcBef>
                <a:spcPts val="0"/>
              </a:spcBef>
              <a:spcAft>
                <a:spcPts val="0"/>
              </a:spcAft>
              <a:buSzPts val="3600"/>
              <a:buNone/>
              <a:defRPr sz="3600"/>
            </a:lvl9pPr>
          </a:lstStyle>
          <a:p>
            <a:endParaRPr/>
          </a:p>
        </p:txBody>
      </p:sp>
      <p:sp>
        <p:nvSpPr>
          <p:cNvPr id="1211" name="Google Shape;1211;p101"/>
          <p:cNvSpPr/>
          <p:nvPr/>
        </p:nvSpPr>
        <p:spPr>
          <a:xfrm>
            <a:off x="-14700" y="4344325"/>
            <a:ext cx="9173400" cy="831300"/>
          </a:xfrm>
          <a:prstGeom prst="rect">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BM Plex Sans"/>
              <a:ea typeface="IBM Plex Sans"/>
              <a:cs typeface="IBM Plex Sans"/>
              <a:sym typeface="IBM Plex Sans"/>
            </a:endParaRPr>
          </a:p>
        </p:txBody>
      </p:sp>
      <p:sp>
        <p:nvSpPr>
          <p:cNvPr id="1212" name="Google Shape;1212;p101"/>
          <p:cNvSpPr/>
          <p:nvPr/>
        </p:nvSpPr>
        <p:spPr>
          <a:xfrm>
            <a:off x="457200" y="878700"/>
            <a:ext cx="2536800" cy="3188400"/>
          </a:xfrm>
          <a:prstGeom prst="roundRect">
            <a:avLst>
              <a:gd name="adj" fmla="val 6232"/>
            </a:avLst>
          </a:prstGeom>
          <a:solidFill>
            <a:srgbClr val="7AC6CC"/>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BM Plex Sans"/>
              <a:ea typeface="IBM Plex Sans"/>
              <a:cs typeface="IBM Plex Sans"/>
              <a:sym typeface="IBM Plex Sans"/>
            </a:endParaRPr>
          </a:p>
        </p:txBody>
      </p:sp>
      <p:sp>
        <p:nvSpPr>
          <p:cNvPr id="1213" name="Google Shape;1213;p101"/>
          <p:cNvSpPr txBox="1"/>
          <p:nvPr/>
        </p:nvSpPr>
        <p:spPr>
          <a:xfrm>
            <a:off x="232613" y="4490564"/>
            <a:ext cx="2909700" cy="538800"/>
          </a:xfrm>
          <a:prstGeom prst="rect">
            <a:avLst/>
          </a:prstGeom>
          <a:noFill/>
          <a:ln>
            <a:noFill/>
          </a:ln>
        </p:spPr>
        <p:txBody>
          <a:bodyPr spcFirstLastPara="1" wrap="square" lIns="91425" tIns="91425" rIns="91425" bIns="91425" anchor="t" anchorCtr="0">
            <a:spAutoFit/>
          </a:bodyPr>
          <a:lstStyle/>
          <a:p>
            <a:pPr marL="0" lvl="0" indent="0" algn="ctr" rtl="0">
              <a:lnSpc>
                <a:spcPct val="116667"/>
              </a:lnSpc>
              <a:spcBef>
                <a:spcPts val="0"/>
              </a:spcBef>
              <a:spcAft>
                <a:spcPts val="0"/>
              </a:spcAft>
              <a:buNone/>
            </a:pPr>
            <a:r>
              <a:rPr lang="en" sz="2300" b="1">
                <a:solidFill>
                  <a:srgbClr val="D2FF1D"/>
                </a:solidFill>
                <a:latin typeface="IBM Plex Sans"/>
                <a:ea typeface="IBM Plex Sans"/>
                <a:cs typeface="IBM Plex Sans"/>
                <a:sym typeface="IBM Plex Sans"/>
              </a:rPr>
              <a:t>Access Your Copy</a:t>
            </a:r>
            <a:endParaRPr sz="2300">
              <a:solidFill>
                <a:srgbClr val="D2FF1D"/>
              </a:solidFill>
            </a:endParaRPr>
          </a:p>
        </p:txBody>
      </p:sp>
      <p:sp>
        <p:nvSpPr>
          <p:cNvPr id="1214" name="Google Shape;1214;p101"/>
          <p:cNvSpPr/>
          <p:nvPr/>
        </p:nvSpPr>
        <p:spPr>
          <a:xfrm>
            <a:off x="3057950" y="4637179"/>
            <a:ext cx="393398" cy="291275"/>
          </a:xfrm>
          <a:custGeom>
            <a:avLst/>
            <a:gdLst/>
            <a:ahLst/>
            <a:cxnLst/>
            <a:rect l="l" t="t" r="r" b="b"/>
            <a:pathLst>
              <a:path w="283020" h="209550" extrusionOk="0">
                <a:moveTo>
                  <a:pt x="177949" y="0"/>
                </a:moveTo>
                <a:lnTo>
                  <a:pt x="175974" y="395"/>
                </a:lnTo>
                <a:lnTo>
                  <a:pt x="173999" y="790"/>
                </a:lnTo>
                <a:lnTo>
                  <a:pt x="172024" y="1580"/>
                </a:lnTo>
                <a:lnTo>
                  <a:pt x="170247" y="2370"/>
                </a:lnTo>
                <a:lnTo>
                  <a:pt x="168469" y="3555"/>
                </a:lnTo>
                <a:lnTo>
                  <a:pt x="166691" y="4740"/>
                </a:lnTo>
                <a:lnTo>
                  <a:pt x="165309" y="6123"/>
                </a:lnTo>
                <a:lnTo>
                  <a:pt x="163926" y="7703"/>
                </a:lnTo>
                <a:lnTo>
                  <a:pt x="162544" y="9480"/>
                </a:lnTo>
                <a:lnTo>
                  <a:pt x="161556" y="11258"/>
                </a:lnTo>
                <a:lnTo>
                  <a:pt x="160766" y="13035"/>
                </a:lnTo>
                <a:lnTo>
                  <a:pt x="159976" y="15010"/>
                </a:lnTo>
                <a:lnTo>
                  <a:pt x="159581" y="16985"/>
                </a:lnTo>
                <a:lnTo>
                  <a:pt x="159384" y="18960"/>
                </a:lnTo>
                <a:lnTo>
                  <a:pt x="159186" y="20935"/>
                </a:lnTo>
                <a:lnTo>
                  <a:pt x="159384" y="22910"/>
                </a:lnTo>
                <a:lnTo>
                  <a:pt x="159581" y="25083"/>
                </a:lnTo>
                <a:lnTo>
                  <a:pt x="159976" y="27058"/>
                </a:lnTo>
                <a:lnTo>
                  <a:pt x="160766" y="28835"/>
                </a:lnTo>
                <a:lnTo>
                  <a:pt x="161556" y="30810"/>
                </a:lnTo>
                <a:lnTo>
                  <a:pt x="162544" y="32588"/>
                </a:lnTo>
                <a:lnTo>
                  <a:pt x="163926" y="34168"/>
                </a:lnTo>
                <a:lnTo>
                  <a:pt x="165309" y="35748"/>
                </a:lnTo>
                <a:lnTo>
                  <a:pt x="212314" y="83741"/>
                </a:lnTo>
                <a:lnTo>
                  <a:pt x="0" y="83741"/>
                </a:lnTo>
                <a:lnTo>
                  <a:pt x="0" y="125809"/>
                </a:lnTo>
                <a:lnTo>
                  <a:pt x="212314" y="125809"/>
                </a:lnTo>
                <a:lnTo>
                  <a:pt x="165309" y="173605"/>
                </a:lnTo>
                <a:lnTo>
                  <a:pt x="163926" y="175185"/>
                </a:lnTo>
                <a:lnTo>
                  <a:pt x="162544" y="176962"/>
                </a:lnTo>
                <a:lnTo>
                  <a:pt x="161556" y="178740"/>
                </a:lnTo>
                <a:lnTo>
                  <a:pt x="160766" y="180517"/>
                </a:lnTo>
                <a:lnTo>
                  <a:pt x="159976" y="182492"/>
                </a:lnTo>
                <a:lnTo>
                  <a:pt x="159581" y="184467"/>
                </a:lnTo>
                <a:lnTo>
                  <a:pt x="159384" y="186442"/>
                </a:lnTo>
                <a:lnTo>
                  <a:pt x="159186" y="188417"/>
                </a:lnTo>
                <a:lnTo>
                  <a:pt x="159384" y="190590"/>
                </a:lnTo>
                <a:lnTo>
                  <a:pt x="159581" y="192565"/>
                </a:lnTo>
                <a:lnTo>
                  <a:pt x="159976" y="194540"/>
                </a:lnTo>
                <a:lnTo>
                  <a:pt x="160766" y="196317"/>
                </a:lnTo>
                <a:lnTo>
                  <a:pt x="161556" y="198292"/>
                </a:lnTo>
                <a:lnTo>
                  <a:pt x="162544" y="200070"/>
                </a:lnTo>
                <a:lnTo>
                  <a:pt x="163926" y="201650"/>
                </a:lnTo>
                <a:lnTo>
                  <a:pt x="165309" y="203427"/>
                </a:lnTo>
                <a:lnTo>
                  <a:pt x="166691" y="204810"/>
                </a:lnTo>
                <a:lnTo>
                  <a:pt x="168469" y="205995"/>
                </a:lnTo>
                <a:lnTo>
                  <a:pt x="170247" y="206982"/>
                </a:lnTo>
                <a:lnTo>
                  <a:pt x="172024" y="207970"/>
                </a:lnTo>
                <a:lnTo>
                  <a:pt x="173999" y="208562"/>
                </a:lnTo>
                <a:lnTo>
                  <a:pt x="175974" y="209155"/>
                </a:lnTo>
                <a:lnTo>
                  <a:pt x="177949" y="209353"/>
                </a:lnTo>
                <a:lnTo>
                  <a:pt x="180122" y="209550"/>
                </a:lnTo>
                <a:lnTo>
                  <a:pt x="182097" y="209353"/>
                </a:lnTo>
                <a:lnTo>
                  <a:pt x="184072" y="209155"/>
                </a:lnTo>
                <a:lnTo>
                  <a:pt x="186047" y="208562"/>
                </a:lnTo>
                <a:lnTo>
                  <a:pt x="188022" y="207970"/>
                </a:lnTo>
                <a:lnTo>
                  <a:pt x="189799" y="206982"/>
                </a:lnTo>
                <a:lnTo>
                  <a:pt x="191577" y="205995"/>
                </a:lnTo>
                <a:lnTo>
                  <a:pt x="193354" y="204810"/>
                </a:lnTo>
                <a:lnTo>
                  <a:pt x="194737" y="203427"/>
                </a:lnTo>
                <a:lnTo>
                  <a:pt x="277095" y="119489"/>
                </a:lnTo>
                <a:lnTo>
                  <a:pt x="278477" y="117909"/>
                </a:lnTo>
                <a:lnTo>
                  <a:pt x="279662" y="116329"/>
                </a:lnTo>
                <a:lnTo>
                  <a:pt x="280650" y="114551"/>
                </a:lnTo>
                <a:lnTo>
                  <a:pt x="281638" y="112576"/>
                </a:lnTo>
                <a:lnTo>
                  <a:pt x="282230" y="110799"/>
                </a:lnTo>
                <a:lnTo>
                  <a:pt x="282625" y="108824"/>
                </a:lnTo>
                <a:lnTo>
                  <a:pt x="283020" y="106849"/>
                </a:lnTo>
                <a:lnTo>
                  <a:pt x="283020" y="104676"/>
                </a:lnTo>
                <a:lnTo>
                  <a:pt x="283020" y="102701"/>
                </a:lnTo>
                <a:lnTo>
                  <a:pt x="282625" y="100726"/>
                </a:lnTo>
                <a:lnTo>
                  <a:pt x="282230" y="98751"/>
                </a:lnTo>
                <a:lnTo>
                  <a:pt x="281638" y="96776"/>
                </a:lnTo>
                <a:lnTo>
                  <a:pt x="280650" y="94999"/>
                </a:lnTo>
                <a:lnTo>
                  <a:pt x="279662" y="93221"/>
                </a:lnTo>
                <a:lnTo>
                  <a:pt x="278477" y="91444"/>
                </a:lnTo>
                <a:lnTo>
                  <a:pt x="277095" y="89864"/>
                </a:lnTo>
                <a:lnTo>
                  <a:pt x="194737" y="6123"/>
                </a:lnTo>
                <a:lnTo>
                  <a:pt x="193354" y="4740"/>
                </a:lnTo>
                <a:lnTo>
                  <a:pt x="191577" y="3555"/>
                </a:lnTo>
                <a:lnTo>
                  <a:pt x="189799" y="2370"/>
                </a:lnTo>
                <a:lnTo>
                  <a:pt x="188022" y="1580"/>
                </a:lnTo>
                <a:lnTo>
                  <a:pt x="186047" y="790"/>
                </a:lnTo>
                <a:lnTo>
                  <a:pt x="184072" y="395"/>
                </a:lnTo>
                <a:lnTo>
                  <a:pt x="182097" y="0"/>
                </a:lnTo>
                <a:close/>
              </a:path>
            </a:pathLst>
          </a:custGeom>
          <a:solidFill>
            <a:srgbClr val="D2FF1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5" name="Google Shape;1215;p101"/>
          <p:cNvSpPr>
            <a:spLocks noGrp="1"/>
          </p:cNvSpPr>
          <p:nvPr>
            <p:ph type="pic" idx="2"/>
          </p:nvPr>
        </p:nvSpPr>
        <p:spPr>
          <a:xfrm>
            <a:off x="584725" y="996225"/>
            <a:ext cx="2281500" cy="2952900"/>
          </a:xfrm>
          <a:prstGeom prst="rect">
            <a:avLst/>
          </a:prstGeom>
          <a:noFill/>
          <a:ln>
            <a:noFill/>
          </a:ln>
        </p:spPr>
      </p:sp>
      <p:pic>
        <p:nvPicPr>
          <p:cNvPr id="1216" name="Google Shape;1216;p101"/>
          <p:cNvPicPr preferRelativeResize="0"/>
          <p:nvPr/>
        </p:nvPicPr>
        <p:blipFill>
          <a:blip r:embed="rId2">
            <a:alphaModFix/>
          </a:blip>
          <a:stretch>
            <a:fillRect/>
          </a:stretch>
        </p:blipFill>
        <p:spPr>
          <a:xfrm>
            <a:off x="8544852" y="62010"/>
            <a:ext cx="599140" cy="599141"/>
          </a:xfrm>
          <a:prstGeom prst="rect">
            <a:avLst/>
          </a:prstGeom>
          <a:noFill/>
          <a:ln>
            <a:noFill/>
          </a:ln>
        </p:spPr>
      </p:pic>
      <p:sp>
        <p:nvSpPr>
          <p:cNvPr id="1217" name="Google Shape;1217;p101"/>
          <p:cNvSpPr txBox="1">
            <a:spLocks noGrp="1"/>
          </p:cNvSpPr>
          <p:nvPr>
            <p:ph type="body" idx="1"/>
          </p:nvPr>
        </p:nvSpPr>
        <p:spPr>
          <a:xfrm>
            <a:off x="3357225" y="996225"/>
            <a:ext cx="5329500" cy="3028800"/>
          </a:xfrm>
          <a:prstGeom prst="rect">
            <a:avLst/>
          </a:prstGeom>
        </p:spPr>
        <p:txBody>
          <a:bodyPr spcFirstLastPara="1" wrap="square" lIns="0" tIns="0" rIns="0" bIns="0" anchor="t" anchorCtr="0">
            <a:normAutofit/>
          </a:bodyPr>
          <a:lstStyle>
            <a:lvl1pPr marL="457200" lvl="0" indent="-330200" rtl="0">
              <a:spcBef>
                <a:spcPts val="0"/>
              </a:spcBef>
              <a:spcAft>
                <a:spcPts val="0"/>
              </a:spcAft>
              <a:buSzPts val="1600"/>
              <a:buChar char="■"/>
              <a:defRPr/>
            </a:lvl1pPr>
            <a:lvl2pPr marL="914400" lvl="1" indent="-317500" rtl="0">
              <a:spcBef>
                <a:spcPts val="0"/>
              </a:spcBef>
              <a:spcAft>
                <a:spcPts val="0"/>
              </a:spcAft>
              <a:buSzPts val="1400"/>
              <a:buChar char="■"/>
              <a:defRPr/>
            </a:lvl2pPr>
            <a:lvl3pPr marL="1371600" lvl="2" indent="-317500" rtl="0">
              <a:spcBef>
                <a:spcPts val="0"/>
              </a:spcBef>
              <a:spcAft>
                <a:spcPts val="0"/>
              </a:spcAft>
              <a:buSzPts val="1400"/>
              <a:buChar char="■"/>
              <a:defRPr/>
            </a:lvl3pPr>
            <a:lvl4pPr marL="1828800" lvl="3" indent="-317500" rtl="0">
              <a:spcBef>
                <a:spcPts val="0"/>
              </a:spcBef>
              <a:spcAft>
                <a:spcPts val="0"/>
              </a:spcAft>
              <a:buSzPts val="1400"/>
              <a:buChar char="●"/>
              <a:defRPr/>
            </a:lvl4pPr>
            <a:lvl5pPr marL="2286000" lvl="4" indent="-317500" rtl="0">
              <a:spcBef>
                <a:spcPts val="0"/>
              </a:spcBef>
              <a:spcAft>
                <a:spcPts val="0"/>
              </a:spcAft>
              <a:buSzPts val="1400"/>
              <a:buChar char="○"/>
              <a:defRPr/>
            </a:lvl5pPr>
            <a:lvl6pPr marL="2743200" lvl="5" indent="-317500" rtl="0">
              <a:spcBef>
                <a:spcPts val="0"/>
              </a:spcBef>
              <a:spcAft>
                <a:spcPts val="0"/>
              </a:spcAft>
              <a:buSzPts val="1400"/>
              <a:buChar char="■"/>
              <a:defRPr/>
            </a:lvl6pPr>
            <a:lvl7pPr marL="3200400" lvl="6" indent="-317500" rtl="0">
              <a:spcBef>
                <a:spcPts val="0"/>
              </a:spcBef>
              <a:spcAft>
                <a:spcPts val="0"/>
              </a:spcAft>
              <a:buSzPts val="1400"/>
              <a:buChar char="●"/>
              <a:defRPr/>
            </a:lvl7pPr>
            <a:lvl8pPr marL="3657600" lvl="7" indent="-317500" rtl="0">
              <a:spcBef>
                <a:spcPts val="0"/>
              </a:spcBef>
              <a:spcAft>
                <a:spcPts val="0"/>
              </a:spcAft>
              <a:buSzPts val="1400"/>
              <a:buChar char="○"/>
              <a:defRPr/>
            </a:lvl8pPr>
            <a:lvl9pPr marL="4114800" lvl="8" indent="-317500" rtl="0">
              <a:spcBef>
                <a:spcPts val="0"/>
              </a:spcBef>
              <a:spcAft>
                <a:spcPts val="0"/>
              </a:spcAft>
              <a:buSzPts val="1400"/>
              <a:buChar char="■"/>
              <a:defRPr/>
            </a:lvl9pPr>
          </a:lstStyle>
          <a:p>
            <a:endParaRPr/>
          </a:p>
        </p:txBody>
      </p:sp>
      <p:sp>
        <p:nvSpPr>
          <p:cNvPr id="1218" name="Google Shape;1218;p101"/>
          <p:cNvSpPr txBox="1">
            <a:spLocks noGrp="1"/>
          </p:cNvSpPr>
          <p:nvPr>
            <p:ph type="subTitle" idx="3"/>
          </p:nvPr>
        </p:nvSpPr>
        <p:spPr>
          <a:xfrm>
            <a:off x="3808500" y="4659808"/>
            <a:ext cx="4650000" cy="246000"/>
          </a:xfrm>
          <a:prstGeom prst="rect">
            <a:avLst/>
          </a:prstGeom>
        </p:spPr>
        <p:txBody>
          <a:bodyPr spcFirstLastPara="1" wrap="square" lIns="0" tIns="0" rIns="0" bIns="0" anchor="t" anchorCtr="0">
            <a:normAutofit/>
          </a:bodyPr>
          <a:lstStyle>
            <a:lvl1pPr lvl="0" rtl="0">
              <a:spcBef>
                <a:spcPts val="0"/>
              </a:spcBef>
              <a:spcAft>
                <a:spcPts val="0"/>
              </a:spcAft>
              <a:buClr>
                <a:schemeClr val="lt1"/>
              </a:buClr>
              <a:buSzPts val="1400"/>
              <a:buNone/>
              <a:defRPr sz="1400">
                <a:solidFill>
                  <a:schemeClr val="lt1"/>
                </a:solidFill>
              </a:defRPr>
            </a:lvl1pPr>
            <a:lvl2pPr lvl="1" rtl="0">
              <a:spcBef>
                <a:spcPts val="0"/>
              </a:spcBef>
              <a:spcAft>
                <a:spcPts val="0"/>
              </a:spcAft>
              <a:buClr>
                <a:schemeClr val="lt1"/>
              </a:buClr>
              <a:buSzPts val="1400"/>
              <a:buNone/>
              <a:defRPr>
                <a:solidFill>
                  <a:schemeClr val="lt1"/>
                </a:solidFill>
              </a:defRPr>
            </a:lvl2pPr>
            <a:lvl3pPr lvl="2" rtl="0">
              <a:spcBef>
                <a:spcPts val="0"/>
              </a:spcBef>
              <a:spcAft>
                <a:spcPts val="0"/>
              </a:spcAft>
              <a:buClr>
                <a:schemeClr val="lt1"/>
              </a:buClr>
              <a:buSzPts val="1400"/>
              <a:buNone/>
              <a:defRPr>
                <a:solidFill>
                  <a:schemeClr val="lt1"/>
                </a:solidFill>
              </a:defRPr>
            </a:lvl3pPr>
            <a:lvl4pPr lvl="3" rtl="0">
              <a:spcBef>
                <a:spcPts val="0"/>
              </a:spcBef>
              <a:spcAft>
                <a:spcPts val="0"/>
              </a:spcAft>
              <a:buClr>
                <a:schemeClr val="lt1"/>
              </a:buClr>
              <a:buSzPts val="1400"/>
              <a:buNone/>
              <a:defRPr>
                <a:solidFill>
                  <a:schemeClr val="lt1"/>
                </a:solidFill>
              </a:defRPr>
            </a:lvl4pPr>
            <a:lvl5pPr lvl="4" rtl="0">
              <a:spcBef>
                <a:spcPts val="0"/>
              </a:spcBef>
              <a:spcAft>
                <a:spcPts val="0"/>
              </a:spcAft>
              <a:buClr>
                <a:schemeClr val="lt1"/>
              </a:buClr>
              <a:buSzPts val="1400"/>
              <a:buNone/>
              <a:defRPr>
                <a:solidFill>
                  <a:schemeClr val="lt1"/>
                </a:solidFill>
              </a:defRPr>
            </a:lvl5pPr>
            <a:lvl6pPr lvl="5" rtl="0">
              <a:spcBef>
                <a:spcPts val="0"/>
              </a:spcBef>
              <a:spcAft>
                <a:spcPts val="0"/>
              </a:spcAft>
              <a:buClr>
                <a:schemeClr val="lt1"/>
              </a:buClr>
              <a:buSzPts val="1400"/>
              <a:buNone/>
              <a:defRPr>
                <a:solidFill>
                  <a:schemeClr val="lt1"/>
                </a:solidFill>
              </a:defRPr>
            </a:lvl6pPr>
            <a:lvl7pPr lvl="6" rtl="0">
              <a:spcBef>
                <a:spcPts val="0"/>
              </a:spcBef>
              <a:spcAft>
                <a:spcPts val="0"/>
              </a:spcAft>
              <a:buClr>
                <a:schemeClr val="lt1"/>
              </a:buClr>
              <a:buSzPts val="1400"/>
              <a:buNone/>
              <a:defRPr>
                <a:solidFill>
                  <a:schemeClr val="lt1"/>
                </a:solidFill>
              </a:defRPr>
            </a:lvl7pPr>
            <a:lvl8pPr lvl="7" rtl="0">
              <a:spcBef>
                <a:spcPts val="0"/>
              </a:spcBef>
              <a:spcAft>
                <a:spcPts val="0"/>
              </a:spcAft>
              <a:buClr>
                <a:schemeClr val="lt1"/>
              </a:buClr>
              <a:buSzPts val="1400"/>
              <a:buNone/>
              <a:defRPr>
                <a:solidFill>
                  <a:schemeClr val="lt1"/>
                </a:solidFill>
              </a:defRPr>
            </a:lvl8pPr>
            <a:lvl9pPr lvl="8" rtl="0">
              <a:spcBef>
                <a:spcPts val="0"/>
              </a:spcBef>
              <a:spcAft>
                <a:spcPts val="0"/>
              </a:spcAft>
              <a:buClr>
                <a:schemeClr val="lt1"/>
              </a:buClr>
              <a:buSzPts val="1400"/>
              <a:buNone/>
              <a:defRPr>
                <a:solidFill>
                  <a:schemeClr val="lt1"/>
                </a:solidFill>
              </a:defRPr>
            </a:lvl9pPr>
          </a:lstStyle>
          <a:p>
            <a:endParaRPr/>
          </a:p>
        </p:txBody>
      </p:sp>
    </p:spTree>
  </p:cSld>
  <p:clrMapOvr>
    <a:masterClrMapping/>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matchingName="3 Topics - 2">
  <p:cSld name="TITLE_ONLY_1_5">
    <p:bg>
      <p:bgPr>
        <a:solidFill>
          <a:schemeClr val="dk1"/>
        </a:solidFill>
        <a:effectLst/>
      </p:bgPr>
    </p:bg>
    <p:spTree>
      <p:nvGrpSpPr>
        <p:cNvPr id="1" name="Shape 1219"/>
        <p:cNvGrpSpPr/>
        <p:nvPr/>
      </p:nvGrpSpPr>
      <p:grpSpPr>
        <a:xfrm>
          <a:off x="0" y="0"/>
          <a:ext cx="0" cy="0"/>
          <a:chOff x="0" y="0"/>
          <a:chExt cx="0" cy="0"/>
        </a:xfrm>
      </p:grpSpPr>
      <p:sp>
        <p:nvSpPr>
          <p:cNvPr id="1220" name="Google Shape;1220;p102"/>
          <p:cNvSpPr/>
          <p:nvPr/>
        </p:nvSpPr>
        <p:spPr>
          <a:xfrm rot="5400000">
            <a:off x="2624200" y="-1471245"/>
            <a:ext cx="3652800" cy="8901000"/>
          </a:xfrm>
          <a:prstGeom prst="round2SameRect">
            <a:avLst>
              <a:gd name="adj1" fmla="val 7469"/>
              <a:gd name="adj2" fmla="val 0"/>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1" name="Google Shape;1221;p102"/>
          <p:cNvSpPr/>
          <p:nvPr/>
        </p:nvSpPr>
        <p:spPr>
          <a:xfrm rot="5400000">
            <a:off x="2495500" y="-1605650"/>
            <a:ext cx="3652800" cy="8742600"/>
          </a:xfrm>
          <a:prstGeom prst="round2SameRect">
            <a:avLst>
              <a:gd name="adj1" fmla="val 7469"/>
              <a:gd name="adj2" fmla="val 0"/>
            </a:avLst>
          </a:prstGeom>
          <a:solidFill>
            <a:schemeClr val="lt2"/>
          </a:solidFill>
          <a:ln w="3810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2" name="Google Shape;1222;p102"/>
          <p:cNvSpPr txBox="1">
            <a:spLocks noGrp="1"/>
          </p:cNvSpPr>
          <p:nvPr>
            <p:ph type="title"/>
          </p:nvPr>
        </p:nvSpPr>
        <p:spPr>
          <a:xfrm>
            <a:off x="457200" y="114300"/>
            <a:ext cx="8229600" cy="903300"/>
          </a:xfrm>
          <a:prstGeom prst="rect">
            <a:avLst/>
          </a:prstGeom>
        </p:spPr>
        <p:txBody>
          <a:bodyPr spcFirstLastPara="1" wrap="square" lIns="0" tIns="0" rIns="0" bIns="0" anchor="t" anchorCtr="0">
            <a:normAutofit/>
          </a:bodyPr>
          <a:lstStyle>
            <a:lvl1pPr lvl="0" rtl="0">
              <a:spcBef>
                <a:spcPts val="0"/>
              </a:spcBef>
              <a:spcAft>
                <a:spcPts val="0"/>
              </a:spcAft>
              <a:buClr>
                <a:schemeClr val="lt2"/>
              </a:buClr>
              <a:buSzPts val="3400"/>
              <a:buNone/>
              <a:defRPr>
                <a:solidFill>
                  <a:schemeClr val="lt2"/>
                </a:solidFill>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pic>
        <p:nvPicPr>
          <p:cNvPr id="1223" name="Google Shape;1223;p102"/>
          <p:cNvPicPr preferRelativeResize="0"/>
          <p:nvPr/>
        </p:nvPicPr>
        <p:blipFill>
          <a:blip r:embed="rId2">
            <a:alphaModFix/>
          </a:blip>
          <a:stretch>
            <a:fillRect/>
          </a:stretch>
        </p:blipFill>
        <p:spPr>
          <a:xfrm>
            <a:off x="8544859" y="62003"/>
            <a:ext cx="599140" cy="599141"/>
          </a:xfrm>
          <a:prstGeom prst="rect">
            <a:avLst/>
          </a:prstGeom>
          <a:noFill/>
          <a:ln>
            <a:noFill/>
          </a:ln>
        </p:spPr>
      </p:pic>
      <p:sp>
        <p:nvSpPr>
          <p:cNvPr id="1224" name="Google Shape;1224;p102"/>
          <p:cNvSpPr txBox="1">
            <a:spLocks noGrp="1"/>
          </p:cNvSpPr>
          <p:nvPr>
            <p:ph type="subTitle" idx="1"/>
          </p:nvPr>
        </p:nvSpPr>
        <p:spPr>
          <a:xfrm>
            <a:off x="534825" y="1909050"/>
            <a:ext cx="1888500" cy="375000"/>
          </a:xfrm>
          <a:prstGeom prst="rect">
            <a:avLst/>
          </a:prstGeom>
        </p:spPr>
        <p:txBody>
          <a:bodyPr spcFirstLastPara="1" wrap="square" lIns="0" tIns="0" rIns="0" bIns="0" anchor="t" anchorCtr="0">
            <a:normAutofit/>
          </a:bodyPr>
          <a:lstStyle>
            <a:lvl1pPr lvl="0" algn="ctr" rtl="0">
              <a:lnSpc>
                <a:spcPct val="100000"/>
              </a:lnSpc>
              <a:spcBef>
                <a:spcPts val="0"/>
              </a:spcBef>
              <a:spcAft>
                <a:spcPts val="0"/>
              </a:spcAft>
              <a:buClr>
                <a:schemeClr val="accent4"/>
              </a:buClr>
              <a:buSzPts val="1800"/>
              <a:buFont typeface="IBM Plex Sans Medium"/>
              <a:buNone/>
              <a:defRPr sz="1800">
                <a:solidFill>
                  <a:schemeClr val="accent4"/>
                </a:solidFill>
                <a:latin typeface="IBM Plex Sans Medium"/>
                <a:ea typeface="IBM Plex Sans Medium"/>
                <a:cs typeface="IBM Plex Sans Medium"/>
                <a:sym typeface="IBM Plex Sans Medium"/>
              </a:defRPr>
            </a:lvl1pPr>
            <a:lvl2pPr lvl="1" algn="ctr" rtl="0">
              <a:lnSpc>
                <a:spcPct val="100000"/>
              </a:lnSpc>
              <a:spcBef>
                <a:spcPts val="0"/>
              </a:spcBef>
              <a:spcAft>
                <a:spcPts val="0"/>
              </a:spcAft>
              <a:buClr>
                <a:schemeClr val="accent4"/>
              </a:buClr>
              <a:buSzPts val="1800"/>
              <a:buFont typeface="IBM Plex Sans Medium"/>
              <a:buNone/>
              <a:defRPr sz="1800">
                <a:solidFill>
                  <a:schemeClr val="accent4"/>
                </a:solidFill>
                <a:latin typeface="IBM Plex Sans Medium"/>
                <a:ea typeface="IBM Plex Sans Medium"/>
                <a:cs typeface="IBM Plex Sans Medium"/>
                <a:sym typeface="IBM Plex Sans Medium"/>
              </a:defRPr>
            </a:lvl2pPr>
            <a:lvl3pPr lvl="2" algn="ctr" rtl="0">
              <a:lnSpc>
                <a:spcPct val="100000"/>
              </a:lnSpc>
              <a:spcBef>
                <a:spcPts val="0"/>
              </a:spcBef>
              <a:spcAft>
                <a:spcPts val="0"/>
              </a:spcAft>
              <a:buClr>
                <a:schemeClr val="accent4"/>
              </a:buClr>
              <a:buSzPts val="1800"/>
              <a:buFont typeface="IBM Plex Sans Medium"/>
              <a:buNone/>
              <a:defRPr sz="1800">
                <a:solidFill>
                  <a:schemeClr val="accent4"/>
                </a:solidFill>
                <a:latin typeface="IBM Plex Sans Medium"/>
                <a:ea typeface="IBM Plex Sans Medium"/>
                <a:cs typeface="IBM Plex Sans Medium"/>
                <a:sym typeface="IBM Plex Sans Medium"/>
              </a:defRPr>
            </a:lvl3pPr>
            <a:lvl4pPr lvl="3" algn="ctr" rtl="0">
              <a:lnSpc>
                <a:spcPct val="100000"/>
              </a:lnSpc>
              <a:spcBef>
                <a:spcPts val="0"/>
              </a:spcBef>
              <a:spcAft>
                <a:spcPts val="0"/>
              </a:spcAft>
              <a:buClr>
                <a:schemeClr val="accent4"/>
              </a:buClr>
              <a:buSzPts val="1800"/>
              <a:buFont typeface="IBM Plex Sans Medium"/>
              <a:buNone/>
              <a:defRPr sz="1800">
                <a:solidFill>
                  <a:schemeClr val="accent4"/>
                </a:solidFill>
                <a:latin typeface="IBM Plex Sans Medium"/>
                <a:ea typeface="IBM Plex Sans Medium"/>
                <a:cs typeface="IBM Plex Sans Medium"/>
                <a:sym typeface="IBM Plex Sans Medium"/>
              </a:defRPr>
            </a:lvl4pPr>
            <a:lvl5pPr lvl="4" algn="ctr" rtl="0">
              <a:lnSpc>
                <a:spcPct val="100000"/>
              </a:lnSpc>
              <a:spcBef>
                <a:spcPts val="0"/>
              </a:spcBef>
              <a:spcAft>
                <a:spcPts val="0"/>
              </a:spcAft>
              <a:buClr>
                <a:schemeClr val="accent4"/>
              </a:buClr>
              <a:buSzPts val="1800"/>
              <a:buFont typeface="IBM Plex Sans Medium"/>
              <a:buNone/>
              <a:defRPr sz="1800">
                <a:solidFill>
                  <a:schemeClr val="accent4"/>
                </a:solidFill>
                <a:latin typeface="IBM Plex Sans Medium"/>
                <a:ea typeface="IBM Plex Sans Medium"/>
                <a:cs typeface="IBM Plex Sans Medium"/>
                <a:sym typeface="IBM Plex Sans Medium"/>
              </a:defRPr>
            </a:lvl5pPr>
            <a:lvl6pPr lvl="5" algn="ctr" rtl="0">
              <a:lnSpc>
                <a:spcPct val="100000"/>
              </a:lnSpc>
              <a:spcBef>
                <a:spcPts val="0"/>
              </a:spcBef>
              <a:spcAft>
                <a:spcPts val="0"/>
              </a:spcAft>
              <a:buClr>
                <a:schemeClr val="accent4"/>
              </a:buClr>
              <a:buSzPts val="1800"/>
              <a:buFont typeface="IBM Plex Sans Medium"/>
              <a:buNone/>
              <a:defRPr sz="1800">
                <a:solidFill>
                  <a:schemeClr val="accent4"/>
                </a:solidFill>
                <a:latin typeface="IBM Plex Sans Medium"/>
                <a:ea typeface="IBM Plex Sans Medium"/>
                <a:cs typeface="IBM Plex Sans Medium"/>
                <a:sym typeface="IBM Plex Sans Medium"/>
              </a:defRPr>
            </a:lvl6pPr>
            <a:lvl7pPr lvl="6" algn="ctr" rtl="0">
              <a:lnSpc>
                <a:spcPct val="100000"/>
              </a:lnSpc>
              <a:spcBef>
                <a:spcPts val="0"/>
              </a:spcBef>
              <a:spcAft>
                <a:spcPts val="0"/>
              </a:spcAft>
              <a:buClr>
                <a:schemeClr val="accent4"/>
              </a:buClr>
              <a:buSzPts val="1800"/>
              <a:buFont typeface="IBM Plex Sans Medium"/>
              <a:buNone/>
              <a:defRPr sz="1800">
                <a:solidFill>
                  <a:schemeClr val="accent4"/>
                </a:solidFill>
                <a:latin typeface="IBM Plex Sans Medium"/>
                <a:ea typeface="IBM Plex Sans Medium"/>
                <a:cs typeface="IBM Plex Sans Medium"/>
                <a:sym typeface="IBM Plex Sans Medium"/>
              </a:defRPr>
            </a:lvl7pPr>
            <a:lvl8pPr lvl="7" algn="ctr" rtl="0">
              <a:lnSpc>
                <a:spcPct val="100000"/>
              </a:lnSpc>
              <a:spcBef>
                <a:spcPts val="0"/>
              </a:spcBef>
              <a:spcAft>
                <a:spcPts val="0"/>
              </a:spcAft>
              <a:buClr>
                <a:schemeClr val="accent4"/>
              </a:buClr>
              <a:buSzPts val="1800"/>
              <a:buFont typeface="IBM Plex Sans Medium"/>
              <a:buNone/>
              <a:defRPr sz="1800">
                <a:solidFill>
                  <a:schemeClr val="accent4"/>
                </a:solidFill>
                <a:latin typeface="IBM Plex Sans Medium"/>
                <a:ea typeface="IBM Plex Sans Medium"/>
                <a:cs typeface="IBM Plex Sans Medium"/>
                <a:sym typeface="IBM Plex Sans Medium"/>
              </a:defRPr>
            </a:lvl8pPr>
            <a:lvl9pPr lvl="8" algn="ctr" rtl="0">
              <a:lnSpc>
                <a:spcPct val="100000"/>
              </a:lnSpc>
              <a:spcBef>
                <a:spcPts val="0"/>
              </a:spcBef>
              <a:spcAft>
                <a:spcPts val="0"/>
              </a:spcAft>
              <a:buClr>
                <a:schemeClr val="accent4"/>
              </a:buClr>
              <a:buSzPts val="1800"/>
              <a:buFont typeface="IBM Plex Sans Medium"/>
              <a:buNone/>
              <a:defRPr sz="1800">
                <a:solidFill>
                  <a:schemeClr val="accent4"/>
                </a:solidFill>
                <a:latin typeface="IBM Plex Sans Medium"/>
                <a:ea typeface="IBM Plex Sans Medium"/>
                <a:cs typeface="IBM Plex Sans Medium"/>
                <a:sym typeface="IBM Plex Sans Medium"/>
              </a:defRPr>
            </a:lvl9pPr>
          </a:lstStyle>
          <a:p>
            <a:endParaRPr/>
          </a:p>
        </p:txBody>
      </p:sp>
      <p:sp>
        <p:nvSpPr>
          <p:cNvPr id="1225" name="Google Shape;1225;p102"/>
          <p:cNvSpPr txBox="1">
            <a:spLocks noGrp="1"/>
          </p:cNvSpPr>
          <p:nvPr>
            <p:ph type="body" idx="2"/>
          </p:nvPr>
        </p:nvSpPr>
        <p:spPr>
          <a:xfrm>
            <a:off x="543650" y="2486196"/>
            <a:ext cx="1889400" cy="1923300"/>
          </a:xfrm>
          <a:prstGeom prst="rect">
            <a:avLst/>
          </a:prstGeom>
        </p:spPr>
        <p:txBody>
          <a:bodyPr spcFirstLastPara="1" wrap="square" lIns="0" tIns="0" rIns="0" bIns="0" anchor="t" anchorCtr="0">
            <a:normAutofit/>
          </a:bodyPr>
          <a:lstStyle>
            <a:lvl1pPr marL="457200" lvl="0" indent="-330200" algn="ctr" rtl="0">
              <a:spcBef>
                <a:spcPts val="0"/>
              </a:spcBef>
              <a:spcAft>
                <a:spcPts val="0"/>
              </a:spcAft>
              <a:buSzPts val="1600"/>
              <a:buChar char="■"/>
              <a:defRPr sz="1600"/>
            </a:lvl1pPr>
            <a:lvl2pPr marL="914400" lvl="1" indent="-317500" algn="ctr" rtl="0">
              <a:spcBef>
                <a:spcPts val="0"/>
              </a:spcBef>
              <a:spcAft>
                <a:spcPts val="0"/>
              </a:spcAft>
              <a:buSzPts val="1400"/>
              <a:buChar char="■"/>
              <a:defRPr/>
            </a:lvl2pPr>
            <a:lvl3pPr marL="1371600" lvl="2" indent="-317500" algn="ctr" rtl="0">
              <a:spcBef>
                <a:spcPts val="0"/>
              </a:spcBef>
              <a:spcAft>
                <a:spcPts val="0"/>
              </a:spcAft>
              <a:buClr>
                <a:schemeClr val="dk1"/>
              </a:buClr>
              <a:buSzPts val="1400"/>
              <a:buChar char="■"/>
              <a:defRPr/>
            </a:lvl3pPr>
            <a:lvl4pPr marL="1828800" lvl="3" indent="-317500" algn="ctr" rtl="0">
              <a:spcBef>
                <a:spcPts val="0"/>
              </a:spcBef>
              <a:spcAft>
                <a:spcPts val="0"/>
              </a:spcAft>
              <a:buClr>
                <a:schemeClr val="dk1"/>
              </a:buClr>
              <a:buSzPts val="1400"/>
              <a:buChar char="●"/>
              <a:defRPr/>
            </a:lvl4pPr>
            <a:lvl5pPr marL="2286000" lvl="4" indent="-317500" algn="ctr" rtl="0">
              <a:spcBef>
                <a:spcPts val="0"/>
              </a:spcBef>
              <a:spcAft>
                <a:spcPts val="0"/>
              </a:spcAft>
              <a:buSzPts val="1400"/>
              <a:buChar char="○"/>
              <a:defRPr/>
            </a:lvl5pPr>
            <a:lvl6pPr marL="2743200" lvl="5" indent="-317500" algn="ctr" rtl="0">
              <a:spcBef>
                <a:spcPts val="0"/>
              </a:spcBef>
              <a:spcAft>
                <a:spcPts val="0"/>
              </a:spcAft>
              <a:buSzPts val="1400"/>
              <a:buChar char="■"/>
              <a:defRPr/>
            </a:lvl6pPr>
            <a:lvl7pPr marL="3200400" lvl="6" indent="-317500" algn="ctr" rtl="0">
              <a:spcBef>
                <a:spcPts val="0"/>
              </a:spcBef>
              <a:spcAft>
                <a:spcPts val="0"/>
              </a:spcAft>
              <a:buSzPts val="1400"/>
              <a:buChar char="●"/>
              <a:defRPr/>
            </a:lvl7pPr>
            <a:lvl8pPr marL="3657600" lvl="7" indent="-317500" algn="ctr" rtl="0">
              <a:spcBef>
                <a:spcPts val="0"/>
              </a:spcBef>
              <a:spcAft>
                <a:spcPts val="0"/>
              </a:spcAft>
              <a:buSzPts val="1400"/>
              <a:buChar char="○"/>
              <a:defRPr/>
            </a:lvl8pPr>
            <a:lvl9pPr marL="4114800" lvl="8" indent="-317500" algn="ctr" rtl="0">
              <a:spcBef>
                <a:spcPts val="0"/>
              </a:spcBef>
              <a:spcAft>
                <a:spcPts val="0"/>
              </a:spcAft>
              <a:buSzPts val="1400"/>
              <a:buChar char="■"/>
              <a:defRPr/>
            </a:lvl9pPr>
          </a:lstStyle>
          <a:p>
            <a:endParaRPr/>
          </a:p>
        </p:txBody>
      </p:sp>
      <p:sp>
        <p:nvSpPr>
          <p:cNvPr id="1226" name="Google Shape;1226;p102"/>
          <p:cNvSpPr txBox="1">
            <a:spLocks noGrp="1"/>
          </p:cNvSpPr>
          <p:nvPr>
            <p:ph type="subTitle" idx="3"/>
          </p:nvPr>
        </p:nvSpPr>
        <p:spPr>
          <a:xfrm>
            <a:off x="3174386" y="1909050"/>
            <a:ext cx="1888500" cy="375000"/>
          </a:xfrm>
          <a:prstGeom prst="rect">
            <a:avLst/>
          </a:prstGeom>
        </p:spPr>
        <p:txBody>
          <a:bodyPr spcFirstLastPara="1" wrap="square" lIns="0" tIns="0" rIns="0" bIns="0" anchor="t" anchorCtr="0">
            <a:normAutofit/>
          </a:bodyPr>
          <a:lstStyle>
            <a:lvl1pPr lvl="0" algn="ctr" rtl="0">
              <a:lnSpc>
                <a:spcPct val="100000"/>
              </a:lnSpc>
              <a:spcBef>
                <a:spcPts val="0"/>
              </a:spcBef>
              <a:spcAft>
                <a:spcPts val="0"/>
              </a:spcAft>
              <a:buClr>
                <a:schemeClr val="accent4"/>
              </a:buClr>
              <a:buSzPts val="1800"/>
              <a:buFont typeface="IBM Plex Sans Medium"/>
              <a:buNone/>
              <a:defRPr sz="1800">
                <a:solidFill>
                  <a:schemeClr val="accent4"/>
                </a:solidFill>
                <a:latin typeface="IBM Plex Sans Medium"/>
                <a:ea typeface="IBM Plex Sans Medium"/>
                <a:cs typeface="IBM Plex Sans Medium"/>
                <a:sym typeface="IBM Plex Sans Medium"/>
              </a:defRPr>
            </a:lvl1pPr>
            <a:lvl2pPr lvl="1" algn="ctr" rtl="0">
              <a:lnSpc>
                <a:spcPct val="100000"/>
              </a:lnSpc>
              <a:spcBef>
                <a:spcPts val="0"/>
              </a:spcBef>
              <a:spcAft>
                <a:spcPts val="0"/>
              </a:spcAft>
              <a:buClr>
                <a:schemeClr val="accent4"/>
              </a:buClr>
              <a:buSzPts val="1800"/>
              <a:buFont typeface="IBM Plex Sans Medium"/>
              <a:buNone/>
              <a:defRPr sz="1800">
                <a:solidFill>
                  <a:schemeClr val="accent4"/>
                </a:solidFill>
                <a:latin typeface="IBM Plex Sans Medium"/>
                <a:ea typeface="IBM Plex Sans Medium"/>
                <a:cs typeface="IBM Plex Sans Medium"/>
                <a:sym typeface="IBM Plex Sans Medium"/>
              </a:defRPr>
            </a:lvl2pPr>
            <a:lvl3pPr lvl="2" algn="ctr" rtl="0">
              <a:lnSpc>
                <a:spcPct val="100000"/>
              </a:lnSpc>
              <a:spcBef>
                <a:spcPts val="0"/>
              </a:spcBef>
              <a:spcAft>
                <a:spcPts val="0"/>
              </a:spcAft>
              <a:buClr>
                <a:schemeClr val="accent4"/>
              </a:buClr>
              <a:buSzPts val="1800"/>
              <a:buFont typeface="IBM Plex Sans Medium"/>
              <a:buNone/>
              <a:defRPr sz="1800">
                <a:solidFill>
                  <a:schemeClr val="accent4"/>
                </a:solidFill>
                <a:latin typeface="IBM Plex Sans Medium"/>
                <a:ea typeface="IBM Plex Sans Medium"/>
                <a:cs typeface="IBM Plex Sans Medium"/>
                <a:sym typeface="IBM Plex Sans Medium"/>
              </a:defRPr>
            </a:lvl3pPr>
            <a:lvl4pPr lvl="3" algn="ctr" rtl="0">
              <a:lnSpc>
                <a:spcPct val="100000"/>
              </a:lnSpc>
              <a:spcBef>
                <a:spcPts val="0"/>
              </a:spcBef>
              <a:spcAft>
                <a:spcPts val="0"/>
              </a:spcAft>
              <a:buClr>
                <a:schemeClr val="accent4"/>
              </a:buClr>
              <a:buSzPts val="1800"/>
              <a:buFont typeface="IBM Plex Sans Medium"/>
              <a:buNone/>
              <a:defRPr sz="1800">
                <a:solidFill>
                  <a:schemeClr val="accent4"/>
                </a:solidFill>
                <a:latin typeface="IBM Plex Sans Medium"/>
                <a:ea typeface="IBM Plex Sans Medium"/>
                <a:cs typeface="IBM Plex Sans Medium"/>
                <a:sym typeface="IBM Plex Sans Medium"/>
              </a:defRPr>
            </a:lvl4pPr>
            <a:lvl5pPr lvl="4" algn="ctr" rtl="0">
              <a:lnSpc>
                <a:spcPct val="100000"/>
              </a:lnSpc>
              <a:spcBef>
                <a:spcPts val="0"/>
              </a:spcBef>
              <a:spcAft>
                <a:spcPts val="0"/>
              </a:spcAft>
              <a:buClr>
                <a:schemeClr val="accent4"/>
              </a:buClr>
              <a:buSzPts val="1800"/>
              <a:buFont typeface="IBM Plex Sans Medium"/>
              <a:buNone/>
              <a:defRPr sz="1800">
                <a:solidFill>
                  <a:schemeClr val="accent4"/>
                </a:solidFill>
                <a:latin typeface="IBM Plex Sans Medium"/>
                <a:ea typeface="IBM Plex Sans Medium"/>
                <a:cs typeface="IBM Plex Sans Medium"/>
                <a:sym typeface="IBM Plex Sans Medium"/>
              </a:defRPr>
            </a:lvl5pPr>
            <a:lvl6pPr lvl="5" algn="ctr" rtl="0">
              <a:lnSpc>
                <a:spcPct val="100000"/>
              </a:lnSpc>
              <a:spcBef>
                <a:spcPts val="0"/>
              </a:spcBef>
              <a:spcAft>
                <a:spcPts val="0"/>
              </a:spcAft>
              <a:buClr>
                <a:schemeClr val="accent4"/>
              </a:buClr>
              <a:buSzPts val="1800"/>
              <a:buFont typeface="IBM Plex Sans Medium"/>
              <a:buNone/>
              <a:defRPr sz="1800">
                <a:solidFill>
                  <a:schemeClr val="accent4"/>
                </a:solidFill>
                <a:latin typeface="IBM Plex Sans Medium"/>
                <a:ea typeface="IBM Plex Sans Medium"/>
                <a:cs typeface="IBM Plex Sans Medium"/>
                <a:sym typeface="IBM Plex Sans Medium"/>
              </a:defRPr>
            </a:lvl6pPr>
            <a:lvl7pPr lvl="6" algn="ctr" rtl="0">
              <a:lnSpc>
                <a:spcPct val="100000"/>
              </a:lnSpc>
              <a:spcBef>
                <a:spcPts val="0"/>
              </a:spcBef>
              <a:spcAft>
                <a:spcPts val="0"/>
              </a:spcAft>
              <a:buClr>
                <a:schemeClr val="accent4"/>
              </a:buClr>
              <a:buSzPts val="1800"/>
              <a:buFont typeface="IBM Plex Sans Medium"/>
              <a:buNone/>
              <a:defRPr sz="1800">
                <a:solidFill>
                  <a:schemeClr val="accent4"/>
                </a:solidFill>
                <a:latin typeface="IBM Plex Sans Medium"/>
                <a:ea typeface="IBM Plex Sans Medium"/>
                <a:cs typeface="IBM Plex Sans Medium"/>
                <a:sym typeface="IBM Plex Sans Medium"/>
              </a:defRPr>
            </a:lvl7pPr>
            <a:lvl8pPr lvl="7" algn="ctr" rtl="0">
              <a:lnSpc>
                <a:spcPct val="100000"/>
              </a:lnSpc>
              <a:spcBef>
                <a:spcPts val="0"/>
              </a:spcBef>
              <a:spcAft>
                <a:spcPts val="0"/>
              </a:spcAft>
              <a:buClr>
                <a:schemeClr val="accent4"/>
              </a:buClr>
              <a:buSzPts val="1800"/>
              <a:buFont typeface="IBM Plex Sans Medium"/>
              <a:buNone/>
              <a:defRPr sz="1800">
                <a:solidFill>
                  <a:schemeClr val="accent4"/>
                </a:solidFill>
                <a:latin typeface="IBM Plex Sans Medium"/>
                <a:ea typeface="IBM Plex Sans Medium"/>
                <a:cs typeface="IBM Plex Sans Medium"/>
                <a:sym typeface="IBM Plex Sans Medium"/>
              </a:defRPr>
            </a:lvl8pPr>
            <a:lvl9pPr lvl="8" algn="ctr" rtl="0">
              <a:lnSpc>
                <a:spcPct val="100000"/>
              </a:lnSpc>
              <a:spcBef>
                <a:spcPts val="0"/>
              </a:spcBef>
              <a:spcAft>
                <a:spcPts val="0"/>
              </a:spcAft>
              <a:buClr>
                <a:schemeClr val="accent4"/>
              </a:buClr>
              <a:buSzPts val="1800"/>
              <a:buFont typeface="IBM Plex Sans Medium"/>
              <a:buNone/>
              <a:defRPr sz="1800">
                <a:solidFill>
                  <a:schemeClr val="accent4"/>
                </a:solidFill>
                <a:latin typeface="IBM Plex Sans Medium"/>
                <a:ea typeface="IBM Plex Sans Medium"/>
                <a:cs typeface="IBM Plex Sans Medium"/>
                <a:sym typeface="IBM Plex Sans Medium"/>
              </a:defRPr>
            </a:lvl9pPr>
          </a:lstStyle>
          <a:p>
            <a:endParaRPr/>
          </a:p>
        </p:txBody>
      </p:sp>
      <p:sp>
        <p:nvSpPr>
          <p:cNvPr id="1227" name="Google Shape;1227;p102"/>
          <p:cNvSpPr txBox="1">
            <a:spLocks noGrp="1"/>
          </p:cNvSpPr>
          <p:nvPr>
            <p:ph type="body" idx="4"/>
          </p:nvPr>
        </p:nvSpPr>
        <p:spPr>
          <a:xfrm>
            <a:off x="3183206" y="2486196"/>
            <a:ext cx="1889400" cy="1923300"/>
          </a:xfrm>
          <a:prstGeom prst="rect">
            <a:avLst/>
          </a:prstGeom>
        </p:spPr>
        <p:txBody>
          <a:bodyPr spcFirstLastPara="1" wrap="square" lIns="0" tIns="0" rIns="0" bIns="0" anchor="t" anchorCtr="0">
            <a:normAutofit/>
          </a:bodyPr>
          <a:lstStyle>
            <a:lvl1pPr marL="457200" lvl="0" indent="-330200" algn="ctr" rtl="0">
              <a:spcBef>
                <a:spcPts val="0"/>
              </a:spcBef>
              <a:spcAft>
                <a:spcPts val="0"/>
              </a:spcAft>
              <a:buSzPts val="1600"/>
              <a:buChar char="■"/>
              <a:defRPr sz="1600"/>
            </a:lvl1pPr>
            <a:lvl2pPr marL="914400" lvl="1" indent="-317500" algn="ctr" rtl="0">
              <a:spcBef>
                <a:spcPts val="0"/>
              </a:spcBef>
              <a:spcAft>
                <a:spcPts val="0"/>
              </a:spcAft>
              <a:buSzPts val="1400"/>
              <a:buChar char="■"/>
              <a:defRPr/>
            </a:lvl2pPr>
            <a:lvl3pPr marL="1371600" lvl="2" indent="-317500" algn="ctr" rtl="0">
              <a:spcBef>
                <a:spcPts val="0"/>
              </a:spcBef>
              <a:spcAft>
                <a:spcPts val="0"/>
              </a:spcAft>
              <a:buClr>
                <a:schemeClr val="dk1"/>
              </a:buClr>
              <a:buSzPts val="1400"/>
              <a:buChar char="■"/>
              <a:defRPr/>
            </a:lvl3pPr>
            <a:lvl4pPr marL="1828800" lvl="3" indent="-317500" algn="ctr" rtl="0">
              <a:spcBef>
                <a:spcPts val="0"/>
              </a:spcBef>
              <a:spcAft>
                <a:spcPts val="0"/>
              </a:spcAft>
              <a:buClr>
                <a:schemeClr val="dk1"/>
              </a:buClr>
              <a:buSzPts val="1400"/>
              <a:buChar char="●"/>
              <a:defRPr/>
            </a:lvl4pPr>
            <a:lvl5pPr marL="2286000" lvl="4" indent="-317500" algn="ctr" rtl="0">
              <a:spcBef>
                <a:spcPts val="0"/>
              </a:spcBef>
              <a:spcAft>
                <a:spcPts val="0"/>
              </a:spcAft>
              <a:buSzPts val="1400"/>
              <a:buChar char="○"/>
              <a:defRPr/>
            </a:lvl5pPr>
            <a:lvl6pPr marL="2743200" lvl="5" indent="-317500" algn="ctr" rtl="0">
              <a:spcBef>
                <a:spcPts val="0"/>
              </a:spcBef>
              <a:spcAft>
                <a:spcPts val="0"/>
              </a:spcAft>
              <a:buSzPts val="1400"/>
              <a:buChar char="■"/>
              <a:defRPr/>
            </a:lvl6pPr>
            <a:lvl7pPr marL="3200400" lvl="6" indent="-317500" algn="ctr" rtl="0">
              <a:spcBef>
                <a:spcPts val="0"/>
              </a:spcBef>
              <a:spcAft>
                <a:spcPts val="0"/>
              </a:spcAft>
              <a:buSzPts val="1400"/>
              <a:buChar char="●"/>
              <a:defRPr/>
            </a:lvl7pPr>
            <a:lvl8pPr marL="3657600" lvl="7" indent="-317500" algn="ctr" rtl="0">
              <a:spcBef>
                <a:spcPts val="0"/>
              </a:spcBef>
              <a:spcAft>
                <a:spcPts val="0"/>
              </a:spcAft>
              <a:buSzPts val="1400"/>
              <a:buChar char="○"/>
              <a:defRPr/>
            </a:lvl8pPr>
            <a:lvl9pPr marL="4114800" lvl="8" indent="-317500" algn="ctr" rtl="0">
              <a:spcBef>
                <a:spcPts val="0"/>
              </a:spcBef>
              <a:spcAft>
                <a:spcPts val="0"/>
              </a:spcAft>
              <a:buSzPts val="1400"/>
              <a:buChar char="■"/>
              <a:defRPr/>
            </a:lvl9pPr>
          </a:lstStyle>
          <a:p>
            <a:endParaRPr/>
          </a:p>
        </p:txBody>
      </p:sp>
      <p:sp>
        <p:nvSpPr>
          <p:cNvPr id="1228" name="Google Shape;1228;p102"/>
          <p:cNvSpPr txBox="1">
            <a:spLocks noGrp="1"/>
          </p:cNvSpPr>
          <p:nvPr>
            <p:ph type="subTitle" idx="5"/>
          </p:nvPr>
        </p:nvSpPr>
        <p:spPr>
          <a:xfrm>
            <a:off x="5813934" y="1909050"/>
            <a:ext cx="1888500" cy="375000"/>
          </a:xfrm>
          <a:prstGeom prst="rect">
            <a:avLst/>
          </a:prstGeom>
        </p:spPr>
        <p:txBody>
          <a:bodyPr spcFirstLastPara="1" wrap="square" lIns="0" tIns="0" rIns="0" bIns="0" anchor="t" anchorCtr="0">
            <a:normAutofit/>
          </a:bodyPr>
          <a:lstStyle>
            <a:lvl1pPr lvl="0" algn="ctr" rtl="0">
              <a:lnSpc>
                <a:spcPct val="100000"/>
              </a:lnSpc>
              <a:spcBef>
                <a:spcPts val="0"/>
              </a:spcBef>
              <a:spcAft>
                <a:spcPts val="0"/>
              </a:spcAft>
              <a:buClr>
                <a:schemeClr val="accent4"/>
              </a:buClr>
              <a:buSzPts val="1800"/>
              <a:buFont typeface="IBM Plex Sans Medium"/>
              <a:buNone/>
              <a:defRPr sz="1800">
                <a:solidFill>
                  <a:schemeClr val="accent4"/>
                </a:solidFill>
                <a:latin typeface="IBM Plex Sans Medium"/>
                <a:ea typeface="IBM Plex Sans Medium"/>
                <a:cs typeface="IBM Plex Sans Medium"/>
                <a:sym typeface="IBM Plex Sans Medium"/>
              </a:defRPr>
            </a:lvl1pPr>
            <a:lvl2pPr lvl="1" algn="ctr" rtl="0">
              <a:lnSpc>
                <a:spcPct val="100000"/>
              </a:lnSpc>
              <a:spcBef>
                <a:spcPts val="0"/>
              </a:spcBef>
              <a:spcAft>
                <a:spcPts val="0"/>
              </a:spcAft>
              <a:buClr>
                <a:schemeClr val="accent4"/>
              </a:buClr>
              <a:buSzPts val="1800"/>
              <a:buFont typeface="IBM Plex Sans Medium"/>
              <a:buNone/>
              <a:defRPr sz="1800">
                <a:solidFill>
                  <a:schemeClr val="accent4"/>
                </a:solidFill>
                <a:latin typeface="IBM Plex Sans Medium"/>
                <a:ea typeface="IBM Plex Sans Medium"/>
                <a:cs typeface="IBM Plex Sans Medium"/>
                <a:sym typeface="IBM Plex Sans Medium"/>
              </a:defRPr>
            </a:lvl2pPr>
            <a:lvl3pPr lvl="2" algn="ctr" rtl="0">
              <a:lnSpc>
                <a:spcPct val="100000"/>
              </a:lnSpc>
              <a:spcBef>
                <a:spcPts val="0"/>
              </a:spcBef>
              <a:spcAft>
                <a:spcPts val="0"/>
              </a:spcAft>
              <a:buClr>
                <a:schemeClr val="accent4"/>
              </a:buClr>
              <a:buSzPts val="1800"/>
              <a:buFont typeface="IBM Plex Sans Medium"/>
              <a:buNone/>
              <a:defRPr sz="1800">
                <a:solidFill>
                  <a:schemeClr val="accent4"/>
                </a:solidFill>
                <a:latin typeface="IBM Plex Sans Medium"/>
                <a:ea typeface="IBM Plex Sans Medium"/>
                <a:cs typeface="IBM Plex Sans Medium"/>
                <a:sym typeface="IBM Plex Sans Medium"/>
              </a:defRPr>
            </a:lvl3pPr>
            <a:lvl4pPr lvl="3" algn="ctr" rtl="0">
              <a:lnSpc>
                <a:spcPct val="100000"/>
              </a:lnSpc>
              <a:spcBef>
                <a:spcPts val="0"/>
              </a:spcBef>
              <a:spcAft>
                <a:spcPts val="0"/>
              </a:spcAft>
              <a:buClr>
                <a:schemeClr val="accent4"/>
              </a:buClr>
              <a:buSzPts val="1800"/>
              <a:buFont typeface="IBM Plex Sans Medium"/>
              <a:buNone/>
              <a:defRPr sz="1800">
                <a:solidFill>
                  <a:schemeClr val="accent4"/>
                </a:solidFill>
                <a:latin typeface="IBM Plex Sans Medium"/>
                <a:ea typeface="IBM Plex Sans Medium"/>
                <a:cs typeface="IBM Plex Sans Medium"/>
                <a:sym typeface="IBM Plex Sans Medium"/>
              </a:defRPr>
            </a:lvl4pPr>
            <a:lvl5pPr lvl="4" algn="ctr" rtl="0">
              <a:lnSpc>
                <a:spcPct val="100000"/>
              </a:lnSpc>
              <a:spcBef>
                <a:spcPts val="0"/>
              </a:spcBef>
              <a:spcAft>
                <a:spcPts val="0"/>
              </a:spcAft>
              <a:buClr>
                <a:schemeClr val="accent4"/>
              </a:buClr>
              <a:buSzPts val="1800"/>
              <a:buFont typeface="IBM Plex Sans Medium"/>
              <a:buNone/>
              <a:defRPr sz="1800">
                <a:solidFill>
                  <a:schemeClr val="accent4"/>
                </a:solidFill>
                <a:latin typeface="IBM Plex Sans Medium"/>
                <a:ea typeface="IBM Plex Sans Medium"/>
                <a:cs typeface="IBM Plex Sans Medium"/>
                <a:sym typeface="IBM Plex Sans Medium"/>
              </a:defRPr>
            </a:lvl5pPr>
            <a:lvl6pPr lvl="5" algn="ctr" rtl="0">
              <a:lnSpc>
                <a:spcPct val="100000"/>
              </a:lnSpc>
              <a:spcBef>
                <a:spcPts val="0"/>
              </a:spcBef>
              <a:spcAft>
                <a:spcPts val="0"/>
              </a:spcAft>
              <a:buClr>
                <a:schemeClr val="accent4"/>
              </a:buClr>
              <a:buSzPts val="1800"/>
              <a:buFont typeface="IBM Plex Sans Medium"/>
              <a:buNone/>
              <a:defRPr sz="1800">
                <a:solidFill>
                  <a:schemeClr val="accent4"/>
                </a:solidFill>
                <a:latin typeface="IBM Plex Sans Medium"/>
                <a:ea typeface="IBM Plex Sans Medium"/>
                <a:cs typeface="IBM Plex Sans Medium"/>
                <a:sym typeface="IBM Plex Sans Medium"/>
              </a:defRPr>
            </a:lvl6pPr>
            <a:lvl7pPr lvl="6" algn="ctr" rtl="0">
              <a:lnSpc>
                <a:spcPct val="100000"/>
              </a:lnSpc>
              <a:spcBef>
                <a:spcPts val="0"/>
              </a:spcBef>
              <a:spcAft>
                <a:spcPts val="0"/>
              </a:spcAft>
              <a:buClr>
                <a:schemeClr val="accent4"/>
              </a:buClr>
              <a:buSzPts val="1800"/>
              <a:buFont typeface="IBM Plex Sans Medium"/>
              <a:buNone/>
              <a:defRPr sz="1800">
                <a:solidFill>
                  <a:schemeClr val="accent4"/>
                </a:solidFill>
                <a:latin typeface="IBM Plex Sans Medium"/>
                <a:ea typeface="IBM Plex Sans Medium"/>
                <a:cs typeface="IBM Plex Sans Medium"/>
                <a:sym typeface="IBM Plex Sans Medium"/>
              </a:defRPr>
            </a:lvl7pPr>
            <a:lvl8pPr lvl="7" algn="ctr" rtl="0">
              <a:lnSpc>
                <a:spcPct val="100000"/>
              </a:lnSpc>
              <a:spcBef>
                <a:spcPts val="0"/>
              </a:spcBef>
              <a:spcAft>
                <a:spcPts val="0"/>
              </a:spcAft>
              <a:buClr>
                <a:schemeClr val="accent4"/>
              </a:buClr>
              <a:buSzPts val="1800"/>
              <a:buFont typeface="IBM Plex Sans Medium"/>
              <a:buNone/>
              <a:defRPr sz="1800">
                <a:solidFill>
                  <a:schemeClr val="accent4"/>
                </a:solidFill>
                <a:latin typeface="IBM Plex Sans Medium"/>
                <a:ea typeface="IBM Plex Sans Medium"/>
                <a:cs typeface="IBM Plex Sans Medium"/>
                <a:sym typeface="IBM Plex Sans Medium"/>
              </a:defRPr>
            </a:lvl8pPr>
            <a:lvl9pPr lvl="8" algn="ctr" rtl="0">
              <a:lnSpc>
                <a:spcPct val="100000"/>
              </a:lnSpc>
              <a:spcBef>
                <a:spcPts val="0"/>
              </a:spcBef>
              <a:spcAft>
                <a:spcPts val="0"/>
              </a:spcAft>
              <a:buClr>
                <a:schemeClr val="accent4"/>
              </a:buClr>
              <a:buSzPts val="1800"/>
              <a:buFont typeface="IBM Plex Sans Medium"/>
              <a:buNone/>
              <a:defRPr sz="1800">
                <a:solidFill>
                  <a:schemeClr val="accent4"/>
                </a:solidFill>
                <a:latin typeface="IBM Plex Sans Medium"/>
                <a:ea typeface="IBM Plex Sans Medium"/>
                <a:cs typeface="IBM Plex Sans Medium"/>
                <a:sym typeface="IBM Plex Sans Medium"/>
              </a:defRPr>
            </a:lvl9pPr>
          </a:lstStyle>
          <a:p>
            <a:endParaRPr/>
          </a:p>
        </p:txBody>
      </p:sp>
      <p:sp>
        <p:nvSpPr>
          <p:cNvPr id="1229" name="Google Shape;1229;p102"/>
          <p:cNvSpPr txBox="1">
            <a:spLocks noGrp="1"/>
          </p:cNvSpPr>
          <p:nvPr>
            <p:ph type="body" idx="6"/>
          </p:nvPr>
        </p:nvSpPr>
        <p:spPr>
          <a:xfrm>
            <a:off x="5822750" y="2486196"/>
            <a:ext cx="1889400" cy="1923300"/>
          </a:xfrm>
          <a:prstGeom prst="rect">
            <a:avLst/>
          </a:prstGeom>
        </p:spPr>
        <p:txBody>
          <a:bodyPr spcFirstLastPara="1" wrap="square" lIns="0" tIns="0" rIns="0" bIns="0" anchor="t" anchorCtr="0">
            <a:normAutofit/>
          </a:bodyPr>
          <a:lstStyle>
            <a:lvl1pPr marL="457200" lvl="0" indent="-330200" algn="ctr" rtl="0">
              <a:spcBef>
                <a:spcPts val="0"/>
              </a:spcBef>
              <a:spcAft>
                <a:spcPts val="0"/>
              </a:spcAft>
              <a:buSzPts val="1600"/>
              <a:buChar char="■"/>
              <a:defRPr sz="1600"/>
            </a:lvl1pPr>
            <a:lvl2pPr marL="914400" lvl="1" indent="-317500" algn="ctr" rtl="0">
              <a:spcBef>
                <a:spcPts val="0"/>
              </a:spcBef>
              <a:spcAft>
                <a:spcPts val="0"/>
              </a:spcAft>
              <a:buSzPts val="1400"/>
              <a:buChar char="■"/>
              <a:defRPr/>
            </a:lvl2pPr>
            <a:lvl3pPr marL="1371600" lvl="2" indent="-317500" algn="ctr" rtl="0">
              <a:spcBef>
                <a:spcPts val="0"/>
              </a:spcBef>
              <a:spcAft>
                <a:spcPts val="0"/>
              </a:spcAft>
              <a:buClr>
                <a:schemeClr val="dk1"/>
              </a:buClr>
              <a:buSzPts val="1400"/>
              <a:buChar char="■"/>
              <a:defRPr/>
            </a:lvl3pPr>
            <a:lvl4pPr marL="1828800" lvl="3" indent="-317500" algn="ctr" rtl="0">
              <a:spcBef>
                <a:spcPts val="0"/>
              </a:spcBef>
              <a:spcAft>
                <a:spcPts val="0"/>
              </a:spcAft>
              <a:buClr>
                <a:schemeClr val="dk1"/>
              </a:buClr>
              <a:buSzPts val="1400"/>
              <a:buChar char="●"/>
              <a:defRPr/>
            </a:lvl4pPr>
            <a:lvl5pPr marL="2286000" lvl="4" indent="-317500" algn="ctr" rtl="0">
              <a:spcBef>
                <a:spcPts val="0"/>
              </a:spcBef>
              <a:spcAft>
                <a:spcPts val="0"/>
              </a:spcAft>
              <a:buSzPts val="1400"/>
              <a:buChar char="○"/>
              <a:defRPr/>
            </a:lvl5pPr>
            <a:lvl6pPr marL="2743200" lvl="5" indent="-317500" algn="ctr" rtl="0">
              <a:spcBef>
                <a:spcPts val="0"/>
              </a:spcBef>
              <a:spcAft>
                <a:spcPts val="0"/>
              </a:spcAft>
              <a:buSzPts val="1400"/>
              <a:buChar char="■"/>
              <a:defRPr/>
            </a:lvl6pPr>
            <a:lvl7pPr marL="3200400" lvl="6" indent="-317500" algn="ctr" rtl="0">
              <a:spcBef>
                <a:spcPts val="0"/>
              </a:spcBef>
              <a:spcAft>
                <a:spcPts val="0"/>
              </a:spcAft>
              <a:buSzPts val="1400"/>
              <a:buChar char="●"/>
              <a:defRPr/>
            </a:lvl7pPr>
            <a:lvl8pPr marL="3657600" lvl="7" indent="-317500" algn="ctr" rtl="0">
              <a:spcBef>
                <a:spcPts val="0"/>
              </a:spcBef>
              <a:spcAft>
                <a:spcPts val="0"/>
              </a:spcAft>
              <a:buSzPts val="1400"/>
              <a:buChar char="○"/>
              <a:defRPr/>
            </a:lvl8pPr>
            <a:lvl9pPr marL="4114800" lvl="8" indent="-317500" algn="ctr" rtl="0">
              <a:spcBef>
                <a:spcPts val="0"/>
              </a:spcBef>
              <a:spcAft>
                <a:spcPts val="0"/>
              </a:spcAft>
              <a:buSzPts val="1400"/>
              <a:buChar char="■"/>
              <a:defRPr/>
            </a:lvl9pPr>
          </a:lstStyle>
          <a:p>
            <a:endParaRPr/>
          </a:p>
        </p:txBody>
      </p:sp>
    </p:spTree>
  </p:cSld>
  <p:clrMapOvr>
    <a:masterClrMapping/>
  </p:clrMapOvr>
</p:sldLayout>
</file>

<file path=ppt/slideLayouts/slideLayout101.xml><?xml version="1.0" encoding="utf-8"?>
<p:sldLayout xmlns:a="http://schemas.openxmlformats.org/drawingml/2006/main" xmlns:r="http://schemas.openxmlformats.org/officeDocument/2006/relationships" xmlns:p="http://schemas.openxmlformats.org/presentationml/2006/main" matchingName="Content &amp; Image - Black">
  <p:cSld name="TITLE_ONLY_1_6">
    <p:bg>
      <p:bgPr>
        <a:solidFill>
          <a:schemeClr val="dk1"/>
        </a:solidFill>
        <a:effectLst/>
      </p:bgPr>
    </p:bg>
    <p:spTree>
      <p:nvGrpSpPr>
        <p:cNvPr id="1" name="Shape 1230"/>
        <p:cNvGrpSpPr/>
        <p:nvPr/>
      </p:nvGrpSpPr>
      <p:grpSpPr>
        <a:xfrm>
          <a:off x="0" y="0"/>
          <a:ext cx="0" cy="0"/>
          <a:chOff x="0" y="0"/>
          <a:chExt cx="0" cy="0"/>
        </a:xfrm>
      </p:grpSpPr>
      <p:sp>
        <p:nvSpPr>
          <p:cNvPr id="1231" name="Google Shape;1231;p103"/>
          <p:cNvSpPr/>
          <p:nvPr/>
        </p:nvSpPr>
        <p:spPr>
          <a:xfrm>
            <a:off x="4383000" y="1311125"/>
            <a:ext cx="4314300" cy="3526800"/>
          </a:xfrm>
          <a:prstGeom prst="roundRect">
            <a:avLst>
              <a:gd name="adj" fmla="val 7142"/>
            </a:avLst>
          </a:prstGeom>
          <a:noFill/>
          <a:ln w="19050" cap="flat" cmpd="sng">
            <a:solidFill>
              <a:schemeClr val="accent1"/>
            </a:solidFill>
            <a:prstDash val="dash"/>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2" name="Google Shape;1232;p103"/>
          <p:cNvSpPr txBox="1">
            <a:spLocks noGrp="1"/>
          </p:cNvSpPr>
          <p:nvPr>
            <p:ph type="title"/>
          </p:nvPr>
        </p:nvSpPr>
        <p:spPr>
          <a:xfrm>
            <a:off x="457200" y="114300"/>
            <a:ext cx="8229600" cy="903300"/>
          </a:xfrm>
          <a:prstGeom prst="rect">
            <a:avLst/>
          </a:prstGeom>
        </p:spPr>
        <p:txBody>
          <a:bodyPr spcFirstLastPara="1" wrap="square" lIns="0" tIns="0" rIns="0" bIns="0" anchor="t" anchorCtr="0">
            <a:normAutofit/>
          </a:bodyPr>
          <a:lstStyle>
            <a:lvl1pPr lvl="0" rtl="0">
              <a:spcBef>
                <a:spcPts val="0"/>
              </a:spcBef>
              <a:spcAft>
                <a:spcPts val="0"/>
              </a:spcAft>
              <a:buClr>
                <a:schemeClr val="lt2"/>
              </a:buClr>
              <a:buSzPts val="3400"/>
              <a:buNone/>
              <a:defRPr>
                <a:solidFill>
                  <a:schemeClr val="lt2"/>
                </a:solidFill>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pic>
        <p:nvPicPr>
          <p:cNvPr id="1233" name="Google Shape;1233;p103"/>
          <p:cNvPicPr preferRelativeResize="0"/>
          <p:nvPr/>
        </p:nvPicPr>
        <p:blipFill>
          <a:blip r:embed="rId2">
            <a:alphaModFix/>
          </a:blip>
          <a:stretch>
            <a:fillRect/>
          </a:stretch>
        </p:blipFill>
        <p:spPr>
          <a:xfrm>
            <a:off x="8544859" y="62003"/>
            <a:ext cx="599140" cy="599141"/>
          </a:xfrm>
          <a:prstGeom prst="rect">
            <a:avLst/>
          </a:prstGeom>
          <a:noFill/>
          <a:ln>
            <a:noFill/>
          </a:ln>
        </p:spPr>
      </p:pic>
      <p:sp>
        <p:nvSpPr>
          <p:cNvPr id="1234" name="Google Shape;1234;p103"/>
          <p:cNvSpPr>
            <a:spLocks noGrp="1"/>
          </p:cNvSpPr>
          <p:nvPr>
            <p:ph type="pic" idx="2"/>
          </p:nvPr>
        </p:nvSpPr>
        <p:spPr>
          <a:xfrm>
            <a:off x="4230675" y="1152475"/>
            <a:ext cx="4314300" cy="3536700"/>
          </a:xfrm>
          <a:prstGeom prst="roundRect">
            <a:avLst>
              <a:gd name="adj" fmla="val 7365"/>
            </a:avLst>
          </a:prstGeom>
          <a:noFill/>
          <a:ln>
            <a:noFill/>
          </a:ln>
        </p:spPr>
      </p:sp>
      <p:sp>
        <p:nvSpPr>
          <p:cNvPr id="1235" name="Google Shape;1235;p103"/>
          <p:cNvSpPr txBox="1">
            <a:spLocks noGrp="1"/>
          </p:cNvSpPr>
          <p:nvPr>
            <p:ph type="subTitle" idx="1"/>
          </p:nvPr>
        </p:nvSpPr>
        <p:spPr>
          <a:xfrm>
            <a:off x="467075" y="1149725"/>
            <a:ext cx="3197700" cy="450600"/>
          </a:xfrm>
          <a:prstGeom prst="rect">
            <a:avLst/>
          </a:prstGeom>
        </p:spPr>
        <p:txBody>
          <a:bodyPr spcFirstLastPara="1" wrap="square" lIns="0" tIns="0" rIns="0" bIns="0" anchor="t" anchorCtr="0">
            <a:normAutofit/>
          </a:bodyPr>
          <a:lstStyle>
            <a:lvl1pPr lvl="0" rtl="0">
              <a:lnSpc>
                <a:spcPct val="100000"/>
              </a:lnSpc>
              <a:spcBef>
                <a:spcPts val="0"/>
              </a:spcBef>
              <a:spcAft>
                <a:spcPts val="0"/>
              </a:spcAft>
              <a:buSzPts val="2000"/>
              <a:buFont typeface="IBM Plex Sans Medium"/>
              <a:buNone/>
              <a:defRPr sz="2000">
                <a:solidFill>
                  <a:schemeClr val="accent1"/>
                </a:solidFill>
                <a:latin typeface="IBM Plex Sans Medium"/>
                <a:ea typeface="IBM Plex Sans Medium"/>
                <a:cs typeface="IBM Plex Sans Medium"/>
                <a:sym typeface="IBM Plex Sans Medium"/>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236" name="Google Shape;1236;p103"/>
          <p:cNvSpPr txBox="1">
            <a:spLocks noGrp="1"/>
          </p:cNvSpPr>
          <p:nvPr>
            <p:ph type="body" idx="3"/>
          </p:nvPr>
        </p:nvSpPr>
        <p:spPr>
          <a:xfrm>
            <a:off x="467075" y="1724600"/>
            <a:ext cx="3197700" cy="3081000"/>
          </a:xfrm>
          <a:prstGeom prst="rect">
            <a:avLst/>
          </a:prstGeom>
        </p:spPr>
        <p:txBody>
          <a:bodyPr spcFirstLastPara="1" wrap="square" lIns="0" tIns="0" rIns="0" bIns="0" anchor="t" anchorCtr="0">
            <a:normAutofit/>
          </a:bodyPr>
          <a:lstStyle>
            <a:lvl1pPr marL="457200" lvl="0" indent="-330200" rtl="0">
              <a:spcBef>
                <a:spcPts val="0"/>
              </a:spcBef>
              <a:spcAft>
                <a:spcPts val="0"/>
              </a:spcAft>
              <a:buClr>
                <a:schemeClr val="lt1"/>
              </a:buClr>
              <a:buSzPts val="1600"/>
              <a:buChar char="■"/>
              <a:defRPr>
                <a:solidFill>
                  <a:schemeClr val="lt1"/>
                </a:solidFill>
              </a:defRPr>
            </a:lvl1pPr>
            <a:lvl2pPr marL="914400" lvl="1" indent="-317500" rtl="0">
              <a:spcBef>
                <a:spcPts val="0"/>
              </a:spcBef>
              <a:spcAft>
                <a:spcPts val="0"/>
              </a:spcAft>
              <a:buClr>
                <a:schemeClr val="lt1"/>
              </a:buClr>
              <a:buSzPts val="1400"/>
              <a:buChar char="■"/>
              <a:defRPr>
                <a:solidFill>
                  <a:schemeClr val="lt1"/>
                </a:solidFill>
              </a:defRPr>
            </a:lvl2pPr>
            <a:lvl3pPr marL="1371600" lvl="2" indent="-317500" rtl="0">
              <a:spcBef>
                <a:spcPts val="0"/>
              </a:spcBef>
              <a:spcAft>
                <a:spcPts val="0"/>
              </a:spcAft>
              <a:buClr>
                <a:schemeClr val="lt1"/>
              </a:buClr>
              <a:buSzPts val="1400"/>
              <a:buChar char="■"/>
              <a:defRPr>
                <a:solidFill>
                  <a:schemeClr val="lt1"/>
                </a:solidFill>
              </a:defRPr>
            </a:lvl3pPr>
            <a:lvl4pPr marL="1828800" lvl="3" indent="-317500" rtl="0">
              <a:spcBef>
                <a:spcPts val="0"/>
              </a:spcBef>
              <a:spcAft>
                <a:spcPts val="0"/>
              </a:spcAft>
              <a:buClr>
                <a:schemeClr val="lt1"/>
              </a:buClr>
              <a:buSzPts val="1400"/>
              <a:buChar char="●"/>
              <a:defRPr>
                <a:solidFill>
                  <a:schemeClr val="lt1"/>
                </a:solidFill>
              </a:defRPr>
            </a:lvl4pPr>
            <a:lvl5pPr marL="2286000" lvl="4" indent="-317500" rtl="0">
              <a:spcBef>
                <a:spcPts val="0"/>
              </a:spcBef>
              <a:spcAft>
                <a:spcPts val="0"/>
              </a:spcAft>
              <a:buClr>
                <a:schemeClr val="lt1"/>
              </a:buClr>
              <a:buSzPts val="1400"/>
              <a:buChar char="○"/>
              <a:defRPr>
                <a:solidFill>
                  <a:schemeClr val="lt1"/>
                </a:solidFill>
              </a:defRPr>
            </a:lvl5pPr>
            <a:lvl6pPr marL="2743200" lvl="5" indent="-317500" rtl="0">
              <a:spcBef>
                <a:spcPts val="0"/>
              </a:spcBef>
              <a:spcAft>
                <a:spcPts val="0"/>
              </a:spcAft>
              <a:buClr>
                <a:schemeClr val="lt1"/>
              </a:buClr>
              <a:buSzPts val="1400"/>
              <a:buChar char="■"/>
              <a:defRPr>
                <a:solidFill>
                  <a:schemeClr val="lt1"/>
                </a:solidFill>
              </a:defRPr>
            </a:lvl6pPr>
            <a:lvl7pPr marL="3200400" lvl="6" indent="-317500" rtl="0">
              <a:spcBef>
                <a:spcPts val="0"/>
              </a:spcBef>
              <a:spcAft>
                <a:spcPts val="0"/>
              </a:spcAft>
              <a:buClr>
                <a:schemeClr val="lt1"/>
              </a:buClr>
              <a:buSzPts val="1400"/>
              <a:buChar char="●"/>
              <a:defRPr>
                <a:solidFill>
                  <a:schemeClr val="lt1"/>
                </a:solidFill>
              </a:defRPr>
            </a:lvl7pPr>
            <a:lvl8pPr marL="3657600" lvl="7" indent="-317500" rtl="0">
              <a:spcBef>
                <a:spcPts val="0"/>
              </a:spcBef>
              <a:spcAft>
                <a:spcPts val="0"/>
              </a:spcAft>
              <a:buClr>
                <a:schemeClr val="lt1"/>
              </a:buClr>
              <a:buSzPts val="1400"/>
              <a:buChar char="○"/>
              <a:defRPr>
                <a:solidFill>
                  <a:schemeClr val="lt1"/>
                </a:solidFill>
              </a:defRPr>
            </a:lvl8pPr>
            <a:lvl9pPr marL="4114800" lvl="8" indent="-317500" rtl="0">
              <a:spcBef>
                <a:spcPts val="0"/>
              </a:spcBef>
              <a:spcAft>
                <a:spcPts val="0"/>
              </a:spcAft>
              <a:buClr>
                <a:schemeClr val="lt1"/>
              </a:buClr>
              <a:buSzPts val="1400"/>
              <a:buChar char="■"/>
              <a:defRPr>
                <a:solidFill>
                  <a:schemeClr val="lt1"/>
                </a:solidFill>
              </a:defRPr>
            </a:lvl9pPr>
          </a:lstStyle>
          <a:p>
            <a:endParaRPr/>
          </a:p>
        </p:txBody>
      </p:sp>
    </p:spTree>
  </p:cSld>
  <p:clrMapOvr>
    <a:masterClrMapping/>
  </p:clrMapOvr>
</p:sldLayout>
</file>

<file path=ppt/slideLayouts/slideLayout102.xml><?xml version="1.0" encoding="utf-8"?>
<p:sldLayout xmlns:a="http://schemas.openxmlformats.org/drawingml/2006/main" xmlns:r="http://schemas.openxmlformats.org/officeDocument/2006/relationships" xmlns:p="http://schemas.openxmlformats.org/presentationml/2006/main" matchingName="Content &amp; Image - Spacecraft">
  <p:cSld name="TITLE_ONLY_6">
    <p:spTree>
      <p:nvGrpSpPr>
        <p:cNvPr id="1" name="Shape 1237"/>
        <p:cNvGrpSpPr/>
        <p:nvPr/>
      </p:nvGrpSpPr>
      <p:grpSpPr>
        <a:xfrm>
          <a:off x="0" y="0"/>
          <a:ext cx="0" cy="0"/>
          <a:chOff x="0" y="0"/>
          <a:chExt cx="0" cy="0"/>
        </a:xfrm>
      </p:grpSpPr>
      <p:sp>
        <p:nvSpPr>
          <p:cNvPr id="1238" name="Google Shape;1238;p104"/>
          <p:cNvSpPr txBox="1">
            <a:spLocks noGrp="1"/>
          </p:cNvSpPr>
          <p:nvPr>
            <p:ph type="title"/>
          </p:nvPr>
        </p:nvSpPr>
        <p:spPr>
          <a:xfrm>
            <a:off x="457200" y="114300"/>
            <a:ext cx="8229600" cy="903300"/>
          </a:xfrm>
          <a:prstGeom prst="rect">
            <a:avLst/>
          </a:prstGeom>
        </p:spPr>
        <p:txBody>
          <a:bodyPr spcFirstLastPara="1" wrap="square" lIns="0" tIns="0" rIns="0" bIns="0" anchor="t" anchorCtr="0">
            <a:normAutofit/>
          </a:bodyPr>
          <a:lstStyle>
            <a:lvl1pPr lvl="0" rtl="0">
              <a:spcBef>
                <a:spcPts val="0"/>
              </a:spcBef>
              <a:spcAft>
                <a:spcPts val="0"/>
              </a:spcAft>
              <a:buSzPts val="34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pic>
        <p:nvPicPr>
          <p:cNvPr id="1239" name="Google Shape;1239;p104"/>
          <p:cNvPicPr preferRelativeResize="0"/>
          <p:nvPr/>
        </p:nvPicPr>
        <p:blipFill>
          <a:blip r:embed="rId2">
            <a:alphaModFix/>
          </a:blip>
          <a:stretch>
            <a:fillRect/>
          </a:stretch>
        </p:blipFill>
        <p:spPr>
          <a:xfrm>
            <a:off x="8544852" y="62010"/>
            <a:ext cx="599140" cy="599141"/>
          </a:xfrm>
          <a:prstGeom prst="rect">
            <a:avLst/>
          </a:prstGeom>
          <a:noFill/>
          <a:ln>
            <a:noFill/>
          </a:ln>
        </p:spPr>
      </p:pic>
      <p:sp>
        <p:nvSpPr>
          <p:cNvPr id="1240" name="Google Shape;1240;p104"/>
          <p:cNvSpPr txBox="1">
            <a:spLocks noGrp="1"/>
          </p:cNvSpPr>
          <p:nvPr>
            <p:ph type="subTitle" idx="1"/>
          </p:nvPr>
        </p:nvSpPr>
        <p:spPr>
          <a:xfrm>
            <a:off x="5489100" y="1149725"/>
            <a:ext cx="3197700" cy="450600"/>
          </a:xfrm>
          <a:prstGeom prst="rect">
            <a:avLst/>
          </a:prstGeom>
        </p:spPr>
        <p:txBody>
          <a:bodyPr spcFirstLastPara="1" wrap="square" lIns="0" tIns="0" rIns="0" bIns="0" anchor="t" anchorCtr="0">
            <a:normAutofit/>
          </a:bodyPr>
          <a:lstStyle>
            <a:lvl1pPr lvl="0" rtl="0">
              <a:lnSpc>
                <a:spcPct val="100000"/>
              </a:lnSpc>
              <a:spcBef>
                <a:spcPts val="0"/>
              </a:spcBef>
              <a:spcAft>
                <a:spcPts val="0"/>
              </a:spcAft>
              <a:buClr>
                <a:schemeClr val="accent4"/>
              </a:buClr>
              <a:buSzPts val="2000"/>
              <a:buFont typeface="IBM Plex Sans Medium"/>
              <a:buNone/>
              <a:defRPr sz="2000">
                <a:solidFill>
                  <a:schemeClr val="accent4"/>
                </a:solidFill>
                <a:latin typeface="IBM Plex Sans Medium"/>
                <a:ea typeface="IBM Plex Sans Medium"/>
                <a:cs typeface="IBM Plex Sans Medium"/>
                <a:sym typeface="IBM Plex Sans Medium"/>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241" name="Google Shape;1241;p104"/>
          <p:cNvSpPr txBox="1">
            <a:spLocks noGrp="1"/>
          </p:cNvSpPr>
          <p:nvPr>
            <p:ph type="body" idx="2"/>
          </p:nvPr>
        </p:nvSpPr>
        <p:spPr>
          <a:xfrm>
            <a:off x="5489100" y="1724600"/>
            <a:ext cx="3197700" cy="3081000"/>
          </a:xfrm>
          <a:prstGeom prst="rect">
            <a:avLst/>
          </a:prstGeom>
        </p:spPr>
        <p:txBody>
          <a:bodyPr spcFirstLastPara="1" wrap="square" lIns="0" tIns="0" rIns="0" bIns="0" anchor="t" anchorCtr="0">
            <a:normAutofit/>
          </a:bodyPr>
          <a:lstStyle>
            <a:lvl1pPr marL="457200" lvl="0" indent="-330200" rtl="0">
              <a:spcBef>
                <a:spcPts val="0"/>
              </a:spcBef>
              <a:spcAft>
                <a:spcPts val="0"/>
              </a:spcAft>
              <a:buSzPts val="1600"/>
              <a:buChar char="■"/>
              <a:defRPr/>
            </a:lvl1pPr>
            <a:lvl2pPr marL="914400" lvl="1" indent="-317500" rtl="0">
              <a:spcBef>
                <a:spcPts val="0"/>
              </a:spcBef>
              <a:spcAft>
                <a:spcPts val="0"/>
              </a:spcAft>
              <a:buSzPts val="1400"/>
              <a:buChar char="■"/>
              <a:defRPr/>
            </a:lvl2pPr>
            <a:lvl3pPr marL="1371600" lvl="2" indent="-317500" rtl="0">
              <a:spcBef>
                <a:spcPts val="0"/>
              </a:spcBef>
              <a:spcAft>
                <a:spcPts val="0"/>
              </a:spcAft>
              <a:buSzPts val="1400"/>
              <a:buChar char="■"/>
              <a:defRPr/>
            </a:lvl3pPr>
            <a:lvl4pPr marL="1828800" lvl="3" indent="-317500" rtl="0">
              <a:spcBef>
                <a:spcPts val="0"/>
              </a:spcBef>
              <a:spcAft>
                <a:spcPts val="0"/>
              </a:spcAft>
              <a:buClr>
                <a:schemeClr val="dk1"/>
              </a:buClr>
              <a:buSzPts val="1400"/>
              <a:buChar char="●"/>
              <a:defRPr/>
            </a:lvl4pPr>
            <a:lvl5pPr marL="2286000" lvl="4" indent="-317500" rtl="0">
              <a:spcBef>
                <a:spcPts val="0"/>
              </a:spcBef>
              <a:spcAft>
                <a:spcPts val="0"/>
              </a:spcAft>
              <a:buSzPts val="1400"/>
              <a:buChar char="○"/>
              <a:defRPr/>
            </a:lvl5pPr>
            <a:lvl6pPr marL="2743200" lvl="5" indent="-317500" rtl="0">
              <a:spcBef>
                <a:spcPts val="0"/>
              </a:spcBef>
              <a:spcAft>
                <a:spcPts val="0"/>
              </a:spcAft>
              <a:buSzPts val="1400"/>
              <a:buChar char="■"/>
              <a:defRPr/>
            </a:lvl6pPr>
            <a:lvl7pPr marL="3200400" lvl="6" indent="-317500" rtl="0">
              <a:spcBef>
                <a:spcPts val="0"/>
              </a:spcBef>
              <a:spcAft>
                <a:spcPts val="0"/>
              </a:spcAft>
              <a:buSzPts val="1400"/>
              <a:buChar char="●"/>
              <a:defRPr/>
            </a:lvl7pPr>
            <a:lvl8pPr marL="3657600" lvl="7" indent="-317500" rtl="0">
              <a:spcBef>
                <a:spcPts val="0"/>
              </a:spcBef>
              <a:spcAft>
                <a:spcPts val="0"/>
              </a:spcAft>
              <a:buSzPts val="1400"/>
              <a:buChar char="○"/>
              <a:defRPr/>
            </a:lvl8pPr>
            <a:lvl9pPr marL="4114800" lvl="8" indent="-317500" rtl="0">
              <a:spcBef>
                <a:spcPts val="0"/>
              </a:spcBef>
              <a:spcAft>
                <a:spcPts val="0"/>
              </a:spcAft>
              <a:buSzPts val="1400"/>
              <a:buChar char="■"/>
              <a:defRPr/>
            </a:lvl9pPr>
          </a:lstStyle>
          <a:p>
            <a:endParaRPr/>
          </a:p>
        </p:txBody>
      </p:sp>
      <p:grpSp>
        <p:nvGrpSpPr>
          <p:cNvPr id="1242" name="Google Shape;1242;p104"/>
          <p:cNvGrpSpPr/>
          <p:nvPr/>
        </p:nvGrpSpPr>
        <p:grpSpPr>
          <a:xfrm>
            <a:off x="457204" y="4169530"/>
            <a:ext cx="881054" cy="483615"/>
            <a:chOff x="5988337" y="3156400"/>
            <a:chExt cx="881054" cy="483615"/>
          </a:xfrm>
        </p:grpSpPr>
        <p:sp>
          <p:nvSpPr>
            <p:cNvPr id="1243" name="Google Shape;1243;p104"/>
            <p:cNvSpPr/>
            <p:nvPr/>
          </p:nvSpPr>
          <p:spPr>
            <a:xfrm>
              <a:off x="6779691" y="3550315"/>
              <a:ext cx="89700" cy="897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4" name="Google Shape;1244;p104"/>
            <p:cNvSpPr/>
            <p:nvPr/>
          </p:nvSpPr>
          <p:spPr>
            <a:xfrm>
              <a:off x="6779691" y="3353358"/>
              <a:ext cx="89700" cy="897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5" name="Google Shape;1245;p104"/>
            <p:cNvSpPr/>
            <p:nvPr/>
          </p:nvSpPr>
          <p:spPr>
            <a:xfrm>
              <a:off x="6779691" y="3156400"/>
              <a:ext cx="89700" cy="897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6" name="Google Shape;1246;p104"/>
            <p:cNvSpPr/>
            <p:nvPr/>
          </p:nvSpPr>
          <p:spPr>
            <a:xfrm>
              <a:off x="5988337" y="3550315"/>
              <a:ext cx="89700" cy="897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7" name="Google Shape;1247;p104"/>
            <p:cNvSpPr/>
            <p:nvPr/>
          </p:nvSpPr>
          <p:spPr>
            <a:xfrm>
              <a:off x="5988337" y="3353358"/>
              <a:ext cx="89700" cy="897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8" name="Google Shape;1248;p104"/>
            <p:cNvSpPr/>
            <p:nvPr/>
          </p:nvSpPr>
          <p:spPr>
            <a:xfrm>
              <a:off x="5988337" y="3156400"/>
              <a:ext cx="89700" cy="897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9" name="Google Shape;1249;p104"/>
            <p:cNvSpPr/>
            <p:nvPr/>
          </p:nvSpPr>
          <p:spPr>
            <a:xfrm>
              <a:off x="6186176" y="3550315"/>
              <a:ext cx="89700" cy="897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0" name="Google Shape;1250;p104"/>
            <p:cNvSpPr/>
            <p:nvPr/>
          </p:nvSpPr>
          <p:spPr>
            <a:xfrm>
              <a:off x="6186176" y="3353358"/>
              <a:ext cx="89700" cy="897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1" name="Google Shape;1251;p104"/>
            <p:cNvSpPr/>
            <p:nvPr/>
          </p:nvSpPr>
          <p:spPr>
            <a:xfrm>
              <a:off x="6186176" y="3156400"/>
              <a:ext cx="89700" cy="897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2" name="Google Shape;1252;p104"/>
            <p:cNvSpPr/>
            <p:nvPr/>
          </p:nvSpPr>
          <p:spPr>
            <a:xfrm>
              <a:off x="6384014" y="3550315"/>
              <a:ext cx="89700" cy="897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3" name="Google Shape;1253;p104"/>
            <p:cNvSpPr/>
            <p:nvPr/>
          </p:nvSpPr>
          <p:spPr>
            <a:xfrm>
              <a:off x="6384014" y="3353358"/>
              <a:ext cx="89700" cy="897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4" name="Google Shape;1254;p104"/>
            <p:cNvSpPr/>
            <p:nvPr/>
          </p:nvSpPr>
          <p:spPr>
            <a:xfrm>
              <a:off x="6384014" y="3156400"/>
              <a:ext cx="89700" cy="897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5" name="Google Shape;1255;p104"/>
            <p:cNvSpPr/>
            <p:nvPr/>
          </p:nvSpPr>
          <p:spPr>
            <a:xfrm>
              <a:off x="6581853" y="3550315"/>
              <a:ext cx="89700" cy="897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6" name="Google Shape;1256;p104"/>
            <p:cNvSpPr/>
            <p:nvPr/>
          </p:nvSpPr>
          <p:spPr>
            <a:xfrm>
              <a:off x="6581853" y="3353358"/>
              <a:ext cx="89700" cy="897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7" name="Google Shape;1257;p104"/>
            <p:cNvSpPr/>
            <p:nvPr/>
          </p:nvSpPr>
          <p:spPr>
            <a:xfrm>
              <a:off x="6581853" y="3156400"/>
              <a:ext cx="89700" cy="897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258" name="Google Shape;1258;p104"/>
          <p:cNvSpPr>
            <a:spLocks noGrp="1"/>
          </p:cNvSpPr>
          <p:nvPr>
            <p:ph type="pic" idx="3"/>
          </p:nvPr>
        </p:nvSpPr>
        <p:spPr>
          <a:xfrm>
            <a:off x="467075" y="1152475"/>
            <a:ext cx="4563900" cy="2625900"/>
          </a:xfrm>
          <a:prstGeom prst="roundRect">
            <a:avLst>
              <a:gd name="adj" fmla="val 7365"/>
            </a:avLst>
          </a:prstGeom>
          <a:noFill/>
          <a:ln>
            <a:noFill/>
          </a:ln>
        </p:spPr>
      </p:sp>
    </p:spTree>
  </p:cSld>
  <p:clrMapOvr>
    <a:masterClrMapping/>
  </p:clrMapOvr>
</p:sldLayout>
</file>

<file path=ppt/slideLayouts/slideLayout103.xml><?xml version="1.0" encoding="utf-8"?>
<p:sldLayout xmlns:a="http://schemas.openxmlformats.org/drawingml/2006/main" xmlns:r="http://schemas.openxmlformats.org/officeDocument/2006/relationships" xmlns:p="http://schemas.openxmlformats.org/presentationml/2006/main" matchingName="4 Topics &amp; Image">
  <p:cSld name="TITLE_ONLY_4">
    <p:spTree>
      <p:nvGrpSpPr>
        <p:cNvPr id="1" name="Shape 1259"/>
        <p:cNvGrpSpPr/>
        <p:nvPr/>
      </p:nvGrpSpPr>
      <p:grpSpPr>
        <a:xfrm>
          <a:off x="0" y="0"/>
          <a:ext cx="0" cy="0"/>
          <a:chOff x="0" y="0"/>
          <a:chExt cx="0" cy="0"/>
        </a:xfrm>
      </p:grpSpPr>
      <p:sp>
        <p:nvSpPr>
          <p:cNvPr id="1260" name="Google Shape;1260;p105"/>
          <p:cNvSpPr txBox="1">
            <a:spLocks noGrp="1"/>
          </p:cNvSpPr>
          <p:nvPr>
            <p:ph type="subTitle" idx="1"/>
          </p:nvPr>
        </p:nvSpPr>
        <p:spPr>
          <a:xfrm>
            <a:off x="461600" y="1137500"/>
            <a:ext cx="7962600" cy="599100"/>
          </a:xfrm>
          <a:prstGeom prst="rect">
            <a:avLst/>
          </a:prstGeom>
        </p:spPr>
        <p:txBody>
          <a:bodyPr spcFirstLastPara="1" wrap="square" lIns="0" tIns="0" rIns="0" bIns="0" anchor="t" anchorCtr="0">
            <a:normAutofit/>
          </a:bodyPr>
          <a:lstStyle>
            <a:lvl1pPr lvl="0" rtl="0">
              <a:spcBef>
                <a:spcPts val="0"/>
              </a:spcBef>
              <a:spcAft>
                <a:spcPts val="0"/>
              </a:spcAft>
              <a:buClr>
                <a:schemeClr val="accent4"/>
              </a:buClr>
              <a:buSzPts val="1500"/>
              <a:buFont typeface="IBM Plex Sans Medium"/>
              <a:buNone/>
              <a:defRPr sz="1500">
                <a:solidFill>
                  <a:schemeClr val="accent4"/>
                </a:solidFill>
                <a:latin typeface="IBM Plex Sans Medium"/>
                <a:ea typeface="IBM Plex Sans Medium"/>
                <a:cs typeface="IBM Plex Sans Medium"/>
                <a:sym typeface="IBM Plex Sans Medium"/>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261" name="Google Shape;1261;p105"/>
          <p:cNvSpPr/>
          <p:nvPr/>
        </p:nvSpPr>
        <p:spPr>
          <a:xfrm>
            <a:off x="591600" y="2013275"/>
            <a:ext cx="4149900" cy="2664300"/>
          </a:xfrm>
          <a:prstGeom prst="roundRect">
            <a:avLst>
              <a:gd name="adj" fmla="val 10160"/>
            </a:avLst>
          </a:prstGeom>
          <a:noFill/>
          <a:ln w="19050" cap="flat" cmpd="sng">
            <a:solidFill>
              <a:schemeClr val="accent1"/>
            </a:solidFill>
            <a:prstDash val="dash"/>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2" name="Google Shape;1262;p105"/>
          <p:cNvSpPr>
            <a:spLocks noGrp="1"/>
          </p:cNvSpPr>
          <p:nvPr>
            <p:ph type="pic" idx="2"/>
          </p:nvPr>
        </p:nvSpPr>
        <p:spPr>
          <a:xfrm>
            <a:off x="457200" y="1860875"/>
            <a:ext cx="4113900" cy="2664300"/>
          </a:xfrm>
          <a:prstGeom prst="roundRect">
            <a:avLst>
              <a:gd name="adj" fmla="val 10485"/>
            </a:avLst>
          </a:prstGeom>
          <a:noFill/>
          <a:ln>
            <a:noFill/>
          </a:ln>
        </p:spPr>
      </p:sp>
      <p:pic>
        <p:nvPicPr>
          <p:cNvPr id="1263" name="Google Shape;1263;p105"/>
          <p:cNvPicPr preferRelativeResize="0"/>
          <p:nvPr/>
        </p:nvPicPr>
        <p:blipFill>
          <a:blip r:embed="rId2">
            <a:alphaModFix/>
          </a:blip>
          <a:stretch>
            <a:fillRect/>
          </a:stretch>
        </p:blipFill>
        <p:spPr>
          <a:xfrm>
            <a:off x="8544852" y="62010"/>
            <a:ext cx="599140" cy="599141"/>
          </a:xfrm>
          <a:prstGeom prst="rect">
            <a:avLst/>
          </a:prstGeom>
          <a:noFill/>
          <a:ln>
            <a:noFill/>
          </a:ln>
        </p:spPr>
      </p:pic>
      <p:cxnSp>
        <p:nvCxnSpPr>
          <p:cNvPr id="1264" name="Google Shape;1264;p105"/>
          <p:cNvCxnSpPr>
            <a:endCxn id="1265" idx="0"/>
          </p:cNvCxnSpPr>
          <p:nvPr/>
        </p:nvCxnSpPr>
        <p:spPr>
          <a:xfrm flipH="1">
            <a:off x="5343848" y="2068933"/>
            <a:ext cx="5700" cy="2029800"/>
          </a:xfrm>
          <a:prstGeom prst="straightConnector1">
            <a:avLst/>
          </a:prstGeom>
          <a:noFill/>
          <a:ln w="9525" cap="flat" cmpd="sng">
            <a:solidFill>
              <a:srgbClr val="BBBCBC"/>
            </a:solidFill>
            <a:prstDash val="dash"/>
            <a:round/>
            <a:headEnd type="none" w="med" len="med"/>
            <a:tailEnd type="none" w="med" len="med"/>
          </a:ln>
        </p:spPr>
      </p:cxnSp>
      <p:sp>
        <p:nvSpPr>
          <p:cNvPr id="1266" name="Google Shape;1266;p105"/>
          <p:cNvSpPr/>
          <p:nvPr/>
        </p:nvSpPr>
        <p:spPr>
          <a:xfrm>
            <a:off x="5130523" y="1860873"/>
            <a:ext cx="426600" cy="426600"/>
          </a:xfrm>
          <a:prstGeom prst="roundRect">
            <a:avLst>
              <a:gd name="adj" fmla="val 50000"/>
            </a:avLst>
          </a:prstGeom>
          <a:solidFill>
            <a:srgbClr val="FC5D0D"/>
          </a:solidFill>
          <a:ln>
            <a:noFill/>
          </a:ln>
        </p:spPr>
        <p:txBody>
          <a:bodyPr spcFirstLastPara="1" wrap="square" lIns="57150" tIns="57150" rIns="57150" bIns="57150" anchor="ctr" anchorCtr="0">
            <a:noAutofit/>
          </a:bodyPr>
          <a:lstStyle/>
          <a:p>
            <a:pPr marL="0" lvl="0" indent="0" algn="ctr" rtl="0">
              <a:spcBef>
                <a:spcPts val="0"/>
              </a:spcBef>
              <a:spcAft>
                <a:spcPts val="0"/>
              </a:spcAft>
              <a:buNone/>
            </a:pPr>
            <a:endParaRPr sz="800" b="1">
              <a:solidFill>
                <a:srgbClr val="FFFFFF"/>
              </a:solidFill>
              <a:latin typeface="IBM Plex Sans"/>
              <a:ea typeface="IBM Plex Sans"/>
              <a:cs typeface="IBM Plex Sans"/>
              <a:sym typeface="IBM Plex Sans"/>
            </a:endParaRPr>
          </a:p>
        </p:txBody>
      </p:sp>
      <p:sp>
        <p:nvSpPr>
          <p:cNvPr id="1267" name="Google Shape;1267;p105"/>
          <p:cNvSpPr/>
          <p:nvPr/>
        </p:nvSpPr>
        <p:spPr>
          <a:xfrm>
            <a:off x="5130523" y="2589926"/>
            <a:ext cx="426600" cy="426600"/>
          </a:xfrm>
          <a:prstGeom prst="roundRect">
            <a:avLst>
              <a:gd name="adj" fmla="val 22637"/>
            </a:avLst>
          </a:prstGeom>
          <a:solidFill>
            <a:srgbClr val="26D07C"/>
          </a:solidFill>
          <a:ln>
            <a:noFill/>
          </a:ln>
        </p:spPr>
        <p:txBody>
          <a:bodyPr spcFirstLastPara="1" wrap="square" lIns="57150" tIns="57150" rIns="57150" bIns="57150" anchor="ctr" anchorCtr="0">
            <a:noAutofit/>
          </a:bodyPr>
          <a:lstStyle/>
          <a:p>
            <a:pPr marL="0" lvl="0" indent="0" algn="ctr" rtl="0">
              <a:spcBef>
                <a:spcPts val="0"/>
              </a:spcBef>
              <a:spcAft>
                <a:spcPts val="0"/>
              </a:spcAft>
              <a:buNone/>
            </a:pPr>
            <a:endParaRPr sz="800" b="1">
              <a:solidFill>
                <a:srgbClr val="FFFFFF"/>
              </a:solidFill>
              <a:latin typeface="IBM Plex Sans"/>
              <a:ea typeface="IBM Plex Sans"/>
              <a:cs typeface="IBM Plex Sans"/>
              <a:sym typeface="IBM Plex Sans"/>
            </a:endParaRPr>
          </a:p>
        </p:txBody>
      </p:sp>
      <p:sp>
        <p:nvSpPr>
          <p:cNvPr id="1268" name="Google Shape;1268;p105"/>
          <p:cNvSpPr/>
          <p:nvPr/>
        </p:nvSpPr>
        <p:spPr>
          <a:xfrm rot="-2700000">
            <a:off x="5174567" y="3389409"/>
            <a:ext cx="338563" cy="336441"/>
          </a:xfrm>
          <a:prstGeom prst="roundRect">
            <a:avLst>
              <a:gd name="adj" fmla="val 5808"/>
            </a:avLst>
          </a:prstGeom>
          <a:solidFill>
            <a:srgbClr val="0072CE"/>
          </a:solidFill>
          <a:ln>
            <a:noFill/>
          </a:ln>
        </p:spPr>
        <p:txBody>
          <a:bodyPr spcFirstLastPara="1" wrap="square" lIns="57150" tIns="57150" rIns="57150" bIns="57150" anchor="ctr" anchorCtr="0">
            <a:noAutofit/>
          </a:bodyPr>
          <a:lstStyle/>
          <a:p>
            <a:pPr marL="0" lvl="0" indent="0" algn="ctr" rtl="0">
              <a:spcBef>
                <a:spcPts val="0"/>
              </a:spcBef>
              <a:spcAft>
                <a:spcPts val="0"/>
              </a:spcAft>
              <a:buNone/>
            </a:pPr>
            <a:endParaRPr sz="800" b="1">
              <a:solidFill>
                <a:srgbClr val="FFFFFF"/>
              </a:solidFill>
              <a:latin typeface="IBM Plex Sans"/>
              <a:ea typeface="IBM Plex Sans"/>
              <a:cs typeface="IBM Plex Sans"/>
              <a:sym typeface="IBM Plex Sans"/>
            </a:endParaRPr>
          </a:p>
        </p:txBody>
      </p:sp>
      <p:sp>
        <p:nvSpPr>
          <p:cNvPr id="1265" name="Google Shape;1265;p105"/>
          <p:cNvSpPr/>
          <p:nvPr/>
        </p:nvSpPr>
        <p:spPr>
          <a:xfrm>
            <a:off x="5130548" y="4098733"/>
            <a:ext cx="426600" cy="426600"/>
          </a:xfrm>
          <a:prstGeom prst="roundRect">
            <a:avLst>
              <a:gd name="adj" fmla="val 50000"/>
            </a:avLst>
          </a:prstGeom>
          <a:solidFill>
            <a:srgbClr val="888B8D"/>
          </a:solidFill>
          <a:ln>
            <a:noFill/>
          </a:ln>
        </p:spPr>
        <p:txBody>
          <a:bodyPr spcFirstLastPara="1" wrap="square" lIns="57150" tIns="57150" rIns="57150" bIns="57150" anchor="ctr" anchorCtr="0">
            <a:noAutofit/>
          </a:bodyPr>
          <a:lstStyle/>
          <a:p>
            <a:pPr marL="0" lvl="0" indent="0" algn="ctr" rtl="0">
              <a:spcBef>
                <a:spcPts val="0"/>
              </a:spcBef>
              <a:spcAft>
                <a:spcPts val="0"/>
              </a:spcAft>
              <a:buNone/>
            </a:pPr>
            <a:endParaRPr sz="800" b="1">
              <a:solidFill>
                <a:srgbClr val="FFFFFF"/>
              </a:solidFill>
              <a:latin typeface="IBM Plex Sans"/>
              <a:ea typeface="IBM Plex Sans"/>
              <a:cs typeface="IBM Plex Sans"/>
              <a:sym typeface="IBM Plex Sans"/>
            </a:endParaRPr>
          </a:p>
        </p:txBody>
      </p:sp>
      <p:sp>
        <p:nvSpPr>
          <p:cNvPr id="1269" name="Google Shape;1269;p105"/>
          <p:cNvSpPr txBox="1">
            <a:spLocks noGrp="1"/>
          </p:cNvSpPr>
          <p:nvPr>
            <p:ph type="subTitle" idx="3"/>
          </p:nvPr>
        </p:nvSpPr>
        <p:spPr>
          <a:xfrm>
            <a:off x="5758750" y="1970975"/>
            <a:ext cx="2786100" cy="206400"/>
          </a:xfrm>
          <a:prstGeom prst="rect">
            <a:avLst/>
          </a:prstGeom>
        </p:spPr>
        <p:txBody>
          <a:bodyPr spcFirstLastPara="1" wrap="square" lIns="0" tIns="0" rIns="0" bIns="0" anchor="t" anchorCtr="0">
            <a:normAutofit/>
          </a:bodyPr>
          <a:lstStyle>
            <a:lvl1pPr lvl="0" rtl="0">
              <a:spcBef>
                <a:spcPts val="0"/>
              </a:spcBef>
              <a:spcAft>
                <a:spcPts val="0"/>
              </a:spcAft>
              <a:buSzPts val="1200"/>
              <a:buFont typeface="IBM Plex Sans Medium"/>
              <a:buNone/>
              <a:defRPr sz="1200">
                <a:latin typeface="IBM Plex Sans Medium"/>
                <a:ea typeface="IBM Plex Sans Medium"/>
                <a:cs typeface="IBM Plex Sans Medium"/>
                <a:sym typeface="IBM Plex Sans Medium"/>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270" name="Google Shape;1270;p105"/>
          <p:cNvSpPr txBox="1">
            <a:spLocks noGrp="1"/>
          </p:cNvSpPr>
          <p:nvPr>
            <p:ph type="subTitle" idx="4"/>
          </p:nvPr>
        </p:nvSpPr>
        <p:spPr>
          <a:xfrm>
            <a:off x="5758750" y="2700025"/>
            <a:ext cx="2786100" cy="206400"/>
          </a:xfrm>
          <a:prstGeom prst="rect">
            <a:avLst/>
          </a:prstGeom>
        </p:spPr>
        <p:txBody>
          <a:bodyPr spcFirstLastPara="1" wrap="square" lIns="0" tIns="0" rIns="0" bIns="0" anchor="t" anchorCtr="0">
            <a:normAutofit/>
          </a:bodyPr>
          <a:lstStyle>
            <a:lvl1pPr lvl="0" rtl="0">
              <a:spcBef>
                <a:spcPts val="0"/>
              </a:spcBef>
              <a:spcAft>
                <a:spcPts val="0"/>
              </a:spcAft>
              <a:buSzPts val="1200"/>
              <a:buFont typeface="IBM Plex Sans Medium"/>
              <a:buNone/>
              <a:defRPr sz="1200">
                <a:latin typeface="IBM Plex Sans Medium"/>
                <a:ea typeface="IBM Plex Sans Medium"/>
                <a:cs typeface="IBM Plex Sans Medium"/>
                <a:sym typeface="IBM Plex Sans Medium"/>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271" name="Google Shape;1271;p105"/>
          <p:cNvSpPr txBox="1">
            <a:spLocks noGrp="1"/>
          </p:cNvSpPr>
          <p:nvPr>
            <p:ph type="subTitle" idx="5"/>
          </p:nvPr>
        </p:nvSpPr>
        <p:spPr>
          <a:xfrm>
            <a:off x="5758750" y="3453803"/>
            <a:ext cx="2786100" cy="206400"/>
          </a:xfrm>
          <a:prstGeom prst="rect">
            <a:avLst/>
          </a:prstGeom>
        </p:spPr>
        <p:txBody>
          <a:bodyPr spcFirstLastPara="1" wrap="square" lIns="0" tIns="0" rIns="0" bIns="0" anchor="t" anchorCtr="0">
            <a:normAutofit/>
          </a:bodyPr>
          <a:lstStyle>
            <a:lvl1pPr lvl="0" rtl="0">
              <a:spcBef>
                <a:spcPts val="0"/>
              </a:spcBef>
              <a:spcAft>
                <a:spcPts val="0"/>
              </a:spcAft>
              <a:buSzPts val="1200"/>
              <a:buFont typeface="IBM Plex Sans Medium"/>
              <a:buNone/>
              <a:defRPr sz="1200">
                <a:latin typeface="IBM Plex Sans Medium"/>
                <a:ea typeface="IBM Plex Sans Medium"/>
                <a:cs typeface="IBM Plex Sans Medium"/>
                <a:sym typeface="IBM Plex Sans Medium"/>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272" name="Google Shape;1272;p105"/>
          <p:cNvSpPr txBox="1">
            <a:spLocks noGrp="1"/>
          </p:cNvSpPr>
          <p:nvPr>
            <p:ph type="subTitle" idx="6"/>
          </p:nvPr>
        </p:nvSpPr>
        <p:spPr>
          <a:xfrm>
            <a:off x="5758750" y="4224064"/>
            <a:ext cx="2786100" cy="206400"/>
          </a:xfrm>
          <a:prstGeom prst="rect">
            <a:avLst/>
          </a:prstGeom>
        </p:spPr>
        <p:txBody>
          <a:bodyPr spcFirstLastPara="1" wrap="square" lIns="0" tIns="0" rIns="0" bIns="0" anchor="t" anchorCtr="0">
            <a:normAutofit/>
          </a:bodyPr>
          <a:lstStyle>
            <a:lvl1pPr lvl="0" rtl="0">
              <a:spcBef>
                <a:spcPts val="0"/>
              </a:spcBef>
              <a:spcAft>
                <a:spcPts val="0"/>
              </a:spcAft>
              <a:buSzPts val="1200"/>
              <a:buFont typeface="IBM Plex Sans Medium"/>
              <a:buNone/>
              <a:defRPr sz="1200">
                <a:latin typeface="IBM Plex Sans Medium"/>
                <a:ea typeface="IBM Plex Sans Medium"/>
                <a:cs typeface="IBM Plex Sans Medium"/>
                <a:sym typeface="IBM Plex Sans Medium"/>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273" name="Google Shape;1273;p105"/>
          <p:cNvSpPr txBox="1">
            <a:spLocks noGrp="1"/>
          </p:cNvSpPr>
          <p:nvPr>
            <p:ph type="title"/>
          </p:nvPr>
        </p:nvSpPr>
        <p:spPr>
          <a:xfrm>
            <a:off x="457200" y="114300"/>
            <a:ext cx="8229600" cy="903300"/>
          </a:xfrm>
          <a:prstGeom prst="rect">
            <a:avLst/>
          </a:prstGeom>
        </p:spPr>
        <p:txBody>
          <a:bodyPr spcFirstLastPara="1" wrap="square" lIns="0" tIns="0" rIns="0" bIns="0" anchor="t" anchorCtr="0">
            <a:normAutofit/>
          </a:bodyPr>
          <a:lstStyle>
            <a:lvl1pPr lvl="0" rtl="0">
              <a:spcBef>
                <a:spcPts val="0"/>
              </a:spcBef>
              <a:spcAft>
                <a:spcPts val="0"/>
              </a:spcAft>
              <a:buSzPts val="34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Tree>
  </p:cSld>
  <p:clrMapOvr>
    <a:masterClrMapping/>
  </p:clrMapOvr>
</p:sldLayout>
</file>

<file path=ppt/slideLayouts/slideLayout104.xml><?xml version="1.0" encoding="utf-8"?>
<p:sldLayout xmlns:a="http://schemas.openxmlformats.org/drawingml/2006/main" xmlns:r="http://schemas.openxmlformats.org/officeDocument/2006/relationships" xmlns:p="http://schemas.openxmlformats.org/presentationml/2006/main" matchingName="Case Study - 1">
  <p:cSld name="TITLE_ONLY_7">
    <p:spTree>
      <p:nvGrpSpPr>
        <p:cNvPr id="1" name="Shape 1274"/>
        <p:cNvGrpSpPr/>
        <p:nvPr/>
      </p:nvGrpSpPr>
      <p:grpSpPr>
        <a:xfrm>
          <a:off x="0" y="0"/>
          <a:ext cx="0" cy="0"/>
          <a:chOff x="0" y="0"/>
          <a:chExt cx="0" cy="0"/>
        </a:xfrm>
      </p:grpSpPr>
      <p:sp>
        <p:nvSpPr>
          <p:cNvPr id="1275" name="Google Shape;1275;p106"/>
          <p:cNvSpPr/>
          <p:nvPr/>
        </p:nvSpPr>
        <p:spPr>
          <a:xfrm>
            <a:off x="5218738" y="2431300"/>
            <a:ext cx="4176600" cy="1023900"/>
          </a:xfrm>
          <a:prstGeom prst="roundRect">
            <a:avLst>
              <a:gd name="adj" fmla="val 24562"/>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6" name="Google Shape;1276;p106"/>
          <p:cNvSpPr/>
          <p:nvPr/>
        </p:nvSpPr>
        <p:spPr>
          <a:xfrm>
            <a:off x="5218738" y="3772475"/>
            <a:ext cx="4176600" cy="1023900"/>
          </a:xfrm>
          <a:prstGeom prst="roundRect">
            <a:avLst>
              <a:gd name="adj" fmla="val 24562"/>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7" name="Google Shape;1277;p106"/>
          <p:cNvSpPr txBox="1">
            <a:spLocks noGrp="1"/>
          </p:cNvSpPr>
          <p:nvPr>
            <p:ph type="title"/>
          </p:nvPr>
        </p:nvSpPr>
        <p:spPr>
          <a:xfrm>
            <a:off x="457200" y="114300"/>
            <a:ext cx="8229600" cy="903300"/>
          </a:xfrm>
          <a:prstGeom prst="rect">
            <a:avLst/>
          </a:prstGeom>
        </p:spPr>
        <p:txBody>
          <a:bodyPr spcFirstLastPara="1" wrap="square" lIns="0" tIns="0" rIns="0" bIns="0" anchor="t" anchorCtr="0">
            <a:normAutofit/>
          </a:bodyPr>
          <a:lstStyle>
            <a:lvl1pPr lvl="0" rtl="0">
              <a:spcBef>
                <a:spcPts val="0"/>
              </a:spcBef>
              <a:spcAft>
                <a:spcPts val="0"/>
              </a:spcAft>
              <a:buSzPts val="34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pic>
        <p:nvPicPr>
          <p:cNvPr id="1278" name="Google Shape;1278;p106"/>
          <p:cNvPicPr preferRelativeResize="0"/>
          <p:nvPr/>
        </p:nvPicPr>
        <p:blipFill>
          <a:blip r:embed="rId2">
            <a:alphaModFix/>
          </a:blip>
          <a:stretch>
            <a:fillRect/>
          </a:stretch>
        </p:blipFill>
        <p:spPr>
          <a:xfrm>
            <a:off x="8544852" y="62010"/>
            <a:ext cx="599140" cy="599141"/>
          </a:xfrm>
          <a:prstGeom prst="rect">
            <a:avLst/>
          </a:prstGeom>
          <a:noFill/>
          <a:ln>
            <a:noFill/>
          </a:ln>
        </p:spPr>
      </p:pic>
      <p:sp>
        <p:nvSpPr>
          <p:cNvPr id="1279" name="Google Shape;1279;p106"/>
          <p:cNvSpPr txBox="1">
            <a:spLocks noGrp="1"/>
          </p:cNvSpPr>
          <p:nvPr>
            <p:ph type="subTitle" idx="1"/>
          </p:nvPr>
        </p:nvSpPr>
        <p:spPr>
          <a:xfrm>
            <a:off x="476075" y="1158725"/>
            <a:ext cx="3862500" cy="441600"/>
          </a:xfrm>
          <a:prstGeom prst="rect">
            <a:avLst/>
          </a:prstGeom>
        </p:spPr>
        <p:txBody>
          <a:bodyPr spcFirstLastPara="1" wrap="square" lIns="0" tIns="0" rIns="0" bIns="0" anchor="t" anchorCtr="0">
            <a:normAutofit/>
          </a:bodyPr>
          <a:lstStyle>
            <a:lvl1pPr lvl="0" rtl="0">
              <a:lnSpc>
                <a:spcPct val="100000"/>
              </a:lnSpc>
              <a:spcBef>
                <a:spcPts val="0"/>
              </a:spcBef>
              <a:spcAft>
                <a:spcPts val="0"/>
              </a:spcAft>
              <a:buSzPts val="2000"/>
              <a:buFont typeface="IBM Plex Sans Medium"/>
              <a:buNone/>
              <a:defRPr sz="2000">
                <a:solidFill>
                  <a:schemeClr val="accent1"/>
                </a:solidFill>
                <a:latin typeface="IBM Plex Sans Medium"/>
                <a:ea typeface="IBM Plex Sans Medium"/>
                <a:cs typeface="IBM Plex Sans Medium"/>
                <a:sym typeface="IBM Plex Sans Medium"/>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1280" name="Google Shape;1280;p106"/>
          <p:cNvSpPr txBox="1">
            <a:spLocks noGrp="1"/>
          </p:cNvSpPr>
          <p:nvPr>
            <p:ph type="body" idx="2"/>
          </p:nvPr>
        </p:nvSpPr>
        <p:spPr>
          <a:xfrm>
            <a:off x="476075" y="1724600"/>
            <a:ext cx="3862500" cy="3090000"/>
          </a:xfrm>
          <a:prstGeom prst="rect">
            <a:avLst/>
          </a:prstGeom>
        </p:spPr>
        <p:txBody>
          <a:bodyPr spcFirstLastPara="1" wrap="square" lIns="0" tIns="0" rIns="0" bIns="0" anchor="t" anchorCtr="0">
            <a:normAutofit/>
          </a:bodyPr>
          <a:lstStyle>
            <a:lvl1pPr marL="457200" lvl="0" indent="-330200" rtl="0">
              <a:spcBef>
                <a:spcPts val="0"/>
              </a:spcBef>
              <a:spcAft>
                <a:spcPts val="0"/>
              </a:spcAft>
              <a:buSzPts val="1600"/>
              <a:buChar char="■"/>
              <a:defRPr/>
            </a:lvl1pPr>
            <a:lvl2pPr marL="914400" lvl="1" indent="-317500" rtl="0">
              <a:spcBef>
                <a:spcPts val="0"/>
              </a:spcBef>
              <a:spcAft>
                <a:spcPts val="0"/>
              </a:spcAft>
              <a:buSzPts val="1400"/>
              <a:buChar char="■"/>
              <a:defRPr/>
            </a:lvl2pPr>
            <a:lvl3pPr marL="1371600" lvl="2" indent="-317500" rtl="0">
              <a:spcBef>
                <a:spcPts val="0"/>
              </a:spcBef>
              <a:spcAft>
                <a:spcPts val="0"/>
              </a:spcAft>
              <a:buSzPts val="1400"/>
              <a:buChar char="■"/>
              <a:defRPr/>
            </a:lvl3pPr>
            <a:lvl4pPr marL="1828800" lvl="3" indent="-317500" rtl="0">
              <a:spcBef>
                <a:spcPts val="0"/>
              </a:spcBef>
              <a:spcAft>
                <a:spcPts val="0"/>
              </a:spcAft>
              <a:buSzPts val="1400"/>
              <a:buChar char="●"/>
              <a:defRPr/>
            </a:lvl4pPr>
            <a:lvl5pPr marL="2286000" lvl="4" indent="-317500" rtl="0">
              <a:spcBef>
                <a:spcPts val="0"/>
              </a:spcBef>
              <a:spcAft>
                <a:spcPts val="0"/>
              </a:spcAft>
              <a:buSzPts val="1400"/>
              <a:buChar char="○"/>
              <a:defRPr/>
            </a:lvl5pPr>
            <a:lvl6pPr marL="2743200" lvl="5" indent="-317500" rtl="0">
              <a:spcBef>
                <a:spcPts val="0"/>
              </a:spcBef>
              <a:spcAft>
                <a:spcPts val="0"/>
              </a:spcAft>
              <a:buSzPts val="1400"/>
              <a:buChar char="■"/>
              <a:defRPr/>
            </a:lvl6pPr>
            <a:lvl7pPr marL="3200400" lvl="6" indent="-317500" rtl="0">
              <a:spcBef>
                <a:spcPts val="0"/>
              </a:spcBef>
              <a:spcAft>
                <a:spcPts val="0"/>
              </a:spcAft>
              <a:buSzPts val="1400"/>
              <a:buChar char="●"/>
              <a:defRPr/>
            </a:lvl7pPr>
            <a:lvl8pPr marL="3657600" lvl="7" indent="-317500" rtl="0">
              <a:spcBef>
                <a:spcPts val="0"/>
              </a:spcBef>
              <a:spcAft>
                <a:spcPts val="0"/>
              </a:spcAft>
              <a:buSzPts val="1400"/>
              <a:buChar char="○"/>
              <a:defRPr/>
            </a:lvl8pPr>
            <a:lvl9pPr marL="4114800" lvl="8" indent="-317500" rtl="0">
              <a:spcBef>
                <a:spcPts val="0"/>
              </a:spcBef>
              <a:spcAft>
                <a:spcPts val="0"/>
              </a:spcAft>
              <a:buSzPts val="1400"/>
              <a:buChar char="■"/>
              <a:defRPr/>
            </a:lvl9pPr>
          </a:lstStyle>
          <a:p>
            <a:endParaRPr/>
          </a:p>
        </p:txBody>
      </p:sp>
      <p:sp>
        <p:nvSpPr>
          <p:cNvPr id="1281" name="Google Shape;1281;p106"/>
          <p:cNvSpPr/>
          <p:nvPr/>
        </p:nvSpPr>
        <p:spPr>
          <a:xfrm>
            <a:off x="5218738" y="1176675"/>
            <a:ext cx="4176600" cy="1023900"/>
          </a:xfrm>
          <a:prstGeom prst="roundRect">
            <a:avLst>
              <a:gd name="adj" fmla="val 24562"/>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2" name="Google Shape;1282;p106"/>
          <p:cNvSpPr/>
          <p:nvPr/>
        </p:nvSpPr>
        <p:spPr>
          <a:xfrm>
            <a:off x="4853798" y="1268027"/>
            <a:ext cx="758400" cy="758400"/>
          </a:xfrm>
          <a:prstGeom prst="roundRect">
            <a:avLst>
              <a:gd name="adj" fmla="val 50000"/>
            </a:avLst>
          </a:prstGeom>
          <a:solidFill>
            <a:srgbClr val="FC5D0D"/>
          </a:solidFill>
          <a:ln>
            <a:noFill/>
          </a:ln>
        </p:spPr>
        <p:txBody>
          <a:bodyPr spcFirstLastPara="1" wrap="square" lIns="57150" tIns="57150" rIns="57150" bIns="57150" anchor="ctr" anchorCtr="0">
            <a:noAutofit/>
          </a:bodyPr>
          <a:lstStyle/>
          <a:p>
            <a:pPr marL="0" lvl="0" indent="0" algn="ctr" rtl="0">
              <a:spcBef>
                <a:spcPts val="0"/>
              </a:spcBef>
              <a:spcAft>
                <a:spcPts val="0"/>
              </a:spcAft>
              <a:buNone/>
            </a:pPr>
            <a:endParaRPr sz="800" b="1">
              <a:solidFill>
                <a:srgbClr val="FFFFFF"/>
              </a:solidFill>
              <a:latin typeface="IBM Plex Sans"/>
              <a:ea typeface="IBM Plex Sans"/>
              <a:cs typeface="IBM Plex Sans"/>
              <a:sym typeface="IBM Plex Sans"/>
            </a:endParaRPr>
          </a:p>
        </p:txBody>
      </p:sp>
      <p:sp>
        <p:nvSpPr>
          <p:cNvPr id="1283" name="Google Shape;1283;p106"/>
          <p:cNvSpPr/>
          <p:nvPr/>
        </p:nvSpPr>
        <p:spPr>
          <a:xfrm>
            <a:off x="4853798" y="2564104"/>
            <a:ext cx="758400" cy="758400"/>
          </a:xfrm>
          <a:prstGeom prst="roundRect">
            <a:avLst>
              <a:gd name="adj" fmla="val 22637"/>
            </a:avLst>
          </a:prstGeom>
          <a:solidFill>
            <a:srgbClr val="26D07C"/>
          </a:solidFill>
          <a:ln>
            <a:noFill/>
          </a:ln>
        </p:spPr>
        <p:txBody>
          <a:bodyPr spcFirstLastPara="1" wrap="square" lIns="57150" tIns="57150" rIns="57150" bIns="57150" anchor="ctr" anchorCtr="0">
            <a:noAutofit/>
          </a:bodyPr>
          <a:lstStyle/>
          <a:p>
            <a:pPr marL="0" lvl="0" indent="0" algn="ctr" rtl="0">
              <a:spcBef>
                <a:spcPts val="0"/>
              </a:spcBef>
              <a:spcAft>
                <a:spcPts val="0"/>
              </a:spcAft>
              <a:buNone/>
            </a:pPr>
            <a:endParaRPr sz="800" b="1">
              <a:solidFill>
                <a:srgbClr val="FFFFFF"/>
              </a:solidFill>
              <a:latin typeface="IBM Plex Sans"/>
              <a:ea typeface="IBM Plex Sans"/>
              <a:cs typeface="IBM Plex Sans"/>
              <a:sym typeface="IBM Plex Sans"/>
            </a:endParaRPr>
          </a:p>
        </p:txBody>
      </p:sp>
      <p:sp>
        <p:nvSpPr>
          <p:cNvPr id="1284" name="Google Shape;1284;p106"/>
          <p:cNvSpPr/>
          <p:nvPr/>
        </p:nvSpPr>
        <p:spPr>
          <a:xfrm rot="-2700000">
            <a:off x="4932111" y="3985320"/>
            <a:ext cx="602031" cy="598212"/>
          </a:xfrm>
          <a:prstGeom prst="roundRect">
            <a:avLst>
              <a:gd name="adj" fmla="val 5808"/>
            </a:avLst>
          </a:prstGeom>
          <a:solidFill>
            <a:schemeClr val="accent3"/>
          </a:solidFill>
          <a:ln>
            <a:noFill/>
          </a:ln>
        </p:spPr>
        <p:txBody>
          <a:bodyPr spcFirstLastPara="1" wrap="square" lIns="57150" tIns="57150" rIns="57150" bIns="57150" anchor="ctr" anchorCtr="0">
            <a:noAutofit/>
          </a:bodyPr>
          <a:lstStyle/>
          <a:p>
            <a:pPr marL="0" lvl="0" indent="0" algn="ctr" rtl="0">
              <a:spcBef>
                <a:spcPts val="0"/>
              </a:spcBef>
              <a:spcAft>
                <a:spcPts val="0"/>
              </a:spcAft>
              <a:buNone/>
            </a:pPr>
            <a:endParaRPr sz="800" b="1">
              <a:solidFill>
                <a:srgbClr val="FFFFFF"/>
              </a:solidFill>
              <a:latin typeface="IBM Plex Sans"/>
              <a:ea typeface="IBM Plex Sans"/>
              <a:cs typeface="IBM Plex Sans"/>
              <a:sym typeface="IBM Plex Sans"/>
            </a:endParaRPr>
          </a:p>
        </p:txBody>
      </p:sp>
      <p:sp>
        <p:nvSpPr>
          <p:cNvPr id="1285" name="Google Shape;1285;p106"/>
          <p:cNvSpPr txBox="1">
            <a:spLocks noGrp="1"/>
          </p:cNvSpPr>
          <p:nvPr>
            <p:ph type="subTitle" idx="3"/>
          </p:nvPr>
        </p:nvSpPr>
        <p:spPr>
          <a:xfrm>
            <a:off x="5802575" y="1268025"/>
            <a:ext cx="2884200" cy="332100"/>
          </a:xfrm>
          <a:prstGeom prst="rect">
            <a:avLst/>
          </a:prstGeom>
        </p:spPr>
        <p:txBody>
          <a:bodyPr spcFirstLastPara="1" wrap="square" lIns="0" tIns="0" rIns="0" bIns="0" anchor="t" anchorCtr="0">
            <a:normAutofit/>
          </a:bodyPr>
          <a:lstStyle>
            <a:lvl1pPr lvl="0" rtl="0">
              <a:lnSpc>
                <a:spcPct val="100000"/>
              </a:lnSpc>
              <a:spcBef>
                <a:spcPts val="0"/>
              </a:spcBef>
              <a:spcAft>
                <a:spcPts val="0"/>
              </a:spcAft>
              <a:buSzPts val="1600"/>
              <a:buNone/>
              <a:defRPr sz="1600" b="1">
                <a:solidFill>
                  <a:schemeClr val="accent1"/>
                </a:solidFill>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1286" name="Google Shape;1286;p106"/>
          <p:cNvSpPr txBox="1">
            <a:spLocks noGrp="1"/>
          </p:cNvSpPr>
          <p:nvPr>
            <p:ph type="body" idx="4"/>
          </p:nvPr>
        </p:nvSpPr>
        <p:spPr>
          <a:xfrm>
            <a:off x="5802575" y="1600325"/>
            <a:ext cx="2884200" cy="513600"/>
          </a:xfrm>
          <a:prstGeom prst="rect">
            <a:avLst/>
          </a:prstGeom>
        </p:spPr>
        <p:txBody>
          <a:bodyPr spcFirstLastPara="1" wrap="square" lIns="0" tIns="0" rIns="0" bIns="0" anchor="t" anchorCtr="0">
            <a:normAutofit/>
          </a:bodyPr>
          <a:lstStyle>
            <a:lvl1pPr marL="457200" lvl="0" indent="-304800" rtl="0">
              <a:spcBef>
                <a:spcPts val="0"/>
              </a:spcBef>
              <a:spcAft>
                <a:spcPts val="0"/>
              </a:spcAft>
              <a:buClr>
                <a:schemeClr val="lt1"/>
              </a:buClr>
              <a:buSzPts val="1200"/>
              <a:buChar char="■"/>
              <a:defRPr sz="1200">
                <a:solidFill>
                  <a:schemeClr val="lt1"/>
                </a:solidFill>
              </a:defRPr>
            </a:lvl1pPr>
            <a:lvl2pPr marL="914400" lvl="1" indent="-304800" rtl="0">
              <a:spcBef>
                <a:spcPts val="0"/>
              </a:spcBef>
              <a:spcAft>
                <a:spcPts val="0"/>
              </a:spcAft>
              <a:buClr>
                <a:schemeClr val="lt1"/>
              </a:buClr>
              <a:buSzPts val="1200"/>
              <a:buChar char="■"/>
              <a:defRPr sz="1200">
                <a:solidFill>
                  <a:schemeClr val="lt1"/>
                </a:solidFill>
              </a:defRPr>
            </a:lvl2pPr>
            <a:lvl3pPr marL="1371600" lvl="2" indent="-304800" rtl="0">
              <a:spcBef>
                <a:spcPts val="0"/>
              </a:spcBef>
              <a:spcAft>
                <a:spcPts val="0"/>
              </a:spcAft>
              <a:buClr>
                <a:schemeClr val="lt1"/>
              </a:buClr>
              <a:buSzPts val="1200"/>
              <a:buChar char="■"/>
              <a:defRPr sz="1200">
                <a:solidFill>
                  <a:schemeClr val="lt1"/>
                </a:solidFill>
              </a:defRPr>
            </a:lvl3pPr>
            <a:lvl4pPr marL="1828800" lvl="3" indent="-304800" rtl="0">
              <a:spcBef>
                <a:spcPts val="0"/>
              </a:spcBef>
              <a:spcAft>
                <a:spcPts val="0"/>
              </a:spcAft>
              <a:buClr>
                <a:schemeClr val="lt1"/>
              </a:buClr>
              <a:buSzPts val="1200"/>
              <a:buChar char="●"/>
              <a:defRPr sz="1200">
                <a:solidFill>
                  <a:schemeClr val="lt1"/>
                </a:solidFill>
              </a:defRPr>
            </a:lvl4pPr>
            <a:lvl5pPr marL="2286000" lvl="4" indent="-304800" rtl="0">
              <a:spcBef>
                <a:spcPts val="0"/>
              </a:spcBef>
              <a:spcAft>
                <a:spcPts val="0"/>
              </a:spcAft>
              <a:buClr>
                <a:schemeClr val="lt1"/>
              </a:buClr>
              <a:buSzPts val="1200"/>
              <a:buChar char="○"/>
              <a:defRPr sz="1200">
                <a:solidFill>
                  <a:schemeClr val="lt1"/>
                </a:solidFill>
              </a:defRPr>
            </a:lvl5pPr>
            <a:lvl6pPr marL="2743200" lvl="5" indent="-304800" rtl="0">
              <a:spcBef>
                <a:spcPts val="0"/>
              </a:spcBef>
              <a:spcAft>
                <a:spcPts val="0"/>
              </a:spcAft>
              <a:buClr>
                <a:schemeClr val="lt1"/>
              </a:buClr>
              <a:buSzPts val="1200"/>
              <a:buChar char="■"/>
              <a:defRPr sz="1200">
                <a:solidFill>
                  <a:schemeClr val="lt1"/>
                </a:solidFill>
              </a:defRPr>
            </a:lvl6pPr>
            <a:lvl7pPr marL="3200400" lvl="6" indent="-304800" rtl="0">
              <a:spcBef>
                <a:spcPts val="0"/>
              </a:spcBef>
              <a:spcAft>
                <a:spcPts val="0"/>
              </a:spcAft>
              <a:buClr>
                <a:schemeClr val="lt1"/>
              </a:buClr>
              <a:buSzPts val="1200"/>
              <a:buChar char="●"/>
              <a:defRPr sz="1200">
                <a:solidFill>
                  <a:schemeClr val="lt1"/>
                </a:solidFill>
              </a:defRPr>
            </a:lvl7pPr>
            <a:lvl8pPr marL="3657600" lvl="7" indent="-304800" rtl="0">
              <a:spcBef>
                <a:spcPts val="0"/>
              </a:spcBef>
              <a:spcAft>
                <a:spcPts val="0"/>
              </a:spcAft>
              <a:buClr>
                <a:schemeClr val="lt1"/>
              </a:buClr>
              <a:buSzPts val="1200"/>
              <a:buChar char="○"/>
              <a:defRPr sz="1200">
                <a:solidFill>
                  <a:schemeClr val="lt1"/>
                </a:solidFill>
              </a:defRPr>
            </a:lvl8pPr>
            <a:lvl9pPr marL="4114800" lvl="8" indent="-304800" rtl="0">
              <a:spcBef>
                <a:spcPts val="0"/>
              </a:spcBef>
              <a:spcAft>
                <a:spcPts val="0"/>
              </a:spcAft>
              <a:buClr>
                <a:schemeClr val="lt1"/>
              </a:buClr>
              <a:buSzPts val="1200"/>
              <a:buChar char="■"/>
              <a:defRPr sz="1200">
                <a:solidFill>
                  <a:schemeClr val="lt1"/>
                </a:solidFill>
              </a:defRPr>
            </a:lvl9pPr>
          </a:lstStyle>
          <a:p>
            <a:endParaRPr/>
          </a:p>
        </p:txBody>
      </p:sp>
      <p:sp>
        <p:nvSpPr>
          <p:cNvPr id="1287" name="Google Shape;1287;p106"/>
          <p:cNvSpPr txBox="1">
            <a:spLocks noGrp="1"/>
          </p:cNvSpPr>
          <p:nvPr>
            <p:ph type="subTitle" idx="5"/>
          </p:nvPr>
        </p:nvSpPr>
        <p:spPr>
          <a:xfrm>
            <a:off x="5802575" y="2520250"/>
            <a:ext cx="2884200" cy="332100"/>
          </a:xfrm>
          <a:prstGeom prst="rect">
            <a:avLst/>
          </a:prstGeom>
        </p:spPr>
        <p:txBody>
          <a:bodyPr spcFirstLastPara="1" wrap="square" lIns="0" tIns="0" rIns="0" bIns="0" anchor="t" anchorCtr="0">
            <a:normAutofit/>
          </a:bodyPr>
          <a:lstStyle>
            <a:lvl1pPr lvl="0" rtl="0">
              <a:lnSpc>
                <a:spcPct val="100000"/>
              </a:lnSpc>
              <a:spcBef>
                <a:spcPts val="0"/>
              </a:spcBef>
              <a:spcAft>
                <a:spcPts val="0"/>
              </a:spcAft>
              <a:buClr>
                <a:schemeClr val="accent2"/>
              </a:buClr>
              <a:buSzPts val="1600"/>
              <a:buNone/>
              <a:defRPr sz="1600" b="1">
                <a:solidFill>
                  <a:schemeClr val="accent2"/>
                </a:solidFill>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1288" name="Google Shape;1288;p106"/>
          <p:cNvSpPr txBox="1">
            <a:spLocks noGrp="1"/>
          </p:cNvSpPr>
          <p:nvPr>
            <p:ph type="body" idx="6"/>
          </p:nvPr>
        </p:nvSpPr>
        <p:spPr>
          <a:xfrm>
            <a:off x="5802575" y="2852550"/>
            <a:ext cx="2884200" cy="513600"/>
          </a:xfrm>
          <a:prstGeom prst="rect">
            <a:avLst/>
          </a:prstGeom>
        </p:spPr>
        <p:txBody>
          <a:bodyPr spcFirstLastPara="1" wrap="square" lIns="0" tIns="0" rIns="0" bIns="0" anchor="t" anchorCtr="0">
            <a:normAutofit/>
          </a:bodyPr>
          <a:lstStyle>
            <a:lvl1pPr marL="457200" lvl="0" indent="-304800" rtl="0">
              <a:spcBef>
                <a:spcPts val="0"/>
              </a:spcBef>
              <a:spcAft>
                <a:spcPts val="0"/>
              </a:spcAft>
              <a:buClr>
                <a:schemeClr val="lt1"/>
              </a:buClr>
              <a:buSzPts val="1200"/>
              <a:buChar char="■"/>
              <a:defRPr sz="1200">
                <a:solidFill>
                  <a:schemeClr val="lt1"/>
                </a:solidFill>
              </a:defRPr>
            </a:lvl1pPr>
            <a:lvl2pPr marL="914400" lvl="1" indent="-304800" rtl="0">
              <a:spcBef>
                <a:spcPts val="0"/>
              </a:spcBef>
              <a:spcAft>
                <a:spcPts val="0"/>
              </a:spcAft>
              <a:buClr>
                <a:schemeClr val="lt1"/>
              </a:buClr>
              <a:buSzPts val="1200"/>
              <a:buChar char="■"/>
              <a:defRPr sz="1200">
                <a:solidFill>
                  <a:schemeClr val="lt1"/>
                </a:solidFill>
              </a:defRPr>
            </a:lvl2pPr>
            <a:lvl3pPr marL="1371600" lvl="2" indent="-304800" rtl="0">
              <a:spcBef>
                <a:spcPts val="0"/>
              </a:spcBef>
              <a:spcAft>
                <a:spcPts val="0"/>
              </a:spcAft>
              <a:buClr>
                <a:schemeClr val="lt1"/>
              </a:buClr>
              <a:buSzPts val="1200"/>
              <a:buChar char="■"/>
              <a:defRPr sz="1200">
                <a:solidFill>
                  <a:schemeClr val="lt1"/>
                </a:solidFill>
              </a:defRPr>
            </a:lvl3pPr>
            <a:lvl4pPr marL="1828800" lvl="3" indent="-304800" rtl="0">
              <a:spcBef>
                <a:spcPts val="0"/>
              </a:spcBef>
              <a:spcAft>
                <a:spcPts val="0"/>
              </a:spcAft>
              <a:buClr>
                <a:schemeClr val="lt1"/>
              </a:buClr>
              <a:buSzPts val="1200"/>
              <a:buChar char="●"/>
              <a:defRPr sz="1200">
                <a:solidFill>
                  <a:schemeClr val="lt1"/>
                </a:solidFill>
              </a:defRPr>
            </a:lvl4pPr>
            <a:lvl5pPr marL="2286000" lvl="4" indent="-304800" rtl="0">
              <a:spcBef>
                <a:spcPts val="0"/>
              </a:spcBef>
              <a:spcAft>
                <a:spcPts val="0"/>
              </a:spcAft>
              <a:buClr>
                <a:schemeClr val="lt1"/>
              </a:buClr>
              <a:buSzPts val="1200"/>
              <a:buChar char="○"/>
              <a:defRPr sz="1200">
                <a:solidFill>
                  <a:schemeClr val="lt1"/>
                </a:solidFill>
              </a:defRPr>
            </a:lvl5pPr>
            <a:lvl6pPr marL="2743200" lvl="5" indent="-304800" rtl="0">
              <a:spcBef>
                <a:spcPts val="0"/>
              </a:spcBef>
              <a:spcAft>
                <a:spcPts val="0"/>
              </a:spcAft>
              <a:buClr>
                <a:schemeClr val="lt1"/>
              </a:buClr>
              <a:buSzPts val="1200"/>
              <a:buChar char="■"/>
              <a:defRPr sz="1200">
                <a:solidFill>
                  <a:schemeClr val="lt1"/>
                </a:solidFill>
              </a:defRPr>
            </a:lvl6pPr>
            <a:lvl7pPr marL="3200400" lvl="6" indent="-304800" rtl="0">
              <a:spcBef>
                <a:spcPts val="0"/>
              </a:spcBef>
              <a:spcAft>
                <a:spcPts val="0"/>
              </a:spcAft>
              <a:buClr>
                <a:schemeClr val="lt1"/>
              </a:buClr>
              <a:buSzPts val="1200"/>
              <a:buChar char="●"/>
              <a:defRPr sz="1200">
                <a:solidFill>
                  <a:schemeClr val="lt1"/>
                </a:solidFill>
              </a:defRPr>
            </a:lvl7pPr>
            <a:lvl8pPr marL="3657600" lvl="7" indent="-304800" rtl="0">
              <a:spcBef>
                <a:spcPts val="0"/>
              </a:spcBef>
              <a:spcAft>
                <a:spcPts val="0"/>
              </a:spcAft>
              <a:buClr>
                <a:schemeClr val="lt1"/>
              </a:buClr>
              <a:buSzPts val="1200"/>
              <a:buChar char="○"/>
              <a:defRPr sz="1200">
                <a:solidFill>
                  <a:schemeClr val="lt1"/>
                </a:solidFill>
              </a:defRPr>
            </a:lvl8pPr>
            <a:lvl9pPr marL="4114800" lvl="8" indent="-304800" rtl="0">
              <a:spcBef>
                <a:spcPts val="0"/>
              </a:spcBef>
              <a:spcAft>
                <a:spcPts val="0"/>
              </a:spcAft>
              <a:buClr>
                <a:schemeClr val="lt1"/>
              </a:buClr>
              <a:buSzPts val="1200"/>
              <a:buChar char="■"/>
              <a:defRPr sz="1200">
                <a:solidFill>
                  <a:schemeClr val="lt1"/>
                </a:solidFill>
              </a:defRPr>
            </a:lvl9pPr>
          </a:lstStyle>
          <a:p>
            <a:endParaRPr/>
          </a:p>
        </p:txBody>
      </p:sp>
      <p:sp>
        <p:nvSpPr>
          <p:cNvPr id="1289" name="Google Shape;1289;p106"/>
          <p:cNvSpPr txBox="1">
            <a:spLocks noGrp="1"/>
          </p:cNvSpPr>
          <p:nvPr>
            <p:ph type="subTitle" idx="7"/>
          </p:nvPr>
        </p:nvSpPr>
        <p:spPr>
          <a:xfrm>
            <a:off x="5802575" y="3861475"/>
            <a:ext cx="2884200" cy="332100"/>
          </a:xfrm>
          <a:prstGeom prst="rect">
            <a:avLst/>
          </a:prstGeom>
        </p:spPr>
        <p:txBody>
          <a:bodyPr spcFirstLastPara="1" wrap="square" lIns="0" tIns="0" rIns="0" bIns="0" anchor="t" anchorCtr="0">
            <a:normAutofit/>
          </a:bodyPr>
          <a:lstStyle>
            <a:lvl1pPr lvl="0" rtl="0">
              <a:lnSpc>
                <a:spcPct val="100000"/>
              </a:lnSpc>
              <a:spcBef>
                <a:spcPts val="0"/>
              </a:spcBef>
              <a:spcAft>
                <a:spcPts val="0"/>
              </a:spcAft>
              <a:buClr>
                <a:schemeClr val="accent3"/>
              </a:buClr>
              <a:buSzPts val="1600"/>
              <a:buNone/>
              <a:defRPr sz="1600" b="1">
                <a:solidFill>
                  <a:schemeClr val="accent3"/>
                </a:solidFill>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1290" name="Google Shape;1290;p106"/>
          <p:cNvSpPr txBox="1">
            <a:spLocks noGrp="1"/>
          </p:cNvSpPr>
          <p:nvPr>
            <p:ph type="body" idx="8"/>
          </p:nvPr>
        </p:nvSpPr>
        <p:spPr>
          <a:xfrm>
            <a:off x="5802575" y="4193775"/>
            <a:ext cx="2884200" cy="513600"/>
          </a:xfrm>
          <a:prstGeom prst="rect">
            <a:avLst/>
          </a:prstGeom>
        </p:spPr>
        <p:txBody>
          <a:bodyPr spcFirstLastPara="1" wrap="square" lIns="0" tIns="0" rIns="0" bIns="0" anchor="t" anchorCtr="0">
            <a:normAutofit/>
          </a:bodyPr>
          <a:lstStyle>
            <a:lvl1pPr marL="457200" lvl="0" indent="-304800" rtl="0">
              <a:spcBef>
                <a:spcPts val="0"/>
              </a:spcBef>
              <a:spcAft>
                <a:spcPts val="0"/>
              </a:spcAft>
              <a:buClr>
                <a:schemeClr val="lt1"/>
              </a:buClr>
              <a:buSzPts val="1200"/>
              <a:buChar char="■"/>
              <a:defRPr sz="1200">
                <a:solidFill>
                  <a:schemeClr val="lt1"/>
                </a:solidFill>
              </a:defRPr>
            </a:lvl1pPr>
            <a:lvl2pPr marL="914400" lvl="1" indent="-304800" rtl="0">
              <a:spcBef>
                <a:spcPts val="0"/>
              </a:spcBef>
              <a:spcAft>
                <a:spcPts val="0"/>
              </a:spcAft>
              <a:buClr>
                <a:schemeClr val="lt1"/>
              </a:buClr>
              <a:buSzPts val="1200"/>
              <a:buChar char="■"/>
              <a:defRPr sz="1200">
                <a:solidFill>
                  <a:schemeClr val="lt1"/>
                </a:solidFill>
              </a:defRPr>
            </a:lvl2pPr>
            <a:lvl3pPr marL="1371600" lvl="2" indent="-304800" rtl="0">
              <a:spcBef>
                <a:spcPts val="0"/>
              </a:spcBef>
              <a:spcAft>
                <a:spcPts val="0"/>
              </a:spcAft>
              <a:buClr>
                <a:schemeClr val="lt1"/>
              </a:buClr>
              <a:buSzPts val="1200"/>
              <a:buChar char="■"/>
              <a:defRPr sz="1200">
                <a:solidFill>
                  <a:schemeClr val="lt1"/>
                </a:solidFill>
              </a:defRPr>
            </a:lvl3pPr>
            <a:lvl4pPr marL="1828800" lvl="3" indent="-304800" rtl="0">
              <a:spcBef>
                <a:spcPts val="0"/>
              </a:spcBef>
              <a:spcAft>
                <a:spcPts val="0"/>
              </a:spcAft>
              <a:buClr>
                <a:schemeClr val="lt1"/>
              </a:buClr>
              <a:buSzPts val="1200"/>
              <a:buChar char="●"/>
              <a:defRPr sz="1200">
                <a:solidFill>
                  <a:schemeClr val="lt1"/>
                </a:solidFill>
              </a:defRPr>
            </a:lvl4pPr>
            <a:lvl5pPr marL="2286000" lvl="4" indent="-304800" rtl="0">
              <a:spcBef>
                <a:spcPts val="0"/>
              </a:spcBef>
              <a:spcAft>
                <a:spcPts val="0"/>
              </a:spcAft>
              <a:buClr>
                <a:schemeClr val="lt1"/>
              </a:buClr>
              <a:buSzPts val="1200"/>
              <a:buChar char="○"/>
              <a:defRPr sz="1200">
                <a:solidFill>
                  <a:schemeClr val="lt1"/>
                </a:solidFill>
              </a:defRPr>
            </a:lvl5pPr>
            <a:lvl6pPr marL="2743200" lvl="5" indent="-304800" rtl="0">
              <a:spcBef>
                <a:spcPts val="0"/>
              </a:spcBef>
              <a:spcAft>
                <a:spcPts val="0"/>
              </a:spcAft>
              <a:buClr>
                <a:schemeClr val="lt1"/>
              </a:buClr>
              <a:buSzPts val="1200"/>
              <a:buChar char="■"/>
              <a:defRPr sz="1200">
                <a:solidFill>
                  <a:schemeClr val="lt1"/>
                </a:solidFill>
              </a:defRPr>
            </a:lvl6pPr>
            <a:lvl7pPr marL="3200400" lvl="6" indent="-304800" rtl="0">
              <a:spcBef>
                <a:spcPts val="0"/>
              </a:spcBef>
              <a:spcAft>
                <a:spcPts val="0"/>
              </a:spcAft>
              <a:buClr>
                <a:schemeClr val="lt1"/>
              </a:buClr>
              <a:buSzPts val="1200"/>
              <a:buChar char="●"/>
              <a:defRPr sz="1200">
                <a:solidFill>
                  <a:schemeClr val="lt1"/>
                </a:solidFill>
              </a:defRPr>
            </a:lvl7pPr>
            <a:lvl8pPr marL="3657600" lvl="7" indent="-304800" rtl="0">
              <a:spcBef>
                <a:spcPts val="0"/>
              </a:spcBef>
              <a:spcAft>
                <a:spcPts val="0"/>
              </a:spcAft>
              <a:buClr>
                <a:schemeClr val="lt1"/>
              </a:buClr>
              <a:buSzPts val="1200"/>
              <a:buChar char="○"/>
              <a:defRPr sz="1200">
                <a:solidFill>
                  <a:schemeClr val="lt1"/>
                </a:solidFill>
              </a:defRPr>
            </a:lvl8pPr>
            <a:lvl9pPr marL="4114800" lvl="8" indent="-304800" rtl="0">
              <a:spcBef>
                <a:spcPts val="0"/>
              </a:spcBef>
              <a:spcAft>
                <a:spcPts val="0"/>
              </a:spcAft>
              <a:buClr>
                <a:schemeClr val="lt1"/>
              </a:buClr>
              <a:buSzPts val="1200"/>
              <a:buChar char="■"/>
              <a:defRPr sz="1200">
                <a:solidFill>
                  <a:schemeClr val="lt1"/>
                </a:solidFill>
              </a:defRPr>
            </a:lvl9pPr>
          </a:lstStyle>
          <a:p>
            <a:endParaRPr/>
          </a:p>
        </p:txBody>
      </p:sp>
      <p:grpSp>
        <p:nvGrpSpPr>
          <p:cNvPr id="1291" name="Google Shape;1291;p106"/>
          <p:cNvGrpSpPr/>
          <p:nvPr/>
        </p:nvGrpSpPr>
        <p:grpSpPr>
          <a:xfrm>
            <a:off x="5087969" y="1464611"/>
            <a:ext cx="281776" cy="380430"/>
            <a:chOff x="7076050" y="3008425"/>
            <a:chExt cx="278050" cy="375400"/>
          </a:xfrm>
        </p:grpSpPr>
        <p:sp>
          <p:nvSpPr>
            <p:cNvPr id="1292" name="Google Shape;1292;p106"/>
            <p:cNvSpPr/>
            <p:nvPr/>
          </p:nvSpPr>
          <p:spPr>
            <a:xfrm>
              <a:off x="7180525" y="3008425"/>
              <a:ext cx="69100" cy="69350"/>
            </a:xfrm>
            <a:custGeom>
              <a:avLst/>
              <a:gdLst/>
              <a:ahLst/>
              <a:cxnLst/>
              <a:rect l="l" t="t" r="r" b="b"/>
              <a:pathLst>
                <a:path w="2764" h="2774" extrusionOk="0">
                  <a:moveTo>
                    <a:pt x="1377" y="0"/>
                  </a:moveTo>
                  <a:lnTo>
                    <a:pt x="1239" y="10"/>
                  </a:lnTo>
                  <a:lnTo>
                    <a:pt x="1102" y="30"/>
                  </a:lnTo>
                  <a:lnTo>
                    <a:pt x="964" y="69"/>
                  </a:lnTo>
                  <a:lnTo>
                    <a:pt x="846" y="108"/>
                  </a:lnTo>
                  <a:lnTo>
                    <a:pt x="718" y="167"/>
                  </a:lnTo>
                  <a:lnTo>
                    <a:pt x="610" y="236"/>
                  </a:lnTo>
                  <a:lnTo>
                    <a:pt x="502" y="325"/>
                  </a:lnTo>
                  <a:lnTo>
                    <a:pt x="404" y="413"/>
                  </a:lnTo>
                  <a:lnTo>
                    <a:pt x="315" y="512"/>
                  </a:lnTo>
                  <a:lnTo>
                    <a:pt x="236" y="610"/>
                  </a:lnTo>
                  <a:lnTo>
                    <a:pt x="168" y="728"/>
                  </a:lnTo>
                  <a:lnTo>
                    <a:pt x="109" y="846"/>
                  </a:lnTo>
                  <a:lnTo>
                    <a:pt x="59" y="974"/>
                  </a:lnTo>
                  <a:lnTo>
                    <a:pt x="20" y="1111"/>
                  </a:lnTo>
                  <a:lnTo>
                    <a:pt x="0" y="1249"/>
                  </a:lnTo>
                  <a:lnTo>
                    <a:pt x="0" y="1387"/>
                  </a:lnTo>
                  <a:lnTo>
                    <a:pt x="0" y="1534"/>
                  </a:lnTo>
                  <a:lnTo>
                    <a:pt x="20" y="1672"/>
                  </a:lnTo>
                  <a:lnTo>
                    <a:pt x="59" y="1800"/>
                  </a:lnTo>
                  <a:lnTo>
                    <a:pt x="109" y="1928"/>
                  </a:lnTo>
                  <a:lnTo>
                    <a:pt x="168" y="2046"/>
                  </a:lnTo>
                  <a:lnTo>
                    <a:pt x="236" y="2164"/>
                  </a:lnTo>
                  <a:lnTo>
                    <a:pt x="315" y="2272"/>
                  </a:lnTo>
                  <a:lnTo>
                    <a:pt x="404" y="2370"/>
                  </a:lnTo>
                  <a:lnTo>
                    <a:pt x="502" y="2459"/>
                  </a:lnTo>
                  <a:lnTo>
                    <a:pt x="610" y="2537"/>
                  </a:lnTo>
                  <a:lnTo>
                    <a:pt x="718" y="2606"/>
                  </a:lnTo>
                  <a:lnTo>
                    <a:pt x="846" y="2665"/>
                  </a:lnTo>
                  <a:lnTo>
                    <a:pt x="964" y="2714"/>
                  </a:lnTo>
                  <a:lnTo>
                    <a:pt x="1102" y="2744"/>
                  </a:lnTo>
                  <a:lnTo>
                    <a:pt x="1239" y="2763"/>
                  </a:lnTo>
                  <a:lnTo>
                    <a:pt x="1377" y="2773"/>
                  </a:lnTo>
                  <a:lnTo>
                    <a:pt x="1525" y="2763"/>
                  </a:lnTo>
                  <a:lnTo>
                    <a:pt x="1662" y="2744"/>
                  </a:lnTo>
                  <a:lnTo>
                    <a:pt x="1790" y="2714"/>
                  </a:lnTo>
                  <a:lnTo>
                    <a:pt x="1918" y="2665"/>
                  </a:lnTo>
                  <a:lnTo>
                    <a:pt x="2036" y="2606"/>
                  </a:lnTo>
                  <a:lnTo>
                    <a:pt x="2154" y="2537"/>
                  </a:lnTo>
                  <a:lnTo>
                    <a:pt x="2262" y="2459"/>
                  </a:lnTo>
                  <a:lnTo>
                    <a:pt x="2360" y="2370"/>
                  </a:lnTo>
                  <a:lnTo>
                    <a:pt x="2449" y="2272"/>
                  </a:lnTo>
                  <a:lnTo>
                    <a:pt x="2528" y="2164"/>
                  </a:lnTo>
                  <a:lnTo>
                    <a:pt x="2596" y="2046"/>
                  </a:lnTo>
                  <a:lnTo>
                    <a:pt x="2655" y="1928"/>
                  </a:lnTo>
                  <a:lnTo>
                    <a:pt x="2705" y="1800"/>
                  </a:lnTo>
                  <a:lnTo>
                    <a:pt x="2734" y="1672"/>
                  </a:lnTo>
                  <a:lnTo>
                    <a:pt x="2754" y="1534"/>
                  </a:lnTo>
                  <a:lnTo>
                    <a:pt x="2764" y="1387"/>
                  </a:lnTo>
                  <a:lnTo>
                    <a:pt x="2754" y="1249"/>
                  </a:lnTo>
                  <a:lnTo>
                    <a:pt x="2734" y="1111"/>
                  </a:lnTo>
                  <a:lnTo>
                    <a:pt x="2705" y="974"/>
                  </a:lnTo>
                  <a:lnTo>
                    <a:pt x="2655" y="846"/>
                  </a:lnTo>
                  <a:lnTo>
                    <a:pt x="2596" y="728"/>
                  </a:lnTo>
                  <a:lnTo>
                    <a:pt x="2528" y="610"/>
                  </a:lnTo>
                  <a:lnTo>
                    <a:pt x="2449" y="512"/>
                  </a:lnTo>
                  <a:lnTo>
                    <a:pt x="2360" y="413"/>
                  </a:lnTo>
                  <a:lnTo>
                    <a:pt x="2262" y="325"/>
                  </a:lnTo>
                  <a:lnTo>
                    <a:pt x="2154" y="236"/>
                  </a:lnTo>
                  <a:lnTo>
                    <a:pt x="2036" y="167"/>
                  </a:lnTo>
                  <a:lnTo>
                    <a:pt x="1918" y="108"/>
                  </a:lnTo>
                  <a:lnTo>
                    <a:pt x="1790" y="69"/>
                  </a:lnTo>
                  <a:lnTo>
                    <a:pt x="1662" y="30"/>
                  </a:lnTo>
                  <a:lnTo>
                    <a:pt x="1525" y="10"/>
                  </a:lnTo>
                  <a:lnTo>
                    <a:pt x="1377" y="0"/>
                  </a:lnTo>
                  <a:close/>
                </a:path>
              </a:pathLst>
            </a:custGeom>
            <a:solidFill>
              <a:srgbClr val="F7F7F7"/>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293" name="Google Shape;1293;p106"/>
            <p:cNvSpPr/>
            <p:nvPr/>
          </p:nvSpPr>
          <p:spPr>
            <a:xfrm>
              <a:off x="7180525" y="3314725"/>
              <a:ext cx="69100" cy="69100"/>
            </a:xfrm>
            <a:custGeom>
              <a:avLst/>
              <a:gdLst/>
              <a:ahLst/>
              <a:cxnLst/>
              <a:rect l="l" t="t" r="r" b="b"/>
              <a:pathLst>
                <a:path w="2764" h="2764" extrusionOk="0">
                  <a:moveTo>
                    <a:pt x="1239" y="1"/>
                  </a:moveTo>
                  <a:lnTo>
                    <a:pt x="1102" y="30"/>
                  </a:lnTo>
                  <a:lnTo>
                    <a:pt x="964" y="60"/>
                  </a:lnTo>
                  <a:lnTo>
                    <a:pt x="846" y="109"/>
                  </a:lnTo>
                  <a:lnTo>
                    <a:pt x="718" y="168"/>
                  </a:lnTo>
                  <a:lnTo>
                    <a:pt x="610" y="237"/>
                  </a:lnTo>
                  <a:lnTo>
                    <a:pt x="502" y="315"/>
                  </a:lnTo>
                  <a:lnTo>
                    <a:pt x="404" y="404"/>
                  </a:lnTo>
                  <a:lnTo>
                    <a:pt x="315" y="502"/>
                  </a:lnTo>
                  <a:lnTo>
                    <a:pt x="236" y="610"/>
                  </a:lnTo>
                  <a:lnTo>
                    <a:pt x="168" y="718"/>
                  </a:lnTo>
                  <a:lnTo>
                    <a:pt x="109" y="846"/>
                  </a:lnTo>
                  <a:lnTo>
                    <a:pt x="59" y="974"/>
                  </a:lnTo>
                  <a:lnTo>
                    <a:pt x="20" y="1102"/>
                  </a:lnTo>
                  <a:lnTo>
                    <a:pt x="0" y="1240"/>
                  </a:lnTo>
                  <a:lnTo>
                    <a:pt x="0" y="1377"/>
                  </a:lnTo>
                  <a:lnTo>
                    <a:pt x="0" y="1525"/>
                  </a:lnTo>
                  <a:lnTo>
                    <a:pt x="20" y="1662"/>
                  </a:lnTo>
                  <a:lnTo>
                    <a:pt x="59" y="1790"/>
                  </a:lnTo>
                  <a:lnTo>
                    <a:pt x="109" y="1918"/>
                  </a:lnTo>
                  <a:lnTo>
                    <a:pt x="168" y="2046"/>
                  </a:lnTo>
                  <a:lnTo>
                    <a:pt x="236" y="2154"/>
                  </a:lnTo>
                  <a:lnTo>
                    <a:pt x="315" y="2262"/>
                  </a:lnTo>
                  <a:lnTo>
                    <a:pt x="404" y="2361"/>
                  </a:lnTo>
                  <a:lnTo>
                    <a:pt x="502" y="2449"/>
                  </a:lnTo>
                  <a:lnTo>
                    <a:pt x="610" y="2528"/>
                  </a:lnTo>
                  <a:lnTo>
                    <a:pt x="718" y="2597"/>
                  </a:lnTo>
                  <a:lnTo>
                    <a:pt x="846" y="2656"/>
                  </a:lnTo>
                  <a:lnTo>
                    <a:pt x="964" y="2705"/>
                  </a:lnTo>
                  <a:lnTo>
                    <a:pt x="1102" y="2734"/>
                  </a:lnTo>
                  <a:lnTo>
                    <a:pt x="1239" y="2764"/>
                  </a:lnTo>
                  <a:lnTo>
                    <a:pt x="1525" y="2764"/>
                  </a:lnTo>
                  <a:lnTo>
                    <a:pt x="1662" y="2734"/>
                  </a:lnTo>
                  <a:lnTo>
                    <a:pt x="1790" y="2705"/>
                  </a:lnTo>
                  <a:lnTo>
                    <a:pt x="1918" y="2656"/>
                  </a:lnTo>
                  <a:lnTo>
                    <a:pt x="2036" y="2597"/>
                  </a:lnTo>
                  <a:lnTo>
                    <a:pt x="2154" y="2528"/>
                  </a:lnTo>
                  <a:lnTo>
                    <a:pt x="2262" y="2449"/>
                  </a:lnTo>
                  <a:lnTo>
                    <a:pt x="2360" y="2361"/>
                  </a:lnTo>
                  <a:lnTo>
                    <a:pt x="2449" y="2262"/>
                  </a:lnTo>
                  <a:lnTo>
                    <a:pt x="2528" y="2154"/>
                  </a:lnTo>
                  <a:lnTo>
                    <a:pt x="2596" y="2046"/>
                  </a:lnTo>
                  <a:lnTo>
                    <a:pt x="2655" y="1918"/>
                  </a:lnTo>
                  <a:lnTo>
                    <a:pt x="2705" y="1790"/>
                  </a:lnTo>
                  <a:lnTo>
                    <a:pt x="2734" y="1662"/>
                  </a:lnTo>
                  <a:lnTo>
                    <a:pt x="2754" y="1525"/>
                  </a:lnTo>
                  <a:lnTo>
                    <a:pt x="2764" y="1377"/>
                  </a:lnTo>
                  <a:lnTo>
                    <a:pt x="2754" y="1240"/>
                  </a:lnTo>
                  <a:lnTo>
                    <a:pt x="2734" y="1102"/>
                  </a:lnTo>
                  <a:lnTo>
                    <a:pt x="2705" y="974"/>
                  </a:lnTo>
                  <a:lnTo>
                    <a:pt x="2655" y="846"/>
                  </a:lnTo>
                  <a:lnTo>
                    <a:pt x="2596" y="718"/>
                  </a:lnTo>
                  <a:lnTo>
                    <a:pt x="2528" y="610"/>
                  </a:lnTo>
                  <a:lnTo>
                    <a:pt x="2449" y="502"/>
                  </a:lnTo>
                  <a:lnTo>
                    <a:pt x="2360" y="404"/>
                  </a:lnTo>
                  <a:lnTo>
                    <a:pt x="2262" y="315"/>
                  </a:lnTo>
                  <a:lnTo>
                    <a:pt x="2154" y="237"/>
                  </a:lnTo>
                  <a:lnTo>
                    <a:pt x="2036" y="168"/>
                  </a:lnTo>
                  <a:lnTo>
                    <a:pt x="1918" y="109"/>
                  </a:lnTo>
                  <a:lnTo>
                    <a:pt x="1790" y="60"/>
                  </a:lnTo>
                  <a:lnTo>
                    <a:pt x="1662" y="30"/>
                  </a:lnTo>
                  <a:lnTo>
                    <a:pt x="1525" y="1"/>
                  </a:lnTo>
                  <a:close/>
                </a:path>
              </a:pathLst>
            </a:custGeom>
            <a:solidFill>
              <a:srgbClr val="F7F7F7"/>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294" name="Google Shape;1294;p106"/>
            <p:cNvSpPr/>
            <p:nvPr/>
          </p:nvSpPr>
          <p:spPr>
            <a:xfrm>
              <a:off x="7180525" y="3104050"/>
              <a:ext cx="69100" cy="69350"/>
            </a:xfrm>
            <a:custGeom>
              <a:avLst/>
              <a:gdLst/>
              <a:ahLst/>
              <a:cxnLst/>
              <a:rect l="l" t="t" r="r" b="b"/>
              <a:pathLst>
                <a:path w="2764" h="2774" extrusionOk="0">
                  <a:moveTo>
                    <a:pt x="0" y="0"/>
                  </a:moveTo>
                  <a:lnTo>
                    <a:pt x="0" y="2773"/>
                  </a:lnTo>
                  <a:lnTo>
                    <a:pt x="2764" y="2773"/>
                  </a:lnTo>
                  <a:lnTo>
                    <a:pt x="2764" y="0"/>
                  </a:lnTo>
                  <a:close/>
                </a:path>
              </a:pathLst>
            </a:custGeom>
            <a:solidFill>
              <a:srgbClr val="F7F7F7"/>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295" name="Google Shape;1295;p106"/>
            <p:cNvSpPr/>
            <p:nvPr/>
          </p:nvSpPr>
          <p:spPr>
            <a:xfrm>
              <a:off x="7166025" y="3194525"/>
              <a:ext cx="97850" cy="97850"/>
            </a:xfrm>
            <a:custGeom>
              <a:avLst/>
              <a:gdLst/>
              <a:ahLst/>
              <a:cxnLst/>
              <a:rect l="l" t="t" r="r" b="b"/>
              <a:pathLst>
                <a:path w="3914" h="3914" extrusionOk="0">
                  <a:moveTo>
                    <a:pt x="1957" y="0"/>
                  </a:moveTo>
                  <a:lnTo>
                    <a:pt x="0" y="1957"/>
                  </a:lnTo>
                  <a:lnTo>
                    <a:pt x="1957" y="3914"/>
                  </a:lnTo>
                  <a:lnTo>
                    <a:pt x="3914" y="1957"/>
                  </a:lnTo>
                  <a:lnTo>
                    <a:pt x="1957" y="0"/>
                  </a:lnTo>
                  <a:close/>
                </a:path>
              </a:pathLst>
            </a:custGeom>
            <a:solidFill>
              <a:srgbClr val="F7F7F7"/>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296" name="Google Shape;1296;p106"/>
            <p:cNvSpPr/>
            <p:nvPr/>
          </p:nvSpPr>
          <p:spPr>
            <a:xfrm>
              <a:off x="7076050" y="3031525"/>
              <a:ext cx="278050" cy="329200"/>
            </a:xfrm>
            <a:custGeom>
              <a:avLst/>
              <a:gdLst/>
              <a:ahLst/>
              <a:cxnLst/>
              <a:rect l="l" t="t" r="r" b="b"/>
              <a:pathLst>
                <a:path w="11122" h="13168" extrusionOk="0">
                  <a:moveTo>
                    <a:pt x="0" y="1"/>
                  </a:moveTo>
                  <a:lnTo>
                    <a:pt x="0" y="5153"/>
                  </a:lnTo>
                  <a:lnTo>
                    <a:pt x="2547" y="5153"/>
                  </a:lnTo>
                  <a:lnTo>
                    <a:pt x="2547" y="4239"/>
                  </a:lnTo>
                  <a:lnTo>
                    <a:pt x="915" y="4239"/>
                  </a:lnTo>
                  <a:lnTo>
                    <a:pt x="915" y="925"/>
                  </a:lnTo>
                  <a:lnTo>
                    <a:pt x="2547" y="925"/>
                  </a:lnTo>
                  <a:lnTo>
                    <a:pt x="2547" y="1"/>
                  </a:lnTo>
                  <a:close/>
                  <a:moveTo>
                    <a:pt x="8565" y="4219"/>
                  </a:moveTo>
                  <a:lnTo>
                    <a:pt x="8565" y="5134"/>
                  </a:lnTo>
                  <a:lnTo>
                    <a:pt x="10197" y="5134"/>
                  </a:lnTo>
                  <a:lnTo>
                    <a:pt x="10197" y="8428"/>
                  </a:lnTo>
                  <a:lnTo>
                    <a:pt x="8565" y="8428"/>
                  </a:lnTo>
                  <a:lnTo>
                    <a:pt x="8565" y="9342"/>
                  </a:lnTo>
                  <a:lnTo>
                    <a:pt x="11122" y="9342"/>
                  </a:lnTo>
                  <a:lnTo>
                    <a:pt x="11122" y="4219"/>
                  </a:lnTo>
                  <a:close/>
                  <a:moveTo>
                    <a:pt x="0" y="8428"/>
                  </a:moveTo>
                  <a:lnTo>
                    <a:pt x="0" y="13167"/>
                  </a:lnTo>
                  <a:lnTo>
                    <a:pt x="2547" y="13167"/>
                  </a:lnTo>
                  <a:lnTo>
                    <a:pt x="2547" y="12253"/>
                  </a:lnTo>
                  <a:lnTo>
                    <a:pt x="915" y="12253"/>
                  </a:lnTo>
                  <a:lnTo>
                    <a:pt x="915" y="9342"/>
                  </a:lnTo>
                  <a:lnTo>
                    <a:pt x="2547" y="9342"/>
                  </a:lnTo>
                  <a:lnTo>
                    <a:pt x="2547" y="8428"/>
                  </a:lnTo>
                  <a:close/>
                </a:path>
              </a:pathLst>
            </a:custGeom>
            <a:solidFill>
              <a:srgbClr val="F7F7F7"/>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grpSp>
      <p:grpSp>
        <p:nvGrpSpPr>
          <p:cNvPr id="1297" name="Google Shape;1297;p106"/>
          <p:cNvGrpSpPr/>
          <p:nvPr/>
        </p:nvGrpSpPr>
        <p:grpSpPr>
          <a:xfrm>
            <a:off x="5044872" y="2788262"/>
            <a:ext cx="367957" cy="329413"/>
            <a:chOff x="238125" y="2270475"/>
            <a:chExt cx="386875" cy="346350"/>
          </a:xfrm>
        </p:grpSpPr>
        <p:sp>
          <p:nvSpPr>
            <p:cNvPr id="1298" name="Google Shape;1298;p106"/>
            <p:cNvSpPr/>
            <p:nvPr/>
          </p:nvSpPr>
          <p:spPr>
            <a:xfrm>
              <a:off x="327825" y="2295500"/>
              <a:ext cx="255750" cy="231325"/>
            </a:xfrm>
            <a:custGeom>
              <a:avLst/>
              <a:gdLst/>
              <a:ahLst/>
              <a:cxnLst/>
              <a:rect l="l" t="t" r="r" b="b"/>
              <a:pathLst>
                <a:path w="10230" h="9253" extrusionOk="0">
                  <a:moveTo>
                    <a:pt x="7213" y="1"/>
                  </a:moveTo>
                  <a:lnTo>
                    <a:pt x="6844" y="24"/>
                  </a:lnTo>
                  <a:lnTo>
                    <a:pt x="6486" y="60"/>
                  </a:lnTo>
                  <a:lnTo>
                    <a:pt x="6140" y="120"/>
                  </a:lnTo>
                  <a:lnTo>
                    <a:pt x="5795" y="191"/>
                  </a:lnTo>
                  <a:lnTo>
                    <a:pt x="5473" y="275"/>
                  </a:lnTo>
                  <a:lnTo>
                    <a:pt x="5139" y="370"/>
                  </a:lnTo>
                  <a:lnTo>
                    <a:pt x="4829" y="489"/>
                  </a:lnTo>
                  <a:lnTo>
                    <a:pt x="4519" y="621"/>
                  </a:lnTo>
                  <a:lnTo>
                    <a:pt x="4221" y="764"/>
                  </a:lnTo>
                  <a:lnTo>
                    <a:pt x="3935" y="930"/>
                  </a:lnTo>
                  <a:lnTo>
                    <a:pt x="3661" y="1097"/>
                  </a:lnTo>
                  <a:lnTo>
                    <a:pt x="3386" y="1288"/>
                  </a:lnTo>
                  <a:lnTo>
                    <a:pt x="3124" y="1503"/>
                  </a:lnTo>
                  <a:lnTo>
                    <a:pt x="2874" y="1717"/>
                  </a:lnTo>
                  <a:lnTo>
                    <a:pt x="2635" y="1956"/>
                  </a:lnTo>
                  <a:lnTo>
                    <a:pt x="2421" y="2182"/>
                  </a:lnTo>
                  <a:lnTo>
                    <a:pt x="2218" y="2409"/>
                  </a:lnTo>
                  <a:lnTo>
                    <a:pt x="2039" y="2647"/>
                  </a:lnTo>
                  <a:lnTo>
                    <a:pt x="1860" y="2898"/>
                  </a:lnTo>
                  <a:lnTo>
                    <a:pt x="1694" y="3148"/>
                  </a:lnTo>
                  <a:lnTo>
                    <a:pt x="1539" y="3398"/>
                  </a:lnTo>
                  <a:lnTo>
                    <a:pt x="1395" y="3661"/>
                  </a:lnTo>
                  <a:lnTo>
                    <a:pt x="1252" y="3911"/>
                  </a:lnTo>
                  <a:lnTo>
                    <a:pt x="1133" y="4173"/>
                  </a:lnTo>
                  <a:lnTo>
                    <a:pt x="1014" y="4447"/>
                  </a:lnTo>
                  <a:lnTo>
                    <a:pt x="895" y="4710"/>
                  </a:lnTo>
                  <a:lnTo>
                    <a:pt x="799" y="4972"/>
                  </a:lnTo>
                  <a:lnTo>
                    <a:pt x="621" y="5509"/>
                  </a:lnTo>
                  <a:lnTo>
                    <a:pt x="466" y="6021"/>
                  </a:lnTo>
                  <a:lnTo>
                    <a:pt x="334" y="6534"/>
                  </a:lnTo>
                  <a:lnTo>
                    <a:pt x="239" y="7023"/>
                  </a:lnTo>
                  <a:lnTo>
                    <a:pt x="156" y="7488"/>
                  </a:lnTo>
                  <a:lnTo>
                    <a:pt x="96" y="7929"/>
                  </a:lnTo>
                  <a:lnTo>
                    <a:pt x="60" y="8322"/>
                  </a:lnTo>
                  <a:lnTo>
                    <a:pt x="24" y="8680"/>
                  </a:lnTo>
                  <a:lnTo>
                    <a:pt x="1" y="9252"/>
                  </a:lnTo>
                  <a:lnTo>
                    <a:pt x="1157" y="9252"/>
                  </a:lnTo>
                  <a:lnTo>
                    <a:pt x="1181" y="8727"/>
                  </a:lnTo>
                  <a:lnTo>
                    <a:pt x="1205" y="8406"/>
                  </a:lnTo>
                  <a:lnTo>
                    <a:pt x="1252" y="8048"/>
                  </a:lnTo>
                  <a:lnTo>
                    <a:pt x="1312" y="7654"/>
                  </a:lnTo>
                  <a:lnTo>
                    <a:pt x="1384" y="7237"/>
                  </a:lnTo>
                  <a:lnTo>
                    <a:pt x="1467" y="6796"/>
                  </a:lnTo>
                  <a:lnTo>
                    <a:pt x="1574" y="6343"/>
                  </a:lnTo>
                  <a:lnTo>
                    <a:pt x="1717" y="5878"/>
                  </a:lnTo>
                  <a:lnTo>
                    <a:pt x="1872" y="5401"/>
                  </a:lnTo>
                  <a:lnTo>
                    <a:pt x="2051" y="4936"/>
                  </a:lnTo>
                  <a:lnTo>
                    <a:pt x="2158" y="4698"/>
                  </a:lnTo>
                  <a:lnTo>
                    <a:pt x="2266" y="4471"/>
                  </a:lnTo>
                  <a:lnTo>
                    <a:pt x="2385" y="4233"/>
                  </a:lnTo>
                  <a:lnTo>
                    <a:pt x="2516" y="4006"/>
                  </a:lnTo>
                  <a:lnTo>
                    <a:pt x="2647" y="3792"/>
                  </a:lnTo>
                  <a:lnTo>
                    <a:pt x="2790" y="3577"/>
                  </a:lnTo>
                  <a:lnTo>
                    <a:pt x="2945" y="3363"/>
                  </a:lnTo>
                  <a:lnTo>
                    <a:pt x="3112" y="3148"/>
                  </a:lnTo>
                  <a:lnTo>
                    <a:pt x="3279" y="2957"/>
                  </a:lnTo>
                  <a:lnTo>
                    <a:pt x="3458" y="2755"/>
                  </a:lnTo>
                  <a:lnTo>
                    <a:pt x="3661" y="2564"/>
                  </a:lnTo>
                  <a:lnTo>
                    <a:pt x="3863" y="2385"/>
                  </a:lnTo>
                  <a:lnTo>
                    <a:pt x="4078" y="2218"/>
                  </a:lnTo>
                  <a:lnTo>
                    <a:pt x="4304" y="2051"/>
                  </a:lnTo>
                  <a:lnTo>
                    <a:pt x="4543" y="1908"/>
                  </a:lnTo>
                  <a:lnTo>
                    <a:pt x="4781" y="1777"/>
                  </a:lnTo>
                  <a:lnTo>
                    <a:pt x="5032" y="1658"/>
                  </a:lnTo>
                  <a:lnTo>
                    <a:pt x="5282" y="1550"/>
                  </a:lnTo>
                  <a:lnTo>
                    <a:pt x="5544" y="1455"/>
                  </a:lnTo>
                  <a:lnTo>
                    <a:pt x="5819" y="1372"/>
                  </a:lnTo>
                  <a:lnTo>
                    <a:pt x="6093" y="1312"/>
                  </a:lnTo>
                  <a:lnTo>
                    <a:pt x="6379" y="1252"/>
                  </a:lnTo>
                  <a:lnTo>
                    <a:pt x="6665" y="1205"/>
                  </a:lnTo>
                  <a:lnTo>
                    <a:pt x="6963" y="1169"/>
                  </a:lnTo>
                  <a:lnTo>
                    <a:pt x="7273" y="1157"/>
                  </a:lnTo>
                  <a:lnTo>
                    <a:pt x="7583" y="1145"/>
                  </a:lnTo>
                  <a:lnTo>
                    <a:pt x="10230" y="1145"/>
                  </a:lnTo>
                  <a:lnTo>
                    <a:pt x="10230" y="1"/>
                  </a:lnTo>
                  <a:close/>
                </a:path>
              </a:pathLst>
            </a:custGeom>
            <a:solidFill>
              <a:srgbClr val="F7F7F7"/>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299" name="Google Shape;1299;p106"/>
            <p:cNvSpPr/>
            <p:nvPr/>
          </p:nvSpPr>
          <p:spPr>
            <a:xfrm>
              <a:off x="238125" y="2270475"/>
              <a:ext cx="386875" cy="346350"/>
            </a:xfrm>
            <a:custGeom>
              <a:avLst/>
              <a:gdLst/>
              <a:ahLst/>
              <a:cxnLst/>
              <a:rect l="l" t="t" r="r" b="b"/>
              <a:pathLst>
                <a:path w="15475" h="13854" extrusionOk="0">
                  <a:moveTo>
                    <a:pt x="1860" y="0"/>
                  </a:moveTo>
                  <a:lnTo>
                    <a:pt x="0" y="1872"/>
                  </a:lnTo>
                  <a:lnTo>
                    <a:pt x="811" y="2683"/>
                  </a:lnTo>
                  <a:lnTo>
                    <a:pt x="1288" y="2206"/>
                  </a:lnTo>
                  <a:lnTo>
                    <a:pt x="1288" y="12554"/>
                  </a:lnTo>
                  <a:lnTo>
                    <a:pt x="13269" y="12554"/>
                  </a:lnTo>
                  <a:lnTo>
                    <a:pt x="12792" y="13031"/>
                  </a:lnTo>
                  <a:lnTo>
                    <a:pt x="13615" y="13853"/>
                  </a:lnTo>
                  <a:lnTo>
                    <a:pt x="15475" y="11982"/>
                  </a:lnTo>
                  <a:lnTo>
                    <a:pt x="13615" y="10110"/>
                  </a:lnTo>
                  <a:lnTo>
                    <a:pt x="12792" y="10933"/>
                  </a:lnTo>
                  <a:lnTo>
                    <a:pt x="13269" y="11409"/>
                  </a:lnTo>
                  <a:lnTo>
                    <a:pt x="2444" y="11409"/>
                  </a:lnTo>
                  <a:lnTo>
                    <a:pt x="2444" y="2206"/>
                  </a:lnTo>
                  <a:lnTo>
                    <a:pt x="2909" y="2683"/>
                  </a:lnTo>
                  <a:lnTo>
                    <a:pt x="3732" y="1872"/>
                  </a:lnTo>
                  <a:lnTo>
                    <a:pt x="1860" y="0"/>
                  </a:lnTo>
                  <a:close/>
                </a:path>
              </a:pathLst>
            </a:custGeom>
            <a:solidFill>
              <a:srgbClr val="F7F7F7"/>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grpSp>
      <p:sp>
        <p:nvSpPr>
          <p:cNvPr id="1300" name="Google Shape;1300;p106"/>
          <p:cNvSpPr/>
          <p:nvPr/>
        </p:nvSpPr>
        <p:spPr>
          <a:xfrm>
            <a:off x="5073547" y="4147635"/>
            <a:ext cx="343550" cy="281475"/>
          </a:xfrm>
          <a:custGeom>
            <a:avLst/>
            <a:gdLst/>
            <a:ahLst/>
            <a:cxnLst/>
            <a:rect l="l" t="t" r="r" b="b"/>
            <a:pathLst>
              <a:path w="13742" h="11259" extrusionOk="0">
                <a:moveTo>
                  <a:pt x="11524" y="1"/>
                </a:moveTo>
                <a:lnTo>
                  <a:pt x="4701" y="6823"/>
                </a:lnTo>
                <a:lnTo>
                  <a:pt x="2218" y="4341"/>
                </a:lnTo>
                <a:lnTo>
                  <a:pt x="0" y="6558"/>
                </a:lnTo>
                <a:lnTo>
                  <a:pt x="4701" y="11259"/>
                </a:lnTo>
                <a:lnTo>
                  <a:pt x="13741" y="2218"/>
                </a:lnTo>
                <a:lnTo>
                  <a:pt x="11524" y="1"/>
                </a:lnTo>
                <a:close/>
              </a:path>
            </a:pathLst>
          </a:custGeom>
          <a:solidFill>
            <a:srgbClr val="F7F7F7"/>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05.xml><?xml version="1.0" encoding="utf-8"?>
<p:sldLayout xmlns:a="http://schemas.openxmlformats.org/drawingml/2006/main" xmlns:r="http://schemas.openxmlformats.org/officeDocument/2006/relationships" xmlns:p="http://schemas.openxmlformats.org/presentationml/2006/main" matchingName="Case Study - 3">
  <p:cSld name="TITLE_ONLY_7_1">
    <p:bg>
      <p:bgPr>
        <a:solidFill>
          <a:schemeClr val="dk1"/>
        </a:solidFill>
        <a:effectLst/>
      </p:bgPr>
    </p:bg>
    <p:spTree>
      <p:nvGrpSpPr>
        <p:cNvPr id="1" name="Shape 1301"/>
        <p:cNvGrpSpPr/>
        <p:nvPr/>
      </p:nvGrpSpPr>
      <p:grpSpPr>
        <a:xfrm>
          <a:off x="0" y="0"/>
          <a:ext cx="0" cy="0"/>
          <a:chOff x="0" y="0"/>
          <a:chExt cx="0" cy="0"/>
        </a:xfrm>
      </p:grpSpPr>
      <p:sp>
        <p:nvSpPr>
          <p:cNvPr id="1302" name="Google Shape;1302;p107"/>
          <p:cNvSpPr txBox="1">
            <a:spLocks noGrp="1"/>
          </p:cNvSpPr>
          <p:nvPr>
            <p:ph type="body" idx="1"/>
          </p:nvPr>
        </p:nvSpPr>
        <p:spPr>
          <a:xfrm>
            <a:off x="957525" y="3272447"/>
            <a:ext cx="1739100" cy="704700"/>
          </a:xfrm>
          <a:prstGeom prst="rect">
            <a:avLst/>
          </a:prstGeom>
        </p:spPr>
        <p:txBody>
          <a:bodyPr spcFirstLastPara="1" wrap="square" lIns="0" tIns="0" rIns="0" bIns="0" anchor="t" anchorCtr="0">
            <a:normAutofit/>
          </a:bodyPr>
          <a:lstStyle>
            <a:lvl1pPr marL="457200" lvl="0" indent="-285750" algn="ctr" rtl="0">
              <a:spcBef>
                <a:spcPts val="0"/>
              </a:spcBef>
              <a:spcAft>
                <a:spcPts val="0"/>
              </a:spcAft>
              <a:buClr>
                <a:schemeClr val="lt1"/>
              </a:buClr>
              <a:buSzPts val="900"/>
              <a:buChar char="■"/>
              <a:defRPr sz="900">
                <a:solidFill>
                  <a:schemeClr val="lt1"/>
                </a:solidFill>
              </a:defRPr>
            </a:lvl1pPr>
            <a:lvl2pPr marL="914400" lvl="1" indent="-285750" algn="ctr" rtl="0">
              <a:spcBef>
                <a:spcPts val="0"/>
              </a:spcBef>
              <a:spcAft>
                <a:spcPts val="0"/>
              </a:spcAft>
              <a:buClr>
                <a:schemeClr val="lt1"/>
              </a:buClr>
              <a:buSzPts val="900"/>
              <a:buChar char="■"/>
              <a:defRPr sz="900">
                <a:solidFill>
                  <a:schemeClr val="lt1"/>
                </a:solidFill>
              </a:defRPr>
            </a:lvl2pPr>
            <a:lvl3pPr marL="1371600" lvl="2" indent="-285750" algn="ctr" rtl="0">
              <a:spcBef>
                <a:spcPts val="0"/>
              </a:spcBef>
              <a:spcAft>
                <a:spcPts val="0"/>
              </a:spcAft>
              <a:buClr>
                <a:schemeClr val="lt1"/>
              </a:buClr>
              <a:buSzPts val="900"/>
              <a:buChar char="■"/>
              <a:defRPr sz="900">
                <a:solidFill>
                  <a:schemeClr val="lt1"/>
                </a:solidFill>
              </a:defRPr>
            </a:lvl3pPr>
            <a:lvl4pPr marL="1828800" lvl="3" indent="-285750" algn="ctr" rtl="0">
              <a:spcBef>
                <a:spcPts val="0"/>
              </a:spcBef>
              <a:spcAft>
                <a:spcPts val="0"/>
              </a:spcAft>
              <a:buClr>
                <a:schemeClr val="lt1"/>
              </a:buClr>
              <a:buSzPts val="900"/>
              <a:buChar char="●"/>
              <a:defRPr sz="900">
                <a:solidFill>
                  <a:schemeClr val="lt1"/>
                </a:solidFill>
              </a:defRPr>
            </a:lvl4pPr>
            <a:lvl5pPr marL="2286000" lvl="4" indent="-285750" algn="ctr" rtl="0">
              <a:spcBef>
                <a:spcPts val="0"/>
              </a:spcBef>
              <a:spcAft>
                <a:spcPts val="0"/>
              </a:spcAft>
              <a:buClr>
                <a:schemeClr val="lt1"/>
              </a:buClr>
              <a:buSzPts val="900"/>
              <a:buChar char="○"/>
              <a:defRPr sz="900">
                <a:solidFill>
                  <a:schemeClr val="lt1"/>
                </a:solidFill>
              </a:defRPr>
            </a:lvl5pPr>
            <a:lvl6pPr marL="2743200" lvl="5" indent="-285750" algn="ctr" rtl="0">
              <a:spcBef>
                <a:spcPts val="0"/>
              </a:spcBef>
              <a:spcAft>
                <a:spcPts val="0"/>
              </a:spcAft>
              <a:buClr>
                <a:schemeClr val="lt1"/>
              </a:buClr>
              <a:buSzPts val="900"/>
              <a:buChar char="■"/>
              <a:defRPr sz="900">
                <a:solidFill>
                  <a:schemeClr val="lt1"/>
                </a:solidFill>
              </a:defRPr>
            </a:lvl6pPr>
            <a:lvl7pPr marL="3200400" lvl="6" indent="-285750" algn="ctr" rtl="0">
              <a:spcBef>
                <a:spcPts val="0"/>
              </a:spcBef>
              <a:spcAft>
                <a:spcPts val="0"/>
              </a:spcAft>
              <a:buClr>
                <a:schemeClr val="lt1"/>
              </a:buClr>
              <a:buSzPts val="900"/>
              <a:buChar char="●"/>
              <a:defRPr sz="900">
                <a:solidFill>
                  <a:schemeClr val="lt1"/>
                </a:solidFill>
              </a:defRPr>
            </a:lvl7pPr>
            <a:lvl8pPr marL="3657600" lvl="7" indent="-285750" algn="ctr" rtl="0">
              <a:spcBef>
                <a:spcPts val="0"/>
              </a:spcBef>
              <a:spcAft>
                <a:spcPts val="0"/>
              </a:spcAft>
              <a:buClr>
                <a:schemeClr val="lt1"/>
              </a:buClr>
              <a:buSzPts val="900"/>
              <a:buChar char="○"/>
              <a:defRPr sz="900">
                <a:solidFill>
                  <a:schemeClr val="lt1"/>
                </a:solidFill>
              </a:defRPr>
            </a:lvl8pPr>
            <a:lvl9pPr marL="4114800" lvl="8" indent="-285750" algn="ctr" rtl="0">
              <a:spcBef>
                <a:spcPts val="0"/>
              </a:spcBef>
              <a:spcAft>
                <a:spcPts val="0"/>
              </a:spcAft>
              <a:buClr>
                <a:schemeClr val="lt1"/>
              </a:buClr>
              <a:buSzPts val="900"/>
              <a:buChar char="■"/>
              <a:defRPr sz="900">
                <a:solidFill>
                  <a:schemeClr val="lt1"/>
                </a:solidFill>
              </a:defRPr>
            </a:lvl9pPr>
          </a:lstStyle>
          <a:p>
            <a:endParaRPr/>
          </a:p>
        </p:txBody>
      </p:sp>
      <p:sp>
        <p:nvSpPr>
          <p:cNvPr id="1303" name="Google Shape;1303;p107"/>
          <p:cNvSpPr txBox="1">
            <a:spLocks noGrp="1"/>
          </p:cNvSpPr>
          <p:nvPr>
            <p:ph type="subTitle" idx="2"/>
          </p:nvPr>
        </p:nvSpPr>
        <p:spPr>
          <a:xfrm>
            <a:off x="957500" y="2975411"/>
            <a:ext cx="1739100" cy="206400"/>
          </a:xfrm>
          <a:prstGeom prst="rect">
            <a:avLst/>
          </a:prstGeom>
        </p:spPr>
        <p:txBody>
          <a:bodyPr spcFirstLastPara="1" wrap="square" lIns="0" tIns="0" rIns="0" bIns="0" anchor="t" anchorCtr="0">
            <a:spAutoFit/>
          </a:bodyPr>
          <a:lstStyle>
            <a:lvl1pPr lvl="0" algn="ctr" rtl="0">
              <a:lnSpc>
                <a:spcPct val="100000"/>
              </a:lnSpc>
              <a:spcBef>
                <a:spcPts val="0"/>
              </a:spcBef>
              <a:spcAft>
                <a:spcPts val="0"/>
              </a:spcAft>
              <a:buClr>
                <a:schemeClr val="lt1"/>
              </a:buClr>
              <a:buSzPts val="1250"/>
              <a:buFont typeface="IBM Plex Sans Medium"/>
              <a:buNone/>
              <a:defRPr sz="1250">
                <a:solidFill>
                  <a:schemeClr val="lt1"/>
                </a:solidFill>
                <a:latin typeface="IBM Plex Sans Medium"/>
                <a:ea typeface="IBM Plex Sans Medium"/>
                <a:cs typeface="IBM Plex Sans Medium"/>
                <a:sym typeface="IBM Plex Sans Medium"/>
              </a:defRPr>
            </a:lvl1pPr>
            <a:lvl2pPr lvl="1" rtl="0">
              <a:lnSpc>
                <a:spcPct val="100000"/>
              </a:lnSpc>
              <a:spcBef>
                <a:spcPts val="0"/>
              </a:spcBef>
              <a:spcAft>
                <a:spcPts val="0"/>
              </a:spcAft>
              <a:buClr>
                <a:schemeClr val="lt1"/>
              </a:buClr>
              <a:buSzPts val="700"/>
              <a:buFont typeface="IBM Plex Sans Medium"/>
              <a:buNone/>
              <a:defRPr sz="700">
                <a:solidFill>
                  <a:schemeClr val="lt1"/>
                </a:solidFill>
                <a:latin typeface="IBM Plex Sans Medium"/>
                <a:ea typeface="IBM Plex Sans Medium"/>
                <a:cs typeface="IBM Plex Sans Medium"/>
                <a:sym typeface="IBM Plex Sans Medium"/>
              </a:defRPr>
            </a:lvl2pPr>
            <a:lvl3pPr lvl="2" rtl="0">
              <a:lnSpc>
                <a:spcPct val="100000"/>
              </a:lnSpc>
              <a:spcBef>
                <a:spcPts val="0"/>
              </a:spcBef>
              <a:spcAft>
                <a:spcPts val="0"/>
              </a:spcAft>
              <a:buClr>
                <a:schemeClr val="lt1"/>
              </a:buClr>
              <a:buSzPts val="700"/>
              <a:buFont typeface="IBM Plex Sans Medium"/>
              <a:buNone/>
              <a:defRPr sz="700">
                <a:solidFill>
                  <a:schemeClr val="lt1"/>
                </a:solidFill>
                <a:latin typeface="IBM Plex Sans Medium"/>
                <a:ea typeface="IBM Plex Sans Medium"/>
                <a:cs typeface="IBM Plex Sans Medium"/>
                <a:sym typeface="IBM Plex Sans Medium"/>
              </a:defRPr>
            </a:lvl3pPr>
            <a:lvl4pPr lvl="3" rtl="0">
              <a:lnSpc>
                <a:spcPct val="100000"/>
              </a:lnSpc>
              <a:spcBef>
                <a:spcPts val="0"/>
              </a:spcBef>
              <a:spcAft>
                <a:spcPts val="0"/>
              </a:spcAft>
              <a:buClr>
                <a:schemeClr val="lt1"/>
              </a:buClr>
              <a:buSzPts val="700"/>
              <a:buFont typeface="IBM Plex Sans Medium"/>
              <a:buNone/>
              <a:defRPr sz="700">
                <a:solidFill>
                  <a:schemeClr val="lt1"/>
                </a:solidFill>
                <a:latin typeface="IBM Plex Sans Medium"/>
                <a:ea typeface="IBM Plex Sans Medium"/>
                <a:cs typeface="IBM Plex Sans Medium"/>
                <a:sym typeface="IBM Plex Sans Medium"/>
              </a:defRPr>
            </a:lvl4pPr>
            <a:lvl5pPr lvl="4" rtl="0">
              <a:lnSpc>
                <a:spcPct val="100000"/>
              </a:lnSpc>
              <a:spcBef>
                <a:spcPts val="0"/>
              </a:spcBef>
              <a:spcAft>
                <a:spcPts val="0"/>
              </a:spcAft>
              <a:buClr>
                <a:schemeClr val="lt1"/>
              </a:buClr>
              <a:buSzPts val="700"/>
              <a:buFont typeface="IBM Plex Sans Medium"/>
              <a:buNone/>
              <a:defRPr sz="700">
                <a:solidFill>
                  <a:schemeClr val="lt1"/>
                </a:solidFill>
                <a:latin typeface="IBM Plex Sans Medium"/>
                <a:ea typeface="IBM Plex Sans Medium"/>
                <a:cs typeface="IBM Plex Sans Medium"/>
                <a:sym typeface="IBM Plex Sans Medium"/>
              </a:defRPr>
            </a:lvl5pPr>
            <a:lvl6pPr lvl="5" rtl="0">
              <a:lnSpc>
                <a:spcPct val="100000"/>
              </a:lnSpc>
              <a:spcBef>
                <a:spcPts val="0"/>
              </a:spcBef>
              <a:spcAft>
                <a:spcPts val="0"/>
              </a:spcAft>
              <a:buClr>
                <a:schemeClr val="lt1"/>
              </a:buClr>
              <a:buSzPts val="700"/>
              <a:buFont typeface="IBM Plex Sans Medium"/>
              <a:buNone/>
              <a:defRPr sz="700">
                <a:solidFill>
                  <a:schemeClr val="lt1"/>
                </a:solidFill>
                <a:latin typeface="IBM Plex Sans Medium"/>
                <a:ea typeface="IBM Plex Sans Medium"/>
                <a:cs typeface="IBM Plex Sans Medium"/>
                <a:sym typeface="IBM Plex Sans Medium"/>
              </a:defRPr>
            </a:lvl6pPr>
            <a:lvl7pPr lvl="6" rtl="0">
              <a:lnSpc>
                <a:spcPct val="100000"/>
              </a:lnSpc>
              <a:spcBef>
                <a:spcPts val="0"/>
              </a:spcBef>
              <a:spcAft>
                <a:spcPts val="0"/>
              </a:spcAft>
              <a:buClr>
                <a:schemeClr val="lt1"/>
              </a:buClr>
              <a:buSzPts val="700"/>
              <a:buFont typeface="IBM Plex Sans Medium"/>
              <a:buNone/>
              <a:defRPr sz="700">
                <a:solidFill>
                  <a:schemeClr val="lt1"/>
                </a:solidFill>
                <a:latin typeface="IBM Plex Sans Medium"/>
                <a:ea typeface="IBM Plex Sans Medium"/>
                <a:cs typeface="IBM Plex Sans Medium"/>
                <a:sym typeface="IBM Plex Sans Medium"/>
              </a:defRPr>
            </a:lvl7pPr>
            <a:lvl8pPr lvl="7" rtl="0">
              <a:lnSpc>
                <a:spcPct val="100000"/>
              </a:lnSpc>
              <a:spcBef>
                <a:spcPts val="0"/>
              </a:spcBef>
              <a:spcAft>
                <a:spcPts val="0"/>
              </a:spcAft>
              <a:buClr>
                <a:schemeClr val="lt1"/>
              </a:buClr>
              <a:buSzPts val="700"/>
              <a:buFont typeface="IBM Plex Sans Medium"/>
              <a:buNone/>
              <a:defRPr sz="700">
                <a:solidFill>
                  <a:schemeClr val="lt1"/>
                </a:solidFill>
                <a:latin typeface="IBM Plex Sans Medium"/>
                <a:ea typeface="IBM Plex Sans Medium"/>
                <a:cs typeface="IBM Plex Sans Medium"/>
                <a:sym typeface="IBM Plex Sans Medium"/>
              </a:defRPr>
            </a:lvl8pPr>
            <a:lvl9pPr lvl="8" rtl="0">
              <a:lnSpc>
                <a:spcPct val="100000"/>
              </a:lnSpc>
              <a:spcBef>
                <a:spcPts val="0"/>
              </a:spcBef>
              <a:spcAft>
                <a:spcPts val="0"/>
              </a:spcAft>
              <a:buClr>
                <a:schemeClr val="lt1"/>
              </a:buClr>
              <a:buSzPts val="700"/>
              <a:buFont typeface="IBM Plex Sans Medium"/>
              <a:buNone/>
              <a:defRPr sz="700">
                <a:solidFill>
                  <a:schemeClr val="lt1"/>
                </a:solidFill>
                <a:latin typeface="IBM Plex Sans Medium"/>
                <a:ea typeface="IBM Plex Sans Medium"/>
                <a:cs typeface="IBM Plex Sans Medium"/>
                <a:sym typeface="IBM Plex Sans Medium"/>
              </a:defRPr>
            </a:lvl9pPr>
          </a:lstStyle>
          <a:p>
            <a:endParaRPr/>
          </a:p>
        </p:txBody>
      </p:sp>
      <p:sp>
        <p:nvSpPr>
          <p:cNvPr id="1304" name="Google Shape;1304;p107"/>
          <p:cNvSpPr txBox="1">
            <a:spLocks noGrp="1"/>
          </p:cNvSpPr>
          <p:nvPr>
            <p:ph type="body" idx="3"/>
          </p:nvPr>
        </p:nvSpPr>
        <p:spPr>
          <a:xfrm>
            <a:off x="3783350" y="3272447"/>
            <a:ext cx="1638300" cy="704700"/>
          </a:xfrm>
          <a:prstGeom prst="rect">
            <a:avLst/>
          </a:prstGeom>
        </p:spPr>
        <p:txBody>
          <a:bodyPr spcFirstLastPara="1" wrap="square" lIns="0" tIns="0" rIns="0" bIns="0" anchor="t" anchorCtr="0">
            <a:normAutofit/>
          </a:bodyPr>
          <a:lstStyle>
            <a:lvl1pPr marL="457200" lvl="0" indent="-285750" algn="ctr" rtl="0">
              <a:spcBef>
                <a:spcPts val="0"/>
              </a:spcBef>
              <a:spcAft>
                <a:spcPts val="0"/>
              </a:spcAft>
              <a:buClr>
                <a:schemeClr val="lt1"/>
              </a:buClr>
              <a:buSzPts val="900"/>
              <a:buChar char="■"/>
              <a:defRPr sz="900">
                <a:solidFill>
                  <a:schemeClr val="lt1"/>
                </a:solidFill>
              </a:defRPr>
            </a:lvl1pPr>
            <a:lvl2pPr marL="914400" lvl="1" indent="-285750" algn="ctr" rtl="0">
              <a:spcBef>
                <a:spcPts val="0"/>
              </a:spcBef>
              <a:spcAft>
                <a:spcPts val="0"/>
              </a:spcAft>
              <a:buClr>
                <a:schemeClr val="lt1"/>
              </a:buClr>
              <a:buSzPts val="900"/>
              <a:buChar char="■"/>
              <a:defRPr sz="900">
                <a:solidFill>
                  <a:schemeClr val="lt1"/>
                </a:solidFill>
              </a:defRPr>
            </a:lvl2pPr>
            <a:lvl3pPr marL="1371600" lvl="2" indent="-285750" algn="ctr" rtl="0">
              <a:spcBef>
                <a:spcPts val="0"/>
              </a:spcBef>
              <a:spcAft>
                <a:spcPts val="0"/>
              </a:spcAft>
              <a:buClr>
                <a:schemeClr val="lt1"/>
              </a:buClr>
              <a:buSzPts val="900"/>
              <a:buChar char="■"/>
              <a:defRPr sz="900">
                <a:solidFill>
                  <a:schemeClr val="lt1"/>
                </a:solidFill>
              </a:defRPr>
            </a:lvl3pPr>
            <a:lvl4pPr marL="1828800" lvl="3" indent="-285750" algn="ctr" rtl="0">
              <a:spcBef>
                <a:spcPts val="0"/>
              </a:spcBef>
              <a:spcAft>
                <a:spcPts val="0"/>
              </a:spcAft>
              <a:buClr>
                <a:schemeClr val="lt1"/>
              </a:buClr>
              <a:buSzPts val="900"/>
              <a:buChar char="●"/>
              <a:defRPr sz="900">
                <a:solidFill>
                  <a:schemeClr val="lt1"/>
                </a:solidFill>
              </a:defRPr>
            </a:lvl4pPr>
            <a:lvl5pPr marL="2286000" lvl="4" indent="-285750" algn="ctr" rtl="0">
              <a:spcBef>
                <a:spcPts val="0"/>
              </a:spcBef>
              <a:spcAft>
                <a:spcPts val="0"/>
              </a:spcAft>
              <a:buClr>
                <a:schemeClr val="lt1"/>
              </a:buClr>
              <a:buSzPts val="900"/>
              <a:buChar char="○"/>
              <a:defRPr sz="900">
                <a:solidFill>
                  <a:schemeClr val="lt1"/>
                </a:solidFill>
              </a:defRPr>
            </a:lvl5pPr>
            <a:lvl6pPr marL="2743200" lvl="5" indent="-285750" algn="ctr" rtl="0">
              <a:spcBef>
                <a:spcPts val="0"/>
              </a:spcBef>
              <a:spcAft>
                <a:spcPts val="0"/>
              </a:spcAft>
              <a:buClr>
                <a:schemeClr val="lt1"/>
              </a:buClr>
              <a:buSzPts val="900"/>
              <a:buChar char="■"/>
              <a:defRPr sz="900">
                <a:solidFill>
                  <a:schemeClr val="lt1"/>
                </a:solidFill>
              </a:defRPr>
            </a:lvl6pPr>
            <a:lvl7pPr marL="3200400" lvl="6" indent="-285750" algn="ctr" rtl="0">
              <a:spcBef>
                <a:spcPts val="0"/>
              </a:spcBef>
              <a:spcAft>
                <a:spcPts val="0"/>
              </a:spcAft>
              <a:buClr>
                <a:schemeClr val="lt1"/>
              </a:buClr>
              <a:buSzPts val="900"/>
              <a:buChar char="●"/>
              <a:defRPr sz="900">
                <a:solidFill>
                  <a:schemeClr val="lt1"/>
                </a:solidFill>
              </a:defRPr>
            </a:lvl7pPr>
            <a:lvl8pPr marL="3657600" lvl="7" indent="-285750" algn="ctr" rtl="0">
              <a:spcBef>
                <a:spcPts val="0"/>
              </a:spcBef>
              <a:spcAft>
                <a:spcPts val="0"/>
              </a:spcAft>
              <a:buClr>
                <a:schemeClr val="lt1"/>
              </a:buClr>
              <a:buSzPts val="900"/>
              <a:buChar char="○"/>
              <a:defRPr sz="900">
                <a:solidFill>
                  <a:schemeClr val="lt1"/>
                </a:solidFill>
              </a:defRPr>
            </a:lvl8pPr>
            <a:lvl9pPr marL="4114800" lvl="8" indent="-285750" algn="ctr" rtl="0">
              <a:spcBef>
                <a:spcPts val="0"/>
              </a:spcBef>
              <a:spcAft>
                <a:spcPts val="0"/>
              </a:spcAft>
              <a:buClr>
                <a:schemeClr val="lt1"/>
              </a:buClr>
              <a:buSzPts val="900"/>
              <a:buChar char="■"/>
              <a:defRPr sz="900">
                <a:solidFill>
                  <a:schemeClr val="lt1"/>
                </a:solidFill>
              </a:defRPr>
            </a:lvl9pPr>
          </a:lstStyle>
          <a:p>
            <a:endParaRPr/>
          </a:p>
        </p:txBody>
      </p:sp>
      <p:sp>
        <p:nvSpPr>
          <p:cNvPr id="1305" name="Google Shape;1305;p107"/>
          <p:cNvSpPr txBox="1">
            <a:spLocks noGrp="1"/>
          </p:cNvSpPr>
          <p:nvPr>
            <p:ph type="subTitle" idx="4"/>
          </p:nvPr>
        </p:nvSpPr>
        <p:spPr>
          <a:xfrm>
            <a:off x="3783450" y="2975411"/>
            <a:ext cx="1638300" cy="206400"/>
          </a:xfrm>
          <a:prstGeom prst="rect">
            <a:avLst/>
          </a:prstGeom>
        </p:spPr>
        <p:txBody>
          <a:bodyPr spcFirstLastPara="1" wrap="square" lIns="0" tIns="0" rIns="0" bIns="0" anchor="t" anchorCtr="0">
            <a:spAutoFit/>
          </a:bodyPr>
          <a:lstStyle>
            <a:lvl1pPr lvl="0" algn="ctr" rtl="0">
              <a:lnSpc>
                <a:spcPct val="100000"/>
              </a:lnSpc>
              <a:spcBef>
                <a:spcPts val="0"/>
              </a:spcBef>
              <a:spcAft>
                <a:spcPts val="0"/>
              </a:spcAft>
              <a:buClr>
                <a:schemeClr val="lt1"/>
              </a:buClr>
              <a:buSzPts val="1250"/>
              <a:buFont typeface="IBM Plex Sans Medium"/>
              <a:buNone/>
              <a:defRPr sz="1250">
                <a:solidFill>
                  <a:schemeClr val="lt1"/>
                </a:solidFill>
                <a:latin typeface="IBM Plex Sans Medium"/>
                <a:ea typeface="IBM Plex Sans Medium"/>
                <a:cs typeface="IBM Plex Sans Medium"/>
                <a:sym typeface="IBM Plex Sans Medium"/>
              </a:defRPr>
            </a:lvl1pPr>
            <a:lvl2pPr lvl="1" rtl="0">
              <a:lnSpc>
                <a:spcPct val="100000"/>
              </a:lnSpc>
              <a:spcBef>
                <a:spcPts val="0"/>
              </a:spcBef>
              <a:spcAft>
                <a:spcPts val="0"/>
              </a:spcAft>
              <a:buClr>
                <a:schemeClr val="lt1"/>
              </a:buClr>
              <a:buSzPts val="700"/>
              <a:buFont typeface="IBM Plex Sans Medium"/>
              <a:buNone/>
              <a:defRPr sz="700">
                <a:solidFill>
                  <a:schemeClr val="lt1"/>
                </a:solidFill>
                <a:latin typeface="IBM Plex Sans Medium"/>
                <a:ea typeface="IBM Plex Sans Medium"/>
                <a:cs typeface="IBM Plex Sans Medium"/>
                <a:sym typeface="IBM Plex Sans Medium"/>
              </a:defRPr>
            </a:lvl2pPr>
            <a:lvl3pPr lvl="2" rtl="0">
              <a:lnSpc>
                <a:spcPct val="100000"/>
              </a:lnSpc>
              <a:spcBef>
                <a:spcPts val="0"/>
              </a:spcBef>
              <a:spcAft>
                <a:spcPts val="0"/>
              </a:spcAft>
              <a:buClr>
                <a:schemeClr val="lt1"/>
              </a:buClr>
              <a:buSzPts val="700"/>
              <a:buFont typeface="IBM Plex Sans Medium"/>
              <a:buNone/>
              <a:defRPr sz="700">
                <a:solidFill>
                  <a:schemeClr val="lt1"/>
                </a:solidFill>
                <a:latin typeface="IBM Plex Sans Medium"/>
                <a:ea typeface="IBM Plex Sans Medium"/>
                <a:cs typeface="IBM Plex Sans Medium"/>
                <a:sym typeface="IBM Plex Sans Medium"/>
              </a:defRPr>
            </a:lvl3pPr>
            <a:lvl4pPr lvl="3" rtl="0">
              <a:lnSpc>
                <a:spcPct val="100000"/>
              </a:lnSpc>
              <a:spcBef>
                <a:spcPts val="0"/>
              </a:spcBef>
              <a:spcAft>
                <a:spcPts val="0"/>
              </a:spcAft>
              <a:buClr>
                <a:schemeClr val="lt1"/>
              </a:buClr>
              <a:buSzPts val="700"/>
              <a:buFont typeface="IBM Plex Sans Medium"/>
              <a:buNone/>
              <a:defRPr sz="700">
                <a:solidFill>
                  <a:schemeClr val="lt1"/>
                </a:solidFill>
                <a:latin typeface="IBM Plex Sans Medium"/>
                <a:ea typeface="IBM Plex Sans Medium"/>
                <a:cs typeface="IBM Plex Sans Medium"/>
                <a:sym typeface="IBM Plex Sans Medium"/>
              </a:defRPr>
            </a:lvl4pPr>
            <a:lvl5pPr lvl="4" rtl="0">
              <a:lnSpc>
                <a:spcPct val="100000"/>
              </a:lnSpc>
              <a:spcBef>
                <a:spcPts val="0"/>
              </a:spcBef>
              <a:spcAft>
                <a:spcPts val="0"/>
              </a:spcAft>
              <a:buClr>
                <a:schemeClr val="lt1"/>
              </a:buClr>
              <a:buSzPts val="700"/>
              <a:buFont typeface="IBM Plex Sans Medium"/>
              <a:buNone/>
              <a:defRPr sz="700">
                <a:solidFill>
                  <a:schemeClr val="lt1"/>
                </a:solidFill>
                <a:latin typeface="IBM Plex Sans Medium"/>
                <a:ea typeface="IBM Plex Sans Medium"/>
                <a:cs typeface="IBM Plex Sans Medium"/>
                <a:sym typeface="IBM Plex Sans Medium"/>
              </a:defRPr>
            </a:lvl5pPr>
            <a:lvl6pPr lvl="5" rtl="0">
              <a:lnSpc>
                <a:spcPct val="100000"/>
              </a:lnSpc>
              <a:spcBef>
                <a:spcPts val="0"/>
              </a:spcBef>
              <a:spcAft>
                <a:spcPts val="0"/>
              </a:spcAft>
              <a:buClr>
                <a:schemeClr val="lt1"/>
              </a:buClr>
              <a:buSzPts val="700"/>
              <a:buFont typeface="IBM Plex Sans Medium"/>
              <a:buNone/>
              <a:defRPr sz="700">
                <a:solidFill>
                  <a:schemeClr val="lt1"/>
                </a:solidFill>
                <a:latin typeface="IBM Plex Sans Medium"/>
                <a:ea typeface="IBM Plex Sans Medium"/>
                <a:cs typeface="IBM Plex Sans Medium"/>
                <a:sym typeface="IBM Plex Sans Medium"/>
              </a:defRPr>
            </a:lvl6pPr>
            <a:lvl7pPr lvl="6" rtl="0">
              <a:lnSpc>
                <a:spcPct val="100000"/>
              </a:lnSpc>
              <a:spcBef>
                <a:spcPts val="0"/>
              </a:spcBef>
              <a:spcAft>
                <a:spcPts val="0"/>
              </a:spcAft>
              <a:buClr>
                <a:schemeClr val="lt1"/>
              </a:buClr>
              <a:buSzPts val="700"/>
              <a:buFont typeface="IBM Plex Sans Medium"/>
              <a:buNone/>
              <a:defRPr sz="700">
                <a:solidFill>
                  <a:schemeClr val="lt1"/>
                </a:solidFill>
                <a:latin typeface="IBM Plex Sans Medium"/>
                <a:ea typeface="IBM Plex Sans Medium"/>
                <a:cs typeface="IBM Plex Sans Medium"/>
                <a:sym typeface="IBM Plex Sans Medium"/>
              </a:defRPr>
            </a:lvl7pPr>
            <a:lvl8pPr lvl="7" rtl="0">
              <a:lnSpc>
                <a:spcPct val="100000"/>
              </a:lnSpc>
              <a:spcBef>
                <a:spcPts val="0"/>
              </a:spcBef>
              <a:spcAft>
                <a:spcPts val="0"/>
              </a:spcAft>
              <a:buClr>
                <a:schemeClr val="lt1"/>
              </a:buClr>
              <a:buSzPts val="700"/>
              <a:buFont typeface="IBM Plex Sans Medium"/>
              <a:buNone/>
              <a:defRPr sz="700">
                <a:solidFill>
                  <a:schemeClr val="lt1"/>
                </a:solidFill>
                <a:latin typeface="IBM Plex Sans Medium"/>
                <a:ea typeface="IBM Plex Sans Medium"/>
                <a:cs typeface="IBM Plex Sans Medium"/>
                <a:sym typeface="IBM Plex Sans Medium"/>
              </a:defRPr>
            </a:lvl8pPr>
            <a:lvl9pPr lvl="8" rtl="0">
              <a:lnSpc>
                <a:spcPct val="100000"/>
              </a:lnSpc>
              <a:spcBef>
                <a:spcPts val="0"/>
              </a:spcBef>
              <a:spcAft>
                <a:spcPts val="0"/>
              </a:spcAft>
              <a:buClr>
                <a:schemeClr val="lt1"/>
              </a:buClr>
              <a:buSzPts val="700"/>
              <a:buFont typeface="IBM Plex Sans Medium"/>
              <a:buNone/>
              <a:defRPr sz="700">
                <a:solidFill>
                  <a:schemeClr val="lt1"/>
                </a:solidFill>
                <a:latin typeface="IBM Plex Sans Medium"/>
                <a:ea typeface="IBM Plex Sans Medium"/>
                <a:cs typeface="IBM Plex Sans Medium"/>
                <a:sym typeface="IBM Plex Sans Medium"/>
              </a:defRPr>
            </a:lvl9pPr>
          </a:lstStyle>
          <a:p>
            <a:endParaRPr/>
          </a:p>
        </p:txBody>
      </p:sp>
      <p:sp>
        <p:nvSpPr>
          <p:cNvPr id="1306" name="Google Shape;1306;p107"/>
          <p:cNvSpPr txBox="1">
            <a:spLocks noGrp="1"/>
          </p:cNvSpPr>
          <p:nvPr>
            <p:ph type="body" idx="5"/>
          </p:nvPr>
        </p:nvSpPr>
        <p:spPr>
          <a:xfrm>
            <a:off x="6752225" y="3272447"/>
            <a:ext cx="1739100" cy="704700"/>
          </a:xfrm>
          <a:prstGeom prst="rect">
            <a:avLst/>
          </a:prstGeom>
        </p:spPr>
        <p:txBody>
          <a:bodyPr spcFirstLastPara="1" wrap="square" lIns="0" tIns="0" rIns="0" bIns="0" anchor="t" anchorCtr="0">
            <a:normAutofit/>
          </a:bodyPr>
          <a:lstStyle>
            <a:lvl1pPr marL="457200" lvl="0" indent="-285750" algn="ctr" rtl="0">
              <a:spcBef>
                <a:spcPts val="0"/>
              </a:spcBef>
              <a:spcAft>
                <a:spcPts val="0"/>
              </a:spcAft>
              <a:buClr>
                <a:schemeClr val="lt1"/>
              </a:buClr>
              <a:buSzPts val="900"/>
              <a:buChar char="■"/>
              <a:defRPr sz="900">
                <a:solidFill>
                  <a:schemeClr val="lt1"/>
                </a:solidFill>
              </a:defRPr>
            </a:lvl1pPr>
            <a:lvl2pPr marL="914400" lvl="1" indent="-285750" algn="ctr" rtl="0">
              <a:spcBef>
                <a:spcPts val="0"/>
              </a:spcBef>
              <a:spcAft>
                <a:spcPts val="0"/>
              </a:spcAft>
              <a:buClr>
                <a:schemeClr val="lt1"/>
              </a:buClr>
              <a:buSzPts val="900"/>
              <a:buChar char="■"/>
              <a:defRPr sz="900">
                <a:solidFill>
                  <a:schemeClr val="lt1"/>
                </a:solidFill>
              </a:defRPr>
            </a:lvl2pPr>
            <a:lvl3pPr marL="1371600" lvl="2" indent="-285750" algn="ctr" rtl="0">
              <a:spcBef>
                <a:spcPts val="0"/>
              </a:spcBef>
              <a:spcAft>
                <a:spcPts val="0"/>
              </a:spcAft>
              <a:buClr>
                <a:schemeClr val="lt1"/>
              </a:buClr>
              <a:buSzPts val="900"/>
              <a:buChar char="■"/>
              <a:defRPr sz="900">
                <a:solidFill>
                  <a:schemeClr val="lt1"/>
                </a:solidFill>
              </a:defRPr>
            </a:lvl3pPr>
            <a:lvl4pPr marL="1828800" lvl="3" indent="-285750" algn="ctr" rtl="0">
              <a:spcBef>
                <a:spcPts val="0"/>
              </a:spcBef>
              <a:spcAft>
                <a:spcPts val="0"/>
              </a:spcAft>
              <a:buClr>
                <a:schemeClr val="lt1"/>
              </a:buClr>
              <a:buSzPts val="900"/>
              <a:buChar char="●"/>
              <a:defRPr sz="900">
                <a:solidFill>
                  <a:schemeClr val="lt1"/>
                </a:solidFill>
              </a:defRPr>
            </a:lvl4pPr>
            <a:lvl5pPr marL="2286000" lvl="4" indent="-285750" algn="ctr" rtl="0">
              <a:spcBef>
                <a:spcPts val="0"/>
              </a:spcBef>
              <a:spcAft>
                <a:spcPts val="0"/>
              </a:spcAft>
              <a:buClr>
                <a:schemeClr val="lt1"/>
              </a:buClr>
              <a:buSzPts val="900"/>
              <a:buChar char="○"/>
              <a:defRPr sz="900">
                <a:solidFill>
                  <a:schemeClr val="lt1"/>
                </a:solidFill>
              </a:defRPr>
            </a:lvl5pPr>
            <a:lvl6pPr marL="2743200" lvl="5" indent="-285750" algn="ctr" rtl="0">
              <a:spcBef>
                <a:spcPts val="0"/>
              </a:spcBef>
              <a:spcAft>
                <a:spcPts val="0"/>
              </a:spcAft>
              <a:buClr>
                <a:schemeClr val="lt1"/>
              </a:buClr>
              <a:buSzPts val="900"/>
              <a:buChar char="■"/>
              <a:defRPr sz="900">
                <a:solidFill>
                  <a:schemeClr val="lt1"/>
                </a:solidFill>
              </a:defRPr>
            </a:lvl6pPr>
            <a:lvl7pPr marL="3200400" lvl="6" indent="-285750" algn="ctr" rtl="0">
              <a:spcBef>
                <a:spcPts val="0"/>
              </a:spcBef>
              <a:spcAft>
                <a:spcPts val="0"/>
              </a:spcAft>
              <a:buClr>
                <a:schemeClr val="lt1"/>
              </a:buClr>
              <a:buSzPts val="900"/>
              <a:buChar char="●"/>
              <a:defRPr sz="900">
                <a:solidFill>
                  <a:schemeClr val="lt1"/>
                </a:solidFill>
              </a:defRPr>
            </a:lvl7pPr>
            <a:lvl8pPr marL="3657600" lvl="7" indent="-285750" algn="ctr" rtl="0">
              <a:spcBef>
                <a:spcPts val="0"/>
              </a:spcBef>
              <a:spcAft>
                <a:spcPts val="0"/>
              </a:spcAft>
              <a:buClr>
                <a:schemeClr val="lt1"/>
              </a:buClr>
              <a:buSzPts val="900"/>
              <a:buChar char="○"/>
              <a:defRPr sz="900">
                <a:solidFill>
                  <a:schemeClr val="lt1"/>
                </a:solidFill>
              </a:defRPr>
            </a:lvl8pPr>
            <a:lvl9pPr marL="4114800" lvl="8" indent="-285750" algn="ctr" rtl="0">
              <a:spcBef>
                <a:spcPts val="0"/>
              </a:spcBef>
              <a:spcAft>
                <a:spcPts val="0"/>
              </a:spcAft>
              <a:buClr>
                <a:schemeClr val="lt1"/>
              </a:buClr>
              <a:buSzPts val="900"/>
              <a:buChar char="■"/>
              <a:defRPr sz="900">
                <a:solidFill>
                  <a:schemeClr val="lt1"/>
                </a:solidFill>
              </a:defRPr>
            </a:lvl9pPr>
          </a:lstStyle>
          <a:p>
            <a:endParaRPr/>
          </a:p>
        </p:txBody>
      </p:sp>
      <p:sp>
        <p:nvSpPr>
          <p:cNvPr id="1307" name="Google Shape;1307;p107"/>
          <p:cNvSpPr txBox="1">
            <a:spLocks noGrp="1"/>
          </p:cNvSpPr>
          <p:nvPr>
            <p:ph type="subTitle" idx="6"/>
          </p:nvPr>
        </p:nvSpPr>
        <p:spPr>
          <a:xfrm>
            <a:off x="6752225" y="2975411"/>
            <a:ext cx="1739100" cy="206400"/>
          </a:xfrm>
          <a:prstGeom prst="rect">
            <a:avLst/>
          </a:prstGeom>
        </p:spPr>
        <p:txBody>
          <a:bodyPr spcFirstLastPara="1" wrap="square" lIns="0" tIns="0" rIns="0" bIns="0" anchor="t" anchorCtr="0">
            <a:spAutoFit/>
          </a:bodyPr>
          <a:lstStyle>
            <a:lvl1pPr lvl="0" algn="ctr" rtl="0">
              <a:lnSpc>
                <a:spcPct val="100000"/>
              </a:lnSpc>
              <a:spcBef>
                <a:spcPts val="0"/>
              </a:spcBef>
              <a:spcAft>
                <a:spcPts val="0"/>
              </a:spcAft>
              <a:buClr>
                <a:schemeClr val="lt1"/>
              </a:buClr>
              <a:buSzPts val="1250"/>
              <a:buFont typeface="IBM Plex Sans Medium"/>
              <a:buNone/>
              <a:defRPr sz="1250">
                <a:solidFill>
                  <a:schemeClr val="lt1"/>
                </a:solidFill>
                <a:latin typeface="IBM Plex Sans Medium"/>
                <a:ea typeface="IBM Plex Sans Medium"/>
                <a:cs typeface="IBM Plex Sans Medium"/>
                <a:sym typeface="IBM Plex Sans Medium"/>
              </a:defRPr>
            </a:lvl1pPr>
            <a:lvl2pPr lvl="1" rtl="0">
              <a:lnSpc>
                <a:spcPct val="100000"/>
              </a:lnSpc>
              <a:spcBef>
                <a:spcPts val="0"/>
              </a:spcBef>
              <a:spcAft>
                <a:spcPts val="0"/>
              </a:spcAft>
              <a:buClr>
                <a:schemeClr val="lt1"/>
              </a:buClr>
              <a:buSzPts val="700"/>
              <a:buFont typeface="IBM Plex Sans Medium"/>
              <a:buNone/>
              <a:defRPr sz="700">
                <a:solidFill>
                  <a:schemeClr val="lt1"/>
                </a:solidFill>
                <a:latin typeface="IBM Plex Sans Medium"/>
                <a:ea typeface="IBM Plex Sans Medium"/>
                <a:cs typeface="IBM Plex Sans Medium"/>
                <a:sym typeface="IBM Plex Sans Medium"/>
              </a:defRPr>
            </a:lvl2pPr>
            <a:lvl3pPr lvl="2" rtl="0">
              <a:lnSpc>
                <a:spcPct val="100000"/>
              </a:lnSpc>
              <a:spcBef>
                <a:spcPts val="0"/>
              </a:spcBef>
              <a:spcAft>
                <a:spcPts val="0"/>
              </a:spcAft>
              <a:buClr>
                <a:schemeClr val="lt1"/>
              </a:buClr>
              <a:buSzPts val="700"/>
              <a:buFont typeface="IBM Plex Sans Medium"/>
              <a:buNone/>
              <a:defRPr sz="700">
                <a:solidFill>
                  <a:schemeClr val="lt1"/>
                </a:solidFill>
                <a:latin typeface="IBM Plex Sans Medium"/>
                <a:ea typeface="IBM Plex Sans Medium"/>
                <a:cs typeface="IBM Plex Sans Medium"/>
                <a:sym typeface="IBM Plex Sans Medium"/>
              </a:defRPr>
            </a:lvl3pPr>
            <a:lvl4pPr lvl="3" rtl="0">
              <a:lnSpc>
                <a:spcPct val="100000"/>
              </a:lnSpc>
              <a:spcBef>
                <a:spcPts val="0"/>
              </a:spcBef>
              <a:spcAft>
                <a:spcPts val="0"/>
              </a:spcAft>
              <a:buClr>
                <a:schemeClr val="lt1"/>
              </a:buClr>
              <a:buSzPts val="700"/>
              <a:buFont typeface="IBM Plex Sans Medium"/>
              <a:buNone/>
              <a:defRPr sz="700">
                <a:solidFill>
                  <a:schemeClr val="lt1"/>
                </a:solidFill>
                <a:latin typeface="IBM Plex Sans Medium"/>
                <a:ea typeface="IBM Plex Sans Medium"/>
                <a:cs typeface="IBM Plex Sans Medium"/>
                <a:sym typeface="IBM Plex Sans Medium"/>
              </a:defRPr>
            </a:lvl4pPr>
            <a:lvl5pPr lvl="4" rtl="0">
              <a:lnSpc>
                <a:spcPct val="100000"/>
              </a:lnSpc>
              <a:spcBef>
                <a:spcPts val="0"/>
              </a:spcBef>
              <a:spcAft>
                <a:spcPts val="0"/>
              </a:spcAft>
              <a:buClr>
                <a:schemeClr val="lt1"/>
              </a:buClr>
              <a:buSzPts val="700"/>
              <a:buFont typeface="IBM Plex Sans Medium"/>
              <a:buNone/>
              <a:defRPr sz="700">
                <a:solidFill>
                  <a:schemeClr val="lt1"/>
                </a:solidFill>
                <a:latin typeface="IBM Plex Sans Medium"/>
                <a:ea typeface="IBM Plex Sans Medium"/>
                <a:cs typeface="IBM Plex Sans Medium"/>
                <a:sym typeface="IBM Plex Sans Medium"/>
              </a:defRPr>
            </a:lvl5pPr>
            <a:lvl6pPr lvl="5" rtl="0">
              <a:lnSpc>
                <a:spcPct val="100000"/>
              </a:lnSpc>
              <a:spcBef>
                <a:spcPts val="0"/>
              </a:spcBef>
              <a:spcAft>
                <a:spcPts val="0"/>
              </a:spcAft>
              <a:buClr>
                <a:schemeClr val="lt1"/>
              </a:buClr>
              <a:buSzPts val="700"/>
              <a:buFont typeface="IBM Plex Sans Medium"/>
              <a:buNone/>
              <a:defRPr sz="700">
                <a:solidFill>
                  <a:schemeClr val="lt1"/>
                </a:solidFill>
                <a:latin typeface="IBM Plex Sans Medium"/>
                <a:ea typeface="IBM Plex Sans Medium"/>
                <a:cs typeface="IBM Plex Sans Medium"/>
                <a:sym typeface="IBM Plex Sans Medium"/>
              </a:defRPr>
            </a:lvl6pPr>
            <a:lvl7pPr lvl="6" rtl="0">
              <a:lnSpc>
                <a:spcPct val="100000"/>
              </a:lnSpc>
              <a:spcBef>
                <a:spcPts val="0"/>
              </a:spcBef>
              <a:spcAft>
                <a:spcPts val="0"/>
              </a:spcAft>
              <a:buClr>
                <a:schemeClr val="lt1"/>
              </a:buClr>
              <a:buSzPts val="700"/>
              <a:buFont typeface="IBM Plex Sans Medium"/>
              <a:buNone/>
              <a:defRPr sz="700">
                <a:solidFill>
                  <a:schemeClr val="lt1"/>
                </a:solidFill>
                <a:latin typeface="IBM Plex Sans Medium"/>
                <a:ea typeface="IBM Plex Sans Medium"/>
                <a:cs typeface="IBM Plex Sans Medium"/>
                <a:sym typeface="IBM Plex Sans Medium"/>
              </a:defRPr>
            </a:lvl7pPr>
            <a:lvl8pPr lvl="7" rtl="0">
              <a:lnSpc>
                <a:spcPct val="100000"/>
              </a:lnSpc>
              <a:spcBef>
                <a:spcPts val="0"/>
              </a:spcBef>
              <a:spcAft>
                <a:spcPts val="0"/>
              </a:spcAft>
              <a:buClr>
                <a:schemeClr val="lt1"/>
              </a:buClr>
              <a:buSzPts val="700"/>
              <a:buFont typeface="IBM Plex Sans Medium"/>
              <a:buNone/>
              <a:defRPr sz="700">
                <a:solidFill>
                  <a:schemeClr val="lt1"/>
                </a:solidFill>
                <a:latin typeface="IBM Plex Sans Medium"/>
                <a:ea typeface="IBM Plex Sans Medium"/>
                <a:cs typeface="IBM Plex Sans Medium"/>
                <a:sym typeface="IBM Plex Sans Medium"/>
              </a:defRPr>
            </a:lvl8pPr>
            <a:lvl9pPr lvl="8" rtl="0">
              <a:lnSpc>
                <a:spcPct val="100000"/>
              </a:lnSpc>
              <a:spcBef>
                <a:spcPts val="0"/>
              </a:spcBef>
              <a:spcAft>
                <a:spcPts val="0"/>
              </a:spcAft>
              <a:buClr>
                <a:schemeClr val="lt1"/>
              </a:buClr>
              <a:buSzPts val="700"/>
              <a:buFont typeface="IBM Plex Sans Medium"/>
              <a:buNone/>
              <a:defRPr sz="700">
                <a:solidFill>
                  <a:schemeClr val="lt1"/>
                </a:solidFill>
                <a:latin typeface="IBM Plex Sans Medium"/>
                <a:ea typeface="IBM Plex Sans Medium"/>
                <a:cs typeface="IBM Plex Sans Medium"/>
                <a:sym typeface="IBM Plex Sans Medium"/>
              </a:defRPr>
            </a:lvl9pPr>
          </a:lstStyle>
          <a:p>
            <a:endParaRPr/>
          </a:p>
        </p:txBody>
      </p:sp>
      <p:grpSp>
        <p:nvGrpSpPr>
          <p:cNvPr id="1308" name="Google Shape;1308;p107"/>
          <p:cNvGrpSpPr/>
          <p:nvPr/>
        </p:nvGrpSpPr>
        <p:grpSpPr>
          <a:xfrm>
            <a:off x="1295350" y="682980"/>
            <a:ext cx="6614505" cy="989668"/>
            <a:chOff x="457262" y="1115087"/>
            <a:chExt cx="2003424" cy="663583"/>
          </a:xfrm>
        </p:grpSpPr>
        <p:sp>
          <p:nvSpPr>
            <p:cNvPr id="1309" name="Google Shape;1309;p107"/>
            <p:cNvSpPr/>
            <p:nvPr/>
          </p:nvSpPr>
          <p:spPr>
            <a:xfrm>
              <a:off x="512486" y="1213171"/>
              <a:ext cx="1948200" cy="565500"/>
            </a:xfrm>
            <a:prstGeom prst="roundRect">
              <a:avLst>
                <a:gd name="adj" fmla="val 16667"/>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0" name="Google Shape;1310;p107"/>
            <p:cNvSpPr/>
            <p:nvPr/>
          </p:nvSpPr>
          <p:spPr>
            <a:xfrm>
              <a:off x="457262" y="1115087"/>
              <a:ext cx="1948200" cy="565500"/>
            </a:xfrm>
            <a:prstGeom prst="roundRect">
              <a:avLst>
                <a:gd name="adj" fmla="val 16667"/>
              </a:avLst>
            </a:prstGeom>
            <a:solidFill>
              <a:schemeClr val="lt2"/>
            </a:solidFill>
            <a:ln w="3810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311" name="Google Shape;1311;p107"/>
          <p:cNvSpPr/>
          <p:nvPr/>
        </p:nvSpPr>
        <p:spPr>
          <a:xfrm>
            <a:off x="4381940" y="2287235"/>
            <a:ext cx="441103" cy="441103"/>
          </a:xfrm>
          <a:custGeom>
            <a:avLst/>
            <a:gdLst/>
            <a:ahLst/>
            <a:cxnLst/>
            <a:rect l="l" t="t" r="r" b="b"/>
            <a:pathLst>
              <a:path w="209550" h="209550" extrusionOk="0">
                <a:moveTo>
                  <a:pt x="0" y="41134"/>
                </a:moveTo>
                <a:lnTo>
                  <a:pt x="0" y="41134"/>
                </a:lnTo>
                <a:lnTo>
                  <a:pt x="0" y="41134"/>
                </a:lnTo>
                <a:lnTo>
                  <a:pt x="776" y="32597"/>
                </a:lnTo>
                <a:lnTo>
                  <a:pt x="3104" y="24836"/>
                </a:lnTo>
                <a:lnTo>
                  <a:pt x="6985" y="18627"/>
                </a:lnTo>
                <a:lnTo>
                  <a:pt x="12418" y="12418"/>
                </a:lnTo>
                <a:lnTo>
                  <a:pt x="18627" y="6985"/>
                </a:lnTo>
                <a:lnTo>
                  <a:pt x="24836" y="3104"/>
                </a:lnTo>
                <a:lnTo>
                  <a:pt x="32597" y="776"/>
                </a:lnTo>
                <a:lnTo>
                  <a:pt x="41134" y="0"/>
                </a:lnTo>
                <a:lnTo>
                  <a:pt x="168416" y="0"/>
                </a:lnTo>
                <a:lnTo>
                  <a:pt x="168416" y="0"/>
                </a:lnTo>
                <a:lnTo>
                  <a:pt x="176177" y="776"/>
                </a:lnTo>
                <a:lnTo>
                  <a:pt x="183938" y="3104"/>
                </a:lnTo>
                <a:lnTo>
                  <a:pt x="190923" y="6985"/>
                </a:lnTo>
                <a:lnTo>
                  <a:pt x="197132" y="12418"/>
                </a:lnTo>
                <a:lnTo>
                  <a:pt x="197132" y="12418"/>
                </a:lnTo>
                <a:lnTo>
                  <a:pt x="202565" y="18627"/>
                </a:lnTo>
                <a:lnTo>
                  <a:pt x="206446" y="25612"/>
                </a:lnTo>
                <a:lnTo>
                  <a:pt x="208774" y="33373"/>
                </a:lnTo>
                <a:lnTo>
                  <a:pt x="209550" y="41134"/>
                </a:lnTo>
                <a:lnTo>
                  <a:pt x="209550" y="168416"/>
                </a:lnTo>
                <a:lnTo>
                  <a:pt x="209550" y="168416"/>
                </a:lnTo>
                <a:lnTo>
                  <a:pt x="208774" y="176953"/>
                </a:lnTo>
                <a:lnTo>
                  <a:pt x="206446" y="184714"/>
                </a:lnTo>
                <a:lnTo>
                  <a:pt x="202565" y="190923"/>
                </a:lnTo>
                <a:lnTo>
                  <a:pt x="197132" y="197132"/>
                </a:lnTo>
                <a:lnTo>
                  <a:pt x="190923" y="202565"/>
                </a:lnTo>
                <a:lnTo>
                  <a:pt x="184714" y="206446"/>
                </a:lnTo>
                <a:lnTo>
                  <a:pt x="176953" y="208774"/>
                </a:lnTo>
                <a:lnTo>
                  <a:pt x="168416" y="209550"/>
                </a:lnTo>
                <a:lnTo>
                  <a:pt x="41134" y="209550"/>
                </a:lnTo>
                <a:lnTo>
                  <a:pt x="41134" y="209550"/>
                </a:lnTo>
                <a:lnTo>
                  <a:pt x="32597" y="208774"/>
                </a:lnTo>
                <a:lnTo>
                  <a:pt x="24836" y="206446"/>
                </a:lnTo>
                <a:lnTo>
                  <a:pt x="18627" y="202565"/>
                </a:lnTo>
                <a:lnTo>
                  <a:pt x="12418" y="197132"/>
                </a:lnTo>
                <a:lnTo>
                  <a:pt x="6985" y="190923"/>
                </a:lnTo>
                <a:lnTo>
                  <a:pt x="3104" y="184714"/>
                </a:lnTo>
                <a:lnTo>
                  <a:pt x="776" y="176953"/>
                </a:lnTo>
                <a:lnTo>
                  <a:pt x="0" y="168416"/>
                </a:lnTo>
                <a:lnTo>
                  <a:pt x="0" y="41134"/>
                </a:lnTo>
                <a:close/>
              </a:path>
            </a:pathLst>
          </a:custGeom>
          <a:solidFill>
            <a:srgbClr val="0072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2" name="Google Shape;1312;p107"/>
          <p:cNvSpPr/>
          <p:nvPr/>
        </p:nvSpPr>
        <p:spPr>
          <a:xfrm>
            <a:off x="7373976" y="2259976"/>
            <a:ext cx="495586" cy="495586"/>
          </a:xfrm>
          <a:custGeom>
            <a:avLst/>
            <a:gdLst/>
            <a:ahLst/>
            <a:cxnLst/>
            <a:rect l="l" t="t" r="r" b="b"/>
            <a:pathLst>
              <a:path w="209550" h="209550" extrusionOk="0">
                <a:moveTo>
                  <a:pt x="111668" y="206793"/>
                </a:moveTo>
                <a:lnTo>
                  <a:pt x="111668" y="206793"/>
                </a:lnTo>
                <a:lnTo>
                  <a:pt x="111668" y="206793"/>
                </a:lnTo>
                <a:lnTo>
                  <a:pt x="108222" y="208861"/>
                </a:lnTo>
                <a:lnTo>
                  <a:pt x="104775" y="209550"/>
                </a:lnTo>
                <a:lnTo>
                  <a:pt x="102018" y="208861"/>
                </a:lnTo>
                <a:lnTo>
                  <a:pt x="98571" y="206793"/>
                </a:lnTo>
                <a:lnTo>
                  <a:pt x="2757" y="110979"/>
                </a:lnTo>
                <a:lnTo>
                  <a:pt x="2757" y="110979"/>
                </a:lnTo>
                <a:lnTo>
                  <a:pt x="689" y="108222"/>
                </a:lnTo>
                <a:lnTo>
                  <a:pt x="0" y="104775"/>
                </a:lnTo>
                <a:lnTo>
                  <a:pt x="0" y="104775"/>
                </a:lnTo>
                <a:lnTo>
                  <a:pt x="689" y="101328"/>
                </a:lnTo>
                <a:lnTo>
                  <a:pt x="2757" y="97882"/>
                </a:lnTo>
                <a:lnTo>
                  <a:pt x="97882" y="2757"/>
                </a:lnTo>
                <a:lnTo>
                  <a:pt x="97882" y="2757"/>
                </a:lnTo>
                <a:lnTo>
                  <a:pt x="101328" y="689"/>
                </a:lnTo>
                <a:lnTo>
                  <a:pt x="104775" y="0"/>
                </a:lnTo>
                <a:lnTo>
                  <a:pt x="107532" y="689"/>
                </a:lnTo>
                <a:lnTo>
                  <a:pt x="110979" y="2757"/>
                </a:lnTo>
                <a:lnTo>
                  <a:pt x="206793" y="98571"/>
                </a:lnTo>
                <a:lnTo>
                  <a:pt x="206793" y="98571"/>
                </a:lnTo>
                <a:lnTo>
                  <a:pt x="208861" y="102018"/>
                </a:lnTo>
                <a:lnTo>
                  <a:pt x="209550" y="104775"/>
                </a:lnTo>
                <a:lnTo>
                  <a:pt x="208861" y="108222"/>
                </a:lnTo>
                <a:lnTo>
                  <a:pt x="206793" y="111668"/>
                </a:lnTo>
                <a:lnTo>
                  <a:pt x="111668" y="206793"/>
                </a:lnTo>
                <a:close/>
              </a:path>
            </a:pathLst>
          </a:custGeom>
          <a:solidFill>
            <a:srgbClr val="26D07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3" name="Google Shape;1313;p107"/>
          <p:cNvSpPr/>
          <p:nvPr/>
        </p:nvSpPr>
        <p:spPr>
          <a:xfrm>
            <a:off x="1579325" y="2259975"/>
            <a:ext cx="495600" cy="495600"/>
          </a:xfrm>
          <a:prstGeom prst="ellipse">
            <a:avLst/>
          </a:prstGeom>
          <a:solidFill>
            <a:srgbClr val="FC5D0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314" name="Google Shape;1314;p107"/>
          <p:cNvPicPr preferRelativeResize="0"/>
          <p:nvPr/>
        </p:nvPicPr>
        <p:blipFill>
          <a:blip r:embed="rId2">
            <a:alphaModFix/>
          </a:blip>
          <a:stretch>
            <a:fillRect/>
          </a:stretch>
        </p:blipFill>
        <p:spPr>
          <a:xfrm>
            <a:off x="8544859" y="62003"/>
            <a:ext cx="599140" cy="599141"/>
          </a:xfrm>
          <a:prstGeom prst="rect">
            <a:avLst/>
          </a:prstGeom>
          <a:noFill/>
          <a:ln>
            <a:noFill/>
          </a:ln>
        </p:spPr>
      </p:pic>
      <p:sp>
        <p:nvSpPr>
          <p:cNvPr id="1315" name="Google Shape;1315;p107"/>
          <p:cNvSpPr txBox="1">
            <a:spLocks noGrp="1"/>
          </p:cNvSpPr>
          <p:nvPr>
            <p:ph type="title"/>
          </p:nvPr>
        </p:nvSpPr>
        <p:spPr>
          <a:xfrm>
            <a:off x="1283425" y="827026"/>
            <a:ext cx="6484800" cy="495600"/>
          </a:xfrm>
          <a:prstGeom prst="rect">
            <a:avLst/>
          </a:prstGeom>
        </p:spPr>
        <p:txBody>
          <a:bodyPr spcFirstLastPara="1" wrap="square" lIns="0" tIns="0" rIns="0" bIns="0" anchor="t" anchorCtr="0">
            <a:normAutofit/>
          </a:bodyPr>
          <a:lstStyle>
            <a:lvl1pPr lvl="0" algn="ctr" rtl="0">
              <a:spcBef>
                <a:spcPts val="0"/>
              </a:spcBef>
              <a:spcAft>
                <a:spcPts val="0"/>
              </a:spcAft>
              <a:buSzPts val="3200"/>
              <a:buNone/>
              <a:defRPr sz="32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Tree>
  </p:cSld>
  <p:clrMapOvr>
    <a:masterClrMapping/>
  </p:clrMapOvr>
</p:sldLayout>
</file>

<file path=ppt/slideLayouts/slideLayout106.xml><?xml version="1.0" encoding="utf-8"?>
<p:sldLayout xmlns:a="http://schemas.openxmlformats.org/drawingml/2006/main" xmlns:r="http://schemas.openxmlformats.org/officeDocument/2006/relationships" xmlns:p="http://schemas.openxmlformats.org/presentationml/2006/main" matchingName="Case Study - 2">
  <p:cSld name="TITLE_ONLY_8">
    <p:bg>
      <p:bgPr>
        <a:solidFill>
          <a:schemeClr val="dk1"/>
        </a:solidFill>
        <a:effectLst/>
      </p:bgPr>
    </p:bg>
    <p:spTree>
      <p:nvGrpSpPr>
        <p:cNvPr id="1" name="Shape 1316"/>
        <p:cNvGrpSpPr/>
        <p:nvPr/>
      </p:nvGrpSpPr>
      <p:grpSpPr>
        <a:xfrm>
          <a:off x="0" y="0"/>
          <a:ext cx="0" cy="0"/>
          <a:chOff x="0" y="0"/>
          <a:chExt cx="0" cy="0"/>
        </a:xfrm>
      </p:grpSpPr>
      <p:grpSp>
        <p:nvGrpSpPr>
          <p:cNvPr id="1317" name="Google Shape;1317;p108"/>
          <p:cNvGrpSpPr/>
          <p:nvPr/>
        </p:nvGrpSpPr>
        <p:grpSpPr>
          <a:xfrm>
            <a:off x="7646624" y="2691900"/>
            <a:ext cx="939600" cy="935752"/>
            <a:chOff x="511165" y="3659475"/>
            <a:chExt cx="939600" cy="935752"/>
          </a:xfrm>
        </p:grpSpPr>
        <p:sp>
          <p:nvSpPr>
            <p:cNvPr id="1318" name="Google Shape;1318;p108"/>
            <p:cNvSpPr/>
            <p:nvPr/>
          </p:nvSpPr>
          <p:spPr>
            <a:xfrm>
              <a:off x="511165" y="3659475"/>
              <a:ext cx="939600" cy="68100"/>
            </a:xfrm>
            <a:prstGeom prst="roundRect">
              <a:avLst>
                <a:gd name="adj" fmla="val 44664"/>
              </a:avLst>
            </a:prstGeom>
            <a:solidFill>
              <a:srgbClr val="D2FF1D"/>
            </a:solidFill>
            <a:ln>
              <a:noFill/>
            </a:ln>
          </p:spPr>
          <p:txBody>
            <a:bodyPr spcFirstLastPara="1" wrap="square" lIns="57150" tIns="57150" rIns="57150" bIns="57150" anchor="ctr" anchorCtr="0">
              <a:noAutofit/>
            </a:bodyPr>
            <a:lstStyle/>
            <a:p>
              <a:pPr marL="0" lvl="0" indent="0" algn="ctr" rtl="0">
                <a:spcBef>
                  <a:spcPts val="0"/>
                </a:spcBef>
                <a:spcAft>
                  <a:spcPts val="0"/>
                </a:spcAft>
                <a:buNone/>
              </a:pPr>
              <a:endParaRPr sz="800" b="1">
                <a:solidFill>
                  <a:srgbClr val="FFFFFF"/>
                </a:solidFill>
                <a:latin typeface="IBM Plex Sans"/>
                <a:ea typeface="IBM Plex Sans"/>
                <a:cs typeface="IBM Plex Sans"/>
                <a:sym typeface="IBM Plex Sans"/>
              </a:endParaRPr>
            </a:p>
          </p:txBody>
        </p:sp>
        <p:sp>
          <p:nvSpPr>
            <p:cNvPr id="1319" name="Google Shape;1319;p108"/>
            <p:cNvSpPr/>
            <p:nvPr/>
          </p:nvSpPr>
          <p:spPr>
            <a:xfrm>
              <a:off x="511165" y="3833005"/>
              <a:ext cx="939600" cy="68100"/>
            </a:xfrm>
            <a:prstGeom prst="roundRect">
              <a:avLst>
                <a:gd name="adj" fmla="val 44664"/>
              </a:avLst>
            </a:prstGeom>
            <a:solidFill>
              <a:srgbClr val="D2FF1D"/>
            </a:solidFill>
            <a:ln>
              <a:noFill/>
            </a:ln>
          </p:spPr>
          <p:txBody>
            <a:bodyPr spcFirstLastPara="1" wrap="square" lIns="57150" tIns="57150" rIns="57150" bIns="57150" anchor="ctr" anchorCtr="0">
              <a:noAutofit/>
            </a:bodyPr>
            <a:lstStyle/>
            <a:p>
              <a:pPr marL="0" lvl="0" indent="0" algn="ctr" rtl="0">
                <a:spcBef>
                  <a:spcPts val="0"/>
                </a:spcBef>
                <a:spcAft>
                  <a:spcPts val="0"/>
                </a:spcAft>
                <a:buNone/>
              </a:pPr>
              <a:endParaRPr sz="800" b="1">
                <a:solidFill>
                  <a:srgbClr val="FFFFFF"/>
                </a:solidFill>
                <a:latin typeface="IBM Plex Sans"/>
                <a:ea typeface="IBM Plex Sans"/>
                <a:cs typeface="IBM Plex Sans"/>
                <a:sym typeface="IBM Plex Sans"/>
              </a:endParaRPr>
            </a:p>
          </p:txBody>
        </p:sp>
        <p:sp>
          <p:nvSpPr>
            <p:cNvPr id="1320" name="Google Shape;1320;p108"/>
            <p:cNvSpPr/>
            <p:nvPr/>
          </p:nvSpPr>
          <p:spPr>
            <a:xfrm>
              <a:off x="511165" y="4006536"/>
              <a:ext cx="939600" cy="68100"/>
            </a:xfrm>
            <a:prstGeom prst="roundRect">
              <a:avLst>
                <a:gd name="adj" fmla="val 44664"/>
              </a:avLst>
            </a:prstGeom>
            <a:solidFill>
              <a:srgbClr val="D2FF1D"/>
            </a:solidFill>
            <a:ln>
              <a:noFill/>
            </a:ln>
          </p:spPr>
          <p:txBody>
            <a:bodyPr spcFirstLastPara="1" wrap="square" lIns="57150" tIns="57150" rIns="57150" bIns="57150" anchor="ctr" anchorCtr="0">
              <a:noAutofit/>
            </a:bodyPr>
            <a:lstStyle/>
            <a:p>
              <a:pPr marL="0" lvl="0" indent="0" algn="ctr" rtl="0">
                <a:spcBef>
                  <a:spcPts val="0"/>
                </a:spcBef>
                <a:spcAft>
                  <a:spcPts val="0"/>
                </a:spcAft>
                <a:buNone/>
              </a:pPr>
              <a:endParaRPr sz="800" b="1">
                <a:solidFill>
                  <a:srgbClr val="FFFFFF"/>
                </a:solidFill>
                <a:latin typeface="IBM Plex Sans"/>
                <a:ea typeface="IBM Plex Sans"/>
                <a:cs typeface="IBM Plex Sans"/>
                <a:sym typeface="IBM Plex Sans"/>
              </a:endParaRPr>
            </a:p>
          </p:txBody>
        </p:sp>
        <p:sp>
          <p:nvSpPr>
            <p:cNvPr id="1321" name="Google Shape;1321;p108"/>
            <p:cNvSpPr/>
            <p:nvPr/>
          </p:nvSpPr>
          <p:spPr>
            <a:xfrm>
              <a:off x="511165" y="4180066"/>
              <a:ext cx="939600" cy="68100"/>
            </a:xfrm>
            <a:prstGeom prst="roundRect">
              <a:avLst>
                <a:gd name="adj" fmla="val 44664"/>
              </a:avLst>
            </a:prstGeom>
            <a:solidFill>
              <a:srgbClr val="D2FF1D"/>
            </a:solidFill>
            <a:ln>
              <a:noFill/>
            </a:ln>
          </p:spPr>
          <p:txBody>
            <a:bodyPr spcFirstLastPara="1" wrap="square" lIns="57150" tIns="57150" rIns="57150" bIns="57150" anchor="ctr" anchorCtr="0">
              <a:noAutofit/>
            </a:bodyPr>
            <a:lstStyle/>
            <a:p>
              <a:pPr marL="0" lvl="0" indent="0" algn="ctr" rtl="0">
                <a:spcBef>
                  <a:spcPts val="0"/>
                </a:spcBef>
                <a:spcAft>
                  <a:spcPts val="0"/>
                </a:spcAft>
                <a:buNone/>
              </a:pPr>
              <a:endParaRPr sz="800" b="1">
                <a:solidFill>
                  <a:srgbClr val="FFFFFF"/>
                </a:solidFill>
                <a:latin typeface="IBM Plex Sans"/>
                <a:ea typeface="IBM Plex Sans"/>
                <a:cs typeface="IBM Plex Sans"/>
                <a:sym typeface="IBM Plex Sans"/>
              </a:endParaRPr>
            </a:p>
          </p:txBody>
        </p:sp>
        <p:sp>
          <p:nvSpPr>
            <p:cNvPr id="1322" name="Google Shape;1322;p108"/>
            <p:cNvSpPr/>
            <p:nvPr/>
          </p:nvSpPr>
          <p:spPr>
            <a:xfrm>
              <a:off x="511165" y="4353597"/>
              <a:ext cx="939600" cy="68100"/>
            </a:xfrm>
            <a:prstGeom prst="roundRect">
              <a:avLst>
                <a:gd name="adj" fmla="val 44664"/>
              </a:avLst>
            </a:prstGeom>
            <a:solidFill>
              <a:srgbClr val="D2FF1D"/>
            </a:solidFill>
            <a:ln>
              <a:noFill/>
            </a:ln>
          </p:spPr>
          <p:txBody>
            <a:bodyPr spcFirstLastPara="1" wrap="square" lIns="57150" tIns="57150" rIns="57150" bIns="57150" anchor="ctr" anchorCtr="0">
              <a:noAutofit/>
            </a:bodyPr>
            <a:lstStyle/>
            <a:p>
              <a:pPr marL="0" lvl="0" indent="0" algn="ctr" rtl="0">
                <a:spcBef>
                  <a:spcPts val="0"/>
                </a:spcBef>
                <a:spcAft>
                  <a:spcPts val="0"/>
                </a:spcAft>
                <a:buNone/>
              </a:pPr>
              <a:endParaRPr sz="800" b="1">
                <a:solidFill>
                  <a:srgbClr val="FFFFFF"/>
                </a:solidFill>
                <a:latin typeface="IBM Plex Sans"/>
                <a:ea typeface="IBM Plex Sans"/>
                <a:cs typeface="IBM Plex Sans"/>
                <a:sym typeface="IBM Plex Sans"/>
              </a:endParaRPr>
            </a:p>
          </p:txBody>
        </p:sp>
        <p:sp>
          <p:nvSpPr>
            <p:cNvPr id="1323" name="Google Shape;1323;p108"/>
            <p:cNvSpPr/>
            <p:nvPr/>
          </p:nvSpPr>
          <p:spPr>
            <a:xfrm>
              <a:off x="511165" y="4527127"/>
              <a:ext cx="939600" cy="68100"/>
            </a:xfrm>
            <a:prstGeom prst="roundRect">
              <a:avLst>
                <a:gd name="adj" fmla="val 44664"/>
              </a:avLst>
            </a:prstGeom>
            <a:solidFill>
              <a:srgbClr val="D2FF1D"/>
            </a:solidFill>
            <a:ln>
              <a:noFill/>
            </a:ln>
          </p:spPr>
          <p:txBody>
            <a:bodyPr spcFirstLastPara="1" wrap="square" lIns="57150" tIns="57150" rIns="57150" bIns="57150" anchor="ctr" anchorCtr="0">
              <a:noAutofit/>
            </a:bodyPr>
            <a:lstStyle/>
            <a:p>
              <a:pPr marL="0" lvl="0" indent="0" algn="ctr" rtl="0">
                <a:spcBef>
                  <a:spcPts val="0"/>
                </a:spcBef>
                <a:spcAft>
                  <a:spcPts val="0"/>
                </a:spcAft>
                <a:buNone/>
              </a:pPr>
              <a:endParaRPr sz="800" b="1">
                <a:solidFill>
                  <a:srgbClr val="FFFFFF"/>
                </a:solidFill>
                <a:latin typeface="IBM Plex Sans"/>
                <a:ea typeface="IBM Plex Sans"/>
                <a:cs typeface="IBM Plex Sans"/>
                <a:sym typeface="IBM Plex Sans"/>
              </a:endParaRPr>
            </a:p>
          </p:txBody>
        </p:sp>
      </p:grpSp>
      <p:sp>
        <p:nvSpPr>
          <p:cNvPr id="1324" name="Google Shape;1324;p108"/>
          <p:cNvSpPr/>
          <p:nvPr/>
        </p:nvSpPr>
        <p:spPr>
          <a:xfrm>
            <a:off x="3979175" y="1167325"/>
            <a:ext cx="4248600" cy="2824200"/>
          </a:xfrm>
          <a:prstGeom prst="roundRect">
            <a:avLst>
              <a:gd name="adj" fmla="val 10177"/>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5" name="Google Shape;1325;p108"/>
          <p:cNvSpPr/>
          <p:nvPr/>
        </p:nvSpPr>
        <p:spPr>
          <a:xfrm>
            <a:off x="0" y="-17975"/>
            <a:ext cx="4572000" cy="5161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6" name="Google Shape;1326;p108"/>
          <p:cNvSpPr txBox="1">
            <a:spLocks noGrp="1"/>
          </p:cNvSpPr>
          <p:nvPr>
            <p:ph type="title"/>
          </p:nvPr>
        </p:nvSpPr>
        <p:spPr>
          <a:xfrm>
            <a:off x="457200" y="114300"/>
            <a:ext cx="3612900" cy="903300"/>
          </a:xfrm>
          <a:prstGeom prst="rect">
            <a:avLst/>
          </a:prstGeom>
        </p:spPr>
        <p:txBody>
          <a:bodyPr spcFirstLastPara="1" wrap="square" lIns="0" tIns="0" rIns="0" bIns="0" anchor="t" anchorCtr="0">
            <a:normAutofit/>
          </a:bodyPr>
          <a:lstStyle>
            <a:lvl1pPr lvl="0" rtl="0">
              <a:spcBef>
                <a:spcPts val="0"/>
              </a:spcBef>
              <a:spcAft>
                <a:spcPts val="0"/>
              </a:spcAft>
              <a:buSzPts val="34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1327" name="Google Shape;1327;p108"/>
          <p:cNvSpPr txBox="1">
            <a:spLocks noGrp="1"/>
          </p:cNvSpPr>
          <p:nvPr>
            <p:ph type="subTitle" idx="1"/>
          </p:nvPr>
        </p:nvSpPr>
        <p:spPr>
          <a:xfrm>
            <a:off x="457200" y="1183877"/>
            <a:ext cx="3612900" cy="312900"/>
          </a:xfrm>
          <a:prstGeom prst="rect">
            <a:avLst/>
          </a:prstGeom>
        </p:spPr>
        <p:txBody>
          <a:bodyPr spcFirstLastPara="1" wrap="square" lIns="0" tIns="0" rIns="0" bIns="0" anchor="t" anchorCtr="0">
            <a:normAutofit/>
          </a:bodyPr>
          <a:lstStyle>
            <a:lvl1pPr lvl="0" rtl="0">
              <a:lnSpc>
                <a:spcPct val="100000"/>
              </a:lnSpc>
              <a:spcBef>
                <a:spcPts val="0"/>
              </a:spcBef>
              <a:spcAft>
                <a:spcPts val="0"/>
              </a:spcAft>
              <a:buSzPts val="1600"/>
              <a:buFont typeface="IBM Plex Sans Medium"/>
              <a:buNone/>
              <a:defRPr>
                <a:solidFill>
                  <a:schemeClr val="accent1"/>
                </a:solidFill>
                <a:latin typeface="IBM Plex Sans Medium"/>
                <a:ea typeface="IBM Plex Sans Medium"/>
                <a:cs typeface="IBM Plex Sans Medium"/>
                <a:sym typeface="IBM Plex Sans Medium"/>
              </a:defRPr>
            </a:lvl1pPr>
            <a:lvl2pPr lvl="1" rtl="0">
              <a:lnSpc>
                <a:spcPct val="100000"/>
              </a:lnSpc>
              <a:spcBef>
                <a:spcPts val="0"/>
              </a:spcBef>
              <a:spcAft>
                <a:spcPts val="0"/>
              </a:spcAft>
              <a:buSzPts val="1800"/>
              <a:buFont typeface="IBM Plex Sans Medium"/>
              <a:buNone/>
              <a:defRPr sz="1800">
                <a:solidFill>
                  <a:schemeClr val="accent1"/>
                </a:solidFill>
                <a:latin typeface="IBM Plex Sans Medium"/>
                <a:ea typeface="IBM Plex Sans Medium"/>
                <a:cs typeface="IBM Plex Sans Medium"/>
                <a:sym typeface="IBM Plex Sans Medium"/>
              </a:defRPr>
            </a:lvl2pPr>
            <a:lvl3pPr lvl="2" rtl="0">
              <a:lnSpc>
                <a:spcPct val="100000"/>
              </a:lnSpc>
              <a:spcBef>
                <a:spcPts val="0"/>
              </a:spcBef>
              <a:spcAft>
                <a:spcPts val="0"/>
              </a:spcAft>
              <a:buSzPts val="1800"/>
              <a:buFont typeface="IBM Plex Sans Medium"/>
              <a:buNone/>
              <a:defRPr sz="1800">
                <a:solidFill>
                  <a:schemeClr val="accent1"/>
                </a:solidFill>
                <a:latin typeface="IBM Plex Sans Medium"/>
                <a:ea typeface="IBM Plex Sans Medium"/>
                <a:cs typeface="IBM Plex Sans Medium"/>
                <a:sym typeface="IBM Plex Sans Medium"/>
              </a:defRPr>
            </a:lvl3pPr>
            <a:lvl4pPr lvl="3" rtl="0">
              <a:lnSpc>
                <a:spcPct val="100000"/>
              </a:lnSpc>
              <a:spcBef>
                <a:spcPts val="0"/>
              </a:spcBef>
              <a:spcAft>
                <a:spcPts val="0"/>
              </a:spcAft>
              <a:buSzPts val="1800"/>
              <a:buFont typeface="IBM Plex Sans Medium"/>
              <a:buNone/>
              <a:defRPr sz="1800">
                <a:solidFill>
                  <a:schemeClr val="accent1"/>
                </a:solidFill>
                <a:latin typeface="IBM Plex Sans Medium"/>
                <a:ea typeface="IBM Plex Sans Medium"/>
                <a:cs typeface="IBM Plex Sans Medium"/>
                <a:sym typeface="IBM Plex Sans Medium"/>
              </a:defRPr>
            </a:lvl4pPr>
            <a:lvl5pPr lvl="4" rtl="0">
              <a:lnSpc>
                <a:spcPct val="100000"/>
              </a:lnSpc>
              <a:spcBef>
                <a:spcPts val="0"/>
              </a:spcBef>
              <a:spcAft>
                <a:spcPts val="0"/>
              </a:spcAft>
              <a:buClr>
                <a:schemeClr val="accent1"/>
              </a:buClr>
              <a:buSzPts val="1800"/>
              <a:buFont typeface="IBM Plex Sans Medium"/>
              <a:buNone/>
              <a:defRPr sz="1800">
                <a:solidFill>
                  <a:schemeClr val="accent1"/>
                </a:solidFill>
                <a:latin typeface="IBM Plex Sans Medium"/>
                <a:ea typeface="IBM Plex Sans Medium"/>
                <a:cs typeface="IBM Plex Sans Medium"/>
                <a:sym typeface="IBM Plex Sans Medium"/>
              </a:defRPr>
            </a:lvl5pPr>
            <a:lvl6pPr lvl="5" rtl="0">
              <a:lnSpc>
                <a:spcPct val="100000"/>
              </a:lnSpc>
              <a:spcBef>
                <a:spcPts val="0"/>
              </a:spcBef>
              <a:spcAft>
                <a:spcPts val="0"/>
              </a:spcAft>
              <a:buClr>
                <a:schemeClr val="accent1"/>
              </a:buClr>
              <a:buSzPts val="1800"/>
              <a:buFont typeface="IBM Plex Sans Medium"/>
              <a:buNone/>
              <a:defRPr sz="1800">
                <a:solidFill>
                  <a:schemeClr val="accent1"/>
                </a:solidFill>
                <a:latin typeface="IBM Plex Sans Medium"/>
                <a:ea typeface="IBM Plex Sans Medium"/>
                <a:cs typeface="IBM Plex Sans Medium"/>
                <a:sym typeface="IBM Plex Sans Medium"/>
              </a:defRPr>
            </a:lvl6pPr>
            <a:lvl7pPr lvl="6" rtl="0">
              <a:lnSpc>
                <a:spcPct val="100000"/>
              </a:lnSpc>
              <a:spcBef>
                <a:spcPts val="0"/>
              </a:spcBef>
              <a:spcAft>
                <a:spcPts val="0"/>
              </a:spcAft>
              <a:buClr>
                <a:schemeClr val="accent1"/>
              </a:buClr>
              <a:buSzPts val="1800"/>
              <a:buFont typeface="IBM Plex Sans Medium"/>
              <a:buNone/>
              <a:defRPr sz="1800">
                <a:solidFill>
                  <a:schemeClr val="accent1"/>
                </a:solidFill>
                <a:latin typeface="IBM Plex Sans Medium"/>
                <a:ea typeface="IBM Plex Sans Medium"/>
                <a:cs typeface="IBM Plex Sans Medium"/>
                <a:sym typeface="IBM Plex Sans Medium"/>
              </a:defRPr>
            </a:lvl7pPr>
            <a:lvl8pPr lvl="7" rtl="0">
              <a:lnSpc>
                <a:spcPct val="100000"/>
              </a:lnSpc>
              <a:spcBef>
                <a:spcPts val="0"/>
              </a:spcBef>
              <a:spcAft>
                <a:spcPts val="0"/>
              </a:spcAft>
              <a:buClr>
                <a:schemeClr val="accent1"/>
              </a:buClr>
              <a:buSzPts val="1800"/>
              <a:buFont typeface="IBM Plex Sans Medium"/>
              <a:buNone/>
              <a:defRPr sz="1800">
                <a:solidFill>
                  <a:schemeClr val="accent1"/>
                </a:solidFill>
                <a:latin typeface="IBM Plex Sans Medium"/>
                <a:ea typeface="IBM Plex Sans Medium"/>
                <a:cs typeface="IBM Plex Sans Medium"/>
                <a:sym typeface="IBM Plex Sans Medium"/>
              </a:defRPr>
            </a:lvl8pPr>
            <a:lvl9pPr lvl="8" rtl="0">
              <a:lnSpc>
                <a:spcPct val="100000"/>
              </a:lnSpc>
              <a:spcBef>
                <a:spcPts val="0"/>
              </a:spcBef>
              <a:spcAft>
                <a:spcPts val="0"/>
              </a:spcAft>
              <a:buClr>
                <a:schemeClr val="accent1"/>
              </a:buClr>
              <a:buSzPts val="1800"/>
              <a:buFont typeface="IBM Plex Sans Medium"/>
              <a:buNone/>
              <a:defRPr sz="1800">
                <a:solidFill>
                  <a:schemeClr val="accent1"/>
                </a:solidFill>
                <a:latin typeface="IBM Plex Sans Medium"/>
                <a:ea typeface="IBM Plex Sans Medium"/>
                <a:cs typeface="IBM Plex Sans Medium"/>
                <a:sym typeface="IBM Plex Sans Medium"/>
              </a:defRPr>
            </a:lvl9pPr>
          </a:lstStyle>
          <a:p>
            <a:endParaRPr/>
          </a:p>
        </p:txBody>
      </p:sp>
      <p:sp>
        <p:nvSpPr>
          <p:cNvPr id="1328" name="Google Shape;1328;p108"/>
          <p:cNvSpPr txBox="1">
            <a:spLocks noGrp="1"/>
          </p:cNvSpPr>
          <p:nvPr>
            <p:ph type="body" idx="2"/>
          </p:nvPr>
        </p:nvSpPr>
        <p:spPr>
          <a:xfrm>
            <a:off x="464326" y="1504916"/>
            <a:ext cx="3612900" cy="831600"/>
          </a:xfrm>
          <a:prstGeom prst="rect">
            <a:avLst/>
          </a:prstGeom>
        </p:spPr>
        <p:txBody>
          <a:bodyPr spcFirstLastPara="1" wrap="square" lIns="0" tIns="0" rIns="0" bIns="0" anchor="t" anchorCtr="0">
            <a:normAutofit/>
          </a:bodyPr>
          <a:lstStyle>
            <a:lvl1pPr marL="457200" lvl="0" indent="-304800" rtl="0">
              <a:spcBef>
                <a:spcPts val="0"/>
              </a:spcBef>
              <a:spcAft>
                <a:spcPts val="0"/>
              </a:spcAft>
              <a:buClr>
                <a:schemeClr val="dk1"/>
              </a:buClr>
              <a:buSzPts val="1200"/>
              <a:buChar char="■"/>
              <a:defRPr sz="1200"/>
            </a:lvl1pPr>
            <a:lvl2pPr marL="914400" lvl="1" indent="-304800" rtl="0">
              <a:spcBef>
                <a:spcPts val="0"/>
              </a:spcBef>
              <a:spcAft>
                <a:spcPts val="0"/>
              </a:spcAft>
              <a:buClr>
                <a:schemeClr val="dk1"/>
              </a:buClr>
              <a:buSzPts val="1200"/>
              <a:buChar char="■"/>
              <a:defRPr sz="1200"/>
            </a:lvl2pPr>
            <a:lvl3pPr marL="1371600" lvl="2" indent="-304800" rtl="0">
              <a:spcBef>
                <a:spcPts val="0"/>
              </a:spcBef>
              <a:spcAft>
                <a:spcPts val="0"/>
              </a:spcAft>
              <a:buClr>
                <a:schemeClr val="dk1"/>
              </a:buClr>
              <a:buSzPts val="1200"/>
              <a:buChar char="■"/>
              <a:defRPr sz="1200"/>
            </a:lvl3pPr>
            <a:lvl4pPr marL="1828800" lvl="3" indent="-304800" rtl="0">
              <a:spcBef>
                <a:spcPts val="0"/>
              </a:spcBef>
              <a:spcAft>
                <a:spcPts val="0"/>
              </a:spcAft>
              <a:buClr>
                <a:schemeClr val="dk1"/>
              </a:buClr>
              <a:buSzPts val="1200"/>
              <a:buChar char="●"/>
              <a:defRPr sz="1200"/>
            </a:lvl4pPr>
            <a:lvl5pPr marL="2286000" lvl="4" indent="-304800" rtl="0">
              <a:spcBef>
                <a:spcPts val="0"/>
              </a:spcBef>
              <a:spcAft>
                <a:spcPts val="0"/>
              </a:spcAft>
              <a:buSzPts val="1200"/>
              <a:buChar char="○"/>
              <a:defRPr sz="1200"/>
            </a:lvl5pPr>
            <a:lvl6pPr marL="2743200" lvl="5" indent="-304800" rtl="0">
              <a:spcBef>
                <a:spcPts val="0"/>
              </a:spcBef>
              <a:spcAft>
                <a:spcPts val="0"/>
              </a:spcAft>
              <a:buSzPts val="1200"/>
              <a:buChar char="■"/>
              <a:defRPr sz="1200"/>
            </a:lvl6pPr>
            <a:lvl7pPr marL="3200400" lvl="6" indent="-304800" rtl="0">
              <a:spcBef>
                <a:spcPts val="0"/>
              </a:spcBef>
              <a:spcAft>
                <a:spcPts val="0"/>
              </a:spcAft>
              <a:buSzPts val="1200"/>
              <a:buChar char="●"/>
              <a:defRPr sz="1200"/>
            </a:lvl7pPr>
            <a:lvl8pPr marL="3657600" lvl="7" indent="-304800" rtl="0">
              <a:spcBef>
                <a:spcPts val="0"/>
              </a:spcBef>
              <a:spcAft>
                <a:spcPts val="0"/>
              </a:spcAft>
              <a:buSzPts val="1200"/>
              <a:buChar char="○"/>
              <a:defRPr sz="1200"/>
            </a:lvl8pPr>
            <a:lvl9pPr marL="4114800" lvl="8" indent="-304800" rtl="0">
              <a:spcBef>
                <a:spcPts val="0"/>
              </a:spcBef>
              <a:spcAft>
                <a:spcPts val="0"/>
              </a:spcAft>
              <a:buSzPts val="1200"/>
              <a:buChar char="■"/>
              <a:defRPr sz="1200"/>
            </a:lvl9pPr>
          </a:lstStyle>
          <a:p>
            <a:endParaRPr/>
          </a:p>
        </p:txBody>
      </p:sp>
      <p:sp>
        <p:nvSpPr>
          <p:cNvPr id="1329" name="Google Shape;1329;p108"/>
          <p:cNvSpPr txBox="1">
            <a:spLocks noGrp="1"/>
          </p:cNvSpPr>
          <p:nvPr>
            <p:ph type="subTitle" idx="3"/>
          </p:nvPr>
        </p:nvSpPr>
        <p:spPr>
          <a:xfrm>
            <a:off x="457200" y="2422934"/>
            <a:ext cx="3612900" cy="312900"/>
          </a:xfrm>
          <a:prstGeom prst="rect">
            <a:avLst/>
          </a:prstGeom>
        </p:spPr>
        <p:txBody>
          <a:bodyPr spcFirstLastPara="1" wrap="square" lIns="0" tIns="0" rIns="0" bIns="0" anchor="t" anchorCtr="0">
            <a:normAutofit/>
          </a:bodyPr>
          <a:lstStyle>
            <a:lvl1pPr lvl="0" rtl="0">
              <a:lnSpc>
                <a:spcPct val="100000"/>
              </a:lnSpc>
              <a:spcBef>
                <a:spcPts val="0"/>
              </a:spcBef>
              <a:spcAft>
                <a:spcPts val="0"/>
              </a:spcAft>
              <a:buSzPts val="1600"/>
              <a:buFont typeface="IBM Plex Sans Medium"/>
              <a:buNone/>
              <a:defRPr>
                <a:solidFill>
                  <a:schemeClr val="accent1"/>
                </a:solidFill>
                <a:latin typeface="IBM Plex Sans Medium"/>
                <a:ea typeface="IBM Plex Sans Medium"/>
                <a:cs typeface="IBM Plex Sans Medium"/>
                <a:sym typeface="IBM Plex Sans Medium"/>
              </a:defRPr>
            </a:lvl1pPr>
            <a:lvl2pPr lvl="1" rtl="0">
              <a:lnSpc>
                <a:spcPct val="100000"/>
              </a:lnSpc>
              <a:spcBef>
                <a:spcPts val="0"/>
              </a:spcBef>
              <a:spcAft>
                <a:spcPts val="0"/>
              </a:spcAft>
              <a:buSzPts val="1800"/>
              <a:buFont typeface="IBM Plex Sans Medium"/>
              <a:buNone/>
              <a:defRPr sz="1800">
                <a:solidFill>
                  <a:schemeClr val="accent1"/>
                </a:solidFill>
                <a:latin typeface="IBM Plex Sans Medium"/>
                <a:ea typeface="IBM Plex Sans Medium"/>
                <a:cs typeface="IBM Plex Sans Medium"/>
                <a:sym typeface="IBM Plex Sans Medium"/>
              </a:defRPr>
            </a:lvl2pPr>
            <a:lvl3pPr lvl="2" rtl="0">
              <a:lnSpc>
                <a:spcPct val="100000"/>
              </a:lnSpc>
              <a:spcBef>
                <a:spcPts val="0"/>
              </a:spcBef>
              <a:spcAft>
                <a:spcPts val="0"/>
              </a:spcAft>
              <a:buSzPts val="1800"/>
              <a:buFont typeface="IBM Plex Sans Medium"/>
              <a:buNone/>
              <a:defRPr sz="1800">
                <a:solidFill>
                  <a:schemeClr val="accent1"/>
                </a:solidFill>
                <a:latin typeface="IBM Plex Sans Medium"/>
                <a:ea typeface="IBM Plex Sans Medium"/>
                <a:cs typeface="IBM Plex Sans Medium"/>
                <a:sym typeface="IBM Plex Sans Medium"/>
              </a:defRPr>
            </a:lvl3pPr>
            <a:lvl4pPr lvl="3" rtl="0">
              <a:lnSpc>
                <a:spcPct val="100000"/>
              </a:lnSpc>
              <a:spcBef>
                <a:spcPts val="0"/>
              </a:spcBef>
              <a:spcAft>
                <a:spcPts val="0"/>
              </a:spcAft>
              <a:buSzPts val="1800"/>
              <a:buFont typeface="IBM Plex Sans Medium"/>
              <a:buNone/>
              <a:defRPr sz="1800">
                <a:solidFill>
                  <a:schemeClr val="accent1"/>
                </a:solidFill>
                <a:latin typeface="IBM Plex Sans Medium"/>
                <a:ea typeface="IBM Plex Sans Medium"/>
                <a:cs typeface="IBM Plex Sans Medium"/>
                <a:sym typeface="IBM Plex Sans Medium"/>
              </a:defRPr>
            </a:lvl4pPr>
            <a:lvl5pPr lvl="4" rtl="0">
              <a:lnSpc>
                <a:spcPct val="100000"/>
              </a:lnSpc>
              <a:spcBef>
                <a:spcPts val="0"/>
              </a:spcBef>
              <a:spcAft>
                <a:spcPts val="0"/>
              </a:spcAft>
              <a:buClr>
                <a:schemeClr val="accent1"/>
              </a:buClr>
              <a:buSzPts val="1800"/>
              <a:buFont typeface="IBM Plex Sans Medium"/>
              <a:buNone/>
              <a:defRPr sz="1800">
                <a:solidFill>
                  <a:schemeClr val="accent1"/>
                </a:solidFill>
                <a:latin typeface="IBM Plex Sans Medium"/>
                <a:ea typeface="IBM Plex Sans Medium"/>
                <a:cs typeface="IBM Plex Sans Medium"/>
                <a:sym typeface="IBM Plex Sans Medium"/>
              </a:defRPr>
            </a:lvl5pPr>
            <a:lvl6pPr lvl="5" rtl="0">
              <a:lnSpc>
                <a:spcPct val="100000"/>
              </a:lnSpc>
              <a:spcBef>
                <a:spcPts val="0"/>
              </a:spcBef>
              <a:spcAft>
                <a:spcPts val="0"/>
              </a:spcAft>
              <a:buClr>
                <a:schemeClr val="accent1"/>
              </a:buClr>
              <a:buSzPts val="1800"/>
              <a:buFont typeface="IBM Plex Sans Medium"/>
              <a:buNone/>
              <a:defRPr sz="1800">
                <a:solidFill>
                  <a:schemeClr val="accent1"/>
                </a:solidFill>
                <a:latin typeface="IBM Plex Sans Medium"/>
                <a:ea typeface="IBM Plex Sans Medium"/>
                <a:cs typeface="IBM Plex Sans Medium"/>
                <a:sym typeface="IBM Plex Sans Medium"/>
              </a:defRPr>
            </a:lvl6pPr>
            <a:lvl7pPr lvl="6" rtl="0">
              <a:lnSpc>
                <a:spcPct val="100000"/>
              </a:lnSpc>
              <a:spcBef>
                <a:spcPts val="0"/>
              </a:spcBef>
              <a:spcAft>
                <a:spcPts val="0"/>
              </a:spcAft>
              <a:buClr>
                <a:schemeClr val="accent1"/>
              </a:buClr>
              <a:buSzPts val="1800"/>
              <a:buFont typeface="IBM Plex Sans Medium"/>
              <a:buNone/>
              <a:defRPr sz="1800">
                <a:solidFill>
                  <a:schemeClr val="accent1"/>
                </a:solidFill>
                <a:latin typeface="IBM Plex Sans Medium"/>
                <a:ea typeface="IBM Plex Sans Medium"/>
                <a:cs typeface="IBM Plex Sans Medium"/>
                <a:sym typeface="IBM Plex Sans Medium"/>
              </a:defRPr>
            </a:lvl7pPr>
            <a:lvl8pPr lvl="7" rtl="0">
              <a:lnSpc>
                <a:spcPct val="100000"/>
              </a:lnSpc>
              <a:spcBef>
                <a:spcPts val="0"/>
              </a:spcBef>
              <a:spcAft>
                <a:spcPts val="0"/>
              </a:spcAft>
              <a:buClr>
                <a:schemeClr val="accent1"/>
              </a:buClr>
              <a:buSzPts val="1800"/>
              <a:buFont typeface="IBM Plex Sans Medium"/>
              <a:buNone/>
              <a:defRPr sz="1800">
                <a:solidFill>
                  <a:schemeClr val="accent1"/>
                </a:solidFill>
                <a:latin typeface="IBM Plex Sans Medium"/>
                <a:ea typeface="IBM Plex Sans Medium"/>
                <a:cs typeface="IBM Plex Sans Medium"/>
                <a:sym typeface="IBM Plex Sans Medium"/>
              </a:defRPr>
            </a:lvl8pPr>
            <a:lvl9pPr lvl="8" rtl="0">
              <a:lnSpc>
                <a:spcPct val="100000"/>
              </a:lnSpc>
              <a:spcBef>
                <a:spcPts val="0"/>
              </a:spcBef>
              <a:spcAft>
                <a:spcPts val="0"/>
              </a:spcAft>
              <a:buClr>
                <a:schemeClr val="accent1"/>
              </a:buClr>
              <a:buSzPts val="1800"/>
              <a:buFont typeface="IBM Plex Sans Medium"/>
              <a:buNone/>
              <a:defRPr sz="1800">
                <a:solidFill>
                  <a:schemeClr val="accent1"/>
                </a:solidFill>
                <a:latin typeface="IBM Plex Sans Medium"/>
                <a:ea typeface="IBM Plex Sans Medium"/>
                <a:cs typeface="IBM Plex Sans Medium"/>
                <a:sym typeface="IBM Plex Sans Medium"/>
              </a:defRPr>
            </a:lvl9pPr>
          </a:lstStyle>
          <a:p>
            <a:endParaRPr/>
          </a:p>
        </p:txBody>
      </p:sp>
      <p:sp>
        <p:nvSpPr>
          <p:cNvPr id="1330" name="Google Shape;1330;p108"/>
          <p:cNvSpPr txBox="1">
            <a:spLocks noGrp="1"/>
          </p:cNvSpPr>
          <p:nvPr>
            <p:ph type="body" idx="4"/>
          </p:nvPr>
        </p:nvSpPr>
        <p:spPr>
          <a:xfrm>
            <a:off x="464326" y="2743982"/>
            <a:ext cx="3612900" cy="831600"/>
          </a:xfrm>
          <a:prstGeom prst="rect">
            <a:avLst/>
          </a:prstGeom>
        </p:spPr>
        <p:txBody>
          <a:bodyPr spcFirstLastPara="1" wrap="square" lIns="0" tIns="0" rIns="0" bIns="0" anchor="t" anchorCtr="0">
            <a:normAutofit/>
          </a:bodyPr>
          <a:lstStyle>
            <a:lvl1pPr marL="457200" lvl="0" indent="-304800" rtl="0">
              <a:spcBef>
                <a:spcPts val="0"/>
              </a:spcBef>
              <a:spcAft>
                <a:spcPts val="0"/>
              </a:spcAft>
              <a:buClr>
                <a:schemeClr val="dk1"/>
              </a:buClr>
              <a:buSzPts val="1200"/>
              <a:buChar char="■"/>
              <a:defRPr sz="1200"/>
            </a:lvl1pPr>
            <a:lvl2pPr marL="914400" lvl="1" indent="-304800" rtl="0">
              <a:spcBef>
                <a:spcPts val="0"/>
              </a:spcBef>
              <a:spcAft>
                <a:spcPts val="0"/>
              </a:spcAft>
              <a:buClr>
                <a:schemeClr val="dk1"/>
              </a:buClr>
              <a:buSzPts val="1200"/>
              <a:buChar char="■"/>
              <a:defRPr sz="1200"/>
            </a:lvl2pPr>
            <a:lvl3pPr marL="1371600" lvl="2" indent="-304800" rtl="0">
              <a:spcBef>
                <a:spcPts val="0"/>
              </a:spcBef>
              <a:spcAft>
                <a:spcPts val="0"/>
              </a:spcAft>
              <a:buClr>
                <a:schemeClr val="dk1"/>
              </a:buClr>
              <a:buSzPts val="1200"/>
              <a:buChar char="■"/>
              <a:defRPr sz="1200"/>
            </a:lvl3pPr>
            <a:lvl4pPr marL="1828800" lvl="3" indent="-304800" rtl="0">
              <a:spcBef>
                <a:spcPts val="0"/>
              </a:spcBef>
              <a:spcAft>
                <a:spcPts val="0"/>
              </a:spcAft>
              <a:buClr>
                <a:schemeClr val="dk1"/>
              </a:buClr>
              <a:buSzPts val="1200"/>
              <a:buChar char="●"/>
              <a:defRPr sz="1200"/>
            </a:lvl4pPr>
            <a:lvl5pPr marL="2286000" lvl="4" indent="-304800" rtl="0">
              <a:spcBef>
                <a:spcPts val="0"/>
              </a:spcBef>
              <a:spcAft>
                <a:spcPts val="0"/>
              </a:spcAft>
              <a:buSzPts val="1200"/>
              <a:buChar char="○"/>
              <a:defRPr sz="1200"/>
            </a:lvl5pPr>
            <a:lvl6pPr marL="2743200" lvl="5" indent="-304800" rtl="0">
              <a:spcBef>
                <a:spcPts val="0"/>
              </a:spcBef>
              <a:spcAft>
                <a:spcPts val="0"/>
              </a:spcAft>
              <a:buSzPts val="1200"/>
              <a:buChar char="■"/>
              <a:defRPr sz="1200"/>
            </a:lvl6pPr>
            <a:lvl7pPr marL="3200400" lvl="6" indent="-304800" rtl="0">
              <a:spcBef>
                <a:spcPts val="0"/>
              </a:spcBef>
              <a:spcAft>
                <a:spcPts val="0"/>
              </a:spcAft>
              <a:buSzPts val="1200"/>
              <a:buChar char="●"/>
              <a:defRPr sz="1200"/>
            </a:lvl7pPr>
            <a:lvl8pPr marL="3657600" lvl="7" indent="-304800" rtl="0">
              <a:spcBef>
                <a:spcPts val="0"/>
              </a:spcBef>
              <a:spcAft>
                <a:spcPts val="0"/>
              </a:spcAft>
              <a:buSzPts val="1200"/>
              <a:buChar char="○"/>
              <a:defRPr sz="1200"/>
            </a:lvl8pPr>
            <a:lvl9pPr marL="4114800" lvl="8" indent="-304800" rtl="0">
              <a:spcBef>
                <a:spcPts val="0"/>
              </a:spcBef>
              <a:spcAft>
                <a:spcPts val="0"/>
              </a:spcAft>
              <a:buSzPts val="1200"/>
              <a:buChar char="■"/>
              <a:defRPr sz="1200"/>
            </a:lvl9pPr>
          </a:lstStyle>
          <a:p>
            <a:endParaRPr/>
          </a:p>
        </p:txBody>
      </p:sp>
      <p:sp>
        <p:nvSpPr>
          <p:cNvPr id="1331" name="Google Shape;1331;p108"/>
          <p:cNvSpPr txBox="1">
            <a:spLocks noGrp="1"/>
          </p:cNvSpPr>
          <p:nvPr>
            <p:ph type="subTitle" idx="5"/>
          </p:nvPr>
        </p:nvSpPr>
        <p:spPr>
          <a:xfrm>
            <a:off x="457200" y="3661991"/>
            <a:ext cx="3612900" cy="312900"/>
          </a:xfrm>
          <a:prstGeom prst="rect">
            <a:avLst/>
          </a:prstGeom>
        </p:spPr>
        <p:txBody>
          <a:bodyPr spcFirstLastPara="1" wrap="square" lIns="0" tIns="0" rIns="0" bIns="0" anchor="t" anchorCtr="0">
            <a:normAutofit/>
          </a:bodyPr>
          <a:lstStyle>
            <a:lvl1pPr lvl="0" rtl="0">
              <a:lnSpc>
                <a:spcPct val="100000"/>
              </a:lnSpc>
              <a:spcBef>
                <a:spcPts val="0"/>
              </a:spcBef>
              <a:spcAft>
                <a:spcPts val="0"/>
              </a:spcAft>
              <a:buSzPts val="1600"/>
              <a:buFont typeface="IBM Plex Sans Medium"/>
              <a:buNone/>
              <a:defRPr>
                <a:solidFill>
                  <a:schemeClr val="accent1"/>
                </a:solidFill>
                <a:latin typeface="IBM Plex Sans Medium"/>
                <a:ea typeface="IBM Plex Sans Medium"/>
                <a:cs typeface="IBM Plex Sans Medium"/>
                <a:sym typeface="IBM Plex Sans Medium"/>
              </a:defRPr>
            </a:lvl1pPr>
            <a:lvl2pPr lvl="1" rtl="0">
              <a:lnSpc>
                <a:spcPct val="100000"/>
              </a:lnSpc>
              <a:spcBef>
                <a:spcPts val="0"/>
              </a:spcBef>
              <a:spcAft>
                <a:spcPts val="0"/>
              </a:spcAft>
              <a:buSzPts val="1800"/>
              <a:buFont typeface="IBM Plex Sans Medium"/>
              <a:buNone/>
              <a:defRPr sz="1800">
                <a:solidFill>
                  <a:schemeClr val="accent1"/>
                </a:solidFill>
                <a:latin typeface="IBM Plex Sans Medium"/>
                <a:ea typeface="IBM Plex Sans Medium"/>
                <a:cs typeface="IBM Plex Sans Medium"/>
                <a:sym typeface="IBM Plex Sans Medium"/>
              </a:defRPr>
            </a:lvl2pPr>
            <a:lvl3pPr lvl="2" rtl="0">
              <a:lnSpc>
                <a:spcPct val="100000"/>
              </a:lnSpc>
              <a:spcBef>
                <a:spcPts val="0"/>
              </a:spcBef>
              <a:spcAft>
                <a:spcPts val="0"/>
              </a:spcAft>
              <a:buSzPts val="1800"/>
              <a:buFont typeface="IBM Plex Sans Medium"/>
              <a:buNone/>
              <a:defRPr sz="1800">
                <a:solidFill>
                  <a:schemeClr val="accent1"/>
                </a:solidFill>
                <a:latin typeface="IBM Plex Sans Medium"/>
                <a:ea typeface="IBM Plex Sans Medium"/>
                <a:cs typeface="IBM Plex Sans Medium"/>
                <a:sym typeface="IBM Plex Sans Medium"/>
              </a:defRPr>
            </a:lvl3pPr>
            <a:lvl4pPr lvl="3" rtl="0">
              <a:lnSpc>
                <a:spcPct val="100000"/>
              </a:lnSpc>
              <a:spcBef>
                <a:spcPts val="0"/>
              </a:spcBef>
              <a:spcAft>
                <a:spcPts val="0"/>
              </a:spcAft>
              <a:buSzPts val="1800"/>
              <a:buFont typeface="IBM Plex Sans Medium"/>
              <a:buNone/>
              <a:defRPr sz="1800">
                <a:solidFill>
                  <a:schemeClr val="accent1"/>
                </a:solidFill>
                <a:latin typeface="IBM Plex Sans Medium"/>
                <a:ea typeface="IBM Plex Sans Medium"/>
                <a:cs typeface="IBM Plex Sans Medium"/>
                <a:sym typeface="IBM Plex Sans Medium"/>
              </a:defRPr>
            </a:lvl4pPr>
            <a:lvl5pPr lvl="4" rtl="0">
              <a:lnSpc>
                <a:spcPct val="100000"/>
              </a:lnSpc>
              <a:spcBef>
                <a:spcPts val="0"/>
              </a:spcBef>
              <a:spcAft>
                <a:spcPts val="0"/>
              </a:spcAft>
              <a:buClr>
                <a:schemeClr val="accent1"/>
              </a:buClr>
              <a:buSzPts val="1800"/>
              <a:buFont typeface="IBM Plex Sans Medium"/>
              <a:buNone/>
              <a:defRPr sz="1800">
                <a:solidFill>
                  <a:schemeClr val="accent1"/>
                </a:solidFill>
                <a:latin typeface="IBM Plex Sans Medium"/>
                <a:ea typeface="IBM Plex Sans Medium"/>
                <a:cs typeface="IBM Plex Sans Medium"/>
                <a:sym typeface="IBM Plex Sans Medium"/>
              </a:defRPr>
            </a:lvl5pPr>
            <a:lvl6pPr lvl="5" rtl="0">
              <a:lnSpc>
                <a:spcPct val="100000"/>
              </a:lnSpc>
              <a:spcBef>
                <a:spcPts val="0"/>
              </a:spcBef>
              <a:spcAft>
                <a:spcPts val="0"/>
              </a:spcAft>
              <a:buClr>
                <a:schemeClr val="accent1"/>
              </a:buClr>
              <a:buSzPts val="1800"/>
              <a:buFont typeface="IBM Plex Sans Medium"/>
              <a:buNone/>
              <a:defRPr sz="1800">
                <a:solidFill>
                  <a:schemeClr val="accent1"/>
                </a:solidFill>
                <a:latin typeface="IBM Plex Sans Medium"/>
                <a:ea typeface="IBM Plex Sans Medium"/>
                <a:cs typeface="IBM Plex Sans Medium"/>
                <a:sym typeface="IBM Plex Sans Medium"/>
              </a:defRPr>
            </a:lvl6pPr>
            <a:lvl7pPr lvl="6" rtl="0">
              <a:lnSpc>
                <a:spcPct val="100000"/>
              </a:lnSpc>
              <a:spcBef>
                <a:spcPts val="0"/>
              </a:spcBef>
              <a:spcAft>
                <a:spcPts val="0"/>
              </a:spcAft>
              <a:buClr>
                <a:schemeClr val="accent1"/>
              </a:buClr>
              <a:buSzPts val="1800"/>
              <a:buFont typeface="IBM Plex Sans Medium"/>
              <a:buNone/>
              <a:defRPr sz="1800">
                <a:solidFill>
                  <a:schemeClr val="accent1"/>
                </a:solidFill>
                <a:latin typeface="IBM Plex Sans Medium"/>
                <a:ea typeface="IBM Plex Sans Medium"/>
                <a:cs typeface="IBM Plex Sans Medium"/>
                <a:sym typeface="IBM Plex Sans Medium"/>
              </a:defRPr>
            </a:lvl7pPr>
            <a:lvl8pPr lvl="7" rtl="0">
              <a:lnSpc>
                <a:spcPct val="100000"/>
              </a:lnSpc>
              <a:spcBef>
                <a:spcPts val="0"/>
              </a:spcBef>
              <a:spcAft>
                <a:spcPts val="0"/>
              </a:spcAft>
              <a:buClr>
                <a:schemeClr val="accent1"/>
              </a:buClr>
              <a:buSzPts val="1800"/>
              <a:buFont typeface="IBM Plex Sans Medium"/>
              <a:buNone/>
              <a:defRPr sz="1800">
                <a:solidFill>
                  <a:schemeClr val="accent1"/>
                </a:solidFill>
                <a:latin typeface="IBM Plex Sans Medium"/>
                <a:ea typeface="IBM Plex Sans Medium"/>
                <a:cs typeface="IBM Plex Sans Medium"/>
                <a:sym typeface="IBM Plex Sans Medium"/>
              </a:defRPr>
            </a:lvl8pPr>
            <a:lvl9pPr lvl="8" rtl="0">
              <a:lnSpc>
                <a:spcPct val="100000"/>
              </a:lnSpc>
              <a:spcBef>
                <a:spcPts val="0"/>
              </a:spcBef>
              <a:spcAft>
                <a:spcPts val="0"/>
              </a:spcAft>
              <a:buClr>
                <a:schemeClr val="accent1"/>
              </a:buClr>
              <a:buSzPts val="1800"/>
              <a:buFont typeface="IBM Plex Sans Medium"/>
              <a:buNone/>
              <a:defRPr sz="1800">
                <a:solidFill>
                  <a:schemeClr val="accent1"/>
                </a:solidFill>
                <a:latin typeface="IBM Plex Sans Medium"/>
                <a:ea typeface="IBM Plex Sans Medium"/>
                <a:cs typeface="IBM Plex Sans Medium"/>
                <a:sym typeface="IBM Plex Sans Medium"/>
              </a:defRPr>
            </a:lvl9pPr>
          </a:lstStyle>
          <a:p>
            <a:endParaRPr/>
          </a:p>
        </p:txBody>
      </p:sp>
      <p:sp>
        <p:nvSpPr>
          <p:cNvPr id="1332" name="Google Shape;1332;p108"/>
          <p:cNvSpPr txBox="1">
            <a:spLocks noGrp="1"/>
          </p:cNvSpPr>
          <p:nvPr>
            <p:ph type="body" idx="6"/>
          </p:nvPr>
        </p:nvSpPr>
        <p:spPr>
          <a:xfrm>
            <a:off x="464326" y="3983048"/>
            <a:ext cx="3612900" cy="831600"/>
          </a:xfrm>
          <a:prstGeom prst="rect">
            <a:avLst/>
          </a:prstGeom>
        </p:spPr>
        <p:txBody>
          <a:bodyPr spcFirstLastPara="1" wrap="square" lIns="0" tIns="0" rIns="0" bIns="0" anchor="t" anchorCtr="0">
            <a:normAutofit/>
          </a:bodyPr>
          <a:lstStyle>
            <a:lvl1pPr marL="457200" lvl="0" indent="-304800" rtl="0">
              <a:spcBef>
                <a:spcPts val="0"/>
              </a:spcBef>
              <a:spcAft>
                <a:spcPts val="0"/>
              </a:spcAft>
              <a:buClr>
                <a:schemeClr val="dk1"/>
              </a:buClr>
              <a:buSzPts val="1200"/>
              <a:buChar char="■"/>
              <a:defRPr sz="1200"/>
            </a:lvl1pPr>
            <a:lvl2pPr marL="914400" lvl="1" indent="-304800" rtl="0">
              <a:spcBef>
                <a:spcPts val="0"/>
              </a:spcBef>
              <a:spcAft>
                <a:spcPts val="0"/>
              </a:spcAft>
              <a:buClr>
                <a:schemeClr val="dk1"/>
              </a:buClr>
              <a:buSzPts val="1200"/>
              <a:buChar char="■"/>
              <a:defRPr sz="1200"/>
            </a:lvl2pPr>
            <a:lvl3pPr marL="1371600" lvl="2" indent="-304800" rtl="0">
              <a:spcBef>
                <a:spcPts val="0"/>
              </a:spcBef>
              <a:spcAft>
                <a:spcPts val="0"/>
              </a:spcAft>
              <a:buClr>
                <a:schemeClr val="dk1"/>
              </a:buClr>
              <a:buSzPts val="1200"/>
              <a:buChar char="■"/>
              <a:defRPr sz="1200"/>
            </a:lvl3pPr>
            <a:lvl4pPr marL="1828800" lvl="3" indent="-304800" rtl="0">
              <a:spcBef>
                <a:spcPts val="0"/>
              </a:spcBef>
              <a:spcAft>
                <a:spcPts val="0"/>
              </a:spcAft>
              <a:buClr>
                <a:schemeClr val="dk1"/>
              </a:buClr>
              <a:buSzPts val="1200"/>
              <a:buChar char="●"/>
              <a:defRPr sz="1200"/>
            </a:lvl4pPr>
            <a:lvl5pPr marL="2286000" lvl="4" indent="-304800" rtl="0">
              <a:spcBef>
                <a:spcPts val="0"/>
              </a:spcBef>
              <a:spcAft>
                <a:spcPts val="0"/>
              </a:spcAft>
              <a:buSzPts val="1200"/>
              <a:buChar char="○"/>
              <a:defRPr sz="1200"/>
            </a:lvl5pPr>
            <a:lvl6pPr marL="2743200" lvl="5" indent="-304800" rtl="0">
              <a:spcBef>
                <a:spcPts val="0"/>
              </a:spcBef>
              <a:spcAft>
                <a:spcPts val="0"/>
              </a:spcAft>
              <a:buSzPts val="1200"/>
              <a:buChar char="■"/>
              <a:defRPr sz="1200"/>
            </a:lvl6pPr>
            <a:lvl7pPr marL="3200400" lvl="6" indent="-304800" rtl="0">
              <a:spcBef>
                <a:spcPts val="0"/>
              </a:spcBef>
              <a:spcAft>
                <a:spcPts val="0"/>
              </a:spcAft>
              <a:buSzPts val="1200"/>
              <a:buChar char="●"/>
              <a:defRPr sz="1200"/>
            </a:lvl7pPr>
            <a:lvl8pPr marL="3657600" lvl="7" indent="-304800" rtl="0">
              <a:spcBef>
                <a:spcPts val="0"/>
              </a:spcBef>
              <a:spcAft>
                <a:spcPts val="0"/>
              </a:spcAft>
              <a:buSzPts val="1200"/>
              <a:buChar char="○"/>
              <a:defRPr sz="1200"/>
            </a:lvl8pPr>
            <a:lvl9pPr marL="4114800" lvl="8" indent="-304800" rtl="0">
              <a:spcBef>
                <a:spcPts val="0"/>
              </a:spcBef>
              <a:spcAft>
                <a:spcPts val="0"/>
              </a:spcAft>
              <a:buSzPts val="1200"/>
              <a:buChar char="■"/>
              <a:defRPr sz="1200"/>
            </a:lvl9pPr>
          </a:lstStyle>
          <a:p>
            <a:endParaRPr/>
          </a:p>
        </p:txBody>
      </p:sp>
      <p:sp>
        <p:nvSpPr>
          <p:cNvPr id="1333" name="Google Shape;1333;p108"/>
          <p:cNvSpPr/>
          <p:nvPr/>
        </p:nvSpPr>
        <p:spPr>
          <a:xfrm rot="-2700000">
            <a:off x="4283502" y="2307864"/>
            <a:ext cx="546452" cy="543058"/>
          </a:xfrm>
          <a:prstGeom prst="roundRect">
            <a:avLst>
              <a:gd name="adj" fmla="val 5808"/>
            </a:avLst>
          </a:prstGeom>
          <a:solidFill>
            <a:schemeClr val="lt2"/>
          </a:solidFill>
          <a:ln>
            <a:noFill/>
          </a:ln>
        </p:spPr>
        <p:txBody>
          <a:bodyPr spcFirstLastPara="1" wrap="square" lIns="57150" tIns="57150" rIns="57150" bIns="57150" anchor="ctr" anchorCtr="0">
            <a:noAutofit/>
          </a:bodyPr>
          <a:lstStyle/>
          <a:p>
            <a:pPr marL="0" lvl="0" indent="0" algn="ctr" rtl="0">
              <a:spcBef>
                <a:spcPts val="0"/>
              </a:spcBef>
              <a:spcAft>
                <a:spcPts val="0"/>
              </a:spcAft>
              <a:buNone/>
            </a:pPr>
            <a:endParaRPr sz="800" b="1">
              <a:solidFill>
                <a:srgbClr val="FFFFFF"/>
              </a:solidFill>
              <a:latin typeface="IBM Plex Sans"/>
              <a:ea typeface="IBM Plex Sans"/>
              <a:cs typeface="IBM Plex Sans"/>
              <a:sym typeface="IBM Plex Sans"/>
            </a:endParaRPr>
          </a:p>
        </p:txBody>
      </p:sp>
      <p:pic>
        <p:nvPicPr>
          <p:cNvPr id="1334" name="Google Shape;1334;p108"/>
          <p:cNvPicPr preferRelativeResize="0"/>
          <p:nvPr/>
        </p:nvPicPr>
        <p:blipFill>
          <a:blip r:embed="rId2">
            <a:alphaModFix/>
          </a:blip>
          <a:stretch>
            <a:fillRect/>
          </a:stretch>
        </p:blipFill>
        <p:spPr>
          <a:xfrm>
            <a:off x="8544859" y="62003"/>
            <a:ext cx="599140" cy="599141"/>
          </a:xfrm>
          <a:prstGeom prst="rect">
            <a:avLst/>
          </a:prstGeom>
          <a:noFill/>
          <a:ln>
            <a:noFill/>
          </a:ln>
        </p:spPr>
      </p:pic>
      <p:sp>
        <p:nvSpPr>
          <p:cNvPr id="1335" name="Google Shape;1335;p108"/>
          <p:cNvSpPr txBox="1">
            <a:spLocks noGrp="1"/>
          </p:cNvSpPr>
          <p:nvPr>
            <p:ph type="body" idx="7"/>
          </p:nvPr>
        </p:nvSpPr>
        <p:spPr>
          <a:xfrm>
            <a:off x="5201300" y="1724600"/>
            <a:ext cx="2658300" cy="1985100"/>
          </a:xfrm>
          <a:prstGeom prst="rect">
            <a:avLst/>
          </a:prstGeom>
        </p:spPr>
        <p:txBody>
          <a:bodyPr spcFirstLastPara="1" wrap="square" lIns="0" tIns="0" rIns="0" bIns="0" anchor="t" anchorCtr="0">
            <a:normAutofit/>
          </a:bodyPr>
          <a:lstStyle>
            <a:lvl1pPr marL="457200" lvl="0" indent="-330200" rtl="0">
              <a:spcBef>
                <a:spcPts val="0"/>
              </a:spcBef>
              <a:spcAft>
                <a:spcPts val="0"/>
              </a:spcAft>
              <a:buClr>
                <a:schemeClr val="lt1"/>
              </a:buClr>
              <a:buSzPts val="1600"/>
              <a:buFont typeface="IBM Plex Sans Light"/>
              <a:buChar char="■"/>
              <a:defRPr>
                <a:solidFill>
                  <a:schemeClr val="lt1"/>
                </a:solidFill>
                <a:latin typeface="IBM Plex Sans Light"/>
                <a:ea typeface="IBM Plex Sans Light"/>
                <a:cs typeface="IBM Plex Sans Light"/>
                <a:sym typeface="IBM Plex Sans Light"/>
              </a:defRPr>
            </a:lvl1pPr>
            <a:lvl2pPr marL="914400" lvl="1" indent="-342900" rtl="0">
              <a:spcBef>
                <a:spcPts val="0"/>
              </a:spcBef>
              <a:spcAft>
                <a:spcPts val="0"/>
              </a:spcAft>
              <a:buClr>
                <a:schemeClr val="lt1"/>
              </a:buClr>
              <a:buSzPts val="1800"/>
              <a:buFont typeface="IBM Plex Sans Light"/>
              <a:buChar char="■"/>
              <a:defRPr sz="1800">
                <a:solidFill>
                  <a:schemeClr val="lt1"/>
                </a:solidFill>
                <a:latin typeface="IBM Plex Sans Light"/>
                <a:ea typeface="IBM Plex Sans Light"/>
                <a:cs typeface="IBM Plex Sans Light"/>
                <a:sym typeface="IBM Plex Sans Light"/>
              </a:defRPr>
            </a:lvl2pPr>
            <a:lvl3pPr marL="1371600" lvl="2" indent="-342900" rtl="0">
              <a:spcBef>
                <a:spcPts val="0"/>
              </a:spcBef>
              <a:spcAft>
                <a:spcPts val="0"/>
              </a:spcAft>
              <a:buClr>
                <a:schemeClr val="lt1"/>
              </a:buClr>
              <a:buSzPts val="1800"/>
              <a:buFont typeface="IBM Plex Sans Light"/>
              <a:buChar char="■"/>
              <a:defRPr sz="1800">
                <a:solidFill>
                  <a:schemeClr val="lt1"/>
                </a:solidFill>
                <a:latin typeface="IBM Plex Sans Light"/>
                <a:ea typeface="IBM Plex Sans Light"/>
                <a:cs typeface="IBM Plex Sans Light"/>
                <a:sym typeface="IBM Plex Sans Light"/>
              </a:defRPr>
            </a:lvl3pPr>
            <a:lvl4pPr marL="1828800" lvl="3" indent="-342900" rtl="0">
              <a:spcBef>
                <a:spcPts val="0"/>
              </a:spcBef>
              <a:spcAft>
                <a:spcPts val="0"/>
              </a:spcAft>
              <a:buClr>
                <a:schemeClr val="lt1"/>
              </a:buClr>
              <a:buSzPts val="1800"/>
              <a:buFont typeface="IBM Plex Sans Light"/>
              <a:buChar char="●"/>
              <a:defRPr sz="1800">
                <a:solidFill>
                  <a:schemeClr val="lt1"/>
                </a:solidFill>
                <a:latin typeface="IBM Plex Sans Light"/>
                <a:ea typeface="IBM Plex Sans Light"/>
                <a:cs typeface="IBM Plex Sans Light"/>
                <a:sym typeface="IBM Plex Sans Light"/>
              </a:defRPr>
            </a:lvl4pPr>
            <a:lvl5pPr marL="2286000" lvl="4" indent="-342900" rtl="0">
              <a:spcBef>
                <a:spcPts val="0"/>
              </a:spcBef>
              <a:spcAft>
                <a:spcPts val="0"/>
              </a:spcAft>
              <a:buClr>
                <a:schemeClr val="lt1"/>
              </a:buClr>
              <a:buSzPts val="1800"/>
              <a:buFont typeface="IBM Plex Sans Light"/>
              <a:buChar char="○"/>
              <a:defRPr sz="1800">
                <a:solidFill>
                  <a:schemeClr val="lt1"/>
                </a:solidFill>
                <a:latin typeface="IBM Plex Sans Light"/>
                <a:ea typeface="IBM Plex Sans Light"/>
                <a:cs typeface="IBM Plex Sans Light"/>
                <a:sym typeface="IBM Plex Sans Light"/>
              </a:defRPr>
            </a:lvl5pPr>
            <a:lvl6pPr marL="2743200" lvl="5" indent="-342900" rtl="0">
              <a:spcBef>
                <a:spcPts val="0"/>
              </a:spcBef>
              <a:spcAft>
                <a:spcPts val="0"/>
              </a:spcAft>
              <a:buClr>
                <a:schemeClr val="lt1"/>
              </a:buClr>
              <a:buSzPts val="1800"/>
              <a:buFont typeface="IBM Plex Sans Light"/>
              <a:buChar char="■"/>
              <a:defRPr sz="1800">
                <a:solidFill>
                  <a:schemeClr val="lt1"/>
                </a:solidFill>
                <a:latin typeface="IBM Plex Sans Light"/>
                <a:ea typeface="IBM Plex Sans Light"/>
                <a:cs typeface="IBM Plex Sans Light"/>
                <a:sym typeface="IBM Plex Sans Light"/>
              </a:defRPr>
            </a:lvl6pPr>
            <a:lvl7pPr marL="3200400" lvl="6" indent="-342900" rtl="0">
              <a:spcBef>
                <a:spcPts val="0"/>
              </a:spcBef>
              <a:spcAft>
                <a:spcPts val="0"/>
              </a:spcAft>
              <a:buClr>
                <a:schemeClr val="lt1"/>
              </a:buClr>
              <a:buSzPts val="1800"/>
              <a:buFont typeface="IBM Plex Sans Light"/>
              <a:buChar char="●"/>
              <a:defRPr sz="1800">
                <a:solidFill>
                  <a:schemeClr val="lt1"/>
                </a:solidFill>
                <a:latin typeface="IBM Plex Sans Light"/>
                <a:ea typeface="IBM Plex Sans Light"/>
                <a:cs typeface="IBM Plex Sans Light"/>
                <a:sym typeface="IBM Plex Sans Light"/>
              </a:defRPr>
            </a:lvl7pPr>
            <a:lvl8pPr marL="3657600" lvl="7" indent="-342900" rtl="0">
              <a:spcBef>
                <a:spcPts val="0"/>
              </a:spcBef>
              <a:spcAft>
                <a:spcPts val="0"/>
              </a:spcAft>
              <a:buClr>
                <a:schemeClr val="lt1"/>
              </a:buClr>
              <a:buSzPts val="1800"/>
              <a:buFont typeface="IBM Plex Sans Light"/>
              <a:buChar char="○"/>
              <a:defRPr sz="1800">
                <a:solidFill>
                  <a:schemeClr val="lt1"/>
                </a:solidFill>
                <a:latin typeface="IBM Plex Sans Light"/>
                <a:ea typeface="IBM Plex Sans Light"/>
                <a:cs typeface="IBM Plex Sans Light"/>
                <a:sym typeface="IBM Plex Sans Light"/>
              </a:defRPr>
            </a:lvl8pPr>
            <a:lvl9pPr marL="4114800" lvl="8" indent="-342900" rtl="0">
              <a:spcBef>
                <a:spcPts val="0"/>
              </a:spcBef>
              <a:spcAft>
                <a:spcPts val="0"/>
              </a:spcAft>
              <a:buClr>
                <a:schemeClr val="lt1"/>
              </a:buClr>
              <a:buSzPts val="1800"/>
              <a:buFont typeface="IBM Plex Sans Light"/>
              <a:buChar char="■"/>
              <a:defRPr sz="1800">
                <a:solidFill>
                  <a:schemeClr val="lt1"/>
                </a:solidFill>
                <a:latin typeface="IBM Plex Sans Light"/>
                <a:ea typeface="IBM Plex Sans Light"/>
                <a:cs typeface="IBM Plex Sans Light"/>
                <a:sym typeface="IBM Plex Sans Light"/>
              </a:defRPr>
            </a:lvl9pPr>
          </a:lstStyle>
          <a:p>
            <a:endParaRPr/>
          </a:p>
        </p:txBody>
      </p:sp>
      <p:sp>
        <p:nvSpPr>
          <p:cNvPr id="1336" name="Google Shape;1336;p108"/>
          <p:cNvSpPr txBox="1">
            <a:spLocks noGrp="1"/>
          </p:cNvSpPr>
          <p:nvPr>
            <p:ph type="subTitle" idx="8"/>
          </p:nvPr>
        </p:nvSpPr>
        <p:spPr>
          <a:xfrm>
            <a:off x="5201300" y="4138300"/>
            <a:ext cx="2326500" cy="215400"/>
          </a:xfrm>
          <a:prstGeom prst="rect">
            <a:avLst/>
          </a:prstGeom>
        </p:spPr>
        <p:txBody>
          <a:bodyPr spcFirstLastPara="1" wrap="square" lIns="0" tIns="0" rIns="0" bIns="0" anchor="t" anchorCtr="0">
            <a:normAutofit/>
          </a:bodyPr>
          <a:lstStyle>
            <a:lvl1pPr lvl="0" rtl="0">
              <a:lnSpc>
                <a:spcPct val="100000"/>
              </a:lnSpc>
              <a:spcBef>
                <a:spcPts val="0"/>
              </a:spcBef>
              <a:spcAft>
                <a:spcPts val="0"/>
              </a:spcAft>
              <a:buClr>
                <a:schemeClr val="lt2"/>
              </a:buClr>
              <a:buSzPts val="1400"/>
              <a:buNone/>
              <a:defRPr sz="1400" b="1">
                <a:solidFill>
                  <a:schemeClr val="lt2"/>
                </a:solidFill>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1337" name="Google Shape;1337;p108"/>
          <p:cNvSpPr txBox="1">
            <a:spLocks noGrp="1"/>
          </p:cNvSpPr>
          <p:nvPr>
            <p:ph type="subTitle" idx="9"/>
          </p:nvPr>
        </p:nvSpPr>
        <p:spPr>
          <a:xfrm>
            <a:off x="5201300" y="4434700"/>
            <a:ext cx="2326500" cy="215400"/>
          </a:xfrm>
          <a:prstGeom prst="rect">
            <a:avLst/>
          </a:prstGeom>
        </p:spPr>
        <p:txBody>
          <a:bodyPr spcFirstLastPara="1" wrap="square" lIns="0" tIns="0" rIns="0" bIns="0" anchor="t" anchorCtr="0">
            <a:normAutofit/>
          </a:bodyPr>
          <a:lstStyle>
            <a:lvl1pPr lvl="0" rtl="0">
              <a:lnSpc>
                <a:spcPct val="100000"/>
              </a:lnSpc>
              <a:spcBef>
                <a:spcPts val="0"/>
              </a:spcBef>
              <a:spcAft>
                <a:spcPts val="0"/>
              </a:spcAft>
              <a:buClr>
                <a:schemeClr val="lt2"/>
              </a:buClr>
              <a:buSzPts val="1200"/>
              <a:buNone/>
              <a:defRPr sz="1200">
                <a:solidFill>
                  <a:schemeClr val="lt2"/>
                </a:solidFill>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Tree>
  </p:cSld>
  <p:clrMapOvr>
    <a:masterClrMapping/>
  </p:clrMapOvr>
</p:sldLayout>
</file>

<file path=ppt/slideLayouts/slideLayout107.xml><?xml version="1.0" encoding="utf-8"?>
<p:sldLayout xmlns:a="http://schemas.openxmlformats.org/drawingml/2006/main" xmlns:r="http://schemas.openxmlformats.org/officeDocument/2006/relationships" xmlns:p="http://schemas.openxmlformats.org/presentationml/2006/main" matchingName="Quote - 1">
  <p:cSld name="CUSTOM_2">
    <p:spTree>
      <p:nvGrpSpPr>
        <p:cNvPr id="1" name="Shape 1338"/>
        <p:cNvGrpSpPr/>
        <p:nvPr/>
      </p:nvGrpSpPr>
      <p:grpSpPr>
        <a:xfrm>
          <a:off x="0" y="0"/>
          <a:ext cx="0" cy="0"/>
          <a:chOff x="0" y="0"/>
          <a:chExt cx="0" cy="0"/>
        </a:xfrm>
      </p:grpSpPr>
      <p:sp>
        <p:nvSpPr>
          <p:cNvPr id="1339" name="Google Shape;1339;p109"/>
          <p:cNvSpPr/>
          <p:nvPr/>
        </p:nvSpPr>
        <p:spPr>
          <a:xfrm>
            <a:off x="1091700" y="935250"/>
            <a:ext cx="6960600" cy="3273000"/>
          </a:xfrm>
          <a:prstGeom prst="roundRect">
            <a:avLst>
              <a:gd name="adj" fmla="val 12660"/>
            </a:avLst>
          </a:prstGeom>
          <a:solidFill>
            <a:srgbClr val="007E89"/>
          </a:solidFill>
          <a:ln>
            <a:noFill/>
          </a:ln>
        </p:spPr>
        <p:txBody>
          <a:bodyPr spcFirstLastPara="1" wrap="square" lIns="57150" tIns="57150" rIns="57150" bIns="57150" anchor="ctr" anchorCtr="0">
            <a:noAutofit/>
          </a:bodyPr>
          <a:lstStyle/>
          <a:p>
            <a:pPr marL="0" lvl="0" indent="0" algn="ctr" rtl="0">
              <a:spcBef>
                <a:spcPts val="0"/>
              </a:spcBef>
              <a:spcAft>
                <a:spcPts val="0"/>
              </a:spcAft>
              <a:buNone/>
            </a:pPr>
            <a:endParaRPr sz="1000">
              <a:solidFill>
                <a:srgbClr val="000000"/>
              </a:solidFill>
              <a:latin typeface="IBM Plex Sans"/>
              <a:ea typeface="IBM Plex Sans"/>
              <a:cs typeface="IBM Plex Sans"/>
              <a:sym typeface="IBM Plex Sans"/>
            </a:endParaRPr>
          </a:p>
        </p:txBody>
      </p:sp>
      <p:pic>
        <p:nvPicPr>
          <p:cNvPr id="1340" name="Google Shape;1340;p109"/>
          <p:cNvPicPr preferRelativeResize="0"/>
          <p:nvPr/>
        </p:nvPicPr>
        <p:blipFill>
          <a:blip r:embed="rId2">
            <a:alphaModFix/>
          </a:blip>
          <a:stretch>
            <a:fillRect/>
          </a:stretch>
        </p:blipFill>
        <p:spPr>
          <a:xfrm>
            <a:off x="8544852" y="62010"/>
            <a:ext cx="599140" cy="599141"/>
          </a:xfrm>
          <a:prstGeom prst="rect">
            <a:avLst/>
          </a:prstGeom>
          <a:noFill/>
          <a:ln>
            <a:noFill/>
          </a:ln>
        </p:spPr>
      </p:pic>
      <p:sp>
        <p:nvSpPr>
          <p:cNvPr id="1341" name="Google Shape;1341;p109"/>
          <p:cNvSpPr txBox="1">
            <a:spLocks noGrp="1"/>
          </p:cNvSpPr>
          <p:nvPr>
            <p:ph type="body" idx="1"/>
          </p:nvPr>
        </p:nvSpPr>
        <p:spPr>
          <a:xfrm>
            <a:off x="1877400" y="1503000"/>
            <a:ext cx="5389200" cy="1907700"/>
          </a:xfrm>
          <a:prstGeom prst="rect">
            <a:avLst/>
          </a:prstGeom>
        </p:spPr>
        <p:txBody>
          <a:bodyPr spcFirstLastPara="1" wrap="square" lIns="0" tIns="0" rIns="0" bIns="0" anchor="t" anchorCtr="0">
            <a:normAutofit/>
          </a:bodyPr>
          <a:lstStyle>
            <a:lvl1pPr marL="457200" lvl="0" indent="-381000" rtl="0">
              <a:spcBef>
                <a:spcPts val="0"/>
              </a:spcBef>
              <a:spcAft>
                <a:spcPts val="0"/>
              </a:spcAft>
              <a:buClr>
                <a:schemeClr val="lt1"/>
              </a:buClr>
              <a:buSzPts val="2400"/>
              <a:buFont typeface="IBM Plex Sans Light"/>
              <a:buChar char="■"/>
              <a:defRPr sz="2400">
                <a:solidFill>
                  <a:schemeClr val="lt1"/>
                </a:solidFill>
                <a:latin typeface="IBM Plex Sans Light"/>
                <a:ea typeface="IBM Plex Sans Light"/>
                <a:cs typeface="IBM Plex Sans Light"/>
                <a:sym typeface="IBM Plex Sans Light"/>
              </a:defRPr>
            </a:lvl1pPr>
            <a:lvl2pPr marL="914400" lvl="1" indent="-342900" rtl="0">
              <a:spcBef>
                <a:spcPts val="0"/>
              </a:spcBef>
              <a:spcAft>
                <a:spcPts val="0"/>
              </a:spcAft>
              <a:buClr>
                <a:schemeClr val="lt1"/>
              </a:buClr>
              <a:buSzPts val="1800"/>
              <a:buFont typeface="IBM Plex Sans Light"/>
              <a:buChar char="■"/>
              <a:defRPr sz="1800">
                <a:solidFill>
                  <a:schemeClr val="lt1"/>
                </a:solidFill>
                <a:latin typeface="IBM Plex Sans Light"/>
                <a:ea typeface="IBM Plex Sans Light"/>
                <a:cs typeface="IBM Plex Sans Light"/>
                <a:sym typeface="IBM Plex Sans Light"/>
              </a:defRPr>
            </a:lvl2pPr>
            <a:lvl3pPr marL="1371600" lvl="2" indent="-342900" rtl="0">
              <a:spcBef>
                <a:spcPts val="0"/>
              </a:spcBef>
              <a:spcAft>
                <a:spcPts val="0"/>
              </a:spcAft>
              <a:buClr>
                <a:schemeClr val="lt1"/>
              </a:buClr>
              <a:buSzPts val="1800"/>
              <a:buFont typeface="IBM Plex Sans Light"/>
              <a:buChar char="■"/>
              <a:defRPr sz="1800">
                <a:solidFill>
                  <a:schemeClr val="lt1"/>
                </a:solidFill>
                <a:latin typeface="IBM Plex Sans Light"/>
                <a:ea typeface="IBM Plex Sans Light"/>
                <a:cs typeface="IBM Plex Sans Light"/>
                <a:sym typeface="IBM Plex Sans Light"/>
              </a:defRPr>
            </a:lvl3pPr>
            <a:lvl4pPr marL="1828800" lvl="3" indent="-342900" rtl="0">
              <a:spcBef>
                <a:spcPts val="0"/>
              </a:spcBef>
              <a:spcAft>
                <a:spcPts val="0"/>
              </a:spcAft>
              <a:buClr>
                <a:schemeClr val="lt1"/>
              </a:buClr>
              <a:buSzPts val="1800"/>
              <a:buFont typeface="IBM Plex Sans Light"/>
              <a:buChar char="●"/>
              <a:defRPr sz="1800">
                <a:solidFill>
                  <a:schemeClr val="lt1"/>
                </a:solidFill>
                <a:latin typeface="IBM Plex Sans Light"/>
                <a:ea typeface="IBM Plex Sans Light"/>
                <a:cs typeface="IBM Plex Sans Light"/>
                <a:sym typeface="IBM Plex Sans Light"/>
              </a:defRPr>
            </a:lvl4pPr>
            <a:lvl5pPr marL="2286000" lvl="4" indent="-342900" rtl="0">
              <a:spcBef>
                <a:spcPts val="0"/>
              </a:spcBef>
              <a:spcAft>
                <a:spcPts val="0"/>
              </a:spcAft>
              <a:buClr>
                <a:schemeClr val="lt1"/>
              </a:buClr>
              <a:buSzPts val="1800"/>
              <a:buFont typeface="IBM Plex Sans Light"/>
              <a:buChar char="○"/>
              <a:defRPr sz="1800">
                <a:solidFill>
                  <a:schemeClr val="lt1"/>
                </a:solidFill>
                <a:latin typeface="IBM Plex Sans Light"/>
                <a:ea typeface="IBM Plex Sans Light"/>
                <a:cs typeface="IBM Plex Sans Light"/>
                <a:sym typeface="IBM Plex Sans Light"/>
              </a:defRPr>
            </a:lvl5pPr>
            <a:lvl6pPr marL="2743200" lvl="5" indent="-342900" rtl="0">
              <a:spcBef>
                <a:spcPts val="0"/>
              </a:spcBef>
              <a:spcAft>
                <a:spcPts val="0"/>
              </a:spcAft>
              <a:buClr>
                <a:schemeClr val="lt1"/>
              </a:buClr>
              <a:buSzPts val="1800"/>
              <a:buFont typeface="IBM Plex Sans Light"/>
              <a:buChar char="■"/>
              <a:defRPr sz="1800">
                <a:solidFill>
                  <a:schemeClr val="lt1"/>
                </a:solidFill>
                <a:latin typeface="IBM Plex Sans Light"/>
                <a:ea typeface="IBM Plex Sans Light"/>
                <a:cs typeface="IBM Plex Sans Light"/>
                <a:sym typeface="IBM Plex Sans Light"/>
              </a:defRPr>
            </a:lvl6pPr>
            <a:lvl7pPr marL="3200400" lvl="6" indent="-342900" rtl="0">
              <a:spcBef>
                <a:spcPts val="0"/>
              </a:spcBef>
              <a:spcAft>
                <a:spcPts val="0"/>
              </a:spcAft>
              <a:buClr>
                <a:schemeClr val="lt1"/>
              </a:buClr>
              <a:buSzPts val="1800"/>
              <a:buFont typeface="IBM Plex Sans Light"/>
              <a:buChar char="●"/>
              <a:defRPr sz="1800">
                <a:solidFill>
                  <a:schemeClr val="lt1"/>
                </a:solidFill>
                <a:latin typeface="IBM Plex Sans Light"/>
                <a:ea typeface="IBM Plex Sans Light"/>
                <a:cs typeface="IBM Plex Sans Light"/>
                <a:sym typeface="IBM Plex Sans Light"/>
              </a:defRPr>
            </a:lvl7pPr>
            <a:lvl8pPr marL="3657600" lvl="7" indent="-342900" rtl="0">
              <a:spcBef>
                <a:spcPts val="0"/>
              </a:spcBef>
              <a:spcAft>
                <a:spcPts val="0"/>
              </a:spcAft>
              <a:buClr>
                <a:schemeClr val="lt1"/>
              </a:buClr>
              <a:buSzPts val="1800"/>
              <a:buFont typeface="IBM Plex Sans Light"/>
              <a:buChar char="○"/>
              <a:defRPr sz="1800">
                <a:solidFill>
                  <a:schemeClr val="lt1"/>
                </a:solidFill>
                <a:latin typeface="IBM Plex Sans Light"/>
                <a:ea typeface="IBM Plex Sans Light"/>
                <a:cs typeface="IBM Plex Sans Light"/>
                <a:sym typeface="IBM Plex Sans Light"/>
              </a:defRPr>
            </a:lvl8pPr>
            <a:lvl9pPr marL="4114800" lvl="8" indent="-342900" rtl="0">
              <a:spcBef>
                <a:spcPts val="0"/>
              </a:spcBef>
              <a:spcAft>
                <a:spcPts val="0"/>
              </a:spcAft>
              <a:buClr>
                <a:schemeClr val="lt1"/>
              </a:buClr>
              <a:buSzPts val="1800"/>
              <a:buFont typeface="IBM Plex Sans Light"/>
              <a:buChar char="■"/>
              <a:defRPr sz="1800">
                <a:solidFill>
                  <a:schemeClr val="lt1"/>
                </a:solidFill>
                <a:latin typeface="IBM Plex Sans Light"/>
                <a:ea typeface="IBM Plex Sans Light"/>
                <a:cs typeface="IBM Plex Sans Light"/>
                <a:sym typeface="IBM Plex Sans Light"/>
              </a:defRPr>
            </a:lvl9pPr>
          </a:lstStyle>
          <a:p>
            <a:endParaRPr/>
          </a:p>
        </p:txBody>
      </p:sp>
      <p:sp>
        <p:nvSpPr>
          <p:cNvPr id="1342" name="Google Shape;1342;p109"/>
          <p:cNvSpPr txBox="1">
            <a:spLocks noGrp="1"/>
          </p:cNvSpPr>
          <p:nvPr>
            <p:ph type="subTitle" idx="2"/>
          </p:nvPr>
        </p:nvSpPr>
        <p:spPr>
          <a:xfrm>
            <a:off x="4394950" y="3448481"/>
            <a:ext cx="3368400" cy="215400"/>
          </a:xfrm>
          <a:prstGeom prst="rect">
            <a:avLst/>
          </a:prstGeom>
        </p:spPr>
        <p:txBody>
          <a:bodyPr spcFirstLastPara="1" wrap="square" lIns="0" tIns="0" rIns="0" bIns="0" anchor="t" anchorCtr="0">
            <a:normAutofit/>
          </a:bodyPr>
          <a:lstStyle>
            <a:lvl1pPr lvl="0" algn="r" rtl="0">
              <a:lnSpc>
                <a:spcPct val="100000"/>
              </a:lnSpc>
              <a:spcBef>
                <a:spcPts val="0"/>
              </a:spcBef>
              <a:spcAft>
                <a:spcPts val="0"/>
              </a:spcAft>
              <a:buClr>
                <a:schemeClr val="lt2"/>
              </a:buClr>
              <a:buSzPts val="1400"/>
              <a:buNone/>
              <a:defRPr sz="1400" b="1">
                <a:solidFill>
                  <a:schemeClr val="lt2"/>
                </a:solidFill>
              </a:defRPr>
            </a:lvl1pPr>
            <a:lvl2pPr lvl="1" algn="r" rtl="0">
              <a:lnSpc>
                <a:spcPct val="100000"/>
              </a:lnSpc>
              <a:spcBef>
                <a:spcPts val="0"/>
              </a:spcBef>
              <a:spcAft>
                <a:spcPts val="0"/>
              </a:spcAft>
              <a:buSzPts val="1400"/>
              <a:buNone/>
              <a:defRPr/>
            </a:lvl2pPr>
            <a:lvl3pPr lvl="2" algn="r" rtl="0">
              <a:lnSpc>
                <a:spcPct val="100000"/>
              </a:lnSpc>
              <a:spcBef>
                <a:spcPts val="0"/>
              </a:spcBef>
              <a:spcAft>
                <a:spcPts val="0"/>
              </a:spcAft>
              <a:buSzPts val="1400"/>
              <a:buNone/>
              <a:defRPr/>
            </a:lvl3pPr>
            <a:lvl4pPr lvl="3" algn="r" rtl="0">
              <a:lnSpc>
                <a:spcPct val="100000"/>
              </a:lnSpc>
              <a:spcBef>
                <a:spcPts val="0"/>
              </a:spcBef>
              <a:spcAft>
                <a:spcPts val="0"/>
              </a:spcAft>
              <a:buSzPts val="1400"/>
              <a:buNone/>
              <a:defRPr/>
            </a:lvl4pPr>
            <a:lvl5pPr lvl="4" algn="r" rtl="0">
              <a:lnSpc>
                <a:spcPct val="100000"/>
              </a:lnSpc>
              <a:spcBef>
                <a:spcPts val="0"/>
              </a:spcBef>
              <a:spcAft>
                <a:spcPts val="0"/>
              </a:spcAft>
              <a:buSzPts val="1400"/>
              <a:buNone/>
              <a:defRPr/>
            </a:lvl5pPr>
            <a:lvl6pPr lvl="5" algn="r" rtl="0">
              <a:lnSpc>
                <a:spcPct val="100000"/>
              </a:lnSpc>
              <a:spcBef>
                <a:spcPts val="0"/>
              </a:spcBef>
              <a:spcAft>
                <a:spcPts val="0"/>
              </a:spcAft>
              <a:buSzPts val="1400"/>
              <a:buNone/>
              <a:defRPr/>
            </a:lvl6pPr>
            <a:lvl7pPr lvl="6" algn="r" rtl="0">
              <a:lnSpc>
                <a:spcPct val="100000"/>
              </a:lnSpc>
              <a:spcBef>
                <a:spcPts val="0"/>
              </a:spcBef>
              <a:spcAft>
                <a:spcPts val="0"/>
              </a:spcAft>
              <a:buSzPts val="1400"/>
              <a:buNone/>
              <a:defRPr/>
            </a:lvl7pPr>
            <a:lvl8pPr lvl="7" algn="r" rtl="0">
              <a:lnSpc>
                <a:spcPct val="100000"/>
              </a:lnSpc>
              <a:spcBef>
                <a:spcPts val="0"/>
              </a:spcBef>
              <a:spcAft>
                <a:spcPts val="0"/>
              </a:spcAft>
              <a:buSzPts val="1400"/>
              <a:buNone/>
              <a:defRPr/>
            </a:lvl8pPr>
            <a:lvl9pPr lvl="8" algn="r" rtl="0">
              <a:lnSpc>
                <a:spcPct val="100000"/>
              </a:lnSpc>
              <a:spcBef>
                <a:spcPts val="0"/>
              </a:spcBef>
              <a:spcAft>
                <a:spcPts val="0"/>
              </a:spcAft>
              <a:buSzPts val="1400"/>
              <a:buNone/>
              <a:defRPr/>
            </a:lvl9pPr>
          </a:lstStyle>
          <a:p>
            <a:endParaRPr/>
          </a:p>
        </p:txBody>
      </p:sp>
      <p:sp>
        <p:nvSpPr>
          <p:cNvPr id="1343" name="Google Shape;1343;p109"/>
          <p:cNvSpPr txBox="1">
            <a:spLocks noGrp="1"/>
          </p:cNvSpPr>
          <p:nvPr>
            <p:ph type="subTitle" idx="3"/>
          </p:nvPr>
        </p:nvSpPr>
        <p:spPr>
          <a:xfrm>
            <a:off x="4394950" y="3706950"/>
            <a:ext cx="3368400" cy="215400"/>
          </a:xfrm>
          <a:prstGeom prst="rect">
            <a:avLst/>
          </a:prstGeom>
        </p:spPr>
        <p:txBody>
          <a:bodyPr spcFirstLastPara="1" wrap="square" lIns="0" tIns="0" rIns="0" bIns="0" anchor="t" anchorCtr="0">
            <a:normAutofit/>
          </a:bodyPr>
          <a:lstStyle>
            <a:lvl1pPr lvl="0" algn="r" rtl="0">
              <a:lnSpc>
                <a:spcPct val="100000"/>
              </a:lnSpc>
              <a:spcBef>
                <a:spcPts val="0"/>
              </a:spcBef>
              <a:spcAft>
                <a:spcPts val="0"/>
              </a:spcAft>
              <a:buClr>
                <a:schemeClr val="lt2"/>
              </a:buClr>
              <a:buSzPts val="1200"/>
              <a:buNone/>
              <a:defRPr sz="1200">
                <a:solidFill>
                  <a:schemeClr val="lt2"/>
                </a:solidFill>
              </a:defRPr>
            </a:lvl1pPr>
            <a:lvl2pPr lvl="1" algn="r" rtl="0">
              <a:lnSpc>
                <a:spcPct val="100000"/>
              </a:lnSpc>
              <a:spcBef>
                <a:spcPts val="0"/>
              </a:spcBef>
              <a:spcAft>
                <a:spcPts val="0"/>
              </a:spcAft>
              <a:buSzPts val="1400"/>
              <a:buNone/>
              <a:defRPr/>
            </a:lvl2pPr>
            <a:lvl3pPr lvl="2" algn="r" rtl="0">
              <a:lnSpc>
                <a:spcPct val="100000"/>
              </a:lnSpc>
              <a:spcBef>
                <a:spcPts val="0"/>
              </a:spcBef>
              <a:spcAft>
                <a:spcPts val="0"/>
              </a:spcAft>
              <a:buSzPts val="1400"/>
              <a:buNone/>
              <a:defRPr/>
            </a:lvl3pPr>
            <a:lvl4pPr lvl="3" algn="r" rtl="0">
              <a:lnSpc>
                <a:spcPct val="100000"/>
              </a:lnSpc>
              <a:spcBef>
                <a:spcPts val="0"/>
              </a:spcBef>
              <a:spcAft>
                <a:spcPts val="0"/>
              </a:spcAft>
              <a:buSzPts val="1400"/>
              <a:buNone/>
              <a:defRPr/>
            </a:lvl4pPr>
            <a:lvl5pPr lvl="4" algn="r" rtl="0">
              <a:lnSpc>
                <a:spcPct val="100000"/>
              </a:lnSpc>
              <a:spcBef>
                <a:spcPts val="0"/>
              </a:spcBef>
              <a:spcAft>
                <a:spcPts val="0"/>
              </a:spcAft>
              <a:buSzPts val="1400"/>
              <a:buNone/>
              <a:defRPr/>
            </a:lvl5pPr>
            <a:lvl6pPr lvl="5" algn="r" rtl="0">
              <a:lnSpc>
                <a:spcPct val="100000"/>
              </a:lnSpc>
              <a:spcBef>
                <a:spcPts val="0"/>
              </a:spcBef>
              <a:spcAft>
                <a:spcPts val="0"/>
              </a:spcAft>
              <a:buSzPts val="1400"/>
              <a:buNone/>
              <a:defRPr/>
            </a:lvl6pPr>
            <a:lvl7pPr lvl="6" algn="r" rtl="0">
              <a:lnSpc>
                <a:spcPct val="100000"/>
              </a:lnSpc>
              <a:spcBef>
                <a:spcPts val="0"/>
              </a:spcBef>
              <a:spcAft>
                <a:spcPts val="0"/>
              </a:spcAft>
              <a:buSzPts val="1400"/>
              <a:buNone/>
              <a:defRPr/>
            </a:lvl7pPr>
            <a:lvl8pPr lvl="7" algn="r" rtl="0">
              <a:lnSpc>
                <a:spcPct val="100000"/>
              </a:lnSpc>
              <a:spcBef>
                <a:spcPts val="0"/>
              </a:spcBef>
              <a:spcAft>
                <a:spcPts val="0"/>
              </a:spcAft>
              <a:buSzPts val="1400"/>
              <a:buNone/>
              <a:defRPr/>
            </a:lvl8pPr>
            <a:lvl9pPr lvl="8" algn="r" rtl="0">
              <a:lnSpc>
                <a:spcPct val="100000"/>
              </a:lnSpc>
              <a:spcBef>
                <a:spcPts val="0"/>
              </a:spcBef>
              <a:spcAft>
                <a:spcPts val="0"/>
              </a:spcAft>
              <a:buSzPts val="1400"/>
              <a:buNone/>
              <a:defRPr/>
            </a:lvl9pPr>
          </a:lstStyle>
          <a:p>
            <a:endParaRPr/>
          </a:p>
        </p:txBody>
      </p:sp>
      <p:grpSp>
        <p:nvGrpSpPr>
          <p:cNvPr id="1344" name="Google Shape;1344;p109"/>
          <p:cNvGrpSpPr/>
          <p:nvPr/>
        </p:nvGrpSpPr>
        <p:grpSpPr>
          <a:xfrm>
            <a:off x="503147" y="3448466"/>
            <a:ext cx="961141" cy="957298"/>
            <a:chOff x="3000325" y="3156400"/>
            <a:chExt cx="881054" cy="877530"/>
          </a:xfrm>
        </p:grpSpPr>
        <p:sp>
          <p:nvSpPr>
            <p:cNvPr id="1345" name="Google Shape;1345;p109"/>
            <p:cNvSpPr/>
            <p:nvPr/>
          </p:nvSpPr>
          <p:spPr>
            <a:xfrm>
              <a:off x="3791679" y="3550315"/>
              <a:ext cx="89700" cy="89700"/>
            </a:xfrm>
            <a:prstGeom prst="ellipse">
              <a:avLst/>
            </a:prstGeom>
            <a:solidFill>
              <a:srgbClr val="7AC6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6" name="Google Shape;1346;p109"/>
            <p:cNvSpPr/>
            <p:nvPr/>
          </p:nvSpPr>
          <p:spPr>
            <a:xfrm>
              <a:off x="3791679" y="3353358"/>
              <a:ext cx="89700" cy="89700"/>
            </a:xfrm>
            <a:prstGeom prst="ellipse">
              <a:avLst/>
            </a:prstGeom>
            <a:solidFill>
              <a:srgbClr val="7AC6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7" name="Google Shape;1347;p109"/>
            <p:cNvSpPr/>
            <p:nvPr/>
          </p:nvSpPr>
          <p:spPr>
            <a:xfrm>
              <a:off x="3791679" y="3156400"/>
              <a:ext cx="89700" cy="89700"/>
            </a:xfrm>
            <a:prstGeom prst="ellipse">
              <a:avLst/>
            </a:prstGeom>
            <a:solidFill>
              <a:srgbClr val="7AC6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8" name="Google Shape;1348;p109"/>
            <p:cNvSpPr/>
            <p:nvPr/>
          </p:nvSpPr>
          <p:spPr>
            <a:xfrm>
              <a:off x="3791679" y="3747273"/>
              <a:ext cx="89700" cy="89700"/>
            </a:xfrm>
            <a:prstGeom prst="ellipse">
              <a:avLst/>
            </a:prstGeom>
            <a:solidFill>
              <a:srgbClr val="7AC6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9" name="Google Shape;1349;p109"/>
            <p:cNvSpPr/>
            <p:nvPr/>
          </p:nvSpPr>
          <p:spPr>
            <a:xfrm>
              <a:off x="3791679" y="3944230"/>
              <a:ext cx="89700" cy="89700"/>
            </a:xfrm>
            <a:prstGeom prst="ellipse">
              <a:avLst/>
            </a:prstGeom>
            <a:solidFill>
              <a:srgbClr val="7AC6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0" name="Google Shape;1350;p109"/>
            <p:cNvSpPr/>
            <p:nvPr/>
          </p:nvSpPr>
          <p:spPr>
            <a:xfrm>
              <a:off x="3000325" y="3550315"/>
              <a:ext cx="89700" cy="89700"/>
            </a:xfrm>
            <a:prstGeom prst="ellipse">
              <a:avLst/>
            </a:prstGeom>
            <a:solidFill>
              <a:srgbClr val="7AC6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1" name="Google Shape;1351;p109"/>
            <p:cNvSpPr/>
            <p:nvPr/>
          </p:nvSpPr>
          <p:spPr>
            <a:xfrm>
              <a:off x="3000325" y="3353358"/>
              <a:ext cx="89700" cy="89700"/>
            </a:xfrm>
            <a:prstGeom prst="ellipse">
              <a:avLst/>
            </a:prstGeom>
            <a:solidFill>
              <a:srgbClr val="7AC6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2" name="Google Shape;1352;p109"/>
            <p:cNvSpPr/>
            <p:nvPr/>
          </p:nvSpPr>
          <p:spPr>
            <a:xfrm>
              <a:off x="3000325" y="3156400"/>
              <a:ext cx="89700" cy="89700"/>
            </a:xfrm>
            <a:prstGeom prst="ellipse">
              <a:avLst/>
            </a:prstGeom>
            <a:solidFill>
              <a:srgbClr val="7AC6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3" name="Google Shape;1353;p109"/>
            <p:cNvSpPr/>
            <p:nvPr/>
          </p:nvSpPr>
          <p:spPr>
            <a:xfrm>
              <a:off x="3000325" y="3747273"/>
              <a:ext cx="89700" cy="89700"/>
            </a:xfrm>
            <a:prstGeom prst="ellipse">
              <a:avLst/>
            </a:prstGeom>
            <a:solidFill>
              <a:srgbClr val="7AC6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4" name="Google Shape;1354;p109"/>
            <p:cNvSpPr/>
            <p:nvPr/>
          </p:nvSpPr>
          <p:spPr>
            <a:xfrm>
              <a:off x="3000325" y="3944230"/>
              <a:ext cx="89700" cy="89700"/>
            </a:xfrm>
            <a:prstGeom prst="ellipse">
              <a:avLst/>
            </a:prstGeom>
            <a:solidFill>
              <a:srgbClr val="7AC6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5" name="Google Shape;1355;p109"/>
            <p:cNvSpPr/>
            <p:nvPr/>
          </p:nvSpPr>
          <p:spPr>
            <a:xfrm>
              <a:off x="3198163" y="3550315"/>
              <a:ext cx="89700" cy="89700"/>
            </a:xfrm>
            <a:prstGeom prst="ellipse">
              <a:avLst/>
            </a:prstGeom>
            <a:solidFill>
              <a:srgbClr val="7AC6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6" name="Google Shape;1356;p109"/>
            <p:cNvSpPr/>
            <p:nvPr/>
          </p:nvSpPr>
          <p:spPr>
            <a:xfrm>
              <a:off x="3198163" y="3353358"/>
              <a:ext cx="89700" cy="89700"/>
            </a:xfrm>
            <a:prstGeom prst="ellipse">
              <a:avLst/>
            </a:prstGeom>
            <a:solidFill>
              <a:srgbClr val="7AC6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7" name="Google Shape;1357;p109"/>
            <p:cNvSpPr/>
            <p:nvPr/>
          </p:nvSpPr>
          <p:spPr>
            <a:xfrm>
              <a:off x="3198163" y="3156400"/>
              <a:ext cx="89700" cy="89700"/>
            </a:xfrm>
            <a:prstGeom prst="ellipse">
              <a:avLst/>
            </a:prstGeom>
            <a:solidFill>
              <a:srgbClr val="7AC6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8" name="Google Shape;1358;p109"/>
            <p:cNvSpPr/>
            <p:nvPr/>
          </p:nvSpPr>
          <p:spPr>
            <a:xfrm>
              <a:off x="3198163" y="3747273"/>
              <a:ext cx="89700" cy="89700"/>
            </a:xfrm>
            <a:prstGeom prst="ellipse">
              <a:avLst/>
            </a:prstGeom>
            <a:solidFill>
              <a:srgbClr val="7AC6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9" name="Google Shape;1359;p109"/>
            <p:cNvSpPr/>
            <p:nvPr/>
          </p:nvSpPr>
          <p:spPr>
            <a:xfrm>
              <a:off x="3198163" y="3944230"/>
              <a:ext cx="89700" cy="89700"/>
            </a:xfrm>
            <a:prstGeom prst="ellipse">
              <a:avLst/>
            </a:prstGeom>
            <a:solidFill>
              <a:srgbClr val="7AC6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0" name="Google Shape;1360;p109"/>
            <p:cNvSpPr/>
            <p:nvPr/>
          </p:nvSpPr>
          <p:spPr>
            <a:xfrm>
              <a:off x="3396002" y="3550315"/>
              <a:ext cx="89700" cy="89700"/>
            </a:xfrm>
            <a:prstGeom prst="ellipse">
              <a:avLst/>
            </a:prstGeom>
            <a:solidFill>
              <a:srgbClr val="7AC6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1" name="Google Shape;1361;p109"/>
            <p:cNvSpPr/>
            <p:nvPr/>
          </p:nvSpPr>
          <p:spPr>
            <a:xfrm>
              <a:off x="3396002" y="3353358"/>
              <a:ext cx="89700" cy="89700"/>
            </a:xfrm>
            <a:prstGeom prst="ellipse">
              <a:avLst/>
            </a:prstGeom>
            <a:solidFill>
              <a:srgbClr val="7AC6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2" name="Google Shape;1362;p109"/>
            <p:cNvSpPr/>
            <p:nvPr/>
          </p:nvSpPr>
          <p:spPr>
            <a:xfrm>
              <a:off x="3396002" y="3156400"/>
              <a:ext cx="89700" cy="89700"/>
            </a:xfrm>
            <a:prstGeom prst="ellipse">
              <a:avLst/>
            </a:prstGeom>
            <a:solidFill>
              <a:srgbClr val="7AC6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3" name="Google Shape;1363;p109"/>
            <p:cNvSpPr/>
            <p:nvPr/>
          </p:nvSpPr>
          <p:spPr>
            <a:xfrm>
              <a:off x="3396002" y="3747273"/>
              <a:ext cx="89700" cy="89700"/>
            </a:xfrm>
            <a:prstGeom prst="ellipse">
              <a:avLst/>
            </a:prstGeom>
            <a:solidFill>
              <a:srgbClr val="7AC6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4" name="Google Shape;1364;p109"/>
            <p:cNvSpPr/>
            <p:nvPr/>
          </p:nvSpPr>
          <p:spPr>
            <a:xfrm>
              <a:off x="3396002" y="3944230"/>
              <a:ext cx="89700" cy="89700"/>
            </a:xfrm>
            <a:prstGeom prst="ellipse">
              <a:avLst/>
            </a:prstGeom>
            <a:solidFill>
              <a:srgbClr val="7AC6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5" name="Google Shape;1365;p109"/>
            <p:cNvSpPr/>
            <p:nvPr/>
          </p:nvSpPr>
          <p:spPr>
            <a:xfrm>
              <a:off x="3593840" y="3550315"/>
              <a:ext cx="89700" cy="89700"/>
            </a:xfrm>
            <a:prstGeom prst="ellipse">
              <a:avLst/>
            </a:prstGeom>
            <a:solidFill>
              <a:srgbClr val="7AC6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6" name="Google Shape;1366;p109"/>
            <p:cNvSpPr/>
            <p:nvPr/>
          </p:nvSpPr>
          <p:spPr>
            <a:xfrm>
              <a:off x="3593840" y="3353358"/>
              <a:ext cx="89700" cy="89700"/>
            </a:xfrm>
            <a:prstGeom prst="ellipse">
              <a:avLst/>
            </a:prstGeom>
            <a:solidFill>
              <a:srgbClr val="7AC6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7" name="Google Shape;1367;p109"/>
            <p:cNvSpPr/>
            <p:nvPr/>
          </p:nvSpPr>
          <p:spPr>
            <a:xfrm>
              <a:off x="3593840" y="3156400"/>
              <a:ext cx="89700" cy="89700"/>
            </a:xfrm>
            <a:prstGeom prst="ellipse">
              <a:avLst/>
            </a:prstGeom>
            <a:solidFill>
              <a:srgbClr val="7AC6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8" name="Google Shape;1368;p109"/>
            <p:cNvSpPr/>
            <p:nvPr/>
          </p:nvSpPr>
          <p:spPr>
            <a:xfrm>
              <a:off x="3593840" y="3747273"/>
              <a:ext cx="89700" cy="89700"/>
            </a:xfrm>
            <a:prstGeom prst="ellipse">
              <a:avLst/>
            </a:prstGeom>
            <a:solidFill>
              <a:srgbClr val="7AC6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9" name="Google Shape;1369;p109"/>
            <p:cNvSpPr/>
            <p:nvPr/>
          </p:nvSpPr>
          <p:spPr>
            <a:xfrm>
              <a:off x="3593840" y="3944230"/>
              <a:ext cx="89700" cy="89700"/>
            </a:xfrm>
            <a:prstGeom prst="ellipse">
              <a:avLst/>
            </a:prstGeom>
            <a:solidFill>
              <a:srgbClr val="7AC6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108.xml><?xml version="1.0" encoding="utf-8"?>
<p:sldLayout xmlns:a="http://schemas.openxmlformats.org/drawingml/2006/main" xmlns:r="http://schemas.openxmlformats.org/officeDocument/2006/relationships" xmlns:p="http://schemas.openxmlformats.org/presentationml/2006/main" matchingName="Quote - 2">
  <p:cSld name="CUSTOM_2_1">
    <p:bg>
      <p:bgPr>
        <a:solidFill>
          <a:schemeClr val="dk1"/>
        </a:solidFill>
        <a:effectLst/>
      </p:bgPr>
    </p:bg>
    <p:spTree>
      <p:nvGrpSpPr>
        <p:cNvPr id="1" name="Shape 1370"/>
        <p:cNvGrpSpPr/>
        <p:nvPr/>
      </p:nvGrpSpPr>
      <p:grpSpPr>
        <a:xfrm>
          <a:off x="0" y="0"/>
          <a:ext cx="0" cy="0"/>
          <a:chOff x="0" y="0"/>
          <a:chExt cx="0" cy="0"/>
        </a:xfrm>
      </p:grpSpPr>
      <p:sp>
        <p:nvSpPr>
          <p:cNvPr id="1371" name="Google Shape;1371;p110"/>
          <p:cNvSpPr/>
          <p:nvPr/>
        </p:nvSpPr>
        <p:spPr>
          <a:xfrm>
            <a:off x="1244100" y="1087650"/>
            <a:ext cx="6960600" cy="3273000"/>
          </a:xfrm>
          <a:prstGeom prst="roundRect">
            <a:avLst>
              <a:gd name="adj" fmla="val 9217"/>
            </a:avLst>
          </a:prstGeom>
          <a:solidFill>
            <a:schemeClr val="accent1"/>
          </a:solidFill>
          <a:ln>
            <a:noFill/>
          </a:ln>
        </p:spPr>
        <p:txBody>
          <a:bodyPr spcFirstLastPara="1" wrap="square" lIns="57150" tIns="57150" rIns="57150" bIns="57150" anchor="ctr" anchorCtr="0">
            <a:noAutofit/>
          </a:bodyPr>
          <a:lstStyle/>
          <a:p>
            <a:pPr marL="0" lvl="0" indent="0" algn="ctr" rtl="0">
              <a:spcBef>
                <a:spcPts val="0"/>
              </a:spcBef>
              <a:spcAft>
                <a:spcPts val="0"/>
              </a:spcAft>
              <a:buNone/>
            </a:pPr>
            <a:endParaRPr sz="1000">
              <a:solidFill>
                <a:srgbClr val="000000"/>
              </a:solidFill>
              <a:latin typeface="IBM Plex Sans"/>
              <a:ea typeface="IBM Plex Sans"/>
              <a:cs typeface="IBM Plex Sans"/>
              <a:sym typeface="IBM Plex Sans"/>
            </a:endParaRPr>
          </a:p>
        </p:txBody>
      </p:sp>
      <p:sp>
        <p:nvSpPr>
          <p:cNvPr id="1372" name="Google Shape;1372;p110"/>
          <p:cNvSpPr/>
          <p:nvPr/>
        </p:nvSpPr>
        <p:spPr>
          <a:xfrm>
            <a:off x="1091700" y="935250"/>
            <a:ext cx="6960600" cy="3273000"/>
          </a:xfrm>
          <a:prstGeom prst="roundRect">
            <a:avLst>
              <a:gd name="adj" fmla="val 9653"/>
            </a:avLst>
          </a:prstGeom>
          <a:solidFill>
            <a:schemeClr val="lt1"/>
          </a:solidFill>
          <a:ln w="38100" cap="flat" cmpd="sng">
            <a:solidFill>
              <a:schemeClr val="dk1"/>
            </a:solidFill>
            <a:prstDash val="solid"/>
            <a:round/>
            <a:headEnd type="none" w="sm" len="sm"/>
            <a:tailEnd type="none" w="sm" len="sm"/>
          </a:ln>
        </p:spPr>
        <p:txBody>
          <a:bodyPr spcFirstLastPara="1" wrap="square" lIns="57150" tIns="57150" rIns="57150" bIns="57150" anchor="ctr" anchorCtr="0">
            <a:noAutofit/>
          </a:bodyPr>
          <a:lstStyle/>
          <a:p>
            <a:pPr marL="0" lvl="0" indent="0" algn="ctr" rtl="0">
              <a:spcBef>
                <a:spcPts val="0"/>
              </a:spcBef>
              <a:spcAft>
                <a:spcPts val="0"/>
              </a:spcAft>
              <a:buNone/>
            </a:pPr>
            <a:endParaRPr sz="1000">
              <a:solidFill>
                <a:srgbClr val="000000"/>
              </a:solidFill>
              <a:latin typeface="IBM Plex Sans"/>
              <a:ea typeface="IBM Plex Sans"/>
              <a:cs typeface="IBM Plex Sans"/>
              <a:sym typeface="IBM Plex Sans"/>
            </a:endParaRPr>
          </a:p>
        </p:txBody>
      </p:sp>
      <p:sp>
        <p:nvSpPr>
          <p:cNvPr id="1373" name="Google Shape;1373;p110"/>
          <p:cNvSpPr txBox="1">
            <a:spLocks noGrp="1"/>
          </p:cNvSpPr>
          <p:nvPr>
            <p:ph type="body" idx="1"/>
          </p:nvPr>
        </p:nvSpPr>
        <p:spPr>
          <a:xfrm>
            <a:off x="2029800" y="1503000"/>
            <a:ext cx="5389200" cy="1907700"/>
          </a:xfrm>
          <a:prstGeom prst="rect">
            <a:avLst/>
          </a:prstGeom>
        </p:spPr>
        <p:txBody>
          <a:bodyPr spcFirstLastPara="1" wrap="square" lIns="0" tIns="0" rIns="0" bIns="0" anchor="t" anchorCtr="0">
            <a:normAutofit/>
          </a:bodyPr>
          <a:lstStyle>
            <a:lvl1pPr marL="457200" lvl="0" indent="-381000" rtl="0">
              <a:spcBef>
                <a:spcPts val="0"/>
              </a:spcBef>
              <a:spcAft>
                <a:spcPts val="0"/>
              </a:spcAft>
              <a:buClr>
                <a:schemeClr val="dk1"/>
              </a:buClr>
              <a:buSzPts val="2400"/>
              <a:buFont typeface="IBM Plex Sans Light"/>
              <a:buChar char="■"/>
              <a:defRPr sz="2400">
                <a:latin typeface="IBM Plex Sans Light"/>
                <a:ea typeface="IBM Plex Sans Light"/>
                <a:cs typeface="IBM Plex Sans Light"/>
                <a:sym typeface="IBM Plex Sans Light"/>
              </a:defRPr>
            </a:lvl1pPr>
            <a:lvl2pPr marL="914400" lvl="1" indent="-342900" rtl="0">
              <a:spcBef>
                <a:spcPts val="0"/>
              </a:spcBef>
              <a:spcAft>
                <a:spcPts val="0"/>
              </a:spcAft>
              <a:buSzPts val="1800"/>
              <a:buFont typeface="IBM Plex Sans Light"/>
              <a:buChar char="■"/>
              <a:defRPr sz="1800">
                <a:latin typeface="IBM Plex Sans Light"/>
                <a:ea typeface="IBM Plex Sans Light"/>
                <a:cs typeface="IBM Plex Sans Light"/>
                <a:sym typeface="IBM Plex Sans Light"/>
              </a:defRPr>
            </a:lvl2pPr>
            <a:lvl3pPr marL="1371600" lvl="2" indent="-342900" rtl="0">
              <a:spcBef>
                <a:spcPts val="0"/>
              </a:spcBef>
              <a:spcAft>
                <a:spcPts val="0"/>
              </a:spcAft>
              <a:buClr>
                <a:schemeClr val="dk1"/>
              </a:buClr>
              <a:buSzPts val="1800"/>
              <a:buFont typeface="IBM Plex Sans Light"/>
              <a:buChar char="■"/>
              <a:defRPr sz="1800">
                <a:latin typeface="IBM Plex Sans Light"/>
                <a:ea typeface="IBM Plex Sans Light"/>
                <a:cs typeface="IBM Plex Sans Light"/>
                <a:sym typeface="IBM Plex Sans Light"/>
              </a:defRPr>
            </a:lvl3pPr>
            <a:lvl4pPr marL="1828800" lvl="3" indent="-342900" rtl="0">
              <a:spcBef>
                <a:spcPts val="0"/>
              </a:spcBef>
              <a:spcAft>
                <a:spcPts val="0"/>
              </a:spcAft>
              <a:buSzPts val="1800"/>
              <a:buFont typeface="IBM Plex Sans Light"/>
              <a:buChar char="●"/>
              <a:defRPr sz="1800">
                <a:latin typeface="IBM Plex Sans Light"/>
                <a:ea typeface="IBM Plex Sans Light"/>
                <a:cs typeface="IBM Plex Sans Light"/>
                <a:sym typeface="IBM Plex Sans Light"/>
              </a:defRPr>
            </a:lvl4pPr>
            <a:lvl5pPr marL="2286000" lvl="4" indent="-342900" rtl="0">
              <a:spcBef>
                <a:spcPts val="0"/>
              </a:spcBef>
              <a:spcAft>
                <a:spcPts val="0"/>
              </a:spcAft>
              <a:buSzPts val="1800"/>
              <a:buFont typeface="IBM Plex Sans Light"/>
              <a:buChar char="○"/>
              <a:defRPr sz="1800">
                <a:latin typeface="IBM Plex Sans Light"/>
                <a:ea typeface="IBM Plex Sans Light"/>
                <a:cs typeface="IBM Plex Sans Light"/>
                <a:sym typeface="IBM Plex Sans Light"/>
              </a:defRPr>
            </a:lvl5pPr>
            <a:lvl6pPr marL="2743200" lvl="5" indent="-342900" rtl="0">
              <a:spcBef>
                <a:spcPts val="0"/>
              </a:spcBef>
              <a:spcAft>
                <a:spcPts val="0"/>
              </a:spcAft>
              <a:buSzPts val="1800"/>
              <a:buFont typeface="IBM Plex Sans Light"/>
              <a:buChar char="■"/>
              <a:defRPr sz="1800">
                <a:latin typeface="IBM Plex Sans Light"/>
                <a:ea typeface="IBM Plex Sans Light"/>
                <a:cs typeface="IBM Plex Sans Light"/>
                <a:sym typeface="IBM Plex Sans Light"/>
              </a:defRPr>
            </a:lvl6pPr>
            <a:lvl7pPr marL="3200400" lvl="6" indent="-342900" rtl="0">
              <a:spcBef>
                <a:spcPts val="0"/>
              </a:spcBef>
              <a:spcAft>
                <a:spcPts val="0"/>
              </a:spcAft>
              <a:buSzPts val="1800"/>
              <a:buFont typeface="IBM Plex Sans Light"/>
              <a:buChar char="●"/>
              <a:defRPr sz="1800">
                <a:latin typeface="IBM Plex Sans Light"/>
                <a:ea typeface="IBM Plex Sans Light"/>
                <a:cs typeface="IBM Plex Sans Light"/>
                <a:sym typeface="IBM Plex Sans Light"/>
              </a:defRPr>
            </a:lvl7pPr>
            <a:lvl8pPr marL="3657600" lvl="7" indent="-342900" rtl="0">
              <a:spcBef>
                <a:spcPts val="0"/>
              </a:spcBef>
              <a:spcAft>
                <a:spcPts val="0"/>
              </a:spcAft>
              <a:buSzPts val="1800"/>
              <a:buFont typeface="IBM Plex Sans Light"/>
              <a:buChar char="○"/>
              <a:defRPr sz="1800">
                <a:latin typeface="IBM Plex Sans Light"/>
                <a:ea typeface="IBM Plex Sans Light"/>
                <a:cs typeface="IBM Plex Sans Light"/>
                <a:sym typeface="IBM Plex Sans Light"/>
              </a:defRPr>
            </a:lvl8pPr>
            <a:lvl9pPr marL="4114800" lvl="8" indent="-342900" rtl="0">
              <a:spcBef>
                <a:spcPts val="0"/>
              </a:spcBef>
              <a:spcAft>
                <a:spcPts val="0"/>
              </a:spcAft>
              <a:buSzPts val="1800"/>
              <a:buFont typeface="IBM Plex Sans Light"/>
              <a:buChar char="■"/>
              <a:defRPr sz="1800">
                <a:latin typeface="IBM Plex Sans Light"/>
                <a:ea typeface="IBM Plex Sans Light"/>
                <a:cs typeface="IBM Plex Sans Light"/>
                <a:sym typeface="IBM Plex Sans Light"/>
              </a:defRPr>
            </a:lvl9pPr>
          </a:lstStyle>
          <a:p>
            <a:endParaRPr/>
          </a:p>
        </p:txBody>
      </p:sp>
      <p:pic>
        <p:nvPicPr>
          <p:cNvPr id="1374" name="Google Shape;1374;p110"/>
          <p:cNvPicPr preferRelativeResize="0"/>
          <p:nvPr/>
        </p:nvPicPr>
        <p:blipFill>
          <a:blip r:embed="rId2">
            <a:alphaModFix/>
          </a:blip>
          <a:stretch>
            <a:fillRect/>
          </a:stretch>
        </p:blipFill>
        <p:spPr>
          <a:xfrm>
            <a:off x="8544859" y="62003"/>
            <a:ext cx="599140" cy="599141"/>
          </a:xfrm>
          <a:prstGeom prst="rect">
            <a:avLst/>
          </a:prstGeom>
          <a:noFill/>
          <a:ln>
            <a:noFill/>
          </a:ln>
        </p:spPr>
      </p:pic>
    </p:spTree>
  </p:cSld>
  <p:clrMapOvr>
    <a:masterClrMapping/>
  </p:clrMapOvr>
</p:sldLayout>
</file>

<file path=ppt/slideLayouts/slideLayout109.xml><?xml version="1.0" encoding="utf-8"?>
<p:sldLayout xmlns:a="http://schemas.openxmlformats.org/drawingml/2006/main" xmlns:r="http://schemas.openxmlformats.org/officeDocument/2006/relationships" xmlns:p="http://schemas.openxmlformats.org/presentationml/2006/main" matchingName="Quote - 3">
  <p:cSld name="TITLE_ONLY_1_2_2">
    <p:bg>
      <p:bgPr>
        <a:solidFill>
          <a:schemeClr val="dk1"/>
        </a:solidFill>
        <a:effectLst/>
      </p:bgPr>
    </p:bg>
    <p:spTree>
      <p:nvGrpSpPr>
        <p:cNvPr id="1" name="Shape 1375"/>
        <p:cNvGrpSpPr/>
        <p:nvPr/>
      </p:nvGrpSpPr>
      <p:grpSpPr>
        <a:xfrm>
          <a:off x="0" y="0"/>
          <a:ext cx="0" cy="0"/>
          <a:chOff x="0" y="0"/>
          <a:chExt cx="0" cy="0"/>
        </a:xfrm>
      </p:grpSpPr>
      <p:pic>
        <p:nvPicPr>
          <p:cNvPr id="1376" name="Google Shape;1376;p111"/>
          <p:cNvPicPr preferRelativeResize="0"/>
          <p:nvPr/>
        </p:nvPicPr>
        <p:blipFill>
          <a:blip r:embed="rId2">
            <a:alphaModFix/>
          </a:blip>
          <a:stretch>
            <a:fillRect/>
          </a:stretch>
        </p:blipFill>
        <p:spPr>
          <a:xfrm>
            <a:off x="8544859" y="62003"/>
            <a:ext cx="599140" cy="599141"/>
          </a:xfrm>
          <a:prstGeom prst="rect">
            <a:avLst/>
          </a:prstGeom>
          <a:noFill/>
          <a:ln>
            <a:noFill/>
          </a:ln>
        </p:spPr>
      </p:pic>
      <p:sp>
        <p:nvSpPr>
          <p:cNvPr id="1377" name="Google Shape;1377;p111"/>
          <p:cNvSpPr txBox="1">
            <a:spLocks noGrp="1"/>
          </p:cNvSpPr>
          <p:nvPr>
            <p:ph type="title"/>
          </p:nvPr>
        </p:nvSpPr>
        <p:spPr>
          <a:xfrm>
            <a:off x="457200" y="114300"/>
            <a:ext cx="8229600" cy="903300"/>
          </a:xfrm>
          <a:prstGeom prst="rect">
            <a:avLst/>
          </a:prstGeom>
        </p:spPr>
        <p:txBody>
          <a:bodyPr spcFirstLastPara="1" wrap="square" lIns="0" tIns="0" rIns="0" bIns="0" anchor="t" anchorCtr="0">
            <a:normAutofit/>
          </a:bodyPr>
          <a:lstStyle>
            <a:lvl1pPr lvl="0" rtl="0">
              <a:spcBef>
                <a:spcPts val="0"/>
              </a:spcBef>
              <a:spcAft>
                <a:spcPts val="0"/>
              </a:spcAft>
              <a:buClr>
                <a:schemeClr val="lt1"/>
              </a:buClr>
              <a:buSzPts val="3400"/>
              <a:buNone/>
              <a:defRPr>
                <a:solidFill>
                  <a:schemeClr val="lt1"/>
                </a:solidFill>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1378" name="Google Shape;1378;p111"/>
          <p:cNvSpPr txBox="1">
            <a:spLocks noGrp="1"/>
          </p:cNvSpPr>
          <p:nvPr>
            <p:ph type="body" idx="1"/>
          </p:nvPr>
        </p:nvSpPr>
        <p:spPr>
          <a:xfrm>
            <a:off x="1716775" y="1733450"/>
            <a:ext cx="5731800" cy="1671900"/>
          </a:xfrm>
          <a:prstGeom prst="rect">
            <a:avLst/>
          </a:prstGeom>
        </p:spPr>
        <p:txBody>
          <a:bodyPr spcFirstLastPara="1" wrap="square" lIns="0" tIns="0" rIns="0" bIns="0" anchor="t" anchorCtr="0">
            <a:normAutofit/>
          </a:bodyPr>
          <a:lstStyle>
            <a:lvl1pPr marL="457200" lvl="0" indent="-381000" rtl="0">
              <a:spcBef>
                <a:spcPts val="0"/>
              </a:spcBef>
              <a:spcAft>
                <a:spcPts val="0"/>
              </a:spcAft>
              <a:buClr>
                <a:schemeClr val="lt1"/>
              </a:buClr>
              <a:buSzPts val="2400"/>
              <a:buFont typeface="IBM Plex Sans Light"/>
              <a:buChar char="■"/>
              <a:defRPr sz="2400">
                <a:solidFill>
                  <a:schemeClr val="lt1"/>
                </a:solidFill>
                <a:latin typeface="IBM Plex Sans Light"/>
                <a:ea typeface="IBM Plex Sans Light"/>
                <a:cs typeface="IBM Plex Sans Light"/>
                <a:sym typeface="IBM Plex Sans Light"/>
              </a:defRPr>
            </a:lvl1pPr>
            <a:lvl2pPr marL="914400" lvl="1" indent="-342900" rtl="0">
              <a:spcBef>
                <a:spcPts val="0"/>
              </a:spcBef>
              <a:spcAft>
                <a:spcPts val="0"/>
              </a:spcAft>
              <a:buClr>
                <a:schemeClr val="lt1"/>
              </a:buClr>
              <a:buSzPts val="1800"/>
              <a:buFont typeface="IBM Plex Sans Light"/>
              <a:buChar char="■"/>
              <a:defRPr sz="1800">
                <a:solidFill>
                  <a:schemeClr val="lt1"/>
                </a:solidFill>
                <a:latin typeface="IBM Plex Sans Light"/>
                <a:ea typeface="IBM Plex Sans Light"/>
                <a:cs typeface="IBM Plex Sans Light"/>
                <a:sym typeface="IBM Plex Sans Light"/>
              </a:defRPr>
            </a:lvl2pPr>
            <a:lvl3pPr marL="1371600" lvl="2" indent="-342900" rtl="0">
              <a:spcBef>
                <a:spcPts val="0"/>
              </a:spcBef>
              <a:spcAft>
                <a:spcPts val="0"/>
              </a:spcAft>
              <a:buClr>
                <a:schemeClr val="lt1"/>
              </a:buClr>
              <a:buSzPts val="1800"/>
              <a:buFont typeface="IBM Plex Sans Light"/>
              <a:buChar char="■"/>
              <a:defRPr sz="1800">
                <a:solidFill>
                  <a:schemeClr val="lt1"/>
                </a:solidFill>
                <a:latin typeface="IBM Plex Sans Light"/>
                <a:ea typeface="IBM Plex Sans Light"/>
                <a:cs typeface="IBM Plex Sans Light"/>
                <a:sym typeface="IBM Plex Sans Light"/>
              </a:defRPr>
            </a:lvl3pPr>
            <a:lvl4pPr marL="1828800" lvl="3" indent="-342900" rtl="0">
              <a:spcBef>
                <a:spcPts val="0"/>
              </a:spcBef>
              <a:spcAft>
                <a:spcPts val="0"/>
              </a:spcAft>
              <a:buSzPts val="1800"/>
              <a:buFont typeface="IBM Plex Sans Light"/>
              <a:buChar char="●"/>
              <a:defRPr sz="1800">
                <a:solidFill>
                  <a:schemeClr val="lt1"/>
                </a:solidFill>
                <a:latin typeface="IBM Plex Sans Light"/>
                <a:ea typeface="IBM Plex Sans Light"/>
                <a:cs typeface="IBM Plex Sans Light"/>
                <a:sym typeface="IBM Plex Sans Light"/>
              </a:defRPr>
            </a:lvl4pPr>
            <a:lvl5pPr marL="2286000" lvl="4" indent="-342900" rtl="0">
              <a:spcBef>
                <a:spcPts val="0"/>
              </a:spcBef>
              <a:spcAft>
                <a:spcPts val="0"/>
              </a:spcAft>
              <a:buClr>
                <a:schemeClr val="lt1"/>
              </a:buClr>
              <a:buSzPts val="1800"/>
              <a:buFont typeface="IBM Plex Sans Light"/>
              <a:buChar char="○"/>
              <a:defRPr sz="1800">
                <a:solidFill>
                  <a:schemeClr val="lt1"/>
                </a:solidFill>
                <a:latin typeface="IBM Plex Sans Light"/>
                <a:ea typeface="IBM Plex Sans Light"/>
                <a:cs typeface="IBM Plex Sans Light"/>
                <a:sym typeface="IBM Plex Sans Light"/>
              </a:defRPr>
            </a:lvl5pPr>
            <a:lvl6pPr marL="2743200" lvl="5" indent="-342900" rtl="0">
              <a:spcBef>
                <a:spcPts val="0"/>
              </a:spcBef>
              <a:spcAft>
                <a:spcPts val="0"/>
              </a:spcAft>
              <a:buClr>
                <a:schemeClr val="lt1"/>
              </a:buClr>
              <a:buSzPts val="1800"/>
              <a:buFont typeface="IBM Plex Sans Light"/>
              <a:buChar char="■"/>
              <a:defRPr sz="1800">
                <a:solidFill>
                  <a:schemeClr val="lt1"/>
                </a:solidFill>
                <a:latin typeface="IBM Plex Sans Light"/>
                <a:ea typeface="IBM Plex Sans Light"/>
                <a:cs typeface="IBM Plex Sans Light"/>
                <a:sym typeface="IBM Plex Sans Light"/>
              </a:defRPr>
            </a:lvl6pPr>
            <a:lvl7pPr marL="3200400" lvl="6" indent="-342900" rtl="0">
              <a:spcBef>
                <a:spcPts val="0"/>
              </a:spcBef>
              <a:spcAft>
                <a:spcPts val="0"/>
              </a:spcAft>
              <a:buClr>
                <a:schemeClr val="lt1"/>
              </a:buClr>
              <a:buSzPts val="1800"/>
              <a:buFont typeface="IBM Plex Sans Light"/>
              <a:buChar char="●"/>
              <a:defRPr sz="1800">
                <a:solidFill>
                  <a:schemeClr val="lt1"/>
                </a:solidFill>
                <a:latin typeface="IBM Plex Sans Light"/>
                <a:ea typeface="IBM Plex Sans Light"/>
                <a:cs typeface="IBM Plex Sans Light"/>
                <a:sym typeface="IBM Plex Sans Light"/>
              </a:defRPr>
            </a:lvl7pPr>
            <a:lvl8pPr marL="3657600" lvl="7" indent="-342900" rtl="0">
              <a:spcBef>
                <a:spcPts val="0"/>
              </a:spcBef>
              <a:spcAft>
                <a:spcPts val="0"/>
              </a:spcAft>
              <a:buClr>
                <a:schemeClr val="lt1"/>
              </a:buClr>
              <a:buSzPts val="1800"/>
              <a:buFont typeface="IBM Plex Sans Light"/>
              <a:buChar char="○"/>
              <a:defRPr sz="1800">
                <a:solidFill>
                  <a:schemeClr val="lt1"/>
                </a:solidFill>
                <a:latin typeface="IBM Plex Sans Light"/>
                <a:ea typeface="IBM Plex Sans Light"/>
                <a:cs typeface="IBM Plex Sans Light"/>
                <a:sym typeface="IBM Plex Sans Light"/>
              </a:defRPr>
            </a:lvl8pPr>
            <a:lvl9pPr marL="4114800" lvl="8" indent="-342900" rtl="0">
              <a:spcBef>
                <a:spcPts val="0"/>
              </a:spcBef>
              <a:spcAft>
                <a:spcPts val="0"/>
              </a:spcAft>
              <a:buClr>
                <a:schemeClr val="lt1"/>
              </a:buClr>
              <a:buSzPts val="1800"/>
              <a:buFont typeface="IBM Plex Sans Light"/>
              <a:buChar char="■"/>
              <a:defRPr sz="1800">
                <a:solidFill>
                  <a:schemeClr val="lt1"/>
                </a:solidFill>
                <a:latin typeface="IBM Plex Sans Light"/>
                <a:ea typeface="IBM Plex Sans Light"/>
                <a:cs typeface="IBM Plex Sans Light"/>
                <a:sym typeface="IBM Plex Sans Light"/>
              </a:defRPr>
            </a:lvl9pPr>
          </a:lstStyle>
          <a:p>
            <a:endParaRPr/>
          </a:p>
        </p:txBody>
      </p:sp>
    </p:spTree>
  </p:cSld>
  <p:clrMapOvr>
    <a:masterClrMapping/>
  </p:clrMapOvr>
</p:sldLayout>
</file>

<file path=ppt/slideLayouts/slideLayout110.xml><?xml version="1.0" encoding="utf-8"?>
<p:sldLayout xmlns:a="http://schemas.openxmlformats.org/drawingml/2006/main" xmlns:r="http://schemas.openxmlformats.org/officeDocument/2006/relationships" xmlns:p="http://schemas.openxmlformats.org/presentationml/2006/main" matchingName="Event Announcement">
  <p:cSld name="CUSTOM_1">
    <p:bg>
      <p:bgPr>
        <a:solidFill>
          <a:schemeClr val="dk1"/>
        </a:solidFill>
        <a:effectLst/>
      </p:bgPr>
    </p:bg>
    <p:spTree>
      <p:nvGrpSpPr>
        <p:cNvPr id="1" name="Shape 1379"/>
        <p:cNvGrpSpPr/>
        <p:nvPr/>
      </p:nvGrpSpPr>
      <p:grpSpPr>
        <a:xfrm>
          <a:off x="0" y="0"/>
          <a:ext cx="0" cy="0"/>
          <a:chOff x="0" y="0"/>
          <a:chExt cx="0" cy="0"/>
        </a:xfrm>
      </p:grpSpPr>
      <p:grpSp>
        <p:nvGrpSpPr>
          <p:cNvPr id="1380" name="Google Shape;1380;p112"/>
          <p:cNvGrpSpPr/>
          <p:nvPr/>
        </p:nvGrpSpPr>
        <p:grpSpPr>
          <a:xfrm>
            <a:off x="8196123" y="3703197"/>
            <a:ext cx="795465" cy="792208"/>
            <a:chOff x="137675" y="266700"/>
            <a:chExt cx="939600" cy="935752"/>
          </a:xfrm>
        </p:grpSpPr>
        <p:sp>
          <p:nvSpPr>
            <p:cNvPr id="1381" name="Google Shape;1381;p112"/>
            <p:cNvSpPr/>
            <p:nvPr/>
          </p:nvSpPr>
          <p:spPr>
            <a:xfrm>
              <a:off x="137675" y="266700"/>
              <a:ext cx="939600" cy="68100"/>
            </a:xfrm>
            <a:prstGeom prst="roundRect">
              <a:avLst>
                <a:gd name="adj" fmla="val 44664"/>
              </a:avLst>
            </a:prstGeom>
            <a:solidFill>
              <a:schemeClr val="accent1"/>
            </a:solidFill>
            <a:ln>
              <a:noFill/>
            </a:ln>
          </p:spPr>
          <p:txBody>
            <a:bodyPr spcFirstLastPara="1" wrap="square" lIns="57150" tIns="57150" rIns="57150" bIns="57150" anchor="ctr" anchorCtr="0">
              <a:noAutofit/>
            </a:bodyPr>
            <a:lstStyle/>
            <a:p>
              <a:pPr marL="0" lvl="0" indent="0" algn="ctr" rtl="0">
                <a:spcBef>
                  <a:spcPts val="0"/>
                </a:spcBef>
                <a:spcAft>
                  <a:spcPts val="0"/>
                </a:spcAft>
                <a:buNone/>
              </a:pPr>
              <a:endParaRPr sz="800" b="1">
                <a:solidFill>
                  <a:srgbClr val="FFFFFF"/>
                </a:solidFill>
                <a:latin typeface="IBM Plex Sans"/>
                <a:ea typeface="IBM Plex Sans"/>
                <a:cs typeface="IBM Plex Sans"/>
                <a:sym typeface="IBM Plex Sans"/>
              </a:endParaRPr>
            </a:p>
          </p:txBody>
        </p:sp>
        <p:sp>
          <p:nvSpPr>
            <p:cNvPr id="1382" name="Google Shape;1382;p112"/>
            <p:cNvSpPr/>
            <p:nvPr/>
          </p:nvSpPr>
          <p:spPr>
            <a:xfrm>
              <a:off x="137675" y="440230"/>
              <a:ext cx="939600" cy="68100"/>
            </a:xfrm>
            <a:prstGeom prst="roundRect">
              <a:avLst>
                <a:gd name="adj" fmla="val 44664"/>
              </a:avLst>
            </a:prstGeom>
            <a:solidFill>
              <a:schemeClr val="accent1"/>
            </a:solidFill>
            <a:ln>
              <a:noFill/>
            </a:ln>
          </p:spPr>
          <p:txBody>
            <a:bodyPr spcFirstLastPara="1" wrap="square" lIns="57150" tIns="57150" rIns="57150" bIns="57150" anchor="ctr" anchorCtr="0">
              <a:noAutofit/>
            </a:bodyPr>
            <a:lstStyle/>
            <a:p>
              <a:pPr marL="0" lvl="0" indent="0" algn="ctr" rtl="0">
                <a:spcBef>
                  <a:spcPts val="0"/>
                </a:spcBef>
                <a:spcAft>
                  <a:spcPts val="0"/>
                </a:spcAft>
                <a:buNone/>
              </a:pPr>
              <a:endParaRPr sz="800" b="1">
                <a:solidFill>
                  <a:srgbClr val="FFFFFF"/>
                </a:solidFill>
                <a:latin typeface="IBM Plex Sans"/>
                <a:ea typeface="IBM Plex Sans"/>
                <a:cs typeface="IBM Plex Sans"/>
                <a:sym typeface="IBM Plex Sans"/>
              </a:endParaRPr>
            </a:p>
          </p:txBody>
        </p:sp>
        <p:sp>
          <p:nvSpPr>
            <p:cNvPr id="1383" name="Google Shape;1383;p112"/>
            <p:cNvSpPr/>
            <p:nvPr/>
          </p:nvSpPr>
          <p:spPr>
            <a:xfrm>
              <a:off x="137675" y="613761"/>
              <a:ext cx="939600" cy="68100"/>
            </a:xfrm>
            <a:prstGeom prst="roundRect">
              <a:avLst>
                <a:gd name="adj" fmla="val 44664"/>
              </a:avLst>
            </a:prstGeom>
            <a:solidFill>
              <a:schemeClr val="accent1"/>
            </a:solidFill>
            <a:ln>
              <a:noFill/>
            </a:ln>
          </p:spPr>
          <p:txBody>
            <a:bodyPr spcFirstLastPara="1" wrap="square" lIns="57150" tIns="57150" rIns="57150" bIns="57150" anchor="ctr" anchorCtr="0">
              <a:noAutofit/>
            </a:bodyPr>
            <a:lstStyle/>
            <a:p>
              <a:pPr marL="0" lvl="0" indent="0" algn="ctr" rtl="0">
                <a:spcBef>
                  <a:spcPts val="0"/>
                </a:spcBef>
                <a:spcAft>
                  <a:spcPts val="0"/>
                </a:spcAft>
                <a:buNone/>
              </a:pPr>
              <a:endParaRPr sz="800" b="1">
                <a:solidFill>
                  <a:srgbClr val="FFFFFF"/>
                </a:solidFill>
                <a:latin typeface="IBM Plex Sans"/>
                <a:ea typeface="IBM Plex Sans"/>
                <a:cs typeface="IBM Plex Sans"/>
                <a:sym typeface="IBM Plex Sans"/>
              </a:endParaRPr>
            </a:p>
          </p:txBody>
        </p:sp>
        <p:sp>
          <p:nvSpPr>
            <p:cNvPr id="1384" name="Google Shape;1384;p112"/>
            <p:cNvSpPr/>
            <p:nvPr/>
          </p:nvSpPr>
          <p:spPr>
            <a:xfrm>
              <a:off x="137675" y="787291"/>
              <a:ext cx="939600" cy="68100"/>
            </a:xfrm>
            <a:prstGeom prst="roundRect">
              <a:avLst>
                <a:gd name="adj" fmla="val 44664"/>
              </a:avLst>
            </a:prstGeom>
            <a:solidFill>
              <a:schemeClr val="accent1"/>
            </a:solidFill>
            <a:ln>
              <a:noFill/>
            </a:ln>
          </p:spPr>
          <p:txBody>
            <a:bodyPr spcFirstLastPara="1" wrap="square" lIns="57150" tIns="57150" rIns="57150" bIns="57150" anchor="ctr" anchorCtr="0">
              <a:noAutofit/>
            </a:bodyPr>
            <a:lstStyle/>
            <a:p>
              <a:pPr marL="0" lvl="0" indent="0" algn="ctr" rtl="0">
                <a:spcBef>
                  <a:spcPts val="0"/>
                </a:spcBef>
                <a:spcAft>
                  <a:spcPts val="0"/>
                </a:spcAft>
                <a:buNone/>
              </a:pPr>
              <a:endParaRPr sz="800" b="1">
                <a:solidFill>
                  <a:srgbClr val="FFFFFF"/>
                </a:solidFill>
                <a:latin typeface="IBM Plex Sans"/>
                <a:ea typeface="IBM Plex Sans"/>
                <a:cs typeface="IBM Plex Sans"/>
                <a:sym typeface="IBM Plex Sans"/>
              </a:endParaRPr>
            </a:p>
          </p:txBody>
        </p:sp>
        <p:sp>
          <p:nvSpPr>
            <p:cNvPr id="1385" name="Google Shape;1385;p112"/>
            <p:cNvSpPr/>
            <p:nvPr/>
          </p:nvSpPr>
          <p:spPr>
            <a:xfrm>
              <a:off x="137675" y="960822"/>
              <a:ext cx="939600" cy="68100"/>
            </a:xfrm>
            <a:prstGeom prst="roundRect">
              <a:avLst>
                <a:gd name="adj" fmla="val 44664"/>
              </a:avLst>
            </a:prstGeom>
            <a:solidFill>
              <a:schemeClr val="accent1"/>
            </a:solidFill>
            <a:ln>
              <a:noFill/>
            </a:ln>
          </p:spPr>
          <p:txBody>
            <a:bodyPr spcFirstLastPara="1" wrap="square" lIns="57150" tIns="57150" rIns="57150" bIns="57150" anchor="ctr" anchorCtr="0">
              <a:noAutofit/>
            </a:bodyPr>
            <a:lstStyle/>
            <a:p>
              <a:pPr marL="0" lvl="0" indent="0" algn="ctr" rtl="0">
                <a:spcBef>
                  <a:spcPts val="0"/>
                </a:spcBef>
                <a:spcAft>
                  <a:spcPts val="0"/>
                </a:spcAft>
                <a:buNone/>
              </a:pPr>
              <a:endParaRPr sz="800" b="1">
                <a:solidFill>
                  <a:srgbClr val="FFFFFF"/>
                </a:solidFill>
                <a:latin typeface="IBM Plex Sans"/>
                <a:ea typeface="IBM Plex Sans"/>
                <a:cs typeface="IBM Plex Sans"/>
                <a:sym typeface="IBM Plex Sans"/>
              </a:endParaRPr>
            </a:p>
          </p:txBody>
        </p:sp>
        <p:sp>
          <p:nvSpPr>
            <p:cNvPr id="1386" name="Google Shape;1386;p112"/>
            <p:cNvSpPr/>
            <p:nvPr/>
          </p:nvSpPr>
          <p:spPr>
            <a:xfrm>
              <a:off x="137675" y="1134352"/>
              <a:ext cx="939600" cy="68100"/>
            </a:xfrm>
            <a:prstGeom prst="roundRect">
              <a:avLst>
                <a:gd name="adj" fmla="val 44664"/>
              </a:avLst>
            </a:prstGeom>
            <a:solidFill>
              <a:schemeClr val="accent1"/>
            </a:solidFill>
            <a:ln>
              <a:noFill/>
            </a:ln>
          </p:spPr>
          <p:txBody>
            <a:bodyPr spcFirstLastPara="1" wrap="square" lIns="57150" tIns="57150" rIns="57150" bIns="57150" anchor="ctr" anchorCtr="0">
              <a:noAutofit/>
            </a:bodyPr>
            <a:lstStyle/>
            <a:p>
              <a:pPr marL="0" lvl="0" indent="0" algn="ctr" rtl="0">
                <a:spcBef>
                  <a:spcPts val="0"/>
                </a:spcBef>
                <a:spcAft>
                  <a:spcPts val="0"/>
                </a:spcAft>
                <a:buNone/>
              </a:pPr>
              <a:endParaRPr sz="800" b="1">
                <a:solidFill>
                  <a:srgbClr val="FFFFFF"/>
                </a:solidFill>
                <a:latin typeface="IBM Plex Sans"/>
                <a:ea typeface="IBM Plex Sans"/>
                <a:cs typeface="IBM Plex Sans"/>
                <a:sym typeface="IBM Plex Sans"/>
              </a:endParaRPr>
            </a:p>
          </p:txBody>
        </p:sp>
      </p:grpSp>
      <p:sp>
        <p:nvSpPr>
          <p:cNvPr id="1387" name="Google Shape;1387;p112"/>
          <p:cNvSpPr/>
          <p:nvPr/>
        </p:nvSpPr>
        <p:spPr>
          <a:xfrm>
            <a:off x="457200" y="2282425"/>
            <a:ext cx="3898800" cy="2289000"/>
          </a:xfrm>
          <a:prstGeom prst="roundRect">
            <a:avLst>
              <a:gd name="adj" fmla="val 12204"/>
            </a:avLst>
          </a:prstGeom>
          <a:solidFill>
            <a:schemeClr val="accent6"/>
          </a:solidFill>
          <a:ln>
            <a:noFill/>
          </a:ln>
        </p:spPr>
        <p:txBody>
          <a:bodyPr spcFirstLastPara="1" wrap="square" lIns="57150" tIns="57150" rIns="57150" bIns="57150" anchor="ctr" anchorCtr="0">
            <a:noAutofit/>
          </a:bodyPr>
          <a:lstStyle/>
          <a:p>
            <a:pPr marL="0" lvl="0" indent="0" algn="l" rtl="0">
              <a:spcBef>
                <a:spcPts val="0"/>
              </a:spcBef>
              <a:spcAft>
                <a:spcPts val="0"/>
              </a:spcAft>
              <a:buNone/>
            </a:pPr>
            <a:endParaRPr/>
          </a:p>
        </p:txBody>
      </p:sp>
      <p:sp>
        <p:nvSpPr>
          <p:cNvPr id="1388" name="Google Shape;1388;p112"/>
          <p:cNvSpPr/>
          <p:nvPr/>
        </p:nvSpPr>
        <p:spPr>
          <a:xfrm>
            <a:off x="3324875" y="114300"/>
            <a:ext cx="5257500" cy="5005500"/>
          </a:xfrm>
          <a:prstGeom prst="round2SameRect">
            <a:avLst>
              <a:gd name="adj1" fmla="val 4688"/>
              <a:gd name="adj2" fmla="val 0"/>
            </a:avLst>
          </a:prstGeom>
          <a:solidFill>
            <a:srgbClr val="F7F7F7"/>
          </a:solidFill>
          <a:ln w="38100" cap="flat" cmpd="sng">
            <a:solidFill>
              <a:schemeClr val="dk1"/>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89" name="Google Shape;1389;p112"/>
          <p:cNvSpPr txBox="1">
            <a:spLocks noGrp="1"/>
          </p:cNvSpPr>
          <p:nvPr>
            <p:ph type="subTitle" idx="1"/>
          </p:nvPr>
        </p:nvSpPr>
        <p:spPr>
          <a:xfrm>
            <a:off x="727575" y="2685725"/>
            <a:ext cx="2237100" cy="864900"/>
          </a:xfrm>
          <a:prstGeom prst="rect">
            <a:avLst/>
          </a:prstGeom>
        </p:spPr>
        <p:txBody>
          <a:bodyPr spcFirstLastPara="1" wrap="square" lIns="0" tIns="0" rIns="0" bIns="0" anchor="b" anchorCtr="0">
            <a:normAutofit/>
          </a:bodyPr>
          <a:lstStyle>
            <a:lvl1pPr lvl="0" rtl="0">
              <a:lnSpc>
                <a:spcPct val="100000"/>
              </a:lnSpc>
              <a:spcBef>
                <a:spcPts val="0"/>
              </a:spcBef>
              <a:spcAft>
                <a:spcPts val="0"/>
              </a:spcAft>
              <a:buClr>
                <a:schemeClr val="lt1"/>
              </a:buClr>
              <a:buSzPts val="1400"/>
              <a:buNone/>
              <a:defRPr sz="1400">
                <a:solidFill>
                  <a:schemeClr val="lt1"/>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390" name="Google Shape;1390;p112"/>
          <p:cNvSpPr txBox="1">
            <a:spLocks noGrp="1"/>
          </p:cNvSpPr>
          <p:nvPr>
            <p:ph type="subTitle" idx="2"/>
          </p:nvPr>
        </p:nvSpPr>
        <p:spPr>
          <a:xfrm>
            <a:off x="727575" y="3626825"/>
            <a:ext cx="2237100" cy="645000"/>
          </a:xfrm>
          <a:prstGeom prst="rect">
            <a:avLst/>
          </a:prstGeom>
        </p:spPr>
        <p:txBody>
          <a:bodyPr spcFirstLastPara="1" wrap="square" lIns="0" tIns="0" rIns="0" bIns="0" anchor="t" anchorCtr="0">
            <a:normAutofit/>
          </a:bodyPr>
          <a:lstStyle>
            <a:lvl1pPr lvl="0" rtl="0">
              <a:lnSpc>
                <a:spcPct val="100000"/>
              </a:lnSpc>
              <a:spcBef>
                <a:spcPts val="0"/>
              </a:spcBef>
              <a:spcAft>
                <a:spcPts val="0"/>
              </a:spcAft>
              <a:buClr>
                <a:schemeClr val="lt1"/>
              </a:buClr>
              <a:buSzPts val="1500"/>
              <a:buFont typeface="IBM Plex Sans Medium"/>
              <a:buNone/>
              <a:defRPr sz="1500">
                <a:solidFill>
                  <a:schemeClr val="lt1"/>
                </a:solidFill>
                <a:latin typeface="IBM Plex Sans Medium"/>
                <a:ea typeface="IBM Plex Sans Medium"/>
                <a:cs typeface="IBM Plex Sans Medium"/>
                <a:sym typeface="IBM Plex Sans Medium"/>
              </a:defRPr>
            </a:lvl1pPr>
            <a:lvl2pPr lvl="1" rtl="0">
              <a:lnSpc>
                <a:spcPct val="100000"/>
              </a:lnSpc>
              <a:spcBef>
                <a:spcPts val="0"/>
              </a:spcBef>
              <a:spcAft>
                <a:spcPts val="0"/>
              </a:spcAft>
              <a:buSzPts val="1800"/>
              <a:buNone/>
              <a:defRPr sz="1800" b="1"/>
            </a:lvl2pPr>
            <a:lvl3pPr lvl="2" rtl="0">
              <a:lnSpc>
                <a:spcPct val="100000"/>
              </a:lnSpc>
              <a:spcBef>
                <a:spcPts val="0"/>
              </a:spcBef>
              <a:spcAft>
                <a:spcPts val="0"/>
              </a:spcAft>
              <a:buSzPts val="1800"/>
              <a:buNone/>
              <a:defRPr sz="1800" b="1"/>
            </a:lvl3pPr>
            <a:lvl4pPr lvl="3" rtl="0">
              <a:lnSpc>
                <a:spcPct val="100000"/>
              </a:lnSpc>
              <a:spcBef>
                <a:spcPts val="0"/>
              </a:spcBef>
              <a:spcAft>
                <a:spcPts val="0"/>
              </a:spcAft>
              <a:buSzPts val="1800"/>
              <a:buNone/>
              <a:defRPr sz="1800" b="1"/>
            </a:lvl4pPr>
            <a:lvl5pPr lvl="4" rtl="0">
              <a:lnSpc>
                <a:spcPct val="100000"/>
              </a:lnSpc>
              <a:spcBef>
                <a:spcPts val="0"/>
              </a:spcBef>
              <a:spcAft>
                <a:spcPts val="0"/>
              </a:spcAft>
              <a:buSzPts val="1800"/>
              <a:buNone/>
              <a:defRPr sz="1800" b="1"/>
            </a:lvl5pPr>
            <a:lvl6pPr lvl="5" rtl="0">
              <a:lnSpc>
                <a:spcPct val="100000"/>
              </a:lnSpc>
              <a:spcBef>
                <a:spcPts val="0"/>
              </a:spcBef>
              <a:spcAft>
                <a:spcPts val="0"/>
              </a:spcAft>
              <a:buSzPts val="1800"/>
              <a:buNone/>
              <a:defRPr sz="1800" b="1"/>
            </a:lvl6pPr>
            <a:lvl7pPr lvl="6" rtl="0">
              <a:lnSpc>
                <a:spcPct val="100000"/>
              </a:lnSpc>
              <a:spcBef>
                <a:spcPts val="0"/>
              </a:spcBef>
              <a:spcAft>
                <a:spcPts val="0"/>
              </a:spcAft>
              <a:buSzPts val="1800"/>
              <a:buNone/>
              <a:defRPr sz="1800" b="1"/>
            </a:lvl7pPr>
            <a:lvl8pPr lvl="7" rtl="0">
              <a:lnSpc>
                <a:spcPct val="100000"/>
              </a:lnSpc>
              <a:spcBef>
                <a:spcPts val="0"/>
              </a:spcBef>
              <a:spcAft>
                <a:spcPts val="0"/>
              </a:spcAft>
              <a:buSzPts val="1800"/>
              <a:buNone/>
              <a:defRPr sz="1800" b="1"/>
            </a:lvl8pPr>
            <a:lvl9pPr lvl="8" rtl="0">
              <a:lnSpc>
                <a:spcPct val="100000"/>
              </a:lnSpc>
              <a:spcBef>
                <a:spcPts val="0"/>
              </a:spcBef>
              <a:spcAft>
                <a:spcPts val="0"/>
              </a:spcAft>
              <a:buSzPts val="1800"/>
              <a:buNone/>
              <a:defRPr sz="1800" b="1"/>
            </a:lvl9pPr>
          </a:lstStyle>
          <a:p>
            <a:endParaRPr/>
          </a:p>
        </p:txBody>
      </p:sp>
      <p:sp>
        <p:nvSpPr>
          <p:cNvPr id="1391" name="Google Shape;1391;p112"/>
          <p:cNvSpPr txBox="1">
            <a:spLocks noGrp="1"/>
          </p:cNvSpPr>
          <p:nvPr>
            <p:ph type="subTitle" idx="3"/>
          </p:nvPr>
        </p:nvSpPr>
        <p:spPr>
          <a:xfrm>
            <a:off x="3585525" y="3941100"/>
            <a:ext cx="2361000" cy="537000"/>
          </a:xfrm>
          <a:prstGeom prst="rect">
            <a:avLst/>
          </a:prstGeom>
        </p:spPr>
        <p:txBody>
          <a:bodyPr spcFirstLastPara="1" wrap="square" lIns="0" tIns="0" rIns="0" bIns="0" anchor="b" anchorCtr="0">
            <a:normAutofit/>
          </a:bodyPr>
          <a:lstStyle>
            <a:lvl1pPr lvl="0" rtl="0">
              <a:lnSpc>
                <a:spcPct val="100000"/>
              </a:lnSpc>
              <a:spcBef>
                <a:spcPts val="0"/>
              </a:spcBef>
              <a:spcAft>
                <a:spcPts val="0"/>
              </a:spcAft>
              <a:buClr>
                <a:schemeClr val="dk1"/>
              </a:buClr>
              <a:buSzPts val="1600"/>
              <a:buNone/>
              <a:defRPr b="1"/>
            </a:lvl1pPr>
            <a:lvl2pPr lvl="1" rtl="0">
              <a:lnSpc>
                <a:spcPct val="100000"/>
              </a:lnSpc>
              <a:spcBef>
                <a:spcPts val="0"/>
              </a:spcBef>
              <a:spcAft>
                <a:spcPts val="0"/>
              </a:spcAft>
              <a:buClr>
                <a:srgbClr val="F93822"/>
              </a:buClr>
              <a:buSzPts val="1800"/>
              <a:buNone/>
              <a:defRPr sz="1800" b="1">
                <a:solidFill>
                  <a:srgbClr val="F93822"/>
                </a:solidFill>
              </a:defRPr>
            </a:lvl2pPr>
            <a:lvl3pPr lvl="2" rtl="0">
              <a:lnSpc>
                <a:spcPct val="100000"/>
              </a:lnSpc>
              <a:spcBef>
                <a:spcPts val="0"/>
              </a:spcBef>
              <a:spcAft>
                <a:spcPts val="0"/>
              </a:spcAft>
              <a:buClr>
                <a:srgbClr val="F93822"/>
              </a:buClr>
              <a:buSzPts val="1800"/>
              <a:buNone/>
              <a:defRPr sz="1800" b="1">
                <a:solidFill>
                  <a:srgbClr val="F93822"/>
                </a:solidFill>
              </a:defRPr>
            </a:lvl3pPr>
            <a:lvl4pPr lvl="3" rtl="0">
              <a:lnSpc>
                <a:spcPct val="100000"/>
              </a:lnSpc>
              <a:spcBef>
                <a:spcPts val="0"/>
              </a:spcBef>
              <a:spcAft>
                <a:spcPts val="0"/>
              </a:spcAft>
              <a:buClr>
                <a:srgbClr val="F93822"/>
              </a:buClr>
              <a:buSzPts val="1800"/>
              <a:buNone/>
              <a:defRPr sz="1800" b="1">
                <a:solidFill>
                  <a:srgbClr val="F93822"/>
                </a:solidFill>
              </a:defRPr>
            </a:lvl4pPr>
            <a:lvl5pPr lvl="4" rtl="0">
              <a:lnSpc>
                <a:spcPct val="100000"/>
              </a:lnSpc>
              <a:spcBef>
                <a:spcPts val="0"/>
              </a:spcBef>
              <a:spcAft>
                <a:spcPts val="0"/>
              </a:spcAft>
              <a:buClr>
                <a:srgbClr val="F93822"/>
              </a:buClr>
              <a:buSzPts val="1800"/>
              <a:buNone/>
              <a:defRPr sz="1800" b="1">
                <a:solidFill>
                  <a:srgbClr val="F93822"/>
                </a:solidFill>
              </a:defRPr>
            </a:lvl5pPr>
            <a:lvl6pPr lvl="5" rtl="0">
              <a:lnSpc>
                <a:spcPct val="100000"/>
              </a:lnSpc>
              <a:spcBef>
                <a:spcPts val="0"/>
              </a:spcBef>
              <a:spcAft>
                <a:spcPts val="0"/>
              </a:spcAft>
              <a:buClr>
                <a:srgbClr val="F93822"/>
              </a:buClr>
              <a:buSzPts val="1800"/>
              <a:buNone/>
              <a:defRPr sz="1800" b="1">
                <a:solidFill>
                  <a:srgbClr val="F93822"/>
                </a:solidFill>
              </a:defRPr>
            </a:lvl6pPr>
            <a:lvl7pPr lvl="6" rtl="0">
              <a:lnSpc>
                <a:spcPct val="100000"/>
              </a:lnSpc>
              <a:spcBef>
                <a:spcPts val="0"/>
              </a:spcBef>
              <a:spcAft>
                <a:spcPts val="0"/>
              </a:spcAft>
              <a:buClr>
                <a:srgbClr val="F93822"/>
              </a:buClr>
              <a:buSzPts val="1800"/>
              <a:buNone/>
              <a:defRPr sz="1800" b="1">
                <a:solidFill>
                  <a:srgbClr val="F93822"/>
                </a:solidFill>
              </a:defRPr>
            </a:lvl7pPr>
            <a:lvl8pPr lvl="7" rtl="0">
              <a:lnSpc>
                <a:spcPct val="100000"/>
              </a:lnSpc>
              <a:spcBef>
                <a:spcPts val="0"/>
              </a:spcBef>
              <a:spcAft>
                <a:spcPts val="0"/>
              </a:spcAft>
              <a:buClr>
                <a:srgbClr val="F93822"/>
              </a:buClr>
              <a:buSzPts val="1800"/>
              <a:buNone/>
              <a:defRPr sz="1800" b="1">
                <a:solidFill>
                  <a:srgbClr val="F93822"/>
                </a:solidFill>
              </a:defRPr>
            </a:lvl8pPr>
            <a:lvl9pPr lvl="8" rtl="0">
              <a:lnSpc>
                <a:spcPct val="100000"/>
              </a:lnSpc>
              <a:spcBef>
                <a:spcPts val="0"/>
              </a:spcBef>
              <a:spcAft>
                <a:spcPts val="0"/>
              </a:spcAft>
              <a:buClr>
                <a:srgbClr val="F93822"/>
              </a:buClr>
              <a:buSzPts val="1800"/>
              <a:buNone/>
              <a:defRPr sz="1800" b="1">
                <a:solidFill>
                  <a:srgbClr val="F93822"/>
                </a:solidFill>
              </a:defRPr>
            </a:lvl9pPr>
          </a:lstStyle>
          <a:p>
            <a:endParaRPr/>
          </a:p>
        </p:txBody>
      </p:sp>
      <p:sp>
        <p:nvSpPr>
          <p:cNvPr id="1392" name="Google Shape;1392;p112"/>
          <p:cNvSpPr txBox="1">
            <a:spLocks noGrp="1"/>
          </p:cNvSpPr>
          <p:nvPr>
            <p:ph type="body" idx="4"/>
          </p:nvPr>
        </p:nvSpPr>
        <p:spPr>
          <a:xfrm>
            <a:off x="3585523" y="1245100"/>
            <a:ext cx="4802700" cy="2886900"/>
          </a:xfrm>
          <a:prstGeom prst="rect">
            <a:avLst/>
          </a:prstGeom>
        </p:spPr>
        <p:txBody>
          <a:bodyPr spcFirstLastPara="1" wrap="square" lIns="0" tIns="0" rIns="0" bIns="0" anchor="t" anchorCtr="0">
            <a:normAutofit/>
          </a:bodyPr>
          <a:lstStyle>
            <a:lvl1pPr marL="457200" lvl="0" indent="-330200" rtl="0">
              <a:spcBef>
                <a:spcPts val="0"/>
              </a:spcBef>
              <a:spcAft>
                <a:spcPts val="0"/>
              </a:spcAft>
              <a:buSzPts val="1600"/>
              <a:buChar char="■"/>
              <a:defRPr/>
            </a:lvl1pPr>
            <a:lvl2pPr marL="914400" lvl="1" indent="-317500" rtl="0">
              <a:spcBef>
                <a:spcPts val="0"/>
              </a:spcBef>
              <a:spcAft>
                <a:spcPts val="0"/>
              </a:spcAft>
              <a:buSzPts val="1400"/>
              <a:buChar char="■"/>
              <a:defRPr/>
            </a:lvl2pPr>
            <a:lvl3pPr marL="1371600" lvl="2" indent="-317500" rtl="0">
              <a:spcBef>
                <a:spcPts val="0"/>
              </a:spcBef>
              <a:spcAft>
                <a:spcPts val="0"/>
              </a:spcAft>
              <a:buSzPts val="1400"/>
              <a:buChar char="■"/>
              <a:defRPr/>
            </a:lvl3pPr>
            <a:lvl4pPr marL="1828800" lvl="3" indent="-317500" rtl="0">
              <a:spcBef>
                <a:spcPts val="0"/>
              </a:spcBef>
              <a:spcAft>
                <a:spcPts val="0"/>
              </a:spcAft>
              <a:buSzPts val="1400"/>
              <a:buChar char="●"/>
              <a:defRPr/>
            </a:lvl4pPr>
            <a:lvl5pPr marL="2286000" lvl="4" indent="-317500" rtl="0">
              <a:spcBef>
                <a:spcPts val="0"/>
              </a:spcBef>
              <a:spcAft>
                <a:spcPts val="0"/>
              </a:spcAft>
              <a:buSzPts val="1400"/>
              <a:buChar char="○"/>
              <a:defRPr/>
            </a:lvl5pPr>
            <a:lvl6pPr marL="2743200" lvl="5" indent="-317500" rtl="0">
              <a:spcBef>
                <a:spcPts val="0"/>
              </a:spcBef>
              <a:spcAft>
                <a:spcPts val="0"/>
              </a:spcAft>
              <a:buSzPts val="1400"/>
              <a:buChar char="■"/>
              <a:defRPr/>
            </a:lvl6pPr>
            <a:lvl7pPr marL="3200400" lvl="6" indent="-317500" rtl="0">
              <a:spcBef>
                <a:spcPts val="0"/>
              </a:spcBef>
              <a:spcAft>
                <a:spcPts val="0"/>
              </a:spcAft>
              <a:buSzPts val="1400"/>
              <a:buChar char="●"/>
              <a:defRPr/>
            </a:lvl7pPr>
            <a:lvl8pPr marL="3657600" lvl="7" indent="-317500" rtl="0">
              <a:spcBef>
                <a:spcPts val="0"/>
              </a:spcBef>
              <a:spcAft>
                <a:spcPts val="0"/>
              </a:spcAft>
              <a:buSzPts val="1400"/>
              <a:buChar char="○"/>
              <a:defRPr/>
            </a:lvl8pPr>
            <a:lvl9pPr marL="4114800" lvl="8" indent="-317500" rtl="0">
              <a:spcBef>
                <a:spcPts val="0"/>
              </a:spcBef>
              <a:spcAft>
                <a:spcPts val="0"/>
              </a:spcAft>
              <a:buSzPts val="1400"/>
              <a:buChar char="■"/>
              <a:defRPr/>
            </a:lvl9pPr>
          </a:lstStyle>
          <a:p>
            <a:endParaRPr/>
          </a:p>
        </p:txBody>
      </p:sp>
      <p:sp>
        <p:nvSpPr>
          <p:cNvPr id="1393" name="Google Shape;1393;p112"/>
          <p:cNvSpPr txBox="1">
            <a:spLocks noGrp="1"/>
          </p:cNvSpPr>
          <p:nvPr>
            <p:ph type="title"/>
          </p:nvPr>
        </p:nvSpPr>
        <p:spPr>
          <a:xfrm>
            <a:off x="3585523" y="114300"/>
            <a:ext cx="4802700" cy="903300"/>
          </a:xfrm>
          <a:prstGeom prst="rect">
            <a:avLst/>
          </a:prstGeom>
        </p:spPr>
        <p:txBody>
          <a:bodyPr spcFirstLastPara="1" wrap="square" lIns="0" tIns="0" rIns="0" bIns="0" anchor="b" anchorCtr="0">
            <a:normAutofit/>
          </a:bodyPr>
          <a:lstStyle>
            <a:lvl1pPr lvl="0" rtl="0">
              <a:spcBef>
                <a:spcPts val="0"/>
              </a:spcBef>
              <a:spcAft>
                <a:spcPts val="0"/>
              </a:spcAft>
              <a:buSzPts val="34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pic>
        <p:nvPicPr>
          <p:cNvPr id="1394" name="Google Shape;1394;p112"/>
          <p:cNvPicPr preferRelativeResize="0"/>
          <p:nvPr/>
        </p:nvPicPr>
        <p:blipFill>
          <a:blip r:embed="rId2">
            <a:alphaModFix/>
          </a:blip>
          <a:stretch>
            <a:fillRect/>
          </a:stretch>
        </p:blipFill>
        <p:spPr>
          <a:xfrm>
            <a:off x="8544859" y="62003"/>
            <a:ext cx="599140" cy="599141"/>
          </a:xfrm>
          <a:prstGeom prst="rect">
            <a:avLst/>
          </a:prstGeom>
          <a:noFill/>
          <a:ln>
            <a:noFill/>
          </a:ln>
        </p:spPr>
      </p:pic>
    </p:spTree>
  </p:cSld>
  <p:clrMapOvr>
    <a:masterClrMapping/>
  </p:clrMapOvr>
</p:sldLayout>
</file>

<file path=ppt/slideLayouts/slideLayout111.xml><?xml version="1.0" encoding="utf-8"?>
<p:sldLayout xmlns:a="http://schemas.openxmlformats.org/drawingml/2006/main" xmlns:r="http://schemas.openxmlformats.org/officeDocument/2006/relationships" xmlns:p="http://schemas.openxmlformats.org/presentationml/2006/main" matchingName="Closing">
  <p:cSld name="SECTION_HEADER_1_1">
    <p:bg>
      <p:bgPr>
        <a:solidFill>
          <a:schemeClr val="dk1"/>
        </a:solidFill>
        <a:effectLst/>
      </p:bgPr>
    </p:bg>
    <p:spTree>
      <p:nvGrpSpPr>
        <p:cNvPr id="1" name="Shape 1395"/>
        <p:cNvGrpSpPr/>
        <p:nvPr/>
      </p:nvGrpSpPr>
      <p:grpSpPr>
        <a:xfrm>
          <a:off x="0" y="0"/>
          <a:ext cx="0" cy="0"/>
          <a:chOff x="0" y="0"/>
          <a:chExt cx="0" cy="0"/>
        </a:xfrm>
      </p:grpSpPr>
      <p:sp>
        <p:nvSpPr>
          <p:cNvPr id="1396" name="Google Shape;1396;p113"/>
          <p:cNvSpPr txBox="1">
            <a:spLocks noGrp="1"/>
          </p:cNvSpPr>
          <p:nvPr>
            <p:ph type="title"/>
          </p:nvPr>
        </p:nvSpPr>
        <p:spPr>
          <a:xfrm>
            <a:off x="457200" y="1152475"/>
            <a:ext cx="8229600" cy="841800"/>
          </a:xfrm>
          <a:prstGeom prst="rect">
            <a:avLst/>
          </a:prstGeom>
        </p:spPr>
        <p:txBody>
          <a:bodyPr spcFirstLastPara="1" wrap="square" lIns="0" tIns="0" rIns="0" bIns="0" anchor="t" anchorCtr="0">
            <a:normAutofit/>
          </a:bodyPr>
          <a:lstStyle>
            <a:lvl1pPr lvl="0" rtl="0">
              <a:spcBef>
                <a:spcPts val="0"/>
              </a:spcBef>
              <a:spcAft>
                <a:spcPts val="0"/>
              </a:spcAft>
              <a:buClr>
                <a:schemeClr val="lt2"/>
              </a:buClr>
              <a:buSzPts val="3400"/>
              <a:buNone/>
              <a:defRPr>
                <a:solidFill>
                  <a:schemeClr val="lt2"/>
                </a:solidFill>
              </a:defRPr>
            </a:lvl1pPr>
            <a:lvl2pPr lvl="1" rtl="0">
              <a:spcBef>
                <a:spcPts val="0"/>
              </a:spcBef>
              <a:spcAft>
                <a:spcPts val="0"/>
              </a:spcAft>
              <a:buSzPts val="3400"/>
              <a:buNone/>
              <a:defRPr sz="3400"/>
            </a:lvl2pPr>
            <a:lvl3pPr lvl="2" rtl="0">
              <a:spcBef>
                <a:spcPts val="0"/>
              </a:spcBef>
              <a:spcAft>
                <a:spcPts val="0"/>
              </a:spcAft>
              <a:buSzPts val="3400"/>
              <a:buNone/>
              <a:defRPr sz="3400"/>
            </a:lvl3pPr>
            <a:lvl4pPr lvl="3" rtl="0">
              <a:spcBef>
                <a:spcPts val="0"/>
              </a:spcBef>
              <a:spcAft>
                <a:spcPts val="0"/>
              </a:spcAft>
              <a:buSzPts val="3400"/>
              <a:buNone/>
              <a:defRPr sz="3400"/>
            </a:lvl4pPr>
            <a:lvl5pPr lvl="4" rtl="0">
              <a:spcBef>
                <a:spcPts val="0"/>
              </a:spcBef>
              <a:spcAft>
                <a:spcPts val="0"/>
              </a:spcAft>
              <a:buSzPts val="3400"/>
              <a:buNone/>
              <a:defRPr sz="3400"/>
            </a:lvl5pPr>
            <a:lvl6pPr lvl="5" rtl="0">
              <a:spcBef>
                <a:spcPts val="0"/>
              </a:spcBef>
              <a:spcAft>
                <a:spcPts val="0"/>
              </a:spcAft>
              <a:buSzPts val="3400"/>
              <a:buNone/>
              <a:defRPr sz="3400"/>
            </a:lvl6pPr>
            <a:lvl7pPr lvl="6" rtl="0">
              <a:spcBef>
                <a:spcPts val="0"/>
              </a:spcBef>
              <a:spcAft>
                <a:spcPts val="0"/>
              </a:spcAft>
              <a:buSzPts val="3400"/>
              <a:buNone/>
              <a:defRPr sz="3400"/>
            </a:lvl7pPr>
            <a:lvl8pPr lvl="7" rtl="0">
              <a:spcBef>
                <a:spcPts val="0"/>
              </a:spcBef>
              <a:spcAft>
                <a:spcPts val="0"/>
              </a:spcAft>
              <a:buSzPts val="3400"/>
              <a:buNone/>
              <a:defRPr sz="3400"/>
            </a:lvl8pPr>
            <a:lvl9pPr lvl="8" rtl="0">
              <a:spcBef>
                <a:spcPts val="0"/>
              </a:spcBef>
              <a:spcAft>
                <a:spcPts val="0"/>
              </a:spcAft>
              <a:buSzPts val="3400"/>
              <a:buNone/>
              <a:defRPr sz="3400"/>
            </a:lvl9pPr>
          </a:lstStyle>
          <a:p>
            <a:endParaRPr/>
          </a:p>
        </p:txBody>
      </p:sp>
      <p:pic>
        <p:nvPicPr>
          <p:cNvPr id="1397" name="Google Shape;1397;p113"/>
          <p:cNvPicPr preferRelativeResize="0"/>
          <p:nvPr/>
        </p:nvPicPr>
        <p:blipFill>
          <a:blip r:embed="rId2">
            <a:alphaModFix/>
          </a:blip>
          <a:stretch>
            <a:fillRect/>
          </a:stretch>
        </p:blipFill>
        <p:spPr>
          <a:xfrm>
            <a:off x="8544859" y="62003"/>
            <a:ext cx="599140" cy="599141"/>
          </a:xfrm>
          <a:prstGeom prst="rect">
            <a:avLst/>
          </a:prstGeom>
          <a:noFill/>
          <a:ln>
            <a:noFill/>
          </a:ln>
        </p:spPr>
      </p:pic>
      <p:grpSp>
        <p:nvGrpSpPr>
          <p:cNvPr id="1398" name="Google Shape;1398;p113"/>
          <p:cNvGrpSpPr/>
          <p:nvPr/>
        </p:nvGrpSpPr>
        <p:grpSpPr>
          <a:xfrm>
            <a:off x="5519868" y="4278888"/>
            <a:ext cx="881054" cy="483615"/>
            <a:chOff x="5988337" y="3156400"/>
            <a:chExt cx="881054" cy="483615"/>
          </a:xfrm>
        </p:grpSpPr>
        <p:sp>
          <p:nvSpPr>
            <p:cNvPr id="1399" name="Google Shape;1399;p113"/>
            <p:cNvSpPr/>
            <p:nvPr/>
          </p:nvSpPr>
          <p:spPr>
            <a:xfrm>
              <a:off x="6779691" y="3550315"/>
              <a:ext cx="89700" cy="89700"/>
            </a:xfrm>
            <a:prstGeom prst="ellipse">
              <a:avLst/>
            </a:prstGeom>
            <a:solidFill>
              <a:srgbClr val="FFB7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0" name="Google Shape;1400;p113"/>
            <p:cNvSpPr/>
            <p:nvPr/>
          </p:nvSpPr>
          <p:spPr>
            <a:xfrm>
              <a:off x="6779691" y="3353358"/>
              <a:ext cx="89700" cy="89700"/>
            </a:xfrm>
            <a:prstGeom prst="ellipse">
              <a:avLst/>
            </a:prstGeom>
            <a:solidFill>
              <a:srgbClr val="FFB7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1" name="Google Shape;1401;p113"/>
            <p:cNvSpPr/>
            <p:nvPr/>
          </p:nvSpPr>
          <p:spPr>
            <a:xfrm>
              <a:off x="6779691" y="3156400"/>
              <a:ext cx="89700" cy="89700"/>
            </a:xfrm>
            <a:prstGeom prst="ellipse">
              <a:avLst/>
            </a:prstGeom>
            <a:solidFill>
              <a:srgbClr val="FFB7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2" name="Google Shape;1402;p113"/>
            <p:cNvSpPr/>
            <p:nvPr/>
          </p:nvSpPr>
          <p:spPr>
            <a:xfrm>
              <a:off x="5988337" y="3550315"/>
              <a:ext cx="89700" cy="89700"/>
            </a:xfrm>
            <a:prstGeom prst="ellipse">
              <a:avLst/>
            </a:prstGeom>
            <a:solidFill>
              <a:srgbClr val="FFB7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3" name="Google Shape;1403;p113"/>
            <p:cNvSpPr/>
            <p:nvPr/>
          </p:nvSpPr>
          <p:spPr>
            <a:xfrm>
              <a:off x="5988337" y="3353358"/>
              <a:ext cx="89700" cy="89700"/>
            </a:xfrm>
            <a:prstGeom prst="ellipse">
              <a:avLst/>
            </a:prstGeom>
            <a:solidFill>
              <a:srgbClr val="FFB7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4" name="Google Shape;1404;p113"/>
            <p:cNvSpPr/>
            <p:nvPr/>
          </p:nvSpPr>
          <p:spPr>
            <a:xfrm>
              <a:off x="5988337" y="3156400"/>
              <a:ext cx="89700" cy="89700"/>
            </a:xfrm>
            <a:prstGeom prst="ellipse">
              <a:avLst/>
            </a:prstGeom>
            <a:solidFill>
              <a:srgbClr val="FFB7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5" name="Google Shape;1405;p113"/>
            <p:cNvSpPr/>
            <p:nvPr/>
          </p:nvSpPr>
          <p:spPr>
            <a:xfrm>
              <a:off x="6186176" y="3550315"/>
              <a:ext cx="89700" cy="89700"/>
            </a:xfrm>
            <a:prstGeom prst="ellipse">
              <a:avLst/>
            </a:prstGeom>
            <a:solidFill>
              <a:srgbClr val="FFB7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6" name="Google Shape;1406;p113"/>
            <p:cNvSpPr/>
            <p:nvPr/>
          </p:nvSpPr>
          <p:spPr>
            <a:xfrm>
              <a:off x="6186176" y="3353358"/>
              <a:ext cx="89700" cy="89700"/>
            </a:xfrm>
            <a:prstGeom prst="ellipse">
              <a:avLst/>
            </a:prstGeom>
            <a:solidFill>
              <a:srgbClr val="FFB7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7" name="Google Shape;1407;p113"/>
            <p:cNvSpPr/>
            <p:nvPr/>
          </p:nvSpPr>
          <p:spPr>
            <a:xfrm>
              <a:off x="6186176" y="3156400"/>
              <a:ext cx="89700" cy="89700"/>
            </a:xfrm>
            <a:prstGeom prst="ellipse">
              <a:avLst/>
            </a:prstGeom>
            <a:solidFill>
              <a:srgbClr val="FFB7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8" name="Google Shape;1408;p113"/>
            <p:cNvSpPr/>
            <p:nvPr/>
          </p:nvSpPr>
          <p:spPr>
            <a:xfrm>
              <a:off x="6384014" y="3550315"/>
              <a:ext cx="89700" cy="89700"/>
            </a:xfrm>
            <a:prstGeom prst="ellipse">
              <a:avLst/>
            </a:prstGeom>
            <a:solidFill>
              <a:srgbClr val="FFB7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9" name="Google Shape;1409;p113"/>
            <p:cNvSpPr/>
            <p:nvPr/>
          </p:nvSpPr>
          <p:spPr>
            <a:xfrm>
              <a:off x="6384014" y="3353358"/>
              <a:ext cx="89700" cy="89700"/>
            </a:xfrm>
            <a:prstGeom prst="ellipse">
              <a:avLst/>
            </a:prstGeom>
            <a:solidFill>
              <a:srgbClr val="FFB7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0" name="Google Shape;1410;p113"/>
            <p:cNvSpPr/>
            <p:nvPr/>
          </p:nvSpPr>
          <p:spPr>
            <a:xfrm>
              <a:off x="6384014" y="3156400"/>
              <a:ext cx="89700" cy="89700"/>
            </a:xfrm>
            <a:prstGeom prst="ellipse">
              <a:avLst/>
            </a:prstGeom>
            <a:solidFill>
              <a:srgbClr val="FFB7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1" name="Google Shape;1411;p113"/>
            <p:cNvSpPr/>
            <p:nvPr/>
          </p:nvSpPr>
          <p:spPr>
            <a:xfrm>
              <a:off x="6581853" y="3550315"/>
              <a:ext cx="89700" cy="89700"/>
            </a:xfrm>
            <a:prstGeom prst="ellipse">
              <a:avLst/>
            </a:prstGeom>
            <a:solidFill>
              <a:srgbClr val="FFB7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2" name="Google Shape;1412;p113"/>
            <p:cNvSpPr/>
            <p:nvPr/>
          </p:nvSpPr>
          <p:spPr>
            <a:xfrm>
              <a:off x="6581853" y="3353358"/>
              <a:ext cx="89700" cy="89700"/>
            </a:xfrm>
            <a:prstGeom prst="ellipse">
              <a:avLst/>
            </a:prstGeom>
            <a:solidFill>
              <a:srgbClr val="FFB7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3" name="Google Shape;1413;p113"/>
            <p:cNvSpPr/>
            <p:nvPr/>
          </p:nvSpPr>
          <p:spPr>
            <a:xfrm>
              <a:off x="6581853" y="3156400"/>
              <a:ext cx="89700" cy="89700"/>
            </a:xfrm>
            <a:prstGeom prst="ellipse">
              <a:avLst/>
            </a:prstGeom>
            <a:solidFill>
              <a:srgbClr val="FFB7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14" name="Google Shape;1414;p113"/>
          <p:cNvGrpSpPr/>
          <p:nvPr/>
        </p:nvGrpSpPr>
        <p:grpSpPr>
          <a:xfrm rot="5400000">
            <a:off x="7742957" y="182351"/>
            <a:ext cx="485377" cy="483615"/>
            <a:chOff x="6384014" y="3156400"/>
            <a:chExt cx="485377" cy="483615"/>
          </a:xfrm>
        </p:grpSpPr>
        <p:sp>
          <p:nvSpPr>
            <p:cNvPr id="1415" name="Google Shape;1415;p113"/>
            <p:cNvSpPr/>
            <p:nvPr/>
          </p:nvSpPr>
          <p:spPr>
            <a:xfrm>
              <a:off x="6779691" y="3550315"/>
              <a:ext cx="89700" cy="89700"/>
            </a:xfrm>
            <a:prstGeom prst="ellipse">
              <a:avLst/>
            </a:prstGeom>
            <a:solidFill>
              <a:srgbClr val="D0B08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6" name="Google Shape;1416;p113"/>
            <p:cNvSpPr/>
            <p:nvPr/>
          </p:nvSpPr>
          <p:spPr>
            <a:xfrm>
              <a:off x="6779691" y="3353358"/>
              <a:ext cx="89700" cy="89700"/>
            </a:xfrm>
            <a:prstGeom prst="ellipse">
              <a:avLst/>
            </a:prstGeom>
            <a:solidFill>
              <a:srgbClr val="D0B08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7" name="Google Shape;1417;p113"/>
            <p:cNvSpPr/>
            <p:nvPr/>
          </p:nvSpPr>
          <p:spPr>
            <a:xfrm>
              <a:off x="6779691" y="3156400"/>
              <a:ext cx="89700" cy="89700"/>
            </a:xfrm>
            <a:prstGeom prst="ellipse">
              <a:avLst/>
            </a:prstGeom>
            <a:solidFill>
              <a:srgbClr val="D0B08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8" name="Google Shape;1418;p113"/>
            <p:cNvSpPr/>
            <p:nvPr/>
          </p:nvSpPr>
          <p:spPr>
            <a:xfrm>
              <a:off x="6384014" y="3550315"/>
              <a:ext cx="89700" cy="89700"/>
            </a:xfrm>
            <a:prstGeom prst="ellipse">
              <a:avLst/>
            </a:prstGeom>
            <a:solidFill>
              <a:srgbClr val="D0B08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9" name="Google Shape;1419;p113"/>
            <p:cNvSpPr/>
            <p:nvPr/>
          </p:nvSpPr>
          <p:spPr>
            <a:xfrm>
              <a:off x="6384014" y="3353358"/>
              <a:ext cx="89700" cy="89700"/>
            </a:xfrm>
            <a:prstGeom prst="ellipse">
              <a:avLst/>
            </a:prstGeom>
            <a:solidFill>
              <a:srgbClr val="D0B08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0" name="Google Shape;1420;p113"/>
            <p:cNvSpPr/>
            <p:nvPr/>
          </p:nvSpPr>
          <p:spPr>
            <a:xfrm>
              <a:off x="6384014" y="3156400"/>
              <a:ext cx="89700" cy="89700"/>
            </a:xfrm>
            <a:prstGeom prst="ellipse">
              <a:avLst/>
            </a:prstGeom>
            <a:solidFill>
              <a:srgbClr val="D0B08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1" name="Google Shape;1421;p113"/>
            <p:cNvSpPr/>
            <p:nvPr/>
          </p:nvSpPr>
          <p:spPr>
            <a:xfrm>
              <a:off x="6581853" y="3550315"/>
              <a:ext cx="89700" cy="89700"/>
            </a:xfrm>
            <a:prstGeom prst="ellipse">
              <a:avLst/>
            </a:prstGeom>
            <a:solidFill>
              <a:srgbClr val="D0B08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2" name="Google Shape;1422;p113"/>
            <p:cNvSpPr/>
            <p:nvPr/>
          </p:nvSpPr>
          <p:spPr>
            <a:xfrm>
              <a:off x="6581853" y="3353358"/>
              <a:ext cx="89700" cy="89700"/>
            </a:xfrm>
            <a:prstGeom prst="ellipse">
              <a:avLst/>
            </a:prstGeom>
            <a:solidFill>
              <a:srgbClr val="D0B08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3" name="Google Shape;1423;p113"/>
            <p:cNvSpPr/>
            <p:nvPr/>
          </p:nvSpPr>
          <p:spPr>
            <a:xfrm>
              <a:off x="6581853" y="3156400"/>
              <a:ext cx="89700" cy="89700"/>
            </a:xfrm>
            <a:prstGeom prst="ellipse">
              <a:avLst/>
            </a:prstGeom>
            <a:solidFill>
              <a:srgbClr val="D0B08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112.xml><?xml version="1.0" encoding="utf-8"?>
<p:sldLayout xmlns:a="http://schemas.openxmlformats.org/drawingml/2006/main" xmlns:r="http://schemas.openxmlformats.org/officeDocument/2006/relationships" xmlns:p="http://schemas.openxmlformats.org/presentationml/2006/main" matchingName="Contact">
  <p:cSld name="SECTION_HEADER_1_1_1">
    <p:bg>
      <p:bgPr>
        <a:solidFill>
          <a:schemeClr val="dk1"/>
        </a:solidFill>
        <a:effectLst/>
      </p:bgPr>
    </p:bg>
    <p:spTree>
      <p:nvGrpSpPr>
        <p:cNvPr id="1" name="Shape 1424"/>
        <p:cNvGrpSpPr/>
        <p:nvPr/>
      </p:nvGrpSpPr>
      <p:grpSpPr>
        <a:xfrm>
          <a:off x="0" y="0"/>
          <a:ext cx="0" cy="0"/>
          <a:chOff x="0" y="0"/>
          <a:chExt cx="0" cy="0"/>
        </a:xfrm>
      </p:grpSpPr>
      <p:pic>
        <p:nvPicPr>
          <p:cNvPr id="1425" name="Google Shape;1425;p114"/>
          <p:cNvPicPr preferRelativeResize="0"/>
          <p:nvPr/>
        </p:nvPicPr>
        <p:blipFill>
          <a:blip r:embed="rId2">
            <a:alphaModFix/>
          </a:blip>
          <a:stretch>
            <a:fillRect/>
          </a:stretch>
        </p:blipFill>
        <p:spPr>
          <a:xfrm>
            <a:off x="8544859" y="62003"/>
            <a:ext cx="599140" cy="599141"/>
          </a:xfrm>
          <a:prstGeom prst="rect">
            <a:avLst/>
          </a:prstGeom>
          <a:noFill/>
          <a:ln>
            <a:noFill/>
          </a:ln>
        </p:spPr>
      </p:pic>
      <p:grpSp>
        <p:nvGrpSpPr>
          <p:cNvPr id="1426" name="Google Shape;1426;p114"/>
          <p:cNvGrpSpPr/>
          <p:nvPr/>
        </p:nvGrpSpPr>
        <p:grpSpPr>
          <a:xfrm>
            <a:off x="5519868" y="4278888"/>
            <a:ext cx="881054" cy="483615"/>
            <a:chOff x="5988337" y="3156400"/>
            <a:chExt cx="881054" cy="483615"/>
          </a:xfrm>
        </p:grpSpPr>
        <p:sp>
          <p:nvSpPr>
            <p:cNvPr id="1427" name="Google Shape;1427;p114"/>
            <p:cNvSpPr/>
            <p:nvPr/>
          </p:nvSpPr>
          <p:spPr>
            <a:xfrm>
              <a:off x="6779691" y="3550315"/>
              <a:ext cx="89700" cy="89700"/>
            </a:xfrm>
            <a:prstGeom prst="ellipse">
              <a:avLst/>
            </a:prstGeom>
            <a:solidFill>
              <a:srgbClr val="FC5D0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8" name="Google Shape;1428;p114"/>
            <p:cNvSpPr/>
            <p:nvPr/>
          </p:nvSpPr>
          <p:spPr>
            <a:xfrm>
              <a:off x="6779691" y="3353358"/>
              <a:ext cx="89700" cy="89700"/>
            </a:xfrm>
            <a:prstGeom prst="ellipse">
              <a:avLst/>
            </a:prstGeom>
            <a:solidFill>
              <a:srgbClr val="FC5D0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9" name="Google Shape;1429;p114"/>
            <p:cNvSpPr/>
            <p:nvPr/>
          </p:nvSpPr>
          <p:spPr>
            <a:xfrm>
              <a:off x="6779691" y="3156400"/>
              <a:ext cx="89700" cy="89700"/>
            </a:xfrm>
            <a:prstGeom prst="ellipse">
              <a:avLst/>
            </a:prstGeom>
            <a:solidFill>
              <a:srgbClr val="FC5D0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0" name="Google Shape;1430;p114"/>
            <p:cNvSpPr/>
            <p:nvPr/>
          </p:nvSpPr>
          <p:spPr>
            <a:xfrm>
              <a:off x="5988337" y="3550315"/>
              <a:ext cx="89700" cy="89700"/>
            </a:xfrm>
            <a:prstGeom prst="ellipse">
              <a:avLst/>
            </a:prstGeom>
            <a:solidFill>
              <a:srgbClr val="FC5D0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1" name="Google Shape;1431;p114"/>
            <p:cNvSpPr/>
            <p:nvPr/>
          </p:nvSpPr>
          <p:spPr>
            <a:xfrm>
              <a:off x="5988337" y="3353358"/>
              <a:ext cx="89700" cy="89700"/>
            </a:xfrm>
            <a:prstGeom prst="ellipse">
              <a:avLst/>
            </a:prstGeom>
            <a:solidFill>
              <a:srgbClr val="FC5D0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2" name="Google Shape;1432;p114"/>
            <p:cNvSpPr/>
            <p:nvPr/>
          </p:nvSpPr>
          <p:spPr>
            <a:xfrm>
              <a:off x="5988337" y="3156400"/>
              <a:ext cx="89700" cy="89700"/>
            </a:xfrm>
            <a:prstGeom prst="ellipse">
              <a:avLst/>
            </a:prstGeom>
            <a:solidFill>
              <a:srgbClr val="FC5D0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3" name="Google Shape;1433;p114"/>
            <p:cNvSpPr/>
            <p:nvPr/>
          </p:nvSpPr>
          <p:spPr>
            <a:xfrm>
              <a:off x="6186176" y="3550315"/>
              <a:ext cx="89700" cy="89700"/>
            </a:xfrm>
            <a:prstGeom prst="ellipse">
              <a:avLst/>
            </a:prstGeom>
            <a:solidFill>
              <a:srgbClr val="FC5D0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4" name="Google Shape;1434;p114"/>
            <p:cNvSpPr/>
            <p:nvPr/>
          </p:nvSpPr>
          <p:spPr>
            <a:xfrm>
              <a:off x="6186176" y="3353358"/>
              <a:ext cx="89700" cy="89700"/>
            </a:xfrm>
            <a:prstGeom prst="ellipse">
              <a:avLst/>
            </a:prstGeom>
            <a:solidFill>
              <a:srgbClr val="FC5D0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5" name="Google Shape;1435;p114"/>
            <p:cNvSpPr/>
            <p:nvPr/>
          </p:nvSpPr>
          <p:spPr>
            <a:xfrm>
              <a:off x="6186176" y="3156400"/>
              <a:ext cx="89700" cy="89700"/>
            </a:xfrm>
            <a:prstGeom prst="ellipse">
              <a:avLst/>
            </a:prstGeom>
            <a:solidFill>
              <a:srgbClr val="FC5D0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6" name="Google Shape;1436;p114"/>
            <p:cNvSpPr/>
            <p:nvPr/>
          </p:nvSpPr>
          <p:spPr>
            <a:xfrm>
              <a:off x="6384014" y="3550315"/>
              <a:ext cx="89700" cy="89700"/>
            </a:xfrm>
            <a:prstGeom prst="ellipse">
              <a:avLst/>
            </a:prstGeom>
            <a:solidFill>
              <a:srgbClr val="FC5D0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7" name="Google Shape;1437;p114"/>
            <p:cNvSpPr/>
            <p:nvPr/>
          </p:nvSpPr>
          <p:spPr>
            <a:xfrm>
              <a:off x="6384014" y="3353358"/>
              <a:ext cx="89700" cy="89700"/>
            </a:xfrm>
            <a:prstGeom prst="ellipse">
              <a:avLst/>
            </a:prstGeom>
            <a:solidFill>
              <a:srgbClr val="FC5D0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8" name="Google Shape;1438;p114"/>
            <p:cNvSpPr/>
            <p:nvPr/>
          </p:nvSpPr>
          <p:spPr>
            <a:xfrm>
              <a:off x="6384014" y="3156400"/>
              <a:ext cx="89700" cy="89700"/>
            </a:xfrm>
            <a:prstGeom prst="ellipse">
              <a:avLst/>
            </a:prstGeom>
            <a:solidFill>
              <a:srgbClr val="FC5D0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9" name="Google Shape;1439;p114"/>
            <p:cNvSpPr/>
            <p:nvPr/>
          </p:nvSpPr>
          <p:spPr>
            <a:xfrm>
              <a:off x="6581853" y="3550315"/>
              <a:ext cx="89700" cy="89700"/>
            </a:xfrm>
            <a:prstGeom prst="ellipse">
              <a:avLst/>
            </a:prstGeom>
            <a:solidFill>
              <a:srgbClr val="FC5D0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0" name="Google Shape;1440;p114"/>
            <p:cNvSpPr/>
            <p:nvPr/>
          </p:nvSpPr>
          <p:spPr>
            <a:xfrm>
              <a:off x="6581853" y="3353358"/>
              <a:ext cx="89700" cy="89700"/>
            </a:xfrm>
            <a:prstGeom prst="ellipse">
              <a:avLst/>
            </a:prstGeom>
            <a:solidFill>
              <a:srgbClr val="FC5D0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1" name="Google Shape;1441;p114"/>
            <p:cNvSpPr/>
            <p:nvPr/>
          </p:nvSpPr>
          <p:spPr>
            <a:xfrm>
              <a:off x="6581853" y="3156400"/>
              <a:ext cx="89700" cy="89700"/>
            </a:xfrm>
            <a:prstGeom prst="ellipse">
              <a:avLst/>
            </a:prstGeom>
            <a:solidFill>
              <a:srgbClr val="FC5D0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42" name="Google Shape;1442;p114"/>
          <p:cNvGrpSpPr/>
          <p:nvPr/>
        </p:nvGrpSpPr>
        <p:grpSpPr>
          <a:xfrm rot="5400000">
            <a:off x="7742957" y="182351"/>
            <a:ext cx="485377" cy="483615"/>
            <a:chOff x="6384014" y="3156400"/>
            <a:chExt cx="485377" cy="483615"/>
          </a:xfrm>
        </p:grpSpPr>
        <p:sp>
          <p:nvSpPr>
            <p:cNvPr id="1443" name="Google Shape;1443;p114"/>
            <p:cNvSpPr/>
            <p:nvPr/>
          </p:nvSpPr>
          <p:spPr>
            <a:xfrm>
              <a:off x="6779691" y="3550315"/>
              <a:ext cx="89700" cy="897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4" name="Google Shape;1444;p114"/>
            <p:cNvSpPr/>
            <p:nvPr/>
          </p:nvSpPr>
          <p:spPr>
            <a:xfrm>
              <a:off x="6779691" y="3353358"/>
              <a:ext cx="89700" cy="897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5" name="Google Shape;1445;p114"/>
            <p:cNvSpPr/>
            <p:nvPr/>
          </p:nvSpPr>
          <p:spPr>
            <a:xfrm>
              <a:off x="6779691" y="3156400"/>
              <a:ext cx="89700" cy="897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6" name="Google Shape;1446;p114"/>
            <p:cNvSpPr/>
            <p:nvPr/>
          </p:nvSpPr>
          <p:spPr>
            <a:xfrm>
              <a:off x="6384014" y="3550315"/>
              <a:ext cx="89700" cy="897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7" name="Google Shape;1447;p114"/>
            <p:cNvSpPr/>
            <p:nvPr/>
          </p:nvSpPr>
          <p:spPr>
            <a:xfrm>
              <a:off x="6384014" y="3353358"/>
              <a:ext cx="89700" cy="897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8" name="Google Shape;1448;p114"/>
            <p:cNvSpPr/>
            <p:nvPr/>
          </p:nvSpPr>
          <p:spPr>
            <a:xfrm>
              <a:off x="6384014" y="3156400"/>
              <a:ext cx="89700" cy="897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9" name="Google Shape;1449;p114"/>
            <p:cNvSpPr/>
            <p:nvPr/>
          </p:nvSpPr>
          <p:spPr>
            <a:xfrm>
              <a:off x="6581853" y="3550315"/>
              <a:ext cx="89700" cy="897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0" name="Google Shape;1450;p114"/>
            <p:cNvSpPr/>
            <p:nvPr/>
          </p:nvSpPr>
          <p:spPr>
            <a:xfrm>
              <a:off x="6581853" y="3353358"/>
              <a:ext cx="89700" cy="897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1" name="Google Shape;1451;p114"/>
            <p:cNvSpPr/>
            <p:nvPr/>
          </p:nvSpPr>
          <p:spPr>
            <a:xfrm>
              <a:off x="6581853" y="3156400"/>
              <a:ext cx="89700" cy="897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452" name="Google Shape;1452;p114"/>
          <p:cNvSpPr/>
          <p:nvPr/>
        </p:nvSpPr>
        <p:spPr>
          <a:xfrm>
            <a:off x="519368" y="2252225"/>
            <a:ext cx="275988" cy="185937"/>
          </a:xfrm>
          <a:custGeom>
            <a:avLst/>
            <a:gdLst/>
            <a:ahLst/>
            <a:cxnLst/>
            <a:rect l="l" t="t" r="r" b="b"/>
            <a:pathLst>
              <a:path w="14564" h="9812" extrusionOk="0">
                <a:moveTo>
                  <a:pt x="11837" y="1242"/>
                </a:moveTo>
                <a:lnTo>
                  <a:pt x="7287" y="5792"/>
                </a:lnTo>
                <a:lnTo>
                  <a:pt x="2737" y="1242"/>
                </a:lnTo>
                <a:close/>
                <a:moveTo>
                  <a:pt x="1231" y="1496"/>
                </a:moveTo>
                <a:lnTo>
                  <a:pt x="4031" y="4286"/>
                </a:lnTo>
                <a:lnTo>
                  <a:pt x="1231" y="7086"/>
                </a:lnTo>
                <a:lnTo>
                  <a:pt x="1231" y="1496"/>
                </a:lnTo>
                <a:close/>
                <a:moveTo>
                  <a:pt x="13333" y="1496"/>
                </a:moveTo>
                <a:lnTo>
                  <a:pt x="13333" y="7086"/>
                </a:lnTo>
                <a:lnTo>
                  <a:pt x="10533" y="4286"/>
                </a:lnTo>
                <a:lnTo>
                  <a:pt x="13333" y="1496"/>
                </a:lnTo>
                <a:close/>
                <a:moveTo>
                  <a:pt x="9663" y="5166"/>
                </a:moveTo>
                <a:lnTo>
                  <a:pt x="13068" y="8571"/>
                </a:lnTo>
                <a:lnTo>
                  <a:pt x="1496" y="8571"/>
                </a:lnTo>
                <a:lnTo>
                  <a:pt x="4901" y="5166"/>
                </a:lnTo>
                <a:lnTo>
                  <a:pt x="6407" y="6662"/>
                </a:lnTo>
                <a:lnTo>
                  <a:pt x="7287" y="7542"/>
                </a:lnTo>
                <a:lnTo>
                  <a:pt x="8157" y="6662"/>
                </a:lnTo>
                <a:lnTo>
                  <a:pt x="9663" y="5166"/>
                </a:lnTo>
                <a:close/>
                <a:moveTo>
                  <a:pt x="0" y="1"/>
                </a:moveTo>
                <a:lnTo>
                  <a:pt x="0" y="616"/>
                </a:lnTo>
                <a:lnTo>
                  <a:pt x="0" y="1242"/>
                </a:lnTo>
                <a:lnTo>
                  <a:pt x="0" y="8571"/>
                </a:lnTo>
                <a:lnTo>
                  <a:pt x="0" y="9621"/>
                </a:lnTo>
                <a:lnTo>
                  <a:pt x="0" y="9812"/>
                </a:lnTo>
                <a:lnTo>
                  <a:pt x="14563" y="9812"/>
                </a:lnTo>
                <a:lnTo>
                  <a:pt x="14563" y="9621"/>
                </a:lnTo>
                <a:lnTo>
                  <a:pt x="14563" y="616"/>
                </a:lnTo>
                <a:lnTo>
                  <a:pt x="14563"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1"/>
              </a:solidFill>
            </a:endParaRPr>
          </a:p>
        </p:txBody>
      </p:sp>
      <p:sp>
        <p:nvSpPr>
          <p:cNvPr id="1453" name="Google Shape;1453;p114"/>
          <p:cNvSpPr/>
          <p:nvPr/>
        </p:nvSpPr>
        <p:spPr>
          <a:xfrm>
            <a:off x="519356" y="3914967"/>
            <a:ext cx="276011" cy="275984"/>
          </a:xfrm>
          <a:custGeom>
            <a:avLst/>
            <a:gdLst/>
            <a:ahLst/>
            <a:cxnLst/>
            <a:rect l="l" t="t" r="r" b="b"/>
            <a:pathLst>
              <a:path w="17248" h="17249" extrusionOk="0">
                <a:moveTo>
                  <a:pt x="5742" y="1934"/>
                </a:moveTo>
                <a:lnTo>
                  <a:pt x="5588" y="2123"/>
                </a:lnTo>
                <a:lnTo>
                  <a:pt x="5435" y="2323"/>
                </a:lnTo>
                <a:lnTo>
                  <a:pt x="5305" y="2524"/>
                </a:lnTo>
                <a:lnTo>
                  <a:pt x="5164" y="2736"/>
                </a:lnTo>
                <a:lnTo>
                  <a:pt x="5046" y="2948"/>
                </a:lnTo>
                <a:lnTo>
                  <a:pt x="4928" y="3160"/>
                </a:lnTo>
                <a:lnTo>
                  <a:pt x="4834" y="3384"/>
                </a:lnTo>
                <a:lnTo>
                  <a:pt x="4728" y="3608"/>
                </a:lnTo>
                <a:lnTo>
                  <a:pt x="4633" y="3844"/>
                </a:lnTo>
                <a:lnTo>
                  <a:pt x="4551" y="4080"/>
                </a:lnTo>
                <a:lnTo>
                  <a:pt x="4268" y="3950"/>
                </a:lnTo>
                <a:lnTo>
                  <a:pt x="3997" y="3797"/>
                </a:lnTo>
                <a:lnTo>
                  <a:pt x="3726" y="3644"/>
                </a:lnTo>
                <a:lnTo>
                  <a:pt x="3454" y="3490"/>
                </a:lnTo>
                <a:lnTo>
                  <a:pt x="3714" y="3243"/>
                </a:lnTo>
                <a:lnTo>
                  <a:pt x="3973" y="3019"/>
                </a:lnTo>
                <a:lnTo>
                  <a:pt x="4244" y="2807"/>
                </a:lnTo>
                <a:lnTo>
                  <a:pt x="4527" y="2606"/>
                </a:lnTo>
                <a:lnTo>
                  <a:pt x="4822" y="2417"/>
                </a:lnTo>
                <a:lnTo>
                  <a:pt x="5117" y="2241"/>
                </a:lnTo>
                <a:lnTo>
                  <a:pt x="5423" y="2087"/>
                </a:lnTo>
                <a:lnTo>
                  <a:pt x="5742" y="1934"/>
                </a:lnTo>
                <a:close/>
                <a:moveTo>
                  <a:pt x="11507" y="1934"/>
                </a:moveTo>
                <a:lnTo>
                  <a:pt x="11813" y="2087"/>
                </a:lnTo>
                <a:lnTo>
                  <a:pt x="12131" y="2241"/>
                </a:lnTo>
                <a:lnTo>
                  <a:pt x="12426" y="2417"/>
                </a:lnTo>
                <a:lnTo>
                  <a:pt x="12721" y="2606"/>
                </a:lnTo>
                <a:lnTo>
                  <a:pt x="12992" y="2807"/>
                </a:lnTo>
                <a:lnTo>
                  <a:pt x="13275" y="3019"/>
                </a:lnTo>
                <a:lnTo>
                  <a:pt x="13534" y="3243"/>
                </a:lnTo>
                <a:lnTo>
                  <a:pt x="13782" y="3479"/>
                </a:lnTo>
                <a:lnTo>
                  <a:pt x="13523" y="3644"/>
                </a:lnTo>
                <a:lnTo>
                  <a:pt x="13251" y="3797"/>
                </a:lnTo>
                <a:lnTo>
                  <a:pt x="12968" y="3938"/>
                </a:lnTo>
                <a:lnTo>
                  <a:pt x="12697" y="4080"/>
                </a:lnTo>
                <a:lnTo>
                  <a:pt x="12603" y="3844"/>
                </a:lnTo>
                <a:lnTo>
                  <a:pt x="12509" y="3608"/>
                </a:lnTo>
                <a:lnTo>
                  <a:pt x="12414" y="3384"/>
                </a:lnTo>
                <a:lnTo>
                  <a:pt x="12308" y="3160"/>
                </a:lnTo>
                <a:lnTo>
                  <a:pt x="12190" y="2948"/>
                </a:lnTo>
                <a:lnTo>
                  <a:pt x="12072" y="2736"/>
                </a:lnTo>
                <a:lnTo>
                  <a:pt x="11943" y="2524"/>
                </a:lnTo>
                <a:lnTo>
                  <a:pt x="11801" y="2323"/>
                </a:lnTo>
                <a:lnTo>
                  <a:pt x="11660" y="2123"/>
                </a:lnTo>
                <a:lnTo>
                  <a:pt x="11507" y="1934"/>
                </a:lnTo>
                <a:close/>
                <a:moveTo>
                  <a:pt x="7958" y="1793"/>
                </a:moveTo>
                <a:lnTo>
                  <a:pt x="7958" y="4988"/>
                </a:lnTo>
                <a:lnTo>
                  <a:pt x="7675" y="4964"/>
                </a:lnTo>
                <a:lnTo>
                  <a:pt x="7404" y="4929"/>
                </a:lnTo>
                <a:lnTo>
                  <a:pt x="7133" y="4893"/>
                </a:lnTo>
                <a:lnTo>
                  <a:pt x="6850" y="4846"/>
                </a:lnTo>
                <a:lnTo>
                  <a:pt x="6579" y="4787"/>
                </a:lnTo>
                <a:lnTo>
                  <a:pt x="6319" y="4728"/>
                </a:lnTo>
                <a:lnTo>
                  <a:pt x="6048" y="4657"/>
                </a:lnTo>
                <a:lnTo>
                  <a:pt x="5777" y="4575"/>
                </a:lnTo>
                <a:lnTo>
                  <a:pt x="5954" y="4139"/>
                </a:lnTo>
                <a:lnTo>
                  <a:pt x="6048" y="3927"/>
                </a:lnTo>
                <a:lnTo>
                  <a:pt x="6142" y="3738"/>
                </a:lnTo>
                <a:lnTo>
                  <a:pt x="6237" y="3549"/>
                </a:lnTo>
                <a:lnTo>
                  <a:pt x="6343" y="3361"/>
                </a:lnTo>
                <a:lnTo>
                  <a:pt x="6449" y="3184"/>
                </a:lnTo>
                <a:lnTo>
                  <a:pt x="6567" y="3019"/>
                </a:lnTo>
                <a:lnTo>
                  <a:pt x="6685" y="2865"/>
                </a:lnTo>
                <a:lnTo>
                  <a:pt x="6803" y="2712"/>
                </a:lnTo>
                <a:lnTo>
                  <a:pt x="6932" y="2571"/>
                </a:lnTo>
                <a:lnTo>
                  <a:pt x="7062" y="2441"/>
                </a:lnTo>
                <a:lnTo>
                  <a:pt x="7203" y="2311"/>
                </a:lnTo>
                <a:lnTo>
                  <a:pt x="7345" y="2193"/>
                </a:lnTo>
                <a:lnTo>
                  <a:pt x="7486" y="2087"/>
                </a:lnTo>
                <a:lnTo>
                  <a:pt x="7640" y="1981"/>
                </a:lnTo>
                <a:lnTo>
                  <a:pt x="7793" y="1887"/>
                </a:lnTo>
                <a:lnTo>
                  <a:pt x="7958" y="1793"/>
                </a:lnTo>
                <a:close/>
                <a:moveTo>
                  <a:pt x="9290" y="1793"/>
                </a:moveTo>
                <a:lnTo>
                  <a:pt x="9443" y="1887"/>
                </a:lnTo>
                <a:lnTo>
                  <a:pt x="9608" y="1981"/>
                </a:lnTo>
                <a:lnTo>
                  <a:pt x="9750" y="2087"/>
                </a:lnTo>
                <a:lnTo>
                  <a:pt x="9903" y="2193"/>
                </a:lnTo>
                <a:lnTo>
                  <a:pt x="10045" y="2311"/>
                </a:lnTo>
                <a:lnTo>
                  <a:pt x="10174" y="2441"/>
                </a:lnTo>
                <a:lnTo>
                  <a:pt x="10304" y="2571"/>
                </a:lnTo>
                <a:lnTo>
                  <a:pt x="10434" y="2712"/>
                </a:lnTo>
                <a:lnTo>
                  <a:pt x="10552" y="2865"/>
                </a:lnTo>
                <a:lnTo>
                  <a:pt x="10670" y="3019"/>
                </a:lnTo>
                <a:lnTo>
                  <a:pt x="10787" y="3184"/>
                </a:lnTo>
                <a:lnTo>
                  <a:pt x="10894" y="3361"/>
                </a:lnTo>
                <a:lnTo>
                  <a:pt x="11000" y="3537"/>
                </a:lnTo>
                <a:lnTo>
                  <a:pt x="11106" y="3726"/>
                </a:lnTo>
                <a:lnTo>
                  <a:pt x="11200" y="3927"/>
                </a:lnTo>
                <a:lnTo>
                  <a:pt x="11294" y="4127"/>
                </a:lnTo>
                <a:lnTo>
                  <a:pt x="11459" y="4575"/>
                </a:lnTo>
                <a:lnTo>
                  <a:pt x="11200" y="4657"/>
                </a:lnTo>
                <a:lnTo>
                  <a:pt x="10929" y="4728"/>
                </a:lnTo>
                <a:lnTo>
                  <a:pt x="10658" y="4787"/>
                </a:lnTo>
                <a:lnTo>
                  <a:pt x="10387" y="4846"/>
                </a:lnTo>
                <a:lnTo>
                  <a:pt x="10115" y="4893"/>
                </a:lnTo>
                <a:lnTo>
                  <a:pt x="9844" y="4929"/>
                </a:lnTo>
                <a:lnTo>
                  <a:pt x="9561" y="4964"/>
                </a:lnTo>
                <a:lnTo>
                  <a:pt x="9290" y="4988"/>
                </a:lnTo>
                <a:lnTo>
                  <a:pt x="9290" y="1793"/>
                </a:lnTo>
                <a:close/>
                <a:moveTo>
                  <a:pt x="2594" y="4528"/>
                </a:moveTo>
                <a:lnTo>
                  <a:pt x="2983" y="4764"/>
                </a:lnTo>
                <a:lnTo>
                  <a:pt x="3372" y="4976"/>
                </a:lnTo>
                <a:lnTo>
                  <a:pt x="3773" y="5188"/>
                </a:lnTo>
                <a:lnTo>
                  <a:pt x="4174" y="5377"/>
                </a:lnTo>
                <a:lnTo>
                  <a:pt x="4103" y="5695"/>
                </a:lnTo>
                <a:lnTo>
                  <a:pt x="4044" y="6025"/>
                </a:lnTo>
                <a:lnTo>
                  <a:pt x="3997" y="6343"/>
                </a:lnTo>
                <a:lnTo>
                  <a:pt x="3950" y="6662"/>
                </a:lnTo>
                <a:lnTo>
                  <a:pt x="3902" y="6992"/>
                </a:lnTo>
                <a:lnTo>
                  <a:pt x="3879" y="7310"/>
                </a:lnTo>
                <a:lnTo>
                  <a:pt x="3855" y="7640"/>
                </a:lnTo>
                <a:lnTo>
                  <a:pt x="3832" y="7958"/>
                </a:lnTo>
                <a:lnTo>
                  <a:pt x="1368" y="7958"/>
                </a:lnTo>
                <a:lnTo>
                  <a:pt x="1391" y="7734"/>
                </a:lnTo>
                <a:lnTo>
                  <a:pt x="1415" y="7499"/>
                </a:lnTo>
                <a:lnTo>
                  <a:pt x="1462" y="7275"/>
                </a:lnTo>
                <a:lnTo>
                  <a:pt x="1509" y="7051"/>
                </a:lnTo>
                <a:lnTo>
                  <a:pt x="1556" y="6827"/>
                </a:lnTo>
                <a:lnTo>
                  <a:pt x="1615" y="6603"/>
                </a:lnTo>
                <a:lnTo>
                  <a:pt x="1686" y="6379"/>
                </a:lnTo>
                <a:lnTo>
                  <a:pt x="1757" y="6166"/>
                </a:lnTo>
                <a:lnTo>
                  <a:pt x="1839" y="5942"/>
                </a:lnTo>
                <a:lnTo>
                  <a:pt x="1934" y="5730"/>
                </a:lnTo>
                <a:lnTo>
                  <a:pt x="2028" y="5530"/>
                </a:lnTo>
                <a:lnTo>
                  <a:pt x="2122" y="5318"/>
                </a:lnTo>
                <a:lnTo>
                  <a:pt x="2228" y="5117"/>
                </a:lnTo>
                <a:lnTo>
                  <a:pt x="2346" y="4917"/>
                </a:lnTo>
                <a:lnTo>
                  <a:pt x="2476" y="4716"/>
                </a:lnTo>
                <a:lnTo>
                  <a:pt x="2594" y="4528"/>
                </a:lnTo>
                <a:close/>
                <a:moveTo>
                  <a:pt x="5435" y="5860"/>
                </a:moveTo>
                <a:lnTo>
                  <a:pt x="5742" y="5954"/>
                </a:lnTo>
                <a:lnTo>
                  <a:pt x="6048" y="6037"/>
                </a:lnTo>
                <a:lnTo>
                  <a:pt x="6366" y="6108"/>
                </a:lnTo>
                <a:lnTo>
                  <a:pt x="6685" y="6166"/>
                </a:lnTo>
                <a:lnTo>
                  <a:pt x="6991" y="6225"/>
                </a:lnTo>
                <a:lnTo>
                  <a:pt x="7310" y="6261"/>
                </a:lnTo>
                <a:lnTo>
                  <a:pt x="7628" y="6296"/>
                </a:lnTo>
                <a:lnTo>
                  <a:pt x="7958" y="6320"/>
                </a:lnTo>
                <a:lnTo>
                  <a:pt x="7958" y="7958"/>
                </a:lnTo>
                <a:lnTo>
                  <a:pt x="5176" y="7958"/>
                </a:lnTo>
                <a:lnTo>
                  <a:pt x="5211" y="7428"/>
                </a:lnTo>
                <a:lnTo>
                  <a:pt x="5270" y="6909"/>
                </a:lnTo>
                <a:lnTo>
                  <a:pt x="5341" y="6379"/>
                </a:lnTo>
                <a:lnTo>
                  <a:pt x="5435" y="5860"/>
                </a:lnTo>
                <a:close/>
                <a:moveTo>
                  <a:pt x="11813" y="5860"/>
                </a:moveTo>
                <a:lnTo>
                  <a:pt x="11907" y="6379"/>
                </a:lnTo>
                <a:lnTo>
                  <a:pt x="11978" y="6909"/>
                </a:lnTo>
                <a:lnTo>
                  <a:pt x="12025" y="7428"/>
                </a:lnTo>
                <a:lnTo>
                  <a:pt x="12061" y="7958"/>
                </a:lnTo>
                <a:lnTo>
                  <a:pt x="9290" y="7958"/>
                </a:lnTo>
                <a:lnTo>
                  <a:pt x="9290" y="6320"/>
                </a:lnTo>
                <a:lnTo>
                  <a:pt x="9608" y="6296"/>
                </a:lnTo>
                <a:lnTo>
                  <a:pt x="9927" y="6261"/>
                </a:lnTo>
                <a:lnTo>
                  <a:pt x="10245" y="6225"/>
                </a:lnTo>
                <a:lnTo>
                  <a:pt x="10563" y="6166"/>
                </a:lnTo>
                <a:lnTo>
                  <a:pt x="10882" y="6108"/>
                </a:lnTo>
                <a:lnTo>
                  <a:pt x="11188" y="6037"/>
                </a:lnTo>
                <a:lnTo>
                  <a:pt x="11507" y="5954"/>
                </a:lnTo>
                <a:lnTo>
                  <a:pt x="11813" y="5860"/>
                </a:lnTo>
                <a:close/>
                <a:moveTo>
                  <a:pt x="14643" y="4528"/>
                </a:moveTo>
                <a:lnTo>
                  <a:pt x="14772" y="4716"/>
                </a:lnTo>
                <a:lnTo>
                  <a:pt x="14890" y="4917"/>
                </a:lnTo>
                <a:lnTo>
                  <a:pt x="15008" y="5117"/>
                </a:lnTo>
                <a:lnTo>
                  <a:pt x="15114" y="5318"/>
                </a:lnTo>
                <a:lnTo>
                  <a:pt x="15220" y="5530"/>
                </a:lnTo>
                <a:lnTo>
                  <a:pt x="15315" y="5730"/>
                </a:lnTo>
                <a:lnTo>
                  <a:pt x="15397" y="5942"/>
                </a:lnTo>
                <a:lnTo>
                  <a:pt x="15480" y="6166"/>
                </a:lnTo>
                <a:lnTo>
                  <a:pt x="15562" y="6379"/>
                </a:lnTo>
                <a:lnTo>
                  <a:pt x="15621" y="6603"/>
                </a:lnTo>
                <a:lnTo>
                  <a:pt x="15680" y="6827"/>
                </a:lnTo>
                <a:lnTo>
                  <a:pt x="15739" y="7051"/>
                </a:lnTo>
                <a:lnTo>
                  <a:pt x="15786" y="7275"/>
                </a:lnTo>
                <a:lnTo>
                  <a:pt x="15821" y="7499"/>
                </a:lnTo>
                <a:lnTo>
                  <a:pt x="15857" y="7734"/>
                </a:lnTo>
                <a:lnTo>
                  <a:pt x="15880" y="7958"/>
                </a:lnTo>
                <a:lnTo>
                  <a:pt x="13405" y="7958"/>
                </a:lnTo>
                <a:lnTo>
                  <a:pt x="13393" y="7640"/>
                </a:lnTo>
                <a:lnTo>
                  <a:pt x="13369" y="7310"/>
                </a:lnTo>
                <a:lnTo>
                  <a:pt x="13334" y="6992"/>
                </a:lnTo>
                <a:lnTo>
                  <a:pt x="13299" y="6662"/>
                </a:lnTo>
                <a:lnTo>
                  <a:pt x="13251" y="6343"/>
                </a:lnTo>
                <a:lnTo>
                  <a:pt x="13192" y="6025"/>
                </a:lnTo>
                <a:lnTo>
                  <a:pt x="13134" y="5695"/>
                </a:lnTo>
                <a:lnTo>
                  <a:pt x="13075" y="5377"/>
                </a:lnTo>
                <a:lnTo>
                  <a:pt x="13475" y="5188"/>
                </a:lnTo>
                <a:lnTo>
                  <a:pt x="13876" y="4976"/>
                </a:lnTo>
                <a:lnTo>
                  <a:pt x="14265" y="4764"/>
                </a:lnTo>
                <a:lnTo>
                  <a:pt x="14643" y="4528"/>
                </a:lnTo>
                <a:close/>
                <a:moveTo>
                  <a:pt x="7958" y="9291"/>
                </a:moveTo>
                <a:lnTo>
                  <a:pt x="7958" y="10929"/>
                </a:lnTo>
                <a:lnTo>
                  <a:pt x="7628" y="10953"/>
                </a:lnTo>
                <a:lnTo>
                  <a:pt x="7310" y="10988"/>
                </a:lnTo>
                <a:lnTo>
                  <a:pt x="6991" y="11035"/>
                </a:lnTo>
                <a:lnTo>
                  <a:pt x="6685" y="11083"/>
                </a:lnTo>
                <a:lnTo>
                  <a:pt x="6366" y="11153"/>
                </a:lnTo>
                <a:lnTo>
                  <a:pt x="6048" y="11224"/>
                </a:lnTo>
                <a:lnTo>
                  <a:pt x="5742" y="11307"/>
                </a:lnTo>
                <a:lnTo>
                  <a:pt x="5435" y="11401"/>
                </a:lnTo>
                <a:lnTo>
                  <a:pt x="5341" y="10870"/>
                </a:lnTo>
                <a:lnTo>
                  <a:pt x="5258" y="10352"/>
                </a:lnTo>
                <a:lnTo>
                  <a:pt x="5211" y="9821"/>
                </a:lnTo>
                <a:lnTo>
                  <a:pt x="5176" y="9291"/>
                </a:lnTo>
                <a:close/>
                <a:moveTo>
                  <a:pt x="12072" y="9291"/>
                </a:moveTo>
                <a:lnTo>
                  <a:pt x="12037" y="9821"/>
                </a:lnTo>
                <a:lnTo>
                  <a:pt x="11978" y="10352"/>
                </a:lnTo>
                <a:lnTo>
                  <a:pt x="11907" y="10870"/>
                </a:lnTo>
                <a:lnTo>
                  <a:pt x="11813" y="11401"/>
                </a:lnTo>
                <a:lnTo>
                  <a:pt x="11507" y="11307"/>
                </a:lnTo>
                <a:lnTo>
                  <a:pt x="11188" y="11224"/>
                </a:lnTo>
                <a:lnTo>
                  <a:pt x="10882" y="11153"/>
                </a:lnTo>
                <a:lnTo>
                  <a:pt x="10563" y="11083"/>
                </a:lnTo>
                <a:lnTo>
                  <a:pt x="10245" y="11035"/>
                </a:lnTo>
                <a:lnTo>
                  <a:pt x="9927" y="10988"/>
                </a:lnTo>
                <a:lnTo>
                  <a:pt x="9608" y="10953"/>
                </a:lnTo>
                <a:lnTo>
                  <a:pt x="9290" y="10929"/>
                </a:lnTo>
                <a:lnTo>
                  <a:pt x="9290" y="9291"/>
                </a:lnTo>
                <a:close/>
                <a:moveTo>
                  <a:pt x="3832" y="9291"/>
                </a:moveTo>
                <a:lnTo>
                  <a:pt x="3855" y="9621"/>
                </a:lnTo>
                <a:lnTo>
                  <a:pt x="3879" y="9951"/>
                </a:lnTo>
                <a:lnTo>
                  <a:pt x="3902" y="10269"/>
                </a:lnTo>
                <a:lnTo>
                  <a:pt x="3950" y="10587"/>
                </a:lnTo>
                <a:lnTo>
                  <a:pt x="3997" y="10917"/>
                </a:lnTo>
                <a:lnTo>
                  <a:pt x="4044" y="11236"/>
                </a:lnTo>
                <a:lnTo>
                  <a:pt x="4103" y="11554"/>
                </a:lnTo>
                <a:lnTo>
                  <a:pt x="4174" y="11872"/>
                </a:lnTo>
                <a:lnTo>
                  <a:pt x="3761" y="12073"/>
                </a:lnTo>
                <a:lnTo>
                  <a:pt x="3360" y="12273"/>
                </a:lnTo>
                <a:lnTo>
                  <a:pt x="2971" y="12497"/>
                </a:lnTo>
                <a:lnTo>
                  <a:pt x="2594" y="12733"/>
                </a:lnTo>
                <a:lnTo>
                  <a:pt x="2464" y="12544"/>
                </a:lnTo>
                <a:lnTo>
                  <a:pt x="2346" y="12344"/>
                </a:lnTo>
                <a:lnTo>
                  <a:pt x="2228" y="12144"/>
                </a:lnTo>
                <a:lnTo>
                  <a:pt x="2122" y="11943"/>
                </a:lnTo>
                <a:lnTo>
                  <a:pt x="2016" y="11731"/>
                </a:lnTo>
                <a:lnTo>
                  <a:pt x="1922" y="11519"/>
                </a:lnTo>
                <a:lnTo>
                  <a:pt x="1839" y="11307"/>
                </a:lnTo>
                <a:lnTo>
                  <a:pt x="1757" y="11094"/>
                </a:lnTo>
                <a:lnTo>
                  <a:pt x="1686" y="10882"/>
                </a:lnTo>
                <a:lnTo>
                  <a:pt x="1615" y="10658"/>
                </a:lnTo>
                <a:lnTo>
                  <a:pt x="1556" y="10434"/>
                </a:lnTo>
                <a:lnTo>
                  <a:pt x="1497" y="10210"/>
                </a:lnTo>
                <a:lnTo>
                  <a:pt x="1462" y="9986"/>
                </a:lnTo>
                <a:lnTo>
                  <a:pt x="1415" y="9762"/>
                </a:lnTo>
                <a:lnTo>
                  <a:pt x="1391" y="9526"/>
                </a:lnTo>
                <a:lnTo>
                  <a:pt x="1368" y="9291"/>
                </a:lnTo>
                <a:close/>
                <a:moveTo>
                  <a:pt x="15880" y="9291"/>
                </a:moveTo>
                <a:lnTo>
                  <a:pt x="15857" y="9526"/>
                </a:lnTo>
                <a:lnTo>
                  <a:pt x="15821" y="9762"/>
                </a:lnTo>
                <a:lnTo>
                  <a:pt x="15786" y="9986"/>
                </a:lnTo>
                <a:lnTo>
                  <a:pt x="15739" y="10210"/>
                </a:lnTo>
                <a:lnTo>
                  <a:pt x="15692" y="10434"/>
                </a:lnTo>
                <a:lnTo>
                  <a:pt x="15633" y="10658"/>
                </a:lnTo>
                <a:lnTo>
                  <a:pt x="15562" y="10882"/>
                </a:lnTo>
                <a:lnTo>
                  <a:pt x="15491" y="11094"/>
                </a:lnTo>
                <a:lnTo>
                  <a:pt x="15409" y="11307"/>
                </a:lnTo>
                <a:lnTo>
                  <a:pt x="15315" y="11519"/>
                </a:lnTo>
                <a:lnTo>
                  <a:pt x="15220" y="11731"/>
                </a:lnTo>
                <a:lnTo>
                  <a:pt x="15126" y="11943"/>
                </a:lnTo>
                <a:lnTo>
                  <a:pt x="15020" y="12144"/>
                </a:lnTo>
                <a:lnTo>
                  <a:pt x="14902" y="12344"/>
                </a:lnTo>
                <a:lnTo>
                  <a:pt x="14784" y="12544"/>
                </a:lnTo>
                <a:lnTo>
                  <a:pt x="14654" y="12733"/>
                </a:lnTo>
                <a:lnTo>
                  <a:pt x="14265" y="12497"/>
                </a:lnTo>
                <a:lnTo>
                  <a:pt x="13876" y="12273"/>
                </a:lnTo>
                <a:lnTo>
                  <a:pt x="13475" y="12073"/>
                </a:lnTo>
                <a:lnTo>
                  <a:pt x="13075" y="11872"/>
                </a:lnTo>
                <a:lnTo>
                  <a:pt x="13134" y="11554"/>
                </a:lnTo>
                <a:lnTo>
                  <a:pt x="13192" y="11236"/>
                </a:lnTo>
                <a:lnTo>
                  <a:pt x="13251" y="10917"/>
                </a:lnTo>
                <a:lnTo>
                  <a:pt x="13299" y="10587"/>
                </a:lnTo>
                <a:lnTo>
                  <a:pt x="13334" y="10269"/>
                </a:lnTo>
                <a:lnTo>
                  <a:pt x="13369" y="9951"/>
                </a:lnTo>
                <a:lnTo>
                  <a:pt x="13393" y="9621"/>
                </a:lnTo>
                <a:lnTo>
                  <a:pt x="13405" y="9291"/>
                </a:lnTo>
                <a:close/>
                <a:moveTo>
                  <a:pt x="4551" y="13181"/>
                </a:moveTo>
                <a:lnTo>
                  <a:pt x="4728" y="13641"/>
                </a:lnTo>
                <a:lnTo>
                  <a:pt x="4834" y="13877"/>
                </a:lnTo>
                <a:lnTo>
                  <a:pt x="4940" y="14101"/>
                </a:lnTo>
                <a:lnTo>
                  <a:pt x="5046" y="14325"/>
                </a:lnTo>
                <a:lnTo>
                  <a:pt x="5176" y="14537"/>
                </a:lnTo>
                <a:lnTo>
                  <a:pt x="5305" y="14737"/>
                </a:lnTo>
                <a:lnTo>
                  <a:pt x="5447" y="14949"/>
                </a:lnTo>
                <a:lnTo>
                  <a:pt x="5588" y="15138"/>
                </a:lnTo>
                <a:lnTo>
                  <a:pt x="5742" y="15327"/>
                </a:lnTo>
                <a:lnTo>
                  <a:pt x="5423" y="15185"/>
                </a:lnTo>
                <a:lnTo>
                  <a:pt x="5117" y="15032"/>
                </a:lnTo>
                <a:lnTo>
                  <a:pt x="4822" y="14855"/>
                </a:lnTo>
                <a:lnTo>
                  <a:pt x="4527" y="14666"/>
                </a:lnTo>
                <a:lnTo>
                  <a:pt x="4244" y="14466"/>
                </a:lnTo>
                <a:lnTo>
                  <a:pt x="3973" y="14242"/>
                </a:lnTo>
                <a:lnTo>
                  <a:pt x="3702" y="14018"/>
                </a:lnTo>
                <a:lnTo>
                  <a:pt x="3454" y="13770"/>
                </a:lnTo>
                <a:lnTo>
                  <a:pt x="3726" y="13617"/>
                </a:lnTo>
                <a:lnTo>
                  <a:pt x="3997" y="13464"/>
                </a:lnTo>
                <a:lnTo>
                  <a:pt x="4268" y="13322"/>
                </a:lnTo>
                <a:lnTo>
                  <a:pt x="4551" y="13181"/>
                </a:lnTo>
                <a:close/>
                <a:moveTo>
                  <a:pt x="12697" y="13181"/>
                </a:moveTo>
                <a:lnTo>
                  <a:pt x="12968" y="13322"/>
                </a:lnTo>
                <a:lnTo>
                  <a:pt x="13251" y="13464"/>
                </a:lnTo>
                <a:lnTo>
                  <a:pt x="13523" y="13617"/>
                </a:lnTo>
                <a:lnTo>
                  <a:pt x="13794" y="13770"/>
                </a:lnTo>
                <a:lnTo>
                  <a:pt x="13534" y="14018"/>
                </a:lnTo>
                <a:lnTo>
                  <a:pt x="13275" y="14242"/>
                </a:lnTo>
                <a:lnTo>
                  <a:pt x="13004" y="14466"/>
                </a:lnTo>
                <a:lnTo>
                  <a:pt x="12721" y="14666"/>
                </a:lnTo>
                <a:lnTo>
                  <a:pt x="12426" y="14855"/>
                </a:lnTo>
                <a:lnTo>
                  <a:pt x="12120" y="15032"/>
                </a:lnTo>
                <a:lnTo>
                  <a:pt x="11813" y="15185"/>
                </a:lnTo>
                <a:lnTo>
                  <a:pt x="11495" y="15327"/>
                </a:lnTo>
                <a:lnTo>
                  <a:pt x="11648" y="15138"/>
                </a:lnTo>
                <a:lnTo>
                  <a:pt x="11801" y="14949"/>
                </a:lnTo>
                <a:lnTo>
                  <a:pt x="11943" y="14737"/>
                </a:lnTo>
                <a:lnTo>
                  <a:pt x="12072" y="14537"/>
                </a:lnTo>
                <a:lnTo>
                  <a:pt x="12190" y="14313"/>
                </a:lnTo>
                <a:lnTo>
                  <a:pt x="12308" y="14101"/>
                </a:lnTo>
                <a:lnTo>
                  <a:pt x="12414" y="13877"/>
                </a:lnTo>
                <a:lnTo>
                  <a:pt x="12509" y="13641"/>
                </a:lnTo>
                <a:lnTo>
                  <a:pt x="12603" y="13417"/>
                </a:lnTo>
                <a:lnTo>
                  <a:pt x="12697" y="13181"/>
                </a:lnTo>
                <a:close/>
                <a:moveTo>
                  <a:pt x="7958" y="12261"/>
                </a:moveTo>
                <a:lnTo>
                  <a:pt x="7958" y="15456"/>
                </a:lnTo>
                <a:lnTo>
                  <a:pt x="7793" y="15374"/>
                </a:lnTo>
                <a:lnTo>
                  <a:pt x="7640" y="15279"/>
                </a:lnTo>
                <a:lnTo>
                  <a:pt x="7486" y="15173"/>
                </a:lnTo>
                <a:lnTo>
                  <a:pt x="7345" y="15055"/>
                </a:lnTo>
                <a:lnTo>
                  <a:pt x="7203" y="14938"/>
                </a:lnTo>
                <a:lnTo>
                  <a:pt x="7062" y="14808"/>
                </a:lnTo>
                <a:lnTo>
                  <a:pt x="6932" y="14678"/>
                </a:lnTo>
                <a:lnTo>
                  <a:pt x="6814" y="14537"/>
                </a:lnTo>
                <a:lnTo>
                  <a:pt x="6685" y="14384"/>
                </a:lnTo>
                <a:lnTo>
                  <a:pt x="6567" y="14230"/>
                </a:lnTo>
                <a:lnTo>
                  <a:pt x="6449" y="14065"/>
                </a:lnTo>
                <a:lnTo>
                  <a:pt x="6343" y="13888"/>
                </a:lnTo>
                <a:lnTo>
                  <a:pt x="6237" y="13712"/>
                </a:lnTo>
                <a:lnTo>
                  <a:pt x="6142" y="13511"/>
                </a:lnTo>
                <a:lnTo>
                  <a:pt x="6048" y="13322"/>
                </a:lnTo>
                <a:lnTo>
                  <a:pt x="5954" y="13110"/>
                </a:lnTo>
                <a:lnTo>
                  <a:pt x="5789" y="12686"/>
                </a:lnTo>
                <a:lnTo>
                  <a:pt x="6048" y="12615"/>
                </a:lnTo>
                <a:lnTo>
                  <a:pt x="6319" y="12533"/>
                </a:lnTo>
                <a:lnTo>
                  <a:pt x="6590" y="12474"/>
                </a:lnTo>
                <a:lnTo>
                  <a:pt x="6862" y="12415"/>
                </a:lnTo>
                <a:lnTo>
                  <a:pt x="7133" y="12368"/>
                </a:lnTo>
                <a:lnTo>
                  <a:pt x="7404" y="12320"/>
                </a:lnTo>
                <a:lnTo>
                  <a:pt x="7675" y="12297"/>
                </a:lnTo>
                <a:lnTo>
                  <a:pt x="7958" y="12261"/>
                </a:lnTo>
                <a:close/>
                <a:moveTo>
                  <a:pt x="9290" y="12273"/>
                </a:moveTo>
                <a:lnTo>
                  <a:pt x="9561" y="12297"/>
                </a:lnTo>
                <a:lnTo>
                  <a:pt x="9844" y="12332"/>
                </a:lnTo>
                <a:lnTo>
                  <a:pt x="10115" y="12368"/>
                </a:lnTo>
                <a:lnTo>
                  <a:pt x="10387" y="12415"/>
                </a:lnTo>
                <a:lnTo>
                  <a:pt x="10658" y="12474"/>
                </a:lnTo>
                <a:lnTo>
                  <a:pt x="10929" y="12533"/>
                </a:lnTo>
                <a:lnTo>
                  <a:pt x="11188" y="12615"/>
                </a:lnTo>
                <a:lnTo>
                  <a:pt x="11459" y="12698"/>
                </a:lnTo>
                <a:lnTo>
                  <a:pt x="11294" y="13110"/>
                </a:lnTo>
                <a:lnTo>
                  <a:pt x="11200" y="13322"/>
                </a:lnTo>
                <a:lnTo>
                  <a:pt x="11106" y="13511"/>
                </a:lnTo>
                <a:lnTo>
                  <a:pt x="11000" y="13712"/>
                </a:lnTo>
                <a:lnTo>
                  <a:pt x="10894" y="13888"/>
                </a:lnTo>
                <a:lnTo>
                  <a:pt x="10787" y="14065"/>
                </a:lnTo>
                <a:lnTo>
                  <a:pt x="10670" y="14230"/>
                </a:lnTo>
                <a:lnTo>
                  <a:pt x="10552" y="14384"/>
                </a:lnTo>
                <a:lnTo>
                  <a:pt x="10434" y="14537"/>
                </a:lnTo>
                <a:lnTo>
                  <a:pt x="10304" y="14678"/>
                </a:lnTo>
                <a:lnTo>
                  <a:pt x="10174" y="14808"/>
                </a:lnTo>
                <a:lnTo>
                  <a:pt x="10033" y="14938"/>
                </a:lnTo>
                <a:lnTo>
                  <a:pt x="9903" y="15055"/>
                </a:lnTo>
                <a:lnTo>
                  <a:pt x="9750" y="15173"/>
                </a:lnTo>
                <a:lnTo>
                  <a:pt x="9597" y="15279"/>
                </a:lnTo>
                <a:lnTo>
                  <a:pt x="9443" y="15374"/>
                </a:lnTo>
                <a:lnTo>
                  <a:pt x="9290" y="15468"/>
                </a:lnTo>
                <a:lnTo>
                  <a:pt x="9290" y="12273"/>
                </a:lnTo>
                <a:close/>
                <a:moveTo>
                  <a:pt x="8618" y="1"/>
                </a:moveTo>
                <a:lnTo>
                  <a:pt x="8194" y="13"/>
                </a:lnTo>
                <a:lnTo>
                  <a:pt x="7769" y="48"/>
                </a:lnTo>
                <a:lnTo>
                  <a:pt x="7345" y="95"/>
                </a:lnTo>
                <a:lnTo>
                  <a:pt x="6921" y="166"/>
                </a:lnTo>
                <a:lnTo>
                  <a:pt x="6520" y="260"/>
                </a:lnTo>
                <a:lnTo>
                  <a:pt x="6107" y="378"/>
                </a:lnTo>
                <a:lnTo>
                  <a:pt x="5706" y="508"/>
                </a:lnTo>
                <a:lnTo>
                  <a:pt x="5317" y="661"/>
                </a:lnTo>
                <a:lnTo>
                  <a:pt x="4940" y="826"/>
                </a:lnTo>
                <a:lnTo>
                  <a:pt x="4563" y="1015"/>
                </a:lnTo>
                <a:lnTo>
                  <a:pt x="4197" y="1227"/>
                </a:lnTo>
                <a:lnTo>
                  <a:pt x="3844" y="1451"/>
                </a:lnTo>
                <a:lnTo>
                  <a:pt x="3490" y="1687"/>
                </a:lnTo>
                <a:lnTo>
                  <a:pt x="3160" y="1958"/>
                </a:lnTo>
                <a:lnTo>
                  <a:pt x="2830" y="2229"/>
                </a:lnTo>
                <a:lnTo>
                  <a:pt x="2523" y="2535"/>
                </a:lnTo>
                <a:lnTo>
                  <a:pt x="2228" y="2842"/>
                </a:lnTo>
                <a:lnTo>
                  <a:pt x="1945" y="3160"/>
                </a:lnTo>
                <a:lnTo>
                  <a:pt x="1686" y="3502"/>
                </a:lnTo>
                <a:lnTo>
                  <a:pt x="1438" y="3844"/>
                </a:lnTo>
                <a:lnTo>
                  <a:pt x="1214" y="4198"/>
                </a:lnTo>
                <a:lnTo>
                  <a:pt x="1002" y="4563"/>
                </a:lnTo>
                <a:lnTo>
                  <a:pt x="814" y="4940"/>
                </a:lnTo>
                <a:lnTo>
                  <a:pt x="649" y="5329"/>
                </a:lnTo>
                <a:lnTo>
                  <a:pt x="495" y="5718"/>
                </a:lnTo>
                <a:lnTo>
                  <a:pt x="366" y="6119"/>
                </a:lnTo>
                <a:lnTo>
                  <a:pt x="260" y="6520"/>
                </a:lnTo>
                <a:lnTo>
                  <a:pt x="165" y="6933"/>
                </a:lnTo>
                <a:lnTo>
                  <a:pt x="94" y="7345"/>
                </a:lnTo>
                <a:lnTo>
                  <a:pt x="36" y="7770"/>
                </a:lnTo>
                <a:lnTo>
                  <a:pt x="12" y="8194"/>
                </a:lnTo>
                <a:lnTo>
                  <a:pt x="0" y="8630"/>
                </a:lnTo>
                <a:lnTo>
                  <a:pt x="12" y="9067"/>
                </a:lnTo>
                <a:lnTo>
                  <a:pt x="36" y="9515"/>
                </a:lnTo>
                <a:lnTo>
                  <a:pt x="94" y="9939"/>
                </a:lnTo>
                <a:lnTo>
                  <a:pt x="177" y="10363"/>
                </a:lnTo>
                <a:lnTo>
                  <a:pt x="271" y="10776"/>
                </a:lnTo>
                <a:lnTo>
                  <a:pt x="389" y="11189"/>
                </a:lnTo>
                <a:lnTo>
                  <a:pt x="519" y="11589"/>
                </a:lnTo>
                <a:lnTo>
                  <a:pt x="672" y="11979"/>
                </a:lnTo>
                <a:lnTo>
                  <a:pt x="849" y="12368"/>
                </a:lnTo>
                <a:lnTo>
                  <a:pt x="1038" y="12733"/>
                </a:lnTo>
                <a:lnTo>
                  <a:pt x="1250" y="13098"/>
                </a:lnTo>
                <a:lnTo>
                  <a:pt x="1474" y="13452"/>
                </a:lnTo>
                <a:lnTo>
                  <a:pt x="1710" y="13782"/>
                </a:lnTo>
                <a:lnTo>
                  <a:pt x="1969" y="14112"/>
                </a:lnTo>
                <a:lnTo>
                  <a:pt x="2240" y="14419"/>
                </a:lnTo>
                <a:lnTo>
                  <a:pt x="2523" y="14725"/>
                </a:lnTo>
                <a:lnTo>
                  <a:pt x="2830" y="15008"/>
                </a:lnTo>
                <a:lnTo>
                  <a:pt x="3136" y="15279"/>
                </a:lnTo>
                <a:lnTo>
                  <a:pt x="3466" y="15539"/>
                </a:lnTo>
                <a:lnTo>
                  <a:pt x="3796" y="15775"/>
                </a:lnTo>
                <a:lnTo>
                  <a:pt x="4150" y="15999"/>
                </a:lnTo>
                <a:lnTo>
                  <a:pt x="4515" y="16211"/>
                </a:lnTo>
                <a:lnTo>
                  <a:pt x="4881" y="16399"/>
                </a:lnTo>
                <a:lnTo>
                  <a:pt x="5270" y="16576"/>
                </a:lnTo>
                <a:lnTo>
                  <a:pt x="5659" y="16730"/>
                </a:lnTo>
                <a:lnTo>
                  <a:pt x="6060" y="16859"/>
                </a:lnTo>
                <a:lnTo>
                  <a:pt x="6473" y="16977"/>
                </a:lnTo>
                <a:lnTo>
                  <a:pt x="6885" y="17083"/>
                </a:lnTo>
                <a:lnTo>
                  <a:pt x="7310" y="17154"/>
                </a:lnTo>
                <a:lnTo>
                  <a:pt x="7746" y="17213"/>
                </a:lnTo>
                <a:lnTo>
                  <a:pt x="8182" y="17236"/>
                </a:lnTo>
                <a:lnTo>
                  <a:pt x="8618" y="17248"/>
                </a:lnTo>
                <a:lnTo>
                  <a:pt x="9054" y="17248"/>
                </a:lnTo>
                <a:lnTo>
                  <a:pt x="9479" y="17213"/>
                </a:lnTo>
                <a:lnTo>
                  <a:pt x="9903" y="17166"/>
                </a:lnTo>
                <a:lnTo>
                  <a:pt x="10316" y="17083"/>
                </a:lnTo>
                <a:lnTo>
                  <a:pt x="10728" y="17001"/>
                </a:lnTo>
                <a:lnTo>
                  <a:pt x="11129" y="16883"/>
                </a:lnTo>
                <a:lnTo>
                  <a:pt x="11530" y="16753"/>
                </a:lnTo>
                <a:lnTo>
                  <a:pt x="11919" y="16600"/>
                </a:lnTo>
                <a:lnTo>
                  <a:pt x="12308" y="16435"/>
                </a:lnTo>
                <a:lnTo>
                  <a:pt x="12686" y="16246"/>
                </a:lnTo>
                <a:lnTo>
                  <a:pt x="13051" y="16034"/>
                </a:lnTo>
                <a:lnTo>
                  <a:pt x="13405" y="15810"/>
                </a:lnTo>
                <a:lnTo>
                  <a:pt x="13747" y="15562"/>
                </a:lnTo>
                <a:lnTo>
                  <a:pt x="14088" y="15303"/>
                </a:lnTo>
                <a:lnTo>
                  <a:pt x="14407" y="15020"/>
                </a:lnTo>
                <a:lnTo>
                  <a:pt x="14725" y="14725"/>
                </a:lnTo>
                <a:lnTo>
                  <a:pt x="15020" y="14419"/>
                </a:lnTo>
                <a:lnTo>
                  <a:pt x="15291" y="14089"/>
                </a:lnTo>
                <a:lnTo>
                  <a:pt x="15562" y="13759"/>
                </a:lnTo>
                <a:lnTo>
                  <a:pt x="15798" y="13417"/>
                </a:lnTo>
                <a:lnTo>
                  <a:pt x="16022" y="13051"/>
                </a:lnTo>
                <a:lnTo>
                  <a:pt x="16234" y="12686"/>
                </a:lnTo>
                <a:lnTo>
                  <a:pt x="16423" y="12320"/>
                </a:lnTo>
                <a:lnTo>
                  <a:pt x="16600" y="11931"/>
                </a:lnTo>
                <a:lnTo>
                  <a:pt x="16741" y="11542"/>
                </a:lnTo>
                <a:lnTo>
                  <a:pt x="16871" y="11141"/>
                </a:lnTo>
                <a:lnTo>
                  <a:pt x="16989" y="10741"/>
                </a:lnTo>
                <a:lnTo>
                  <a:pt x="17083" y="10328"/>
                </a:lnTo>
                <a:lnTo>
                  <a:pt x="17154" y="9904"/>
                </a:lnTo>
                <a:lnTo>
                  <a:pt x="17201" y="9491"/>
                </a:lnTo>
                <a:lnTo>
                  <a:pt x="17236" y="9055"/>
                </a:lnTo>
                <a:lnTo>
                  <a:pt x="17248" y="8630"/>
                </a:lnTo>
                <a:lnTo>
                  <a:pt x="17236" y="8194"/>
                </a:lnTo>
                <a:lnTo>
                  <a:pt x="17201" y="7770"/>
                </a:lnTo>
                <a:lnTo>
                  <a:pt x="17154" y="7345"/>
                </a:lnTo>
                <a:lnTo>
                  <a:pt x="17083" y="6933"/>
                </a:lnTo>
                <a:lnTo>
                  <a:pt x="16989" y="6520"/>
                </a:lnTo>
                <a:lnTo>
                  <a:pt x="16871" y="6119"/>
                </a:lnTo>
                <a:lnTo>
                  <a:pt x="16741" y="5718"/>
                </a:lnTo>
                <a:lnTo>
                  <a:pt x="16588" y="5329"/>
                </a:lnTo>
                <a:lnTo>
                  <a:pt x="16423" y="4940"/>
                </a:lnTo>
                <a:lnTo>
                  <a:pt x="16234" y="4563"/>
                </a:lnTo>
                <a:lnTo>
                  <a:pt x="16022" y="4198"/>
                </a:lnTo>
                <a:lnTo>
                  <a:pt x="15798" y="3844"/>
                </a:lnTo>
                <a:lnTo>
                  <a:pt x="15562" y="3502"/>
                </a:lnTo>
                <a:lnTo>
                  <a:pt x="15291" y="3172"/>
                </a:lnTo>
                <a:lnTo>
                  <a:pt x="15020" y="2842"/>
                </a:lnTo>
                <a:lnTo>
                  <a:pt x="14713" y="2535"/>
                </a:lnTo>
                <a:lnTo>
                  <a:pt x="14407" y="2229"/>
                </a:lnTo>
                <a:lnTo>
                  <a:pt x="14088" y="1958"/>
                </a:lnTo>
                <a:lnTo>
                  <a:pt x="13747" y="1698"/>
                </a:lnTo>
                <a:lnTo>
                  <a:pt x="13405" y="1451"/>
                </a:lnTo>
                <a:lnTo>
                  <a:pt x="13051" y="1227"/>
                </a:lnTo>
                <a:lnTo>
                  <a:pt x="12686" y="1015"/>
                </a:lnTo>
                <a:lnTo>
                  <a:pt x="12308" y="826"/>
                </a:lnTo>
                <a:lnTo>
                  <a:pt x="11919" y="661"/>
                </a:lnTo>
                <a:lnTo>
                  <a:pt x="11530" y="508"/>
                </a:lnTo>
                <a:lnTo>
                  <a:pt x="11129" y="378"/>
                </a:lnTo>
                <a:lnTo>
                  <a:pt x="10728" y="260"/>
                </a:lnTo>
                <a:lnTo>
                  <a:pt x="10316" y="166"/>
                </a:lnTo>
                <a:lnTo>
                  <a:pt x="9903" y="95"/>
                </a:lnTo>
                <a:lnTo>
                  <a:pt x="9479" y="48"/>
                </a:lnTo>
                <a:lnTo>
                  <a:pt x="9054" y="13"/>
                </a:lnTo>
                <a:lnTo>
                  <a:pt x="8618"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4" name="Google Shape;1454;p114"/>
          <p:cNvSpPr/>
          <p:nvPr/>
        </p:nvSpPr>
        <p:spPr>
          <a:xfrm>
            <a:off x="549866" y="3054575"/>
            <a:ext cx="214998" cy="222815"/>
          </a:xfrm>
          <a:custGeom>
            <a:avLst/>
            <a:gdLst/>
            <a:ahLst/>
            <a:cxnLst/>
            <a:rect l="l" t="t" r="r" b="b"/>
            <a:pathLst>
              <a:path w="16929" h="17541" extrusionOk="0">
                <a:moveTo>
                  <a:pt x="1944" y="1"/>
                </a:moveTo>
                <a:lnTo>
                  <a:pt x="1756" y="16"/>
                </a:lnTo>
                <a:lnTo>
                  <a:pt x="1552" y="48"/>
                </a:lnTo>
                <a:lnTo>
                  <a:pt x="1364" y="95"/>
                </a:lnTo>
                <a:lnTo>
                  <a:pt x="1191" y="157"/>
                </a:lnTo>
                <a:lnTo>
                  <a:pt x="1019" y="236"/>
                </a:lnTo>
                <a:lnTo>
                  <a:pt x="862" y="330"/>
                </a:lnTo>
                <a:lnTo>
                  <a:pt x="705" y="455"/>
                </a:lnTo>
                <a:lnTo>
                  <a:pt x="580" y="580"/>
                </a:lnTo>
                <a:lnTo>
                  <a:pt x="455" y="706"/>
                </a:lnTo>
                <a:lnTo>
                  <a:pt x="345" y="863"/>
                </a:lnTo>
                <a:lnTo>
                  <a:pt x="235" y="1019"/>
                </a:lnTo>
                <a:lnTo>
                  <a:pt x="157" y="1192"/>
                </a:lnTo>
                <a:lnTo>
                  <a:pt x="94" y="1380"/>
                </a:lnTo>
                <a:lnTo>
                  <a:pt x="47" y="1568"/>
                </a:lnTo>
                <a:lnTo>
                  <a:pt x="16" y="1756"/>
                </a:lnTo>
                <a:lnTo>
                  <a:pt x="0" y="1960"/>
                </a:lnTo>
                <a:lnTo>
                  <a:pt x="16" y="2164"/>
                </a:lnTo>
                <a:lnTo>
                  <a:pt x="47" y="2352"/>
                </a:lnTo>
                <a:lnTo>
                  <a:pt x="94" y="2540"/>
                </a:lnTo>
                <a:lnTo>
                  <a:pt x="157" y="2728"/>
                </a:lnTo>
                <a:lnTo>
                  <a:pt x="235" y="2885"/>
                </a:lnTo>
                <a:lnTo>
                  <a:pt x="345" y="3057"/>
                </a:lnTo>
                <a:lnTo>
                  <a:pt x="455" y="3198"/>
                </a:lnTo>
                <a:lnTo>
                  <a:pt x="580" y="3339"/>
                </a:lnTo>
                <a:lnTo>
                  <a:pt x="705" y="3465"/>
                </a:lnTo>
                <a:lnTo>
                  <a:pt x="862" y="3574"/>
                </a:lnTo>
                <a:lnTo>
                  <a:pt x="1019" y="3684"/>
                </a:lnTo>
                <a:lnTo>
                  <a:pt x="1191" y="3762"/>
                </a:lnTo>
                <a:lnTo>
                  <a:pt x="1364" y="3825"/>
                </a:lnTo>
                <a:lnTo>
                  <a:pt x="1552" y="3872"/>
                </a:lnTo>
                <a:lnTo>
                  <a:pt x="1756" y="3903"/>
                </a:lnTo>
                <a:lnTo>
                  <a:pt x="1944" y="3919"/>
                </a:lnTo>
                <a:lnTo>
                  <a:pt x="2147" y="3903"/>
                </a:lnTo>
                <a:lnTo>
                  <a:pt x="2336" y="3872"/>
                </a:lnTo>
                <a:lnTo>
                  <a:pt x="2524" y="3825"/>
                </a:lnTo>
                <a:lnTo>
                  <a:pt x="2712" y="3762"/>
                </a:lnTo>
                <a:lnTo>
                  <a:pt x="2868" y="3684"/>
                </a:lnTo>
                <a:lnTo>
                  <a:pt x="3041" y="3574"/>
                </a:lnTo>
                <a:lnTo>
                  <a:pt x="3182" y="3465"/>
                </a:lnTo>
                <a:lnTo>
                  <a:pt x="3323" y="3339"/>
                </a:lnTo>
                <a:lnTo>
                  <a:pt x="3448" y="3198"/>
                </a:lnTo>
                <a:lnTo>
                  <a:pt x="3558" y="3057"/>
                </a:lnTo>
                <a:lnTo>
                  <a:pt x="3652" y="2885"/>
                </a:lnTo>
                <a:lnTo>
                  <a:pt x="3731" y="2728"/>
                </a:lnTo>
                <a:lnTo>
                  <a:pt x="3809" y="2540"/>
                </a:lnTo>
                <a:lnTo>
                  <a:pt x="3856" y="2352"/>
                </a:lnTo>
                <a:lnTo>
                  <a:pt x="3887" y="2164"/>
                </a:lnTo>
                <a:lnTo>
                  <a:pt x="3887" y="1960"/>
                </a:lnTo>
                <a:lnTo>
                  <a:pt x="3887" y="1756"/>
                </a:lnTo>
                <a:lnTo>
                  <a:pt x="3856" y="1568"/>
                </a:lnTo>
                <a:lnTo>
                  <a:pt x="3809" y="1380"/>
                </a:lnTo>
                <a:lnTo>
                  <a:pt x="3731" y="1192"/>
                </a:lnTo>
                <a:lnTo>
                  <a:pt x="3652" y="1019"/>
                </a:lnTo>
                <a:lnTo>
                  <a:pt x="3558" y="863"/>
                </a:lnTo>
                <a:lnTo>
                  <a:pt x="3448" y="706"/>
                </a:lnTo>
                <a:lnTo>
                  <a:pt x="3323" y="580"/>
                </a:lnTo>
                <a:lnTo>
                  <a:pt x="3182" y="455"/>
                </a:lnTo>
                <a:lnTo>
                  <a:pt x="3041" y="330"/>
                </a:lnTo>
                <a:lnTo>
                  <a:pt x="2868" y="236"/>
                </a:lnTo>
                <a:lnTo>
                  <a:pt x="2712" y="157"/>
                </a:lnTo>
                <a:lnTo>
                  <a:pt x="2524" y="95"/>
                </a:lnTo>
                <a:lnTo>
                  <a:pt x="2336" y="48"/>
                </a:lnTo>
                <a:lnTo>
                  <a:pt x="2147" y="16"/>
                </a:lnTo>
                <a:lnTo>
                  <a:pt x="1944" y="1"/>
                </a:lnTo>
                <a:close/>
                <a:moveTo>
                  <a:pt x="282" y="5330"/>
                </a:moveTo>
                <a:lnTo>
                  <a:pt x="282" y="17540"/>
                </a:lnTo>
                <a:lnTo>
                  <a:pt x="3621" y="17540"/>
                </a:lnTo>
                <a:lnTo>
                  <a:pt x="3621" y="5330"/>
                </a:lnTo>
                <a:close/>
                <a:moveTo>
                  <a:pt x="5831" y="5330"/>
                </a:moveTo>
                <a:lnTo>
                  <a:pt x="5831" y="17540"/>
                </a:lnTo>
                <a:lnTo>
                  <a:pt x="9170" y="17540"/>
                </a:lnTo>
                <a:lnTo>
                  <a:pt x="9170" y="11317"/>
                </a:lnTo>
                <a:lnTo>
                  <a:pt x="9170" y="11004"/>
                </a:lnTo>
                <a:lnTo>
                  <a:pt x="9217" y="10706"/>
                </a:lnTo>
                <a:lnTo>
                  <a:pt x="9279" y="10424"/>
                </a:lnTo>
                <a:lnTo>
                  <a:pt x="9358" y="10173"/>
                </a:lnTo>
                <a:lnTo>
                  <a:pt x="9452" y="9922"/>
                </a:lnTo>
                <a:lnTo>
                  <a:pt x="9577" y="9703"/>
                </a:lnTo>
                <a:lnTo>
                  <a:pt x="9703" y="9515"/>
                </a:lnTo>
                <a:lnTo>
                  <a:pt x="9859" y="9327"/>
                </a:lnTo>
                <a:lnTo>
                  <a:pt x="10016" y="9170"/>
                </a:lnTo>
                <a:lnTo>
                  <a:pt x="10189" y="9029"/>
                </a:lnTo>
                <a:lnTo>
                  <a:pt x="10377" y="8904"/>
                </a:lnTo>
                <a:lnTo>
                  <a:pt x="10565" y="8810"/>
                </a:lnTo>
                <a:lnTo>
                  <a:pt x="10769" y="8731"/>
                </a:lnTo>
                <a:lnTo>
                  <a:pt x="10972" y="8668"/>
                </a:lnTo>
                <a:lnTo>
                  <a:pt x="11176" y="8637"/>
                </a:lnTo>
                <a:lnTo>
                  <a:pt x="11380" y="8621"/>
                </a:lnTo>
                <a:lnTo>
                  <a:pt x="11584" y="8621"/>
                </a:lnTo>
                <a:lnTo>
                  <a:pt x="11803" y="8637"/>
                </a:lnTo>
                <a:lnTo>
                  <a:pt x="12007" y="8684"/>
                </a:lnTo>
                <a:lnTo>
                  <a:pt x="12195" y="8763"/>
                </a:lnTo>
                <a:lnTo>
                  <a:pt x="12383" y="8857"/>
                </a:lnTo>
                <a:lnTo>
                  <a:pt x="12571" y="8966"/>
                </a:lnTo>
                <a:lnTo>
                  <a:pt x="12744" y="9092"/>
                </a:lnTo>
                <a:lnTo>
                  <a:pt x="12916" y="9248"/>
                </a:lnTo>
                <a:lnTo>
                  <a:pt x="13057" y="9421"/>
                </a:lnTo>
                <a:lnTo>
                  <a:pt x="13198" y="9625"/>
                </a:lnTo>
                <a:lnTo>
                  <a:pt x="13308" y="9860"/>
                </a:lnTo>
                <a:lnTo>
                  <a:pt x="13418" y="10095"/>
                </a:lnTo>
                <a:lnTo>
                  <a:pt x="13496" y="10361"/>
                </a:lnTo>
                <a:lnTo>
                  <a:pt x="13559" y="10659"/>
                </a:lnTo>
                <a:lnTo>
                  <a:pt x="13590" y="10973"/>
                </a:lnTo>
                <a:lnTo>
                  <a:pt x="13606" y="11317"/>
                </a:lnTo>
                <a:lnTo>
                  <a:pt x="13606" y="17540"/>
                </a:lnTo>
                <a:lnTo>
                  <a:pt x="16929" y="17540"/>
                </a:lnTo>
                <a:lnTo>
                  <a:pt x="16929" y="10032"/>
                </a:lnTo>
                <a:lnTo>
                  <a:pt x="16913" y="9499"/>
                </a:lnTo>
                <a:lnTo>
                  <a:pt x="16866" y="9013"/>
                </a:lnTo>
                <a:lnTo>
                  <a:pt x="16772" y="8543"/>
                </a:lnTo>
                <a:lnTo>
                  <a:pt x="16662" y="8120"/>
                </a:lnTo>
                <a:lnTo>
                  <a:pt x="16521" y="7728"/>
                </a:lnTo>
                <a:lnTo>
                  <a:pt x="16349" y="7367"/>
                </a:lnTo>
                <a:lnTo>
                  <a:pt x="16161" y="7038"/>
                </a:lnTo>
                <a:lnTo>
                  <a:pt x="15941" y="6741"/>
                </a:lnTo>
                <a:lnTo>
                  <a:pt x="15706" y="6474"/>
                </a:lnTo>
                <a:lnTo>
                  <a:pt x="15440" y="6239"/>
                </a:lnTo>
                <a:lnTo>
                  <a:pt x="15173" y="6019"/>
                </a:lnTo>
                <a:lnTo>
                  <a:pt x="14875" y="5847"/>
                </a:lnTo>
                <a:lnTo>
                  <a:pt x="14577" y="5690"/>
                </a:lnTo>
                <a:lnTo>
                  <a:pt x="14280" y="5565"/>
                </a:lnTo>
                <a:lnTo>
                  <a:pt x="13950" y="5471"/>
                </a:lnTo>
                <a:lnTo>
                  <a:pt x="13621" y="5393"/>
                </a:lnTo>
                <a:lnTo>
                  <a:pt x="13292" y="5345"/>
                </a:lnTo>
                <a:lnTo>
                  <a:pt x="12963" y="5330"/>
                </a:lnTo>
                <a:lnTo>
                  <a:pt x="12634" y="5330"/>
                </a:lnTo>
                <a:lnTo>
                  <a:pt x="12305" y="5361"/>
                </a:lnTo>
                <a:lnTo>
                  <a:pt x="11975" y="5408"/>
                </a:lnTo>
                <a:lnTo>
                  <a:pt x="11646" y="5471"/>
                </a:lnTo>
                <a:lnTo>
                  <a:pt x="11333" y="5565"/>
                </a:lnTo>
                <a:lnTo>
                  <a:pt x="11035" y="5675"/>
                </a:lnTo>
                <a:lnTo>
                  <a:pt x="10737" y="5816"/>
                </a:lnTo>
                <a:lnTo>
                  <a:pt x="10455" y="5972"/>
                </a:lnTo>
                <a:lnTo>
                  <a:pt x="10189" y="6145"/>
                </a:lnTo>
                <a:lnTo>
                  <a:pt x="9938" y="6333"/>
                </a:lnTo>
                <a:lnTo>
                  <a:pt x="9718" y="6552"/>
                </a:lnTo>
                <a:lnTo>
                  <a:pt x="9499" y="6772"/>
                </a:lnTo>
                <a:lnTo>
                  <a:pt x="9326" y="7023"/>
                </a:lnTo>
                <a:lnTo>
                  <a:pt x="9170" y="7289"/>
                </a:lnTo>
                <a:lnTo>
                  <a:pt x="9170" y="533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5" name="Google Shape;1455;p114"/>
          <p:cNvSpPr txBox="1">
            <a:spLocks noGrp="1"/>
          </p:cNvSpPr>
          <p:nvPr>
            <p:ph type="subTitle" idx="1"/>
          </p:nvPr>
        </p:nvSpPr>
        <p:spPr>
          <a:xfrm>
            <a:off x="1082800" y="1994263"/>
            <a:ext cx="5272500" cy="673800"/>
          </a:xfrm>
          <a:prstGeom prst="rect">
            <a:avLst/>
          </a:prstGeom>
        </p:spPr>
        <p:txBody>
          <a:bodyPr spcFirstLastPara="1" wrap="square" lIns="91425" tIns="91425" rIns="91425" bIns="91425" anchor="ctr" anchorCtr="0">
            <a:normAutofit/>
          </a:bodyPr>
          <a:lstStyle>
            <a:lvl1pPr lvl="0" rtl="0">
              <a:spcBef>
                <a:spcPts val="0"/>
              </a:spcBef>
              <a:spcAft>
                <a:spcPts val="0"/>
              </a:spcAft>
              <a:buClr>
                <a:schemeClr val="lt1"/>
              </a:buClr>
              <a:buSzPts val="1400"/>
              <a:buNone/>
              <a:defRPr sz="1400">
                <a:solidFill>
                  <a:schemeClr val="lt1"/>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456" name="Google Shape;1456;p114"/>
          <p:cNvSpPr txBox="1"/>
          <p:nvPr/>
        </p:nvSpPr>
        <p:spPr>
          <a:xfrm>
            <a:off x="457200" y="901250"/>
            <a:ext cx="8229600" cy="8418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3400" b="1">
                <a:solidFill>
                  <a:schemeClr val="lt1"/>
                </a:solidFill>
                <a:latin typeface="IBM Plex Sans"/>
                <a:ea typeface="IBM Plex Sans"/>
                <a:cs typeface="IBM Plex Sans"/>
                <a:sym typeface="IBM Plex Sans"/>
              </a:rPr>
              <a:t>Thank You</a:t>
            </a:r>
            <a:endParaRPr sz="3400" b="1">
              <a:solidFill>
                <a:schemeClr val="lt1"/>
              </a:solidFill>
              <a:latin typeface="IBM Plex Sans"/>
              <a:ea typeface="IBM Plex Sans"/>
              <a:cs typeface="IBM Plex Sans"/>
              <a:sym typeface="IBM Plex Sans"/>
            </a:endParaRPr>
          </a:p>
        </p:txBody>
      </p:sp>
      <p:sp>
        <p:nvSpPr>
          <p:cNvPr id="1457" name="Google Shape;1457;p114"/>
          <p:cNvSpPr txBox="1">
            <a:spLocks noGrp="1"/>
          </p:cNvSpPr>
          <p:nvPr>
            <p:ph type="subTitle" idx="2"/>
          </p:nvPr>
        </p:nvSpPr>
        <p:spPr>
          <a:xfrm>
            <a:off x="1082800" y="2829075"/>
            <a:ext cx="5272500" cy="673800"/>
          </a:xfrm>
          <a:prstGeom prst="rect">
            <a:avLst/>
          </a:prstGeom>
        </p:spPr>
        <p:txBody>
          <a:bodyPr spcFirstLastPara="1" wrap="square" lIns="91425" tIns="91425" rIns="91425" bIns="91425" anchor="ctr" anchorCtr="0">
            <a:normAutofit/>
          </a:bodyPr>
          <a:lstStyle>
            <a:lvl1pPr lvl="0" rtl="0">
              <a:spcBef>
                <a:spcPts val="0"/>
              </a:spcBef>
              <a:spcAft>
                <a:spcPts val="0"/>
              </a:spcAft>
              <a:buClr>
                <a:schemeClr val="lt1"/>
              </a:buClr>
              <a:buSzPts val="1400"/>
              <a:buNone/>
              <a:defRPr sz="1400">
                <a:solidFill>
                  <a:schemeClr val="lt1"/>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458" name="Google Shape;1458;p114"/>
          <p:cNvSpPr txBox="1">
            <a:spLocks noGrp="1"/>
          </p:cNvSpPr>
          <p:nvPr>
            <p:ph type="subTitle" idx="3"/>
          </p:nvPr>
        </p:nvSpPr>
        <p:spPr>
          <a:xfrm>
            <a:off x="1082800" y="3716063"/>
            <a:ext cx="5272500" cy="673800"/>
          </a:xfrm>
          <a:prstGeom prst="rect">
            <a:avLst/>
          </a:prstGeom>
        </p:spPr>
        <p:txBody>
          <a:bodyPr spcFirstLastPara="1" wrap="square" lIns="91425" tIns="91425" rIns="91425" bIns="91425" anchor="ctr" anchorCtr="0">
            <a:normAutofit/>
          </a:bodyPr>
          <a:lstStyle>
            <a:lvl1pPr lvl="0" rtl="0">
              <a:spcBef>
                <a:spcPts val="0"/>
              </a:spcBef>
              <a:spcAft>
                <a:spcPts val="0"/>
              </a:spcAft>
              <a:buClr>
                <a:schemeClr val="lt1"/>
              </a:buClr>
              <a:buSzPts val="1400"/>
              <a:buNone/>
              <a:defRPr sz="1400">
                <a:solidFill>
                  <a:schemeClr val="lt1"/>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Tree>
  </p:cSld>
  <p:clrMapOvr>
    <a:masterClrMapping/>
  </p:clrMapOvr>
</p:sldLayout>
</file>

<file path=ppt/slideLayouts/slideLayout113.xml><?xml version="1.0" encoding="utf-8"?>
<p:sldLayout xmlns:a="http://schemas.openxmlformats.org/drawingml/2006/main" xmlns:r="http://schemas.openxmlformats.org/officeDocument/2006/relationships" xmlns:p="http://schemas.openxmlformats.org/presentationml/2006/main" matchingName="Project Status">
  <p:cSld name="CUSTOM_6">
    <p:bg>
      <p:bgPr>
        <a:solidFill>
          <a:schemeClr val="dk1"/>
        </a:solidFill>
        <a:effectLst/>
      </p:bgPr>
    </p:bg>
    <p:spTree>
      <p:nvGrpSpPr>
        <p:cNvPr id="1" name="Shape 1459"/>
        <p:cNvGrpSpPr/>
        <p:nvPr/>
      </p:nvGrpSpPr>
      <p:grpSpPr>
        <a:xfrm>
          <a:off x="0" y="0"/>
          <a:ext cx="0" cy="0"/>
          <a:chOff x="0" y="0"/>
          <a:chExt cx="0" cy="0"/>
        </a:xfrm>
      </p:grpSpPr>
      <p:sp>
        <p:nvSpPr>
          <p:cNvPr id="1460" name="Google Shape;1460;p115"/>
          <p:cNvSpPr/>
          <p:nvPr/>
        </p:nvSpPr>
        <p:spPr>
          <a:xfrm>
            <a:off x="457214" y="2528802"/>
            <a:ext cx="1361700" cy="323700"/>
          </a:xfrm>
          <a:prstGeom prst="roundRect">
            <a:avLst>
              <a:gd name="adj" fmla="val 23633"/>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100"/>
          </a:p>
        </p:txBody>
      </p:sp>
      <p:sp>
        <p:nvSpPr>
          <p:cNvPr id="1461" name="Google Shape;1461;p115"/>
          <p:cNvSpPr txBox="1">
            <a:spLocks noGrp="1"/>
          </p:cNvSpPr>
          <p:nvPr>
            <p:ph type="title"/>
          </p:nvPr>
        </p:nvSpPr>
        <p:spPr>
          <a:xfrm>
            <a:off x="457200" y="114300"/>
            <a:ext cx="8229600" cy="903300"/>
          </a:xfrm>
          <a:prstGeom prst="rect">
            <a:avLst/>
          </a:prstGeom>
        </p:spPr>
        <p:txBody>
          <a:bodyPr spcFirstLastPara="1" wrap="square" lIns="0" tIns="0" rIns="0" bIns="0" anchor="t" anchorCtr="0">
            <a:normAutofit/>
          </a:bodyPr>
          <a:lstStyle>
            <a:lvl1pPr lvl="0" rtl="0">
              <a:spcBef>
                <a:spcPts val="0"/>
              </a:spcBef>
              <a:spcAft>
                <a:spcPts val="0"/>
              </a:spcAft>
              <a:buClr>
                <a:schemeClr val="lt1"/>
              </a:buClr>
              <a:buSzPts val="3400"/>
              <a:buNone/>
              <a:defRPr>
                <a:solidFill>
                  <a:schemeClr val="lt1"/>
                </a:solidFill>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1462" name="Google Shape;1462;p115"/>
          <p:cNvSpPr/>
          <p:nvPr/>
        </p:nvSpPr>
        <p:spPr>
          <a:xfrm>
            <a:off x="457201" y="1760700"/>
            <a:ext cx="1361700" cy="323700"/>
          </a:xfrm>
          <a:prstGeom prst="roundRect">
            <a:avLst>
              <a:gd name="adj" fmla="val 22637"/>
            </a:avLst>
          </a:prstGeom>
          <a:solidFill>
            <a:srgbClr val="FF6900"/>
          </a:solidFill>
          <a:ln>
            <a:noFill/>
          </a:ln>
        </p:spPr>
        <p:txBody>
          <a:bodyPr spcFirstLastPara="1" wrap="square" lIns="57150" tIns="57150" rIns="57150" bIns="57150" anchor="ctr" anchorCtr="0">
            <a:noAutofit/>
          </a:bodyPr>
          <a:lstStyle/>
          <a:p>
            <a:pPr marL="0" lvl="0" indent="0" algn="ctr" rtl="0">
              <a:spcBef>
                <a:spcPts val="0"/>
              </a:spcBef>
              <a:spcAft>
                <a:spcPts val="0"/>
              </a:spcAft>
              <a:buNone/>
            </a:pPr>
            <a:endParaRPr sz="1100" b="1">
              <a:solidFill>
                <a:srgbClr val="000000"/>
              </a:solidFill>
              <a:latin typeface="IBM Plex Sans"/>
              <a:ea typeface="IBM Plex Sans"/>
              <a:cs typeface="IBM Plex Sans"/>
              <a:sym typeface="IBM Plex Sans"/>
            </a:endParaRPr>
          </a:p>
        </p:txBody>
      </p:sp>
      <p:sp>
        <p:nvSpPr>
          <p:cNvPr id="1463" name="Google Shape;1463;p115"/>
          <p:cNvSpPr/>
          <p:nvPr/>
        </p:nvSpPr>
        <p:spPr>
          <a:xfrm>
            <a:off x="457201" y="3296900"/>
            <a:ext cx="1361700" cy="323700"/>
          </a:xfrm>
          <a:prstGeom prst="roundRect">
            <a:avLst>
              <a:gd name="adj" fmla="val 22637"/>
            </a:avLst>
          </a:prstGeom>
          <a:solidFill>
            <a:srgbClr val="26D07C"/>
          </a:solidFill>
          <a:ln>
            <a:noFill/>
          </a:ln>
        </p:spPr>
        <p:txBody>
          <a:bodyPr spcFirstLastPara="1" wrap="square" lIns="57150" tIns="57150" rIns="57150" bIns="57150" anchor="ctr" anchorCtr="0">
            <a:noAutofit/>
          </a:bodyPr>
          <a:lstStyle/>
          <a:p>
            <a:pPr marL="0" lvl="0" indent="0" algn="ctr" rtl="0">
              <a:spcBef>
                <a:spcPts val="0"/>
              </a:spcBef>
              <a:spcAft>
                <a:spcPts val="0"/>
              </a:spcAft>
              <a:buNone/>
            </a:pPr>
            <a:endParaRPr sz="1100" b="1">
              <a:solidFill>
                <a:srgbClr val="000000"/>
              </a:solidFill>
              <a:latin typeface="IBM Plex Sans"/>
              <a:ea typeface="IBM Plex Sans"/>
              <a:cs typeface="IBM Plex Sans"/>
              <a:sym typeface="IBM Plex Sans"/>
            </a:endParaRPr>
          </a:p>
        </p:txBody>
      </p:sp>
      <p:sp>
        <p:nvSpPr>
          <p:cNvPr id="1464" name="Google Shape;1464;p115"/>
          <p:cNvSpPr/>
          <p:nvPr/>
        </p:nvSpPr>
        <p:spPr>
          <a:xfrm>
            <a:off x="457201" y="4065000"/>
            <a:ext cx="1361700" cy="323700"/>
          </a:xfrm>
          <a:prstGeom prst="roundRect">
            <a:avLst>
              <a:gd name="adj" fmla="val 22637"/>
            </a:avLst>
          </a:prstGeom>
          <a:solidFill>
            <a:srgbClr val="FFC600"/>
          </a:solidFill>
          <a:ln>
            <a:noFill/>
          </a:ln>
        </p:spPr>
        <p:txBody>
          <a:bodyPr spcFirstLastPara="1" wrap="square" lIns="57150" tIns="57150" rIns="57150" bIns="57150" anchor="ctr" anchorCtr="0">
            <a:noAutofit/>
          </a:bodyPr>
          <a:lstStyle/>
          <a:p>
            <a:pPr marL="0" lvl="0" indent="0" algn="ctr" rtl="0">
              <a:spcBef>
                <a:spcPts val="0"/>
              </a:spcBef>
              <a:spcAft>
                <a:spcPts val="0"/>
              </a:spcAft>
              <a:buNone/>
            </a:pPr>
            <a:endParaRPr sz="1100" b="1">
              <a:solidFill>
                <a:srgbClr val="000000"/>
              </a:solidFill>
              <a:latin typeface="IBM Plex Sans"/>
              <a:ea typeface="IBM Plex Sans"/>
              <a:cs typeface="IBM Plex Sans"/>
              <a:sym typeface="IBM Plex Sans"/>
            </a:endParaRPr>
          </a:p>
        </p:txBody>
      </p:sp>
      <p:sp>
        <p:nvSpPr>
          <p:cNvPr id="1465" name="Google Shape;1465;p115"/>
          <p:cNvSpPr/>
          <p:nvPr/>
        </p:nvSpPr>
        <p:spPr>
          <a:xfrm>
            <a:off x="5594484" y="1760734"/>
            <a:ext cx="323700" cy="323700"/>
          </a:xfrm>
          <a:prstGeom prst="ellipse">
            <a:avLst/>
          </a:prstGeom>
          <a:solidFill>
            <a:srgbClr val="FF6900"/>
          </a:solidFill>
          <a:ln>
            <a:noFill/>
          </a:ln>
        </p:spPr>
        <p:txBody>
          <a:bodyPr spcFirstLastPara="1" wrap="square" lIns="57150" tIns="57150" rIns="57150" bIns="57150" anchor="ctr" anchorCtr="0">
            <a:noAutofit/>
          </a:bodyPr>
          <a:lstStyle/>
          <a:p>
            <a:pPr marL="0" lvl="0" indent="0" algn="l" rtl="0">
              <a:spcBef>
                <a:spcPts val="0"/>
              </a:spcBef>
              <a:spcAft>
                <a:spcPts val="0"/>
              </a:spcAft>
              <a:buNone/>
            </a:pPr>
            <a:endParaRPr/>
          </a:p>
        </p:txBody>
      </p:sp>
      <p:sp>
        <p:nvSpPr>
          <p:cNvPr id="1466" name="Google Shape;1466;p115"/>
          <p:cNvSpPr/>
          <p:nvPr/>
        </p:nvSpPr>
        <p:spPr>
          <a:xfrm>
            <a:off x="5594484" y="2528828"/>
            <a:ext cx="323700" cy="323700"/>
          </a:xfrm>
          <a:prstGeom prst="ellipse">
            <a:avLst/>
          </a:prstGeom>
          <a:solidFill>
            <a:schemeClr val="accent3"/>
          </a:solidFill>
          <a:ln>
            <a:noFill/>
          </a:ln>
        </p:spPr>
        <p:txBody>
          <a:bodyPr spcFirstLastPara="1" wrap="square" lIns="57150" tIns="57150" rIns="57150" bIns="57150" anchor="ctr" anchorCtr="0">
            <a:noAutofit/>
          </a:bodyPr>
          <a:lstStyle/>
          <a:p>
            <a:pPr marL="0" lvl="0" indent="0" algn="l" rtl="0">
              <a:spcBef>
                <a:spcPts val="0"/>
              </a:spcBef>
              <a:spcAft>
                <a:spcPts val="0"/>
              </a:spcAft>
              <a:buNone/>
            </a:pPr>
            <a:endParaRPr/>
          </a:p>
        </p:txBody>
      </p:sp>
      <p:sp>
        <p:nvSpPr>
          <p:cNvPr id="1467" name="Google Shape;1467;p115"/>
          <p:cNvSpPr/>
          <p:nvPr/>
        </p:nvSpPr>
        <p:spPr>
          <a:xfrm>
            <a:off x="5594484" y="3296922"/>
            <a:ext cx="323700" cy="323700"/>
          </a:xfrm>
          <a:prstGeom prst="ellipse">
            <a:avLst/>
          </a:prstGeom>
          <a:solidFill>
            <a:srgbClr val="26D07C"/>
          </a:solidFill>
          <a:ln>
            <a:noFill/>
          </a:ln>
        </p:spPr>
        <p:txBody>
          <a:bodyPr spcFirstLastPara="1" wrap="square" lIns="57150" tIns="57150" rIns="57150" bIns="57150" anchor="ctr" anchorCtr="0">
            <a:noAutofit/>
          </a:bodyPr>
          <a:lstStyle/>
          <a:p>
            <a:pPr marL="0" lvl="0" indent="0" algn="l" rtl="0">
              <a:spcBef>
                <a:spcPts val="0"/>
              </a:spcBef>
              <a:spcAft>
                <a:spcPts val="0"/>
              </a:spcAft>
              <a:buNone/>
            </a:pPr>
            <a:endParaRPr/>
          </a:p>
        </p:txBody>
      </p:sp>
      <p:sp>
        <p:nvSpPr>
          <p:cNvPr id="1468" name="Google Shape;1468;p115"/>
          <p:cNvSpPr/>
          <p:nvPr/>
        </p:nvSpPr>
        <p:spPr>
          <a:xfrm>
            <a:off x="5594484" y="4065016"/>
            <a:ext cx="323700" cy="323700"/>
          </a:xfrm>
          <a:prstGeom prst="ellipse">
            <a:avLst/>
          </a:prstGeom>
          <a:solidFill>
            <a:srgbClr val="FFC600"/>
          </a:solidFill>
          <a:ln>
            <a:noFill/>
          </a:ln>
        </p:spPr>
        <p:txBody>
          <a:bodyPr spcFirstLastPara="1" wrap="square" lIns="57150" tIns="57150" rIns="57150" bIns="57150" anchor="ctr" anchorCtr="0">
            <a:noAutofit/>
          </a:bodyPr>
          <a:lstStyle/>
          <a:p>
            <a:pPr marL="0" lvl="0" indent="0" algn="l" rtl="0">
              <a:spcBef>
                <a:spcPts val="0"/>
              </a:spcBef>
              <a:spcAft>
                <a:spcPts val="0"/>
              </a:spcAft>
              <a:buNone/>
            </a:pPr>
            <a:endParaRPr/>
          </a:p>
        </p:txBody>
      </p:sp>
      <p:pic>
        <p:nvPicPr>
          <p:cNvPr id="1469" name="Google Shape;1469;p115"/>
          <p:cNvPicPr preferRelativeResize="0"/>
          <p:nvPr/>
        </p:nvPicPr>
        <p:blipFill>
          <a:blip r:embed="rId2">
            <a:alphaModFix/>
          </a:blip>
          <a:stretch>
            <a:fillRect/>
          </a:stretch>
        </p:blipFill>
        <p:spPr>
          <a:xfrm>
            <a:off x="8544859" y="62003"/>
            <a:ext cx="599140" cy="599141"/>
          </a:xfrm>
          <a:prstGeom prst="rect">
            <a:avLst/>
          </a:prstGeom>
          <a:noFill/>
          <a:ln>
            <a:noFill/>
          </a:ln>
        </p:spPr>
      </p:pic>
      <p:sp>
        <p:nvSpPr>
          <p:cNvPr id="1470" name="Google Shape;1470;p115"/>
          <p:cNvSpPr txBox="1">
            <a:spLocks noGrp="1"/>
          </p:cNvSpPr>
          <p:nvPr>
            <p:ph type="subTitle" idx="1"/>
          </p:nvPr>
        </p:nvSpPr>
        <p:spPr>
          <a:xfrm>
            <a:off x="457200" y="1149700"/>
            <a:ext cx="1275900" cy="450600"/>
          </a:xfrm>
          <a:prstGeom prst="rect">
            <a:avLst/>
          </a:prstGeom>
        </p:spPr>
        <p:txBody>
          <a:bodyPr spcFirstLastPara="1" wrap="square" lIns="0" tIns="0" rIns="0" bIns="0" anchor="t" anchorCtr="0">
            <a:normAutofit/>
          </a:bodyPr>
          <a:lstStyle>
            <a:lvl1pPr lvl="0" rtl="0">
              <a:lnSpc>
                <a:spcPct val="100000"/>
              </a:lnSpc>
              <a:spcBef>
                <a:spcPts val="0"/>
              </a:spcBef>
              <a:spcAft>
                <a:spcPts val="0"/>
              </a:spcAft>
              <a:buClr>
                <a:schemeClr val="lt1"/>
              </a:buClr>
              <a:buSzPts val="1600"/>
              <a:buNone/>
              <a:defRPr sz="1600" b="1">
                <a:solidFill>
                  <a:schemeClr val="lt1"/>
                </a:solidFill>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1471" name="Google Shape;1471;p115"/>
          <p:cNvSpPr txBox="1">
            <a:spLocks noGrp="1"/>
          </p:cNvSpPr>
          <p:nvPr>
            <p:ph type="subTitle" idx="2"/>
          </p:nvPr>
        </p:nvSpPr>
        <p:spPr>
          <a:xfrm>
            <a:off x="2222800" y="1149700"/>
            <a:ext cx="3114300" cy="450600"/>
          </a:xfrm>
          <a:prstGeom prst="rect">
            <a:avLst/>
          </a:prstGeom>
        </p:spPr>
        <p:txBody>
          <a:bodyPr spcFirstLastPara="1" wrap="square" lIns="0" tIns="0" rIns="0" bIns="0" anchor="t" anchorCtr="0">
            <a:normAutofit/>
          </a:bodyPr>
          <a:lstStyle>
            <a:lvl1pPr lvl="0" rtl="0">
              <a:lnSpc>
                <a:spcPct val="100000"/>
              </a:lnSpc>
              <a:spcBef>
                <a:spcPts val="0"/>
              </a:spcBef>
              <a:spcAft>
                <a:spcPts val="0"/>
              </a:spcAft>
              <a:buClr>
                <a:schemeClr val="lt1"/>
              </a:buClr>
              <a:buSzPts val="1600"/>
              <a:buNone/>
              <a:defRPr sz="1600" b="1">
                <a:solidFill>
                  <a:schemeClr val="lt1"/>
                </a:solidFill>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1472" name="Google Shape;1472;p115"/>
          <p:cNvSpPr txBox="1">
            <a:spLocks noGrp="1"/>
          </p:cNvSpPr>
          <p:nvPr>
            <p:ph type="subTitle" idx="3"/>
          </p:nvPr>
        </p:nvSpPr>
        <p:spPr>
          <a:xfrm>
            <a:off x="5594475" y="1149700"/>
            <a:ext cx="1484100" cy="450600"/>
          </a:xfrm>
          <a:prstGeom prst="rect">
            <a:avLst/>
          </a:prstGeom>
        </p:spPr>
        <p:txBody>
          <a:bodyPr spcFirstLastPara="1" wrap="square" lIns="0" tIns="0" rIns="0" bIns="0" anchor="t" anchorCtr="0">
            <a:normAutofit/>
          </a:bodyPr>
          <a:lstStyle>
            <a:lvl1pPr lvl="0" rtl="0">
              <a:lnSpc>
                <a:spcPct val="100000"/>
              </a:lnSpc>
              <a:spcBef>
                <a:spcPts val="0"/>
              </a:spcBef>
              <a:spcAft>
                <a:spcPts val="0"/>
              </a:spcAft>
              <a:buClr>
                <a:schemeClr val="lt1"/>
              </a:buClr>
              <a:buSzPts val="1600"/>
              <a:buNone/>
              <a:defRPr sz="1600" b="1">
                <a:solidFill>
                  <a:schemeClr val="lt1"/>
                </a:solidFill>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1473" name="Google Shape;1473;p115"/>
          <p:cNvSpPr txBox="1">
            <a:spLocks noGrp="1"/>
          </p:cNvSpPr>
          <p:nvPr>
            <p:ph type="subTitle" idx="4"/>
          </p:nvPr>
        </p:nvSpPr>
        <p:spPr>
          <a:xfrm>
            <a:off x="7395800" y="1149700"/>
            <a:ext cx="1275900" cy="450600"/>
          </a:xfrm>
          <a:prstGeom prst="rect">
            <a:avLst/>
          </a:prstGeom>
        </p:spPr>
        <p:txBody>
          <a:bodyPr spcFirstLastPara="1" wrap="square" lIns="0" tIns="0" rIns="0" bIns="0" anchor="t" anchorCtr="0">
            <a:normAutofit/>
          </a:bodyPr>
          <a:lstStyle>
            <a:lvl1pPr lvl="0" rtl="0">
              <a:lnSpc>
                <a:spcPct val="100000"/>
              </a:lnSpc>
              <a:spcBef>
                <a:spcPts val="0"/>
              </a:spcBef>
              <a:spcAft>
                <a:spcPts val="0"/>
              </a:spcAft>
              <a:buClr>
                <a:schemeClr val="lt1"/>
              </a:buClr>
              <a:buSzPts val="1600"/>
              <a:buNone/>
              <a:defRPr sz="1600" b="1">
                <a:solidFill>
                  <a:schemeClr val="lt1"/>
                </a:solidFill>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1474" name="Google Shape;1474;p115"/>
          <p:cNvSpPr txBox="1">
            <a:spLocks noGrp="1"/>
          </p:cNvSpPr>
          <p:nvPr>
            <p:ph type="subTitle" idx="5"/>
          </p:nvPr>
        </p:nvSpPr>
        <p:spPr>
          <a:xfrm>
            <a:off x="457214" y="1760714"/>
            <a:ext cx="1361700" cy="323700"/>
          </a:xfrm>
          <a:prstGeom prst="rect">
            <a:avLst/>
          </a:prstGeom>
        </p:spPr>
        <p:txBody>
          <a:bodyPr spcFirstLastPara="1" wrap="square" lIns="0" tIns="0" rIns="0" bIns="0" anchor="ctr" anchorCtr="0">
            <a:normAutofit/>
          </a:bodyPr>
          <a:lstStyle>
            <a:lvl1pPr lvl="0" algn="ctr" rtl="0">
              <a:lnSpc>
                <a:spcPct val="100000"/>
              </a:lnSpc>
              <a:spcBef>
                <a:spcPts val="0"/>
              </a:spcBef>
              <a:spcAft>
                <a:spcPts val="0"/>
              </a:spcAft>
              <a:buClr>
                <a:schemeClr val="lt1"/>
              </a:buClr>
              <a:buSzPts val="1000"/>
              <a:buNone/>
              <a:defRPr sz="1000" b="1">
                <a:solidFill>
                  <a:schemeClr val="lt1"/>
                </a:solidFill>
              </a:defRPr>
            </a:lvl1pPr>
            <a:lvl2pPr lvl="1" algn="ctr" rtl="0">
              <a:lnSpc>
                <a:spcPct val="100000"/>
              </a:lnSpc>
              <a:spcBef>
                <a:spcPts val="0"/>
              </a:spcBef>
              <a:spcAft>
                <a:spcPts val="0"/>
              </a:spcAft>
              <a:buSzPts val="1000"/>
              <a:buNone/>
              <a:defRPr sz="1000" b="1"/>
            </a:lvl2pPr>
            <a:lvl3pPr lvl="2" algn="ctr" rtl="0">
              <a:lnSpc>
                <a:spcPct val="100000"/>
              </a:lnSpc>
              <a:spcBef>
                <a:spcPts val="0"/>
              </a:spcBef>
              <a:spcAft>
                <a:spcPts val="0"/>
              </a:spcAft>
              <a:buSzPts val="1000"/>
              <a:buNone/>
              <a:defRPr sz="1000" b="1"/>
            </a:lvl3pPr>
            <a:lvl4pPr lvl="3" algn="ctr" rtl="0">
              <a:lnSpc>
                <a:spcPct val="100000"/>
              </a:lnSpc>
              <a:spcBef>
                <a:spcPts val="0"/>
              </a:spcBef>
              <a:spcAft>
                <a:spcPts val="0"/>
              </a:spcAft>
              <a:buSzPts val="1000"/>
              <a:buNone/>
              <a:defRPr sz="1000" b="1"/>
            </a:lvl4pPr>
            <a:lvl5pPr lvl="4" algn="ctr" rtl="0">
              <a:lnSpc>
                <a:spcPct val="100000"/>
              </a:lnSpc>
              <a:spcBef>
                <a:spcPts val="0"/>
              </a:spcBef>
              <a:spcAft>
                <a:spcPts val="0"/>
              </a:spcAft>
              <a:buSzPts val="1000"/>
              <a:buNone/>
              <a:defRPr sz="1000" b="1"/>
            </a:lvl5pPr>
            <a:lvl6pPr lvl="5" algn="ctr" rtl="0">
              <a:lnSpc>
                <a:spcPct val="100000"/>
              </a:lnSpc>
              <a:spcBef>
                <a:spcPts val="0"/>
              </a:spcBef>
              <a:spcAft>
                <a:spcPts val="0"/>
              </a:spcAft>
              <a:buSzPts val="1000"/>
              <a:buNone/>
              <a:defRPr sz="1000" b="1"/>
            </a:lvl6pPr>
            <a:lvl7pPr lvl="6" algn="ctr" rtl="0">
              <a:lnSpc>
                <a:spcPct val="100000"/>
              </a:lnSpc>
              <a:spcBef>
                <a:spcPts val="0"/>
              </a:spcBef>
              <a:spcAft>
                <a:spcPts val="0"/>
              </a:spcAft>
              <a:buSzPts val="1000"/>
              <a:buNone/>
              <a:defRPr sz="1000" b="1"/>
            </a:lvl7pPr>
            <a:lvl8pPr lvl="7" algn="ctr" rtl="0">
              <a:lnSpc>
                <a:spcPct val="100000"/>
              </a:lnSpc>
              <a:spcBef>
                <a:spcPts val="0"/>
              </a:spcBef>
              <a:spcAft>
                <a:spcPts val="0"/>
              </a:spcAft>
              <a:buSzPts val="1000"/>
              <a:buNone/>
              <a:defRPr sz="1000" b="1"/>
            </a:lvl8pPr>
            <a:lvl9pPr lvl="8" algn="ctr" rtl="0">
              <a:lnSpc>
                <a:spcPct val="100000"/>
              </a:lnSpc>
              <a:spcBef>
                <a:spcPts val="0"/>
              </a:spcBef>
              <a:spcAft>
                <a:spcPts val="0"/>
              </a:spcAft>
              <a:buSzPts val="1000"/>
              <a:buNone/>
              <a:defRPr sz="1000" b="1"/>
            </a:lvl9pPr>
          </a:lstStyle>
          <a:p>
            <a:endParaRPr/>
          </a:p>
        </p:txBody>
      </p:sp>
      <p:sp>
        <p:nvSpPr>
          <p:cNvPr id="1475" name="Google Shape;1475;p115"/>
          <p:cNvSpPr txBox="1">
            <a:spLocks noGrp="1"/>
          </p:cNvSpPr>
          <p:nvPr>
            <p:ph type="subTitle" idx="6"/>
          </p:nvPr>
        </p:nvSpPr>
        <p:spPr>
          <a:xfrm>
            <a:off x="457214" y="3296898"/>
            <a:ext cx="1361700" cy="323700"/>
          </a:xfrm>
          <a:prstGeom prst="rect">
            <a:avLst/>
          </a:prstGeom>
        </p:spPr>
        <p:txBody>
          <a:bodyPr spcFirstLastPara="1" wrap="square" lIns="0" tIns="0" rIns="0" bIns="0" anchor="ctr" anchorCtr="0">
            <a:normAutofit/>
          </a:bodyPr>
          <a:lstStyle>
            <a:lvl1pPr lvl="0" algn="ctr" rtl="0">
              <a:lnSpc>
                <a:spcPct val="100000"/>
              </a:lnSpc>
              <a:spcBef>
                <a:spcPts val="0"/>
              </a:spcBef>
              <a:spcAft>
                <a:spcPts val="0"/>
              </a:spcAft>
              <a:buClr>
                <a:schemeClr val="dk1"/>
              </a:buClr>
              <a:buSzPts val="1000"/>
              <a:buNone/>
              <a:defRPr sz="1000" b="1"/>
            </a:lvl1pPr>
            <a:lvl2pPr lvl="1" algn="ctr" rtl="0">
              <a:lnSpc>
                <a:spcPct val="100000"/>
              </a:lnSpc>
              <a:spcBef>
                <a:spcPts val="0"/>
              </a:spcBef>
              <a:spcAft>
                <a:spcPts val="0"/>
              </a:spcAft>
              <a:buClr>
                <a:schemeClr val="dk1"/>
              </a:buClr>
              <a:buSzPts val="1000"/>
              <a:buNone/>
              <a:defRPr sz="1000" b="1"/>
            </a:lvl2pPr>
            <a:lvl3pPr lvl="2" algn="ctr" rtl="0">
              <a:lnSpc>
                <a:spcPct val="100000"/>
              </a:lnSpc>
              <a:spcBef>
                <a:spcPts val="0"/>
              </a:spcBef>
              <a:spcAft>
                <a:spcPts val="0"/>
              </a:spcAft>
              <a:buClr>
                <a:schemeClr val="dk1"/>
              </a:buClr>
              <a:buSzPts val="1000"/>
              <a:buNone/>
              <a:defRPr sz="1000" b="1"/>
            </a:lvl3pPr>
            <a:lvl4pPr lvl="3" algn="ctr" rtl="0">
              <a:lnSpc>
                <a:spcPct val="100000"/>
              </a:lnSpc>
              <a:spcBef>
                <a:spcPts val="0"/>
              </a:spcBef>
              <a:spcAft>
                <a:spcPts val="0"/>
              </a:spcAft>
              <a:buClr>
                <a:schemeClr val="dk1"/>
              </a:buClr>
              <a:buSzPts val="1000"/>
              <a:buNone/>
              <a:defRPr sz="1000" b="1"/>
            </a:lvl4pPr>
            <a:lvl5pPr lvl="4" algn="ctr" rtl="0">
              <a:lnSpc>
                <a:spcPct val="100000"/>
              </a:lnSpc>
              <a:spcBef>
                <a:spcPts val="0"/>
              </a:spcBef>
              <a:spcAft>
                <a:spcPts val="0"/>
              </a:spcAft>
              <a:buSzPts val="1000"/>
              <a:buNone/>
              <a:defRPr sz="1000" b="1"/>
            </a:lvl5pPr>
            <a:lvl6pPr lvl="5" algn="ctr" rtl="0">
              <a:lnSpc>
                <a:spcPct val="100000"/>
              </a:lnSpc>
              <a:spcBef>
                <a:spcPts val="0"/>
              </a:spcBef>
              <a:spcAft>
                <a:spcPts val="0"/>
              </a:spcAft>
              <a:buSzPts val="1000"/>
              <a:buNone/>
              <a:defRPr sz="1000" b="1"/>
            </a:lvl6pPr>
            <a:lvl7pPr lvl="6" algn="ctr" rtl="0">
              <a:lnSpc>
                <a:spcPct val="100000"/>
              </a:lnSpc>
              <a:spcBef>
                <a:spcPts val="0"/>
              </a:spcBef>
              <a:spcAft>
                <a:spcPts val="0"/>
              </a:spcAft>
              <a:buSzPts val="1000"/>
              <a:buNone/>
              <a:defRPr sz="1000" b="1"/>
            </a:lvl7pPr>
            <a:lvl8pPr lvl="7" algn="ctr" rtl="0">
              <a:lnSpc>
                <a:spcPct val="100000"/>
              </a:lnSpc>
              <a:spcBef>
                <a:spcPts val="0"/>
              </a:spcBef>
              <a:spcAft>
                <a:spcPts val="0"/>
              </a:spcAft>
              <a:buSzPts val="1000"/>
              <a:buNone/>
              <a:defRPr sz="1000" b="1"/>
            </a:lvl8pPr>
            <a:lvl9pPr lvl="8" algn="ctr" rtl="0">
              <a:lnSpc>
                <a:spcPct val="100000"/>
              </a:lnSpc>
              <a:spcBef>
                <a:spcPts val="0"/>
              </a:spcBef>
              <a:spcAft>
                <a:spcPts val="0"/>
              </a:spcAft>
              <a:buSzPts val="1000"/>
              <a:buNone/>
              <a:defRPr sz="1000" b="1"/>
            </a:lvl9pPr>
          </a:lstStyle>
          <a:p>
            <a:endParaRPr/>
          </a:p>
        </p:txBody>
      </p:sp>
      <p:sp>
        <p:nvSpPr>
          <p:cNvPr id="1476" name="Google Shape;1476;p115"/>
          <p:cNvSpPr txBox="1">
            <a:spLocks noGrp="1"/>
          </p:cNvSpPr>
          <p:nvPr>
            <p:ph type="subTitle" idx="7"/>
          </p:nvPr>
        </p:nvSpPr>
        <p:spPr>
          <a:xfrm>
            <a:off x="457214" y="4055715"/>
            <a:ext cx="1361700" cy="323700"/>
          </a:xfrm>
          <a:prstGeom prst="rect">
            <a:avLst/>
          </a:prstGeom>
        </p:spPr>
        <p:txBody>
          <a:bodyPr spcFirstLastPara="1" wrap="square" lIns="0" tIns="0" rIns="0" bIns="0" anchor="ctr" anchorCtr="0">
            <a:normAutofit/>
          </a:bodyPr>
          <a:lstStyle>
            <a:lvl1pPr lvl="0" algn="ctr" rtl="0">
              <a:lnSpc>
                <a:spcPct val="100000"/>
              </a:lnSpc>
              <a:spcBef>
                <a:spcPts val="0"/>
              </a:spcBef>
              <a:spcAft>
                <a:spcPts val="0"/>
              </a:spcAft>
              <a:buClr>
                <a:schemeClr val="dk1"/>
              </a:buClr>
              <a:buSzPts val="1000"/>
              <a:buNone/>
              <a:defRPr sz="1000" b="1"/>
            </a:lvl1pPr>
            <a:lvl2pPr lvl="1" algn="ctr" rtl="0">
              <a:lnSpc>
                <a:spcPct val="100000"/>
              </a:lnSpc>
              <a:spcBef>
                <a:spcPts val="0"/>
              </a:spcBef>
              <a:spcAft>
                <a:spcPts val="0"/>
              </a:spcAft>
              <a:buClr>
                <a:schemeClr val="dk1"/>
              </a:buClr>
              <a:buSzPts val="1000"/>
              <a:buNone/>
              <a:defRPr sz="1000" b="1"/>
            </a:lvl2pPr>
            <a:lvl3pPr lvl="2" algn="ctr" rtl="0">
              <a:lnSpc>
                <a:spcPct val="100000"/>
              </a:lnSpc>
              <a:spcBef>
                <a:spcPts val="0"/>
              </a:spcBef>
              <a:spcAft>
                <a:spcPts val="0"/>
              </a:spcAft>
              <a:buClr>
                <a:schemeClr val="dk1"/>
              </a:buClr>
              <a:buSzPts val="1000"/>
              <a:buNone/>
              <a:defRPr sz="1000" b="1"/>
            </a:lvl3pPr>
            <a:lvl4pPr lvl="3" algn="ctr" rtl="0">
              <a:lnSpc>
                <a:spcPct val="100000"/>
              </a:lnSpc>
              <a:spcBef>
                <a:spcPts val="0"/>
              </a:spcBef>
              <a:spcAft>
                <a:spcPts val="0"/>
              </a:spcAft>
              <a:buClr>
                <a:schemeClr val="dk1"/>
              </a:buClr>
              <a:buSzPts val="1000"/>
              <a:buNone/>
              <a:defRPr sz="1000" b="1"/>
            </a:lvl4pPr>
            <a:lvl5pPr lvl="4" algn="ctr" rtl="0">
              <a:lnSpc>
                <a:spcPct val="100000"/>
              </a:lnSpc>
              <a:spcBef>
                <a:spcPts val="0"/>
              </a:spcBef>
              <a:spcAft>
                <a:spcPts val="0"/>
              </a:spcAft>
              <a:buSzPts val="1000"/>
              <a:buNone/>
              <a:defRPr sz="1000" b="1"/>
            </a:lvl5pPr>
            <a:lvl6pPr lvl="5" algn="ctr" rtl="0">
              <a:lnSpc>
                <a:spcPct val="100000"/>
              </a:lnSpc>
              <a:spcBef>
                <a:spcPts val="0"/>
              </a:spcBef>
              <a:spcAft>
                <a:spcPts val="0"/>
              </a:spcAft>
              <a:buSzPts val="1000"/>
              <a:buNone/>
              <a:defRPr sz="1000" b="1"/>
            </a:lvl6pPr>
            <a:lvl7pPr lvl="6" algn="ctr" rtl="0">
              <a:lnSpc>
                <a:spcPct val="100000"/>
              </a:lnSpc>
              <a:spcBef>
                <a:spcPts val="0"/>
              </a:spcBef>
              <a:spcAft>
                <a:spcPts val="0"/>
              </a:spcAft>
              <a:buSzPts val="1000"/>
              <a:buNone/>
              <a:defRPr sz="1000" b="1"/>
            </a:lvl7pPr>
            <a:lvl8pPr lvl="7" algn="ctr" rtl="0">
              <a:lnSpc>
                <a:spcPct val="100000"/>
              </a:lnSpc>
              <a:spcBef>
                <a:spcPts val="0"/>
              </a:spcBef>
              <a:spcAft>
                <a:spcPts val="0"/>
              </a:spcAft>
              <a:buSzPts val="1000"/>
              <a:buNone/>
              <a:defRPr sz="1000" b="1"/>
            </a:lvl8pPr>
            <a:lvl9pPr lvl="8" algn="ctr" rtl="0">
              <a:lnSpc>
                <a:spcPct val="100000"/>
              </a:lnSpc>
              <a:spcBef>
                <a:spcPts val="0"/>
              </a:spcBef>
              <a:spcAft>
                <a:spcPts val="0"/>
              </a:spcAft>
              <a:buSzPts val="1000"/>
              <a:buNone/>
              <a:defRPr sz="1000" b="1"/>
            </a:lvl9pPr>
          </a:lstStyle>
          <a:p>
            <a:endParaRPr/>
          </a:p>
        </p:txBody>
      </p:sp>
      <p:sp>
        <p:nvSpPr>
          <p:cNvPr id="1477" name="Google Shape;1477;p115"/>
          <p:cNvSpPr txBox="1">
            <a:spLocks noGrp="1"/>
          </p:cNvSpPr>
          <p:nvPr>
            <p:ph type="subTitle" idx="8"/>
          </p:nvPr>
        </p:nvSpPr>
        <p:spPr>
          <a:xfrm>
            <a:off x="2222800" y="1740643"/>
            <a:ext cx="3114300" cy="450600"/>
          </a:xfrm>
          <a:prstGeom prst="rect">
            <a:avLst/>
          </a:prstGeom>
        </p:spPr>
        <p:txBody>
          <a:bodyPr spcFirstLastPara="1" wrap="square" lIns="0" tIns="0" rIns="0" bIns="0" anchor="t" anchorCtr="0">
            <a:normAutofit/>
          </a:bodyPr>
          <a:lstStyle>
            <a:lvl1pPr lvl="0" rtl="0">
              <a:lnSpc>
                <a:spcPct val="100000"/>
              </a:lnSpc>
              <a:spcBef>
                <a:spcPts val="0"/>
              </a:spcBef>
              <a:spcAft>
                <a:spcPts val="0"/>
              </a:spcAft>
              <a:buClr>
                <a:schemeClr val="lt1"/>
              </a:buClr>
              <a:buSzPts val="1100"/>
              <a:buNone/>
              <a:defRPr sz="1100">
                <a:solidFill>
                  <a:schemeClr val="lt1"/>
                </a:solidFill>
              </a:defRPr>
            </a:lvl1pPr>
            <a:lvl2pPr lvl="1" rtl="0">
              <a:lnSpc>
                <a:spcPct val="100000"/>
              </a:lnSpc>
              <a:spcBef>
                <a:spcPts val="0"/>
              </a:spcBef>
              <a:spcAft>
                <a:spcPts val="0"/>
              </a:spcAft>
              <a:buSzPts val="1100"/>
              <a:buNone/>
              <a:defRPr sz="1100"/>
            </a:lvl2pPr>
            <a:lvl3pPr lvl="2" rtl="0">
              <a:lnSpc>
                <a:spcPct val="100000"/>
              </a:lnSpc>
              <a:spcBef>
                <a:spcPts val="0"/>
              </a:spcBef>
              <a:spcAft>
                <a:spcPts val="0"/>
              </a:spcAft>
              <a:buSzPts val="1100"/>
              <a:buNone/>
              <a:defRPr sz="1100"/>
            </a:lvl3pPr>
            <a:lvl4pPr lvl="3" rtl="0">
              <a:lnSpc>
                <a:spcPct val="100000"/>
              </a:lnSpc>
              <a:spcBef>
                <a:spcPts val="0"/>
              </a:spcBef>
              <a:spcAft>
                <a:spcPts val="0"/>
              </a:spcAft>
              <a:buSzPts val="1100"/>
              <a:buNone/>
              <a:defRPr sz="1100"/>
            </a:lvl4pPr>
            <a:lvl5pPr lvl="4" rtl="0">
              <a:lnSpc>
                <a:spcPct val="100000"/>
              </a:lnSpc>
              <a:spcBef>
                <a:spcPts val="0"/>
              </a:spcBef>
              <a:spcAft>
                <a:spcPts val="0"/>
              </a:spcAft>
              <a:buSzPts val="1100"/>
              <a:buNone/>
              <a:defRPr sz="1100"/>
            </a:lvl5pPr>
            <a:lvl6pPr lvl="5" rtl="0">
              <a:lnSpc>
                <a:spcPct val="100000"/>
              </a:lnSpc>
              <a:spcBef>
                <a:spcPts val="0"/>
              </a:spcBef>
              <a:spcAft>
                <a:spcPts val="0"/>
              </a:spcAft>
              <a:buSzPts val="1100"/>
              <a:buNone/>
              <a:defRPr sz="1100"/>
            </a:lvl6pPr>
            <a:lvl7pPr lvl="6" rtl="0">
              <a:lnSpc>
                <a:spcPct val="100000"/>
              </a:lnSpc>
              <a:spcBef>
                <a:spcPts val="0"/>
              </a:spcBef>
              <a:spcAft>
                <a:spcPts val="0"/>
              </a:spcAft>
              <a:buSzPts val="1100"/>
              <a:buNone/>
              <a:defRPr sz="1100"/>
            </a:lvl7pPr>
            <a:lvl8pPr lvl="7" rtl="0">
              <a:lnSpc>
                <a:spcPct val="100000"/>
              </a:lnSpc>
              <a:spcBef>
                <a:spcPts val="0"/>
              </a:spcBef>
              <a:spcAft>
                <a:spcPts val="0"/>
              </a:spcAft>
              <a:buSzPts val="1100"/>
              <a:buNone/>
              <a:defRPr sz="1100"/>
            </a:lvl8pPr>
            <a:lvl9pPr lvl="8" rtl="0">
              <a:lnSpc>
                <a:spcPct val="100000"/>
              </a:lnSpc>
              <a:spcBef>
                <a:spcPts val="0"/>
              </a:spcBef>
              <a:spcAft>
                <a:spcPts val="0"/>
              </a:spcAft>
              <a:buSzPts val="1100"/>
              <a:buNone/>
              <a:defRPr sz="1100"/>
            </a:lvl9pPr>
          </a:lstStyle>
          <a:p>
            <a:endParaRPr/>
          </a:p>
        </p:txBody>
      </p:sp>
      <p:sp>
        <p:nvSpPr>
          <p:cNvPr id="1478" name="Google Shape;1478;p115"/>
          <p:cNvSpPr txBox="1">
            <a:spLocks noGrp="1"/>
          </p:cNvSpPr>
          <p:nvPr>
            <p:ph type="subTitle" idx="9"/>
          </p:nvPr>
        </p:nvSpPr>
        <p:spPr>
          <a:xfrm>
            <a:off x="2222800" y="2537068"/>
            <a:ext cx="3114300" cy="450600"/>
          </a:xfrm>
          <a:prstGeom prst="rect">
            <a:avLst/>
          </a:prstGeom>
        </p:spPr>
        <p:txBody>
          <a:bodyPr spcFirstLastPara="1" wrap="square" lIns="0" tIns="0" rIns="0" bIns="0" anchor="t" anchorCtr="0">
            <a:normAutofit/>
          </a:bodyPr>
          <a:lstStyle>
            <a:lvl1pPr lvl="0" rtl="0">
              <a:lnSpc>
                <a:spcPct val="100000"/>
              </a:lnSpc>
              <a:spcBef>
                <a:spcPts val="0"/>
              </a:spcBef>
              <a:spcAft>
                <a:spcPts val="0"/>
              </a:spcAft>
              <a:buClr>
                <a:schemeClr val="lt1"/>
              </a:buClr>
              <a:buSzPts val="1100"/>
              <a:buNone/>
              <a:defRPr sz="1100">
                <a:solidFill>
                  <a:schemeClr val="lt1"/>
                </a:solidFill>
              </a:defRPr>
            </a:lvl1pPr>
            <a:lvl2pPr lvl="1" rtl="0">
              <a:lnSpc>
                <a:spcPct val="100000"/>
              </a:lnSpc>
              <a:spcBef>
                <a:spcPts val="0"/>
              </a:spcBef>
              <a:spcAft>
                <a:spcPts val="0"/>
              </a:spcAft>
              <a:buSzPts val="1100"/>
              <a:buNone/>
              <a:defRPr sz="1100"/>
            </a:lvl2pPr>
            <a:lvl3pPr lvl="2" rtl="0">
              <a:lnSpc>
                <a:spcPct val="100000"/>
              </a:lnSpc>
              <a:spcBef>
                <a:spcPts val="0"/>
              </a:spcBef>
              <a:spcAft>
                <a:spcPts val="0"/>
              </a:spcAft>
              <a:buSzPts val="1100"/>
              <a:buNone/>
              <a:defRPr sz="1100"/>
            </a:lvl3pPr>
            <a:lvl4pPr lvl="3" rtl="0">
              <a:lnSpc>
                <a:spcPct val="100000"/>
              </a:lnSpc>
              <a:spcBef>
                <a:spcPts val="0"/>
              </a:spcBef>
              <a:spcAft>
                <a:spcPts val="0"/>
              </a:spcAft>
              <a:buSzPts val="1100"/>
              <a:buNone/>
              <a:defRPr sz="1100"/>
            </a:lvl4pPr>
            <a:lvl5pPr lvl="4" rtl="0">
              <a:lnSpc>
                <a:spcPct val="100000"/>
              </a:lnSpc>
              <a:spcBef>
                <a:spcPts val="0"/>
              </a:spcBef>
              <a:spcAft>
                <a:spcPts val="0"/>
              </a:spcAft>
              <a:buSzPts val="1100"/>
              <a:buNone/>
              <a:defRPr sz="1100"/>
            </a:lvl5pPr>
            <a:lvl6pPr lvl="5" rtl="0">
              <a:lnSpc>
                <a:spcPct val="100000"/>
              </a:lnSpc>
              <a:spcBef>
                <a:spcPts val="0"/>
              </a:spcBef>
              <a:spcAft>
                <a:spcPts val="0"/>
              </a:spcAft>
              <a:buSzPts val="1100"/>
              <a:buNone/>
              <a:defRPr sz="1100"/>
            </a:lvl6pPr>
            <a:lvl7pPr lvl="6" rtl="0">
              <a:lnSpc>
                <a:spcPct val="100000"/>
              </a:lnSpc>
              <a:spcBef>
                <a:spcPts val="0"/>
              </a:spcBef>
              <a:spcAft>
                <a:spcPts val="0"/>
              </a:spcAft>
              <a:buSzPts val="1100"/>
              <a:buNone/>
              <a:defRPr sz="1100"/>
            </a:lvl7pPr>
            <a:lvl8pPr lvl="7" rtl="0">
              <a:lnSpc>
                <a:spcPct val="100000"/>
              </a:lnSpc>
              <a:spcBef>
                <a:spcPts val="0"/>
              </a:spcBef>
              <a:spcAft>
                <a:spcPts val="0"/>
              </a:spcAft>
              <a:buSzPts val="1100"/>
              <a:buNone/>
              <a:defRPr sz="1100"/>
            </a:lvl8pPr>
            <a:lvl9pPr lvl="8" rtl="0">
              <a:lnSpc>
                <a:spcPct val="100000"/>
              </a:lnSpc>
              <a:spcBef>
                <a:spcPts val="0"/>
              </a:spcBef>
              <a:spcAft>
                <a:spcPts val="0"/>
              </a:spcAft>
              <a:buSzPts val="1100"/>
              <a:buNone/>
              <a:defRPr sz="1100"/>
            </a:lvl9pPr>
          </a:lstStyle>
          <a:p>
            <a:endParaRPr/>
          </a:p>
        </p:txBody>
      </p:sp>
      <p:sp>
        <p:nvSpPr>
          <p:cNvPr id="1479" name="Google Shape;1479;p115"/>
          <p:cNvSpPr txBox="1">
            <a:spLocks noGrp="1"/>
          </p:cNvSpPr>
          <p:nvPr>
            <p:ph type="subTitle" idx="13"/>
          </p:nvPr>
        </p:nvSpPr>
        <p:spPr>
          <a:xfrm>
            <a:off x="2222800" y="3281705"/>
            <a:ext cx="3114300" cy="450600"/>
          </a:xfrm>
          <a:prstGeom prst="rect">
            <a:avLst/>
          </a:prstGeom>
        </p:spPr>
        <p:txBody>
          <a:bodyPr spcFirstLastPara="1" wrap="square" lIns="0" tIns="0" rIns="0" bIns="0" anchor="t" anchorCtr="0">
            <a:normAutofit/>
          </a:bodyPr>
          <a:lstStyle>
            <a:lvl1pPr lvl="0" rtl="0">
              <a:lnSpc>
                <a:spcPct val="100000"/>
              </a:lnSpc>
              <a:spcBef>
                <a:spcPts val="0"/>
              </a:spcBef>
              <a:spcAft>
                <a:spcPts val="0"/>
              </a:spcAft>
              <a:buClr>
                <a:schemeClr val="lt1"/>
              </a:buClr>
              <a:buSzPts val="1100"/>
              <a:buNone/>
              <a:defRPr sz="1100">
                <a:solidFill>
                  <a:schemeClr val="lt1"/>
                </a:solidFill>
              </a:defRPr>
            </a:lvl1pPr>
            <a:lvl2pPr lvl="1" rtl="0">
              <a:lnSpc>
                <a:spcPct val="100000"/>
              </a:lnSpc>
              <a:spcBef>
                <a:spcPts val="0"/>
              </a:spcBef>
              <a:spcAft>
                <a:spcPts val="0"/>
              </a:spcAft>
              <a:buSzPts val="1100"/>
              <a:buNone/>
              <a:defRPr sz="1100"/>
            </a:lvl2pPr>
            <a:lvl3pPr lvl="2" rtl="0">
              <a:lnSpc>
                <a:spcPct val="100000"/>
              </a:lnSpc>
              <a:spcBef>
                <a:spcPts val="0"/>
              </a:spcBef>
              <a:spcAft>
                <a:spcPts val="0"/>
              </a:spcAft>
              <a:buSzPts val="1100"/>
              <a:buNone/>
              <a:defRPr sz="1100"/>
            </a:lvl3pPr>
            <a:lvl4pPr lvl="3" rtl="0">
              <a:lnSpc>
                <a:spcPct val="100000"/>
              </a:lnSpc>
              <a:spcBef>
                <a:spcPts val="0"/>
              </a:spcBef>
              <a:spcAft>
                <a:spcPts val="0"/>
              </a:spcAft>
              <a:buSzPts val="1100"/>
              <a:buNone/>
              <a:defRPr sz="1100"/>
            </a:lvl4pPr>
            <a:lvl5pPr lvl="4" rtl="0">
              <a:lnSpc>
                <a:spcPct val="100000"/>
              </a:lnSpc>
              <a:spcBef>
                <a:spcPts val="0"/>
              </a:spcBef>
              <a:spcAft>
                <a:spcPts val="0"/>
              </a:spcAft>
              <a:buSzPts val="1100"/>
              <a:buNone/>
              <a:defRPr sz="1100"/>
            </a:lvl5pPr>
            <a:lvl6pPr lvl="5" rtl="0">
              <a:lnSpc>
                <a:spcPct val="100000"/>
              </a:lnSpc>
              <a:spcBef>
                <a:spcPts val="0"/>
              </a:spcBef>
              <a:spcAft>
                <a:spcPts val="0"/>
              </a:spcAft>
              <a:buSzPts val="1100"/>
              <a:buNone/>
              <a:defRPr sz="1100"/>
            </a:lvl6pPr>
            <a:lvl7pPr lvl="6" rtl="0">
              <a:lnSpc>
                <a:spcPct val="100000"/>
              </a:lnSpc>
              <a:spcBef>
                <a:spcPts val="0"/>
              </a:spcBef>
              <a:spcAft>
                <a:spcPts val="0"/>
              </a:spcAft>
              <a:buSzPts val="1100"/>
              <a:buNone/>
              <a:defRPr sz="1100"/>
            </a:lvl7pPr>
            <a:lvl8pPr lvl="7" rtl="0">
              <a:lnSpc>
                <a:spcPct val="100000"/>
              </a:lnSpc>
              <a:spcBef>
                <a:spcPts val="0"/>
              </a:spcBef>
              <a:spcAft>
                <a:spcPts val="0"/>
              </a:spcAft>
              <a:buSzPts val="1100"/>
              <a:buNone/>
              <a:defRPr sz="1100"/>
            </a:lvl8pPr>
            <a:lvl9pPr lvl="8" rtl="0">
              <a:lnSpc>
                <a:spcPct val="100000"/>
              </a:lnSpc>
              <a:spcBef>
                <a:spcPts val="0"/>
              </a:spcBef>
              <a:spcAft>
                <a:spcPts val="0"/>
              </a:spcAft>
              <a:buSzPts val="1100"/>
              <a:buNone/>
              <a:defRPr sz="1100"/>
            </a:lvl9pPr>
          </a:lstStyle>
          <a:p>
            <a:endParaRPr/>
          </a:p>
        </p:txBody>
      </p:sp>
      <p:sp>
        <p:nvSpPr>
          <p:cNvPr id="1480" name="Google Shape;1480;p115"/>
          <p:cNvSpPr txBox="1">
            <a:spLocks noGrp="1"/>
          </p:cNvSpPr>
          <p:nvPr>
            <p:ph type="subTitle" idx="14"/>
          </p:nvPr>
        </p:nvSpPr>
        <p:spPr>
          <a:xfrm>
            <a:off x="2222800" y="4073255"/>
            <a:ext cx="3114300" cy="450600"/>
          </a:xfrm>
          <a:prstGeom prst="rect">
            <a:avLst/>
          </a:prstGeom>
        </p:spPr>
        <p:txBody>
          <a:bodyPr spcFirstLastPara="1" wrap="square" lIns="0" tIns="0" rIns="0" bIns="0" anchor="t" anchorCtr="0">
            <a:normAutofit/>
          </a:bodyPr>
          <a:lstStyle>
            <a:lvl1pPr lvl="0" rtl="0">
              <a:lnSpc>
                <a:spcPct val="100000"/>
              </a:lnSpc>
              <a:spcBef>
                <a:spcPts val="0"/>
              </a:spcBef>
              <a:spcAft>
                <a:spcPts val="0"/>
              </a:spcAft>
              <a:buClr>
                <a:schemeClr val="lt1"/>
              </a:buClr>
              <a:buSzPts val="1100"/>
              <a:buNone/>
              <a:defRPr sz="1100">
                <a:solidFill>
                  <a:schemeClr val="lt1"/>
                </a:solidFill>
              </a:defRPr>
            </a:lvl1pPr>
            <a:lvl2pPr lvl="1" rtl="0">
              <a:lnSpc>
                <a:spcPct val="100000"/>
              </a:lnSpc>
              <a:spcBef>
                <a:spcPts val="0"/>
              </a:spcBef>
              <a:spcAft>
                <a:spcPts val="0"/>
              </a:spcAft>
              <a:buSzPts val="1100"/>
              <a:buNone/>
              <a:defRPr sz="1100"/>
            </a:lvl2pPr>
            <a:lvl3pPr lvl="2" rtl="0">
              <a:lnSpc>
                <a:spcPct val="100000"/>
              </a:lnSpc>
              <a:spcBef>
                <a:spcPts val="0"/>
              </a:spcBef>
              <a:spcAft>
                <a:spcPts val="0"/>
              </a:spcAft>
              <a:buSzPts val="1100"/>
              <a:buNone/>
              <a:defRPr sz="1100"/>
            </a:lvl3pPr>
            <a:lvl4pPr lvl="3" rtl="0">
              <a:lnSpc>
                <a:spcPct val="100000"/>
              </a:lnSpc>
              <a:spcBef>
                <a:spcPts val="0"/>
              </a:spcBef>
              <a:spcAft>
                <a:spcPts val="0"/>
              </a:spcAft>
              <a:buSzPts val="1100"/>
              <a:buNone/>
              <a:defRPr sz="1100"/>
            </a:lvl4pPr>
            <a:lvl5pPr lvl="4" rtl="0">
              <a:lnSpc>
                <a:spcPct val="100000"/>
              </a:lnSpc>
              <a:spcBef>
                <a:spcPts val="0"/>
              </a:spcBef>
              <a:spcAft>
                <a:spcPts val="0"/>
              </a:spcAft>
              <a:buSzPts val="1100"/>
              <a:buNone/>
              <a:defRPr sz="1100"/>
            </a:lvl5pPr>
            <a:lvl6pPr lvl="5" rtl="0">
              <a:lnSpc>
                <a:spcPct val="100000"/>
              </a:lnSpc>
              <a:spcBef>
                <a:spcPts val="0"/>
              </a:spcBef>
              <a:spcAft>
                <a:spcPts val="0"/>
              </a:spcAft>
              <a:buSzPts val="1100"/>
              <a:buNone/>
              <a:defRPr sz="1100"/>
            </a:lvl6pPr>
            <a:lvl7pPr lvl="6" rtl="0">
              <a:lnSpc>
                <a:spcPct val="100000"/>
              </a:lnSpc>
              <a:spcBef>
                <a:spcPts val="0"/>
              </a:spcBef>
              <a:spcAft>
                <a:spcPts val="0"/>
              </a:spcAft>
              <a:buSzPts val="1100"/>
              <a:buNone/>
              <a:defRPr sz="1100"/>
            </a:lvl7pPr>
            <a:lvl8pPr lvl="7" rtl="0">
              <a:lnSpc>
                <a:spcPct val="100000"/>
              </a:lnSpc>
              <a:spcBef>
                <a:spcPts val="0"/>
              </a:spcBef>
              <a:spcAft>
                <a:spcPts val="0"/>
              </a:spcAft>
              <a:buSzPts val="1100"/>
              <a:buNone/>
              <a:defRPr sz="1100"/>
            </a:lvl8pPr>
            <a:lvl9pPr lvl="8" rtl="0">
              <a:lnSpc>
                <a:spcPct val="100000"/>
              </a:lnSpc>
              <a:spcBef>
                <a:spcPts val="0"/>
              </a:spcBef>
              <a:spcAft>
                <a:spcPts val="0"/>
              </a:spcAft>
              <a:buSzPts val="1100"/>
              <a:buNone/>
              <a:defRPr sz="1100"/>
            </a:lvl9pPr>
          </a:lstStyle>
          <a:p>
            <a:endParaRPr/>
          </a:p>
        </p:txBody>
      </p:sp>
      <p:sp>
        <p:nvSpPr>
          <p:cNvPr id="1481" name="Google Shape;1481;p115"/>
          <p:cNvSpPr txBox="1">
            <a:spLocks noGrp="1"/>
          </p:cNvSpPr>
          <p:nvPr>
            <p:ph type="subTitle" idx="15"/>
          </p:nvPr>
        </p:nvSpPr>
        <p:spPr>
          <a:xfrm>
            <a:off x="6002618" y="1682943"/>
            <a:ext cx="1084200" cy="450600"/>
          </a:xfrm>
          <a:prstGeom prst="rect">
            <a:avLst/>
          </a:prstGeom>
        </p:spPr>
        <p:txBody>
          <a:bodyPr spcFirstLastPara="1" wrap="square" lIns="0" tIns="0" rIns="0" bIns="0" anchor="ctr" anchorCtr="0">
            <a:normAutofit/>
          </a:bodyPr>
          <a:lstStyle>
            <a:lvl1pPr lvl="0" rtl="0">
              <a:lnSpc>
                <a:spcPct val="100000"/>
              </a:lnSpc>
              <a:spcBef>
                <a:spcPts val="0"/>
              </a:spcBef>
              <a:spcAft>
                <a:spcPts val="0"/>
              </a:spcAft>
              <a:buClr>
                <a:schemeClr val="lt1"/>
              </a:buClr>
              <a:buSzPts val="1000"/>
              <a:buNone/>
              <a:defRPr sz="1000" b="1">
                <a:solidFill>
                  <a:schemeClr val="lt1"/>
                </a:solidFill>
              </a:defRPr>
            </a:lvl1pPr>
            <a:lvl2pPr lvl="1" rtl="0">
              <a:lnSpc>
                <a:spcPct val="100000"/>
              </a:lnSpc>
              <a:spcBef>
                <a:spcPts val="0"/>
              </a:spcBef>
              <a:spcAft>
                <a:spcPts val="0"/>
              </a:spcAft>
              <a:buSzPts val="1000"/>
              <a:buNone/>
              <a:defRPr sz="1000" b="1"/>
            </a:lvl2pPr>
            <a:lvl3pPr lvl="2" rtl="0">
              <a:lnSpc>
                <a:spcPct val="100000"/>
              </a:lnSpc>
              <a:spcBef>
                <a:spcPts val="0"/>
              </a:spcBef>
              <a:spcAft>
                <a:spcPts val="0"/>
              </a:spcAft>
              <a:buSzPts val="1000"/>
              <a:buNone/>
              <a:defRPr sz="1000" b="1"/>
            </a:lvl3pPr>
            <a:lvl4pPr lvl="3" rtl="0">
              <a:lnSpc>
                <a:spcPct val="100000"/>
              </a:lnSpc>
              <a:spcBef>
                <a:spcPts val="0"/>
              </a:spcBef>
              <a:spcAft>
                <a:spcPts val="0"/>
              </a:spcAft>
              <a:buSzPts val="1000"/>
              <a:buNone/>
              <a:defRPr sz="1000" b="1"/>
            </a:lvl4pPr>
            <a:lvl5pPr lvl="4" rtl="0">
              <a:lnSpc>
                <a:spcPct val="100000"/>
              </a:lnSpc>
              <a:spcBef>
                <a:spcPts val="0"/>
              </a:spcBef>
              <a:spcAft>
                <a:spcPts val="0"/>
              </a:spcAft>
              <a:buSzPts val="1000"/>
              <a:buNone/>
              <a:defRPr sz="1000" b="1"/>
            </a:lvl5pPr>
            <a:lvl6pPr lvl="5" rtl="0">
              <a:lnSpc>
                <a:spcPct val="100000"/>
              </a:lnSpc>
              <a:spcBef>
                <a:spcPts val="0"/>
              </a:spcBef>
              <a:spcAft>
                <a:spcPts val="0"/>
              </a:spcAft>
              <a:buSzPts val="1000"/>
              <a:buNone/>
              <a:defRPr sz="1000" b="1"/>
            </a:lvl6pPr>
            <a:lvl7pPr lvl="6" rtl="0">
              <a:lnSpc>
                <a:spcPct val="100000"/>
              </a:lnSpc>
              <a:spcBef>
                <a:spcPts val="0"/>
              </a:spcBef>
              <a:spcAft>
                <a:spcPts val="0"/>
              </a:spcAft>
              <a:buSzPts val="1000"/>
              <a:buNone/>
              <a:defRPr sz="1000" b="1"/>
            </a:lvl7pPr>
            <a:lvl8pPr lvl="7" rtl="0">
              <a:lnSpc>
                <a:spcPct val="100000"/>
              </a:lnSpc>
              <a:spcBef>
                <a:spcPts val="0"/>
              </a:spcBef>
              <a:spcAft>
                <a:spcPts val="0"/>
              </a:spcAft>
              <a:buSzPts val="1000"/>
              <a:buNone/>
              <a:defRPr sz="1000" b="1"/>
            </a:lvl8pPr>
            <a:lvl9pPr lvl="8" rtl="0">
              <a:lnSpc>
                <a:spcPct val="100000"/>
              </a:lnSpc>
              <a:spcBef>
                <a:spcPts val="0"/>
              </a:spcBef>
              <a:spcAft>
                <a:spcPts val="0"/>
              </a:spcAft>
              <a:buSzPts val="1000"/>
              <a:buNone/>
              <a:defRPr sz="1000" b="1"/>
            </a:lvl9pPr>
          </a:lstStyle>
          <a:p>
            <a:endParaRPr/>
          </a:p>
        </p:txBody>
      </p:sp>
      <p:sp>
        <p:nvSpPr>
          <p:cNvPr id="1482" name="Google Shape;1482;p115"/>
          <p:cNvSpPr txBox="1">
            <a:spLocks noGrp="1"/>
          </p:cNvSpPr>
          <p:nvPr>
            <p:ph type="subTitle" idx="16"/>
          </p:nvPr>
        </p:nvSpPr>
        <p:spPr>
          <a:xfrm>
            <a:off x="6002618" y="2479372"/>
            <a:ext cx="1084200" cy="450600"/>
          </a:xfrm>
          <a:prstGeom prst="rect">
            <a:avLst/>
          </a:prstGeom>
        </p:spPr>
        <p:txBody>
          <a:bodyPr spcFirstLastPara="1" wrap="square" lIns="0" tIns="0" rIns="0" bIns="0" anchor="ctr" anchorCtr="0">
            <a:normAutofit/>
          </a:bodyPr>
          <a:lstStyle>
            <a:lvl1pPr lvl="0" rtl="0">
              <a:lnSpc>
                <a:spcPct val="100000"/>
              </a:lnSpc>
              <a:spcBef>
                <a:spcPts val="0"/>
              </a:spcBef>
              <a:spcAft>
                <a:spcPts val="0"/>
              </a:spcAft>
              <a:buClr>
                <a:schemeClr val="lt1"/>
              </a:buClr>
              <a:buSzPts val="1000"/>
              <a:buNone/>
              <a:defRPr sz="1000" b="1">
                <a:solidFill>
                  <a:schemeClr val="lt1"/>
                </a:solidFill>
              </a:defRPr>
            </a:lvl1pPr>
            <a:lvl2pPr lvl="1" rtl="0">
              <a:lnSpc>
                <a:spcPct val="100000"/>
              </a:lnSpc>
              <a:spcBef>
                <a:spcPts val="0"/>
              </a:spcBef>
              <a:spcAft>
                <a:spcPts val="0"/>
              </a:spcAft>
              <a:buSzPts val="1000"/>
              <a:buNone/>
              <a:defRPr sz="1000" b="1"/>
            </a:lvl2pPr>
            <a:lvl3pPr lvl="2" rtl="0">
              <a:lnSpc>
                <a:spcPct val="100000"/>
              </a:lnSpc>
              <a:spcBef>
                <a:spcPts val="0"/>
              </a:spcBef>
              <a:spcAft>
                <a:spcPts val="0"/>
              </a:spcAft>
              <a:buSzPts val="1000"/>
              <a:buNone/>
              <a:defRPr sz="1000" b="1"/>
            </a:lvl3pPr>
            <a:lvl4pPr lvl="3" rtl="0">
              <a:lnSpc>
                <a:spcPct val="100000"/>
              </a:lnSpc>
              <a:spcBef>
                <a:spcPts val="0"/>
              </a:spcBef>
              <a:spcAft>
                <a:spcPts val="0"/>
              </a:spcAft>
              <a:buSzPts val="1000"/>
              <a:buNone/>
              <a:defRPr sz="1000" b="1"/>
            </a:lvl4pPr>
            <a:lvl5pPr lvl="4" rtl="0">
              <a:lnSpc>
                <a:spcPct val="100000"/>
              </a:lnSpc>
              <a:spcBef>
                <a:spcPts val="0"/>
              </a:spcBef>
              <a:spcAft>
                <a:spcPts val="0"/>
              </a:spcAft>
              <a:buSzPts val="1000"/>
              <a:buNone/>
              <a:defRPr sz="1000" b="1"/>
            </a:lvl5pPr>
            <a:lvl6pPr lvl="5" rtl="0">
              <a:lnSpc>
                <a:spcPct val="100000"/>
              </a:lnSpc>
              <a:spcBef>
                <a:spcPts val="0"/>
              </a:spcBef>
              <a:spcAft>
                <a:spcPts val="0"/>
              </a:spcAft>
              <a:buSzPts val="1000"/>
              <a:buNone/>
              <a:defRPr sz="1000" b="1"/>
            </a:lvl6pPr>
            <a:lvl7pPr lvl="6" rtl="0">
              <a:lnSpc>
                <a:spcPct val="100000"/>
              </a:lnSpc>
              <a:spcBef>
                <a:spcPts val="0"/>
              </a:spcBef>
              <a:spcAft>
                <a:spcPts val="0"/>
              </a:spcAft>
              <a:buSzPts val="1000"/>
              <a:buNone/>
              <a:defRPr sz="1000" b="1"/>
            </a:lvl7pPr>
            <a:lvl8pPr lvl="7" rtl="0">
              <a:lnSpc>
                <a:spcPct val="100000"/>
              </a:lnSpc>
              <a:spcBef>
                <a:spcPts val="0"/>
              </a:spcBef>
              <a:spcAft>
                <a:spcPts val="0"/>
              </a:spcAft>
              <a:buSzPts val="1000"/>
              <a:buNone/>
              <a:defRPr sz="1000" b="1"/>
            </a:lvl8pPr>
            <a:lvl9pPr lvl="8" rtl="0">
              <a:lnSpc>
                <a:spcPct val="100000"/>
              </a:lnSpc>
              <a:spcBef>
                <a:spcPts val="0"/>
              </a:spcBef>
              <a:spcAft>
                <a:spcPts val="0"/>
              </a:spcAft>
              <a:buSzPts val="1000"/>
              <a:buNone/>
              <a:defRPr sz="1000" b="1"/>
            </a:lvl9pPr>
          </a:lstStyle>
          <a:p>
            <a:endParaRPr/>
          </a:p>
        </p:txBody>
      </p:sp>
      <p:sp>
        <p:nvSpPr>
          <p:cNvPr id="1483" name="Google Shape;1483;p115"/>
          <p:cNvSpPr txBox="1">
            <a:spLocks noGrp="1"/>
          </p:cNvSpPr>
          <p:nvPr>
            <p:ph type="subTitle" idx="17"/>
          </p:nvPr>
        </p:nvSpPr>
        <p:spPr>
          <a:xfrm>
            <a:off x="6002618" y="3224013"/>
            <a:ext cx="1084200" cy="450600"/>
          </a:xfrm>
          <a:prstGeom prst="rect">
            <a:avLst/>
          </a:prstGeom>
        </p:spPr>
        <p:txBody>
          <a:bodyPr spcFirstLastPara="1" wrap="square" lIns="0" tIns="0" rIns="0" bIns="0" anchor="ctr" anchorCtr="0">
            <a:normAutofit/>
          </a:bodyPr>
          <a:lstStyle>
            <a:lvl1pPr lvl="0" rtl="0">
              <a:lnSpc>
                <a:spcPct val="100000"/>
              </a:lnSpc>
              <a:spcBef>
                <a:spcPts val="0"/>
              </a:spcBef>
              <a:spcAft>
                <a:spcPts val="0"/>
              </a:spcAft>
              <a:buClr>
                <a:schemeClr val="lt1"/>
              </a:buClr>
              <a:buSzPts val="1000"/>
              <a:buNone/>
              <a:defRPr sz="1000" b="1">
                <a:solidFill>
                  <a:schemeClr val="lt1"/>
                </a:solidFill>
              </a:defRPr>
            </a:lvl1pPr>
            <a:lvl2pPr lvl="1" rtl="0">
              <a:lnSpc>
                <a:spcPct val="100000"/>
              </a:lnSpc>
              <a:spcBef>
                <a:spcPts val="0"/>
              </a:spcBef>
              <a:spcAft>
                <a:spcPts val="0"/>
              </a:spcAft>
              <a:buSzPts val="1000"/>
              <a:buNone/>
              <a:defRPr sz="1000" b="1"/>
            </a:lvl2pPr>
            <a:lvl3pPr lvl="2" rtl="0">
              <a:lnSpc>
                <a:spcPct val="100000"/>
              </a:lnSpc>
              <a:spcBef>
                <a:spcPts val="0"/>
              </a:spcBef>
              <a:spcAft>
                <a:spcPts val="0"/>
              </a:spcAft>
              <a:buSzPts val="1000"/>
              <a:buNone/>
              <a:defRPr sz="1000" b="1"/>
            </a:lvl3pPr>
            <a:lvl4pPr lvl="3" rtl="0">
              <a:lnSpc>
                <a:spcPct val="100000"/>
              </a:lnSpc>
              <a:spcBef>
                <a:spcPts val="0"/>
              </a:spcBef>
              <a:spcAft>
                <a:spcPts val="0"/>
              </a:spcAft>
              <a:buSzPts val="1000"/>
              <a:buNone/>
              <a:defRPr sz="1000" b="1"/>
            </a:lvl4pPr>
            <a:lvl5pPr lvl="4" rtl="0">
              <a:lnSpc>
                <a:spcPct val="100000"/>
              </a:lnSpc>
              <a:spcBef>
                <a:spcPts val="0"/>
              </a:spcBef>
              <a:spcAft>
                <a:spcPts val="0"/>
              </a:spcAft>
              <a:buSzPts val="1000"/>
              <a:buNone/>
              <a:defRPr sz="1000" b="1"/>
            </a:lvl5pPr>
            <a:lvl6pPr lvl="5" rtl="0">
              <a:lnSpc>
                <a:spcPct val="100000"/>
              </a:lnSpc>
              <a:spcBef>
                <a:spcPts val="0"/>
              </a:spcBef>
              <a:spcAft>
                <a:spcPts val="0"/>
              </a:spcAft>
              <a:buSzPts val="1000"/>
              <a:buNone/>
              <a:defRPr sz="1000" b="1"/>
            </a:lvl6pPr>
            <a:lvl7pPr lvl="6" rtl="0">
              <a:lnSpc>
                <a:spcPct val="100000"/>
              </a:lnSpc>
              <a:spcBef>
                <a:spcPts val="0"/>
              </a:spcBef>
              <a:spcAft>
                <a:spcPts val="0"/>
              </a:spcAft>
              <a:buSzPts val="1000"/>
              <a:buNone/>
              <a:defRPr sz="1000" b="1"/>
            </a:lvl7pPr>
            <a:lvl8pPr lvl="7" rtl="0">
              <a:lnSpc>
                <a:spcPct val="100000"/>
              </a:lnSpc>
              <a:spcBef>
                <a:spcPts val="0"/>
              </a:spcBef>
              <a:spcAft>
                <a:spcPts val="0"/>
              </a:spcAft>
              <a:buSzPts val="1000"/>
              <a:buNone/>
              <a:defRPr sz="1000" b="1"/>
            </a:lvl8pPr>
            <a:lvl9pPr lvl="8" rtl="0">
              <a:lnSpc>
                <a:spcPct val="100000"/>
              </a:lnSpc>
              <a:spcBef>
                <a:spcPts val="0"/>
              </a:spcBef>
              <a:spcAft>
                <a:spcPts val="0"/>
              </a:spcAft>
              <a:buSzPts val="1000"/>
              <a:buNone/>
              <a:defRPr sz="1000" b="1"/>
            </a:lvl9pPr>
          </a:lstStyle>
          <a:p>
            <a:endParaRPr/>
          </a:p>
        </p:txBody>
      </p:sp>
      <p:sp>
        <p:nvSpPr>
          <p:cNvPr id="1484" name="Google Shape;1484;p115"/>
          <p:cNvSpPr txBox="1">
            <a:spLocks noGrp="1"/>
          </p:cNvSpPr>
          <p:nvPr>
            <p:ph type="subTitle" idx="18"/>
          </p:nvPr>
        </p:nvSpPr>
        <p:spPr>
          <a:xfrm>
            <a:off x="6002618" y="4015566"/>
            <a:ext cx="1084200" cy="450600"/>
          </a:xfrm>
          <a:prstGeom prst="rect">
            <a:avLst/>
          </a:prstGeom>
        </p:spPr>
        <p:txBody>
          <a:bodyPr spcFirstLastPara="1" wrap="square" lIns="0" tIns="0" rIns="0" bIns="0" anchor="ctr" anchorCtr="0">
            <a:normAutofit/>
          </a:bodyPr>
          <a:lstStyle>
            <a:lvl1pPr lvl="0" rtl="0">
              <a:lnSpc>
                <a:spcPct val="100000"/>
              </a:lnSpc>
              <a:spcBef>
                <a:spcPts val="0"/>
              </a:spcBef>
              <a:spcAft>
                <a:spcPts val="0"/>
              </a:spcAft>
              <a:buClr>
                <a:schemeClr val="lt1"/>
              </a:buClr>
              <a:buSzPts val="1000"/>
              <a:buNone/>
              <a:defRPr sz="1000" b="1">
                <a:solidFill>
                  <a:schemeClr val="lt1"/>
                </a:solidFill>
              </a:defRPr>
            </a:lvl1pPr>
            <a:lvl2pPr lvl="1" rtl="0">
              <a:lnSpc>
                <a:spcPct val="100000"/>
              </a:lnSpc>
              <a:spcBef>
                <a:spcPts val="0"/>
              </a:spcBef>
              <a:spcAft>
                <a:spcPts val="0"/>
              </a:spcAft>
              <a:buSzPts val="1000"/>
              <a:buNone/>
              <a:defRPr sz="1000" b="1"/>
            </a:lvl2pPr>
            <a:lvl3pPr lvl="2" rtl="0">
              <a:lnSpc>
                <a:spcPct val="100000"/>
              </a:lnSpc>
              <a:spcBef>
                <a:spcPts val="0"/>
              </a:spcBef>
              <a:spcAft>
                <a:spcPts val="0"/>
              </a:spcAft>
              <a:buSzPts val="1000"/>
              <a:buNone/>
              <a:defRPr sz="1000" b="1"/>
            </a:lvl3pPr>
            <a:lvl4pPr lvl="3" rtl="0">
              <a:lnSpc>
                <a:spcPct val="100000"/>
              </a:lnSpc>
              <a:spcBef>
                <a:spcPts val="0"/>
              </a:spcBef>
              <a:spcAft>
                <a:spcPts val="0"/>
              </a:spcAft>
              <a:buSzPts val="1000"/>
              <a:buNone/>
              <a:defRPr sz="1000" b="1"/>
            </a:lvl4pPr>
            <a:lvl5pPr lvl="4" rtl="0">
              <a:lnSpc>
                <a:spcPct val="100000"/>
              </a:lnSpc>
              <a:spcBef>
                <a:spcPts val="0"/>
              </a:spcBef>
              <a:spcAft>
                <a:spcPts val="0"/>
              </a:spcAft>
              <a:buSzPts val="1000"/>
              <a:buNone/>
              <a:defRPr sz="1000" b="1"/>
            </a:lvl5pPr>
            <a:lvl6pPr lvl="5" rtl="0">
              <a:lnSpc>
                <a:spcPct val="100000"/>
              </a:lnSpc>
              <a:spcBef>
                <a:spcPts val="0"/>
              </a:spcBef>
              <a:spcAft>
                <a:spcPts val="0"/>
              </a:spcAft>
              <a:buSzPts val="1000"/>
              <a:buNone/>
              <a:defRPr sz="1000" b="1"/>
            </a:lvl6pPr>
            <a:lvl7pPr lvl="6" rtl="0">
              <a:lnSpc>
                <a:spcPct val="100000"/>
              </a:lnSpc>
              <a:spcBef>
                <a:spcPts val="0"/>
              </a:spcBef>
              <a:spcAft>
                <a:spcPts val="0"/>
              </a:spcAft>
              <a:buSzPts val="1000"/>
              <a:buNone/>
              <a:defRPr sz="1000" b="1"/>
            </a:lvl7pPr>
            <a:lvl8pPr lvl="7" rtl="0">
              <a:lnSpc>
                <a:spcPct val="100000"/>
              </a:lnSpc>
              <a:spcBef>
                <a:spcPts val="0"/>
              </a:spcBef>
              <a:spcAft>
                <a:spcPts val="0"/>
              </a:spcAft>
              <a:buSzPts val="1000"/>
              <a:buNone/>
              <a:defRPr sz="1000" b="1"/>
            </a:lvl8pPr>
            <a:lvl9pPr lvl="8" rtl="0">
              <a:lnSpc>
                <a:spcPct val="100000"/>
              </a:lnSpc>
              <a:spcBef>
                <a:spcPts val="0"/>
              </a:spcBef>
              <a:spcAft>
                <a:spcPts val="0"/>
              </a:spcAft>
              <a:buSzPts val="1000"/>
              <a:buNone/>
              <a:defRPr sz="1000" b="1"/>
            </a:lvl9pPr>
          </a:lstStyle>
          <a:p>
            <a:endParaRPr/>
          </a:p>
        </p:txBody>
      </p:sp>
      <p:sp>
        <p:nvSpPr>
          <p:cNvPr id="1485" name="Google Shape;1485;p115"/>
          <p:cNvSpPr txBox="1">
            <a:spLocks noGrp="1"/>
          </p:cNvSpPr>
          <p:nvPr>
            <p:ph type="subTitle" idx="19"/>
          </p:nvPr>
        </p:nvSpPr>
        <p:spPr>
          <a:xfrm>
            <a:off x="7404043" y="1748886"/>
            <a:ext cx="1275900" cy="450600"/>
          </a:xfrm>
          <a:prstGeom prst="rect">
            <a:avLst/>
          </a:prstGeom>
        </p:spPr>
        <p:txBody>
          <a:bodyPr spcFirstLastPara="1" wrap="square" lIns="0" tIns="0" rIns="0" bIns="0" anchor="t" anchorCtr="0">
            <a:normAutofit/>
          </a:bodyPr>
          <a:lstStyle>
            <a:lvl1pPr lvl="0" rtl="0">
              <a:lnSpc>
                <a:spcPct val="100000"/>
              </a:lnSpc>
              <a:spcBef>
                <a:spcPts val="0"/>
              </a:spcBef>
              <a:spcAft>
                <a:spcPts val="0"/>
              </a:spcAft>
              <a:buClr>
                <a:schemeClr val="lt1"/>
              </a:buClr>
              <a:buSzPts val="1100"/>
              <a:buNone/>
              <a:defRPr sz="1100">
                <a:solidFill>
                  <a:schemeClr val="lt1"/>
                </a:solidFill>
              </a:defRPr>
            </a:lvl1pPr>
            <a:lvl2pPr lvl="1" rtl="0">
              <a:lnSpc>
                <a:spcPct val="100000"/>
              </a:lnSpc>
              <a:spcBef>
                <a:spcPts val="0"/>
              </a:spcBef>
              <a:spcAft>
                <a:spcPts val="0"/>
              </a:spcAft>
              <a:buSzPts val="1100"/>
              <a:buNone/>
              <a:defRPr sz="1100"/>
            </a:lvl2pPr>
            <a:lvl3pPr lvl="2" rtl="0">
              <a:lnSpc>
                <a:spcPct val="100000"/>
              </a:lnSpc>
              <a:spcBef>
                <a:spcPts val="0"/>
              </a:spcBef>
              <a:spcAft>
                <a:spcPts val="0"/>
              </a:spcAft>
              <a:buSzPts val="1100"/>
              <a:buNone/>
              <a:defRPr sz="1100"/>
            </a:lvl3pPr>
            <a:lvl4pPr lvl="3" rtl="0">
              <a:lnSpc>
                <a:spcPct val="100000"/>
              </a:lnSpc>
              <a:spcBef>
                <a:spcPts val="0"/>
              </a:spcBef>
              <a:spcAft>
                <a:spcPts val="0"/>
              </a:spcAft>
              <a:buSzPts val="1100"/>
              <a:buNone/>
              <a:defRPr sz="1100"/>
            </a:lvl4pPr>
            <a:lvl5pPr lvl="4" rtl="0">
              <a:lnSpc>
                <a:spcPct val="100000"/>
              </a:lnSpc>
              <a:spcBef>
                <a:spcPts val="0"/>
              </a:spcBef>
              <a:spcAft>
                <a:spcPts val="0"/>
              </a:spcAft>
              <a:buSzPts val="1100"/>
              <a:buNone/>
              <a:defRPr sz="1100"/>
            </a:lvl5pPr>
            <a:lvl6pPr lvl="5" rtl="0">
              <a:lnSpc>
                <a:spcPct val="100000"/>
              </a:lnSpc>
              <a:spcBef>
                <a:spcPts val="0"/>
              </a:spcBef>
              <a:spcAft>
                <a:spcPts val="0"/>
              </a:spcAft>
              <a:buSzPts val="1100"/>
              <a:buNone/>
              <a:defRPr sz="1100"/>
            </a:lvl6pPr>
            <a:lvl7pPr lvl="6" rtl="0">
              <a:lnSpc>
                <a:spcPct val="100000"/>
              </a:lnSpc>
              <a:spcBef>
                <a:spcPts val="0"/>
              </a:spcBef>
              <a:spcAft>
                <a:spcPts val="0"/>
              </a:spcAft>
              <a:buSzPts val="1100"/>
              <a:buNone/>
              <a:defRPr sz="1100"/>
            </a:lvl7pPr>
            <a:lvl8pPr lvl="7" rtl="0">
              <a:lnSpc>
                <a:spcPct val="100000"/>
              </a:lnSpc>
              <a:spcBef>
                <a:spcPts val="0"/>
              </a:spcBef>
              <a:spcAft>
                <a:spcPts val="0"/>
              </a:spcAft>
              <a:buSzPts val="1100"/>
              <a:buNone/>
              <a:defRPr sz="1100"/>
            </a:lvl8pPr>
            <a:lvl9pPr lvl="8" rtl="0">
              <a:lnSpc>
                <a:spcPct val="100000"/>
              </a:lnSpc>
              <a:spcBef>
                <a:spcPts val="0"/>
              </a:spcBef>
              <a:spcAft>
                <a:spcPts val="0"/>
              </a:spcAft>
              <a:buSzPts val="1100"/>
              <a:buNone/>
              <a:defRPr sz="1100"/>
            </a:lvl9pPr>
          </a:lstStyle>
          <a:p>
            <a:endParaRPr/>
          </a:p>
        </p:txBody>
      </p:sp>
      <p:sp>
        <p:nvSpPr>
          <p:cNvPr id="1486" name="Google Shape;1486;p115"/>
          <p:cNvSpPr txBox="1">
            <a:spLocks noGrp="1"/>
          </p:cNvSpPr>
          <p:nvPr>
            <p:ph type="subTitle" idx="20"/>
          </p:nvPr>
        </p:nvSpPr>
        <p:spPr>
          <a:xfrm>
            <a:off x="7404043" y="2545315"/>
            <a:ext cx="1275900" cy="450600"/>
          </a:xfrm>
          <a:prstGeom prst="rect">
            <a:avLst/>
          </a:prstGeom>
        </p:spPr>
        <p:txBody>
          <a:bodyPr spcFirstLastPara="1" wrap="square" lIns="0" tIns="0" rIns="0" bIns="0" anchor="t" anchorCtr="0">
            <a:normAutofit/>
          </a:bodyPr>
          <a:lstStyle>
            <a:lvl1pPr lvl="0" rtl="0">
              <a:lnSpc>
                <a:spcPct val="100000"/>
              </a:lnSpc>
              <a:spcBef>
                <a:spcPts val="0"/>
              </a:spcBef>
              <a:spcAft>
                <a:spcPts val="0"/>
              </a:spcAft>
              <a:buClr>
                <a:schemeClr val="lt1"/>
              </a:buClr>
              <a:buSzPts val="1100"/>
              <a:buNone/>
              <a:defRPr sz="1100">
                <a:solidFill>
                  <a:schemeClr val="lt1"/>
                </a:solidFill>
              </a:defRPr>
            </a:lvl1pPr>
            <a:lvl2pPr lvl="1" rtl="0">
              <a:lnSpc>
                <a:spcPct val="100000"/>
              </a:lnSpc>
              <a:spcBef>
                <a:spcPts val="0"/>
              </a:spcBef>
              <a:spcAft>
                <a:spcPts val="0"/>
              </a:spcAft>
              <a:buSzPts val="1100"/>
              <a:buNone/>
              <a:defRPr sz="1100"/>
            </a:lvl2pPr>
            <a:lvl3pPr lvl="2" rtl="0">
              <a:lnSpc>
                <a:spcPct val="100000"/>
              </a:lnSpc>
              <a:spcBef>
                <a:spcPts val="0"/>
              </a:spcBef>
              <a:spcAft>
                <a:spcPts val="0"/>
              </a:spcAft>
              <a:buSzPts val="1100"/>
              <a:buNone/>
              <a:defRPr sz="1100"/>
            </a:lvl3pPr>
            <a:lvl4pPr lvl="3" rtl="0">
              <a:lnSpc>
                <a:spcPct val="100000"/>
              </a:lnSpc>
              <a:spcBef>
                <a:spcPts val="0"/>
              </a:spcBef>
              <a:spcAft>
                <a:spcPts val="0"/>
              </a:spcAft>
              <a:buSzPts val="1100"/>
              <a:buNone/>
              <a:defRPr sz="1100"/>
            </a:lvl4pPr>
            <a:lvl5pPr lvl="4" rtl="0">
              <a:lnSpc>
                <a:spcPct val="100000"/>
              </a:lnSpc>
              <a:spcBef>
                <a:spcPts val="0"/>
              </a:spcBef>
              <a:spcAft>
                <a:spcPts val="0"/>
              </a:spcAft>
              <a:buSzPts val="1100"/>
              <a:buNone/>
              <a:defRPr sz="1100"/>
            </a:lvl5pPr>
            <a:lvl6pPr lvl="5" rtl="0">
              <a:lnSpc>
                <a:spcPct val="100000"/>
              </a:lnSpc>
              <a:spcBef>
                <a:spcPts val="0"/>
              </a:spcBef>
              <a:spcAft>
                <a:spcPts val="0"/>
              </a:spcAft>
              <a:buSzPts val="1100"/>
              <a:buNone/>
              <a:defRPr sz="1100"/>
            </a:lvl6pPr>
            <a:lvl7pPr lvl="6" rtl="0">
              <a:lnSpc>
                <a:spcPct val="100000"/>
              </a:lnSpc>
              <a:spcBef>
                <a:spcPts val="0"/>
              </a:spcBef>
              <a:spcAft>
                <a:spcPts val="0"/>
              </a:spcAft>
              <a:buSzPts val="1100"/>
              <a:buNone/>
              <a:defRPr sz="1100"/>
            </a:lvl7pPr>
            <a:lvl8pPr lvl="7" rtl="0">
              <a:lnSpc>
                <a:spcPct val="100000"/>
              </a:lnSpc>
              <a:spcBef>
                <a:spcPts val="0"/>
              </a:spcBef>
              <a:spcAft>
                <a:spcPts val="0"/>
              </a:spcAft>
              <a:buSzPts val="1100"/>
              <a:buNone/>
              <a:defRPr sz="1100"/>
            </a:lvl8pPr>
            <a:lvl9pPr lvl="8" rtl="0">
              <a:lnSpc>
                <a:spcPct val="100000"/>
              </a:lnSpc>
              <a:spcBef>
                <a:spcPts val="0"/>
              </a:spcBef>
              <a:spcAft>
                <a:spcPts val="0"/>
              </a:spcAft>
              <a:buSzPts val="1100"/>
              <a:buNone/>
              <a:defRPr sz="1100"/>
            </a:lvl9pPr>
          </a:lstStyle>
          <a:p>
            <a:endParaRPr/>
          </a:p>
        </p:txBody>
      </p:sp>
      <p:sp>
        <p:nvSpPr>
          <p:cNvPr id="1487" name="Google Shape;1487;p115"/>
          <p:cNvSpPr txBox="1">
            <a:spLocks noGrp="1"/>
          </p:cNvSpPr>
          <p:nvPr>
            <p:ph type="subTitle" idx="21"/>
          </p:nvPr>
        </p:nvSpPr>
        <p:spPr>
          <a:xfrm>
            <a:off x="7404043" y="3289956"/>
            <a:ext cx="1275900" cy="450600"/>
          </a:xfrm>
          <a:prstGeom prst="rect">
            <a:avLst/>
          </a:prstGeom>
        </p:spPr>
        <p:txBody>
          <a:bodyPr spcFirstLastPara="1" wrap="square" lIns="0" tIns="0" rIns="0" bIns="0" anchor="t" anchorCtr="0">
            <a:normAutofit/>
          </a:bodyPr>
          <a:lstStyle>
            <a:lvl1pPr lvl="0" rtl="0">
              <a:lnSpc>
                <a:spcPct val="100000"/>
              </a:lnSpc>
              <a:spcBef>
                <a:spcPts val="0"/>
              </a:spcBef>
              <a:spcAft>
                <a:spcPts val="0"/>
              </a:spcAft>
              <a:buClr>
                <a:schemeClr val="lt1"/>
              </a:buClr>
              <a:buSzPts val="1100"/>
              <a:buNone/>
              <a:defRPr sz="1100">
                <a:solidFill>
                  <a:schemeClr val="lt1"/>
                </a:solidFill>
              </a:defRPr>
            </a:lvl1pPr>
            <a:lvl2pPr lvl="1" rtl="0">
              <a:lnSpc>
                <a:spcPct val="100000"/>
              </a:lnSpc>
              <a:spcBef>
                <a:spcPts val="0"/>
              </a:spcBef>
              <a:spcAft>
                <a:spcPts val="0"/>
              </a:spcAft>
              <a:buSzPts val="1100"/>
              <a:buNone/>
              <a:defRPr sz="1100"/>
            </a:lvl2pPr>
            <a:lvl3pPr lvl="2" rtl="0">
              <a:lnSpc>
                <a:spcPct val="100000"/>
              </a:lnSpc>
              <a:spcBef>
                <a:spcPts val="0"/>
              </a:spcBef>
              <a:spcAft>
                <a:spcPts val="0"/>
              </a:spcAft>
              <a:buSzPts val="1100"/>
              <a:buNone/>
              <a:defRPr sz="1100"/>
            </a:lvl3pPr>
            <a:lvl4pPr lvl="3" rtl="0">
              <a:lnSpc>
                <a:spcPct val="100000"/>
              </a:lnSpc>
              <a:spcBef>
                <a:spcPts val="0"/>
              </a:spcBef>
              <a:spcAft>
                <a:spcPts val="0"/>
              </a:spcAft>
              <a:buSzPts val="1100"/>
              <a:buNone/>
              <a:defRPr sz="1100"/>
            </a:lvl4pPr>
            <a:lvl5pPr lvl="4" rtl="0">
              <a:lnSpc>
                <a:spcPct val="100000"/>
              </a:lnSpc>
              <a:spcBef>
                <a:spcPts val="0"/>
              </a:spcBef>
              <a:spcAft>
                <a:spcPts val="0"/>
              </a:spcAft>
              <a:buSzPts val="1100"/>
              <a:buNone/>
              <a:defRPr sz="1100"/>
            </a:lvl5pPr>
            <a:lvl6pPr lvl="5" rtl="0">
              <a:lnSpc>
                <a:spcPct val="100000"/>
              </a:lnSpc>
              <a:spcBef>
                <a:spcPts val="0"/>
              </a:spcBef>
              <a:spcAft>
                <a:spcPts val="0"/>
              </a:spcAft>
              <a:buSzPts val="1100"/>
              <a:buNone/>
              <a:defRPr sz="1100"/>
            </a:lvl6pPr>
            <a:lvl7pPr lvl="6" rtl="0">
              <a:lnSpc>
                <a:spcPct val="100000"/>
              </a:lnSpc>
              <a:spcBef>
                <a:spcPts val="0"/>
              </a:spcBef>
              <a:spcAft>
                <a:spcPts val="0"/>
              </a:spcAft>
              <a:buSzPts val="1100"/>
              <a:buNone/>
              <a:defRPr sz="1100"/>
            </a:lvl7pPr>
            <a:lvl8pPr lvl="7" rtl="0">
              <a:lnSpc>
                <a:spcPct val="100000"/>
              </a:lnSpc>
              <a:spcBef>
                <a:spcPts val="0"/>
              </a:spcBef>
              <a:spcAft>
                <a:spcPts val="0"/>
              </a:spcAft>
              <a:buSzPts val="1100"/>
              <a:buNone/>
              <a:defRPr sz="1100"/>
            </a:lvl8pPr>
            <a:lvl9pPr lvl="8" rtl="0">
              <a:lnSpc>
                <a:spcPct val="100000"/>
              </a:lnSpc>
              <a:spcBef>
                <a:spcPts val="0"/>
              </a:spcBef>
              <a:spcAft>
                <a:spcPts val="0"/>
              </a:spcAft>
              <a:buSzPts val="1100"/>
              <a:buNone/>
              <a:defRPr sz="1100"/>
            </a:lvl9pPr>
          </a:lstStyle>
          <a:p>
            <a:endParaRPr/>
          </a:p>
        </p:txBody>
      </p:sp>
      <p:sp>
        <p:nvSpPr>
          <p:cNvPr id="1488" name="Google Shape;1488;p115"/>
          <p:cNvSpPr txBox="1">
            <a:spLocks noGrp="1"/>
          </p:cNvSpPr>
          <p:nvPr>
            <p:ph type="subTitle" idx="22"/>
          </p:nvPr>
        </p:nvSpPr>
        <p:spPr>
          <a:xfrm>
            <a:off x="7404043" y="4081510"/>
            <a:ext cx="1275900" cy="450600"/>
          </a:xfrm>
          <a:prstGeom prst="rect">
            <a:avLst/>
          </a:prstGeom>
        </p:spPr>
        <p:txBody>
          <a:bodyPr spcFirstLastPara="1" wrap="square" lIns="0" tIns="0" rIns="0" bIns="0" anchor="t" anchorCtr="0">
            <a:normAutofit/>
          </a:bodyPr>
          <a:lstStyle>
            <a:lvl1pPr lvl="0" rtl="0">
              <a:lnSpc>
                <a:spcPct val="100000"/>
              </a:lnSpc>
              <a:spcBef>
                <a:spcPts val="0"/>
              </a:spcBef>
              <a:spcAft>
                <a:spcPts val="0"/>
              </a:spcAft>
              <a:buClr>
                <a:schemeClr val="lt1"/>
              </a:buClr>
              <a:buSzPts val="1100"/>
              <a:buNone/>
              <a:defRPr sz="1100">
                <a:solidFill>
                  <a:schemeClr val="lt1"/>
                </a:solidFill>
              </a:defRPr>
            </a:lvl1pPr>
            <a:lvl2pPr lvl="1" rtl="0">
              <a:lnSpc>
                <a:spcPct val="100000"/>
              </a:lnSpc>
              <a:spcBef>
                <a:spcPts val="0"/>
              </a:spcBef>
              <a:spcAft>
                <a:spcPts val="0"/>
              </a:spcAft>
              <a:buSzPts val="1100"/>
              <a:buNone/>
              <a:defRPr sz="1100"/>
            </a:lvl2pPr>
            <a:lvl3pPr lvl="2" rtl="0">
              <a:lnSpc>
                <a:spcPct val="100000"/>
              </a:lnSpc>
              <a:spcBef>
                <a:spcPts val="0"/>
              </a:spcBef>
              <a:spcAft>
                <a:spcPts val="0"/>
              </a:spcAft>
              <a:buSzPts val="1100"/>
              <a:buNone/>
              <a:defRPr sz="1100"/>
            </a:lvl3pPr>
            <a:lvl4pPr lvl="3" rtl="0">
              <a:lnSpc>
                <a:spcPct val="100000"/>
              </a:lnSpc>
              <a:spcBef>
                <a:spcPts val="0"/>
              </a:spcBef>
              <a:spcAft>
                <a:spcPts val="0"/>
              </a:spcAft>
              <a:buSzPts val="1100"/>
              <a:buNone/>
              <a:defRPr sz="1100"/>
            </a:lvl4pPr>
            <a:lvl5pPr lvl="4" rtl="0">
              <a:lnSpc>
                <a:spcPct val="100000"/>
              </a:lnSpc>
              <a:spcBef>
                <a:spcPts val="0"/>
              </a:spcBef>
              <a:spcAft>
                <a:spcPts val="0"/>
              </a:spcAft>
              <a:buSzPts val="1100"/>
              <a:buNone/>
              <a:defRPr sz="1100"/>
            </a:lvl5pPr>
            <a:lvl6pPr lvl="5" rtl="0">
              <a:lnSpc>
                <a:spcPct val="100000"/>
              </a:lnSpc>
              <a:spcBef>
                <a:spcPts val="0"/>
              </a:spcBef>
              <a:spcAft>
                <a:spcPts val="0"/>
              </a:spcAft>
              <a:buSzPts val="1100"/>
              <a:buNone/>
              <a:defRPr sz="1100"/>
            </a:lvl6pPr>
            <a:lvl7pPr lvl="6" rtl="0">
              <a:lnSpc>
                <a:spcPct val="100000"/>
              </a:lnSpc>
              <a:spcBef>
                <a:spcPts val="0"/>
              </a:spcBef>
              <a:spcAft>
                <a:spcPts val="0"/>
              </a:spcAft>
              <a:buSzPts val="1100"/>
              <a:buNone/>
              <a:defRPr sz="1100"/>
            </a:lvl7pPr>
            <a:lvl8pPr lvl="7" rtl="0">
              <a:lnSpc>
                <a:spcPct val="100000"/>
              </a:lnSpc>
              <a:spcBef>
                <a:spcPts val="0"/>
              </a:spcBef>
              <a:spcAft>
                <a:spcPts val="0"/>
              </a:spcAft>
              <a:buSzPts val="1100"/>
              <a:buNone/>
              <a:defRPr sz="1100"/>
            </a:lvl8pPr>
            <a:lvl9pPr lvl="8" rtl="0">
              <a:lnSpc>
                <a:spcPct val="100000"/>
              </a:lnSpc>
              <a:spcBef>
                <a:spcPts val="0"/>
              </a:spcBef>
              <a:spcAft>
                <a:spcPts val="0"/>
              </a:spcAft>
              <a:buSzPts val="1100"/>
              <a:buNone/>
              <a:defRPr sz="1100"/>
            </a:lvl9pPr>
          </a:lstStyle>
          <a:p>
            <a:endParaRPr/>
          </a:p>
        </p:txBody>
      </p:sp>
      <p:sp>
        <p:nvSpPr>
          <p:cNvPr id="1489" name="Google Shape;1489;p115"/>
          <p:cNvSpPr txBox="1">
            <a:spLocks noGrp="1"/>
          </p:cNvSpPr>
          <p:nvPr>
            <p:ph type="subTitle" idx="23"/>
          </p:nvPr>
        </p:nvSpPr>
        <p:spPr>
          <a:xfrm>
            <a:off x="457214" y="2528794"/>
            <a:ext cx="1361700" cy="323700"/>
          </a:xfrm>
          <a:prstGeom prst="rect">
            <a:avLst/>
          </a:prstGeom>
        </p:spPr>
        <p:txBody>
          <a:bodyPr spcFirstLastPara="1" wrap="square" lIns="0" tIns="0" rIns="0" bIns="0" anchor="ctr" anchorCtr="0">
            <a:normAutofit/>
          </a:bodyPr>
          <a:lstStyle>
            <a:lvl1pPr lvl="0" algn="ctr" rtl="0">
              <a:lnSpc>
                <a:spcPct val="100000"/>
              </a:lnSpc>
              <a:spcBef>
                <a:spcPts val="0"/>
              </a:spcBef>
              <a:spcAft>
                <a:spcPts val="0"/>
              </a:spcAft>
              <a:buClr>
                <a:schemeClr val="lt1"/>
              </a:buClr>
              <a:buSzPts val="1000"/>
              <a:buNone/>
              <a:defRPr sz="1000" b="1">
                <a:solidFill>
                  <a:schemeClr val="lt1"/>
                </a:solidFill>
              </a:defRPr>
            </a:lvl1pPr>
            <a:lvl2pPr lvl="1" algn="ctr" rtl="0">
              <a:lnSpc>
                <a:spcPct val="100000"/>
              </a:lnSpc>
              <a:spcBef>
                <a:spcPts val="0"/>
              </a:spcBef>
              <a:spcAft>
                <a:spcPts val="0"/>
              </a:spcAft>
              <a:buClr>
                <a:schemeClr val="dk1"/>
              </a:buClr>
              <a:buSzPts val="1000"/>
              <a:buNone/>
              <a:defRPr sz="1000" b="1"/>
            </a:lvl2pPr>
            <a:lvl3pPr lvl="2" algn="ctr" rtl="0">
              <a:lnSpc>
                <a:spcPct val="100000"/>
              </a:lnSpc>
              <a:spcBef>
                <a:spcPts val="0"/>
              </a:spcBef>
              <a:spcAft>
                <a:spcPts val="0"/>
              </a:spcAft>
              <a:buClr>
                <a:schemeClr val="dk1"/>
              </a:buClr>
              <a:buSzPts val="1000"/>
              <a:buNone/>
              <a:defRPr sz="1000" b="1"/>
            </a:lvl3pPr>
            <a:lvl4pPr lvl="3" algn="ctr" rtl="0">
              <a:lnSpc>
                <a:spcPct val="100000"/>
              </a:lnSpc>
              <a:spcBef>
                <a:spcPts val="0"/>
              </a:spcBef>
              <a:spcAft>
                <a:spcPts val="0"/>
              </a:spcAft>
              <a:buClr>
                <a:schemeClr val="dk1"/>
              </a:buClr>
              <a:buSzPts val="1000"/>
              <a:buNone/>
              <a:defRPr sz="1000" b="1"/>
            </a:lvl4pPr>
            <a:lvl5pPr lvl="4" algn="ctr" rtl="0">
              <a:lnSpc>
                <a:spcPct val="100000"/>
              </a:lnSpc>
              <a:spcBef>
                <a:spcPts val="0"/>
              </a:spcBef>
              <a:spcAft>
                <a:spcPts val="0"/>
              </a:spcAft>
              <a:buSzPts val="1000"/>
              <a:buNone/>
              <a:defRPr sz="1000" b="1"/>
            </a:lvl5pPr>
            <a:lvl6pPr lvl="5" algn="ctr" rtl="0">
              <a:lnSpc>
                <a:spcPct val="100000"/>
              </a:lnSpc>
              <a:spcBef>
                <a:spcPts val="0"/>
              </a:spcBef>
              <a:spcAft>
                <a:spcPts val="0"/>
              </a:spcAft>
              <a:buSzPts val="1000"/>
              <a:buNone/>
              <a:defRPr sz="1000" b="1"/>
            </a:lvl6pPr>
            <a:lvl7pPr lvl="6" algn="ctr" rtl="0">
              <a:lnSpc>
                <a:spcPct val="100000"/>
              </a:lnSpc>
              <a:spcBef>
                <a:spcPts val="0"/>
              </a:spcBef>
              <a:spcAft>
                <a:spcPts val="0"/>
              </a:spcAft>
              <a:buSzPts val="1000"/>
              <a:buNone/>
              <a:defRPr sz="1000" b="1"/>
            </a:lvl7pPr>
            <a:lvl8pPr lvl="7" algn="ctr" rtl="0">
              <a:lnSpc>
                <a:spcPct val="100000"/>
              </a:lnSpc>
              <a:spcBef>
                <a:spcPts val="0"/>
              </a:spcBef>
              <a:spcAft>
                <a:spcPts val="0"/>
              </a:spcAft>
              <a:buSzPts val="1000"/>
              <a:buNone/>
              <a:defRPr sz="1000" b="1"/>
            </a:lvl8pPr>
            <a:lvl9pPr lvl="8" algn="ctr" rtl="0">
              <a:lnSpc>
                <a:spcPct val="100000"/>
              </a:lnSpc>
              <a:spcBef>
                <a:spcPts val="0"/>
              </a:spcBef>
              <a:spcAft>
                <a:spcPts val="0"/>
              </a:spcAft>
              <a:buSzPts val="1000"/>
              <a:buNone/>
              <a:defRPr sz="1000" b="1"/>
            </a:lvl9pPr>
          </a:lstStyle>
          <a:p>
            <a:endParaRPr/>
          </a:p>
        </p:txBody>
      </p:sp>
    </p:spTree>
  </p:cSld>
  <p:clrMapOvr>
    <a:masterClrMapping/>
  </p:clrMapOvr>
</p:sldLayout>
</file>

<file path=ppt/slideLayouts/slideLayout114.xml><?xml version="1.0" encoding="utf-8"?>
<p:sldLayout xmlns:a="http://schemas.openxmlformats.org/drawingml/2006/main" xmlns:r="http://schemas.openxmlformats.org/officeDocument/2006/relationships" xmlns:p="http://schemas.openxmlformats.org/presentationml/2006/main" matchingName="Timeline - 1">
  <p:cSld name="TITLE_ONLY_9">
    <p:spTree>
      <p:nvGrpSpPr>
        <p:cNvPr id="1" name="Shape 1490"/>
        <p:cNvGrpSpPr/>
        <p:nvPr/>
      </p:nvGrpSpPr>
      <p:grpSpPr>
        <a:xfrm>
          <a:off x="0" y="0"/>
          <a:ext cx="0" cy="0"/>
          <a:chOff x="0" y="0"/>
          <a:chExt cx="0" cy="0"/>
        </a:xfrm>
      </p:grpSpPr>
      <p:sp>
        <p:nvSpPr>
          <p:cNvPr id="1491" name="Google Shape;1491;p116"/>
          <p:cNvSpPr txBox="1">
            <a:spLocks noGrp="1"/>
          </p:cNvSpPr>
          <p:nvPr>
            <p:ph type="title"/>
          </p:nvPr>
        </p:nvSpPr>
        <p:spPr>
          <a:xfrm>
            <a:off x="457200" y="114300"/>
            <a:ext cx="8229600" cy="903300"/>
          </a:xfrm>
          <a:prstGeom prst="rect">
            <a:avLst/>
          </a:prstGeom>
        </p:spPr>
        <p:txBody>
          <a:bodyPr spcFirstLastPara="1" wrap="square" lIns="0" tIns="0" rIns="0" bIns="0" anchor="t" anchorCtr="0">
            <a:normAutofit/>
          </a:bodyPr>
          <a:lstStyle>
            <a:lvl1pPr lvl="0" rtl="0">
              <a:spcBef>
                <a:spcPts val="0"/>
              </a:spcBef>
              <a:spcAft>
                <a:spcPts val="0"/>
              </a:spcAft>
              <a:buSzPts val="34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pic>
        <p:nvPicPr>
          <p:cNvPr id="1492" name="Google Shape;1492;p116"/>
          <p:cNvPicPr preferRelativeResize="0"/>
          <p:nvPr/>
        </p:nvPicPr>
        <p:blipFill>
          <a:blip r:embed="rId2">
            <a:alphaModFix/>
          </a:blip>
          <a:stretch>
            <a:fillRect/>
          </a:stretch>
        </p:blipFill>
        <p:spPr>
          <a:xfrm>
            <a:off x="8544852" y="62010"/>
            <a:ext cx="599140" cy="599141"/>
          </a:xfrm>
          <a:prstGeom prst="rect">
            <a:avLst/>
          </a:prstGeom>
          <a:noFill/>
          <a:ln>
            <a:noFill/>
          </a:ln>
        </p:spPr>
      </p:pic>
      <p:cxnSp>
        <p:nvCxnSpPr>
          <p:cNvPr id="1493" name="Google Shape;1493;p116"/>
          <p:cNvCxnSpPr/>
          <p:nvPr/>
        </p:nvCxnSpPr>
        <p:spPr>
          <a:xfrm>
            <a:off x="1234459" y="2686025"/>
            <a:ext cx="7371300" cy="0"/>
          </a:xfrm>
          <a:prstGeom prst="straightConnector1">
            <a:avLst/>
          </a:prstGeom>
          <a:noFill/>
          <a:ln w="19050" cap="flat" cmpd="sng">
            <a:solidFill>
              <a:schemeClr val="accent5"/>
            </a:solidFill>
            <a:prstDash val="dash"/>
            <a:round/>
            <a:headEnd type="none" w="med" len="med"/>
            <a:tailEnd type="none" w="med" len="med"/>
          </a:ln>
        </p:spPr>
      </p:cxnSp>
      <p:sp>
        <p:nvSpPr>
          <p:cNvPr id="1494" name="Google Shape;1494;p116"/>
          <p:cNvSpPr/>
          <p:nvPr/>
        </p:nvSpPr>
        <p:spPr>
          <a:xfrm>
            <a:off x="1774163" y="2599323"/>
            <a:ext cx="173400" cy="173400"/>
          </a:xfrm>
          <a:prstGeom prst="roundRect">
            <a:avLst>
              <a:gd name="adj" fmla="val 50000"/>
            </a:avLst>
          </a:prstGeom>
          <a:solidFill>
            <a:schemeClr val="dk2"/>
          </a:solidFill>
          <a:ln>
            <a:noFill/>
          </a:ln>
        </p:spPr>
        <p:txBody>
          <a:bodyPr spcFirstLastPara="1" wrap="square" lIns="57150" tIns="57150" rIns="57150" bIns="57150" anchor="ctr" anchorCtr="0">
            <a:noAutofit/>
          </a:bodyPr>
          <a:lstStyle/>
          <a:p>
            <a:pPr marL="0" lvl="0" indent="0" algn="ctr" rtl="0">
              <a:spcBef>
                <a:spcPts val="0"/>
              </a:spcBef>
              <a:spcAft>
                <a:spcPts val="0"/>
              </a:spcAft>
              <a:buNone/>
            </a:pPr>
            <a:endParaRPr sz="800" b="1">
              <a:solidFill>
                <a:srgbClr val="FFFFFF"/>
              </a:solidFill>
              <a:latin typeface="IBM Plex Sans"/>
              <a:ea typeface="IBM Plex Sans"/>
              <a:cs typeface="IBM Plex Sans"/>
              <a:sym typeface="IBM Plex Sans"/>
            </a:endParaRPr>
          </a:p>
        </p:txBody>
      </p:sp>
      <p:cxnSp>
        <p:nvCxnSpPr>
          <p:cNvPr id="1495" name="Google Shape;1495;p116"/>
          <p:cNvCxnSpPr>
            <a:stCxn id="1494" idx="2"/>
          </p:cNvCxnSpPr>
          <p:nvPr/>
        </p:nvCxnSpPr>
        <p:spPr>
          <a:xfrm>
            <a:off x="1860863" y="2772723"/>
            <a:ext cx="0" cy="315300"/>
          </a:xfrm>
          <a:prstGeom prst="straightConnector1">
            <a:avLst/>
          </a:prstGeom>
          <a:noFill/>
          <a:ln w="19050" cap="flat" cmpd="sng">
            <a:solidFill>
              <a:schemeClr val="dk2"/>
            </a:solidFill>
            <a:prstDash val="solid"/>
            <a:round/>
            <a:headEnd type="none" w="med" len="med"/>
            <a:tailEnd type="none" w="med" len="med"/>
          </a:ln>
        </p:spPr>
      </p:cxnSp>
      <p:sp>
        <p:nvSpPr>
          <p:cNvPr id="1496" name="Google Shape;1496;p116"/>
          <p:cNvSpPr/>
          <p:nvPr/>
        </p:nvSpPr>
        <p:spPr>
          <a:xfrm>
            <a:off x="4681163" y="2599323"/>
            <a:ext cx="173400" cy="173400"/>
          </a:xfrm>
          <a:prstGeom prst="roundRect">
            <a:avLst>
              <a:gd name="adj" fmla="val 50000"/>
            </a:avLst>
          </a:prstGeom>
          <a:solidFill>
            <a:schemeClr val="dk2"/>
          </a:solidFill>
          <a:ln>
            <a:noFill/>
          </a:ln>
        </p:spPr>
        <p:txBody>
          <a:bodyPr spcFirstLastPara="1" wrap="square" lIns="57150" tIns="57150" rIns="57150" bIns="57150" anchor="ctr" anchorCtr="0">
            <a:noAutofit/>
          </a:bodyPr>
          <a:lstStyle/>
          <a:p>
            <a:pPr marL="0" lvl="0" indent="0" algn="ctr" rtl="0">
              <a:spcBef>
                <a:spcPts val="0"/>
              </a:spcBef>
              <a:spcAft>
                <a:spcPts val="0"/>
              </a:spcAft>
              <a:buNone/>
            </a:pPr>
            <a:endParaRPr sz="800" b="1">
              <a:solidFill>
                <a:srgbClr val="FFFFFF"/>
              </a:solidFill>
              <a:latin typeface="IBM Plex Sans"/>
              <a:ea typeface="IBM Plex Sans"/>
              <a:cs typeface="IBM Plex Sans"/>
              <a:sym typeface="IBM Plex Sans"/>
            </a:endParaRPr>
          </a:p>
        </p:txBody>
      </p:sp>
      <p:sp>
        <p:nvSpPr>
          <p:cNvPr id="1497" name="Google Shape;1497;p116"/>
          <p:cNvSpPr/>
          <p:nvPr/>
        </p:nvSpPr>
        <p:spPr>
          <a:xfrm>
            <a:off x="3184313" y="2599323"/>
            <a:ext cx="173400" cy="173400"/>
          </a:xfrm>
          <a:prstGeom prst="roundRect">
            <a:avLst>
              <a:gd name="adj" fmla="val 50000"/>
            </a:avLst>
          </a:prstGeom>
          <a:solidFill>
            <a:schemeClr val="dk2"/>
          </a:solidFill>
          <a:ln>
            <a:noFill/>
          </a:ln>
        </p:spPr>
        <p:txBody>
          <a:bodyPr spcFirstLastPara="1" wrap="square" lIns="57150" tIns="57150" rIns="57150" bIns="57150" anchor="ctr" anchorCtr="0">
            <a:noAutofit/>
          </a:bodyPr>
          <a:lstStyle/>
          <a:p>
            <a:pPr marL="0" lvl="0" indent="0" algn="ctr" rtl="0">
              <a:spcBef>
                <a:spcPts val="0"/>
              </a:spcBef>
              <a:spcAft>
                <a:spcPts val="0"/>
              </a:spcAft>
              <a:buNone/>
            </a:pPr>
            <a:endParaRPr sz="800" b="1">
              <a:solidFill>
                <a:srgbClr val="FFFFFF"/>
              </a:solidFill>
              <a:latin typeface="IBM Plex Sans"/>
              <a:ea typeface="IBM Plex Sans"/>
              <a:cs typeface="IBM Plex Sans"/>
              <a:sym typeface="IBM Plex Sans"/>
            </a:endParaRPr>
          </a:p>
        </p:txBody>
      </p:sp>
      <p:sp>
        <p:nvSpPr>
          <p:cNvPr id="1498" name="Google Shape;1498;p116"/>
          <p:cNvSpPr/>
          <p:nvPr/>
        </p:nvSpPr>
        <p:spPr>
          <a:xfrm>
            <a:off x="6178013" y="2599323"/>
            <a:ext cx="173400" cy="173400"/>
          </a:xfrm>
          <a:prstGeom prst="roundRect">
            <a:avLst>
              <a:gd name="adj" fmla="val 50000"/>
            </a:avLst>
          </a:prstGeom>
          <a:solidFill>
            <a:schemeClr val="dk2"/>
          </a:solidFill>
          <a:ln>
            <a:noFill/>
          </a:ln>
        </p:spPr>
        <p:txBody>
          <a:bodyPr spcFirstLastPara="1" wrap="square" lIns="57150" tIns="57150" rIns="57150" bIns="57150" anchor="ctr" anchorCtr="0">
            <a:noAutofit/>
          </a:bodyPr>
          <a:lstStyle/>
          <a:p>
            <a:pPr marL="0" lvl="0" indent="0" algn="ctr" rtl="0">
              <a:spcBef>
                <a:spcPts val="0"/>
              </a:spcBef>
              <a:spcAft>
                <a:spcPts val="0"/>
              </a:spcAft>
              <a:buNone/>
            </a:pPr>
            <a:endParaRPr sz="800" b="1">
              <a:solidFill>
                <a:srgbClr val="FFFFFF"/>
              </a:solidFill>
              <a:latin typeface="IBM Plex Sans"/>
              <a:ea typeface="IBM Plex Sans"/>
              <a:cs typeface="IBM Plex Sans"/>
              <a:sym typeface="IBM Plex Sans"/>
            </a:endParaRPr>
          </a:p>
        </p:txBody>
      </p:sp>
      <p:sp>
        <p:nvSpPr>
          <p:cNvPr id="1499" name="Google Shape;1499;p116"/>
          <p:cNvSpPr/>
          <p:nvPr/>
        </p:nvSpPr>
        <p:spPr>
          <a:xfrm>
            <a:off x="7674863" y="2599323"/>
            <a:ext cx="173400" cy="173400"/>
          </a:xfrm>
          <a:prstGeom prst="roundRect">
            <a:avLst>
              <a:gd name="adj" fmla="val 50000"/>
            </a:avLst>
          </a:prstGeom>
          <a:solidFill>
            <a:schemeClr val="dk2"/>
          </a:solidFill>
          <a:ln>
            <a:noFill/>
          </a:ln>
        </p:spPr>
        <p:txBody>
          <a:bodyPr spcFirstLastPara="1" wrap="square" lIns="57150" tIns="57150" rIns="57150" bIns="57150" anchor="ctr" anchorCtr="0">
            <a:noAutofit/>
          </a:bodyPr>
          <a:lstStyle/>
          <a:p>
            <a:pPr marL="0" lvl="0" indent="0" algn="ctr" rtl="0">
              <a:spcBef>
                <a:spcPts val="0"/>
              </a:spcBef>
              <a:spcAft>
                <a:spcPts val="0"/>
              </a:spcAft>
              <a:buNone/>
            </a:pPr>
            <a:endParaRPr sz="800" b="1">
              <a:solidFill>
                <a:srgbClr val="FFFFFF"/>
              </a:solidFill>
              <a:latin typeface="IBM Plex Sans"/>
              <a:ea typeface="IBM Plex Sans"/>
              <a:cs typeface="IBM Plex Sans"/>
              <a:sym typeface="IBM Plex Sans"/>
            </a:endParaRPr>
          </a:p>
        </p:txBody>
      </p:sp>
      <p:cxnSp>
        <p:nvCxnSpPr>
          <p:cNvPr id="1500" name="Google Shape;1500;p116"/>
          <p:cNvCxnSpPr/>
          <p:nvPr/>
        </p:nvCxnSpPr>
        <p:spPr>
          <a:xfrm>
            <a:off x="3271013" y="2305023"/>
            <a:ext cx="0" cy="315300"/>
          </a:xfrm>
          <a:prstGeom prst="straightConnector1">
            <a:avLst/>
          </a:prstGeom>
          <a:noFill/>
          <a:ln w="19050" cap="flat" cmpd="sng">
            <a:solidFill>
              <a:schemeClr val="dk2"/>
            </a:solidFill>
            <a:prstDash val="solid"/>
            <a:round/>
            <a:headEnd type="none" w="med" len="med"/>
            <a:tailEnd type="none" w="med" len="med"/>
          </a:ln>
        </p:spPr>
      </p:cxnSp>
      <p:cxnSp>
        <p:nvCxnSpPr>
          <p:cNvPr id="1501" name="Google Shape;1501;p116"/>
          <p:cNvCxnSpPr/>
          <p:nvPr/>
        </p:nvCxnSpPr>
        <p:spPr>
          <a:xfrm>
            <a:off x="4767863" y="2764173"/>
            <a:ext cx="0" cy="315300"/>
          </a:xfrm>
          <a:prstGeom prst="straightConnector1">
            <a:avLst/>
          </a:prstGeom>
          <a:noFill/>
          <a:ln w="19050" cap="flat" cmpd="sng">
            <a:solidFill>
              <a:schemeClr val="dk2"/>
            </a:solidFill>
            <a:prstDash val="solid"/>
            <a:round/>
            <a:headEnd type="none" w="med" len="med"/>
            <a:tailEnd type="none" w="med" len="med"/>
          </a:ln>
        </p:spPr>
      </p:cxnSp>
      <p:cxnSp>
        <p:nvCxnSpPr>
          <p:cNvPr id="1502" name="Google Shape;1502;p116"/>
          <p:cNvCxnSpPr/>
          <p:nvPr/>
        </p:nvCxnSpPr>
        <p:spPr>
          <a:xfrm>
            <a:off x="6264713" y="2334623"/>
            <a:ext cx="0" cy="315300"/>
          </a:xfrm>
          <a:prstGeom prst="straightConnector1">
            <a:avLst/>
          </a:prstGeom>
          <a:noFill/>
          <a:ln w="19050" cap="flat" cmpd="sng">
            <a:solidFill>
              <a:schemeClr val="dk2"/>
            </a:solidFill>
            <a:prstDash val="solid"/>
            <a:round/>
            <a:headEnd type="none" w="med" len="med"/>
            <a:tailEnd type="none" w="med" len="med"/>
          </a:ln>
        </p:spPr>
      </p:cxnSp>
      <p:cxnSp>
        <p:nvCxnSpPr>
          <p:cNvPr id="1503" name="Google Shape;1503;p116"/>
          <p:cNvCxnSpPr/>
          <p:nvPr/>
        </p:nvCxnSpPr>
        <p:spPr>
          <a:xfrm>
            <a:off x="7761563" y="2772723"/>
            <a:ext cx="0" cy="315300"/>
          </a:xfrm>
          <a:prstGeom prst="straightConnector1">
            <a:avLst/>
          </a:prstGeom>
          <a:noFill/>
          <a:ln w="19050" cap="flat" cmpd="sng">
            <a:solidFill>
              <a:schemeClr val="dk2"/>
            </a:solidFill>
            <a:prstDash val="solid"/>
            <a:round/>
            <a:headEnd type="none" w="med" len="med"/>
            <a:tailEnd type="none" w="med" len="med"/>
          </a:ln>
        </p:spPr>
      </p:cxnSp>
      <p:sp>
        <p:nvSpPr>
          <p:cNvPr id="1504" name="Google Shape;1504;p116"/>
          <p:cNvSpPr/>
          <p:nvPr/>
        </p:nvSpPr>
        <p:spPr>
          <a:xfrm>
            <a:off x="8563023" y="2615299"/>
            <a:ext cx="123789" cy="141446"/>
          </a:xfrm>
          <a:custGeom>
            <a:avLst/>
            <a:gdLst/>
            <a:ahLst/>
            <a:cxnLst/>
            <a:rect l="l" t="t" r="r" b="b"/>
            <a:pathLst>
              <a:path w="184073" h="209550" extrusionOk="0">
                <a:moveTo>
                  <a:pt x="7715" y="0"/>
                </a:moveTo>
                <a:lnTo>
                  <a:pt x="6638" y="359"/>
                </a:lnTo>
                <a:lnTo>
                  <a:pt x="5562" y="718"/>
                </a:lnTo>
                <a:lnTo>
                  <a:pt x="4665" y="1256"/>
                </a:lnTo>
                <a:lnTo>
                  <a:pt x="3588" y="1794"/>
                </a:lnTo>
                <a:lnTo>
                  <a:pt x="2691" y="2512"/>
                </a:lnTo>
                <a:lnTo>
                  <a:pt x="1973" y="3409"/>
                </a:lnTo>
                <a:lnTo>
                  <a:pt x="1435" y="4306"/>
                </a:lnTo>
                <a:lnTo>
                  <a:pt x="897" y="5382"/>
                </a:lnTo>
                <a:lnTo>
                  <a:pt x="359" y="6459"/>
                </a:lnTo>
                <a:lnTo>
                  <a:pt x="179" y="7715"/>
                </a:lnTo>
                <a:lnTo>
                  <a:pt x="0" y="8970"/>
                </a:lnTo>
                <a:lnTo>
                  <a:pt x="0" y="104775"/>
                </a:lnTo>
                <a:lnTo>
                  <a:pt x="0" y="200580"/>
                </a:lnTo>
                <a:lnTo>
                  <a:pt x="179" y="201835"/>
                </a:lnTo>
                <a:lnTo>
                  <a:pt x="359" y="203091"/>
                </a:lnTo>
                <a:lnTo>
                  <a:pt x="897" y="204168"/>
                </a:lnTo>
                <a:lnTo>
                  <a:pt x="1435" y="205244"/>
                </a:lnTo>
                <a:lnTo>
                  <a:pt x="1973" y="206141"/>
                </a:lnTo>
                <a:lnTo>
                  <a:pt x="2691" y="207038"/>
                </a:lnTo>
                <a:lnTo>
                  <a:pt x="3588" y="207756"/>
                </a:lnTo>
                <a:lnTo>
                  <a:pt x="4665" y="208294"/>
                </a:lnTo>
                <a:lnTo>
                  <a:pt x="5562" y="208832"/>
                </a:lnTo>
                <a:lnTo>
                  <a:pt x="6638" y="209191"/>
                </a:lnTo>
                <a:lnTo>
                  <a:pt x="7715" y="209550"/>
                </a:lnTo>
                <a:lnTo>
                  <a:pt x="10047" y="209550"/>
                </a:lnTo>
                <a:lnTo>
                  <a:pt x="11303" y="209371"/>
                </a:lnTo>
                <a:lnTo>
                  <a:pt x="12379" y="208832"/>
                </a:lnTo>
                <a:lnTo>
                  <a:pt x="13635" y="208294"/>
                </a:lnTo>
                <a:lnTo>
                  <a:pt x="179408" y="112669"/>
                </a:lnTo>
                <a:lnTo>
                  <a:pt x="180485" y="111951"/>
                </a:lnTo>
                <a:lnTo>
                  <a:pt x="181382" y="111054"/>
                </a:lnTo>
                <a:lnTo>
                  <a:pt x="182279" y="110157"/>
                </a:lnTo>
                <a:lnTo>
                  <a:pt x="182817" y="109081"/>
                </a:lnTo>
                <a:lnTo>
                  <a:pt x="183355" y="108184"/>
                </a:lnTo>
                <a:lnTo>
                  <a:pt x="183714" y="107107"/>
                </a:lnTo>
                <a:lnTo>
                  <a:pt x="183894" y="105851"/>
                </a:lnTo>
                <a:lnTo>
                  <a:pt x="184073" y="104775"/>
                </a:lnTo>
                <a:lnTo>
                  <a:pt x="183894" y="103699"/>
                </a:lnTo>
                <a:lnTo>
                  <a:pt x="183714" y="102443"/>
                </a:lnTo>
                <a:lnTo>
                  <a:pt x="183355" y="101366"/>
                </a:lnTo>
                <a:lnTo>
                  <a:pt x="182817" y="100469"/>
                </a:lnTo>
                <a:lnTo>
                  <a:pt x="182279" y="99393"/>
                </a:lnTo>
                <a:lnTo>
                  <a:pt x="181382" y="98496"/>
                </a:lnTo>
                <a:lnTo>
                  <a:pt x="180485" y="97599"/>
                </a:lnTo>
                <a:lnTo>
                  <a:pt x="179408" y="96881"/>
                </a:lnTo>
                <a:lnTo>
                  <a:pt x="13635" y="1256"/>
                </a:lnTo>
                <a:lnTo>
                  <a:pt x="12379" y="718"/>
                </a:lnTo>
                <a:lnTo>
                  <a:pt x="11303" y="179"/>
                </a:lnTo>
                <a:lnTo>
                  <a:pt x="10047"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5" name="Google Shape;1505;p116"/>
          <p:cNvSpPr>
            <a:spLocks noGrp="1"/>
          </p:cNvSpPr>
          <p:nvPr>
            <p:ph type="pic" idx="2"/>
          </p:nvPr>
        </p:nvSpPr>
        <p:spPr>
          <a:xfrm>
            <a:off x="2971475" y="1152463"/>
            <a:ext cx="599100" cy="599100"/>
          </a:xfrm>
          <a:prstGeom prst="roundRect">
            <a:avLst>
              <a:gd name="adj" fmla="val 16667"/>
            </a:avLst>
          </a:prstGeom>
          <a:noFill/>
          <a:ln>
            <a:noFill/>
          </a:ln>
        </p:spPr>
      </p:sp>
      <p:sp>
        <p:nvSpPr>
          <p:cNvPr id="1506" name="Google Shape;1506;p116"/>
          <p:cNvSpPr>
            <a:spLocks noGrp="1"/>
          </p:cNvSpPr>
          <p:nvPr>
            <p:ph type="pic" idx="3"/>
          </p:nvPr>
        </p:nvSpPr>
        <p:spPr>
          <a:xfrm>
            <a:off x="5956925" y="1152463"/>
            <a:ext cx="599100" cy="599100"/>
          </a:xfrm>
          <a:prstGeom prst="roundRect">
            <a:avLst>
              <a:gd name="adj" fmla="val 16667"/>
            </a:avLst>
          </a:prstGeom>
          <a:noFill/>
          <a:ln>
            <a:noFill/>
          </a:ln>
        </p:spPr>
      </p:sp>
      <p:sp>
        <p:nvSpPr>
          <p:cNvPr id="1507" name="Google Shape;1507;p116"/>
          <p:cNvSpPr>
            <a:spLocks noGrp="1"/>
          </p:cNvSpPr>
          <p:nvPr>
            <p:ph type="pic" idx="4"/>
          </p:nvPr>
        </p:nvSpPr>
        <p:spPr>
          <a:xfrm>
            <a:off x="7462025" y="3164213"/>
            <a:ext cx="599100" cy="599100"/>
          </a:xfrm>
          <a:prstGeom prst="roundRect">
            <a:avLst>
              <a:gd name="adj" fmla="val 16667"/>
            </a:avLst>
          </a:prstGeom>
          <a:noFill/>
          <a:ln>
            <a:noFill/>
          </a:ln>
        </p:spPr>
      </p:sp>
      <p:sp>
        <p:nvSpPr>
          <p:cNvPr id="1508" name="Google Shape;1508;p116"/>
          <p:cNvSpPr>
            <a:spLocks noGrp="1"/>
          </p:cNvSpPr>
          <p:nvPr>
            <p:ph type="pic" idx="5"/>
          </p:nvPr>
        </p:nvSpPr>
        <p:spPr>
          <a:xfrm>
            <a:off x="4464188" y="3164213"/>
            <a:ext cx="599100" cy="599100"/>
          </a:xfrm>
          <a:prstGeom prst="roundRect">
            <a:avLst>
              <a:gd name="adj" fmla="val 16667"/>
            </a:avLst>
          </a:prstGeom>
          <a:noFill/>
          <a:ln>
            <a:noFill/>
          </a:ln>
        </p:spPr>
      </p:sp>
      <p:sp>
        <p:nvSpPr>
          <p:cNvPr id="1509" name="Google Shape;1509;p116"/>
          <p:cNvSpPr>
            <a:spLocks noGrp="1"/>
          </p:cNvSpPr>
          <p:nvPr>
            <p:ph type="pic" idx="6"/>
          </p:nvPr>
        </p:nvSpPr>
        <p:spPr>
          <a:xfrm>
            <a:off x="1561288" y="3164213"/>
            <a:ext cx="599100" cy="599100"/>
          </a:xfrm>
          <a:prstGeom prst="roundRect">
            <a:avLst>
              <a:gd name="adj" fmla="val 16667"/>
            </a:avLst>
          </a:prstGeom>
          <a:noFill/>
          <a:ln>
            <a:noFill/>
          </a:ln>
        </p:spPr>
      </p:sp>
      <p:sp>
        <p:nvSpPr>
          <p:cNvPr id="1510" name="Google Shape;1510;p116"/>
          <p:cNvSpPr txBox="1">
            <a:spLocks noGrp="1"/>
          </p:cNvSpPr>
          <p:nvPr>
            <p:ph type="subTitle" idx="1"/>
          </p:nvPr>
        </p:nvSpPr>
        <p:spPr>
          <a:xfrm>
            <a:off x="2480975" y="1829250"/>
            <a:ext cx="1580100" cy="398100"/>
          </a:xfrm>
          <a:prstGeom prst="rect">
            <a:avLst/>
          </a:prstGeom>
        </p:spPr>
        <p:txBody>
          <a:bodyPr spcFirstLastPara="1" wrap="square" lIns="0" tIns="0" rIns="0" bIns="0" anchor="t" anchorCtr="0">
            <a:normAutofit/>
          </a:bodyPr>
          <a:lstStyle>
            <a:lvl1pPr lvl="0" algn="ctr" rtl="0">
              <a:spcBef>
                <a:spcPts val="0"/>
              </a:spcBef>
              <a:spcAft>
                <a:spcPts val="0"/>
              </a:spcAft>
              <a:buClr>
                <a:schemeClr val="dk2"/>
              </a:buClr>
              <a:buSzPts val="1000"/>
              <a:buNone/>
              <a:defRPr sz="1000">
                <a:solidFill>
                  <a:schemeClr val="dk2"/>
                </a:solidFill>
              </a:defRPr>
            </a:lvl1pPr>
            <a:lvl2pPr lvl="1" algn="ctr" rtl="0">
              <a:spcBef>
                <a:spcPts val="0"/>
              </a:spcBef>
              <a:spcAft>
                <a:spcPts val="0"/>
              </a:spcAft>
              <a:buClr>
                <a:schemeClr val="dk1"/>
              </a:buClr>
              <a:buSzPts val="1000"/>
              <a:buNone/>
              <a:defRPr sz="1000"/>
            </a:lvl2pPr>
            <a:lvl3pPr lvl="2" algn="ctr" rtl="0">
              <a:spcBef>
                <a:spcPts val="0"/>
              </a:spcBef>
              <a:spcAft>
                <a:spcPts val="0"/>
              </a:spcAft>
              <a:buClr>
                <a:schemeClr val="dk1"/>
              </a:buClr>
              <a:buSzPts val="1000"/>
              <a:buNone/>
              <a:defRPr sz="1000"/>
            </a:lvl3pPr>
            <a:lvl4pPr lvl="3" algn="ctr" rtl="0">
              <a:spcBef>
                <a:spcPts val="0"/>
              </a:spcBef>
              <a:spcAft>
                <a:spcPts val="0"/>
              </a:spcAft>
              <a:buClr>
                <a:schemeClr val="dk1"/>
              </a:buClr>
              <a:buSzPts val="1000"/>
              <a:buNone/>
              <a:defRPr sz="1000"/>
            </a:lvl4pPr>
            <a:lvl5pPr lvl="4" algn="ctr" rtl="0">
              <a:spcBef>
                <a:spcPts val="0"/>
              </a:spcBef>
              <a:spcAft>
                <a:spcPts val="0"/>
              </a:spcAft>
              <a:buSzPts val="1000"/>
              <a:buNone/>
              <a:defRPr sz="1000"/>
            </a:lvl5pPr>
            <a:lvl6pPr lvl="5" algn="ctr" rtl="0">
              <a:spcBef>
                <a:spcPts val="0"/>
              </a:spcBef>
              <a:spcAft>
                <a:spcPts val="0"/>
              </a:spcAft>
              <a:buSzPts val="1000"/>
              <a:buNone/>
              <a:defRPr sz="1000"/>
            </a:lvl6pPr>
            <a:lvl7pPr lvl="6" algn="ctr" rtl="0">
              <a:spcBef>
                <a:spcPts val="0"/>
              </a:spcBef>
              <a:spcAft>
                <a:spcPts val="0"/>
              </a:spcAft>
              <a:buSzPts val="1000"/>
              <a:buNone/>
              <a:defRPr sz="1000"/>
            </a:lvl7pPr>
            <a:lvl8pPr lvl="7" algn="ctr" rtl="0">
              <a:spcBef>
                <a:spcPts val="0"/>
              </a:spcBef>
              <a:spcAft>
                <a:spcPts val="0"/>
              </a:spcAft>
              <a:buSzPts val="1000"/>
              <a:buNone/>
              <a:defRPr sz="1000"/>
            </a:lvl8pPr>
            <a:lvl9pPr lvl="8" algn="ctr" rtl="0">
              <a:spcBef>
                <a:spcPts val="0"/>
              </a:spcBef>
              <a:spcAft>
                <a:spcPts val="0"/>
              </a:spcAft>
              <a:buSzPts val="1000"/>
              <a:buNone/>
              <a:defRPr sz="1000"/>
            </a:lvl9pPr>
          </a:lstStyle>
          <a:p>
            <a:endParaRPr/>
          </a:p>
        </p:txBody>
      </p:sp>
      <p:sp>
        <p:nvSpPr>
          <p:cNvPr id="1511" name="Google Shape;1511;p116"/>
          <p:cNvSpPr txBox="1">
            <a:spLocks noGrp="1"/>
          </p:cNvSpPr>
          <p:nvPr>
            <p:ph type="subTitle" idx="7"/>
          </p:nvPr>
        </p:nvSpPr>
        <p:spPr>
          <a:xfrm>
            <a:off x="5433575" y="1844050"/>
            <a:ext cx="1662300" cy="398100"/>
          </a:xfrm>
          <a:prstGeom prst="rect">
            <a:avLst/>
          </a:prstGeom>
        </p:spPr>
        <p:txBody>
          <a:bodyPr spcFirstLastPara="1" wrap="square" lIns="0" tIns="0" rIns="0" bIns="0" anchor="t" anchorCtr="0">
            <a:normAutofit/>
          </a:bodyPr>
          <a:lstStyle>
            <a:lvl1pPr lvl="0" algn="ctr" rtl="0">
              <a:spcBef>
                <a:spcPts val="0"/>
              </a:spcBef>
              <a:spcAft>
                <a:spcPts val="0"/>
              </a:spcAft>
              <a:buClr>
                <a:schemeClr val="dk2"/>
              </a:buClr>
              <a:buSzPts val="1000"/>
              <a:buNone/>
              <a:defRPr sz="1000">
                <a:solidFill>
                  <a:schemeClr val="dk2"/>
                </a:solidFill>
              </a:defRPr>
            </a:lvl1pPr>
            <a:lvl2pPr lvl="1" algn="ctr" rtl="0">
              <a:spcBef>
                <a:spcPts val="0"/>
              </a:spcBef>
              <a:spcAft>
                <a:spcPts val="0"/>
              </a:spcAft>
              <a:buClr>
                <a:schemeClr val="dk1"/>
              </a:buClr>
              <a:buSzPts val="1000"/>
              <a:buNone/>
              <a:defRPr sz="1000"/>
            </a:lvl2pPr>
            <a:lvl3pPr lvl="2" algn="ctr" rtl="0">
              <a:spcBef>
                <a:spcPts val="0"/>
              </a:spcBef>
              <a:spcAft>
                <a:spcPts val="0"/>
              </a:spcAft>
              <a:buClr>
                <a:schemeClr val="dk1"/>
              </a:buClr>
              <a:buSzPts val="1000"/>
              <a:buNone/>
              <a:defRPr sz="1000"/>
            </a:lvl3pPr>
            <a:lvl4pPr lvl="3" algn="ctr" rtl="0">
              <a:spcBef>
                <a:spcPts val="0"/>
              </a:spcBef>
              <a:spcAft>
                <a:spcPts val="0"/>
              </a:spcAft>
              <a:buClr>
                <a:schemeClr val="dk1"/>
              </a:buClr>
              <a:buSzPts val="1000"/>
              <a:buNone/>
              <a:defRPr sz="1000"/>
            </a:lvl4pPr>
            <a:lvl5pPr lvl="4" algn="ctr" rtl="0">
              <a:spcBef>
                <a:spcPts val="0"/>
              </a:spcBef>
              <a:spcAft>
                <a:spcPts val="0"/>
              </a:spcAft>
              <a:buSzPts val="1000"/>
              <a:buNone/>
              <a:defRPr sz="1000"/>
            </a:lvl5pPr>
            <a:lvl6pPr lvl="5" algn="ctr" rtl="0">
              <a:spcBef>
                <a:spcPts val="0"/>
              </a:spcBef>
              <a:spcAft>
                <a:spcPts val="0"/>
              </a:spcAft>
              <a:buSzPts val="1000"/>
              <a:buNone/>
              <a:defRPr sz="1000"/>
            </a:lvl6pPr>
            <a:lvl7pPr lvl="6" algn="ctr" rtl="0">
              <a:spcBef>
                <a:spcPts val="0"/>
              </a:spcBef>
              <a:spcAft>
                <a:spcPts val="0"/>
              </a:spcAft>
              <a:buSzPts val="1000"/>
              <a:buNone/>
              <a:defRPr sz="1000"/>
            </a:lvl7pPr>
            <a:lvl8pPr lvl="7" algn="ctr" rtl="0">
              <a:spcBef>
                <a:spcPts val="0"/>
              </a:spcBef>
              <a:spcAft>
                <a:spcPts val="0"/>
              </a:spcAft>
              <a:buSzPts val="1000"/>
              <a:buNone/>
              <a:defRPr sz="1000"/>
            </a:lvl8pPr>
            <a:lvl9pPr lvl="8" algn="ctr" rtl="0">
              <a:spcBef>
                <a:spcPts val="0"/>
              </a:spcBef>
              <a:spcAft>
                <a:spcPts val="0"/>
              </a:spcAft>
              <a:buSzPts val="1000"/>
              <a:buNone/>
              <a:defRPr sz="1000"/>
            </a:lvl9pPr>
          </a:lstStyle>
          <a:p>
            <a:endParaRPr/>
          </a:p>
        </p:txBody>
      </p:sp>
      <p:sp>
        <p:nvSpPr>
          <p:cNvPr id="1512" name="Google Shape;1512;p116"/>
          <p:cNvSpPr txBox="1">
            <a:spLocks noGrp="1"/>
          </p:cNvSpPr>
          <p:nvPr>
            <p:ph type="subTitle" idx="8"/>
          </p:nvPr>
        </p:nvSpPr>
        <p:spPr>
          <a:xfrm>
            <a:off x="6930425" y="3862284"/>
            <a:ext cx="1662300" cy="398100"/>
          </a:xfrm>
          <a:prstGeom prst="rect">
            <a:avLst/>
          </a:prstGeom>
        </p:spPr>
        <p:txBody>
          <a:bodyPr spcFirstLastPara="1" wrap="square" lIns="0" tIns="0" rIns="0" bIns="0" anchor="t" anchorCtr="0">
            <a:normAutofit/>
          </a:bodyPr>
          <a:lstStyle>
            <a:lvl1pPr lvl="0" algn="ctr" rtl="0">
              <a:spcBef>
                <a:spcPts val="0"/>
              </a:spcBef>
              <a:spcAft>
                <a:spcPts val="0"/>
              </a:spcAft>
              <a:buClr>
                <a:schemeClr val="dk2"/>
              </a:buClr>
              <a:buSzPts val="1000"/>
              <a:buNone/>
              <a:defRPr sz="1000">
                <a:solidFill>
                  <a:schemeClr val="dk2"/>
                </a:solidFill>
              </a:defRPr>
            </a:lvl1pPr>
            <a:lvl2pPr lvl="1" algn="ctr" rtl="0">
              <a:spcBef>
                <a:spcPts val="0"/>
              </a:spcBef>
              <a:spcAft>
                <a:spcPts val="0"/>
              </a:spcAft>
              <a:buClr>
                <a:schemeClr val="dk1"/>
              </a:buClr>
              <a:buSzPts val="1000"/>
              <a:buNone/>
              <a:defRPr sz="1000"/>
            </a:lvl2pPr>
            <a:lvl3pPr lvl="2" algn="ctr" rtl="0">
              <a:spcBef>
                <a:spcPts val="0"/>
              </a:spcBef>
              <a:spcAft>
                <a:spcPts val="0"/>
              </a:spcAft>
              <a:buClr>
                <a:schemeClr val="dk1"/>
              </a:buClr>
              <a:buSzPts val="1000"/>
              <a:buNone/>
              <a:defRPr sz="1000"/>
            </a:lvl3pPr>
            <a:lvl4pPr lvl="3" algn="ctr" rtl="0">
              <a:spcBef>
                <a:spcPts val="0"/>
              </a:spcBef>
              <a:spcAft>
                <a:spcPts val="0"/>
              </a:spcAft>
              <a:buClr>
                <a:schemeClr val="dk1"/>
              </a:buClr>
              <a:buSzPts val="1000"/>
              <a:buNone/>
              <a:defRPr sz="1000"/>
            </a:lvl4pPr>
            <a:lvl5pPr lvl="4" algn="ctr" rtl="0">
              <a:spcBef>
                <a:spcPts val="0"/>
              </a:spcBef>
              <a:spcAft>
                <a:spcPts val="0"/>
              </a:spcAft>
              <a:buSzPts val="1000"/>
              <a:buNone/>
              <a:defRPr sz="1000"/>
            </a:lvl5pPr>
            <a:lvl6pPr lvl="5" algn="ctr" rtl="0">
              <a:spcBef>
                <a:spcPts val="0"/>
              </a:spcBef>
              <a:spcAft>
                <a:spcPts val="0"/>
              </a:spcAft>
              <a:buSzPts val="1000"/>
              <a:buNone/>
              <a:defRPr sz="1000"/>
            </a:lvl6pPr>
            <a:lvl7pPr lvl="6" algn="ctr" rtl="0">
              <a:spcBef>
                <a:spcPts val="0"/>
              </a:spcBef>
              <a:spcAft>
                <a:spcPts val="0"/>
              </a:spcAft>
              <a:buSzPts val="1000"/>
              <a:buNone/>
              <a:defRPr sz="1000"/>
            </a:lvl7pPr>
            <a:lvl8pPr lvl="7" algn="ctr" rtl="0">
              <a:spcBef>
                <a:spcPts val="0"/>
              </a:spcBef>
              <a:spcAft>
                <a:spcPts val="0"/>
              </a:spcAft>
              <a:buSzPts val="1000"/>
              <a:buNone/>
              <a:defRPr sz="1000"/>
            </a:lvl8pPr>
            <a:lvl9pPr lvl="8" algn="ctr" rtl="0">
              <a:spcBef>
                <a:spcPts val="0"/>
              </a:spcBef>
              <a:spcAft>
                <a:spcPts val="0"/>
              </a:spcAft>
              <a:buSzPts val="1000"/>
              <a:buNone/>
              <a:defRPr sz="1000"/>
            </a:lvl9pPr>
          </a:lstStyle>
          <a:p>
            <a:endParaRPr/>
          </a:p>
        </p:txBody>
      </p:sp>
      <p:sp>
        <p:nvSpPr>
          <p:cNvPr id="1513" name="Google Shape;1513;p116"/>
          <p:cNvSpPr txBox="1">
            <a:spLocks noGrp="1"/>
          </p:cNvSpPr>
          <p:nvPr>
            <p:ph type="subTitle" idx="9"/>
          </p:nvPr>
        </p:nvSpPr>
        <p:spPr>
          <a:xfrm>
            <a:off x="3932600" y="3870834"/>
            <a:ext cx="1662300" cy="398100"/>
          </a:xfrm>
          <a:prstGeom prst="rect">
            <a:avLst/>
          </a:prstGeom>
        </p:spPr>
        <p:txBody>
          <a:bodyPr spcFirstLastPara="1" wrap="square" lIns="0" tIns="0" rIns="0" bIns="0" anchor="t" anchorCtr="0">
            <a:normAutofit/>
          </a:bodyPr>
          <a:lstStyle>
            <a:lvl1pPr lvl="0" algn="ctr" rtl="0">
              <a:spcBef>
                <a:spcPts val="0"/>
              </a:spcBef>
              <a:spcAft>
                <a:spcPts val="0"/>
              </a:spcAft>
              <a:buClr>
                <a:schemeClr val="dk2"/>
              </a:buClr>
              <a:buSzPts val="1000"/>
              <a:buNone/>
              <a:defRPr sz="1000">
                <a:solidFill>
                  <a:schemeClr val="dk2"/>
                </a:solidFill>
              </a:defRPr>
            </a:lvl1pPr>
            <a:lvl2pPr lvl="1" algn="ctr" rtl="0">
              <a:spcBef>
                <a:spcPts val="0"/>
              </a:spcBef>
              <a:spcAft>
                <a:spcPts val="0"/>
              </a:spcAft>
              <a:buClr>
                <a:schemeClr val="dk1"/>
              </a:buClr>
              <a:buSzPts val="1000"/>
              <a:buNone/>
              <a:defRPr sz="1000"/>
            </a:lvl2pPr>
            <a:lvl3pPr lvl="2" algn="ctr" rtl="0">
              <a:spcBef>
                <a:spcPts val="0"/>
              </a:spcBef>
              <a:spcAft>
                <a:spcPts val="0"/>
              </a:spcAft>
              <a:buClr>
                <a:schemeClr val="dk1"/>
              </a:buClr>
              <a:buSzPts val="1000"/>
              <a:buNone/>
              <a:defRPr sz="1000"/>
            </a:lvl3pPr>
            <a:lvl4pPr lvl="3" algn="ctr" rtl="0">
              <a:spcBef>
                <a:spcPts val="0"/>
              </a:spcBef>
              <a:spcAft>
                <a:spcPts val="0"/>
              </a:spcAft>
              <a:buClr>
                <a:schemeClr val="dk1"/>
              </a:buClr>
              <a:buSzPts val="1000"/>
              <a:buNone/>
              <a:defRPr sz="1000"/>
            </a:lvl4pPr>
            <a:lvl5pPr lvl="4" algn="ctr" rtl="0">
              <a:spcBef>
                <a:spcPts val="0"/>
              </a:spcBef>
              <a:spcAft>
                <a:spcPts val="0"/>
              </a:spcAft>
              <a:buSzPts val="1000"/>
              <a:buNone/>
              <a:defRPr sz="1000"/>
            </a:lvl5pPr>
            <a:lvl6pPr lvl="5" algn="ctr" rtl="0">
              <a:spcBef>
                <a:spcPts val="0"/>
              </a:spcBef>
              <a:spcAft>
                <a:spcPts val="0"/>
              </a:spcAft>
              <a:buSzPts val="1000"/>
              <a:buNone/>
              <a:defRPr sz="1000"/>
            </a:lvl6pPr>
            <a:lvl7pPr lvl="6" algn="ctr" rtl="0">
              <a:spcBef>
                <a:spcPts val="0"/>
              </a:spcBef>
              <a:spcAft>
                <a:spcPts val="0"/>
              </a:spcAft>
              <a:buSzPts val="1000"/>
              <a:buNone/>
              <a:defRPr sz="1000"/>
            </a:lvl7pPr>
            <a:lvl8pPr lvl="7" algn="ctr" rtl="0">
              <a:spcBef>
                <a:spcPts val="0"/>
              </a:spcBef>
              <a:spcAft>
                <a:spcPts val="0"/>
              </a:spcAft>
              <a:buSzPts val="1000"/>
              <a:buNone/>
              <a:defRPr sz="1000"/>
            </a:lvl8pPr>
            <a:lvl9pPr lvl="8" algn="ctr" rtl="0">
              <a:spcBef>
                <a:spcPts val="0"/>
              </a:spcBef>
              <a:spcAft>
                <a:spcPts val="0"/>
              </a:spcAft>
              <a:buSzPts val="1000"/>
              <a:buNone/>
              <a:defRPr sz="1000"/>
            </a:lvl9pPr>
          </a:lstStyle>
          <a:p>
            <a:endParaRPr/>
          </a:p>
        </p:txBody>
      </p:sp>
      <p:sp>
        <p:nvSpPr>
          <p:cNvPr id="1514" name="Google Shape;1514;p116"/>
          <p:cNvSpPr txBox="1">
            <a:spLocks noGrp="1"/>
          </p:cNvSpPr>
          <p:nvPr>
            <p:ph type="subTitle" idx="13"/>
          </p:nvPr>
        </p:nvSpPr>
        <p:spPr>
          <a:xfrm>
            <a:off x="992475" y="3862271"/>
            <a:ext cx="1736700" cy="398100"/>
          </a:xfrm>
          <a:prstGeom prst="rect">
            <a:avLst/>
          </a:prstGeom>
        </p:spPr>
        <p:txBody>
          <a:bodyPr spcFirstLastPara="1" wrap="square" lIns="0" tIns="0" rIns="0" bIns="0" anchor="t" anchorCtr="0">
            <a:normAutofit/>
          </a:bodyPr>
          <a:lstStyle>
            <a:lvl1pPr lvl="0" algn="ctr" rtl="0">
              <a:spcBef>
                <a:spcPts val="0"/>
              </a:spcBef>
              <a:spcAft>
                <a:spcPts val="0"/>
              </a:spcAft>
              <a:buClr>
                <a:schemeClr val="dk2"/>
              </a:buClr>
              <a:buSzPts val="1000"/>
              <a:buNone/>
              <a:defRPr sz="1000">
                <a:solidFill>
                  <a:schemeClr val="dk2"/>
                </a:solidFill>
              </a:defRPr>
            </a:lvl1pPr>
            <a:lvl2pPr lvl="1" algn="ctr" rtl="0">
              <a:spcBef>
                <a:spcPts val="0"/>
              </a:spcBef>
              <a:spcAft>
                <a:spcPts val="0"/>
              </a:spcAft>
              <a:buClr>
                <a:schemeClr val="dk1"/>
              </a:buClr>
              <a:buSzPts val="1000"/>
              <a:buNone/>
              <a:defRPr sz="1000"/>
            </a:lvl2pPr>
            <a:lvl3pPr lvl="2" algn="ctr" rtl="0">
              <a:spcBef>
                <a:spcPts val="0"/>
              </a:spcBef>
              <a:spcAft>
                <a:spcPts val="0"/>
              </a:spcAft>
              <a:buClr>
                <a:schemeClr val="dk1"/>
              </a:buClr>
              <a:buSzPts val="1000"/>
              <a:buNone/>
              <a:defRPr sz="1000"/>
            </a:lvl3pPr>
            <a:lvl4pPr lvl="3" algn="ctr" rtl="0">
              <a:spcBef>
                <a:spcPts val="0"/>
              </a:spcBef>
              <a:spcAft>
                <a:spcPts val="0"/>
              </a:spcAft>
              <a:buClr>
                <a:schemeClr val="dk1"/>
              </a:buClr>
              <a:buSzPts val="1000"/>
              <a:buNone/>
              <a:defRPr sz="1000"/>
            </a:lvl4pPr>
            <a:lvl5pPr lvl="4" algn="ctr" rtl="0">
              <a:spcBef>
                <a:spcPts val="0"/>
              </a:spcBef>
              <a:spcAft>
                <a:spcPts val="0"/>
              </a:spcAft>
              <a:buSzPts val="1000"/>
              <a:buNone/>
              <a:defRPr sz="1000"/>
            </a:lvl5pPr>
            <a:lvl6pPr lvl="5" algn="ctr" rtl="0">
              <a:spcBef>
                <a:spcPts val="0"/>
              </a:spcBef>
              <a:spcAft>
                <a:spcPts val="0"/>
              </a:spcAft>
              <a:buSzPts val="1000"/>
              <a:buNone/>
              <a:defRPr sz="1000"/>
            </a:lvl6pPr>
            <a:lvl7pPr lvl="6" algn="ctr" rtl="0">
              <a:spcBef>
                <a:spcPts val="0"/>
              </a:spcBef>
              <a:spcAft>
                <a:spcPts val="0"/>
              </a:spcAft>
              <a:buSzPts val="1000"/>
              <a:buNone/>
              <a:defRPr sz="1000"/>
            </a:lvl7pPr>
            <a:lvl8pPr lvl="7" algn="ctr" rtl="0">
              <a:spcBef>
                <a:spcPts val="0"/>
              </a:spcBef>
              <a:spcAft>
                <a:spcPts val="0"/>
              </a:spcAft>
              <a:buSzPts val="1000"/>
              <a:buNone/>
              <a:defRPr sz="1000"/>
            </a:lvl8pPr>
            <a:lvl9pPr lvl="8" algn="ctr" rtl="0">
              <a:spcBef>
                <a:spcPts val="0"/>
              </a:spcBef>
              <a:spcAft>
                <a:spcPts val="0"/>
              </a:spcAft>
              <a:buSzPts val="1000"/>
              <a:buNone/>
              <a:defRPr sz="1000"/>
            </a:lvl9pPr>
          </a:lstStyle>
          <a:p>
            <a:endParaRPr/>
          </a:p>
        </p:txBody>
      </p:sp>
      <p:sp>
        <p:nvSpPr>
          <p:cNvPr id="1515" name="Google Shape;1515;p116"/>
          <p:cNvSpPr txBox="1">
            <a:spLocks noGrp="1"/>
          </p:cNvSpPr>
          <p:nvPr>
            <p:ph type="subTitle" idx="14"/>
          </p:nvPr>
        </p:nvSpPr>
        <p:spPr>
          <a:xfrm>
            <a:off x="1188675" y="2136050"/>
            <a:ext cx="1344300" cy="398100"/>
          </a:xfrm>
          <a:prstGeom prst="rect">
            <a:avLst/>
          </a:prstGeom>
        </p:spPr>
        <p:txBody>
          <a:bodyPr spcFirstLastPara="1" wrap="square" lIns="0" tIns="0" rIns="0" bIns="0" anchor="b" anchorCtr="0">
            <a:normAutofit/>
          </a:bodyPr>
          <a:lstStyle>
            <a:lvl1pPr lvl="0" algn="ctr" rtl="0">
              <a:lnSpc>
                <a:spcPct val="100000"/>
              </a:lnSpc>
              <a:spcBef>
                <a:spcPts val="0"/>
              </a:spcBef>
              <a:spcAft>
                <a:spcPts val="0"/>
              </a:spcAft>
              <a:buSzPts val="1600"/>
              <a:buFont typeface="IBM Plex Sans Medium"/>
              <a:buNone/>
              <a:defRPr sz="1600">
                <a:solidFill>
                  <a:schemeClr val="accent1"/>
                </a:solidFill>
                <a:latin typeface="IBM Plex Sans Medium"/>
                <a:ea typeface="IBM Plex Sans Medium"/>
                <a:cs typeface="IBM Plex Sans Medium"/>
                <a:sym typeface="IBM Plex Sans Medium"/>
              </a:defRPr>
            </a:lvl1pPr>
            <a:lvl2pPr lvl="1" algn="ctr" rtl="0">
              <a:lnSpc>
                <a:spcPct val="100000"/>
              </a:lnSpc>
              <a:spcBef>
                <a:spcPts val="0"/>
              </a:spcBef>
              <a:spcAft>
                <a:spcPts val="0"/>
              </a:spcAft>
              <a:buClr>
                <a:schemeClr val="accent4"/>
              </a:buClr>
              <a:buSzPts val="1600"/>
              <a:buFont typeface="IBM Plex Sans Medium"/>
              <a:buNone/>
              <a:defRPr sz="1600">
                <a:solidFill>
                  <a:schemeClr val="accent4"/>
                </a:solidFill>
                <a:latin typeface="IBM Plex Sans Medium"/>
                <a:ea typeface="IBM Plex Sans Medium"/>
                <a:cs typeface="IBM Plex Sans Medium"/>
                <a:sym typeface="IBM Plex Sans Medium"/>
              </a:defRPr>
            </a:lvl2pPr>
            <a:lvl3pPr lvl="2" algn="ctr" rtl="0">
              <a:lnSpc>
                <a:spcPct val="100000"/>
              </a:lnSpc>
              <a:spcBef>
                <a:spcPts val="0"/>
              </a:spcBef>
              <a:spcAft>
                <a:spcPts val="0"/>
              </a:spcAft>
              <a:buClr>
                <a:schemeClr val="accent4"/>
              </a:buClr>
              <a:buSzPts val="1600"/>
              <a:buFont typeface="IBM Plex Sans Medium"/>
              <a:buNone/>
              <a:defRPr sz="1600">
                <a:solidFill>
                  <a:schemeClr val="accent4"/>
                </a:solidFill>
                <a:latin typeface="IBM Plex Sans Medium"/>
                <a:ea typeface="IBM Plex Sans Medium"/>
                <a:cs typeface="IBM Plex Sans Medium"/>
                <a:sym typeface="IBM Plex Sans Medium"/>
              </a:defRPr>
            </a:lvl3pPr>
            <a:lvl4pPr lvl="3" algn="ctr" rtl="0">
              <a:lnSpc>
                <a:spcPct val="100000"/>
              </a:lnSpc>
              <a:spcBef>
                <a:spcPts val="0"/>
              </a:spcBef>
              <a:spcAft>
                <a:spcPts val="0"/>
              </a:spcAft>
              <a:buClr>
                <a:schemeClr val="accent4"/>
              </a:buClr>
              <a:buSzPts val="1600"/>
              <a:buFont typeface="IBM Plex Sans Medium"/>
              <a:buNone/>
              <a:defRPr sz="1600">
                <a:solidFill>
                  <a:schemeClr val="accent4"/>
                </a:solidFill>
                <a:latin typeface="IBM Plex Sans Medium"/>
                <a:ea typeface="IBM Plex Sans Medium"/>
                <a:cs typeface="IBM Plex Sans Medium"/>
                <a:sym typeface="IBM Plex Sans Medium"/>
              </a:defRPr>
            </a:lvl4pPr>
            <a:lvl5pPr lvl="4" algn="ctr" rtl="0">
              <a:lnSpc>
                <a:spcPct val="100000"/>
              </a:lnSpc>
              <a:spcBef>
                <a:spcPts val="0"/>
              </a:spcBef>
              <a:spcAft>
                <a:spcPts val="0"/>
              </a:spcAft>
              <a:buClr>
                <a:schemeClr val="accent4"/>
              </a:buClr>
              <a:buSzPts val="1600"/>
              <a:buFont typeface="IBM Plex Sans Medium"/>
              <a:buNone/>
              <a:defRPr sz="1600">
                <a:solidFill>
                  <a:schemeClr val="accent4"/>
                </a:solidFill>
                <a:latin typeface="IBM Plex Sans Medium"/>
                <a:ea typeface="IBM Plex Sans Medium"/>
                <a:cs typeface="IBM Plex Sans Medium"/>
                <a:sym typeface="IBM Plex Sans Medium"/>
              </a:defRPr>
            </a:lvl5pPr>
            <a:lvl6pPr lvl="5" algn="ctr" rtl="0">
              <a:lnSpc>
                <a:spcPct val="100000"/>
              </a:lnSpc>
              <a:spcBef>
                <a:spcPts val="0"/>
              </a:spcBef>
              <a:spcAft>
                <a:spcPts val="0"/>
              </a:spcAft>
              <a:buClr>
                <a:schemeClr val="accent4"/>
              </a:buClr>
              <a:buSzPts val="1600"/>
              <a:buFont typeface="IBM Plex Sans Medium"/>
              <a:buNone/>
              <a:defRPr sz="1600">
                <a:solidFill>
                  <a:schemeClr val="accent4"/>
                </a:solidFill>
                <a:latin typeface="IBM Plex Sans Medium"/>
                <a:ea typeface="IBM Plex Sans Medium"/>
                <a:cs typeface="IBM Plex Sans Medium"/>
                <a:sym typeface="IBM Plex Sans Medium"/>
              </a:defRPr>
            </a:lvl6pPr>
            <a:lvl7pPr lvl="6" algn="ctr" rtl="0">
              <a:lnSpc>
                <a:spcPct val="100000"/>
              </a:lnSpc>
              <a:spcBef>
                <a:spcPts val="0"/>
              </a:spcBef>
              <a:spcAft>
                <a:spcPts val="0"/>
              </a:spcAft>
              <a:buClr>
                <a:schemeClr val="accent4"/>
              </a:buClr>
              <a:buSzPts val="1600"/>
              <a:buFont typeface="IBM Plex Sans Medium"/>
              <a:buNone/>
              <a:defRPr sz="1600">
                <a:solidFill>
                  <a:schemeClr val="accent4"/>
                </a:solidFill>
                <a:latin typeface="IBM Plex Sans Medium"/>
                <a:ea typeface="IBM Plex Sans Medium"/>
                <a:cs typeface="IBM Plex Sans Medium"/>
                <a:sym typeface="IBM Plex Sans Medium"/>
              </a:defRPr>
            </a:lvl7pPr>
            <a:lvl8pPr lvl="7" algn="ctr" rtl="0">
              <a:lnSpc>
                <a:spcPct val="100000"/>
              </a:lnSpc>
              <a:spcBef>
                <a:spcPts val="0"/>
              </a:spcBef>
              <a:spcAft>
                <a:spcPts val="0"/>
              </a:spcAft>
              <a:buClr>
                <a:schemeClr val="accent4"/>
              </a:buClr>
              <a:buSzPts val="1600"/>
              <a:buFont typeface="IBM Plex Sans Medium"/>
              <a:buNone/>
              <a:defRPr sz="1600">
                <a:solidFill>
                  <a:schemeClr val="accent4"/>
                </a:solidFill>
                <a:latin typeface="IBM Plex Sans Medium"/>
                <a:ea typeface="IBM Plex Sans Medium"/>
                <a:cs typeface="IBM Plex Sans Medium"/>
                <a:sym typeface="IBM Plex Sans Medium"/>
              </a:defRPr>
            </a:lvl8pPr>
            <a:lvl9pPr lvl="8" algn="ctr" rtl="0">
              <a:lnSpc>
                <a:spcPct val="100000"/>
              </a:lnSpc>
              <a:spcBef>
                <a:spcPts val="0"/>
              </a:spcBef>
              <a:spcAft>
                <a:spcPts val="0"/>
              </a:spcAft>
              <a:buClr>
                <a:schemeClr val="accent4"/>
              </a:buClr>
              <a:buSzPts val="1600"/>
              <a:buFont typeface="IBM Plex Sans Medium"/>
              <a:buNone/>
              <a:defRPr sz="1600">
                <a:solidFill>
                  <a:schemeClr val="accent4"/>
                </a:solidFill>
                <a:latin typeface="IBM Plex Sans Medium"/>
                <a:ea typeface="IBM Plex Sans Medium"/>
                <a:cs typeface="IBM Plex Sans Medium"/>
                <a:sym typeface="IBM Plex Sans Medium"/>
              </a:defRPr>
            </a:lvl9pPr>
          </a:lstStyle>
          <a:p>
            <a:endParaRPr/>
          </a:p>
        </p:txBody>
      </p:sp>
      <p:sp>
        <p:nvSpPr>
          <p:cNvPr id="1516" name="Google Shape;1516;p116"/>
          <p:cNvSpPr txBox="1">
            <a:spLocks noGrp="1"/>
          </p:cNvSpPr>
          <p:nvPr>
            <p:ph type="subTitle" idx="15"/>
          </p:nvPr>
        </p:nvSpPr>
        <p:spPr>
          <a:xfrm>
            <a:off x="4106150" y="2136050"/>
            <a:ext cx="1344300" cy="398100"/>
          </a:xfrm>
          <a:prstGeom prst="rect">
            <a:avLst/>
          </a:prstGeom>
        </p:spPr>
        <p:txBody>
          <a:bodyPr spcFirstLastPara="1" wrap="square" lIns="0" tIns="0" rIns="0" bIns="0" anchor="b" anchorCtr="0">
            <a:normAutofit/>
          </a:bodyPr>
          <a:lstStyle>
            <a:lvl1pPr lvl="0" algn="ctr" rtl="0">
              <a:lnSpc>
                <a:spcPct val="100000"/>
              </a:lnSpc>
              <a:spcBef>
                <a:spcPts val="0"/>
              </a:spcBef>
              <a:spcAft>
                <a:spcPts val="0"/>
              </a:spcAft>
              <a:buSzPts val="1600"/>
              <a:buFont typeface="IBM Plex Sans Medium"/>
              <a:buNone/>
              <a:defRPr sz="1600">
                <a:solidFill>
                  <a:schemeClr val="accent1"/>
                </a:solidFill>
                <a:latin typeface="IBM Plex Sans Medium"/>
                <a:ea typeface="IBM Plex Sans Medium"/>
                <a:cs typeface="IBM Plex Sans Medium"/>
                <a:sym typeface="IBM Plex Sans Medium"/>
              </a:defRPr>
            </a:lvl1pPr>
            <a:lvl2pPr lvl="1" algn="ctr" rtl="0">
              <a:lnSpc>
                <a:spcPct val="100000"/>
              </a:lnSpc>
              <a:spcBef>
                <a:spcPts val="0"/>
              </a:spcBef>
              <a:spcAft>
                <a:spcPts val="0"/>
              </a:spcAft>
              <a:buClr>
                <a:schemeClr val="accent4"/>
              </a:buClr>
              <a:buSzPts val="1600"/>
              <a:buFont typeface="IBM Plex Sans Medium"/>
              <a:buNone/>
              <a:defRPr sz="1600">
                <a:solidFill>
                  <a:schemeClr val="accent4"/>
                </a:solidFill>
                <a:latin typeface="IBM Plex Sans Medium"/>
                <a:ea typeface="IBM Plex Sans Medium"/>
                <a:cs typeface="IBM Plex Sans Medium"/>
                <a:sym typeface="IBM Plex Sans Medium"/>
              </a:defRPr>
            </a:lvl2pPr>
            <a:lvl3pPr lvl="2" algn="ctr" rtl="0">
              <a:lnSpc>
                <a:spcPct val="100000"/>
              </a:lnSpc>
              <a:spcBef>
                <a:spcPts val="0"/>
              </a:spcBef>
              <a:spcAft>
                <a:spcPts val="0"/>
              </a:spcAft>
              <a:buClr>
                <a:schemeClr val="accent4"/>
              </a:buClr>
              <a:buSzPts val="1600"/>
              <a:buFont typeface="IBM Plex Sans Medium"/>
              <a:buNone/>
              <a:defRPr sz="1600">
                <a:solidFill>
                  <a:schemeClr val="accent4"/>
                </a:solidFill>
                <a:latin typeface="IBM Plex Sans Medium"/>
                <a:ea typeface="IBM Plex Sans Medium"/>
                <a:cs typeface="IBM Plex Sans Medium"/>
                <a:sym typeface="IBM Plex Sans Medium"/>
              </a:defRPr>
            </a:lvl3pPr>
            <a:lvl4pPr lvl="3" algn="ctr" rtl="0">
              <a:lnSpc>
                <a:spcPct val="100000"/>
              </a:lnSpc>
              <a:spcBef>
                <a:spcPts val="0"/>
              </a:spcBef>
              <a:spcAft>
                <a:spcPts val="0"/>
              </a:spcAft>
              <a:buClr>
                <a:schemeClr val="accent4"/>
              </a:buClr>
              <a:buSzPts val="1600"/>
              <a:buFont typeface="IBM Plex Sans Medium"/>
              <a:buNone/>
              <a:defRPr sz="1600">
                <a:solidFill>
                  <a:schemeClr val="accent4"/>
                </a:solidFill>
                <a:latin typeface="IBM Plex Sans Medium"/>
                <a:ea typeface="IBM Plex Sans Medium"/>
                <a:cs typeface="IBM Plex Sans Medium"/>
                <a:sym typeface="IBM Plex Sans Medium"/>
              </a:defRPr>
            </a:lvl4pPr>
            <a:lvl5pPr lvl="4" algn="ctr" rtl="0">
              <a:lnSpc>
                <a:spcPct val="100000"/>
              </a:lnSpc>
              <a:spcBef>
                <a:spcPts val="0"/>
              </a:spcBef>
              <a:spcAft>
                <a:spcPts val="0"/>
              </a:spcAft>
              <a:buClr>
                <a:schemeClr val="accent4"/>
              </a:buClr>
              <a:buSzPts val="1600"/>
              <a:buFont typeface="IBM Plex Sans Medium"/>
              <a:buNone/>
              <a:defRPr sz="1600">
                <a:solidFill>
                  <a:schemeClr val="accent4"/>
                </a:solidFill>
                <a:latin typeface="IBM Plex Sans Medium"/>
                <a:ea typeface="IBM Plex Sans Medium"/>
                <a:cs typeface="IBM Plex Sans Medium"/>
                <a:sym typeface="IBM Plex Sans Medium"/>
              </a:defRPr>
            </a:lvl5pPr>
            <a:lvl6pPr lvl="5" algn="ctr" rtl="0">
              <a:lnSpc>
                <a:spcPct val="100000"/>
              </a:lnSpc>
              <a:spcBef>
                <a:spcPts val="0"/>
              </a:spcBef>
              <a:spcAft>
                <a:spcPts val="0"/>
              </a:spcAft>
              <a:buClr>
                <a:schemeClr val="accent4"/>
              </a:buClr>
              <a:buSzPts val="1600"/>
              <a:buFont typeface="IBM Plex Sans Medium"/>
              <a:buNone/>
              <a:defRPr sz="1600">
                <a:solidFill>
                  <a:schemeClr val="accent4"/>
                </a:solidFill>
                <a:latin typeface="IBM Plex Sans Medium"/>
                <a:ea typeface="IBM Plex Sans Medium"/>
                <a:cs typeface="IBM Plex Sans Medium"/>
                <a:sym typeface="IBM Plex Sans Medium"/>
              </a:defRPr>
            </a:lvl6pPr>
            <a:lvl7pPr lvl="6" algn="ctr" rtl="0">
              <a:lnSpc>
                <a:spcPct val="100000"/>
              </a:lnSpc>
              <a:spcBef>
                <a:spcPts val="0"/>
              </a:spcBef>
              <a:spcAft>
                <a:spcPts val="0"/>
              </a:spcAft>
              <a:buClr>
                <a:schemeClr val="accent4"/>
              </a:buClr>
              <a:buSzPts val="1600"/>
              <a:buFont typeface="IBM Plex Sans Medium"/>
              <a:buNone/>
              <a:defRPr sz="1600">
                <a:solidFill>
                  <a:schemeClr val="accent4"/>
                </a:solidFill>
                <a:latin typeface="IBM Plex Sans Medium"/>
                <a:ea typeface="IBM Plex Sans Medium"/>
                <a:cs typeface="IBM Plex Sans Medium"/>
                <a:sym typeface="IBM Plex Sans Medium"/>
              </a:defRPr>
            </a:lvl7pPr>
            <a:lvl8pPr lvl="7" algn="ctr" rtl="0">
              <a:lnSpc>
                <a:spcPct val="100000"/>
              </a:lnSpc>
              <a:spcBef>
                <a:spcPts val="0"/>
              </a:spcBef>
              <a:spcAft>
                <a:spcPts val="0"/>
              </a:spcAft>
              <a:buClr>
                <a:schemeClr val="accent4"/>
              </a:buClr>
              <a:buSzPts val="1600"/>
              <a:buFont typeface="IBM Plex Sans Medium"/>
              <a:buNone/>
              <a:defRPr sz="1600">
                <a:solidFill>
                  <a:schemeClr val="accent4"/>
                </a:solidFill>
                <a:latin typeface="IBM Plex Sans Medium"/>
                <a:ea typeface="IBM Plex Sans Medium"/>
                <a:cs typeface="IBM Plex Sans Medium"/>
                <a:sym typeface="IBM Plex Sans Medium"/>
              </a:defRPr>
            </a:lvl8pPr>
            <a:lvl9pPr lvl="8" algn="ctr" rtl="0">
              <a:lnSpc>
                <a:spcPct val="100000"/>
              </a:lnSpc>
              <a:spcBef>
                <a:spcPts val="0"/>
              </a:spcBef>
              <a:spcAft>
                <a:spcPts val="0"/>
              </a:spcAft>
              <a:buClr>
                <a:schemeClr val="accent4"/>
              </a:buClr>
              <a:buSzPts val="1600"/>
              <a:buFont typeface="IBM Plex Sans Medium"/>
              <a:buNone/>
              <a:defRPr sz="1600">
                <a:solidFill>
                  <a:schemeClr val="accent4"/>
                </a:solidFill>
                <a:latin typeface="IBM Plex Sans Medium"/>
                <a:ea typeface="IBM Plex Sans Medium"/>
                <a:cs typeface="IBM Plex Sans Medium"/>
                <a:sym typeface="IBM Plex Sans Medium"/>
              </a:defRPr>
            </a:lvl9pPr>
          </a:lstStyle>
          <a:p>
            <a:endParaRPr/>
          </a:p>
        </p:txBody>
      </p:sp>
      <p:sp>
        <p:nvSpPr>
          <p:cNvPr id="1517" name="Google Shape;1517;p116"/>
          <p:cNvSpPr txBox="1">
            <a:spLocks noGrp="1"/>
          </p:cNvSpPr>
          <p:nvPr>
            <p:ph type="subTitle" idx="16"/>
          </p:nvPr>
        </p:nvSpPr>
        <p:spPr>
          <a:xfrm>
            <a:off x="7089425" y="2136050"/>
            <a:ext cx="1344300" cy="398100"/>
          </a:xfrm>
          <a:prstGeom prst="rect">
            <a:avLst/>
          </a:prstGeom>
        </p:spPr>
        <p:txBody>
          <a:bodyPr spcFirstLastPara="1" wrap="square" lIns="0" tIns="0" rIns="0" bIns="0" anchor="b" anchorCtr="0">
            <a:normAutofit/>
          </a:bodyPr>
          <a:lstStyle>
            <a:lvl1pPr lvl="0" algn="ctr" rtl="0">
              <a:lnSpc>
                <a:spcPct val="100000"/>
              </a:lnSpc>
              <a:spcBef>
                <a:spcPts val="0"/>
              </a:spcBef>
              <a:spcAft>
                <a:spcPts val="0"/>
              </a:spcAft>
              <a:buSzPts val="1600"/>
              <a:buFont typeface="IBM Plex Sans Medium"/>
              <a:buNone/>
              <a:defRPr sz="1600">
                <a:solidFill>
                  <a:schemeClr val="accent1"/>
                </a:solidFill>
                <a:latin typeface="IBM Plex Sans Medium"/>
                <a:ea typeface="IBM Plex Sans Medium"/>
                <a:cs typeface="IBM Plex Sans Medium"/>
                <a:sym typeface="IBM Plex Sans Medium"/>
              </a:defRPr>
            </a:lvl1pPr>
            <a:lvl2pPr lvl="1" algn="ctr" rtl="0">
              <a:lnSpc>
                <a:spcPct val="100000"/>
              </a:lnSpc>
              <a:spcBef>
                <a:spcPts val="0"/>
              </a:spcBef>
              <a:spcAft>
                <a:spcPts val="0"/>
              </a:spcAft>
              <a:buClr>
                <a:schemeClr val="accent4"/>
              </a:buClr>
              <a:buSzPts val="1600"/>
              <a:buFont typeface="IBM Plex Sans Medium"/>
              <a:buNone/>
              <a:defRPr sz="1600">
                <a:solidFill>
                  <a:schemeClr val="accent4"/>
                </a:solidFill>
                <a:latin typeface="IBM Plex Sans Medium"/>
                <a:ea typeface="IBM Plex Sans Medium"/>
                <a:cs typeface="IBM Plex Sans Medium"/>
                <a:sym typeface="IBM Plex Sans Medium"/>
              </a:defRPr>
            </a:lvl2pPr>
            <a:lvl3pPr lvl="2" algn="ctr" rtl="0">
              <a:lnSpc>
                <a:spcPct val="100000"/>
              </a:lnSpc>
              <a:spcBef>
                <a:spcPts val="0"/>
              </a:spcBef>
              <a:spcAft>
                <a:spcPts val="0"/>
              </a:spcAft>
              <a:buClr>
                <a:schemeClr val="accent4"/>
              </a:buClr>
              <a:buSzPts val="1600"/>
              <a:buFont typeface="IBM Plex Sans Medium"/>
              <a:buNone/>
              <a:defRPr sz="1600">
                <a:solidFill>
                  <a:schemeClr val="accent4"/>
                </a:solidFill>
                <a:latin typeface="IBM Plex Sans Medium"/>
                <a:ea typeface="IBM Plex Sans Medium"/>
                <a:cs typeface="IBM Plex Sans Medium"/>
                <a:sym typeface="IBM Plex Sans Medium"/>
              </a:defRPr>
            </a:lvl3pPr>
            <a:lvl4pPr lvl="3" algn="ctr" rtl="0">
              <a:lnSpc>
                <a:spcPct val="100000"/>
              </a:lnSpc>
              <a:spcBef>
                <a:spcPts val="0"/>
              </a:spcBef>
              <a:spcAft>
                <a:spcPts val="0"/>
              </a:spcAft>
              <a:buClr>
                <a:schemeClr val="accent4"/>
              </a:buClr>
              <a:buSzPts val="1600"/>
              <a:buFont typeface="IBM Plex Sans Medium"/>
              <a:buNone/>
              <a:defRPr sz="1600">
                <a:solidFill>
                  <a:schemeClr val="accent4"/>
                </a:solidFill>
                <a:latin typeface="IBM Plex Sans Medium"/>
                <a:ea typeface="IBM Plex Sans Medium"/>
                <a:cs typeface="IBM Plex Sans Medium"/>
                <a:sym typeface="IBM Plex Sans Medium"/>
              </a:defRPr>
            </a:lvl4pPr>
            <a:lvl5pPr lvl="4" algn="ctr" rtl="0">
              <a:lnSpc>
                <a:spcPct val="100000"/>
              </a:lnSpc>
              <a:spcBef>
                <a:spcPts val="0"/>
              </a:spcBef>
              <a:spcAft>
                <a:spcPts val="0"/>
              </a:spcAft>
              <a:buClr>
                <a:schemeClr val="accent4"/>
              </a:buClr>
              <a:buSzPts val="1600"/>
              <a:buFont typeface="IBM Plex Sans Medium"/>
              <a:buNone/>
              <a:defRPr sz="1600">
                <a:solidFill>
                  <a:schemeClr val="accent4"/>
                </a:solidFill>
                <a:latin typeface="IBM Plex Sans Medium"/>
                <a:ea typeface="IBM Plex Sans Medium"/>
                <a:cs typeface="IBM Plex Sans Medium"/>
                <a:sym typeface="IBM Plex Sans Medium"/>
              </a:defRPr>
            </a:lvl5pPr>
            <a:lvl6pPr lvl="5" algn="ctr" rtl="0">
              <a:lnSpc>
                <a:spcPct val="100000"/>
              </a:lnSpc>
              <a:spcBef>
                <a:spcPts val="0"/>
              </a:spcBef>
              <a:spcAft>
                <a:spcPts val="0"/>
              </a:spcAft>
              <a:buClr>
                <a:schemeClr val="accent4"/>
              </a:buClr>
              <a:buSzPts val="1600"/>
              <a:buFont typeface="IBM Plex Sans Medium"/>
              <a:buNone/>
              <a:defRPr sz="1600">
                <a:solidFill>
                  <a:schemeClr val="accent4"/>
                </a:solidFill>
                <a:latin typeface="IBM Plex Sans Medium"/>
                <a:ea typeface="IBM Plex Sans Medium"/>
                <a:cs typeface="IBM Plex Sans Medium"/>
                <a:sym typeface="IBM Plex Sans Medium"/>
              </a:defRPr>
            </a:lvl6pPr>
            <a:lvl7pPr lvl="6" algn="ctr" rtl="0">
              <a:lnSpc>
                <a:spcPct val="100000"/>
              </a:lnSpc>
              <a:spcBef>
                <a:spcPts val="0"/>
              </a:spcBef>
              <a:spcAft>
                <a:spcPts val="0"/>
              </a:spcAft>
              <a:buClr>
                <a:schemeClr val="accent4"/>
              </a:buClr>
              <a:buSzPts val="1600"/>
              <a:buFont typeface="IBM Plex Sans Medium"/>
              <a:buNone/>
              <a:defRPr sz="1600">
                <a:solidFill>
                  <a:schemeClr val="accent4"/>
                </a:solidFill>
                <a:latin typeface="IBM Plex Sans Medium"/>
                <a:ea typeface="IBM Plex Sans Medium"/>
                <a:cs typeface="IBM Plex Sans Medium"/>
                <a:sym typeface="IBM Plex Sans Medium"/>
              </a:defRPr>
            </a:lvl7pPr>
            <a:lvl8pPr lvl="7" algn="ctr" rtl="0">
              <a:lnSpc>
                <a:spcPct val="100000"/>
              </a:lnSpc>
              <a:spcBef>
                <a:spcPts val="0"/>
              </a:spcBef>
              <a:spcAft>
                <a:spcPts val="0"/>
              </a:spcAft>
              <a:buClr>
                <a:schemeClr val="accent4"/>
              </a:buClr>
              <a:buSzPts val="1600"/>
              <a:buFont typeface="IBM Plex Sans Medium"/>
              <a:buNone/>
              <a:defRPr sz="1600">
                <a:solidFill>
                  <a:schemeClr val="accent4"/>
                </a:solidFill>
                <a:latin typeface="IBM Plex Sans Medium"/>
                <a:ea typeface="IBM Plex Sans Medium"/>
                <a:cs typeface="IBM Plex Sans Medium"/>
                <a:sym typeface="IBM Plex Sans Medium"/>
              </a:defRPr>
            </a:lvl8pPr>
            <a:lvl9pPr lvl="8" algn="ctr" rtl="0">
              <a:lnSpc>
                <a:spcPct val="100000"/>
              </a:lnSpc>
              <a:spcBef>
                <a:spcPts val="0"/>
              </a:spcBef>
              <a:spcAft>
                <a:spcPts val="0"/>
              </a:spcAft>
              <a:buClr>
                <a:schemeClr val="accent4"/>
              </a:buClr>
              <a:buSzPts val="1600"/>
              <a:buFont typeface="IBM Plex Sans Medium"/>
              <a:buNone/>
              <a:defRPr sz="1600">
                <a:solidFill>
                  <a:schemeClr val="accent4"/>
                </a:solidFill>
                <a:latin typeface="IBM Plex Sans Medium"/>
                <a:ea typeface="IBM Plex Sans Medium"/>
                <a:cs typeface="IBM Plex Sans Medium"/>
                <a:sym typeface="IBM Plex Sans Medium"/>
              </a:defRPr>
            </a:lvl9pPr>
          </a:lstStyle>
          <a:p>
            <a:endParaRPr/>
          </a:p>
        </p:txBody>
      </p:sp>
      <p:sp>
        <p:nvSpPr>
          <p:cNvPr id="1518" name="Google Shape;1518;p116"/>
          <p:cNvSpPr txBox="1">
            <a:spLocks noGrp="1"/>
          </p:cNvSpPr>
          <p:nvPr>
            <p:ph type="subTitle" idx="17"/>
          </p:nvPr>
        </p:nvSpPr>
        <p:spPr>
          <a:xfrm>
            <a:off x="5584325" y="2833650"/>
            <a:ext cx="1344300" cy="398100"/>
          </a:xfrm>
          <a:prstGeom prst="rect">
            <a:avLst/>
          </a:prstGeom>
        </p:spPr>
        <p:txBody>
          <a:bodyPr spcFirstLastPara="1" wrap="square" lIns="0" tIns="0" rIns="0" bIns="0" anchor="t" anchorCtr="0">
            <a:normAutofit/>
          </a:bodyPr>
          <a:lstStyle>
            <a:lvl1pPr lvl="0" algn="ctr" rtl="0">
              <a:lnSpc>
                <a:spcPct val="100000"/>
              </a:lnSpc>
              <a:spcBef>
                <a:spcPts val="0"/>
              </a:spcBef>
              <a:spcAft>
                <a:spcPts val="0"/>
              </a:spcAft>
              <a:buSzPts val="1600"/>
              <a:buFont typeface="IBM Plex Sans Medium"/>
              <a:buNone/>
              <a:defRPr sz="1600">
                <a:solidFill>
                  <a:schemeClr val="accent1"/>
                </a:solidFill>
                <a:latin typeface="IBM Plex Sans Medium"/>
                <a:ea typeface="IBM Plex Sans Medium"/>
                <a:cs typeface="IBM Plex Sans Medium"/>
                <a:sym typeface="IBM Plex Sans Medium"/>
              </a:defRPr>
            </a:lvl1pPr>
            <a:lvl2pPr lvl="1" algn="ctr" rtl="0">
              <a:lnSpc>
                <a:spcPct val="100000"/>
              </a:lnSpc>
              <a:spcBef>
                <a:spcPts val="0"/>
              </a:spcBef>
              <a:spcAft>
                <a:spcPts val="0"/>
              </a:spcAft>
              <a:buClr>
                <a:schemeClr val="accent4"/>
              </a:buClr>
              <a:buSzPts val="1600"/>
              <a:buFont typeface="IBM Plex Sans Medium"/>
              <a:buNone/>
              <a:defRPr sz="1600">
                <a:solidFill>
                  <a:schemeClr val="accent4"/>
                </a:solidFill>
                <a:latin typeface="IBM Plex Sans Medium"/>
                <a:ea typeface="IBM Plex Sans Medium"/>
                <a:cs typeface="IBM Plex Sans Medium"/>
                <a:sym typeface="IBM Plex Sans Medium"/>
              </a:defRPr>
            </a:lvl2pPr>
            <a:lvl3pPr lvl="2" algn="ctr" rtl="0">
              <a:lnSpc>
                <a:spcPct val="100000"/>
              </a:lnSpc>
              <a:spcBef>
                <a:spcPts val="0"/>
              </a:spcBef>
              <a:spcAft>
                <a:spcPts val="0"/>
              </a:spcAft>
              <a:buClr>
                <a:schemeClr val="accent4"/>
              </a:buClr>
              <a:buSzPts val="1600"/>
              <a:buFont typeface="IBM Plex Sans Medium"/>
              <a:buNone/>
              <a:defRPr sz="1600">
                <a:solidFill>
                  <a:schemeClr val="accent4"/>
                </a:solidFill>
                <a:latin typeface="IBM Plex Sans Medium"/>
                <a:ea typeface="IBM Plex Sans Medium"/>
                <a:cs typeface="IBM Plex Sans Medium"/>
                <a:sym typeface="IBM Plex Sans Medium"/>
              </a:defRPr>
            </a:lvl3pPr>
            <a:lvl4pPr lvl="3" algn="ctr" rtl="0">
              <a:lnSpc>
                <a:spcPct val="100000"/>
              </a:lnSpc>
              <a:spcBef>
                <a:spcPts val="0"/>
              </a:spcBef>
              <a:spcAft>
                <a:spcPts val="0"/>
              </a:spcAft>
              <a:buClr>
                <a:schemeClr val="accent4"/>
              </a:buClr>
              <a:buSzPts val="1600"/>
              <a:buFont typeface="IBM Plex Sans Medium"/>
              <a:buNone/>
              <a:defRPr sz="1600">
                <a:solidFill>
                  <a:schemeClr val="accent4"/>
                </a:solidFill>
                <a:latin typeface="IBM Plex Sans Medium"/>
                <a:ea typeface="IBM Plex Sans Medium"/>
                <a:cs typeface="IBM Plex Sans Medium"/>
                <a:sym typeface="IBM Plex Sans Medium"/>
              </a:defRPr>
            </a:lvl4pPr>
            <a:lvl5pPr lvl="4" algn="ctr" rtl="0">
              <a:lnSpc>
                <a:spcPct val="100000"/>
              </a:lnSpc>
              <a:spcBef>
                <a:spcPts val="0"/>
              </a:spcBef>
              <a:spcAft>
                <a:spcPts val="0"/>
              </a:spcAft>
              <a:buClr>
                <a:schemeClr val="accent4"/>
              </a:buClr>
              <a:buSzPts val="1600"/>
              <a:buFont typeface="IBM Plex Sans Medium"/>
              <a:buNone/>
              <a:defRPr sz="1600">
                <a:solidFill>
                  <a:schemeClr val="accent4"/>
                </a:solidFill>
                <a:latin typeface="IBM Plex Sans Medium"/>
                <a:ea typeface="IBM Plex Sans Medium"/>
                <a:cs typeface="IBM Plex Sans Medium"/>
                <a:sym typeface="IBM Plex Sans Medium"/>
              </a:defRPr>
            </a:lvl5pPr>
            <a:lvl6pPr lvl="5" algn="ctr" rtl="0">
              <a:lnSpc>
                <a:spcPct val="100000"/>
              </a:lnSpc>
              <a:spcBef>
                <a:spcPts val="0"/>
              </a:spcBef>
              <a:spcAft>
                <a:spcPts val="0"/>
              </a:spcAft>
              <a:buClr>
                <a:schemeClr val="accent4"/>
              </a:buClr>
              <a:buSzPts val="1600"/>
              <a:buFont typeface="IBM Plex Sans Medium"/>
              <a:buNone/>
              <a:defRPr sz="1600">
                <a:solidFill>
                  <a:schemeClr val="accent4"/>
                </a:solidFill>
                <a:latin typeface="IBM Plex Sans Medium"/>
                <a:ea typeface="IBM Plex Sans Medium"/>
                <a:cs typeface="IBM Plex Sans Medium"/>
                <a:sym typeface="IBM Plex Sans Medium"/>
              </a:defRPr>
            </a:lvl6pPr>
            <a:lvl7pPr lvl="6" algn="ctr" rtl="0">
              <a:lnSpc>
                <a:spcPct val="100000"/>
              </a:lnSpc>
              <a:spcBef>
                <a:spcPts val="0"/>
              </a:spcBef>
              <a:spcAft>
                <a:spcPts val="0"/>
              </a:spcAft>
              <a:buClr>
                <a:schemeClr val="accent4"/>
              </a:buClr>
              <a:buSzPts val="1600"/>
              <a:buFont typeface="IBM Plex Sans Medium"/>
              <a:buNone/>
              <a:defRPr sz="1600">
                <a:solidFill>
                  <a:schemeClr val="accent4"/>
                </a:solidFill>
                <a:latin typeface="IBM Plex Sans Medium"/>
                <a:ea typeface="IBM Plex Sans Medium"/>
                <a:cs typeface="IBM Plex Sans Medium"/>
                <a:sym typeface="IBM Plex Sans Medium"/>
              </a:defRPr>
            </a:lvl7pPr>
            <a:lvl8pPr lvl="7" algn="ctr" rtl="0">
              <a:lnSpc>
                <a:spcPct val="100000"/>
              </a:lnSpc>
              <a:spcBef>
                <a:spcPts val="0"/>
              </a:spcBef>
              <a:spcAft>
                <a:spcPts val="0"/>
              </a:spcAft>
              <a:buClr>
                <a:schemeClr val="accent4"/>
              </a:buClr>
              <a:buSzPts val="1600"/>
              <a:buFont typeface="IBM Plex Sans Medium"/>
              <a:buNone/>
              <a:defRPr sz="1600">
                <a:solidFill>
                  <a:schemeClr val="accent4"/>
                </a:solidFill>
                <a:latin typeface="IBM Plex Sans Medium"/>
                <a:ea typeface="IBM Plex Sans Medium"/>
                <a:cs typeface="IBM Plex Sans Medium"/>
                <a:sym typeface="IBM Plex Sans Medium"/>
              </a:defRPr>
            </a:lvl8pPr>
            <a:lvl9pPr lvl="8" algn="ctr" rtl="0">
              <a:lnSpc>
                <a:spcPct val="100000"/>
              </a:lnSpc>
              <a:spcBef>
                <a:spcPts val="0"/>
              </a:spcBef>
              <a:spcAft>
                <a:spcPts val="0"/>
              </a:spcAft>
              <a:buClr>
                <a:schemeClr val="accent4"/>
              </a:buClr>
              <a:buSzPts val="1600"/>
              <a:buFont typeface="IBM Plex Sans Medium"/>
              <a:buNone/>
              <a:defRPr sz="1600">
                <a:solidFill>
                  <a:schemeClr val="accent4"/>
                </a:solidFill>
                <a:latin typeface="IBM Plex Sans Medium"/>
                <a:ea typeface="IBM Plex Sans Medium"/>
                <a:cs typeface="IBM Plex Sans Medium"/>
                <a:sym typeface="IBM Plex Sans Medium"/>
              </a:defRPr>
            </a:lvl9pPr>
          </a:lstStyle>
          <a:p>
            <a:endParaRPr/>
          </a:p>
        </p:txBody>
      </p:sp>
      <p:sp>
        <p:nvSpPr>
          <p:cNvPr id="1519" name="Google Shape;1519;p116"/>
          <p:cNvSpPr txBox="1">
            <a:spLocks noGrp="1"/>
          </p:cNvSpPr>
          <p:nvPr>
            <p:ph type="subTitle" idx="18"/>
          </p:nvPr>
        </p:nvSpPr>
        <p:spPr>
          <a:xfrm>
            <a:off x="2598875" y="2833650"/>
            <a:ext cx="1344300" cy="398100"/>
          </a:xfrm>
          <a:prstGeom prst="rect">
            <a:avLst/>
          </a:prstGeom>
        </p:spPr>
        <p:txBody>
          <a:bodyPr spcFirstLastPara="1" wrap="square" lIns="0" tIns="0" rIns="0" bIns="0" anchor="t" anchorCtr="0">
            <a:normAutofit/>
          </a:bodyPr>
          <a:lstStyle>
            <a:lvl1pPr lvl="0" algn="ctr" rtl="0">
              <a:lnSpc>
                <a:spcPct val="100000"/>
              </a:lnSpc>
              <a:spcBef>
                <a:spcPts val="0"/>
              </a:spcBef>
              <a:spcAft>
                <a:spcPts val="0"/>
              </a:spcAft>
              <a:buSzPts val="1600"/>
              <a:buFont typeface="IBM Plex Sans Medium"/>
              <a:buNone/>
              <a:defRPr sz="1600">
                <a:solidFill>
                  <a:schemeClr val="accent1"/>
                </a:solidFill>
                <a:latin typeface="IBM Plex Sans Medium"/>
                <a:ea typeface="IBM Plex Sans Medium"/>
                <a:cs typeface="IBM Plex Sans Medium"/>
                <a:sym typeface="IBM Plex Sans Medium"/>
              </a:defRPr>
            </a:lvl1pPr>
            <a:lvl2pPr lvl="1" algn="ctr" rtl="0">
              <a:lnSpc>
                <a:spcPct val="100000"/>
              </a:lnSpc>
              <a:spcBef>
                <a:spcPts val="0"/>
              </a:spcBef>
              <a:spcAft>
                <a:spcPts val="0"/>
              </a:spcAft>
              <a:buClr>
                <a:schemeClr val="accent4"/>
              </a:buClr>
              <a:buSzPts val="1600"/>
              <a:buFont typeface="IBM Plex Sans Medium"/>
              <a:buNone/>
              <a:defRPr sz="1600">
                <a:solidFill>
                  <a:schemeClr val="accent4"/>
                </a:solidFill>
                <a:latin typeface="IBM Plex Sans Medium"/>
                <a:ea typeface="IBM Plex Sans Medium"/>
                <a:cs typeface="IBM Plex Sans Medium"/>
                <a:sym typeface="IBM Plex Sans Medium"/>
              </a:defRPr>
            </a:lvl2pPr>
            <a:lvl3pPr lvl="2" algn="ctr" rtl="0">
              <a:lnSpc>
                <a:spcPct val="100000"/>
              </a:lnSpc>
              <a:spcBef>
                <a:spcPts val="0"/>
              </a:spcBef>
              <a:spcAft>
                <a:spcPts val="0"/>
              </a:spcAft>
              <a:buClr>
                <a:schemeClr val="accent4"/>
              </a:buClr>
              <a:buSzPts val="1600"/>
              <a:buFont typeface="IBM Plex Sans Medium"/>
              <a:buNone/>
              <a:defRPr sz="1600">
                <a:solidFill>
                  <a:schemeClr val="accent4"/>
                </a:solidFill>
                <a:latin typeface="IBM Plex Sans Medium"/>
                <a:ea typeface="IBM Plex Sans Medium"/>
                <a:cs typeface="IBM Plex Sans Medium"/>
                <a:sym typeface="IBM Plex Sans Medium"/>
              </a:defRPr>
            </a:lvl3pPr>
            <a:lvl4pPr lvl="3" algn="ctr" rtl="0">
              <a:lnSpc>
                <a:spcPct val="100000"/>
              </a:lnSpc>
              <a:spcBef>
                <a:spcPts val="0"/>
              </a:spcBef>
              <a:spcAft>
                <a:spcPts val="0"/>
              </a:spcAft>
              <a:buClr>
                <a:schemeClr val="accent4"/>
              </a:buClr>
              <a:buSzPts val="1600"/>
              <a:buFont typeface="IBM Plex Sans Medium"/>
              <a:buNone/>
              <a:defRPr sz="1600">
                <a:solidFill>
                  <a:schemeClr val="accent4"/>
                </a:solidFill>
                <a:latin typeface="IBM Plex Sans Medium"/>
                <a:ea typeface="IBM Plex Sans Medium"/>
                <a:cs typeface="IBM Plex Sans Medium"/>
                <a:sym typeface="IBM Plex Sans Medium"/>
              </a:defRPr>
            </a:lvl4pPr>
            <a:lvl5pPr lvl="4" algn="ctr" rtl="0">
              <a:lnSpc>
                <a:spcPct val="100000"/>
              </a:lnSpc>
              <a:spcBef>
                <a:spcPts val="0"/>
              </a:spcBef>
              <a:spcAft>
                <a:spcPts val="0"/>
              </a:spcAft>
              <a:buClr>
                <a:schemeClr val="accent4"/>
              </a:buClr>
              <a:buSzPts val="1600"/>
              <a:buFont typeface="IBM Plex Sans Medium"/>
              <a:buNone/>
              <a:defRPr sz="1600">
                <a:solidFill>
                  <a:schemeClr val="accent4"/>
                </a:solidFill>
                <a:latin typeface="IBM Plex Sans Medium"/>
                <a:ea typeface="IBM Plex Sans Medium"/>
                <a:cs typeface="IBM Plex Sans Medium"/>
                <a:sym typeface="IBM Plex Sans Medium"/>
              </a:defRPr>
            </a:lvl5pPr>
            <a:lvl6pPr lvl="5" algn="ctr" rtl="0">
              <a:lnSpc>
                <a:spcPct val="100000"/>
              </a:lnSpc>
              <a:spcBef>
                <a:spcPts val="0"/>
              </a:spcBef>
              <a:spcAft>
                <a:spcPts val="0"/>
              </a:spcAft>
              <a:buClr>
                <a:schemeClr val="accent4"/>
              </a:buClr>
              <a:buSzPts val="1600"/>
              <a:buFont typeface="IBM Plex Sans Medium"/>
              <a:buNone/>
              <a:defRPr sz="1600">
                <a:solidFill>
                  <a:schemeClr val="accent4"/>
                </a:solidFill>
                <a:latin typeface="IBM Plex Sans Medium"/>
                <a:ea typeface="IBM Plex Sans Medium"/>
                <a:cs typeface="IBM Plex Sans Medium"/>
                <a:sym typeface="IBM Plex Sans Medium"/>
              </a:defRPr>
            </a:lvl6pPr>
            <a:lvl7pPr lvl="6" algn="ctr" rtl="0">
              <a:lnSpc>
                <a:spcPct val="100000"/>
              </a:lnSpc>
              <a:spcBef>
                <a:spcPts val="0"/>
              </a:spcBef>
              <a:spcAft>
                <a:spcPts val="0"/>
              </a:spcAft>
              <a:buClr>
                <a:schemeClr val="accent4"/>
              </a:buClr>
              <a:buSzPts val="1600"/>
              <a:buFont typeface="IBM Plex Sans Medium"/>
              <a:buNone/>
              <a:defRPr sz="1600">
                <a:solidFill>
                  <a:schemeClr val="accent4"/>
                </a:solidFill>
                <a:latin typeface="IBM Plex Sans Medium"/>
                <a:ea typeface="IBM Plex Sans Medium"/>
                <a:cs typeface="IBM Plex Sans Medium"/>
                <a:sym typeface="IBM Plex Sans Medium"/>
              </a:defRPr>
            </a:lvl7pPr>
            <a:lvl8pPr lvl="7" algn="ctr" rtl="0">
              <a:lnSpc>
                <a:spcPct val="100000"/>
              </a:lnSpc>
              <a:spcBef>
                <a:spcPts val="0"/>
              </a:spcBef>
              <a:spcAft>
                <a:spcPts val="0"/>
              </a:spcAft>
              <a:buClr>
                <a:schemeClr val="accent4"/>
              </a:buClr>
              <a:buSzPts val="1600"/>
              <a:buFont typeface="IBM Plex Sans Medium"/>
              <a:buNone/>
              <a:defRPr sz="1600">
                <a:solidFill>
                  <a:schemeClr val="accent4"/>
                </a:solidFill>
                <a:latin typeface="IBM Plex Sans Medium"/>
                <a:ea typeface="IBM Plex Sans Medium"/>
                <a:cs typeface="IBM Plex Sans Medium"/>
                <a:sym typeface="IBM Plex Sans Medium"/>
              </a:defRPr>
            </a:lvl8pPr>
            <a:lvl9pPr lvl="8" algn="ctr" rtl="0">
              <a:lnSpc>
                <a:spcPct val="100000"/>
              </a:lnSpc>
              <a:spcBef>
                <a:spcPts val="0"/>
              </a:spcBef>
              <a:spcAft>
                <a:spcPts val="0"/>
              </a:spcAft>
              <a:buClr>
                <a:schemeClr val="accent4"/>
              </a:buClr>
              <a:buSzPts val="1600"/>
              <a:buFont typeface="IBM Plex Sans Medium"/>
              <a:buNone/>
              <a:defRPr sz="1600">
                <a:solidFill>
                  <a:schemeClr val="accent4"/>
                </a:solidFill>
                <a:latin typeface="IBM Plex Sans Medium"/>
                <a:ea typeface="IBM Plex Sans Medium"/>
                <a:cs typeface="IBM Plex Sans Medium"/>
                <a:sym typeface="IBM Plex Sans Medium"/>
              </a:defRPr>
            </a:lvl9pPr>
          </a:lstStyle>
          <a:p>
            <a:endParaRPr/>
          </a:p>
        </p:txBody>
      </p:sp>
      <p:sp>
        <p:nvSpPr>
          <p:cNvPr id="1520" name="Google Shape;1520;p116"/>
          <p:cNvSpPr txBox="1">
            <a:spLocks noGrp="1"/>
          </p:cNvSpPr>
          <p:nvPr>
            <p:ph type="subTitle" idx="19"/>
          </p:nvPr>
        </p:nvSpPr>
        <p:spPr>
          <a:xfrm>
            <a:off x="220000" y="2457955"/>
            <a:ext cx="903000" cy="455100"/>
          </a:xfrm>
          <a:prstGeom prst="rect">
            <a:avLst/>
          </a:prstGeom>
        </p:spPr>
        <p:txBody>
          <a:bodyPr spcFirstLastPara="1" wrap="square" lIns="0" tIns="0" rIns="0" bIns="0" anchor="ctr" anchorCtr="0">
            <a:normAutofit/>
          </a:bodyPr>
          <a:lstStyle>
            <a:lvl1pPr lvl="0" algn="r" rtl="0">
              <a:spcBef>
                <a:spcPts val="0"/>
              </a:spcBef>
              <a:spcAft>
                <a:spcPts val="0"/>
              </a:spcAft>
              <a:buClr>
                <a:schemeClr val="dk2"/>
              </a:buClr>
              <a:buSzPts val="1400"/>
              <a:buNone/>
              <a:defRPr sz="1400" b="1">
                <a:solidFill>
                  <a:schemeClr val="dk2"/>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Tree>
  </p:cSld>
  <p:clrMapOvr>
    <a:masterClrMapping/>
  </p:clrMapOvr>
</p:sldLayout>
</file>

<file path=ppt/slideLayouts/slideLayout115.xml><?xml version="1.0" encoding="utf-8"?>
<p:sldLayout xmlns:a="http://schemas.openxmlformats.org/drawingml/2006/main" xmlns:r="http://schemas.openxmlformats.org/officeDocument/2006/relationships" xmlns:p="http://schemas.openxmlformats.org/presentationml/2006/main" matchingName="Timeline - 2">
  <p:cSld name="TITLE_ONLY_10">
    <p:spTree>
      <p:nvGrpSpPr>
        <p:cNvPr id="1" name="Shape 1521"/>
        <p:cNvGrpSpPr/>
        <p:nvPr/>
      </p:nvGrpSpPr>
      <p:grpSpPr>
        <a:xfrm>
          <a:off x="0" y="0"/>
          <a:ext cx="0" cy="0"/>
          <a:chOff x="0" y="0"/>
          <a:chExt cx="0" cy="0"/>
        </a:xfrm>
      </p:grpSpPr>
      <p:sp>
        <p:nvSpPr>
          <p:cNvPr id="1522" name="Google Shape;1522;p117"/>
          <p:cNvSpPr txBox="1">
            <a:spLocks noGrp="1"/>
          </p:cNvSpPr>
          <p:nvPr>
            <p:ph type="title"/>
          </p:nvPr>
        </p:nvSpPr>
        <p:spPr>
          <a:xfrm>
            <a:off x="457200" y="114300"/>
            <a:ext cx="8229600" cy="903300"/>
          </a:xfrm>
          <a:prstGeom prst="rect">
            <a:avLst/>
          </a:prstGeom>
        </p:spPr>
        <p:txBody>
          <a:bodyPr spcFirstLastPara="1" wrap="square" lIns="0" tIns="0" rIns="0" bIns="0" anchor="t" anchorCtr="0">
            <a:normAutofit/>
          </a:bodyPr>
          <a:lstStyle>
            <a:lvl1pPr lvl="0" rtl="0">
              <a:spcBef>
                <a:spcPts val="0"/>
              </a:spcBef>
              <a:spcAft>
                <a:spcPts val="0"/>
              </a:spcAft>
              <a:buSzPts val="34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pic>
        <p:nvPicPr>
          <p:cNvPr id="1523" name="Google Shape;1523;p117"/>
          <p:cNvPicPr preferRelativeResize="0"/>
          <p:nvPr/>
        </p:nvPicPr>
        <p:blipFill>
          <a:blip r:embed="rId2">
            <a:alphaModFix/>
          </a:blip>
          <a:stretch>
            <a:fillRect/>
          </a:stretch>
        </p:blipFill>
        <p:spPr>
          <a:xfrm>
            <a:off x="8544852" y="62010"/>
            <a:ext cx="599140" cy="599141"/>
          </a:xfrm>
          <a:prstGeom prst="rect">
            <a:avLst/>
          </a:prstGeom>
          <a:noFill/>
          <a:ln>
            <a:noFill/>
          </a:ln>
        </p:spPr>
      </p:pic>
      <p:sp>
        <p:nvSpPr>
          <p:cNvPr id="1524" name="Google Shape;1524;p117"/>
          <p:cNvSpPr/>
          <p:nvPr/>
        </p:nvSpPr>
        <p:spPr>
          <a:xfrm>
            <a:off x="1478638" y="854328"/>
            <a:ext cx="481200" cy="481200"/>
          </a:xfrm>
          <a:prstGeom prst="ellipse">
            <a:avLst/>
          </a:prstGeom>
          <a:solidFill>
            <a:srgbClr val="FC5D0D"/>
          </a:solidFill>
          <a:ln>
            <a:noFill/>
          </a:ln>
        </p:spPr>
        <p:txBody>
          <a:bodyPr spcFirstLastPara="1" wrap="square" lIns="0" tIns="0" rIns="0" bIns="0" anchor="ctr" anchorCtr="0">
            <a:noAutofit/>
          </a:bodyPr>
          <a:lstStyle/>
          <a:p>
            <a:pPr marL="0" lvl="0" indent="0" algn="ctr" rtl="0">
              <a:spcBef>
                <a:spcPts val="0"/>
              </a:spcBef>
              <a:spcAft>
                <a:spcPts val="0"/>
              </a:spcAft>
              <a:buNone/>
            </a:pPr>
            <a:r>
              <a:rPr lang="en" sz="2300">
                <a:solidFill>
                  <a:srgbClr val="F7F7F7"/>
                </a:solidFill>
                <a:latin typeface="IBM Plex Sans Medium"/>
                <a:ea typeface="IBM Plex Sans Medium"/>
                <a:cs typeface="IBM Plex Sans Medium"/>
                <a:sym typeface="IBM Plex Sans Medium"/>
              </a:rPr>
              <a:t>1</a:t>
            </a:r>
            <a:endParaRPr sz="2300">
              <a:solidFill>
                <a:srgbClr val="F7F7F7"/>
              </a:solidFill>
              <a:latin typeface="IBM Plex Sans Medium"/>
              <a:ea typeface="IBM Plex Sans Medium"/>
              <a:cs typeface="IBM Plex Sans Medium"/>
              <a:sym typeface="IBM Plex Sans Medium"/>
            </a:endParaRPr>
          </a:p>
        </p:txBody>
      </p:sp>
      <p:sp>
        <p:nvSpPr>
          <p:cNvPr id="1525" name="Google Shape;1525;p117"/>
          <p:cNvSpPr/>
          <p:nvPr/>
        </p:nvSpPr>
        <p:spPr>
          <a:xfrm>
            <a:off x="4332902" y="854328"/>
            <a:ext cx="481200" cy="481200"/>
          </a:xfrm>
          <a:prstGeom prst="ellipse">
            <a:avLst/>
          </a:prstGeom>
          <a:solidFill>
            <a:srgbClr val="FC5D0D"/>
          </a:solidFill>
          <a:ln>
            <a:noFill/>
          </a:ln>
        </p:spPr>
        <p:txBody>
          <a:bodyPr spcFirstLastPara="1" wrap="square" lIns="0" tIns="0" rIns="0" bIns="0" anchor="ctr" anchorCtr="0">
            <a:noAutofit/>
          </a:bodyPr>
          <a:lstStyle/>
          <a:p>
            <a:pPr marL="0" lvl="0" indent="0" algn="ctr" rtl="0">
              <a:spcBef>
                <a:spcPts val="0"/>
              </a:spcBef>
              <a:spcAft>
                <a:spcPts val="0"/>
              </a:spcAft>
              <a:buNone/>
            </a:pPr>
            <a:r>
              <a:rPr lang="en" sz="2300">
                <a:solidFill>
                  <a:srgbClr val="F7F7F7"/>
                </a:solidFill>
                <a:latin typeface="IBM Plex Sans Medium"/>
                <a:ea typeface="IBM Plex Sans Medium"/>
                <a:cs typeface="IBM Plex Sans Medium"/>
                <a:sym typeface="IBM Plex Sans Medium"/>
              </a:rPr>
              <a:t>2</a:t>
            </a:r>
            <a:endParaRPr sz="2300">
              <a:solidFill>
                <a:srgbClr val="F7F7F7"/>
              </a:solidFill>
              <a:latin typeface="IBM Plex Sans Medium"/>
              <a:ea typeface="IBM Plex Sans Medium"/>
              <a:cs typeface="IBM Plex Sans Medium"/>
              <a:sym typeface="IBM Plex Sans Medium"/>
            </a:endParaRPr>
          </a:p>
        </p:txBody>
      </p:sp>
      <p:sp>
        <p:nvSpPr>
          <p:cNvPr id="1526" name="Google Shape;1526;p117"/>
          <p:cNvSpPr/>
          <p:nvPr/>
        </p:nvSpPr>
        <p:spPr>
          <a:xfrm>
            <a:off x="7187216" y="854328"/>
            <a:ext cx="481200" cy="481200"/>
          </a:xfrm>
          <a:prstGeom prst="ellipse">
            <a:avLst/>
          </a:prstGeom>
          <a:solidFill>
            <a:srgbClr val="FC5D0D"/>
          </a:solidFill>
          <a:ln>
            <a:noFill/>
          </a:ln>
        </p:spPr>
        <p:txBody>
          <a:bodyPr spcFirstLastPara="1" wrap="square" lIns="0" tIns="0" rIns="0" bIns="0" anchor="ctr" anchorCtr="0">
            <a:noAutofit/>
          </a:bodyPr>
          <a:lstStyle/>
          <a:p>
            <a:pPr marL="0" lvl="0" indent="0" algn="ctr" rtl="0">
              <a:spcBef>
                <a:spcPts val="0"/>
              </a:spcBef>
              <a:spcAft>
                <a:spcPts val="0"/>
              </a:spcAft>
              <a:buNone/>
            </a:pPr>
            <a:r>
              <a:rPr lang="en" sz="2300">
                <a:solidFill>
                  <a:srgbClr val="F7F7F7"/>
                </a:solidFill>
                <a:latin typeface="IBM Plex Sans Medium"/>
                <a:ea typeface="IBM Plex Sans Medium"/>
                <a:cs typeface="IBM Plex Sans Medium"/>
                <a:sym typeface="IBM Plex Sans Medium"/>
              </a:rPr>
              <a:t>3</a:t>
            </a:r>
            <a:endParaRPr sz="2300">
              <a:solidFill>
                <a:srgbClr val="F7F7F7"/>
              </a:solidFill>
              <a:latin typeface="IBM Plex Sans Medium"/>
              <a:ea typeface="IBM Plex Sans Medium"/>
              <a:cs typeface="IBM Plex Sans Medium"/>
              <a:sym typeface="IBM Plex Sans Medium"/>
            </a:endParaRPr>
          </a:p>
        </p:txBody>
      </p:sp>
      <p:sp>
        <p:nvSpPr>
          <p:cNvPr id="1527" name="Google Shape;1527;p117"/>
          <p:cNvSpPr/>
          <p:nvPr/>
        </p:nvSpPr>
        <p:spPr>
          <a:xfrm>
            <a:off x="1478638" y="2271477"/>
            <a:ext cx="481200" cy="481200"/>
          </a:xfrm>
          <a:prstGeom prst="ellipse">
            <a:avLst/>
          </a:prstGeom>
          <a:solidFill>
            <a:srgbClr val="58595B"/>
          </a:solidFill>
          <a:ln>
            <a:noFill/>
          </a:ln>
        </p:spPr>
        <p:txBody>
          <a:bodyPr spcFirstLastPara="1" wrap="square" lIns="0" tIns="0" rIns="0" bIns="0" anchor="ctr" anchorCtr="0">
            <a:noAutofit/>
          </a:bodyPr>
          <a:lstStyle/>
          <a:p>
            <a:pPr marL="0" lvl="0" indent="0" algn="ctr" rtl="0">
              <a:spcBef>
                <a:spcPts val="0"/>
              </a:spcBef>
              <a:spcAft>
                <a:spcPts val="0"/>
              </a:spcAft>
              <a:buNone/>
            </a:pPr>
            <a:r>
              <a:rPr lang="en" sz="2300">
                <a:solidFill>
                  <a:srgbClr val="F7F7F7"/>
                </a:solidFill>
                <a:latin typeface="IBM Plex Sans Medium"/>
                <a:ea typeface="IBM Plex Sans Medium"/>
                <a:cs typeface="IBM Plex Sans Medium"/>
                <a:sym typeface="IBM Plex Sans Medium"/>
              </a:rPr>
              <a:t>4</a:t>
            </a:r>
            <a:endParaRPr sz="2300">
              <a:solidFill>
                <a:srgbClr val="F7F7F7"/>
              </a:solidFill>
              <a:latin typeface="IBM Plex Sans Medium"/>
              <a:ea typeface="IBM Plex Sans Medium"/>
              <a:cs typeface="IBM Plex Sans Medium"/>
              <a:sym typeface="IBM Plex Sans Medium"/>
            </a:endParaRPr>
          </a:p>
        </p:txBody>
      </p:sp>
      <p:sp>
        <p:nvSpPr>
          <p:cNvPr id="1528" name="Google Shape;1528;p117"/>
          <p:cNvSpPr/>
          <p:nvPr/>
        </p:nvSpPr>
        <p:spPr>
          <a:xfrm>
            <a:off x="4332902" y="2271477"/>
            <a:ext cx="481200" cy="481200"/>
          </a:xfrm>
          <a:prstGeom prst="ellipse">
            <a:avLst/>
          </a:prstGeom>
          <a:solidFill>
            <a:srgbClr val="58595B"/>
          </a:solidFill>
          <a:ln>
            <a:noFill/>
          </a:ln>
        </p:spPr>
        <p:txBody>
          <a:bodyPr spcFirstLastPara="1" wrap="square" lIns="0" tIns="0" rIns="0" bIns="0" anchor="ctr" anchorCtr="0">
            <a:noAutofit/>
          </a:bodyPr>
          <a:lstStyle/>
          <a:p>
            <a:pPr marL="0" lvl="0" indent="0" algn="ctr" rtl="0">
              <a:spcBef>
                <a:spcPts val="0"/>
              </a:spcBef>
              <a:spcAft>
                <a:spcPts val="0"/>
              </a:spcAft>
              <a:buNone/>
            </a:pPr>
            <a:r>
              <a:rPr lang="en" sz="2300">
                <a:solidFill>
                  <a:srgbClr val="F7F7F7"/>
                </a:solidFill>
                <a:latin typeface="IBM Plex Sans Medium"/>
                <a:ea typeface="IBM Plex Sans Medium"/>
                <a:cs typeface="IBM Plex Sans Medium"/>
                <a:sym typeface="IBM Plex Sans Medium"/>
              </a:rPr>
              <a:t>5</a:t>
            </a:r>
            <a:endParaRPr sz="2300">
              <a:solidFill>
                <a:srgbClr val="F7F7F7"/>
              </a:solidFill>
              <a:latin typeface="IBM Plex Sans Medium"/>
              <a:ea typeface="IBM Plex Sans Medium"/>
              <a:cs typeface="IBM Plex Sans Medium"/>
              <a:sym typeface="IBM Plex Sans Medium"/>
            </a:endParaRPr>
          </a:p>
        </p:txBody>
      </p:sp>
      <p:sp>
        <p:nvSpPr>
          <p:cNvPr id="1529" name="Google Shape;1529;p117"/>
          <p:cNvSpPr/>
          <p:nvPr/>
        </p:nvSpPr>
        <p:spPr>
          <a:xfrm>
            <a:off x="7187216" y="2271477"/>
            <a:ext cx="481200" cy="481200"/>
          </a:xfrm>
          <a:prstGeom prst="ellipse">
            <a:avLst/>
          </a:prstGeom>
          <a:solidFill>
            <a:srgbClr val="58595B"/>
          </a:solidFill>
          <a:ln>
            <a:noFill/>
          </a:ln>
        </p:spPr>
        <p:txBody>
          <a:bodyPr spcFirstLastPara="1" wrap="square" lIns="0" tIns="0" rIns="0" bIns="0" anchor="ctr" anchorCtr="0">
            <a:noAutofit/>
          </a:bodyPr>
          <a:lstStyle/>
          <a:p>
            <a:pPr marL="0" lvl="0" indent="0" algn="ctr" rtl="0">
              <a:spcBef>
                <a:spcPts val="0"/>
              </a:spcBef>
              <a:spcAft>
                <a:spcPts val="0"/>
              </a:spcAft>
              <a:buNone/>
            </a:pPr>
            <a:r>
              <a:rPr lang="en" sz="2300">
                <a:solidFill>
                  <a:srgbClr val="F7F7F7"/>
                </a:solidFill>
                <a:latin typeface="IBM Plex Sans Medium"/>
                <a:ea typeface="IBM Plex Sans Medium"/>
                <a:cs typeface="IBM Plex Sans Medium"/>
                <a:sym typeface="IBM Plex Sans Medium"/>
              </a:rPr>
              <a:t>6</a:t>
            </a:r>
            <a:endParaRPr sz="2300">
              <a:solidFill>
                <a:srgbClr val="F7F7F7"/>
              </a:solidFill>
              <a:latin typeface="IBM Plex Sans Medium"/>
              <a:ea typeface="IBM Plex Sans Medium"/>
              <a:cs typeface="IBM Plex Sans Medium"/>
              <a:sym typeface="IBM Plex Sans Medium"/>
            </a:endParaRPr>
          </a:p>
        </p:txBody>
      </p:sp>
      <p:sp>
        <p:nvSpPr>
          <p:cNvPr id="1530" name="Google Shape;1530;p117"/>
          <p:cNvSpPr/>
          <p:nvPr/>
        </p:nvSpPr>
        <p:spPr>
          <a:xfrm>
            <a:off x="1478638" y="3668727"/>
            <a:ext cx="481200" cy="481200"/>
          </a:xfrm>
          <a:prstGeom prst="ellipse">
            <a:avLst/>
          </a:prstGeom>
          <a:solidFill>
            <a:srgbClr val="0072CE"/>
          </a:solidFill>
          <a:ln>
            <a:noFill/>
          </a:ln>
        </p:spPr>
        <p:txBody>
          <a:bodyPr spcFirstLastPara="1" wrap="square" lIns="0" tIns="0" rIns="0" bIns="0" anchor="ctr" anchorCtr="0">
            <a:noAutofit/>
          </a:bodyPr>
          <a:lstStyle/>
          <a:p>
            <a:pPr marL="0" lvl="0" indent="0" algn="ctr" rtl="0">
              <a:spcBef>
                <a:spcPts val="0"/>
              </a:spcBef>
              <a:spcAft>
                <a:spcPts val="0"/>
              </a:spcAft>
              <a:buNone/>
            </a:pPr>
            <a:r>
              <a:rPr lang="en" sz="2300">
                <a:solidFill>
                  <a:srgbClr val="F7F7F7"/>
                </a:solidFill>
                <a:latin typeface="IBM Plex Sans Medium"/>
                <a:ea typeface="IBM Plex Sans Medium"/>
                <a:cs typeface="IBM Plex Sans Medium"/>
                <a:sym typeface="IBM Plex Sans Medium"/>
              </a:rPr>
              <a:t>7</a:t>
            </a:r>
            <a:endParaRPr sz="2300">
              <a:solidFill>
                <a:srgbClr val="F7F7F7"/>
              </a:solidFill>
              <a:latin typeface="IBM Plex Sans Medium"/>
              <a:ea typeface="IBM Plex Sans Medium"/>
              <a:cs typeface="IBM Plex Sans Medium"/>
              <a:sym typeface="IBM Plex Sans Medium"/>
            </a:endParaRPr>
          </a:p>
        </p:txBody>
      </p:sp>
      <p:sp>
        <p:nvSpPr>
          <p:cNvPr id="1531" name="Google Shape;1531;p117"/>
          <p:cNvSpPr/>
          <p:nvPr/>
        </p:nvSpPr>
        <p:spPr>
          <a:xfrm>
            <a:off x="4332902" y="3668727"/>
            <a:ext cx="481200" cy="481200"/>
          </a:xfrm>
          <a:prstGeom prst="ellipse">
            <a:avLst/>
          </a:prstGeom>
          <a:solidFill>
            <a:srgbClr val="0072CE"/>
          </a:solidFill>
          <a:ln>
            <a:noFill/>
          </a:ln>
        </p:spPr>
        <p:txBody>
          <a:bodyPr spcFirstLastPara="1" wrap="square" lIns="0" tIns="0" rIns="0" bIns="0" anchor="ctr" anchorCtr="0">
            <a:noAutofit/>
          </a:bodyPr>
          <a:lstStyle/>
          <a:p>
            <a:pPr marL="0" lvl="0" indent="0" algn="ctr" rtl="0">
              <a:spcBef>
                <a:spcPts val="0"/>
              </a:spcBef>
              <a:spcAft>
                <a:spcPts val="0"/>
              </a:spcAft>
              <a:buNone/>
            </a:pPr>
            <a:r>
              <a:rPr lang="en" sz="2300">
                <a:solidFill>
                  <a:srgbClr val="F7F7F7"/>
                </a:solidFill>
                <a:latin typeface="IBM Plex Sans Medium"/>
                <a:ea typeface="IBM Plex Sans Medium"/>
                <a:cs typeface="IBM Plex Sans Medium"/>
                <a:sym typeface="IBM Plex Sans Medium"/>
              </a:rPr>
              <a:t>8</a:t>
            </a:r>
            <a:endParaRPr sz="2300">
              <a:solidFill>
                <a:srgbClr val="F7F7F7"/>
              </a:solidFill>
              <a:latin typeface="IBM Plex Sans Medium"/>
              <a:ea typeface="IBM Plex Sans Medium"/>
              <a:cs typeface="IBM Plex Sans Medium"/>
              <a:sym typeface="IBM Plex Sans Medium"/>
            </a:endParaRPr>
          </a:p>
        </p:txBody>
      </p:sp>
      <p:sp>
        <p:nvSpPr>
          <p:cNvPr id="1532" name="Google Shape;1532;p117"/>
          <p:cNvSpPr/>
          <p:nvPr/>
        </p:nvSpPr>
        <p:spPr>
          <a:xfrm>
            <a:off x="7187216" y="3668727"/>
            <a:ext cx="481200" cy="481200"/>
          </a:xfrm>
          <a:prstGeom prst="ellipse">
            <a:avLst/>
          </a:prstGeom>
          <a:solidFill>
            <a:srgbClr val="0072CE"/>
          </a:solidFill>
          <a:ln>
            <a:noFill/>
          </a:ln>
        </p:spPr>
        <p:txBody>
          <a:bodyPr spcFirstLastPara="1" wrap="square" lIns="0" tIns="0" rIns="0" bIns="0" anchor="ctr" anchorCtr="0">
            <a:noAutofit/>
          </a:bodyPr>
          <a:lstStyle/>
          <a:p>
            <a:pPr marL="0" lvl="0" indent="0" algn="ctr" rtl="0">
              <a:spcBef>
                <a:spcPts val="0"/>
              </a:spcBef>
              <a:spcAft>
                <a:spcPts val="0"/>
              </a:spcAft>
              <a:buNone/>
            </a:pPr>
            <a:r>
              <a:rPr lang="en" sz="2300">
                <a:solidFill>
                  <a:srgbClr val="F7F7F7"/>
                </a:solidFill>
                <a:latin typeface="IBM Plex Sans Medium"/>
                <a:ea typeface="IBM Plex Sans Medium"/>
                <a:cs typeface="IBM Plex Sans Medium"/>
                <a:sym typeface="IBM Plex Sans Medium"/>
              </a:rPr>
              <a:t>9</a:t>
            </a:r>
            <a:endParaRPr sz="2300">
              <a:solidFill>
                <a:srgbClr val="F7F7F7"/>
              </a:solidFill>
              <a:latin typeface="IBM Plex Sans Medium"/>
              <a:ea typeface="IBM Plex Sans Medium"/>
              <a:cs typeface="IBM Plex Sans Medium"/>
              <a:sym typeface="IBM Plex Sans Medium"/>
            </a:endParaRPr>
          </a:p>
        </p:txBody>
      </p:sp>
      <p:sp>
        <p:nvSpPr>
          <p:cNvPr id="1533" name="Google Shape;1533;p117"/>
          <p:cNvSpPr txBox="1">
            <a:spLocks noGrp="1"/>
          </p:cNvSpPr>
          <p:nvPr>
            <p:ph type="subTitle" idx="1"/>
          </p:nvPr>
        </p:nvSpPr>
        <p:spPr>
          <a:xfrm>
            <a:off x="510100" y="1449353"/>
            <a:ext cx="2418300" cy="699300"/>
          </a:xfrm>
          <a:prstGeom prst="rect">
            <a:avLst/>
          </a:prstGeom>
        </p:spPr>
        <p:txBody>
          <a:bodyPr spcFirstLastPara="1" wrap="square" lIns="0" tIns="0" rIns="0" bIns="0" anchor="t" anchorCtr="0">
            <a:normAutofit/>
          </a:bodyPr>
          <a:lstStyle>
            <a:lvl1pPr lvl="0" algn="ctr" rtl="0">
              <a:spcBef>
                <a:spcPts val="0"/>
              </a:spcBef>
              <a:spcAft>
                <a:spcPts val="0"/>
              </a:spcAft>
              <a:buClr>
                <a:schemeClr val="dk1"/>
              </a:buClr>
              <a:buSzPts val="1100"/>
              <a:buNone/>
              <a:defRPr sz="1100"/>
            </a:lvl1pPr>
            <a:lvl2pPr lvl="1" algn="ctr" rtl="0">
              <a:spcBef>
                <a:spcPts val="0"/>
              </a:spcBef>
              <a:spcAft>
                <a:spcPts val="0"/>
              </a:spcAft>
              <a:buClr>
                <a:schemeClr val="dk1"/>
              </a:buClr>
              <a:buSzPts val="1100"/>
              <a:buNone/>
              <a:defRPr sz="1100"/>
            </a:lvl2pPr>
            <a:lvl3pPr lvl="2" algn="ctr" rtl="0">
              <a:spcBef>
                <a:spcPts val="0"/>
              </a:spcBef>
              <a:spcAft>
                <a:spcPts val="0"/>
              </a:spcAft>
              <a:buClr>
                <a:schemeClr val="dk1"/>
              </a:buClr>
              <a:buSzPts val="1100"/>
              <a:buNone/>
              <a:defRPr sz="1100"/>
            </a:lvl3pPr>
            <a:lvl4pPr lvl="3" algn="ctr" rtl="0">
              <a:spcBef>
                <a:spcPts val="0"/>
              </a:spcBef>
              <a:spcAft>
                <a:spcPts val="0"/>
              </a:spcAft>
              <a:buClr>
                <a:schemeClr val="dk1"/>
              </a:buClr>
              <a:buSzPts val="1100"/>
              <a:buNone/>
              <a:defRPr sz="1100"/>
            </a:lvl4pPr>
            <a:lvl5pPr lvl="4" algn="ctr" rtl="0">
              <a:spcBef>
                <a:spcPts val="0"/>
              </a:spcBef>
              <a:spcAft>
                <a:spcPts val="0"/>
              </a:spcAft>
              <a:buSzPts val="1100"/>
              <a:buNone/>
              <a:defRPr sz="1100"/>
            </a:lvl5pPr>
            <a:lvl6pPr lvl="5" algn="ctr" rtl="0">
              <a:spcBef>
                <a:spcPts val="0"/>
              </a:spcBef>
              <a:spcAft>
                <a:spcPts val="0"/>
              </a:spcAft>
              <a:buSzPts val="1100"/>
              <a:buNone/>
              <a:defRPr sz="1100"/>
            </a:lvl6pPr>
            <a:lvl7pPr lvl="6" algn="ctr" rtl="0">
              <a:spcBef>
                <a:spcPts val="0"/>
              </a:spcBef>
              <a:spcAft>
                <a:spcPts val="0"/>
              </a:spcAft>
              <a:buSzPts val="1100"/>
              <a:buNone/>
              <a:defRPr sz="1100"/>
            </a:lvl7pPr>
            <a:lvl8pPr lvl="7" algn="ctr" rtl="0">
              <a:spcBef>
                <a:spcPts val="0"/>
              </a:spcBef>
              <a:spcAft>
                <a:spcPts val="0"/>
              </a:spcAft>
              <a:buSzPts val="1100"/>
              <a:buNone/>
              <a:defRPr sz="1100"/>
            </a:lvl8pPr>
            <a:lvl9pPr lvl="8" algn="ctr" rtl="0">
              <a:spcBef>
                <a:spcPts val="0"/>
              </a:spcBef>
              <a:spcAft>
                <a:spcPts val="0"/>
              </a:spcAft>
              <a:buSzPts val="1100"/>
              <a:buNone/>
              <a:defRPr sz="1100"/>
            </a:lvl9pPr>
          </a:lstStyle>
          <a:p>
            <a:endParaRPr/>
          </a:p>
        </p:txBody>
      </p:sp>
      <p:sp>
        <p:nvSpPr>
          <p:cNvPr id="1534" name="Google Shape;1534;p117"/>
          <p:cNvSpPr txBox="1">
            <a:spLocks noGrp="1"/>
          </p:cNvSpPr>
          <p:nvPr>
            <p:ph type="subTitle" idx="2"/>
          </p:nvPr>
        </p:nvSpPr>
        <p:spPr>
          <a:xfrm>
            <a:off x="510100" y="2847400"/>
            <a:ext cx="2418300" cy="699300"/>
          </a:xfrm>
          <a:prstGeom prst="rect">
            <a:avLst/>
          </a:prstGeom>
        </p:spPr>
        <p:txBody>
          <a:bodyPr spcFirstLastPara="1" wrap="square" lIns="0" tIns="0" rIns="0" bIns="0" anchor="t" anchorCtr="0">
            <a:normAutofit/>
          </a:bodyPr>
          <a:lstStyle>
            <a:lvl1pPr lvl="0" algn="ctr" rtl="0">
              <a:spcBef>
                <a:spcPts val="0"/>
              </a:spcBef>
              <a:spcAft>
                <a:spcPts val="0"/>
              </a:spcAft>
              <a:buClr>
                <a:schemeClr val="dk1"/>
              </a:buClr>
              <a:buSzPts val="1100"/>
              <a:buNone/>
              <a:defRPr sz="1100"/>
            </a:lvl1pPr>
            <a:lvl2pPr lvl="1" algn="ctr" rtl="0">
              <a:spcBef>
                <a:spcPts val="0"/>
              </a:spcBef>
              <a:spcAft>
                <a:spcPts val="0"/>
              </a:spcAft>
              <a:buClr>
                <a:schemeClr val="dk1"/>
              </a:buClr>
              <a:buSzPts val="1100"/>
              <a:buNone/>
              <a:defRPr sz="1100"/>
            </a:lvl2pPr>
            <a:lvl3pPr lvl="2" algn="ctr" rtl="0">
              <a:spcBef>
                <a:spcPts val="0"/>
              </a:spcBef>
              <a:spcAft>
                <a:spcPts val="0"/>
              </a:spcAft>
              <a:buClr>
                <a:schemeClr val="dk1"/>
              </a:buClr>
              <a:buSzPts val="1100"/>
              <a:buNone/>
              <a:defRPr sz="1100"/>
            </a:lvl3pPr>
            <a:lvl4pPr lvl="3" algn="ctr" rtl="0">
              <a:spcBef>
                <a:spcPts val="0"/>
              </a:spcBef>
              <a:spcAft>
                <a:spcPts val="0"/>
              </a:spcAft>
              <a:buClr>
                <a:schemeClr val="dk1"/>
              </a:buClr>
              <a:buSzPts val="1100"/>
              <a:buNone/>
              <a:defRPr sz="1100"/>
            </a:lvl4pPr>
            <a:lvl5pPr lvl="4" algn="ctr" rtl="0">
              <a:spcBef>
                <a:spcPts val="0"/>
              </a:spcBef>
              <a:spcAft>
                <a:spcPts val="0"/>
              </a:spcAft>
              <a:buSzPts val="1100"/>
              <a:buNone/>
              <a:defRPr sz="1100"/>
            </a:lvl5pPr>
            <a:lvl6pPr lvl="5" algn="ctr" rtl="0">
              <a:spcBef>
                <a:spcPts val="0"/>
              </a:spcBef>
              <a:spcAft>
                <a:spcPts val="0"/>
              </a:spcAft>
              <a:buSzPts val="1100"/>
              <a:buNone/>
              <a:defRPr sz="1100"/>
            </a:lvl6pPr>
            <a:lvl7pPr lvl="6" algn="ctr" rtl="0">
              <a:spcBef>
                <a:spcPts val="0"/>
              </a:spcBef>
              <a:spcAft>
                <a:spcPts val="0"/>
              </a:spcAft>
              <a:buSzPts val="1100"/>
              <a:buNone/>
              <a:defRPr sz="1100"/>
            </a:lvl7pPr>
            <a:lvl8pPr lvl="7" algn="ctr" rtl="0">
              <a:spcBef>
                <a:spcPts val="0"/>
              </a:spcBef>
              <a:spcAft>
                <a:spcPts val="0"/>
              </a:spcAft>
              <a:buSzPts val="1100"/>
              <a:buNone/>
              <a:defRPr sz="1100"/>
            </a:lvl8pPr>
            <a:lvl9pPr lvl="8" algn="ctr" rtl="0">
              <a:spcBef>
                <a:spcPts val="0"/>
              </a:spcBef>
              <a:spcAft>
                <a:spcPts val="0"/>
              </a:spcAft>
              <a:buSzPts val="1100"/>
              <a:buNone/>
              <a:defRPr sz="1100"/>
            </a:lvl9pPr>
          </a:lstStyle>
          <a:p>
            <a:endParaRPr/>
          </a:p>
        </p:txBody>
      </p:sp>
      <p:sp>
        <p:nvSpPr>
          <p:cNvPr id="1535" name="Google Shape;1535;p117"/>
          <p:cNvSpPr txBox="1">
            <a:spLocks noGrp="1"/>
          </p:cNvSpPr>
          <p:nvPr>
            <p:ph type="subTitle" idx="3"/>
          </p:nvPr>
        </p:nvSpPr>
        <p:spPr>
          <a:xfrm>
            <a:off x="507075" y="4245447"/>
            <a:ext cx="2418300" cy="699300"/>
          </a:xfrm>
          <a:prstGeom prst="rect">
            <a:avLst/>
          </a:prstGeom>
        </p:spPr>
        <p:txBody>
          <a:bodyPr spcFirstLastPara="1" wrap="square" lIns="0" tIns="0" rIns="0" bIns="0" anchor="t" anchorCtr="0">
            <a:normAutofit/>
          </a:bodyPr>
          <a:lstStyle>
            <a:lvl1pPr lvl="0" algn="ctr" rtl="0">
              <a:spcBef>
                <a:spcPts val="0"/>
              </a:spcBef>
              <a:spcAft>
                <a:spcPts val="0"/>
              </a:spcAft>
              <a:buClr>
                <a:schemeClr val="dk1"/>
              </a:buClr>
              <a:buSzPts val="1100"/>
              <a:buNone/>
              <a:defRPr sz="1100"/>
            </a:lvl1pPr>
            <a:lvl2pPr lvl="1" algn="ctr" rtl="0">
              <a:spcBef>
                <a:spcPts val="0"/>
              </a:spcBef>
              <a:spcAft>
                <a:spcPts val="0"/>
              </a:spcAft>
              <a:buClr>
                <a:schemeClr val="dk1"/>
              </a:buClr>
              <a:buSzPts val="1100"/>
              <a:buNone/>
              <a:defRPr sz="1100"/>
            </a:lvl2pPr>
            <a:lvl3pPr lvl="2" algn="ctr" rtl="0">
              <a:spcBef>
                <a:spcPts val="0"/>
              </a:spcBef>
              <a:spcAft>
                <a:spcPts val="0"/>
              </a:spcAft>
              <a:buClr>
                <a:schemeClr val="dk1"/>
              </a:buClr>
              <a:buSzPts val="1100"/>
              <a:buNone/>
              <a:defRPr sz="1100"/>
            </a:lvl3pPr>
            <a:lvl4pPr lvl="3" algn="ctr" rtl="0">
              <a:spcBef>
                <a:spcPts val="0"/>
              </a:spcBef>
              <a:spcAft>
                <a:spcPts val="0"/>
              </a:spcAft>
              <a:buClr>
                <a:schemeClr val="dk1"/>
              </a:buClr>
              <a:buSzPts val="1100"/>
              <a:buNone/>
              <a:defRPr sz="1100"/>
            </a:lvl4pPr>
            <a:lvl5pPr lvl="4" algn="ctr" rtl="0">
              <a:spcBef>
                <a:spcPts val="0"/>
              </a:spcBef>
              <a:spcAft>
                <a:spcPts val="0"/>
              </a:spcAft>
              <a:buSzPts val="1100"/>
              <a:buNone/>
              <a:defRPr sz="1100"/>
            </a:lvl5pPr>
            <a:lvl6pPr lvl="5" algn="ctr" rtl="0">
              <a:spcBef>
                <a:spcPts val="0"/>
              </a:spcBef>
              <a:spcAft>
                <a:spcPts val="0"/>
              </a:spcAft>
              <a:buSzPts val="1100"/>
              <a:buNone/>
              <a:defRPr sz="1100"/>
            </a:lvl6pPr>
            <a:lvl7pPr lvl="6" algn="ctr" rtl="0">
              <a:spcBef>
                <a:spcPts val="0"/>
              </a:spcBef>
              <a:spcAft>
                <a:spcPts val="0"/>
              </a:spcAft>
              <a:buSzPts val="1100"/>
              <a:buNone/>
              <a:defRPr sz="1100"/>
            </a:lvl7pPr>
            <a:lvl8pPr lvl="7" algn="ctr" rtl="0">
              <a:spcBef>
                <a:spcPts val="0"/>
              </a:spcBef>
              <a:spcAft>
                <a:spcPts val="0"/>
              </a:spcAft>
              <a:buSzPts val="1100"/>
              <a:buNone/>
              <a:defRPr sz="1100"/>
            </a:lvl8pPr>
            <a:lvl9pPr lvl="8" algn="ctr" rtl="0">
              <a:spcBef>
                <a:spcPts val="0"/>
              </a:spcBef>
              <a:spcAft>
                <a:spcPts val="0"/>
              </a:spcAft>
              <a:buSzPts val="1100"/>
              <a:buNone/>
              <a:defRPr sz="1100"/>
            </a:lvl9pPr>
          </a:lstStyle>
          <a:p>
            <a:endParaRPr/>
          </a:p>
        </p:txBody>
      </p:sp>
      <p:sp>
        <p:nvSpPr>
          <p:cNvPr id="1536" name="Google Shape;1536;p117"/>
          <p:cNvSpPr txBox="1">
            <a:spLocks noGrp="1"/>
          </p:cNvSpPr>
          <p:nvPr>
            <p:ph type="subTitle" idx="4"/>
          </p:nvPr>
        </p:nvSpPr>
        <p:spPr>
          <a:xfrm>
            <a:off x="3364357" y="1449353"/>
            <a:ext cx="2418300" cy="699300"/>
          </a:xfrm>
          <a:prstGeom prst="rect">
            <a:avLst/>
          </a:prstGeom>
        </p:spPr>
        <p:txBody>
          <a:bodyPr spcFirstLastPara="1" wrap="square" lIns="0" tIns="0" rIns="0" bIns="0" anchor="t" anchorCtr="0">
            <a:normAutofit/>
          </a:bodyPr>
          <a:lstStyle>
            <a:lvl1pPr lvl="0" algn="ctr" rtl="0">
              <a:spcBef>
                <a:spcPts val="0"/>
              </a:spcBef>
              <a:spcAft>
                <a:spcPts val="0"/>
              </a:spcAft>
              <a:buClr>
                <a:schemeClr val="dk1"/>
              </a:buClr>
              <a:buSzPts val="1100"/>
              <a:buNone/>
              <a:defRPr sz="1100"/>
            </a:lvl1pPr>
            <a:lvl2pPr lvl="1" algn="ctr" rtl="0">
              <a:spcBef>
                <a:spcPts val="0"/>
              </a:spcBef>
              <a:spcAft>
                <a:spcPts val="0"/>
              </a:spcAft>
              <a:buClr>
                <a:schemeClr val="dk1"/>
              </a:buClr>
              <a:buSzPts val="1100"/>
              <a:buNone/>
              <a:defRPr sz="1100"/>
            </a:lvl2pPr>
            <a:lvl3pPr lvl="2" algn="ctr" rtl="0">
              <a:spcBef>
                <a:spcPts val="0"/>
              </a:spcBef>
              <a:spcAft>
                <a:spcPts val="0"/>
              </a:spcAft>
              <a:buClr>
                <a:schemeClr val="dk1"/>
              </a:buClr>
              <a:buSzPts val="1100"/>
              <a:buNone/>
              <a:defRPr sz="1100"/>
            </a:lvl3pPr>
            <a:lvl4pPr lvl="3" algn="ctr" rtl="0">
              <a:spcBef>
                <a:spcPts val="0"/>
              </a:spcBef>
              <a:spcAft>
                <a:spcPts val="0"/>
              </a:spcAft>
              <a:buClr>
                <a:schemeClr val="dk1"/>
              </a:buClr>
              <a:buSzPts val="1100"/>
              <a:buNone/>
              <a:defRPr sz="1100"/>
            </a:lvl4pPr>
            <a:lvl5pPr lvl="4" algn="ctr" rtl="0">
              <a:spcBef>
                <a:spcPts val="0"/>
              </a:spcBef>
              <a:spcAft>
                <a:spcPts val="0"/>
              </a:spcAft>
              <a:buSzPts val="1100"/>
              <a:buNone/>
              <a:defRPr sz="1100"/>
            </a:lvl5pPr>
            <a:lvl6pPr lvl="5" algn="ctr" rtl="0">
              <a:spcBef>
                <a:spcPts val="0"/>
              </a:spcBef>
              <a:spcAft>
                <a:spcPts val="0"/>
              </a:spcAft>
              <a:buSzPts val="1100"/>
              <a:buNone/>
              <a:defRPr sz="1100"/>
            </a:lvl6pPr>
            <a:lvl7pPr lvl="6" algn="ctr" rtl="0">
              <a:spcBef>
                <a:spcPts val="0"/>
              </a:spcBef>
              <a:spcAft>
                <a:spcPts val="0"/>
              </a:spcAft>
              <a:buSzPts val="1100"/>
              <a:buNone/>
              <a:defRPr sz="1100"/>
            </a:lvl7pPr>
            <a:lvl8pPr lvl="7" algn="ctr" rtl="0">
              <a:spcBef>
                <a:spcPts val="0"/>
              </a:spcBef>
              <a:spcAft>
                <a:spcPts val="0"/>
              </a:spcAft>
              <a:buSzPts val="1100"/>
              <a:buNone/>
              <a:defRPr sz="1100"/>
            </a:lvl8pPr>
            <a:lvl9pPr lvl="8" algn="ctr" rtl="0">
              <a:spcBef>
                <a:spcPts val="0"/>
              </a:spcBef>
              <a:spcAft>
                <a:spcPts val="0"/>
              </a:spcAft>
              <a:buSzPts val="1100"/>
              <a:buNone/>
              <a:defRPr sz="1100"/>
            </a:lvl9pPr>
          </a:lstStyle>
          <a:p>
            <a:endParaRPr/>
          </a:p>
        </p:txBody>
      </p:sp>
      <p:sp>
        <p:nvSpPr>
          <p:cNvPr id="1537" name="Google Shape;1537;p117"/>
          <p:cNvSpPr txBox="1">
            <a:spLocks noGrp="1"/>
          </p:cNvSpPr>
          <p:nvPr>
            <p:ph type="subTitle" idx="5"/>
          </p:nvPr>
        </p:nvSpPr>
        <p:spPr>
          <a:xfrm>
            <a:off x="3364357" y="2847400"/>
            <a:ext cx="2418300" cy="699300"/>
          </a:xfrm>
          <a:prstGeom prst="rect">
            <a:avLst/>
          </a:prstGeom>
        </p:spPr>
        <p:txBody>
          <a:bodyPr spcFirstLastPara="1" wrap="square" lIns="0" tIns="0" rIns="0" bIns="0" anchor="t" anchorCtr="0">
            <a:normAutofit/>
          </a:bodyPr>
          <a:lstStyle>
            <a:lvl1pPr lvl="0" algn="ctr" rtl="0">
              <a:spcBef>
                <a:spcPts val="0"/>
              </a:spcBef>
              <a:spcAft>
                <a:spcPts val="0"/>
              </a:spcAft>
              <a:buClr>
                <a:schemeClr val="dk1"/>
              </a:buClr>
              <a:buSzPts val="1100"/>
              <a:buNone/>
              <a:defRPr sz="1100"/>
            </a:lvl1pPr>
            <a:lvl2pPr lvl="1" algn="ctr" rtl="0">
              <a:spcBef>
                <a:spcPts val="0"/>
              </a:spcBef>
              <a:spcAft>
                <a:spcPts val="0"/>
              </a:spcAft>
              <a:buClr>
                <a:schemeClr val="dk1"/>
              </a:buClr>
              <a:buSzPts val="1100"/>
              <a:buNone/>
              <a:defRPr sz="1100"/>
            </a:lvl2pPr>
            <a:lvl3pPr lvl="2" algn="ctr" rtl="0">
              <a:spcBef>
                <a:spcPts val="0"/>
              </a:spcBef>
              <a:spcAft>
                <a:spcPts val="0"/>
              </a:spcAft>
              <a:buClr>
                <a:schemeClr val="dk1"/>
              </a:buClr>
              <a:buSzPts val="1100"/>
              <a:buNone/>
              <a:defRPr sz="1100"/>
            </a:lvl3pPr>
            <a:lvl4pPr lvl="3" algn="ctr" rtl="0">
              <a:spcBef>
                <a:spcPts val="0"/>
              </a:spcBef>
              <a:spcAft>
                <a:spcPts val="0"/>
              </a:spcAft>
              <a:buClr>
                <a:schemeClr val="dk1"/>
              </a:buClr>
              <a:buSzPts val="1100"/>
              <a:buNone/>
              <a:defRPr sz="1100"/>
            </a:lvl4pPr>
            <a:lvl5pPr lvl="4" algn="ctr" rtl="0">
              <a:spcBef>
                <a:spcPts val="0"/>
              </a:spcBef>
              <a:spcAft>
                <a:spcPts val="0"/>
              </a:spcAft>
              <a:buSzPts val="1100"/>
              <a:buNone/>
              <a:defRPr sz="1100"/>
            </a:lvl5pPr>
            <a:lvl6pPr lvl="5" algn="ctr" rtl="0">
              <a:spcBef>
                <a:spcPts val="0"/>
              </a:spcBef>
              <a:spcAft>
                <a:spcPts val="0"/>
              </a:spcAft>
              <a:buSzPts val="1100"/>
              <a:buNone/>
              <a:defRPr sz="1100"/>
            </a:lvl6pPr>
            <a:lvl7pPr lvl="6" algn="ctr" rtl="0">
              <a:spcBef>
                <a:spcPts val="0"/>
              </a:spcBef>
              <a:spcAft>
                <a:spcPts val="0"/>
              </a:spcAft>
              <a:buSzPts val="1100"/>
              <a:buNone/>
              <a:defRPr sz="1100"/>
            </a:lvl7pPr>
            <a:lvl8pPr lvl="7" algn="ctr" rtl="0">
              <a:spcBef>
                <a:spcPts val="0"/>
              </a:spcBef>
              <a:spcAft>
                <a:spcPts val="0"/>
              </a:spcAft>
              <a:buSzPts val="1100"/>
              <a:buNone/>
              <a:defRPr sz="1100"/>
            </a:lvl8pPr>
            <a:lvl9pPr lvl="8" algn="ctr" rtl="0">
              <a:spcBef>
                <a:spcPts val="0"/>
              </a:spcBef>
              <a:spcAft>
                <a:spcPts val="0"/>
              </a:spcAft>
              <a:buSzPts val="1100"/>
              <a:buNone/>
              <a:defRPr sz="1100"/>
            </a:lvl9pPr>
          </a:lstStyle>
          <a:p>
            <a:endParaRPr/>
          </a:p>
        </p:txBody>
      </p:sp>
      <p:sp>
        <p:nvSpPr>
          <p:cNvPr id="1538" name="Google Shape;1538;p117"/>
          <p:cNvSpPr txBox="1">
            <a:spLocks noGrp="1"/>
          </p:cNvSpPr>
          <p:nvPr>
            <p:ph type="subTitle" idx="6"/>
          </p:nvPr>
        </p:nvSpPr>
        <p:spPr>
          <a:xfrm>
            <a:off x="3361332" y="4245447"/>
            <a:ext cx="2418300" cy="699300"/>
          </a:xfrm>
          <a:prstGeom prst="rect">
            <a:avLst/>
          </a:prstGeom>
        </p:spPr>
        <p:txBody>
          <a:bodyPr spcFirstLastPara="1" wrap="square" lIns="0" tIns="0" rIns="0" bIns="0" anchor="t" anchorCtr="0">
            <a:normAutofit/>
          </a:bodyPr>
          <a:lstStyle>
            <a:lvl1pPr lvl="0" algn="ctr" rtl="0">
              <a:spcBef>
                <a:spcPts val="0"/>
              </a:spcBef>
              <a:spcAft>
                <a:spcPts val="0"/>
              </a:spcAft>
              <a:buClr>
                <a:schemeClr val="dk1"/>
              </a:buClr>
              <a:buSzPts val="1100"/>
              <a:buNone/>
              <a:defRPr sz="1100"/>
            </a:lvl1pPr>
            <a:lvl2pPr lvl="1" algn="ctr" rtl="0">
              <a:spcBef>
                <a:spcPts val="0"/>
              </a:spcBef>
              <a:spcAft>
                <a:spcPts val="0"/>
              </a:spcAft>
              <a:buClr>
                <a:schemeClr val="dk1"/>
              </a:buClr>
              <a:buSzPts val="1100"/>
              <a:buNone/>
              <a:defRPr sz="1100"/>
            </a:lvl2pPr>
            <a:lvl3pPr lvl="2" algn="ctr" rtl="0">
              <a:spcBef>
                <a:spcPts val="0"/>
              </a:spcBef>
              <a:spcAft>
                <a:spcPts val="0"/>
              </a:spcAft>
              <a:buClr>
                <a:schemeClr val="dk1"/>
              </a:buClr>
              <a:buSzPts val="1100"/>
              <a:buNone/>
              <a:defRPr sz="1100"/>
            </a:lvl3pPr>
            <a:lvl4pPr lvl="3" algn="ctr" rtl="0">
              <a:spcBef>
                <a:spcPts val="0"/>
              </a:spcBef>
              <a:spcAft>
                <a:spcPts val="0"/>
              </a:spcAft>
              <a:buClr>
                <a:schemeClr val="dk1"/>
              </a:buClr>
              <a:buSzPts val="1100"/>
              <a:buNone/>
              <a:defRPr sz="1100"/>
            </a:lvl4pPr>
            <a:lvl5pPr lvl="4" algn="ctr" rtl="0">
              <a:spcBef>
                <a:spcPts val="0"/>
              </a:spcBef>
              <a:spcAft>
                <a:spcPts val="0"/>
              </a:spcAft>
              <a:buSzPts val="1100"/>
              <a:buNone/>
              <a:defRPr sz="1100"/>
            </a:lvl5pPr>
            <a:lvl6pPr lvl="5" algn="ctr" rtl="0">
              <a:spcBef>
                <a:spcPts val="0"/>
              </a:spcBef>
              <a:spcAft>
                <a:spcPts val="0"/>
              </a:spcAft>
              <a:buSzPts val="1100"/>
              <a:buNone/>
              <a:defRPr sz="1100"/>
            </a:lvl6pPr>
            <a:lvl7pPr lvl="6" algn="ctr" rtl="0">
              <a:spcBef>
                <a:spcPts val="0"/>
              </a:spcBef>
              <a:spcAft>
                <a:spcPts val="0"/>
              </a:spcAft>
              <a:buSzPts val="1100"/>
              <a:buNone/>
              <a:defRPr sz="1100"/>
            </a:lvl7pPr>
            <a:lvl8pPr lvl="7" algn="ctr" rtl="0">
              <a:spcBef>
                <a:spcPts val="0"/>
              </a:spcBef>
              <a:spcAft>
                <a:spcPts val="0"/>
              </a:spcAft>
              <a:buSzPts val="1100"/>
              <a:buNone/>
              <a:defRPr sz="1100"/>
            </a:lvl8pPr>
            <a:lvl9pPr lvl="8" algn="ctr" rtl="0">
              <a:spcBef>
                <a:spcPts val="0"/>
              </a:spcBef>
              <a:spcAft>
                <a:spcPts val="0"/>
              </a:spcAft>
              <a:buSzPts val="1100"/>
              <a:buNone/>
              <a:defRPr sz="1100"/>
            </a:lvl9pPr>
          </a:lstStyle>
          <a:p>
            <a:endParaRPr/>
          </a:p>
        </p:txBody>
      </p:sp>
      <p:sp>
        <p:nvSpPr>
          <p:cNvPr id="1539" name="Google Shape;1539;p117"/>
          <p:cNvSpPr txBox="1">
            <a:spLocks noGrp="1"/>
          </p:cNvSpPr>
          <p:nvPr>
            <p:ph type="subTitle" idx="7"/>
          </p:nvPr>
        </p:nvSpPr>
        <p:spPr>
          <a:xfrm>
            <a:off x="6218627" y="1449353"/>
            <a:ext cx="2418300" cy="699300"/>
          </a:xfrm>
          <a:prstGeom prst="rect">
            <a:avLst/>
          </a:prstGeom>
        </p:spPr>
        <p:txBody>
          <a:bodyPr spcFirstLastPara="1" wrap="square" lIns="0" tIns="0" rIns="0" bIns="0" anchor="t" anchorCtr="0">
            <a:normAutofit/>
          </a:bodyPr>
          <a:lstStyle>
            <a:lvl1pPr lvl="0" algn="ctr" rtl="0">
              <a:spcBef>
                <a:spcPts val="0"/>
              </a:spcBef>
              <a:spcAft>
                <a:spcPts val="0"/>
              </a:spcAft>
              <a:buClr>
                <a:schemeClr val="dk1"/>
              </a:buClr>
              <a:buSzPts val="1100"/>
              <a:buNone/>
              <a:defRPr sz="1100"/>
            </a:lvl1pPr>
            <a:lvl2pPr lvl="1" algn="ctr" rtl="0">
              <a:spcBef>
                <a:spcPts val="0"/>
              </a:spcBef>
              <a:spcAft>
                <a:spcPts val="0"/>
              </a:spcAft>
              <a:buClr>
                <a:schemeClr val="dk1"/>
              </a:buClr>
              <a:buSzPts val="1100"/>
              <a:buNone/>
              <a:defRPr sz="1100"/>
            </a:lvl2pPr>
            <a:lvl3pPr lvl="2" algn="ctr" rtl="0">
              <a:spcBef>
                <a:spcPts val="0"/>
              </a:spcBef>
              <a:spcAft>
                <a:spcPts val="0"/>
              </a:spcAft>
              <a:buClr>
                <a:schemeClr val="dk1"/>
              </a:buClr>
              <a:buSzPts val="1100"/>
              <a:buNone/>
              <a:defRPr sz="1100"/>
            </a:lvl3pPr>
            <a:lvl4pPr lvl="3" algn="ctr" rtl="0">
              <a:spcBef>
                <a:spcPts val="0"/>
              </a:spcBef>
              <a:spcAft>
                <a:spcPts val="0"/>
              </a:spcAft>
              <a:buClr>
                <a:schemeClr val="dk1"/>
              </a:buClr>
              <a:buSzPts val="1100"/>
              <a:buNone/>
              <a:defRPr sz="1100"/>
            </a:lvl4pPr>
            <a:lvl5pPr lvl="4" algn="ctr" rtl="0">
              <a:spcBef>
                <a:spcPts val="0"/>
              </a:spcBef>
              <a:spcAft>
                <a:spcPts val="0"/>
              </a:spcAft>
              <a:buSzPts val="1100"/>
              <a:buNone/>
              <a:defRPr sz="1100"/>
            </a:lvl5pPr>
            <a:lvl6pPr lvl="5" algn="ctr" rtl="0">
              <a:spcBef>
                <a:spcPts val="0"/>
              </a:spcBef>
              <a:spcAft>
                <a:spcPts val="0"/>
              </a:spcAft>
              <a:buSzPts val="1100"/>
              <a:buNone/>
              <a:defRPr sz="1100"/>
            </a:lvl6pPr>
            <a:lvl7pPr lvl="6" algn="ctr" rtl="0">
              <a:spcBef>
                <a:spcPts val="0"/>
              </a:spcBef>
              <a:spcAft>
                <a:spcPts val="0"/>
              </a:spcAft>
              <a:buSzPts val="1100"/>
              <a:buNone/>
              <a:defRPr sz="1100"/>
            </a:lvl7pPr>
            <a:lvl8pPr lvl="7" algn="ctr" rtl="0">
              <a:spcBef>
                <a:spcPts val="0"/>
              </a:spcBef>
              <a:spcAft>
                <a:spcPts val="0"/>
              </a:spcAft>
              <a:buSzPts val="1100"/>
              <a:buNone/>
              <a:defRPr sz="1100"/>
            </a:lvl8pPr>
            <a:lvl9pPr lvl="8" algn="ctr" rtl="0">
              <a:spcBef>
                <a:spcPts val="0"/>
              </a:spcBef>
              <a:spcAft>
                <a:spcPts val="0"/>
              </a:spcAft>
              <a:buSzPts val="1100"/>
              <a:buNone/>
              <a:defRPr sz="1100"/>
            </a:lvl9pPr>
          </a:lstStyle>
          <a:p>
            <a:endParaRPr/>
          </a:p>
        </p:txBody>
      </p:sp>
      <p:sp>
        <p:nvSpPr>
          <p:cNvPr id="1540" name="Google Shape;1540;p117"/>
          <p:cNvSpPr txBox="1">
            <a:spLocks noGrp="1"/>
          </p:cNvSpPr>
          <p:nvPr>
            <p:ph type="subTitle" idx="8"/>
          </p:nvPr>
        </p:nvSpPr>
        <p:spPr>
          <a:xfrm>
            <a:off x="6218627" y="2847400"/>
            <a:ext cx="2418300" cy="699300"/>
          </a:xfrm>
          <a:prstGeom prst="rect">
            <a:avLst/>
          </a:prstGeom>
        </p:spPr>
        <p:txBody>
          <a:bodyPr spcFirstLastPara="1" wrap="square" lIns="0" tIns="0" rIns="0" bIns="0" anchor="t" anchorCtr="0">
            <a:normAutofit/>
          </a:bodyPr>
          <a:lstStyle>
            <a:lvl1pPr lvl="0" algn="ctr" rtl="0">
              <a:spcBef>
                <a:spcPts val="0"/>
              </a:spcBef>
              <a:spcAft>
                <a:spcPts val="0"/>
              </a:spcAft>
              <a:buClr>
                <a:schemeClr val="dk1"/>
              </a:buClr>
              <a:buSzPts val="1100"/>
              <a:buNone/>
              <a:defRPr sz="1100"/>
            </a:lvl1pPr>
            <a:lvl2pPr lvl="1" algn="ctr" rtl="0">
              <a:spcBef>
                <a:spcPts val="0"/>
              </a:spcBef>
              <a:spcAft>
                <a:spcPts val="0"/>
              </a:spcAft>
              <a:buClr>
                <a:schemeClr val="dk1"/>
              </a:buClr>
              <a:buSzPts val="1100"/>
              <a:buNone/>
              <a:defRPr sz="1100"/>
            </a:lvl2pPr>
            <a:lvl3pPr lvl="2" algn="ctr" rtl="0">
              <a:spcBef>
                <a:spcPts val="0"/>
              </a:spcBef>
              <a:spcAft>
                <a:spcPts val="0"/>
              </a:spcAft>
              <a:buClr>
                <a:schemeClr val="dk1"/>
              </a:buClr>
              <a:buSzPts val="1100"/>
              <a:buNone/>
              <a:defRPr sz="1100"/>
            </a:lvl3pPr>
            <a:lvl4pPr lvl="3" algn="ctr" rtl="0">
              <a:spcBef>
                <a:spcPts val="0"/>
              </a:spcBef>
              <a:spcAft>
                <a:spcPts val="0"/>
              </a:spcAft>
              <a:buClr>
                <a:schemeClr val="dk1"/>
              </a:buClr>
              <a:buSzPts val="1100"/>
              <a:buNone/>
              <a:defRPr sz="1100"/>
            </a:lvl4pPr>
            <a:lvl5pPr lvl="4" algn="ctr" rtl="0">
              <a:spcBef>
                <a:spcPts val="0"/>
              </a:spcBef>
              <a:spcAft>
                <a:spcPts val="0"/>
              </a:spcAft>
              <a:buSzPts val="1100"/>
              <a:buNone/>
              <a:defRPr sz="1100"/>
            </a:lvl5pPr>
            <a:lvl6pPr lvl="5" algn="ctr" rtl="0">
              <a:spcBef>
                <a:spcPts val="0"/>
              </a:spcBef>
              <a:spcAft>
                <a:spcPts val="0"/>
              </a:spcAft>
              <a:buSzPts val="1100"/>
              <a:buNone/>
              <a:defRPr sz="1100"/>
            </a:lvl6pPr>
            <a:lvl7pPr lvl="6" algn="ctr" rtl="0">
              <a:spcBef>
                <a:spcPts val="0"/>
              </a:spcBef>
              <a:spcAft>
                <a:spcPts val="0"/>
              </a:spcAft>
              <a:buSzPts val="1100"/>
              <a:buNone/>
              <a:defRPr sz="1100"/>
            </a:lvl7pPr>
            <a:lvl8pPr lvl="7" algn="ctr" rtl="0">
              <a:spcBef>
                <a:spcPts val="0"/>
              </a:spcBef>
              <a:spcAft>
                <a:spcPts val="0"/>
              </a:spcAft>
              <a:buSzPts val="1100"/>
              <a:buNone/>
              <a:defRPr sz="1100"/>
            </a:lvl8pPr>
            <a:lvl9pPr lvl="8" algn="ctr" rtl="0">
              <a:spcBef>
                <a:spcPts val="0"/>
              </a:spcBef>
              <a:spcAft>
                <a:spcPts val="0"/>
              </a:spcAft>
              <a:buSzPts val="1100"/>
              <a:buNone/>
              <a:defRPr sz="1100"/>
            </a:lvl9pPr>
          </a:lstStyle>
          <a:p>
            <a:endParaRPr/>
          </a:p>
        </p:txBody>
      </p:sp>
      <p:sp>
        <p:nvSpPr>
          <p:cNvPr id="1541" name="Google Shape;1541;p117"/>
          <p:cNvSpPr txBox="1">
            <a:spLocks noGrp="1"/>
          </p:cNvSpPr>
          <p:nvPr>
            <p:ph type="subTitle" idx="9"/>
          </p:nvPr>
        </p:nvSpPr>
        <p:spPr>
          <a:xfrm>
            <a:off x="6215602" y="4245447"/>
            <a:ext cx="2418300" cy="699300"/>
          </a:xfrm>
          <a:prstGeom prst="rect">
            <a:avLst/>
          </a:prstGeom>
        </p:spPr>
        <p:txBody>
          <a:bodyPr spcFirstLastPara="1" wrap="square" lIns="0" tIns="0" rIns="0" bIns="0" anchor="t" anchorCtr="0">
            <a:normAutofit/>
          </a:bodyPr>
          <a:lstStyle>
            <a:lvl1pPr lvl="0" algn="ctr" rtl="0">
              <a:spcBef>
                <a:spcPts val="0"/>
              </a:spcBef>
              <a:spcAft>
                <a:spcPts val="0"/>
              </a:spcAft>
              <a:buClr>
                <a:schemeClr val="dk1"/>
              </a:buClr>
              <a:buSzPts val="1100"/>
              <a:buNone/>
              <a:defRPr sz="1100"/>
            </a:lvl1pPr>
            <a:lvl2pPr lvl="1" algn="ctr" rtl="0">
              <a:spcBef>
                <a:spcPts val="0"/>
              </a:spcBef>
              <a:spcAft>
                <a:spcPts val="0"/>
              </a:spcAft>
              <a:buClr>
                <a:schemeClr val="dk1"/>
              </a:buClr>
              <a:buSzPts val="1100"/>
              <a:buNone/>
              <a:defRPr sz="1100"/>
            </a:lvl2pPr>
            <a:lvl3pPr lvl="2" algn="ctr" rtl="0">
              <a:spcBef>
                <a:spcPts val="0"/>
              </a:spcBef>
              <a:spcAft>
                <a:spcPts val="0"/>
              </a:spcAft>
              <a:buClr>
                <a:schemeClr val="dk1"/>
              </a:buClr>
              <a:buSzPts val="1100"/>
              <a:buNone/>
              <a:defRPr sz="1100"/>
            </a:lvl3pPr>
            <a:lvl4pPr lvl="3" algn="ctr" rtl="0">
              <a:spcBef>
                <a:spcPts val="0"/>
              </a:spcBef>
              <a:spcAft>
                <a:spcPts val="0"/>
              </a:spcAft>
              <a:buClr>
                <a:schemeClr val="dk1"/>
              </a:buClr>
              <a:buSzPts val="1100"/>
              <a:buNone/>
              <a:defRPr sz="1100"/>
            </a:lvl4pPr>
            <a:lvl5pPr lvl="4" algn="ctr" rtl="0">
              <a:spcBef>
                <a:spcPts val="0"/>
              </a:spcBef>
              <a:spcAft>
                <a:spcPts val="0"/>
              </a:spcAft>
              <a:buSzPts val="1100"/>
              <a:buNone/>
              <a:defRPr sz="1100"/>
            </a:lvl5pPr>
            <a:lvl6pPr lvl="5" algn="ctr" rtl="0">
              <a:spcBef>
                <a:spcPts val="0"/>
              </a:spcBef>
              <a:spcAft>
                <a:spcPts val="0"/>
              </a:spcAft>
              <a:buSzPts val="1100"/>
              <a:buNone/>
              <a:defRPr sz="1100"/>
            </a:lvl6pPr>
            <a:lvl7pPr lvl="6" algn="ctr" rtl="0">
              <a:spcBef>
                <a:spcPts val="0"/>
              </a:spcBef>
              <a:spcAft>
                <a:spcPts val="0"/>
              </a:spcAft>
              <a:buSzPts val="1100"/>
              <a:buNone/>
              <a:defRPr sz="1100"/>
            </a:lvl7pPr>
            <a:lvl8pPr lvl="7" algn="ctr" rtl="0">
              <a:spcBef>
                <a:spcPts val="0"/>
              </a:spcBef>
              <a:spcAft>
                <a:spcPts val="0"/>
              </a:spcAft>
              <a:buSzPts val="1100"/>
              <a:buNone/>
              <a:defRPr sz="1100"/>
            </a:lvl8pPr>
            <a:lvl9pPr lvl="8" algn="ctr" rtl="0">
              <a:spcBef>
                <a:spcPts val="0"/>
              </a:spcBef>
              <a:spcAft>
                <a:spcPts val="0"/>
              </a:spcAft>
              <a:buSzPts val="1100"/>
              <a:buNone/>
              <a:defRPr sz="1100"/>
            </a:lvl9pPr>
          </a:lstStyle>
          <a:p>
            <a:endParaRPr/>
          </a:p>
        </p:txBody>
      </p:sp>
    </p:spTree>
  </p:cSld>
  <p:clrMapOvr>
    <a:masterClrMapping/>
  </p:clrMapOvr>
</p:sldLayout>
</file>

<file path=ppt/slideLayouts/slideLayout116.xml><?xml version="1.0" encoding="utf-8"?>
<p:sldLayout xmlns:a="http://schemas.openxmlformats.org/drawingml/2006/main" xmlns:r="http://schemas.openxmlformats.org/officeDocument/2006/relationships" xmlns:p="http://schemas.openxmlformats.org/presentationml/2006/main" matchingName="Timeline - 3">
  <p:cSld name="CUSTOM_7">
    <p:spTree>
      <p:nvGrpSpPr>
        <p:cNvPr id="1" name="Shape 1542"/>
        <p:cNvGrpSpPr/>
        <p:nvPr/>
      </p:nvGrpSpPr>
      <p:grpSpPr>
        <a:xfrm>
          <a:off x="0" y="0"/>
          <a:ext cx="0" cy="0"/>
          <a:chOff x="0" y="0"/>
          <a:chExt cx="0" cy="0"/>
        </a:xfrm>
      </p:grpSpPr>
      <p:sp>
        <p:nvSpPr>
          <p:cNvPr id="1543" name="Google Shape;1543;p118"/>
          <p:cNvSpPr txBox="1">
            <a:spLocks noGrp="1"/>
          </p:cNvSpPr>
          <p:nvPr>
            <p:ph type="title"/>
          </p:nvPr>
        </p:nvSpPr>
        <p:spPr>
          <a:xfrm>
            <a:off x="457200" y="114300"/>
            <a:ext cx="8229600" cy="738900"/>
          </a:xfrm>
          <a:prstGeom prst="rect">
            <a:avLst/>
          </a:prstGeom>
        </p:spPr>
        <p:txBody>
          <a:bodyPr spcFirstLastPara="1" wrap="square" lIns="0" tIns="0" rIns="0" bIns="0" anchor="t" anchorCtr="0">
            <a:normAutofit/>
          </a:bodyPr>
          <a:lstStyle>
            <a:lvl1pPr lvl="0" rtl="0">
              <a:spcBef>
                <a:spcPts val="0"/>
              </a:spcBef>
              <a:spcAft>
                <a:spcPts val="0"/>
              </a:spcAft>
              <a:buSzPts val="34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cxnSp>
        <p:nvCxnSpPr>
          <p:cNvPr id="1544" name="Google Shape;1544;p118"/>
          <p:cNvCxnSpPr/>
          <p:nvPr/>
        </p:nvCxnSpPr>
        <p:spPr>
          <a:xfrm>
            <a:off x="2191625" y="1666150"/>
            <a:ext cx="0" cy="1555200"/>
          </a:xfrm>
          <a:prstGeom prst="straightConnector1">
            <a:avLst/>
          </a:prstGeom>
          <a:noFill/>
          <a:ln w="9525" cap="flat" cmpd="sng">
            <a:solidFill>
              <a:schemeClr val="accent4"/>
            </a:solidFill>
            <a:prstDash val="solid"/>
            <a:round/>
            <a:headEnd type="none" w="med" len="med"/>
            <a:tailEnd type="none" w="med" len="med"/>
          </a:ln>
        </p:spPr>
      </p:cxnSp>
      <p:cxnSp>
        <p:nvCxnSpPr>
          <p:cNvPr id="1545" name="Google Shape;1545;p118"/>
          <p:cNvCxnSpPr/>
          <p:nvPr/>
        </p:nvCxnSpPr>
        <p:spPr>
          <a:xfrm>
            <a:off x="4572000" y="1666150"/>
            <a:ext cx="0" cy="1555200"/>
          </a:xfrm>
          <a:prstGeom prst="straightConnector1">
            <a:avLst/>
          </a:prstGeom>
          <a:noFill/>
          <a:ln w="9525" cap="flat" cmpd="sng">
            <a:solidFill>
              <a:schemeClr val="accent4"/>
            </a:solidFill>
            <a:prstDash val="solid"/>
            <a:round/>
            <a:headEnd type="none" w="med" len="med"/>
            <a:tailEnd type="none" w="med" len="med"/>
          </a:ln>
        </p:spPr>
      </p:cxnSp>
      <p:cxnSp>
        <p:nvCxnSpPr>
          <p:cNvPr id="1546" name="Google Shape;1546;p118"/>
          <p:cNvCxnSpPr/>
          <p:nvPr/>
        </p:nvCxnSpPr>
        <p:spPr>
          <a:xfrm>
            <a:off x="6954625" y="1666150"/>
            <a:ext cx="0" cy="1555200"/>
          </a:xfrm>
          <a:prstGeom prst="straightConnector1">
            <a:avLst/>
          </a:prstGeom>
          <a:noFill/>
          <a:ln w="9525" cap="flat" cmpd="sng">
            <a:solidFill>
              <a:schemeClr val="accent4"/>
            </a:solidFill>
            <a:prstDash val="solid"/>
            <a:round/>
            <a:headEnd type="none" w="med" len="med"/>
            <a:tailEnd type="none" w="med" len="med"/>
          </a:ln>
        </p:spPr>
      </p:cxnSp>
      <p:cxnSp>
        <p:nvCxnSpPr>
          <p:cNvPr id="1547" name="Google Shape;1547;p118"/>
          <p:cNvCxnSpPr/>
          <p:nvPr/>
        </p:nvCxnSpPr>
        <p:spPr>
          <a:xfrm>
            <a:off x="6954625" y="1314650"/>
            <a:ext cx="0" cy="219600"/>
          </a:xfrm>
          <a:prstGeom prst="straightConnector1">
            <a:avLst/>
          </a:prstGeom>
          <a:noFill/>
          <a:ln w="9525" cap="flat" cmpd="sng">
            <a:solidFill>
              <a:schemeClr val="accent4"/>
            </a:solidFill>
            <a:prstDash val="solid"/>
            <a:round/>
            <a:headEnd type="none" w="med" len="med"/>
            <a:tailEnd type="none" w="med" len="med"/>
          </a:ln>
        </p:spPr>
      </p:cxnSp>
      <p:cxnSp>
        <p:nvCxnSpPr>
          <p:cNvPr id="1548" name="Google Shape;1548;p118"/>
          <p:cNvCxnSpPr/>
          <p:nvPr/>
        </p:nvCxnSpPr>
        <p:spPr>
          <a:xfrm>
            <a:off x="8112541" y="1314650"/>
            <a:ext cx="0" cy="219600"/>
          </a:xfrm>
          <a:prstGeom prst="straightConnector1">
            <a:avLst/>
          </a:prstGeom>
          <a:noFill/>
          <a:ln w="9525" cap="flat" cmpd="sng">
            <a:solidFill>
              <a:schemeClr val="accent4"/>
            </a:solidFill>
            <a:prstDash val="solid"/>
            <a:round/>
            <a:headEnd type="none" w="med" len="med"/>
            <a:tailEnd type="none" w="med" len="med"/>
          </a:ln>
        </p:spPr>
      </p:cxnSp>
      <p:cxnSp>
        <p:nvCxnSpPr>
          <p:cNvPr id="1549" name="Google Shape;1549;p118"/>
          <p:cNvCxnSpPr/>
          <p:nvPr/>
        </p:nvCxnSpPr>
        <p:spPr>
          <a:xfrm>
            <a:off x="4573125" y="1314650"/>
            <a:ext cx="0" cy="219600"/>
          </a:xfrm>
          <a:prstGeom prst="straightConnector1">
            <a:avLst/>
          </a:prstGeom>
          <a:noFill/>
          <a:ln w="9525" cap="flat" cmpd="sng">
            <a:solidFill>
              <a:schemeClr val="accent4"/>
            </a:solidFill>
            <a:prstDash val="solid"/>
            <a:round/>
            <a:headEnd type="none" w="med" len="med"/>
            <a:tailEnd type="none" w="med" len="med"/>
          </a:ln>
        </p:spPr>
      </p:cxnSp>
      <p:cxnSp>
        <p:nvCxnSpPr>
          <p:cNvPr id="1550" name="Google Shape;1550;p118"/>
          <p:cNvCxnSpPr/>
          <p:nvPr/>
        </p:nvCxnSpPr>
        <p:spPr>
          <a:xfrm>
            <a:off x="5761050" y="1314650"/>
            <a:ext cx="0" cy="219600"/>
          </a:xfrm>
          <a:prstGeom prst="straightConnector1">
            <a:avLst/>
          </a:prstGeom>
          <a:noFill/>
          <a:ln w="9525" cap="flat" cmpd="sng">
            <a:solidFill>
              <a:schemeClr val="accent4"/>
            </a:solidFill>
            <a:prstDash val="solid"/>
            <a:round/>
            <a:headEnd type="none" w="med" len="med"/>
            <a:tailEnd type="none" w="med" len="med"/>
          </a:ln>
        </p:spPr>
      </p:cxnSp>
      <p:cxnSp>
        <p:nvCxnSpPr>
          <p:cNvPr id="1551" name="Google Shape;1551;p118"/>
          <p:cNvCxnSpPr/>
          <p:nvPr/>
        </p:nvCxnSpPr>
        <p:spPr>
          <a:xfrm>
            <a:off x="3385200" y="1314650"/>
            <a:ext cx="0" cy="219600"/>
          </a:xfrm>
          <a:prstGeom prst="straightConnector1">
            <a:avLst/>
          </a:prstGeom>
          <a:noFill/>
          <a:ln w="9525" cap="flat" cmpd="sng">
            <a:solidFill>
              <a:schemeClr val="accent4"/>
            </a:solidFill>
            <a:prstDash val="solid"/>
            <a:round/>
            <a:headEnd type="none" w="med" len="med"/>
            <a:tailEnd type="none" w="med" len="med"/>
          </a:ln>
        </p:spPr>
      </p:cxnSp>
      <p:cxnSp>
        <p:nvCxnSpPr>
          <p:cNvPr id="1552" name="Google Shape;1552;p118"/>
          <p:cNvCxnSpPr/>
          <p:nvPr/>
        </p:nvCxnSpPr>
        <p:spPr>
          <a:xfrm>
            <a:off x="1033709" y="1314650"/>
            <a:ext cx="0" cy="219600"/>
          </a:xfrm>
          <a:prstGeom prst="straightConnector1">
            <a:avLst/>
          </a:prstGeom>
          <a:noFill/>
          <a:ln w="9525" cap="flat" cmpd="sng">
            <a:solidFill>
              <a:schemeClr val="accent4"/>
            </a:solidFill>
            <a:prstDash val="solid"/>
            <a:round/>
            <a:headEnd type="none" w="med" len="med"/>
            <a:tailEnd type="none" w="med" len="med"/>
          </a:ln>
        </p:spPr>
      </p:cxnSp>
      <p:cxnSp>
        <p:nvCxnSpPr>
          <p:cNvPr id="1553" name="Google Shape;1553;p118"/>
          <p:cNvCxnSpPr/>
          <p:nvPr/>
        </p:nvCxnSpPr>
        <p:spPr>
          <a:xfrm>
            <a:off x="2191625" y="1314650"/>
            <a:ext cx="0" cy="219600"/>
          </a:xfrm>
          <a:prstGeom prst="straightConnector1">
            <a:avLst/>
          </a:prstGeom>
          <a:noFill/>
          <a:ln w="9525" cap="flat" cmpd="sng">
            <a:solidFill>
              <a:schemeClr val="accent4"/>
            </a:solidFill>
            <a:prstDash val="solid"/>
            <a:round/>
            <a:headEnd type="none" w="med" len="med"/>
            <a:tailEnd type="none" w="med" len="med"/>
          </a:ln>
        </p:spPr>
      </p:cxnSp>
      <p:cxnSp>
        <p:nvCxnSpPr>
          <p:cNvPr id="1554" name="Google Shape;1554;p118"/>
          <p:cNvCxnSpPr/>
          <p:nvPr/>
        </p:nvCxnSpPr>
        <p:spPr>
          <a:xfrm>
            <a:off x="9" y="1600200"/>
            <a:ext cx="9158700" cy="0"/>
          </a:xfrm>
          <a:prstGeom prst="straightConnector1">
            <a:avLst/>
          </a:prstGeom>
          <a:noFill/>
          <a:ln w="19050" cap="flat" cmpd="sng">
            <a:solidFill>
              <a:schemeClr val="accent4"/>
            </a:solidFill>
            <a:prstDash val="dash"/>
            <a:round/>
            <a:headEnd type="none" w="med" len="med"/>
            <a:tailEnd type="none" w="med" len="med"/>
          </a:ln>
        </p:spPr>
      </p:cxnSp>
      <p:sp>
        <p:nvSpPr>
          <p:cNvPr id="1555" name="Google Shape;1555;p118"/>
          <p:cNvSpPr/>
          <p:nvPr/>
        </p:nvSpPr>
        <p:spPr>
          <a:xfrm>
            <a:off x="965468" y="1534150"/>
            <a:ext cx="132000" cy="132000"/>
          </a:xfrm>
          <a:prstGeom prst="ellipse">
            <a:avLst/>
          </a:prstGeom>
          <a:solidFill>
            <a:schemeClr val="accent1"/>
          </a:solidFill>
          <a:ln w="2857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6" name="Google Shape;1556;p118"/>
          <p:cNvSpPr/>
          <p:nvPr/>
        </p:nvSpPr>
        <p:spPr>
          <a:xfrm>
            <a:off x="2125639" y="1534150"/>
            <a:ext cx="132000" cy="132000"/>
          </a:xfrm>
          <a:prstGeom prst="ellipse">
            <a:avLst/>
          </a:prstGeom>
          <a:solidFill>
            <a:schemeClr val="accent1"/>
          </a:solidFill>
          <a:ln w="2857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7" name="Google Shape;1557;p118"/>
          <p:cNvSpPr/>
          <p:nvPr/>
        </p:nvSpPr>
        <p:spPr>
          <a:xfrm>
            <a:off x="3315819" y="1534150"/>
            <a:ext cx="132000" cy="132000"/>
          </a:xfrm>
          <a:prstGeom prst="ellipse">
            <a:avLst/>
          </a:prstGeom>
          <a:solidFill>
            <a:schemeClr val="accent1"/>
          </a:solidFill>
          <a:ln w="2857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8" name="Google Shape;1558;p118"/>
          <p:cNvSpPr/>
          <p:nvPr/>
        </p:nvSpPr>
        <p:spPr>
          <a:xfrm>
            <a:off x="4505999" y="1534150"/>
            <a:ext cx="132000" cy="132000"/>
          </a:xfrm>
          <a:prstGeom prst="ellipse">
            <a:avLst/>
          </a:prstGeom>
          <a:solidFill>
            <a:schemeClr val="accent1"/>
          </a:solidFill>
          <a:ln w="2857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9" name="Google Shape;1559;p118"/>
          <p:cNvSpPr/>
          <p:nvPr/>
        </p:nvSpPr>
        <p:spPr>
          <a:xfrm>
            <a:off x="5696179" y="1534150"/>
            <a:ext cx="132000" cy="132000"/>
          </a:xfrm>
          <a:prstGeom prst="ellipse">
            <a:avLst/>
          </a:prstGeom>
          <a:solidFill>
            <a:schemeClr val="accent1"/>
          </a:solidFill>
          <a:ln w="2857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0" name="Google Shape;1560;p118"/>
          <p:cNvSpPr/>
          <p:nvPr/>
        </p:nvSpPr>
        <p:spPr>
          <a:xfrm>
            <a:off x="6886359" y="1534150"/>
            <a:ext cx="132000" cy="132000"/>
          </a:xfrm>
          <a:prstGeom prst="ellipse">
            <a:avLst/>
          </a:prstGeom>
          <a:solidFill>
            <a:schemeClr val="accent1"/>
          </a:solidFill>
          <a:ln w="2857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1" name="Google Shape;1561;p118"/>
          <p:cNvSpPr/>
          <p:nvPr/>
        </p:nvSpPr>
        <p:spPr>
          <a:xfrm>
            <a:off x="8046531" y="1534150"/>
            <a:ext cx="132000" cy="132000"/>
          </a:xfrm>
          <a:prstGeom prst="ellipse">
            <a:avLst/>
          </a:prstGeom>
          <a:solidFill>
            <a:schemeClr val="accent1"/>
          </a:solidFill>
          <a:ln w="2857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2" name="Google Shape;1562;p118"/>
          <p:cNvSpPr txBox="1">
            <a:spLocks noGrp="1"/>
          </p:cNvSpPr>
          <p:nvPr>
            <p:ph type="subTitle" idx="1"/>
          </p:nvPr>
        </p:nvSpPr>
        <p:spPr>
          <a:xfrm>
            <a:off x="494325" y="1065989"/>
            <a:ext cx="1078800" cy="219600"/>
          </a:xfrm>
          <a:prstGeom prst="rect">
            <a:avLst/>
          </a:prstGeom>
        </p:spPr>
        <p:txBody>
          <a:bodyPr spcFirstLastPara="1" wrap="square" lIns="0" tIns="0" rIns="0" bIns="0" anchor="t" anchorCtr="0">
            <a:normAutofit/>
          </a:bodyPr>
          <a:lstStyle>
            <a:lvl1pPr lvl="0" algn="ctr" rtl="0">
              <a:lnSpc>
                <a:spcPct val="100000"/>
              </a:lnSpc>
              <a:spcBef>
                <a:spcPts val="0"/>
              </a:spcBef>
              <a:spcAft>
                <a:spcPts val="0"/>
              </a:spcAft>
              <a:buClr>
                <a:schemeClr val="accent4"/>
              </a:buClr>
              <a:buSzPts val="800"/>
              <a:buNone/>
              <a:defRPr sz="800" b="1">
                <a:solidFill>
                  <a:schemeClr val="accent4"/>
                </a:solidFill>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1563" name="Google Shape;1563;p118"/>
          <p:cNvSpPr txBox="1">
            <a:spLocks noGrp="1"/>
          </p:cNvSpPr>
          <p:nvPr>
            <p:ph type="subTitle" idx="2"/>
          </p:nvPr>
        </p:nvSpPr>
        <p:spPr>
          <a:xfrm>
            <a:off x="1652225" y="1065989"/>
            <a:ext cx="1078800" cy="219600"/>
          </a:xfrm>
          <a:prstGeom prst="rect">
            <a:avLst/>
          </a:prstGeom>
        </p:spPr>
        <p:txBody>
          <a:bodyPr spcFirstLastPara="1" wrap="square" lIns="0" tIns="0" rIns="0" bIns="0" anchor="t" anchorCtr="0">
            <a:normAutofit/>
          </a:bodyPr>
          <a:lstStyle>
            <a:lvl1pPr lvl="0" algn="ctr" rtl="0">
              <a:lnSpc>
                <a:spcPct val="100000"/>
              </a:lnSpc>
              <a:spcBef>
                <a:spcPts val="0"/>
              </a:spcBef>
              <a:spcAft>
                <a:spcPts val="0"/>
              </a:spcAft>
              <a:buClr>
                <a:schemeClr val="accent4"/>
              </a:buClr>
              <a:buSzPts val="800"/>
              <a:buNone/>
              <a:defRPr sz="800" b="1">
                <a:solidFill>
                  <a:schemeClr val="accent4"/>
                </a:solidFill>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1564" name="Google Shape;1564;p118"/>
          <p:cNvSpPr txBox="1">
            <a:spLocks noGrp="1"/>
          </p:cNvSpPr>
          <p:nvPr>
            <p:ph type="subTitle" idx="3"/>
          </p:nvPr>
        </p:nvSpPr>
        <p:spPr>
          <a:xfrm>
            <a:off x="2845800" y="1065989"/>
            <a:ext cx="1078800" cy="219600"/>
          </a:xfrm>
          <a:prstGeom prst="rect">
            <a:avLst/>
          </a:prstGeom>
        </p:spPr>
        <p:txBody>
          <a:bodyPr spcFirstLastPara="1" wrap="square" lIns="0" tIns="0" rIns="0" bIns="0" anchor="t" anchorCtr="0">
            <a:normAutofit/>
          </a:bodyPr>
          <a:lstStyle>
            <a:lvl1pPr lvl="0" algn="ctr" rtl="0">
              <a:lnSpc>
                <a:spcPct val="100000"/>
              </a:lnSpc>
              <a:spcBef>
                <a:spcPts val="0"/>
              </a:spcBef>
              <a:spcAft>
                <a:spcPts val="0"/>
              </a:spcAft>
              <a:buClr>
                <a:schemeClr val="accent4"/>
              </a:buClr>
              <a:buSzPts val="800"/>
              <a:buNone/>
              <a:defRPr sz="800" b="1">
                <a:solidFill>
                  <a:schemeClr val="accent4"/>
                </a:solidFill>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1565" name="Google Shape;1565;p118"/>
          <p:cNvSpPr txBox="1">
            <a:spLocks noGrp="1"/>
          </p:cNvSpPr>
          <p:nvPr>
            <p:ph type="subTitle" idx="4"/>
          </p:nvPr>
        </p:nvSpPr>
        <p:spPr>
          <a:xfrm>
            <a:off x="4039375" y="1065989"/>
            <a:ext cx="1078800" cy="219600"/>
          </a:xfrm>
          <a:prstGeom prst="rect">
            <a:avLst/>
          </a:prstGeom>
        </p:spPr>
        <p:txBody>
          <a:bodyPr spcFirstLastPara="1" wrap="square" lIns="0" tIns="0" rIns="0" bIns="0" anchor="t" anchorCtr="0">
            <a:normAutofit/>
          </a:bodyPr>
          <a:lstStyle>
            <a:lvl1pPr lvl="0" algn="ctr" rtl="0">
              <a:lnSpc>
                <a:spcPct val="100000"/>
              </a:lnSpc>
              <a:spcBef>
                <a:spcPts val="0"/>
              </a:spcBef>
              <a:spcAft>
                <a:spcPts val="0"/>
              </a:spcAft>
              <a:buClr>
                <a:schemeClr val="accent4"/>
              </a:buClr>
              <a:buSzPts val="800"/>
              <a:buNone/>
              <a:defRPr sz="800" b="1">
                <a:solidFill>
                  <a:schemeClr val="accent4"/>
                </a:solidFill>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1566" name="Google Shape;1566;p118"/>
          <p:cNvSpPr txBox="1">
            <a:spLocks noGrp="1"/>
          </p:cNvSpPr>
          <p:nvPr>
            <p:ph type="subTitle" idx="5"/>
          </p:nvPr>
        </p:nvSpPr>
        <p:spPr>
          <a:xfrm>
            <a:off x="5232950" y="1065989"/>
            <a:ext cx="1078800" cy="219600"/>
          </a:xfrm>
          <a:prstGeom prst="rect">
            <a:avLst/>
          </a:prstGeom>
        </p:spPr>
        <p:txBody>
          <a:bodyPr spcFirstLastPara="1" wrap="square" lIns="0" tIns="0" rIns="0" bIns="0" anchor="t" anchorCtr="0">
            <a:normAutofit/>
          </a:bodyPr>
          <a:lstStyle>
            <a:lvl1pPr lvl="0" algn="ctr" rtl="0">
              <a:lnSpc>
                <a:spcPct val="100000"/>
              </a:lnSpc>
              <a:spcBef>
                <a:spcPts val="0"/>
              </a:spcBef>
              <a:spcAft>
                <a:spcPts val="0"/>
              </a:spcAft>
              <a:buClr>
                <a:schemeClr val="accent4"/>
              </a:buClr>
              <a:buSzPts val="800"/>
              <a:buNone/>
              <a:defRPr sz="800" b="1">
                <a:solidFill>
                  <a:schemeClr val="accent4"/>
                </a:solidFill>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1567" name="Google Shape;1567;p118"/>
          <p:cNvSpPr txBox="1">
            <a:spLocks noGrp="1"/>
          </p:cNvSpPr>
          <p:nvPr>
            <p:ph type="subTitle" idx="6"/>
          </p:nvPr>
        </p:nvSpPr>
        <p:spPr>
          <a:xfrm>
            <a:off x="6426525" y="1065989"/>
            <a:ext cx="1078800" cy="219600"/>
          </a:xfrm>
          <a:prstGeom prst="rect">
            <a:avLst/>
          </a:prstGeom>
        </p:spPr>
        <p:txBody>
          <a:bodyPr spcFirstLastPara="1" wrap="square" lIns="0" tIns="0" rIns="0" bIns="0" anchor="t" anchorCtr="0">
            <a:normAutofit/>
          </a:bodyPr>
          <a:lstStyle>
            <a:lvl1pPr lvl="0" algn="ctr" rtl="0">
              <a:lnSpc>
                <a:spcPct val="100000"/>
              </a:lnSpc>
              <a:spcBef>
                <a:spcPts val="0"/>
              </a:spcBef>
              <a:spcAft>
                <a:spcPts val="0"/>
              </a:spcAft>
              <a:buClr>
                <a:schemeClr val="accent4"/>
              </a:buClr>
              <a:buSzPts val="800"/>
              <a:buNone/>
              <a:defRPr sz="800" b="1">
                <a:solidFill>
                  <a:schemeClr val="accent4"/>
                </a:solidFill>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1568" name="Google Shape;1568;p118"/>
          <p:cNvSpPr txBox="1">
            <a:spLocks noGrp="1"/>
          </p:cNvSpPr>
          <p:nvPr>
            <p:ph type="subTitle" idx="7"/>
          </p:nvPr>
        </p:nvSpPr>
        <p:spPr>
          <a:xfrm>
            <a:off x="7584425" y="1065989"/>
            <a:ext cx="1078800" cy="219600"/>
          </a:xfrm>
          <a:prstGeom prst="rect">
            <a:avLst/>
          </a:prstGeom>
        </p:spPr>
        <p:txBody>
          <a:bodyPr spcFirstLastPara="1" wrap="square" lIns="0" tIns="0" rIns="0" bIns="0" anchor="t" anchorCtr="0">
            <a:normAutofit/>
          </a:bodyPr>
          <a:lstStyle>
            <a:lvl1pPr lvl="0" algn="ctr" rtl="0">
              <a:lnSpc>
                <a:spcPct val="100000"/>
              </a:lnSpc>
              <a:spcBef>
                <a:spcPts val="0"/>
              </a:spcBef>
              <a:spcAft>
                <a:spcPts val="0"/>
              </a:spcAft>
              <a:buClr>
                <a:schemeClr val="accent4"/>
              </a:buClr>
              <a:buSzPts val="800"/>
              <a:buNone/>
              <a:defRPr sz="800" b="1">
                <a:solidFill>
                  <a:schemeClr val="accent4"/>
                </a:solidFill>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1569" name="Google Shape;1569;p118"/>
          <p:cNvSpPr txBox="1">
            <a:spLocks noGrp="1"/>
          </p:cNvSpPr>
          <p:nvPr>
            <p:ph type="subTitle" idx="8"/>
          </p:nvPr>
        </p:nvSpPr>
        <p:spPr>
          <a:xfrm>
            <a:off x="63075" y="1888300"/>
            <a:ext cx="1941300" cy="266100"/>
          </a:xfrm>
          <a:prstGeom prst="rect">
            <a:avLst/>
          </a:prstGeom>
        </p:spPr>
        <p:txBody>
          <a:bodyPr spcFirstLastPara="1" wrap="square" lIns="0" tIns="0" rIns="0" bIns="0" anchor="t" anchorCtr="0">
            <a:normAutofit/>
          </a:bodyPr>
          <a:lstStyle>
            <a:lvl1pPr lvl="0" algn="ctr" rtl="0">
              <a:lnSpc>
                <a:spcPct val="100000"/>
              </a:lnSpc>
              <a:spcBef>
                <a:spcPts val="0"/>
              </a:spcBef>
              <a:spcAft>
                <a:spcPts val="0"/>
              </a:spcAft>
              <a:buSzPts val="900"/>
              <a:buNone/>
              <a:defRPr sz="900" b="1"/>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1570" name="Google Shape;1570;p118"/>
          <p:cNvSpPr txBox="1">
            <a:spLocks noGrp="1"/>
          </p:cNvSpPr>
          <p:nvPr>
            <p:ph type="body" idx="9"/>
          </p:nvPr>
        </p:nvSpPr>
        <p:spPr>
          <a:xfrm>
            <a:off x="192075" y="2162724"/>
            <a:ext cx="1683300" cy="986700"/>
          </a:xfrm>
          <a:prstGeom prst="rect">
            <a:avLst/>
          </a:prstGeom>
        </p:spPr>
        <p:txBody>
          <a:bodyPr spcFirstLastPara="1" wrap="square" lIns="0" tIns="0" rIns="0" bIns="0" anchor="t" anchorCtr="0">
            <a:normAutofit/>
          </a:bodyPr>
          <a:lstStyle>
            <a:lvl1pPr marL="457200" lvl="0" indent="-279400" rtl="0">
              <a:spcBef>
                <a:spcPts val="0"/>
              </a:spcBef>
              <a:spcAft>
                <a:spcPts val="0"/>
              </a:spcAft>
              <a:buSzPts val="800"/>
              <a:buChar char="■"/>
              <a:defRPr sz="800"/>
            </a:lvl1pPr>
            <a:lvl2pPr marL="914400" lvl="1" indent="-279400" rtl="0">
              <a:spcBef>
                <a:spcPts val="0"/>
              </a:spcBef>
              <a:spcAft>
                <a:spcPts val="0"/>
              </a:spcAft>
              <a:buSzPts val="800"/>
              <a:buChar char="■"/>
              <a:defRPr sz="800"/>
            </a:lvl2pPr>
            <a:lvl3pPr marL="1371600" lvl="2" indent="-279400" rtl="0">
              <a:spcBef>
                <a:spcPts val="0"/>
              </a:spcBef>
              <a:spcAft>
                <a:spcPts val="0"/>
              </a:spcAft>
              <a:buSzPts val="800"/>
              <a:buChar char="■"/>
              <a:defRPr sz="800"/>
            </a:lvl3pPr>
            <a:lvl4pPr marL="1828800" lvl="3" indent="-279400" rtl="0">
              <a:spcBef>
                <a:spcPts val="0"/>
              </a:spcBef>
              <a:spcAft>
                <a:spcPts val="0"/>
              </a:spcAft>
              <a:buSzPts val="800"/>
              <a:buChar char="●"/>
              <a:defRPr sz="800"/>
            </a:lvl4pPr>
            <a:lvl5pPr marL="2286000" lvl="4" indent="-279400" rtl="0">
              <a:spcBef>
                <a:spcPts val="0"/>
              </a:spcBef>
              <a:spcAft>
                <a:spcPts val="0"/>
              </a:spcAft>
              <a:buSzPts val="800"/>
              <a:buChar char="○"/>
              <a:defRPr sz="800"/>
            </a:lvl5pPr>
            <a:lvl6pPr marL="2743200" lvl="5" indent="-279400" rtl="0">
              <a:spcBef>
                <a:spcPts val="0"/>
              </a:spcBef>
              <a:spcAft>
                <a:spcPts val="0"/>
              </a:spcAft>
              <a:buSzPts val="800"/>
              <a:buChar char="■"/>
              <a:defRPr sz="800"/>
            </a:lvl6pPr>
            <a:lvl7pPr marL="3200400" lvl="6" indent="-279400" rtl="0">
              <a:spcBef>
                <a:spcPts val="0"/>
              </a:spcBef>
              <a:spcAft>
                <a:spcPts val="0"/>
              </a:spcAft>
              <a:buSzPts val="800"/>
              <a:buChar char="●"/>
              <a:defRPr sz="800"/>
            </a:lvl7pPr>
            <a:lvl8pPr marL="3657600" lvl="7" indent="-279400" rtl="0">
              <a:spcBef>
                <a:spcPts val="0"/>
              </a:spcBef>
              <a:spcAft>
                <a:spcPts val="0"/>
              </a:spcAft>
              <a:buSzPts val="800"/>
              <a:buChar char="○"/>
              <a:defRPr sz="800"/>
            </a:lvl8pPr>
            <a:lvl9pPr marL="4114800" lvl="8" indent="-279400" rtl="0">
              <a:spcBef>
                <a:spcPts val="0"/>
              </a:spcBef>
              <a:spcAft>
                <a:spcPts val="0"/>
              </a:spcAft>
              <a:buSzPts val="800"/>
              <a:buChar char="■"/>
              <a:defRPr sz="800"/>
            </a:lvl9pPr>
          </a:lstStyle>
          <a:p>
            <a:endParaRPr/>
          </a:p>
        </p:txBody>
      </p:sp>
      <p:sp>
        <p:nvSpPr>
          <p:cNvPr id="1571" name="Google Shape;1571;p118"/>
          <p:cNvSpPr txBox="1">
            <a:spLocks noGrp="1"/>
          </p:cNvSpPr>
          <p:nvPr>
            <p:ph type="subTitle" idx="13"/>
          </p:nvPr>
        </p:nvSpPr>
        <p:spPr>
          <a:xfrm>
            <a:off x="2414550" y="1888300"/>
            <a:ext cx="1941300" cy="266100"/>
          </a:xfrm>
          <a:prstGeom prst="rect">
            <a:avLst/>
          </a:prstGeom>
        </p:spPr>
        <p:txBody>
          <a:bodyPr spcFirstLastPara="1" wrap="square" lIns="0" tIns="0" rIns="0" bIns="0" anchor="t" anchorCtr="0">
            <a:normAutofit/>
          </a:bodyPr>
          <a:lstStyle>
            <a:lvl1pPr lvl="0" algn="ctr" rtl="0">
              <a:lnSpc>
                <a:spcPct val="100000"/>
              </a:lnSpc>
              <a:spcBef>
                <a:spcPts val="0"/>
              </a:spcBef>
              <a:spcAft>
                <a:spcPts val="0"/>
              </a:spcAft>
              <a:buSzPts val="900"/>
              <a:buNone/>
              <a:defRPr sz="900" b="1"/>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1572" name="Google Shape;1572;p118"/>
          <p:cNvSpPr txBox="1">
            <a:spLocks noGrp="1"/>
          </p:cNvSpPr>
          <p:nvPr>
            <p:ph type="body" idx="14"/>
          </p:nvPr>
        </p:nvSpPr>
        <p:spPr>
          <a:xfrm>
            <a:off x="2543550" y="2162724"/>
            <a:ext cx="1683300" cy="986700"/>
          </a:xfrm>
          <a:prstGeom prst="rect">
            <a:avLst/>
          </a:prstGeom>
        </p:spPr>
        <p:txBody>
          <a:bodyPr spcFirstLastPara="1" wrap="square" lIns="0" tIns="0" rIns="0" bIns="0" anchor="t" anchorCtr="0">
            <a:normAutofit/>
          </a:bodyPr>
          <a:lstStyle>
            <a:lvl1pPr marL="457200" lvl="0" indent="-279400" rtl="0">
              <a:spcBef>
                <a:spcPts val="0"/>
              </a:spcBef>
              <a:spcAft>
                <a:spcPts val="0"/>
              </a:spcAft>
              <a:buSzPts val="800"/>
              <a:buChar char="■"/>
              <a:defRPr sz="800"/>
            </a:lvl1pPr>
            <a:lvl2pPr marL="914400" lvl="1" indent="-279400" rtl="0">
              <a:spcBef>
                <a:spcPts val="0"/>
              </a:spcBef>
              <a:spcAft>
                <a:spcPts val="0"/>
              </a:spcAft>
              <a:buSzPts val="800"/>
              <a:buChar char="■"/>
              <a:defRPr sz="800"/>
            </a:lvl2pPr>
            <a:lvl3pPr marL="1371600" lvl="2" indent="-279400" rtl="0">
              <a:spcBef>
                <a:spcPts val="0"/>
              </a:spcBef>
              <a:spcAft>
                <a:spcPts val="0"/>
              </a:spcAft>
              <a:buSzPts val="800"/>
              <a:buChar char="■"/>
              <a:defRPr sz="800"/>
            </a:lvl3pPr>
            <a:lvl4pPr marL="1828800" lvl="3" indent="-279400" rtl="0">
              <a:spcBef>
                <a:spcPts val="0"/>
              </a:spcBef>
              <a:spcAft>
                <a:spcPts val="0"/>
              </a:spcAft>
              <a:buSzPts val="800"/>
              <a:buChar char="●"/>
              <a:defRPr sz="800"/>
            </a:lvl4pPr>
            <a:lvl5pPr marL="2286000" lvl="4" indent="-279400" rtl="0">
              <a:spcBef>
                <a:spcPts val="0"/>
              </a:spcBef>
              <a:spcAft>
                <a:spcPts val="0"/>
              </a:spcAft>
              <a:buSzPts val="800"/>
              <a:buChar char="○"/>
              <a:defRPr sz="800"/>
            </a:lvl5pPr>
            <a:lvl6pPr marL="2743200" lvl="5" indent="-279400" rtl="0">
              <a:spcBef>
                <a:spcPts val="0"/>
              </a:spcBef>
              <a:spcAft>
                <a:spcPts val="0"/>
              </a:spcAft>
              <a:buSzPts val="800"/>
              <a:buChar char="■"/>
              <a:defRPr sz="800"/>
            </a:lvl6pPr>
            <a:lvl7pPr marL="3200400" lvl="6" indent="-279400" rtl="0">
              <a:spcBef>
                <a:spcPts val="0"/>
              </a:spcBef>
              <a:spcAft>
                <a:spcPts val="0"/>
              </a:spcAft>
              <a:buSzPts val="800"/>
              <a:buChar char="●"/>
              <a:defRPr sz="800"/>
            </a:lvl7pPr>
            <a:lvl8pPr marL="3657600" lvl="7" indent="-279400" rtl="0">
              <a:spcBef>
                <a:spcPts val="0"/>
              </a:spcBef>
              <a:spcAft>
                <a:spcPts val="0"/>
              </a:spcAft>
              <a:buSzPts val="800"/>
              <a:buChar char="○"/>
              <a:defRPr sz="800"/>
            </a:lvl8pPr>
            <a:lvl9pPr marL="4114800" lvl="8" indent="-279400" rtl="0">
              <a:spcBef>
                <a:spcPts val="0"/>
              </a:spcBef>
              <a:spcAft>
                <a:spcPts val="0"/>
              </a:spcAft>
              <a:buSzPts val="800"/>
              <a:buChar char="■"/>
              <a:defRPr sz="800"/>
            </a:lvl9pPr>
          </a:lstStyle>
          <a:p>
            <a:endParaRPr/>
          </a:p>
        </p:txBody>
      </p:sp>
      <p:sp>
        <p:nvSpPr>
          <p:cNvPr id="1573" name="Google Shape;1573;p118"/>
          <p:cNvSpPr txBox="1">
            <a:spLocks noGrp="1"/>
          </p:cNvSpPr>
          <p:nvPr>
            <p:ph type="subTitle" idx="15"/>
          </p:nvPr>
        </p:nvSpPr>
        <p:spPr>
          <a:xfrm>
            <a:off x="4792663" y="1888300"/>
            <a:ext cx="1941300" cy="266100"/>
          </a:xfrm>
          <a:prstGeom prst="rect">
            <a:avLst/>
          </a:prstGeom>
        </p:spPr>
        <p:txBody>
          <a:bodyPr spcFirstLastPara="1" wrap="square" lIns="0" tIns="0" rIns="0" bIns="0" anchor="t" anchorCtr="0">
            <a:normAutofit/>
          </a:bodyPr>
          <a:lstStyle>
            <a:lvl1pPr lvl="0" algn="ctr" rtl="0">
              <a:lnSpc>
                <a:spcPct val="100000"/>
              </a:lnSpc>
              <a:spcBef>
                <a:spcPts val="0"/>
              </a:spcBef>
              <a:spcAft>
                <a:spcPts val="0"/>
              </a:spcAft>
              <a:buSzPts val="900"/>
              <a:buNone/>
              <a:defRPr sz="900" b="1"/>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1574" name="Google Shape;1574;p118"/>
          <p:cNvSpPr txBox="1">
            <a:spLocks noGrp="1"/>
          </p:cNvSpPr>
          <p:nvPr>
            <p:ph type="body" idx="16"/>
          </p:nvPr>
        </p:nvSpPr>
        <p:spPr>
          <a:xfrm>
            <a:off x="4921663" y="2162724"/>
            <a:ext cx="1683300" cy="986700"/>
          </a:xfrm>
          <a:prstGeom prst="rect">
            <a:avLst/>
          </a:prstGeom>
        </p:spPr>
        <p:txBody>
          <a:bodyPr spcFirstLastPara="1" wrap="square" lIns="0" tIns="0" rIns="0" bIns="0" anchor="t" anchorCtr="0">
            <a:normAutofit/>
          </a:bodyPr>
          <a:lstStyle>
            <a:lvl1pPr marL="457200" lvl="0" indent="-279400" rtl="0">
              <a:spcBef>
                <a:spcPts val="0"/>
              </a:spcBef>
              <a:spcAft>
                <a:spcPts val="0"/>
              </a:spcAft>
              <a:buSzPts val="800"/>
              <a:buChar char="■"/>
              <a:defRPr sz="800"/>
            </a:lvl1pPr>
            <a:lvl2pPr marL="914400" lvl="1" indent="-279400" rtl="0">
              <a:spcBef>
                <a:spcPts val="0"/>
              </a:spcBef>
              <a:spcAft>
                <a:spcPts val="0"/>
              </a:spcAft>
              <a:buSzPts val="800"/>
              <a:buChar char="■"/>
              <a:defRPr sz="800"/>
            </a:lvl2pPr>
            <a:lvl3pPr marL="1371600" lvl="2" indent="-279400" rtl="0">
              <a:spcBef>
                <a:spcPts val="0"/>
              </a:spcBef>
              <a:spcAft>
                <a:spcPts val="0"/>
              </a:spcAft>
              <a:buSzPts val="800"/>
              <a:buChar char="■"/>
              <a:defRPr sz="800"/>
            </a:lvl3pPr>
            <a:lvl4pPr marL="1828800" lvl="3" indent="-279400" rtl="0">
              <a:spcBef>
                <a:spcPts val="0"/>
              </a:spcBef>
              <a:spcAft>
                <a:spcPts val="0"/>
              </a:spcAft>
              <a:buSzPts val="800"/>
              <a:buChar char="●"/>
              <a:defRPr sz="800"/>
            </a:lvl4pPr>
            <a:lvl5pPr marL="2286000" lvl="4" indent="-279400" rtl="0">
              <a:spcBef>
                <a:spcPts val="0"/>
              </a:spcBef>
              <a:spcAft>
                <a:spcPts val="0"/>
              </a:spcAft>
              <a:buSzPts val="800"/>
              <a:buChar char="○"/>
              <a:defRPr sz="800"/>
            </a:lvl5pPr>
            <a:lvl6pPr marL="2743200" lvl="5" indent="-279400" rtl="0">
              <a:spcBef>
                <a:spcPts val="0"/>
              </a:spcBef>
              <a:spcAft>
                <a:spcPts val="0"/>
              </a:spcAft>
              <a:buSzPts val="800"/>
              <a:buChar char="■"/>
              <a:defRPr sz="800"/>
            </a:lvl6pPr>
            <a:lvl7pPr marL="3200400" lvl="6" indent="-279400" rtl="0">
              <a:spcBef>
                <a:spcPts val="0"/>
              </a:spcBef>
              <a:spcAft>
                <a:spcPts val="0"/>
              </a:spcAft>
              <a:buSzPts val="800"/>
              <a:buChar char="●"/>
              <a:defRPr sz="800"/>
            </a:lvl7pPr>
            <a:lvl8pPr marL="3657600" lvl="7" indent="-279400" rtl="0">
              <a:spcBef>
                <a:spcPts val="0"/>
              </a:spcBef>
              <a:spcAft>
                <a:spcPts val="0"/>
              </a:spcAft>
              <a:buSzPts val="800"/>
              <a:buChar char="○"/>
              <a:defRPr sz="800"/>
            </a:lvl8pPr>
            <a:lvl9pPr marL="4114800" lvl="8" indent="-279400" rtl="0">
              <a:spcBef>
                <a:spcPts val="0"/>
              </a:spcBef>
              <a:spcAft>
                <a:spcPts val="0"/>
              </a:spcAft>
              <a:buSzPts val="800"/>
              <a:buChar char="■"/>
              <a:defRPr sz="800"/>
            </a:lvl9pPr>
          </a:lstStyle>
          <a:p>
            <a:endParaRPr/>
          </a:p>
        </p:txBody>
      </p:sp>
      <p:sp>
        <p:nvSpPr>
          <p:cNvPr id="1575" name="Google Shape;1575;p118"/>
          <p:cNvSpPr txBox="1">
            <a:spLocks noGrp="1"/>
          </p:cNvSpPr>
          <p:nvPr>
            <p:ph type="subTitle" idx="17"/>
          </p:nvPr>
        </p:nvSpPr>
        <p:spPr>
          <a:xfrm>
            <a:off x="7134580" y="1888300"/>
            <a:ext cx="1941300" cy="266100"/>
          </a:xfrm>
          <a:prstGeom prst="rect">
            <a:avLst/>
          </a:prstGeom>
        </p:spPr>
        <p:txBody>
          <a:bodyPr spcFirstLastPara="1" wrap="square" lIns="0" tIns="0" rIns="0" bIns="0" anchor="t" anchorCtr="0">
            <a:normAutofit/>
          </a:bodyPr>
          <a:lstStyle>
            <a:lvl1pPr lvl="0" algn="ctr" rtl="0">
              <a:lnSpc>
                <a:spcPct val="100000"/>
              </a:lnSpc>
              <a:spcBef>
                <a:spcPts val="0"/>
              </a:spcBef>
              <a:spcAft>
                <a:spcPts val="0"/>
              </a:spcAft>
              <a:buSzPts val="900"/>
              <a:buNone/>
              <a:defRPr sz="900" b="1"/>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1576" name="Google Shape;1576;p118"/>
          <p:cNvSpPr txBox="1">
            <a:spLocks noGrp="1"/>
          </p:cNvSpPr>
          <p:nvPr>
            <p:ph type="body" idx="18"/>
          </p:nvPr>
        </p:nvSpPr>
        <p:spPr>
          <a:xfrm>
            <a:off x="7263580" y="2162724"/>
            <a:ext cx="1683300" cy="986700"/>
          </a:xfrm>
          <a:prstGeom prst="rect">
            <a:avLst/>
          </a:prstGeom>
        </p:spPr>
        <p:txBody>
          <a:bodyPr spcFirstLastPara="1" wrap="square" lIns="0" tIns="0" rIns="0" bIns="0" anchor="t" anchorCtr="0">
            <a:normAutofit/>
          </a:bodyPr>
          <a:lstStyle>
            <a:lvl1pPr marL="457200" lvl="0" indent="-279400" rtl="0">
              <a:spcBef>
                <a:spcPts val="0"/>
              </a:spcBef>
              <a:spcAft>
                <a:spcPts val="0"/>
              </a:spcAft>
              <a:buSzPts val="800"/>
              <a:buChar char="■"/>
              <a:defRPr sz="800"/>
            </a:lvl1pPr>
            <a:lvl2pPr marL="914400" lvl="1" indent="-279400" rtl="0">
              <a:spcBef>
                <a:spcPts val="0"/>
              </a:spcBef>
              <a:spcAft>
                <a:spcPts val="0"/>
              </a:spcAft>
              <a:buSzPts val="800"/>
              <a:buChar char="■"/>
              <a:defRPr sz="800"/>
            </a:lvl2pPr>
            <a:lvl3pPr marL="1371600" lvl="2" indent="-279400" rtl="0">
              <a:spcBef>
                <a:spcPts val="0"/>
              </a:spcBef>
              <a:spcAft>
                <a:spcPts val="0"/>
              </a:spcAft>
              <a:buSzPts val="800"/>
              <a:buChar char="■"/>
              <a:defRPr sz="800"/>
            </a:lvl3pPr>
            <a:lvl4pPr marL="1828800" lvl="3" indent="-279400" rtl="0">
              <a:spcBef>
                <a:spcPts val="0"/>
              </a:spcBef>
              <a:spcAft>
                <a:spcPts val="0"/>
              </a:spcAft>
              <a:buSzPts val="800"/>
              <a:buChar char="●"/>
              <a:defRPr sz="800"/>
            </a:lvl4pPr>
            <a:lvl5pPr marL="2286000" lvl="4" indent="-279400" rtl="0">
              <a:spcBef>
                <a:spcPts val="0"/>
              </a:spcBef>
              <a:spcAft>
                <a:spcPts val="0"/>
              </a:spcAft>
              <a:buSzPts val="800"/>
              <a:buChar char="○"/>
              <a:defRPr sz="800"/>
            </a:lvl5pPr>
            <a:lvl6pPr marL="2743200" lvl="5" indent="-279400" rtl="0">
              <a:spcBef>
                <a:spcPts val="0"/>
              </a:spcBef>
              <a:spcAft>
                <a:spcPts val="0"/>
              </a:spcAft>
              <a:buSzPts val="800"/>
              <a:buChar char="■"/>
              <a:defRPr sz="800"/>
            </a:lvl6pPr>
            <a:lvl7pPr marL="3200400" lvl="6" indent="-279400" rtl="0">
              <a:spcBef>
                <a:spcPts val="0"/>
              </a:spcBef>
              <a:spcAft>
                <a:spcPts val="0"/>
              </a:spcAft>
              <a:buSzPts val="800"/>
              <a:buChar char="●"/>
              <a:defRPr sz="800"/>
            </a:lvl7pPr>
            <a:lvl8pPr marL="3657600" lvl="7" indent="-279400" rtl="0">
              <a:spcBef>
                <a:spcPts val="0"/>
              </a:spcBef>
              <a:spcAft>
                <a:spcPts val="0"/>
              </a:spcAft>
              <a:buSzPts val="800"/>
              <a:buChar char="○"/>
              <a:defRPr sz="800"/>
            </a:lvl8pPr>
            <a:lvl9pPr marL="4114800" lvl="8" indent="-279400" rtl="0">
              <a:spcBef>
                <a:spcPts val="0"/>
              </a:spcBef>
              <a:spcAft>
                <a:spcPts val="0"/>
              </a:spcAft>
              <a:buSzPts val="800"/>
              <a:buChar char="■"/>
              <a:defRPr sz="800"/>
            </a:lvl9pPr>
          </a:lstStyle>
          <a:p>
            <a:endParaRPr/>
          </a:p>
        </p:txBody>
      </p:sp>
      <p:sp>
        <p:nvSpPr>
          <p:cNvPr id="1577" name="Google Shape;1577;p118"/>
          <p:cNvSpPr txBox="1">
            <a:spLocks noGrp="1"/>
          </p:cNvSpPr>
          <p:nvPr>
            <p:ph type="subTitle" idx="19"/>
          </p:nvPr>
        </p:nvSpPr>
        <p:spPr>
          <a:xfrm>
            <a:off x="1221000" y="3421075"/>
            <a:ext cx="1941300" cy="266100"/>
          </a:xfrm>
          <a:prstGeom prst="rect">
            <a:avLst/>
          </a:prstGeom>
        </p:spPr>
        <p:txBody>
          <a:bodyPr spcFirstLastPara="1" wrap="square" lIns="0" tIns="0" rIns="0" bIns="0" anchor="t" anchorCtr="0">
            <a:normAutofit/>
          </a:bodyPr>
          <a:lstStyle>
            <a:lvl1pPr lvl="0" algn="ctr" rtl="0">
              <a:lnSpc>
                <a:spcPct val="100000"/>
              </a:lnSpc>
              <a:spcBef>
                <a:spcPts val="0"/>
              </a:spcBef>
              <a:spcAft>
                <a:spcPts val="0"/>
              </a:spcAft>
              <a:buSzPts val="900"/>
              <a:buNone/>
              <a:defRPr sz="900" b="1"/>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1578" name="Google Shape;1578;p118"/>
          <p:cNvSpPr txBox="1">
            <a:spLocks noGrp="1"/>
          </p:cNvSpPr>
          <p:nvPr>
            <p:ph type="body" idx="20"/>
          </p:nvPr>
        </p:nvSpPr>
        <p:spPr>
          <a:xfrm>
            <a:off x="1350000" y="3695499"/>
            <a:ext cx="1683300" cy="986700"/>
          </a:xfrm>
          <a:prstGeom prst="rect">
            <a:avLst/>
          </a:prstGeom>
        </p:spPr>
        <p:txBody>
          <a:bodyPr spcFirstLastPara="1" wrap="square" lIns="0" tIns="0" rIns="0" bIns="0" anchor="t" anchorCtr="0">
            <a:normAutofit/>
          </a:bodyPr>
          <a:lstStyle>
            <a:lvl1pPr marL="457200" lvl="0" indent="-279400" rtl="0">
              <a:spcBef>
                <a:spcPts val="0"/>
              </a:spcBef>
              <a:spcAft>
                <a:spcPts val="0"/>
              </a:spcAft>
              <a:buSzPts val="800"/>
              <a:buChar char="■"/>
              <a:defRPr sz="800"/>
            </a:lvl1pPr>
            <a:lvl2pPr marL="914400" lvl="1" indent="-279400" rtl="0">
              <a:spcBef>
                <a:spcPts val="0"/>
              </a:spcBef>
              <a:spcAft>
                <a:spcPts val="0"/>
              </a:spcAft>
              <a:buSzPts val="800"/>
              <a:buChar char="■"/>
              <a:defRPr sz="800"/>
            </a:lvl2pPr>
            <a:lvl3pPr marL="1371600" lvl="2" indent="-279400" rtl="0">
              <a:spcBef>
                <a:spcPts val="0"/>
              </a:spcBef>
              <a:spcAft>
                <a:spcPts val="0"/>
              </a:spcAft>
              <a:buSzPts val="800"/>
              <a:buChar char="■"/>
              <a:defRPr sz="800"/>
            </a:lvl3pPr>
            <a:lvl4pPr marL="1828800" lvl="3" indent="-279400" rtl="0">
              <a:spcBef>
                <a:spcPts val="0"/>
              </a:spcBef>
              <a:spcAft>
                <a:spcPts val="0"/>
              </a:spcAft>
              <a:buSzPts val="800"/>
              <a:buChar char="●"/>
              <a:defRPr sz="800"/>
            </a:lvl4pPr>
            <a:lvl5pPr marL="2286000" lvl="4" indent="-279400" rtl="0">
              <a:spcBef>
                <a:spcPts val="0"/>
              </a:spcBef>
              <a:spcAft>
                <a:spcPts val="0"/>
              </a:spcAft>
              <a:buSzPts val="800"/>
              <a:buChar char="○"/>
              <a:defRPr sz="800"/>
            </a:lvl5pPr>
            <a:lvl6pPr marL="2743200" lvl="5" indent="-279400" rtl="0">
              <a:spcBef>
                <a:spcPts val="0"/>
              </a:spcBef>
              <a:spcAft>
                <a:spcPts val="0"/>
              </a:spcAft>
              <a:buSzPts val="800"/>
              <a:buChar char="■"/>
              <a:defRPr sz="800"/>
            </a:lvl6pPr>
            <a:lvl7pPr marL="3200400" lvl="6" indent="-279400" rtl="0">
              <a:spcBef>
                <a:spcPts val="0"/>
              </a:spcBef>
              <a:spcAft>
                <a:spcPts val="0"/>
              </a:spcAft>
              <a:buSzPts val="800"/>
              <a:buChar char="●"/>
              <a:defRPr sz="800"/>
            </a:lvl7pPr>
            <a:lvl8pPr marL="3657600" lvl="7" indent="-279400" rtl="0">
              <a:spcBef>
                <a:spcPts val="0"/>
              </a:spcBef>
              <a:spcAft>
                <a:spcPts val="0"/>
              </a:spcAft>
              <a:buSzPts val="800"/>
              <a:buChar char="○"/>
              <a:defRPr sz="800"/>
            </a:lvl8pPr>
            <a:lvl9pPr marL="4114800" lvl="8" indent="-279400" rtl="0">
              <a:spcBef>
                <a:spcPts val="0"/>
              </a:spcBef>
              <a:spcAft>
                <a:spcPts val="0"/>
              </a:spcAft>
              <a:buSzPts val="800"/>
              <a:buChar char="■"/>
              <a:defRPr sz="800"/>
            </a:lvl9pPr>
          </a:lstStyle>
          <a:p>
            <a:endParaRPr/>
          </a:p>
        </p:txBody>
      </p:sp>
      <p:sp>
        <p:nvSpPr>
          <p:cNvPr id="1579" name="Google Shape;1579;p118"/>
          <p:cNvSpPr txBox="1">
            <a:spLocks noGrp="1"/>
          </p:cNvSpPr>
          <p:nvPr>
            <p:ph type="subTitle" idx="21"/>
          </p:nvPr>
        </p:nvSpPr>
        <p:spPr>
          <a:xfrm>
            <a:off x="3601350" y="3421075"/>
            <a:ext cx="1941300" cy="266100"/>
          </a:xfrm>
          <a:prstGeom prst="rect">
            <a:avLst/>
          </a:prstGeom>
        </p:spPr>
        <p:txBody>
          <a:bodyPr spcFirstLastPara="1" wrap="square" lIns="0" tIns="0" rIns="0" bIns="0" anchor="t" anchorCtr="0">
            <a:normAutofit/>
          </a:bodyPr>
          <a:lstStyle>
            <a:lvl1pPr lvl="0" algn="ctr" rtl="0">
              <a:lnSpc>
                <a:spcPct val="100000"/>
              </a:lnSpc>
              <a:spcBef>
                <a:spcPts val="0"/>
              </a:spcBef>
              <a:spcAft>
                <a:spcPts val="0"/>
              </a:spcAft>
              <a:buSzPts val="900"/>
              <a:buNone/>
              <a:defRPr sz="900" b="1"/>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1580" name="Google Shape;1580;p118"/>
          <p:cNvSpPr txBox="1">
            <a:spLocks noGrp="1"/>
          </p:cNvSpPr>
          <p:nvPr>
            <p:ph type="body" idx="22"/>
          </p:nvPr>
        </p:nvSpPr>
        <p:spPr>
          <a:xfrm>
            <a:off x="3730350" y="3695499"/>
            <a:ext cx="1683300" cy="986700"/>
          </a:xfrm>
          <a:prstGeom prst="rect">
            <a:avLst/>
          </a:prstGeom>
        </p:spPr>
        <p:txBody>
          <a:bodyPr spcFirstLastPara="1" wrap="square" lIns="0" tIns="0" rIns="0" bIns="0" anchor="t" anchorCtr="0">
            <a:normAutofit/>
          </a:bodyPr>
          <a:lstStyle>
            <a:lvl1pPr marL="457200" lvl="0" indent="-279400" rtl="0">
              <a:spcBef>
                <a:spcPts val="0"/>
              </a:spcBef>
              <a:spcAft>
                <a:spcPts val="0"/>
              </a:spcAft>
              <a:buSzPts val="800"/>
              <a:buChar char="■"/>
              <a:defRPr sz="800"/>
            </a:lvl1pPr>
            <a:lvl2pPr marL="914400" lvl="1" indent="-279400" rtl="0">
              <a:spcBef>
                <a:spcPts val="0"/>
              </a:spcBef>
              <a:spcAft>
                <a:spcPts val="0"/>
              </a:spcAft>
              <a:buSzPts val="800"/>
              <a:buChar char="■"/>
              <a:defRPr sz="800"/>
            </a:lvl2pPr>
            <a:lvl3pPr marL="1371600" lvl="2" indent="-279400" rtl="0">
              <a:spcBef>
                <a:spcPts val="0"/>
              </a:spcBef>
              <a:spcAft>
                <a:spcPts val="0"/>
              </a:spcAft>
              <a:buSzPts val="800"/>
              <a:buChar char="■"/>
              <a:defRPr sz="800"/>
            </a:lvl3pPr>
            <a:lvl4pPr marL="1828800" lvl="3" indent="-279400" rtl="0">
              <a:spcBef>
                <a:spcPts val="0"/>
              </a:spcBef>
              <a:spcAft>
                <a:spcPts val="0"/>
              </a:spcAft>
              <a:buSzPts val="800"/>
              <a:buChar char="●"/>
              <a:defRPr sz="800"/>
            </a:lvl4pPr>
            <a:lvl5pPr marL="2286000" lvl="4" indent="-279400" rtl="0">
              <a:spcBef>
                <a:spcPts val="0"/>
              </a:spcBef>
              <a:spcAft>
                <a:spcPts val="0"/>
              </a:spcAft>
              <a:buSzPts val="800"/>
              <a:buChar char="○"/>
              <a:defRPr sz="800"/>
            </a:lvl5pPr>
            <a:lvl6pPr marL="2743200" lvl="5" indent="-279400" rtl="0">
              <a:spcBef>
                <a:spcPts val="0"/>
              </a:spcBef>
              <a:spcAft>
                <a:spcPts val="0"/>
              </a:spcAft>
              <a:buSzPts val="800"/>
              <a:buChar char="■"/>
              <a:defRPr sz="800"/>
            </a:lvl6pPr>
            <a:lvl7pPr marL="3200400" lvl="6" indent="-279400" rtl="0">
              <a:spcBef>
                <a:spcPts val="0"/>
              </a:spcBef>
              <a:spcAft>
                <a:spcPts val="0"/>
              </a:spcAft>
              <a:buSzPts val="800"/>
              <a:buChar char="●"/>
              <a:defRPr sz="800"/>
            </a:lvl7pPr>
            <a:lvl8pPr marL="3657600" lvl="7" indent="-279400" rtl="0">
              <a:spcBef>
                <a:spcPts val="0"/>
              </a:spcBef>
              <a:spcAft>
                <a:spcPts val="0"/>
              </a:spcAft>
              <a:buSzPts val="800"/>
              <a:buChar char="○"/>
              <a:defRPr sz="800"/>
            </a:lvl8pPr>
            <a:lvl9pPr marL="4114800" lvl="8" indent="-279400" rtl="0">
              <a:spcBef>
                <a:spcPts val="0"/>
              </a:spcBef>
              <a:spcAft>
                <a:spcPts val="0"/>
              </a:spcAft>
              <a:buSzPts val="800"/>
              <a:buChar char="■"/>
              <a:defRPr sz="800"/>
            </a:lvl9pPr>
          </a:lstStyle>
          <a:p>
            <a:endParaRPr/>
          </a:p>
        </p:txBody>
      </p:sp>
      <p:sp>
        <p:nvSpPr>
          <p:cNvPr id="1581" name="Google Shape;1581;p118"/>
          <p:cNvSpPr txBox="1">
            <a:spLocks noGrp="1"/>
          </p:cNvSpPr>
          <p:nvPr>
            <p:ph type="subTitle" idx="23"/>
          </p:nvPr>
        </p:nvSpPr>
        <p:spPr>
          <a:xfrm>
            <a:off x="5981700" y="3421075"/>
            <a:ext cx="1941300" cy="266100"/>
          </a:xfrm>
          <a:prstGeom prst="rect">
            <a:avLst/>
          </a:prstGeom>
        </p:spPr>
        <p:txBody>
          <a:bodyPr spcFirstLastPara="1" wrap="square" lIns="0" tIns="0" rIns="0" bIns="0" anchor="t" anchorCtr="0">
            <a:normAutofit/>
          </a:bodyPr>
          <a:lstStyle>
            <a:lvl1pPr lvl="0" algn="ctr" rtl="0">
              <a:lnSpc>
                <a:spcPct val="100000"/>
              </a:lnSpc>
              <a:spcBef>
                <a:spcPts val="0"/>
              </a:spcBef>
              <a:spcAft>
                <a:spcPts val="0"/>
              </a:spcAft>
              <a:buSzPts val="900"/>
              <a:buNone/>
              <a:defRPr sz="900" b="1"/>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1582" name="Google Shape;1582;p118"/>
          <p:cNvSpPr txBox="1">
            <a:spLocks noGrp="1"/>
          </p:cNvSpPr>
          <p:nvPr>
            <p:ph type="body" idx="24"/>
          </p:nvPr>
        </p:nvSpPr>
        <p:spPr>
          <a:xfrm>
            <a:off x="6110700" y="3695499"/>
            <a:ext cx="1683300" cy="986700"/>
          </a:xfrm>
          <a:prstGeom prst="rect">
            <a:avLst/>
          </a:prstGeom>
        </p:spPr>
        <p:txBody>
          <a:bodyPr spcFirstLastPara="1" wrap="square" lIns="0" tIns="0" rIns="0" bIns="0" anchor="t" anchorCtr="0">
            <a:normAutofit/>
          </a:bodyPr>
          <a:lstStyle>
            <a:lvl1pPr marL="457200" lvl="0" indent="-279400" rtl="0">
              <a:spcBef>
                <a:spcPts val="0"/>
              </a:spcBef>
              <a:spcAft>
                <a:spcPts val="0"/>
              </a:spcAft>
              <a:buSzPts val="800"/>
              <a:buChar char="■"/>
              <a:defRPr sz="800"/>
            </a:lvl1pPr>
            <a:lvl2pPr marL="914400" lvl="1" indent="-279400" rtl="0">
              <a:spcBef>
                <a:spcPts val="0"/>
              </a:spcBef>
              <a:spcAft>
                <a:spcPts val="0"/>
              </a:spcAft>
              <a:buSzPts val="800"/>
              <a:buChar char="■"/>
              <a:defRPr sz="800"/>
            </a:lvl2pPr>
            <a:lvl3pPr marL="1371600" lvl="2" indent="-279400" rtl="0">
              <a:spcBef>
                <a:spcPts val="0"/>
              </a:spcBef>
              <a:spcAft>
                <a:spcPts val="0"/>
              </a:spcAft>
              <a:buSzPts val="800"/>
              <a:buChar char="■"/>
              <a:defRPr sz="800"/>
            </a:lvl3pPr>
            <a:lvl4pPr marL="1828800" lvl="3" indent="-279400" rtl="0">
              <a:spcBef>
                <a:spcPts val="0"/>
              </a:spcBef>
              <a:spcAft>
                <a:spcPts val="0"/>
              </a:spcAft>
              <a:buSzPts val="800"/>
              <a:buChar char="●"/>
              <a:defRPr sz="800"/>
            </a:lvl4pPr>
            <a:lvl5pPr marL="2286000" lvl="4" indent="-279400" rtl="0">
              <a:spcBef>
                <a:spcPts val="0"/>
              </a:spcBef>
              <a:spcAft>
                <a:spcPts val="0"/>
              </a:spcAft>
              <a:buSzPts val="800"/>
              <a:buChar char="○"/>
              <a:defRPr sz="800"/>
            </a:lvl5pPr>
            <a:lvl6pPr marL="2743200" lvl="5" indent="-279400" rtl="0">
              <a:spcBef>
                <a:spcPts val="0"/>
              </a:spcBef>
              <a:spcAft>
                <a:spcPts val="0"/>
              </a:spcAft>
              <a:buSzPts val="800"/>
              <a:buChar char="■"/>
              <a:defRPr sz="800"/>
            </a:lvl6pPr>
            <a:lvl7pPr marL="3200400" lvl="6" indent="-279400" rtl="0">
              <a:spcBef>
                <a:spcPts val="0"/>
              </a:spcBef>
              <a:spcAft>
                <a:spcPts val="0"/>
              </a:spcAft>
              <a:buSzPts val="800"/>
              <a:buChar char="●"/>
              <a:defRPr sz="800"/>
            </a:lvl7pPr>
            <a:lvl8pPr marL="3657600" lvl="7" indent="-279400" rtl="0">
              <a:spcBef>
                <a:spcPts val="0"/>
              </a:spcBef>
              <a:spcAft>
                <a:spcPts val="0"/>
              </a:spcAft>
              <a:buSzPts val="800"/>
              <a:buChar char="○"/>
              <a:defRPr sz="800"/>
            </a:lvl8pPr>
            <a:lvl9pPr marL="4114800" lvl="8" indent="-279400" rtl="0">
              <a:spcBef>
                <a:spcPts val="0"/>
              </a:spcBef>
              <a:spcAft>
                <a:spcPts val="0"/>
              </a:spcAft>
              <a:buSzPts val="800"/>
              <a:buChar char="■"/>
              <a:defRPr sz="800"/>
            </a:lvl9pPr>
          </a:lstStyle>
          <a:p>
            <a:endParaRPr/>
          </a:p>
        </p:txBody>
      </p:sp>
    </p:spTree>
  </p:cSld>
  <p:clrMapOvr>
    <a:masterClrMapping/>
  </p:clrMapOvr>
</p:sldLayout>
</file>

<file path=ppt/slideLayouts/slideLayout117.xml><?xml version="1.0" encoding="utf-8"?>
<p:sldLayout xmlns:a="http://schemas.openxmlformats.org/drawingml/2006/main" xmlns:r="http://schemas.openxmlformats.org/officeDocument/2006/relationships" xmlns:p="http://schemas.openxmlformats.org/presentationml/2006/main" matchingName="Chart - create your own">
  <p:cSld name="CUSTOM_8">
    <p:bg>
      <p:bgPr>
        <a:solidFill>
          <a:schemeClr val="dk1"/>
        </a:solidFill>
        <a:effectLst/>
      </p:bgPr>
    </p:bg>
    <p:spTree>
      <p:nvGrpSpPr>
        <p:cNvPr id="1" name="Shape 1583"/>
        <p:cNvGrpSpPr/>
        <p:nvPr/>
      </p:nvGrpSpPr>
      <p:grpSpPr>
        <a:xfrm>
          <a:off x="0" y="0"/>
          <a:ext cx="0" cy="0"/>
          <a:chOff x="0" y="0"/>
          <a:chExt cx="0" cy="0"/>
        </a:xfrm>
      </p:grpSpPr>
      <p:sp>
        <p:nvSpPr>
          <p:cNvPr id="1584" name="Google Shape;1584;p119"/>
          <p:cNvSpPr/>
          <p:nvPr/>
        </p:nvSpPr>
        <p:spPr>
          <a:xfrm rot="-5400000">
            <a:off x="5458550" y="1202200"/>
            <a:ext cx="4038600" cy="3332700"/>
          </a:xfrm>
          <a:prstGeom prst="round2SameRect">
            <a:avLst>
              <a:gd name="adj1" fmla="val 7818"/>
              <a:gd name="adj2" fmla="val 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5" name="Google Shape;1585;p119"/>
          <p:cNvSpPr txBox="1">
            <a:spLocks noGrp="1"/>
          </p:cNvSpPr>
          <p:nvPr>
            <p:ph type="title"/>
          </p:nvPr>
        </p:nvSpPr>
        <p:spPr>
          <a:xfrm>
            <a:off x="457200" y="114300"/>
            <a:ext cx="8229600" cy="903300"/>
          </a:xfrm>
          <a:prstGeom prst="rect">
            <a:avLst/>
          </a:prstGeom>
        </p:spPr>
        <p:txBody>
          <a:bodyPr spcFirstLastPara="1" wrap="square" lIns="0" tIns="0" rIns="0" bIns="0" anchor="t" anchorCtr="0">
            <a:normAutofit/>
          </a:bodyPr>
          <a:lstStyle>
            <a:lvl1pPr lvl="0" rtl="0">
              <a:spcBef>
                <a:spcPts val="0"/>
              </a:spcBef>
              <a:spcAft>
                <a:spcPts val="0"/>
              </a:spcAft>
              <a:buClr>
                <a:schemeClr val="lt1"/>
              </a:buClr>
              <a:buSzPts val="3400"/>
              <a:buNone/>
              <a:defRPr>
                <a:solidFill>
                  <a:schemeClr val="lt1"/>
                </a:solidFill>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cxnSp>
        <p:nvCxnSpPr>
          <p:cNvPr id="1586" name="Google Shape;1586;p119"/>
          <p:cNvCxnSpPr/>
          <p:nvPr/>
        </p:nvCxnSpPr>
        <p:spPr>
          <a:xfrm>
            <a:off x="1133875" y="2825318"/>
            <a:ext cx="4274400" cy="0"/>
          </a:xfrm>
          <a:prstGeom prst="straightConnector1">
            <a:avLst/>
          </a:prstGeom>
          <a:noFill/>
          <a:ln w="19050" cap="flat" cmpd="sng">
            <a:solidFill>
              <a:schemeClr val="accent5"/>
            </a:solidFill>
            <a:prstDash val="solid"/>
            <a:round/>
            <a:headEnd type="none" w="med" len="med"/>
            <a:tailEnd type="none" w="med" len="med"/>
          </a:ln>
        </p:spPr>
      </p:cxnSp>
      <p:cxnSp>
        <p:nvCxnSpPr>
          <p:cNvPr id="1587" name="Google Shape;1587;p119"/>
          <p:cNvCxnSpPr/>
          <p:nvPr/>
        </p:nvCxnSpPr>
        <p:spPr>
          <a:xfrm>
            <a:off x="1133875" y="3571968"/>
            <a:ext cx="4274400" cy="0"/>
          </a:xfrm>
          <a:prstGeom prst="straightConnector1">
            <a:avLst/>
          </a:prstGeom>
          <a:noFill/>
          <a:ln w="19050" cap="flat" cmpd="sng">
            <a:solidFill>
              <a:schemeClr val="accent5"/>
            </a:solidFill>
            <a:prstDash val="solid"/>
            <a:round/>
            <a:headEnd type="none" w="med" len="med"/>
            <a:tailEnd type="none" w="med" len="med"/>
          </a:ln>
        </p:spPr>
      </p:cxnSp>
      <p:cxnSp>
        <p:nvCxnSpPr>
          <p:cNvPr id="1588" name="Google Shape;1588;p119"/>
          <p:cNvCxnSpPr/>
          <p:nvPr/>
        </p:nvCxnSpPr>
        <p:spPr>
          <a:xfrm>
            <a:off x="1133875" y="2078667"/>
            <a:ext cx="4274400" cy="0"/>
          </a:xfrm>
          <a:prstGeom prst="straightConnector1">
            <a:avLst/>
          </a:prstGeom>
          <a:noFill/>
          <a:ln w="19050" cap="flat" cmpd="sng">
            <a:solidFill>
              <a:schemeClr val="accent5"/>
            </a:solidFill>
            <a:prstDash val="solid"/>
            <a:round/>
            <a:headEnd type="none" w="med" len="med"/>
            <a:tailEnd type="none" w="med" len="med"/>
          </a:ln>
        </p:spPr>
      </p:cxnSp>
      <p:cxnSp>
        <p:nvCxnSpPr>
          <p:cNvPr id="1589" name="Google Shape;1589;p119"/>
          <p:cNvCxnSpPr/>
          <p:nvPr/>
        </p:nvCxnSpPr>
        <p:spPr>
          <a:xfrm>
            <a:off x="1133875" y="4312725"/>
            <a:ext cx="4274400" cy="0"/>
          </a:xfrm>
          <a:prstGeom prst="straightConnector1">
            <a:avLst/>
          </a:prstGeom>
          <a:noFill/>
          <a:ln w="28575" cap="flat" cmpd="sng">
            <a:solidFill>
              <a:schemeClr val="lt1"/>
            </a:solidFill>
            <a:prstDash val="solid"/>
            <a:round/>
            <a:headEnd type="none" w="med" len="med"/>
            <a:tailEnd type="none" w="med" len="med"/>
          </a:ln>
        </p:spPr>
      </p:cxnSp>
      <p:cxnSp>
        <p:nvCxnSpPr>
          <p:cNvPr id="1590" name="Google Shape;1590;p119"/>
          <p:cNvCxnSpPr/>
          <p:nvPr/>
        </p:nvCxnSpPr>
        <p:spPr>
          <a:xfrm>
            <a:off x="1133875" y="1332025"/>
            <a:ext cx="4274400" cy="0"/>
          </a:xfrm>
          <a:prstGeom prst="straightConnector1">
            <a:avLst/>
          </a:prstGeom>
          <a:noFill/>
          <a:ln w="19050" cap="flat" cmpd="sng">
            <a:solidFill>
              <a:schemeClr val="accent5"/>
            </a:solidFill>
            <a:prstDash val="solid"/>
            <a:round/>
            <a:headEnd type="none" w="med" len="med"/>
            <a:tailEnd type="none" w="med" len="med"/>
          </a:ln>
        </p:spPr>
      </p:cxnSp>
      <p:sp>
        <p:nvSpPr>
          <p:cNvPr id="1591" name="Google Shape;1591;p119"/>
          <p:cNvSpPr txBox="1">
            <a:spLocks noGrp="1"/>
          </p:cNvSpPr>
          <p:nvPr>
            <p:ph type="subTitle" idx="1"/>
          </p:nvPr>
        </p:nvSpPr>
        <p:spPr>
          <a:xfrm>
            <a:off x="41200" y="1256425"/>
            <a:ext cx="925200" cy="434700"/>
          </a:xfrm>
          <a:prstGeom prst="rect">
            <a:avLst/>
          </a:prstGeom>
        </p:spPr>
        <p:txBody>
          <a:bodyPr spcFirstLastPara="1" wrap="square" lIns="0" tIns="0" rIns="0" bIns="0" anchor="t" anchorCtr="0">
            <a:normAutofit/>
          </a:bodyPr>
          <a:lstStyle>
            <a:lvl1pPr lvl="0" algn="r" rtl="0">
              <a:lnSpc>
                <a:spcPct val="100000"/>
              </a:lnSpc>
              <a:spcBef>
                <a:spcPts val="0"/>
              </a:spcBef>
              <a:spcAft>
                <a:spcPts val="0"/>
              </a:spcAft>
              <a:buClr>
                <a:schemeClr val="accent5"/>
              </a:buClr>
              <a:buSzPts val="900"/>
              <a:buFont typeface="IBM Plex Sans Medium"/>
              <a:buNone/>
              <a:defRPr sz="900">
                <a:solidFill>
                  <a:schemeClr val="accent5"/>
                </a:solidFill>
                <a:latin typeface="IBM Plex Sans Medium"/>
                <a:ea typeface="IBM Plex Sans Medium"/>
                <a:cs typeface="IBM Plex Sans Medium"/>
                <a:sym typeface="IBM Plex Sans Medium"/>
              </a:defRPr>
            </a:lvl1pPr>
            <a:lvl2pPr lvl="1" algn="r" rtl="0">
              <a:lnSpc>
                <a:spcPct val="100000"/>
              </a:lnSpc>
              <a:spcBef>
                <a:spcPts val="0"/>
              </a:spcBef>
              <a:spcAft>
                <a:spcPts val="0"/>
              </a:spcAft>
              <a:buClr>
                <a:schemeClr val="accent5"/>
              </a:buClr>
              <a:buSzPts val="900"/>
              <a:buFont typeface="IBM Plex Sans Medium"/>
              <a:buNone/>
              <a:defRPr sz="900">
                <a:solidFill>
                  <a:schemeClr val="accent5"/>
                </a:solidFill>
                <a:latin typeface="IBM Plex Sans Medium"/>
                <a:ea typeface="IBM Plex Sans Medium"/>
                <a:cs typeface="IBM Plex Sans Medium"/>
                <a:sym typeface="IBM Plex Sans Medium"/>
              </a:defRPr>
            </a:lvl2pPr>
            <a:lvl3pPr lvl="2" algn="r" rtl="0">
              <a:lnSpc>
                <a:spcPct val="100000"/>
              </a:lnSpc>
              <a:spcBef>
                <a:spcPts val="0"/>
              </a:spcBef>
              <a:spcAft>
                <a:spcPts val="0"/>
              </a:spcAft>
              <a:buClr>
                <a:schemeClr val="accent5"/>
              </a:buClr>
              <a:buSzPts val="900"/>
              <a:buFont typeface="IBM Plex Sans Medium"/>
              <a:buNone/>
              <a:defRPr sz="900">
                <a:solidFill>
                  <a:schemeClr val="accent5"/>
                </a:solidFill>
                <a:latin typeface="IBM Plex Sans Medium"/>
                <a:ea typeface="IBM Plex Sans Medium"/>
                <a:cs typeface="IBM Plex Sans Medium"/>
                <a:sym typeface="IBM Plex Sans Medium"/>
              </a:defRPr>
            </a:lvl3pPr>
            <a:lvl4pPr lvl="3" algn="r" rtl="0">
              <a:lnSpc>
                <a:spcPct val="100000"/>
              </a:lnSpc>
              <a:spcBef>
                <a:spcPts val="0"/>
              </a:spcBef>
              <a:spcAft>
                <a:spcPts val="0"/>
              </a:spcAft>
              <a:buClr>
                <a:schemeClr val="accent5"/>
              </a:buClr>
              <a:buSzPts val="900"/>
              <a:buFont typeface="IBM Plex Sans Medium"/>
              <a:buNone/>
              <a:defRPr sz="900">
                <a:solidFill>
                  <a:schemeClr val="accent5"/>
                </a:solidFill>
                <a:latin typeface="IBM Plex Sans Medium"/>
                <a:ea typeface="IBM Plex Sans Medium"/>
                <a:cs typeface="IBM Plex Sans Medium"/>
                <a:sym typeface="IBM Plex Sans Medium"/>
              </a:defRPr>
            </a:lvl4pPr>
            <a:lvl5pPr lvl="4" algn="r" rtl="0">
              <a:lnSpc>
                <a:spcPct val="100000"/>
              </a:lnSpc>
              <a:spcBef>
                <a:spcPts val="0"/>
              </a:spcBef>
              <a:spcAft>
                <a:spcPts val="0"/>
              </a:spcAft>
              <a:buClr>
                <a:schemeClr val="accent5"/>
              </a:buClr>
              <a:buSzPts val="900"/>
              <a:buFont typeface="IBM Plex Sans Medium"/>
              <a:buNone/>
              <a:defRPr sz="900">
                <a:solidFill>
                  <a:schemeClr val="accent5"/>
                </a:solidFill>
                <a:latin typeface="IBM Plex Sans Medium"/>
                <a:ea typeface="IBM Plex Sans Medium"/>
                <a:cs typeface="IBM Plex Sans Medium"/>
                <a:sym typeface="IBM Plex Sans Medium"/>
              </a:defRPr>
            </a:lvl5pPr>
            <a:lvl6pPr lvl="5" algn="r" rtl="0">
              <a:lnSpc>
                <a:spcPct val="100000"/>
              </a:lnSpc>
              <a:spcBef>
                <a:spcPts val="0"/>
              </a:spcBef>
              <a:spcAft>
                <a:spcPts val="0"/>
              </a:spcAft>
              <a:buClr>
                <a:schemeClr val="accent5"/>
              </a:buClr>
              <a:buSzPts val="900"/>
              <a:buFont typeface="IBM Plex Sans Medium"/>
              <a:buNone/>
              <a:defRPr sz="900">
                <a:solidFill>
                  <a:schemeClr val="accent5"/>
                </a:solidFill>
                <a:latin typeface="IBM Plex Sans Medium"/>
                <a:ea typeface="IBM Plex Sans Medium"/>
                <a:cs typeface="IBM Plex Sans Medium"/>
                <a:sym typeface="IBM Plex Sans Medium"/>
              </a:defRPr>
            </a:lvl6pPr>
            <a:lvl7pPr lvl="6" algn="r" rtl="0">
              <a:lnSpc>
                <a:spcPct val="100000"/>
              </a:lnSpc>
              <a:spcBef>
                <a:spcPts val="0"/>
              </a:spcBef>
              <a:spcAft>
                <a:spcPts val="0"/>
              </a:spcAft>
              <a:buClr>
                <a:schemeClr val="accent5"/>
              </a:buClr>
              <a:buSzPts val="900"/>
              <a:buFont typeface="IBM Plex Sans Medium"/>
              <a:buNone/>
              <a:defRPr sz="900">
                <a:solidFill>
                  <a:schemeClr val="accent5"/>
                </a:solidFill>
                <a:latin typeface="IBM Plex Sans Medium"/>
                <a:ea typeface="IBM Plex Sans Medium"/>
                <a:cs typeface="IBM Plex Sans Medium"/>
                <a:sym typeface="IBM Plex Sans Medium"/>
              </a:defRPr>
            </a:lvl7pPr>
            <a:lvl8pPr lvl="7" algn="r" rtl="0">
              <a:lnSpc>
                <a:spcPct val="100000"/>
              </a:lnSpc>
              <a:spcBef>
                <a:spcPts val="0"/>
              </a:spcBef>
              <a:spcAft>
                <a:spcPts val="0"/>
              </a:spcAft>
              <a:buClr>
                <a:schemeClr val="accent5"/>
              </a:buClr>
              <a:buSzPts val="900"/>
              <a:buFont typeface="IBM Plex Sans Medium"/>
              <a:buNone/>
              <a:defRPr sz="900">
                <a:solidFill>
                  <a:schemeClr val="accent5"/>
                </a:solidFill>
                <a:latin typeface="IBM Plex Sans Medium"/>
                <a:ea typeface="IBM Plex Sans Medium"/>
                <a:cs typeface="IBM Plex Sans Medium"/>
                <a:sym typeface="IBM Plex Sans Medium"/>
              </a:defRPr>
            </a:lvl8pPr>
            <a:lvl9pPr lvl="8" algn="r" rtl="0">
              <a:lnSpc>
                <a:spcPct val="100000"/>
              </a:lnSpc>
              <a:spcBef>
                <a:spcPts val="0"/>
              </a:spcBef>
              <a:spcAft>
                <a:spcPts val="0"/>
              </a:spcAft>
              <a:buClr>
                <a:schemeClr val="accent5"/>
              </a:buClr>
              <a:buSzPts val="900"/>
              <a:buFont typeface="IBM Plex Sans Medium"/>
              <a:buNone/>
              <a:defRPr sz="900">
                <a:solidFill>
                  <a:schemeClr val="accent5"/>
                </a:solidFill>
                <a:latin typeface="IBM Plex Sans Medium"/>
                <a:ea typeface="IBM Plex Sans Medium"/>
                <a:cs typeface="IBM Plex Sans Medium"/>
                <a:sym typeface="IBM Plex Sans Medium"/>
              </a:defRPr>
            </a:lvl9pPr>
          </a:lstStyle>
          <a:p>
            <a:endParaRPr/>
          </a:p>
        </p:txBody>
      </p:sp>
      <p:sp>
        <p:nvSpPr>
          <p:cNvPr id="1592" name="Google Shape;1592;p119"/>
          <p:cNvSpPr txBox="1">
            <a:spLocks noGrp="1"/>
          </p:cNvSpPr>
          <p:nvPr>
            <p:ph type="subTitle" idx="2"/>
          </p:nvPr>
        </p:nvSpPr>
        <p:spPr>
          <a:xfrm>
            <a:off x="41225" y="2001800"/>
            <a:ext cx="925200" cy="434700"/>
          </a:xfrm>
          <a:prstGeom prst="rect">
            <a:avLst/>
          </a:prstGeom>
        </p:spPr>
        <p:txBody>
          <a:bodyPr spcFirstLastPara="1" wrap="square" lIns="0" tIns="0" rIns="0" bIns="0" anchor="t" anchorCtr="0">
            <a:normAutofit/>
          </a:bodyPr>
          <a:lstStyle>
            <a:lvl1pPr lvl="0" algn="r" rtl="0">
              <a:lnSpc>
                <a:spcPct val="100000"/>
              </a:lnSpc>
              <a:spcBef>
                <a:spcPts val="0"/>
              </a:spcBef>
              <a:spcAft>
                <a:spcPts val="0"/>
              </a:spcAft>
              <a:buClr>
                <a:schemeClr val="accent5"/>
              </a:buClr>
              <a:buSzPts val="900"/>
              <a:buFont typeface="IBM Plex Sans Medium"/>
              <a:buNone/>
              <a:defRPr sz="900">
                <a:solidFill>
                  <a:schemeClr val="accent5"/>
                </a:solidFill>
                <a:latin typeface="IBM Plex Sans Medium"/>
                <a:ea typeface="IBM Plex Sans Medium"/>
                <a:cs typeface="IBM Plex Sans Medium"/>
                <a:sym typeface="IBM Plex Sans Medium"/>
              </a:defRPr>
            </a:lvl1pPr>
            <a:lvl2pPr lvl="1" algn="r" rtl="0">
              <a:lnSpc>
                <a:spcPct val="100000"/>
              </a:lnSpc>
              <a:spcBef>
                <a:spcPts val="0"/>
              </a:spcBef>
              <a:spcAft>
                <a:spcPts val="0"/>
              </a:spcAft>
              <a:buClr>
                <a:schemeClr val="accent5"/>
              </a:buClr>
              <a:buSzPts val="900"/>
              <a:buFont typeface="IBM Plex Sans Medium"/>
              <a:buNone/>
              <a:defRPr sz="900">
                <a:solidFill>
                  <a:schemeClr val="accent5"/>
                </a:solidFill>
                <a:latin typeface="IBM Plex Sans Medium"/>
                <a:ea typeface="IBM Plex Sans Medium"/>
                <a:cs typeface="IBM Plex Sans Medium"/>
                <a:sym typeface="IBM Plex Sans Medium"/>
              </a:defRPr>
            </a:lvl2pPr>
            <a:lvl3pPr lvl="2" algn="r" rtl="0">
              <a:lnSpc>
                <a:spcPct val="100000"/>
              </a:lnSpc>
              <a:spcBef>
                <a:spcPts val="0"/>
              </a:spcBef>
              <a:spcAft>
                <a:spcPts val="0"/>
              </a:spcAft>
              <a:buClr>
                <a:schemeClr val="accent5"/>
              </a:buClr>
              <a:buSzPts val="900"/>
              <a:buFont typeface="IBM Plex Sans Medium"/>
              <a:buNone/>
              <a:defRPr sz="900">
                <a:solidFill>
                  <a:schemeClr val="accent5"/>
                </a:solidFill>
                <a:latin typeface="IBM Plex Sans Medium"/>
                <a:ea typeface="IBM Plex Sans Medium"/>
                <a:cs typeface="IBM Plex Sans Medium"/>
                <a:sym typeface="IBM Plex Sans Medium"/>
              </a:defRPr>
            </a:lvl3pPr>
            <a:lvl4pPr lvl="3" algn="r" rtl="0">
              <a:lnSpc>
                <a:spcPct val="100000"/>
              </a:lnSpc>
              <a:spcBef>
                <a:spcPts val="0"/>
              </a:spcBef>
              <a:spcAft>
                <a:spcPts val="0"/>
              </a:spcAft>
              <a:buClr>
                <a:schemeClr val="accent5"/>
              </a:buClr>
              <a:buSzPts val="900"/>
              <a:buFont typeface="IBM Plex Sans Medium"/>
              <a:buNone/>
              <a:defRPr sz="900">
                <a:solidFill>
                  <a:schemeClr val="accent5"/>
                </a:solidFill>
                <a:latin typeface="IBM Plex Sans Medium"/>
                <a:ea typeface="IBM Plex Sans Medium"/>
                <a:cs typeface="IBM Plex Sans Medium"/>
                <a:sym typeface="IBM Plex Sans Medium"/>
              </a:defRPr>
            </a:lvl4pPr>
            <a:lvl5pPr lvl="4" algn="r" rtl="0">
              <a:lnSpc>
                <a:spcPct val="100000"/>
              </a:lnSpc>
              <a:spcBef>
                <a:spcPts val="0"/>
              </a:spcBef>
              <a:spcAft>
                <a:spcPts val="0"/>
              </a:spcAft>
              <a:buClr>
                <a:schemeClr val="accent5"/>
              </a:buClr>
              <a:buSzPts val="900"/>
              <a:buFont typeface="IBM Plex Sans Medium"/>
              <a:buNone/>
              <a:defRPr sz="900">
                <a:solidFill>
                  <a:schemeClr val="accent5"/>
                </a:solidFill>
                <a:latin typeface="IBM Plex Sans Medium"/>
                <a:ea typeface="IBM Plex Sans Medium"/>
                <a:cs typeface="IBM Plex Sans Medium"/>
                <a:sym typeface="IBM Plex Sans Medium"/>
              </a:defRPr>
            </a:lvl5pPr>
            <a:lvl6pPr lvl="5" algn="r" rtl="0">
              <a:lnSpc>
                <a:spcPct val="100000"/>
              </a:lnSpc>
              <a:spcBef>
                <a:spcPts val="0"/>
              </a:spcBef>
              <a:spcAft>
                <a:spcPts val="0"/>
              </a:spcAft>
              <a:buClr>
                <a:schemeClr val="accent5"/>
              </a:buClr>
              <a:buSzPts val="900"/>
              <a:buFont typeface="IBM Plex Sans Medium"/>
              <a:buNone/>
              <a:defRPr sz="900">
                <a:solidFill>
                  <a:schemeClr val="accent5"/>
                </a:solidFill>
                <a:latin typeface="IBM Plex Sans Medium"/>
                <a:ea typeface="IBM Plex Sans Medium"/>
                <a:cs typeface="IBM Plex Sans Medium"/>
                <a:sym typeface="IBM Plex Sans Medium"/>
              </a:defRPr>
            </a:lvl6pPr>
            <a:lvl7pPr lvl="6" algn="r" rtl="0">
              <a:lnSpc>
                <a:spcPct val="100000"/>
              </a:lnSpc>
              <a:spcBef>
                <a:spcPts val="0"/>
              </a:spcBef>
              <a:spcAft>
                <a:spcPts val="0"/>
              </a:spcAft>
              <a:buClr>
                <a:schemeClr val="accent5"/>
              </a:buClr>
              <a:buSzPts val="900"/>
              <a:buFont typeface="IBM Plex Sans Medium"/>
              <a:buNone/>
              <a:defRPr sz="900">
                <a:solidFill>
                  <a:schemeClr val="accent5"/>
                </a:solidFill>
                <a:latin typeface="IBM Plex Sans Medium"/>
                <a:ea typeface="IBM Plex Sans Medium"/>
                <a:cs typeface="IBM Plex Sans Medium"/>
                <a:sym typeface="IBM Plex Sans Medium"/>
              </a:defRPr>
            </a:lvl7pPr>
            <a:lvl8pPr lvl="7" algn="r" rtl="0">
              <a:lnSpc>
                <a:spcPct val="100000"/>
              </a:lnSpc>
              <a:spcBef>
                <a:spcPts val="0"/>
              </a:spcBef>
              <a:spcAft>
                <a:spcPts val="0"/>
              </a:spcAft>
              <a:buClr>
                <a:schemeClr val="accent5"/>
              </a:buClr>
              <a:buSzPts val="900"/>
              <a:buFont typeface="IBM Plex Sans Medium"/>
              <a:buNone/>
              <a:defRPr sz="900">
                <a:solidFill>
                  <a:schemeClr val="accent5"/>
                </a:solidFill>
                <a:latin typeface="IBM Plex Sans Medium"/>
                <a:ea typeface="IBM Plex Sans Medium"/>
                <a:cs typeface="IBM Plex Sans Medium"/>
                <a:sym typeface="IBM Plex Sans Medium"/>
              </a:defRPr>
            </a:lvl8pPr>
            <a:lvl9pPr lvl="8" algn="r" rtl="0">
              <a:lnSpc>
                <a:spcPct val="100000"/>
              </a:lnSpc>
              <a:spcBef>
                <a:spcPts val="0"/>
              </a:spcBef>
              <a:spcAft>
                <a:spcPts val="0"/>
              </a:spcAft>
              <a:buClr>
                <a:schemeClr val="accent5"/>
              </a:buClr>
              <a:buSzPts val="900"/>
              <a:buFont typeface="IBM Plex Sans Medium"/>
              <a:buNone/>
              <a:defRPr sz="900">
                <a:solidFill>
                  <a:schemeClr val="accent5"/>
                </a:solidFill>
                <a:latin typeface="IBM Plex Sans Medium"/>
                <a:ea typeface="IBM Plex Sans Medium"/>
                <a:cs typeface="IBM Plex Sans Medium"/>
                <a:sym typeface="IBM Plex Sans Medium"/>
              </a:defRPr>
            </a:lvl9pPr>
          </a:lstStyle>
          <a:p>
            <a:endParaRPr/>
          </a:p>
        </p:txBody>
      </p:sp>
      <p:sp>
        <p:nvSpPr>
          <p:cNvPr id="1593" name="Google Shape;1593;p119"/>
          <p:cNvSpPr txBox="1">
            <a:spLocks noGrp="1"/>
          </p:cNvSpPr>
          <p:nvPr>
            <p:ph type="subTitle" idx="3"/>
          </p:nvPr>
        </p:nvSpPr>
        <p:spPr>
          <a:xfrm>
            <a:off x="41225" y="2747200"/>
            <a:ext cx="925200" cy="434700"/>
          </a:xfrm>
          <a:prstGeom prst="rect">
            <a:avLst/>
          </a:prstGeom>
        </p:spPr>
        <p:txBody>
          <a:bodyPr spcFirstLastPara="1" wrap="square" lIns="0" tIns="0" rIns="0" bIns="0" anchor="t" anchorCtr="0">
            <a:normAutofit/>
          </a:bodyPr>
          <a:lstStyle>
            <a:lvl1pPr lvl="0" algn="r" rtl="0">
              <a:lnSpc>
                <a:spcPct val="100000"/>
              </a:lnSpc>
              <a:spcBef>
                <a:spcPts val="0"/>
              </a:spcBef>
              <a:spcAft>
                <a:spcPts val="0"/>
              </a:spcAft>
              <a:buClr>
                <a:schemeClr val="accent5"/>
              </a:buClr>
              <a:buSzPts val="900"/>
              <a:buFont typeface="IBM Plex Sans Medium"/>
              <a:buNone/>
              <a:defRPr sz="900">
                <a:solidFill>
                  <a:schemeClr val="accent5"/>
                </a:solidFill>
                <a:latin typeface="IBM Plex Sans Medium"/>
                <a:ea typeface="IBM Plex Sans Medium"/>
                <a:cs typeface="IBM Plex Sans Medium"/>
                <a:sym typeface="IBM Plex Sans Medium"/>
              </a:defRPr>
            </a:lvl1pPr>
            <a:lvl2pPr lvl="1" algn="r" rtl="0">
              <a:lnSpc>
                <a:spcPct val="100000"/>
              </a:lnSpc>
              <a:spcBef>
                <a:spcPts val="0"/>
              </a:spcBef>
              <a:spcAft>
                <a:spcPts val="0"/>
              </a:spcAft>
              <a:buClr>
                <a:schemeClr val="accent5"/>
              </a:buClr>
              <a:buSzPts val="900"/>
              <a:buFont typeface="IBM Plex Sans Medium"/>
              <a:buNone/>
              <a:defRPr sz="900">
                <a:solidFill>
                  <a:schemeClr val="accent5"/>
                </a:solidFill>
                <a:latin typeface="IBM Plex Sans Medium"/>
                <a:ea typeface="IBM Plex Sans Medium"/>
                <a:cs typeface="IBM Plex Sans Medium"/>
                <a:sym typeface="IBM Plex Sans Medium"/>
              </a:defRPr>
            </a:lvl2pPr>
            <a:lvl3pPr lvl="2" algn="r" rtl="0">
              <a:lnSpc>
                <a:spcPct val="100000"/>
              </a:lnSpc>
              <a:spcBef>
                <a:spcPts val="0"/>
              </a:spcBef>
              <a:spcAft>
                <a:spcPts val="0"/>
              </a:spcAft>
              <a:buClr>
                <a:schemeClr val="accent5"/>
              </a:buClr>
              <a:buSzPts val="900"/>
              <a:buFont typeface="IBM Plex Sans Medium"/>
              <a:buNone/>
              <a:defRPr sz="900">
                <a:solidFill>
                  <a:schemeClr val="accent5"/>
                </a:solidFill>
                <a:latin typeface="IBM Plex Sans Medium"/>
                <a:ea typeface="IBM Plex Sans Medium"/>
                <a:cs typeface="IBM Plex Sans Medium"/>
                <a:sym typeface="IBM Plex Sans Medium"/>
              </a:defRPr>
            </a:lvl3pPr>
            <a:lvl4pPr lvl="3" algn="r" rtl="0">
              <a:lnSpc>
                <a:spcPct val="100000"/>
              </a:lnSpc>
              <a:spcBef>
                <a:spcPts val="0"/>
              </a:spcBef>
              <a:spcAft>
                <a:spcPts val="0"/>
              </a:spcAft>
              <a:buClr>
                <a:schemeClr val="accent5"/>
              </a:buClr>
              <a:buSzPts val="900"/>
              <a:buFont typeface="IBM Plex Sans Medium"/>
              <a:buNone/>
              <a:defRPr sz="900">
                <a:solidFill>
                  <a:schemeClr val="accent5"/>
                </a:solidFill>
                <a:latin typeface="IBM Plex Sans Medium"/>
                <a:ea typeface="IBM Plex Sans Medium"/>
                <a:cs typeface="IBM Plex Sans Medium"/>
                <a:sym typeface="IBM Plex Sans Medium"/>
              </a:defRPr>
            </a:lvl4pPr>
            <a:lvl5pPr lvl="4" algn="r" rtl="0">
              <a:lnSpc>
                <a:spcPct val="100000"/>
              </a:lnSpc>
              <a:spcBef>
                <a:spcPts val="0"/>
              </a:spcBef>
              <a:spcAft>
                <a:spcPts val="0"/>
              </a:spcAft>
              <a:buClr>
                <a:schemeClr val="accent5"/>
              </a:buClr>
              <a:buSzPts val="900"/>
              <a:buFont typeface="IBM Plex Sans Medium"/>
              <a:buNone/>
              <a:defRPr sz="900">
                <a:solidFill>
                  <a:schemeClr val="accent5"/>
                </a:solidFill>
                <a:latin typeface="IBM Plex Sans Medium"/>
                <a:ea typeface="IBM Plex Sans Medium"/>
                <a:cs typeface="IBM Plex Sans Medium"/>
                <a:sym typeface="IBM Plex Sans Medium"/>
              </a:defRPr>
            </a:lvl5pPr>
            <a:lvl6pPr lvl="5" algn="r" rtl="0">
              <a:lnSpc>
                <a:spcPct val="100000"/>
              </a:lnSpc>
              <a:spcBef>
                <a:spcPts val="0"/>
              </a:spcBef>
              <a:spcAft>
                <a:spcPts val="0"/>
              </a:spcAft>
              <a:buClr>
                <a:schemeClr val="accent5"/>
              </a:buClr>
              <a:buSzPts val="900"/>
              <a:buFont typeface="IBM Plex Sans Medium"/>
              <a:buNone/>
              <a:defRPr sz="900">
                <a:solidFill>
                  <a:schemeClr val="accent5"/>
                </a:solidFill>
                <a:latin typeface="IBM Plex Sans Medium"/>
                <a:ea typeface="IBM Plex Sans Medium"/>
                <a:cs typeface="IBM Plex Sans Medium"/>
                <a:sym typeface="IBM Plex Sans Medium"/>
              </a:defRPr>
            </a:lvl6pPr>
            <a:lvl7pPr lvl="6" algn="r" rtl="0">
              <a:lnSpc>
                <a:spcPct val="100000"/>
              </a:lnSpc>
              <a:spcBef>
                <a:spcPts val="0"/>
              </a:spcBef>
              <a:spcAft>
                <a:spcPts val="0"/>
              </a:spcAft>
              <a:buClr>
                <a:schemeClr val="accent5"/>
              </a:buClr>
              <a:buSzPts val="900"/>
              <a:buFont typeface="IBM Plex Sans Medium"/>
              <a:buNone/>
              <a:defRPr sz="900">
                <a:solidFill>
                  <a:schemeClr val="accent5"/>
                </a:solidFill>
                <a:latin typeface="IBM Plex Sans Medium"/>
                <a:ea typeface="IBM Plex Sans Medium"/>
                <a:cs typeface="IBM Plex Sans Medium"/>
                <a:sym typeface="IBM Plex Sans Medium"/>
              </a:defRPr>
            </a:lvl7pPr>
            <a:lvl8pPr lvl="7" algn="r" rtl="0">
              <a:lnSpc>
                <a:spcPct val="100000"/>
              </a:lnSpc>
              <a:spcBef>
                <a:spcPts val="0"/>
              </a:spcBef>
              <a:spcAft>
                <a:spcPts val="0"/>
              </a:spcAft>
              <a:buClr>
                <a:schemeClr val="accent5"/>
              </a:buClr>
              <a:buSzPts val="900"/>
              <a:buFont typeface="IBM Plex Sans Medium"/>
              <a:buNone/>
              <a:defRPr sz="900">
                <a:solidFill>
                  <a:schemeClr val="accent5"/>
                </a:solidFill>
                <a:latin typeface="IBM Plex Sans Medium"/>
                <a:ea typeface="IBM Plex Sans Medium"/>
                <a:cs typeface="IBM Plex Sans Medium"/>
                <a:sym typeface="IBM Plex Sans Medium"/>
              </a:defRPr>
            </a:lvl8pPr>
            <a:lvl9pPr lvl="8" algn="r" rtl="0">
              <a:lnSpc>
                <a:spcPct val="100000"/>
              </a:lnSpc>
              <a:spcBef>
                <a:spcPts val="0"/>
              </a:spcBef>
              <a:spcAft>
                <a:spcPts val="0"/>
              </a:spcAft>
              <a:buClr>
                <a:schemeClr val="accent5"/>
              </a:buClr>
              <a:buSzPts val="900"/>
              <a:buFont typeface="IBM Plex Sans Medium"/>
              <a:buNone/>
              <a:defRPr sz="900">
                <a:solidFill>
                  <a:schemeClr val="accent5"/>
                </a:solidFill>
                <a:latin typeface="IBM Plex Sans Medium"/>
                <a:ea typeface="IBM Plex Sans Medium"/>
                <a:cs typeface="IBM Plex Sans Medium"/>
                <a:sym typeface="IBM Plex Sans Medium"/>
              </a:defRPr>
            </a:lvl9pPr>
          </a:lstStyle>
          <a:p>
            <a:endParaRPr/>
          </a:p>
        </p:txBody>
      </p:sp>
      <p:sp>
        <p:nvSpPr>
          <p:cNvPr id="1594" name="Google Shape;1594;p119"/>
          <p:cNvSpPr txBox="1">
            <a:spLocks noGrp="1"/>
          </p:cNvSpPr>
          <p:nvPr>
            <p:ph type="subTitle" idx="4"/>
          </p:nvPr>
        </p:nvSpPr>
        <p:spPr>
          <a:xfrm>
            <a:off x="41225" y="3492575"/>
            <a:ext cx="925200" cy="434700"/>
          </a:xfrm>
          <a:prstGeom prst="rect">
            <a:avLst/>
          </a:prstGeom>
        </p:spPr>
        <p:txBody>
          <a:bodyPr spcFirstLastPara="1" wrap="square" lIns="0" tIns="0" rIns="0" bIns="0" anchor="t" anchorCtr="0">
            <a:normAutofit/>
          </a:bodyPr>
          <a:lstStyle>
            <a:lvl1pPr lvl="0" algn="r" rtl="0">
              <a:lnSpc>
                <a:spcPct val="100000"/>
              </a:lnSpc>
              <a:spcBef>
                <a:spcPts val="0"/>
              </a:spcBef>
              <a:spcAft>
                <a:spcPts val="0"/>
              </a:spcAft>
              <a:buClr>
                <a:schemeClr val="accent5"/>
              </a:buClr>
              <a:buSzPts val="900"/>
              <a:buFont typeface="IBM Plex Sans Medium"/>
              <a:buNone/>
              <a:defRPr sz="900">
                <a:solidFill>
                  <a:schemeClr val="accent5"/>
                </a:solidFill>
                <a:latin typeface="IBM Plex Sans Medium"/>
                <a:ea typeface="IBM Plex Sans Medium"/>
                <a:cs typeface="IBM Plex Sans Medium"/>
                <a:sym typeface="IBM Plex Sans Medium"/>
              </a:defRPr>
            </a:lvl1pPr>
            <a:lvl2pPr lvl="1" algn="r" rtl="0">
              <a:lnSpc>
                <a:spcPct val="100000"/>
              </a:lnSpc>
              <a:spcBef>
                <a:spcPts val="0"/>
              </a:spcBef>
              <a:spcAft>
                <a:spcPts val="0"/>
              </a:spcAft>
              <a:buClr>
                <a:schemeClr val="accent5"/>
              </a:buClr>
              <a:buSzPts val="900"/>
              <a:buFont typeface="IBM Plex Sans Medium"/>
              <a:buNone/>
              <a:defRPr sz="900">
                <a:solidFill>
                  <a:schemeClr val="accent5"/>
                </a:solidFill>
                <a:latin typeface="IBM Plex Sans Medium"/>
                <a:ea typeface="IBM Plex Sans Medium"/>
                <a:cs typeface="IBM Plex Sans Medium"/>
                <a:sym typeface="IBM Plex Sans Medium"/>
              </a:defRPr>
            </a:lvl2pPr>
            <a:lvl3pPr lvl="2" algn="r" rtl="0">
              <a:lnSpc>
                <a:spcPct val="100000"/>
              </a:lnSpc>
              <a:spcBef>
                <a:spcPts val="0"/>
              </a:spcBef>
              <a:spcAft>
                <a:spcPts val="0"/>
              </a:spcAft>
              <a:buClr>
                <a:schemeClr val="accent5"/>
              </a:buClr>
              <a:buSzPts val="900"/>
              <a:buFont typeface="IBM Plex Sans Medium"/>
              <a:buNone/>
              <a:defRPr sz="900">
                <a:solidFill>
                  <a:schemeClr val="accent5"/>
                </a:solidFill>
                <a:latin typeface="IBM Plex Sans Medium"/>
                <a:ea typeface="IBM Plex Sans Medium"/>
                <a:cs typeface="IBM Plex Sans Medium"/>
                <a:sym typeface="IBM Plex Sans Medium"/>
              </a:defRPr>
            </a:lvl3pPr>
            <a:lvl4pPr lvl="3" algn="r" rtl="0">
              <a:lnSpc>
                <a:spcPct val="100000"/>
              </a:lnSpc>
              <a:spcBef>
                <a:spcPts val="0"/>
              </a:spcBef>
              <a:spcAft>
                <a:spcPts val="0"/>
              </a:spcAft>
              <a:buClr>
                <a:schemeClr val="accent5"/>
              </a:buClr>
              <a:buSzPts val="900"/>
              <a:buFont typeface="IBM Plex Sans Medium"/>
              <a:buNone/>
              <a:defRPr sz="900">
                <a:solidFill>
                  <a:schemeClr val="accent5"/>
                </a:solidFill>
                <a:latin typeface="IBM Plex Sans Medium"/>
                <a:ea typeface="IBM Plex Sans Medium"/>
                <a:cs typeface="IBM Plex Sans Medium"/>
                <a:sym typeface="IBM Plex Sans Medium"/>
              </a:defRPr>
            </a:lvl4pPr>
            <a:lvl5pPr lvl="4" algn="r" rtl="0">
              <a:lnSpc>
                <a:spcPct val="100000"/>
              </a:lnSpc>
              <a:spcBef>
                <a:spcPts val="0"/>
              </a:spcBef>
              <a:spcAft>
                <a:spcPts val="0"/>
              </a:spcAft>
              <a:buClr>
                <a:schemeClr val="accent5"/>
              </a:buClr>
              <a:buSzPts val="900"/>
              <a:buFont typeface="IBM Plex Sans Medium"/>
              <a:buNone/>
              <a:defRPr sz="900">
                <a:solidFill>
                  <a:schemeClr val="accent5"/>
                </a:solidFill>
                <a:latin typeface="IBM Plex Sans Medium"/>
                <a:ea typeface="IBM Plex Sans Medium"/>
                <a:cs typeface="IBM Plex Sans Medium"/>
                <a:sym typeface="IBM Plex Sans Medium"/>
              </a:defRPr>
            </a:lvl5pPr>
            <a:lvl6pPr lvl="5" algn="r" rtl="0">
              <a:lnSpc>
                <a:spcPct val="100000"/>
              </a:lnSpc>
              <a:spcBef>
                <a:spcPts val="0"/>
              </a:spcBef>
              <a:spcAft>
                <a:spcPts val="0"/>
              </a:spcAft>
              <a:buClr>
                <a:schemeClr val="accent5"/>
              </a:buClr>
              <a:buSzPts val="900"/>
              <a:buFont typeface="IBM Plex Sans Medium"/>
              <a:buNone/>
              <a:defRPr sz="900">
                <a:solidFill>
                  <a:schemeClr val="accent5"/>
                </a:solidFill>
                <a:latin typeface="IBM Plex Sans Medium"/>
                <a:ea typeface="IBM Plex Sans Medium"/>
                <a:cs typeface="IBM Plex Sans Medium"/>
                <a:sym typeface="IBM Plex Sans Medium"/>
              </a:defRPr>
            </a:lvl6pPr>
            <a:lvl7pPr lvl="6" algn="r" rtl="0">
              <a:lnSpc>
                <a:spcPct val="100000"/>
              </a:lnSpc>
              <a:spcBef>
                <a:spcPts val="0"/>
              </a:spcBef>
              <a:spcAft>
                <a:spcPts val="0"/>
              </a:spcAft>
              <a:buClr>
                <a:schemeClr val="accent5"/>
              </a:buClr>
              <a:buSzPts val="900"/>
              <a:buFont typeface="IBM Plex Sans Medium"/>
              <a:buNone/>
              <a:defRPr sz="900">
                <a:solidFill>
                  <a:schemeClr val="accent5"/>
                </a:solidFill>
                <a:latin typeface="IBM Plex Sans Medium"/>
                <a:ea typeface="IBM Plex Sans Medium"/>
                <a:cs typeface="IBM Plex Sans Medium"/>
                <a:sym typeface="IBM Plex Sans Medium"/>
              </a:defRPr>
            </a:lvl7pPr>
            <a:lvl8pPr lvl="7" algn="r" rtl="0">
              <a:lnSpc>
                <a:spcPct val="100000"/>
              </a:lnSpc>
              <a:spcBef>
                <a:spcPts val="0"/>
              </a:spcBef>
              <a:spcAft>
                <a:spcPts val="0"/>
              </a:spcAft>
              <a:buClr>
                <a:schemeClr val="accent5"/>
              </a:buClr>
              <a:buSzPts val="900"/>
              <a:buFont typeface="IBM Plex Sans Medium"/>
              <a:buNone/>
              <a:defRPr sz="900">
                <a:solidFill>
                  <a:schemeClr val="accent5"/>
                </a:solidFill>
                <a:latin typeface="IBM Plex Sans Medium"/>
                <a:ea typeface="IBM Plex Sans Medium"/>
                <a:cs typeface="IBM Plex Sans Medium"/>
                <a:sym typeface="IBM Plex Sans Medium"/>
              </a:defRPr>
            </a:lvl8pPr>
            <a:lvl9pPr lvl="8" algn="r" rtl="0">
              <a:lnSpc>
                <a:spcPct val="100000"/>
              </a:lnSpc>
              <a:spcBef>
                <a:spcPts val="0"/>
              </a:spcBef>
              <a:spcAft>
                <a:spcPts val="0"/>
              </a:spcAft>
              <a:buClr>
                <a:schemeClr val="accent5"/>
              </a:buClr>
              <a:buSzPts val="900"/>
              <a:buFont typeface="IBM Plex Sans Medium"/>
              <a:buNone/>
              <a:defRPr sz="900">
                <a:solidFill>
                  <a:schemeClr val="accent5"/>
                </a:solidFill>
                <a:latin typeface="IBM Plex Sans Medium"/>
                <a:ea typeface="IBM Plex Sans Medium"/>
                <a:cs typeface="IBM Plex Sans Medium"/>
                <a:sym typeface="IBM Plex Sans Medium"/>
              </a:defRPr>
            </a:lvl9pPr>
          </a:lstStyle>
          <a:p>
            <a:endParaRPr/>
          </a:p>
        </p:txBody>
      </p:sp>
      <p:sp>
        <p:nvSpPr>
          <p:cNvPr id="1595" name="Google Shape;1595;p119"/>
          <p:cNvSpPr txBox="1">
            <a:spLocks noGrp="1"/>
          </p:cNvSpPr>
          <p:nvPr>
            <p:ph type="subTitle" idx="5"/>
          </p:nvPr>
        </p:nvSpPr>
        <p:spPr>
          <a:xfrm>
            <a:off x="6054925" y="1028700"/>
            <a:ext cx="2860500" cy="539700"/>
          </a:xfrm>
          <a:prstGeom prst="rect">
            <a:avLst/>
          </a:prstGeom>
        </p:spPr>
        <p:txBody>
          <a:bodyPr spcFirstLastPara="1" wrap="square" lIns="0" tIns="0" rIns="0" bIns="0" anchor="t" anchorCtr="0">
            <a:normAutofit/>
          </a:bodyPr>
          <a:lstStyle>
            <a:lvl1pPr lvl="0" rtl="0">
              <a:lnSpc>
                <a:spcPct val="100000"/>
              </a:lnSpc>
              <a:spcBef>
                <a:spcPts val="0"/>
              </a:spcBef>
              <a:spcAft>
                <a:spcPts val="0"/>
              </a:spcAft>
              <a:buClr>
                <a:schemeClr val="accent4"/>
              </a:buClr>
              <a:buSzPts val="2000"/>
              <a:buFont typeface="IBM Plex Sans Medium"/>
              <a:buNone/>
              <a:defRPr sz="2000">
                <a:solidFill>
                  <a:schemeClr val="accent4"/>
                </a:solidFill>
                <a:latin typeface="IBM Plex Sans Medium"/>
                <a:ea typeface="IBM Plex Sans Medium"/>
                <a:cs typeface="IBM Plex Sans Medium"/>
                <a:sym typeface="IBM Plex Sans Medium"/>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596" name="Google Shape;1596;p119"/>
          <p:cNvSpPr txBox="1">
            <a:spLocks noGrp="1"/>
          </p:cNvSpPr>
          <p:nvPr>
            <p:ph type="body" idx="6"/>
          </p:nvPr>
        </p:nvSpPr>
        <p:spPr>
          <a:xfrm>
            <a:off x="6054925" y="1691278"/>
            <a:ext cx="2860500" cy="3183000"/>
          </a:xfrm>
          <a:prstGeom prst="rect">
            <a:avLst/>
          </a:prstGeom>
        </p:spPr>
        <p:txBody>
          <a:bodyPr spcFirstLastPara="1" wrap="square" lIns="0" tIns="0" rIns="0" bIns="0" anchor="t" anchorCtr="0">
            <a:normAutofit/>
          </a:bodyPr>
          <a:lstStyle>
            <a:lvl1pPr marL="457200" lvl="0" indent="-317500" rtl="0">
              <a:spcBef>
                <a:spcPts val="0"/>
              </a:spcBef>
              <a:spcAft>
                <a:spcPts val="0"/>
              </a:spcAft>
              <a:buSzPts val="1400"/>
              <a:buChar char="■"/>
              <a:defRPr sz="1400"/>
            </a:lvl1pPr>
            <a:lvl2pPr marL="914400" lvl="1" indent="-304800" rtl="0">
              <a:spcBef>
                <a:spcPts val="0"/>
              </a:spcBef>
              <a:spcAft>
                <a:spcPts val="0"/>
              </a:spcAft>
              <a:buSzPts val="1200"/>
              <a:buChar char="■"/>
              <a:defRPr sz="1200"/>
            </a:lvl2pPr>
            <a:lvl3pPr marL="1371600" lvl="2" indent="-304800" rtl="0">
              <a:spcBef>
                <a:spcPts val="0"/>
              </a:spcBef>
              <a:spcAft>
                <a:spcPts val="0"/>
              </a:spcAft>
              <a:buSzPts val="1200"/>
              <a:buChar char="■"/>
              <a:defRPr sz="1200"/>
            </a:lvl3pPr>
            <a:lvl4pPr marL="1828800" lvl="3" indent="-304800" rtl="0">
              <a:spcBef>
                <a:spcPts val="0"/>
              </a:spcBef>
              <a:spcAft>
                <a:spcPts val="0"/>
              </a:spcAft>
              <a:buClr>
                <a:schemeClr val="dk1"/>
              </a:buClr>
              <a:buSzPts val="1200"/>
              <a:buChar char="●"/>
              <a:defRPr sz="1200"/>
            </a:lvl4pPr>
            <a:lvl5pPr marL="2286000" lvl="4" indent="-304800" rtl="0">
              <a:spcBef>
                <a:spcPts val="0"/>
              </a:spcBef>
              <a:spcAft>
                <a:spcPts val="0"/>
              </a:spcAft>
              <a:buSzPts val="1200"/>
              <a:buChar char="○"/>
              <a:defRPr sz="1200"/>
            </a:lvl5pPr>
            <a:lvl6pPr marL="2743200" lvl="5" indent="-304800" rtl="0">
              <a:spcBef>
                <a:spcPts val="0"/>
              </a:spcBef>
              <a:spcAft>
                <a:spcPts val="0"/>
              </a:spcAft>
              <a:buSzPts val="1200"/>
              <a:buChar char="■"/>
              <a:defRPr sz="1200"/>
            </a:lvl6pPr>
            <a:lvl7pPr marL="3200400" lvl="6" indent="-304800" rtl="0">
              <a:spcBef>
                <a:spcPts val="0"/>
              </a:spcBef>
              <a:spcAft>
                <a:spcPts val="0"/>
              </a:spcAft>
              <a:buSzPts val="1200"/>
              <a:buChar char="●"/>
              <a:defRPr sz="1200"/>
            </a:lvl7pPr>
            <a:lvl8pPr marL="3657600" lvl="7" indent="-304800" rtl="0">
              <a:spcBef>
                <a:spcPts val="0"/>
              </a:spcBef>
              <a:spcAft>
                <a:spcPts val="0"/>
              </a:spcAft>
              <a:buSzPts val="1200"/>
              <a:buChar char="○"/>
              <a:defRPr sz="1200"/>
            </a:lvl8pPr>
            <a:lvl9pPr marL="4114800" lvl="8" indent="-304800" rtl="0">
              <a:spcBef>
                <a:spcPts val="0"/>
              </a:spcBef>
              <a:spcAft>
                <a:spcPts val="0"/>
              </a:spcAft>
              <a:buSzPts val="1200"/>
              <a:buChar char="■"/>
              <a:defRPr sz="1200"/>
            </a:lvl9pPr>
          </a:lstStyle>
          <a:p>
            <a:endParaRPr/>
          </a:p>
        </p:txBody>
      </p:sp>
      <p:pic>
        <p:nvPicPr>
          <p:cNvPr id="1597" name="Google Shape;1597;p119"/>
          <p:cNvPicPr preferRelativeResize="0"/>
          <p:nvPr/>
        </p:nvPicPr>
        <p:blipFill>
          <a:blip r:embed="rId2">
            <a:alphaModFix/>
          </a:blip>
          <a:stretch>
            <a:fillRect/>
          </a:stretch>
        </p:blipFill>
        <p:spPr>
          <a:xfrm>
            <a:off x="8544859" y="62003"/>
            <a:ext cx="599140" cy="599141"/>
          </a:xfrm>
          <a:prstGeom prst="rect">
            <a:avLst/>
          </a:prstGeom>
          <a:noFill/>
          <a:ln>
            <a:noFill/>
          </a:ln>
        </p:spPr>
      </p:pic>
      <p:sp>
        <p:nvSpPr>
          <p:cNvPr id="1598" name="Google Shape;1598;p119"/>
          <p:cNvSpPr txBox="1">
            <a:spLocks noGrp="1"/>
          </p:cNvSpPr>
          <p:nvPr>
            <p:ph type="subTitle" idx="7"/>
          </p:nvPr>
        </p:nvSpPr>
        <p:spPr>
          <a:xfrm>
            <a:off x="41225" y="4237950"/>
            <a:ext cx="925200" cy="434700"/>
          </a:xfrm>
          <a:prstGeom prst="rect">
            <a:avLst/>
          </a:prstGeom>
        </p:spPr>
        <p:txBody>
          <a:bodyPr spcFirstLastPara="1" wrap="square" lIns="0" tIns="0" rIns="0" bIns="0" anchor="t" anchorCtr="0">
            <a:normAutofit/>
          </a:bodyPr>
          <a:lstStyle>
            <a:lvl1pPr lvl="0" algn="r" rtl="0">
              <a:lnSpc>
                <a:spcPct val="100000"/>
              </a:lnSpc>
              <a:spcBef>
                <a:spcPts val="0"/>
              </a:spcBef>
              <a:spcAft>
                <a:spcPts val="0"/>
              </a:spcAft>
              <a:buClr>
                <a:schemeClr val="accent5"/>
              </a:buClr>
              <a:buSzPts val="900"/>
              <a:buFont typeface="IBM Plex Sans Medium"/>
              <a:buNone/>
              <a:defRPr sz="900">
                <a:solidFill>
                  <a:schemeClr val="accent5"/>
                </a:solidFill>
                <a:latin typeface="IBM Plex Sans Medium"/>
                <a:ea typeface="IBM Plex Sans Medium"/>
                <a:cs typeface="IBM Plex Sans Medium"/>
                <a:sym typeface="IBM Plex Sans Medium"/>
              </a:defRPr>
            </a:lvl1pPr>
            <a:lvl2pPr lvl="1" algn="r" rtl="0">
              <a:lnSpc>
                <a:spcPct val="100000"/>
              </a:lnSpc>
              <a:spcBef>
                <a:spcPts val="0"/>
              </a:spcBef>
              <a:spcAft>
                <a:spcPts val="0"/>
              </a:spcAft>
              <a:buClr>
                <a:schemeClr val="accent5"/>
              </a:buClr>
              <a:buSzPts val="900"/>
              <a:buFont typeface="IBM Plex Sans Medium"/>
              <a:buNone/>
              <a:defRPr sz="900">
                <a:solidFill>
                  <a:schemeClr val="accent5"/>
                </a:solidFill>
                <a:latin typeface="IBM Plex Sans Medium"/>
                <a:ea typeface="IBM Plex Sans Medium"/>
                <a:cs typeface="IBM Plex Sans Medium"/>
                <a:sym typeface="IBM Plex Sans Medium"/>
              </a:defRPr>
            </a:lvl2pPr>
            <a:lvl3pPr lvl="2" algn="r" rtl="0">
              <a:lnSpc>
                <a:spcPct val="100000"/>
              </a:lnSpc>
              <a:spcBef>
                <a:spcPts val="0"/>
              </a:spcBef>
              <a:spcAft>
                <a:spcPts val="0"/>
              </a:spcAft>
              <a:buClr>
                <a:schemeClr val="accent5"/>
              </a:buClr>
              <a:buSzPts val="900"/>
              <a:buFont typeface="IBM Plex Sans Medium"/>
              <a:buNone/>
              <a:defRPr sz="900">
                <a:solidFill>
                  <a:schemeClr val="accent5"/>
                </a:solidFill>
                <a:latin typeface="IBM Plex Sans Medium"/>
                <a:ea typeface="IBM Plex Sans Medium"/>
                <a:cs typeface="IBM Plex Sans Medium"/>
                <a:sym typeface="IBM Plex Sans Medium"/>
              </a:defRPr>
            </a:lvl3pPr>
            <a:lvl4pPr lvl="3" algn="r" rtl="0">
              <a:lnSpc>
                <a:spcPct val="100000"/>
              </a:lnSpc>
              <a:spcBef>
                <a:spcPts val="0"/>
              </a:spcBef>
              <a:spcAft>
                <a:spcPts val="0"/>
              </a:spcAft>
              <a:buClr>
                <a:schemeClr val="accent5"/>
              </a:buClr>
              <a:buSzPts val="900"/>
              <a:buFont typeface="IBM Plex Sans Medium"/>
              <a:buNone/>
              <a:defRPr sz="900">
                <a:solidFill>
                  <a:schemeClr val="accent5"/>
                </a:solidFill>
                <a:latin typeface="IBM Plex Sans Medium"/>
                <a:ea typeface="IBM Plex Sans Medium"/>
                <a:cs typeface="IBM Plex Sans Medium"/>
                <a:sym typeface="IBM Plex Sans Medium"/>
              </a:defRPr>
            </a:lvl4pPr>
            <a:lvl5pPr lvl="4" algn="r" rtl="0">
              <a:lnSpc>
                <a:spcPct val="100000"/>
              </a:lnSpc>
              <a:spcBef>
                <a:spcPts val="0"/>
              </a:spcBef>
              <a:spcAft>
                <a:spcPts val="0"/>
              </a:spcAft>
              <a:buClr>
                <a:schemeClr val="accent5"/>
              </a:buClr>
              <a:buSzPts val="900"/>
              <a:buFont typeface="IBM Plex Sans Medium"/>
              <a:buNone/>
              <a:defRPr sz="900">
                <a:solidFill>
                  <a:schemeClr val="accent5"/>
                </a:solidFill>
                <a:latin typeface="IBM Plex Sans Medium"/>
                <a:ea typeface="IBM Plex Sans Medium"/>
                <a:cs typeface="IBM Plex Sans Medium"/>
                <a:sym typeface="IBM Plex Sans Medium"/>
              </a:defRPr>
            </a:lvl5pPr>
            <a:lvl6pPr lvl="5" algn="r" rtl="0">
              <a:lnSpc>
                <a:spcPct val="100000"/>
              </a:lnSpc>
              <a:spcBef>
                <a:spcPts val="0"/>
              </a:spcBef>
              <a:spcAft>
                <a:spcPts val="0"/>
              </a:spcAft>
              <a:buClr>
                <a:schemeClr val="accent5"/>
              </a:buClr>
              <a:buSzPts val="900"/>
              <a:buFont typeface="IBM Plex Sans Medium"/>
              <a:buNone/>
              <a:defRPr sz="900">
                <a:solidFill>
                  <a:schemeClr val="accent5"/>
                </a:solidFill>
                <a:latin typeface="IBM Plex Sans Medium"/>
                <a:ea typeface="IBM Plex Sans Medium"/>
                <a:cs typeface="IBM Plex Sans Medium"/>
                <a:sym typeface="IBM Plex Sans Medium"/>
              </a:defRPr>
            </a:lvl6pPr>
            <a:lvl7pPr lvl="6" algn="r" rtl="0">
              <a:lnSpc>
                <a:spcPct val="100000"/>
              </a:lnSpc>
              <a:spcBef>
                <a:spcPts val="0"/>
              </a:spcBef>
              <a:spcAft>
                <a:spcPts val="0"/>
              </a:spcAft>
              <a:buClr>
                <a:schemeClr val="accent5"/>
              </a:buClr>
              <a:buSzPts val="900"/>
              <a:buFont typeface="IBM Plex Sans Medium"/>
              <a:buNone/>
              <a:defRPr sz="900">
                <a:solidFill>
                  <a:schemeClr val="accent5"/>
                </a:solidFill>
                <a:latin typeface="IBM Plex Sans Medium"/>
                <a:ea typeface="IBM Plex Sans Medium"/>
                <a:cs typeface="IBM Plex Sans Medium"/>
                <a:sym typeface="IBM Plex Sans Medium"/>
              </a:defRPr>
            </a:lvl7pPr>
            <a:lvl8pPr lvl="7" algn="r" rtl="0">
              <a:lnSpc>
                <a:spcPct val="100000"/>
              </a:lnSpc>
              <a:spcBef>
                <a:spcPts val="0"/>
              </a:spcBef>
              <a:spcAft>
                <a:spcPts val="0"/>
              </a:spcAft>
              <a:buClr>
                <a:schemeClr val="accent5"/>
              </a:buClr>
              <a:buSzPts val="900"/>
              <a:buFont typeface="IBM Plex Sans Medium"/>
              <a:buNone/>
              <a:defRPr sz="900">
                <a:solidFill>
                  <a:schemeClr val="accent5"/>
                </a:solidFill>
                <a:latin typeface="IBM Plex Sans Medium"/>
                <a:ea typeface="IBM Plex Sans Medium"/>
                <a:cs typeface="IBM Plex Sans Medium"/>
                <a:sym typeface="IBM Plex Sans Medium"/>
              </a:defRPr>
            </a:lvl8pPr>
            <a:lvl9pPr lvl="8" algn="r" rtl="0">
              <a:lnSpc>
                <a:spcPct val="100000"/>
              </a:lnSpc>
              <a:spcBef>
                <a:spcPts val="0"/>
              </a:spcBef>
              <a:spcAft>
                <a:spcPts val="0"/>
              </a:spcAft>
              <a:buClr>
                <a:schemeClr val="accent5"/>
              </a:buClr>
              <a:buSzPts val="900"/>
              <a:buFont typeface="IBM Plex Sans Medium"/>
              <a:buNone/>
              <a:defRPr sz="900">
                <a:solidFill>
                  <a:schemeClr val="accent5"/>
                </a:solidFill>
                <a:latin typeface="IBM Plex Sans Medium"/>
                <a:ea typeface="IBM Plex Sans Medium"/>
                <a:cs typeface="IBM Plex Sans Medium"/>
                <a:sym typeface="IBM Plex Sans Medium"/>
              </a:defRPr>
            </a:lvl9pPr>
          </a:lstStyle>
          <a:p>
            <a:endParaRPr/>
          </a:p>
        </p:txBody>
      </p:sp>
    </p:spTree>
  </p:cSld>
  <p:clrMapOvr>
    <a:masterClrMapping/>
  </p:clrMapOvr>
</p:sldLayout>
</file>

<file path=ppt/slideLayouts/slideLayout118.xml><?xml version="1.0" encoding="utf-8"?>
<p:sldLayout xmlns:a="http://schemas.openxmlformats.org/drawingml/2006/main" xmlns:r="http://schemas.openxmlformats.org/officeDocument/2006/relationships" xmlns:p="http://schemas.openxmlformats.org/presentationml/2006/main" matchingName="Chart - create your own 2">
  <p:cSld name="CUSTOM_9">
    <p:bg>
      <p:bgPr>
        <a:solidFill>
          <a:schemeClr val="dk1"/>
        </a:solidFill>
        <a:effectLst/>
      </p:bgPr>
    </p:bg>
    <p:spTree>
      <p:nvGrpSpPr>
        <p:cNvPr id="1" name="Shape 1599"/>
        <p:cNvGrpSpPr/>
        <p:nvPr/>
      </p:nvGrpSpPr>
      <p:grpSpPr>
        <a:xfrm>
          <a:off x="0" y="0"/>
          <a:ext cx="0" cy="0"/>
          <a:chOff x="0" y="0"/>
          <a:chExt cx="0" cy="0"/>
        </a:xfrm>
      </p:grpSpPr>
      <p:sp>
        <p:nvSpPr>
          <p:cNvPr id="1600" name="Google Shape;1600;p120"/>
          <p:cNvSpPr txBox="1">
            <a:spLocks noGrp="1"/>
          </p:cNvSpPr>
          <p:nvPr>
            <p:ph type="title"/>
          </p:nvPr>
        </p:nvSpPr>
        <p:spPr>
          <a:xfrm>
            <a:off x="457200" y="114300"/>
            <a:ext cx="8229600" cy="903300"/>
          </a:xfrm>
          <a:prstGeom prst="rect">
            <a:avLst/>
          </a:prstGeom>
        </p:spPr>
        <p:txBody>
          <a:bodyPr spcFirstLastPara="1" wrap="square" lIns="0" tIns="0" rIns="0" bIns="0" anchor="t" anchorCtr="0">
            <a:normAutofit/>
          </a:bodyPr>
          <a:lstStyle>
            <a:lvl1pPr lvl="0" rtl="0">
              <a:spcBef>
                <a:spcPts val="0"/>
              </a:spcBef>
              <a:spcAft>
                <a:spcPts val="0"/>
              </a:spcAft>
              <a:buClr>
                <a:schemeClr val="lt1"/>
              </a:buClr>
              <a:buSzPts val="3400"/>
              <a:buNone/>
              <a:defRPr>
                <a:solidFill>
                  <a:schemeClr val="lt1"/>
                </a:solidFill>
              </a:defRPr>
            </a:lvl1pPr>
            <a:lvl2pPr lvl="1" rtl="0">
              <a:spcBef>
                <a:spcPts val="0"/>
              </a:spcBef>
              <a:spcAft>
                <a:spcPts val="0"/>
              </a:spcAft>
              <a:buClr>
                <a:schemeClr val="lt1"/>
              </a:buClr>
              <a:buSzPts val="2800"/>
              <a:buNone/>
              <a:defRPr>
                <a:solidFill>
                  <a:schemeClr val="lt1"/>
                </a:solidFill>
              </a:defRPr>
            </a:lvl2pPr>
            <a:lvl3pPr lvl="2" rtl="0">
              <a:spcBef>
                <a:spcPts val="0"/>
              </a:spcBef>
              <a:spcAft>
                <a:spcPts val="0"/>
              </a:spcAft>
              <a:buClr>
                <a:schemeClr val="lt1"/>
              </a:buClr>
              <a:buSzPts val="2800"/>
              <a:buNone/>
              <a:defRPr>
                <a:solidFill>
                  <a:schemeClr val="lt1"/>
                </a:solidFill>
              </a:defRPr>
            </a:lvl3pPr>
            <a:lvl4pPr lvl="3" rtl="0">
              <a:spcBef>
                <a:spcPts val="0"/>
              </a:spcBef>
              <a:spcAft>
                <a:spcPts val="0"/>
              </a:spcAft>
              <a:buClr>
                <a:schemeClr val="lt1"/>
              </a:buClr>
              <a:buSzPts val="2800"/>
              <a:buNone/>
              <a:defRPr>
                <a:solidFill>
                  <a:schemeClr val="lt1"/>
                </a:solidFill>
              </a:defRPr>
            </a:lvl4pPr>
            <a:lvl5pPr lvl="4" rtl="0">
              <a:spcBef>
                <a:spcPts val="0"/>
              </a:spcBef>
              <a:spcAft>
                <a:spcPts val="0"/>
              </a:spcAft>
              <a:buClr>
                <a:schemeClr val="lt1"/>
              </a:buClr>
              <a:buSzPts val="2800"/>
              <a:buNone/>
              <a:defRPr>
                <a:solidFill>
                  <a:schemeClr val="lt1"/>
                </a:solidFill>
              </a:defRPr>
            </a:lvl5pPr>
            <a:lvl6pPr lvl="5" rtl="0">
              <a:spcBef>
                <a:spcPts val="0"/>
              </a:spcBef>
              <a:spcAft>
                <a:spcPts val="0"/>
              </a:spcAft>
              <a:buClr>
                <a:schemeClr val="lt1"/>
              </a:buClr>
              <a:buSzPts val="2800"/>
              <a:buNone/>
              <a:defRPr>
                <a:solidFill>
                  <a:schemeClr val="lt1"/>
                </a:solidFill>
              </a:defRPr>
            </a:lvl6pPr>
            <a:lvl7pPr lvl="6" rtl="0">
              <a:spcBef>
                <a:spcPts val="0"/>
              </a:spcBef>
              <a:spcAft>
                <a:spcPts val="0"/>
              </a:spcAft>
              <a:buClr>
                <a:schemeClr val="lt1"/>
              </a:buClr>
              <a:buSzPts val="2800"/>
              <a:buNone/>
              <a:defRPr>
                <a:solidFill>
                  <a:schemeClr val="lt1"/>
                </a:solidFill>
              </a:defRPr>
            </a:lvl7pPr>
            <a:lvl8pPr lvl="7" rtl="0">
              <a:spcBef>
                <a:spcPts val="0"/>
              </a:spcBef>
              <a:spcAft>
                <a:spcPts val="0"/>
              </a:spcAft>
              <a:buClr>
                <a:schemeClr val="lt1"/>
              </a:buClr>
              <a:buSzPts val="2800"/>
              <a:buNone/>
              <a:defRPr>
                <a:solidFill>
                  <a:schemeClr val="lt1"/>
                </a:solidFill>
              </a:defRPr>
            </a:lvl8pPr>
            <a:lvl9pPr lvl="8" rtl="0">
              <a:spcBef>
                <a:spcPts val="0"/>
              </a:spcBef>
              <a:spcAft>
                <a:spcPts val="0"/>
              </a:spcAft>
              <a:buClr>
                <a:schemeClr val="lt1"/>
              </a:buClr>
              <a:buSzPts val="2800"/>
              <a:buNone/>
              <a:defRPr>
                <a:solidFill>
                  <a:schemeClr val="lt1"/>
                </a:solidFill>
              </a:defRPr>
            </a:lvl9pPr>
          </a:lstStyle>
          <a:p>
            <a:endParaRPr/>
          </a:p>
        </p:txBody>
      </p:sp>
      <p:cxnSp>
        <p:nvCxnSpPr>
          <p:cNvPr id="1601" name="Google Shape;1601;p120"/>
          <p:cNvCxnSpPr/>
          <p:nvPr/>
        </p:nvCxnSpPr>
        <p:spPr>
          <a:xfrm rot="10800000">
            <a:off x="1994372" y="1083552"/>
            <a:ext cx="0" cy="3219600"/>
          </a:xfrm>
          <a:prstGeom prst="straightConnector1">
            <a:avLst/>
          </a:prstGeom>
          <a:noFill/>
          <a:ln w="19050" cap="flat" cmpd="sng">
            <a:solidFill>
              <a:schemeClr val="accent5"/>
            </a:solidFill>
            <a:prstDash val="solid"/>
            <a:round/>
            <a:headEnd type="none" w="med" len="med"/>
            <a:tailEnd type="none" w="med" len="med"/>
          </a:ln>
        </p:spPr>
      </p:cxnSp>
      <p:cxnSp>
        <p:nvCxnSpPr>
          <p:cNvPr id="1602" name="Google Shape;1602;p120"/>
          <p:cNvCxnSpPr/>
          <p:nvPr/>
        </p:nvCxnSpPr>
        <p:spPr>
          <a:xfrm rot="10800000">
            <a:off x="2848792" y="1083552"/>
            <a:ext cx="0" cy="3219600"/>
          </a:xfrm>
          <a:prstGeom prst="straightConnector1">
            <a:avLst/>
          </a:prstGeom>
          <a:noFill/>
          <a:ln w="19050" cap="flat" cmpd="sng">
            <a:solidFill>
              <a:schemeClr val="accent5"/>
            </a:solidFill>
            <a:prstDash val="solid"/>
            <a:round/>
            <a:headEnd type="none" w="med" len="med"/>
            <a:tailEnd type="none" w="med" len="med"/>
          </a:ln>
        </p:spPr>
      </p:cxnSp>
      <p:cxnSp>
        <p:nvCxnSpPr>
          <p:cNvPr id="1603" name="Google Shape;1603;p120"/>
          <p:cNvCxnSpPr/>
          <p:nvPr/>
        </p:nvCxnSpPr>
        <p:spPr>
          <a:xfrm rot="10800000">
            <a:off x="3703212" y="1083552"/>
            <a:ext cx="0" cy="3219600"/>
          </a:xfrm>
          <a:prstGeom prst="straightConnector1">
            <a:avLst/>
          </a:prstGeom>
          <a:noFill/>
          <a:ln w="19050" cap="flat" cmpd="sng">
            <a:solidFill>
              <a:schemeClr val="accent5"/>
            </a:solidFill>
            <a:prstDash val="solid"/>
            <a:round/>
            <a:headEnd type="none" w="med" len="med"/>
            <a:tailEnd type="none" w="med" len="med"/>
          </a:ln>
        </p:spPr>
      </p:cxnSp>
      <p:cxnSp>
        <p:nvCxnSpPr>
          <p:cNvPr id="1604" name="Google Shape;1604;p120"/>
          <p:cNvCxnSpPr/>
          <p:nvPr/>
        </p:nvCxnSpPr>
        <p:spPr>
          <a:xfrm rot="10800000">
            <a:off x="4557632" y="1083552"/>
            <a:ext cx="0" cy="3219600"/>
          </a:xfrm>
          <a:prstGeom prst="straightConnector1">
            <a:avLst/>
          </a:prstGeom>
          <a:noFill/>
          <a:ln w="19050" cap="flat" cmpd="sng">
            <a:solidFill>
              <a:schemeClr val="accent5"/>
            </a:solidFill>
            <a:prstDash val="solid"/>
            <a:round/>
            <a:headEnd type="none" w="med" len="med"/>
            <a:tailEnd type="none" w="med" len="med"/>
          </a:ln>
        </p:spPr>
      </p:cxnSp>
      <p:cxnSp>
        <p:nvCxnSpPr>
          <p:cNvPr id="1605" name="Google Shape;1605;p120"/>
          <p:cNvCxnSpPr/>
          <p:nvPr/>
        </p:nvCxnSpPr>
        <p:spPr>
          <a:xfrm rot="10800000">
            <a:off x="1139952" y="1083552"/>
            <a:ext cx="0" cy="3219600"/>
          </a:xfrm>
          <a:prstGeom prst="straightConnector1">
            <a:avLst/>
          </a:prstGeom>
          <a:noFill/>
          <a:ln w="28575" cap="flat" cmpd="sng">
            <a:solidFill>
              <a:schemeClr val="lt1"/>
            </a:solidFill>
            <a:prstDash val="solid"/>
            <a:round/>
            <a:headEnd type="none" w="med" len="med"/>
            <a:tailEnd type="none" w="med" len="med"/>
          </a:ln>
        </p:spPr>
      </p:cxnSp>
      <p:cxnSp>
        <p:nvCxnSpPr>
          <p:cNvPr id="1606" name="Google Shape;1606;p120"/>
          <p:cNvCxnSpPr/>
          <p:nvPr/>
        </p:nvCxnSpPr>
        <p:spPr>
          <a:xfrm rot="10800000">
            <a:off x="5406001" y="1083552"/>
            <a:ext cx="0" cy="3219600"/>
          </a:xfrm>
          <a:prstGeom prst="straightConnector1">
            <a:avLst/>
          </a:prstGeom>
          <a:noFill/>
          <a:ln w="19050" cap="flat" cmpd="sng">
            <a:solidFill>
              <a:schemeClr val="accent5"/>
            </a:solidFill>
            <a:prstDash val="solid"/>
            <a:round/>
            <a:headEnd type="none" w="med" len="med"/>
            <a:tailEnd type="none" w="med" len="med"/>
          </a:ln>
        </p:spPr>
      </p:cxnSp>
      <p:sp>
        <p:nvSpPr>
          <p:cNvPr id="1607" name="Google Shape;1607;p120"/>
          <p:cNvSpPr txBox="1">
            <a:spLocks noGrp="1"/>
          </p:cNvSpPr>
          <p:nvPr>
            <p:ph type="subTitle" idx="1"/>
          </p:nvPr>
        </p:nvSpPr>
        <p:spPr>
          <a:xfrm>
            <a:off x="3376050" y="4418975"/>
            <a:ext cx="654300" cy="434700"/>
          </a:xfrm>
          <a:prstGeom prst="rect">
            <a:avLst/>
          </a:prstGeom>
        </p:spPr>
        <p:txBody>
          <a:bodyPr spcFirstLastPara="1" wrap="square" lIns="0" tIns="0" rIns="0" bIns="0" anchor="t" anchorCtr="0">
            <a:normAutofit/>
          </a:bodyPr>
          <a:lstStyle>
            <a:lvl1pPr lvl="0" algn="ctr" rtl="0">
              <a:lnSpc>
                <a:spcPct val="100000"/>
              </a:lnSpc>
              <a:spcBef>
                <a:spcPts val="0"/>
              </a:spcBef>
              <a:spcAft>
                <a:spcPts val="0"/>
              </a:spcAft>
              <a:buClr>
                <a:schemeClr val="accent5"/>
              </a:buClr>
              <a:buSzPts val="900"/>
              <a:buFont typeface="IBM Plex Sans Medium"/>
              <a:buNone/>
              <a:defRPr sz="900">
                <a:solidFill>
                  <a:schemeClr val="accent5"/>
                </a:solidFill>
                <a:latin typeface="IBM Plex Sans Medium"/>
                <a:ea typeface="IBM Plex Sans Medium"/>
                <a:cs typeface="IBM Plex Sans Medium"/>
                <a:sym typeface="IBM Plex Sans Medium"/>
              </a:defRPr>
            </a:lvl1pPr>
            <a:lvl2pPr lvl="1" algn="ctr" rtl="0">
              <a:lnSpc>
                <a:spcPct val="100000"/>
              </a:lnSpc>
              <a:spcBef>
                <a:spcPts val="0"/>
              </a:spcBef>
              <a:spcAft>
                <a:spcPts val="0"/>
              </a:spcAft>
              <a:buClr>
                <a:schemeClr val="accent5"/>
              </a:buClr>
              <a:buSzPts val="900"/>
              <a:buFont typeface="IBM Plex Sans Medium"/>
              <a:buNone/>
              <a:defRPr sz="900">
                <a:solidFill>
                  <a:schemeClr val="accent5"/>
                </a:solidFill>
                <a:latin typeface="IBM Plex Sans Medium"/>
                <a:ea typeface="IBM Plex Sans Medium"/>
                <a:cs typeface="IBM Plex Sans Medium"/>
                <a:sym typeface="IBM Plex Sans Medium"/>
              </a:defRPr>
            </a:lvl2pPr>
            <a:lvl3pPr lvl="2" algn="ctr" rtl="0">
              <a:lnSpc>
                <a:spcPct val="100000"/>
              </a:lnSpc>
              <a:spcBef>
                <a:spcPts val="0"/>
              </a:spcBef>
              <a:spcAft>
                <a:spcPts val="0"/>
              </a:spcAft>
              <a:buClr>
                <a:schemeClr val="accent5"/>
              </a:buClr>
              <a:buSzPts val="900"/>
              <a:buFont typeface="IBM Plex Sans Medium"/>
              <a:buNone/>
              <a:defRPr sz="900">
                <a:solidFill>
                  <a:schemeClr val="accent5"/>
                </a:solidFill>
                <a:latin typeface="IBM Plex Sans Medium"/>
                <a:ea typeface="IBM Plex Sans Medium"/>
                <a:cs typeface="IBM Plex Sans Medium"/>
                <a:sym typeface="IBM Plex Sans Medium"/>
              </a:defRPr>
            </a:lvl3pPr>
            <a:lvl4pPr lvl="3" algn="ctr" rtl="0">
              <a:lnSpc>
                <a:spcPct val="100000"/>
              </a:lnSpc>
              <a:spcBef>
                <a:spcPts val="0"/>
              </a:spcBef>
              <a:spcAft>
                <a:spcPts val="0"/>
              </a:spcAft>
              <a:buClr>
                <a:schemeClr val="accent5"/>
              </a:buClr>
              <a:buSzPts val="900"/>
              <a:buFont typeface="IBM Plex Sans Medium"/>
              <a:buNone/>
              <a:defRPr sz="900">
                <a:solidFill>
                  <a:schemeClr val="accent5"/>
                </a:solidFill>
                <a:latin typeface="IBM Plex Sans Medium"/>
                <a:ea typeface="IBM Plex Sans Medium"/>
                <a:cs typeface="IBM Plex Sans Medium"/>
                <a:sym typeface="IBM Plex Sans Medium"/>
              </a:defRPr>
            </a:lvl4pPr>
            <a:lvl5pPr lvl="4" algn="ctr" rtl="0">
              <a:lnSpc>
                <a:spcPct val="100000"/>
              </a:lnSpc>
              <a:spcBef>
                <a:spcPts val="0"/>
              </a:spcBef>
              <a:spcAft>
                <a:spcPts val="0"/>
              </a:spcAft>
              <a:buClr>
                <a:schemeClr val="accent5"/>
              </a:buClr>
              <a:buSzPts val="900"/>
              <a:buFont typeface="IBM Plex Sans Medium"/>
              <a:buNone/>
              <a:defRPr sz="900">
                <a:solidFill>
                  <a:schemeClr val="accent5"/>
                </a:solidFill>
                <a:latin typeface="IBM Plex Sans Medium"/>
                <a:ea typeface="IBM Plex Sans Medium"/>
                <a:cs typeface="IBM Plex Sans Medium"/>
                <a:sym typeface="IBM Plex Sans Medium"/>
              </a:defRPr>
            </a:lvl5pPr>
            <a:lvl6pPr lvl="5" algn="ctr" rtl="0">
              <a:lnSpc>
                <a:spcPct val="100000"/>
              </a:lnSpc>
              <a:spcBef>
                <a:spcPts val="0"/>
              </a:spcBef>
              <a:spcAft>
                <a:spcPts val="0"/>
              </a:spcAft>
              <a:buClr>
                <a:schemeClr val="accent5"/>
              </a:buClr>
              <a:buSzPts val="900"/>
              <a:buFont typeface="IBM Plex Sans Medium"/>
              <a:buNone/>
              <a:defRPr sz="900">
                <a:solidFill>
                  <a:schemeClr val="accent5"/>
                </a:solidFill>
                <a:latin typeface="IBM Plex Sans Medium"/>
                <a:ea typeface="IBM Plex Sans Medium"/>
                <a:cs typeface="IBM Plex Sans Medium"/>
                <a:sym typeface="IBM Plex Sans Medium"/>
              </a:defRPr>
            </a:lvl6pPr>
            <a:lvl7pPr lvl="6" algn="ctr" rtl="0">
              <a:lnSpc>
                <a:spcPct val="100000"/>
              </a:lnSpc>
              <a:spcBef>
                <a:spcPts val="0"/>
              </a:spcBef>
              <a:spcAft>
                <a:spcPts val="0"/>
              </a:spcAft>
              <a:buClr>
                <a:schemeClr val="accent5"/>
              </a:buClr>
              <a:buSzPts val="900"/>
              <a:buFont typeface="IBM Plex Sans Medium"/>
              <a:buNone/>
              <a:defRPr sz="900">
                <a:solidFill>
                  <a:schemeClr val="accent5"/>
                </a:solidFill>
                <a:latin typeface="IBM Plex Sans Medium"/>
                <a:ea typeface="IBM Plex Sans Medium"/>
                <a:cs typeface="IBM Plex Sans Medium"/>
                <a:sym typeface="IBM Plex Sans Medium"/>
              </a:defRPr>
            </a:lvl7pPr>
            <a:lvl8pPr lvl="7" algn="ctr" rtl="0">
              <a:lnSpc>
                <a:spcPct val="100000"/>
              </a:lnSpc>
              <a:spcBef>
                <a:spcPts val="0"/>
              </a:spcBef>
              <a:spcAft>
                <a:spcPts val="0"/>
              </a:spcAft>
              <a:buClr>
                <a:schemeClr val="accent5"/>
              </a:buClr>
              <a:buSzPts val="900"/>
              <a:buFont typeface="IBM Plex Sans Medium"/>
              <a:buNone/>
              <a:defRPr sz="900">
                <a:solidFill>
                  <a:schemeClr val="accent5"/>
                </a:solidFill>
                <a:latin typeface="IBM Plex Sans Medium"/>
                <a:ea typeface="IBM Plex Sans Medium"/>
                <a:cs typeface="IBM Plex Sans Medium"/>
                <a:sym typeface="IBM Plex Sans Medium"/>
              </a:defRPr>
            </a:lvl8pPr>
            <a:lvl9pPr lvl="8" algn="ctr" rtl="0">
              <a:lnSpc>
                <a:spcPct val="100000"/>
              </a:lnSpc>
              <a:spcBef>
                <a:spcPts val="0"/>
              </a:spcBef>
              <a:spcAft>
                <a:spcPts val="0"/>
              </a:spcAft>
              <a:buClr>
                <a:schemeClr val="accent5"/>
              </a:buClr>
              <a:buSzPts val="900"/>
              <a:buFont typeface="IBM Plex Sans Medium"/>
              <a:buNone/>
              <a:defRPr sz="900">
                <a:solidFill>
                  <a:schemeClr val="accent5"/>
                </a:solidFill>
                <a:latin typeface="IBM Plex Sans Medium"/>
                <a:ea typeface="IBM Plex Sans Medium"/>
                <a:cs typeface="IBM Plex Sans Medium"/>
                <a:sym typeface="IBM Plex Sans Medium"/>
              </a:defRPr>
            </a:lvl9pPr>
          </a:lstStyle>
          <a:p>
            <a:endParaRPr/>
          </a:p>
        </p:txBody>
      </p:sp>
      <p:sp>
        <p:nvSpPr>
          <p:cNvPr id="1608" name="Google Shape;1608;p120"/>
          <p:cNvSpPr txBox="1">
            <a:spLocks noGrp="1"/>
          </p:cNvSpPr>
          <p:nvPr>
            <p:ph type="subTitle" idx="2"/>
          </p:nvPr>
        </p:nvSpPr>
        <p:spPr>
          <a:xfrm>
            <a:off x="2521618" y="4418975"/>
            <a:ext cx="654300" cy="434700"/>
          </a:xfrm>
          <a:prstGeom prst="rect">
            <a:avLst/>
          </a:prstGeom>
        </p:spPr>
        <p:txBody>
          <a:bodyPr spcFirstLastPara="1" wrap="square" lIns="0" tIns="0" rIns="0" bIns="0" anchor="t" anchorCtr="0">
            <a:normAutofit/>
          </a:bodyPr>
          <a:lstStyle>
            <a:lvl1pPr lvl="0" algn="ctr" rtl="0">
              <a:lnSpc>
                <a:spcPct val="100000"/>
              </a:lnSpc>
              <a:spcBef>
                <a:spcPts val="0"/>
              </a:spcBef>
              <a:spcAft>
                <a:spcPts val="0"/>
              </a:spcAft>
              <a:buClr>
                <a:schemeClr val="accent5"/>
              </a:buClr>
              <a:buSzPts val="900"/>
              <a:buFont typeface="IBM Plex Sans Medium"/>
              <a:buNone/>
              <a:defRPr sz="900">
                <a:solidFill>
                  <a:schemeClr val="accent5"/>
                </a:solidFill>
                <a:latin typeface="IBM Plex Sans Medium"/>
                <a:ea typeface="IBM Plex Sans Medium"/>
                <a:cs typeface="IBM Plex Sans Medium"/>
                <a:sym typeface="IBM Plex Sans Medium"/>
              </a:defRPr>
            </a:lvl1pPr>
            <a:lvl2pPr lvl="1" algn="ctr" rtl="0">
              <a:lnSpc>
                <a:spcPct val="100000"/>
              </a:lnSpc>
              <a:spcBef>
                <a:spcPts val="0"/>
              </a:spcBef>
              <a:spcAft>
                <a:spcPts val="0"/>
              </a:spcAft>
              <a:buClr>
                <a:schemeClr val="accent5"/>
              </a:buClr>
              <a:buSzPts val="900"/>
              <a:buFont typeface="IBM Plex Sans Medium"/>
              <a:buNone/>
              <a:defRPr sz="900">
                <a:solidFill>
                  <a:schemeClr val="accent5"/>
                </a:solidFill>
                <a:latin typeface="IBM Plex Sans Medium"/>
                <a:ea typeface="IBM Plex Sans Medium"/>
                <a:cs typeface="IBM Plex Sans Medium"/>
                <a:sym typeface="IBM Plex Sans Medium"/>
              </a:defRPr>
            </a:lvl2pPr>
            <a:lvl3pPr lvl="2" algn="ctr" rtl="0">
              <a:lnSpc>
                <a:spcPct val="100000"/>
              </a:lnSpc>
              <a:spcBef>
                <a:spcPts val="0"/>
              </a:spcBef>
              <a:spcAft>
                <a:spcPts val="0"/>
              </a:spcAft>
              <a:buClr>
                <a:schemeClr val="accent5"/>
              </a:buClr>
              <a:buSzPts val="900"/>
              <a:buFont typeface="IBM Plex Sans Medium"/>
              <a:buNone/>
              <a:defRPr sz="900">
                <a:solidFill>
                  <a:schemeClr val="accent5"/>
                </a:solidFill>
                <a:latin typeface="IBM Plex Sans Medium"/>
                <a:ea typeface="IBM Plex Sans Medium"/>
                <a:cs typeface="IBM Plex Sans Medium"/>
                <a:sym typeface="IBM Plex Sans Medium"/>
              </a:defRPr>
            </a:lvl3pPr>
            <a:lvl4pPr lvl="3" algn="ctr" rtl="0">
              <a:lnSpc>
                <a:spcPct val="100000"/>
              </a:lnSpc>
              <a:spcBef>
                <a:spcPts val="0"/>
              </a:spcBef>
              <a:spcAft>
                <a:spcPts val="0"/>
              </a:spcAft>
              <a:buClr>
                <a:schemeClr val="accent5"/>
              </a:buClr>
              <a:buSzPts val="900"/>
              <a:buFont typeface="IBM Plex Sans Medium"/>
              <a:buNone/>
              <a:defRPr sz="900">
                <a:solidFill>
                  <a:schemeClr val="accent5"/>
                </a:solidFill>
                <a:latin typeface="IBM Plex Sans Medium"/>
                <a:ea typeface="IBM Plex Sans Medium"/>
                <a:cs typeface="IBM Plex Sans Medium"/>
                <a:sym typeface="IBM Plex Sans Medium"/>
              </a:defRPr>
            </a:lvl4pPr>
            <a:lvl5pPr lvl="4" algn="ctr" rtl="0">
              <a:lnSpc>
                <a:spcPct val="100000"/>
              </a:lnSpc>
              <a:spcBef>
                <a:spcPts val="0"/>
              </a:spcBef>
              <a:spcAft>
                <a:spcPts val="0"/>
              </a:spcAft>
              <a:buClr>
                <a:schemeClr val="accent5"/>
              </a:buClr>
              <a:buSzPts val="900"/>
              <a:buFont typeface="IBM Plex Sans Medium"/>
              <a:buNone/>
              <a:defRPr sz="900">
                <a:solidFill>
                  <a:schemeClr val="accent5"/>
                </a:solidFill>
                <a:latin typeface="IBM Plex Sans Medium"/>
                <a:ea typeface="IBM Plex Sans Medium"/>
                <a:cs typeface="IBM Plex Sans Medium"/>
                <a:sym typeface="IBM Plex Sans Medium"/>
              </a:defRPr>
            </a:lvl5pPr>
            <a:lvl6pPr lvl="5" algn="ctr" rtl="0">
              <a:lnSpc>
                <a:spcPct val="100000"/>
              </a:lnSpc>
              <a:spcBef>
                <a:spcPts val="0"/>
              </a:spcBef>
              <a:spcAft>
                <a:spcPts val="0"/>
              </a:spcAft>
              <a:buClr>
                <a:schemeClr val="accent5"/>
              </a:buClr>
              <a:buSzPts val="900"/>
              <a:buFont typeface="IBM Plex Sans Medium"/>
              <a:buNone/>
              <a:defRPr sz="900">
                <a:solidFill>
                  <a:schemeClr val="accent5"/>
                </a:solidFill>
                <a:latin typeface="IBM Plex Sans Medium"/>
                <a:ea typeface="IBM Plex Sans Medium"/>
                <a:cs typeface="IBM Plex Sans Medium"/>
                <a:sym typeface="IBM Plex Sans Medium"/>
              </a:defRPr>
            </a:lvl6pPr>
            <a:lvl7pPr lvl="6" algn="ctr" rtl="0">
              <a:lnSpc>
                <a:spcPct val="100000"/>
              </a:lnSpc>
              <a:spcBef>
                <a:spcPts val="0"/>
              </a:spcBef>
              <a:spcAft>
                <a:spcPts val="0"/>
              </a:spcAft>
              <a:buClr>
                <a:schemeClr val="accent5"/>
              </a:buClr>
              <a:buSzPts val="900"/>
              <a:buFont typeface="IBM Plex Sans Medium"/>
              <a:buNone/>
              <a:defRPr sz="900">
                <a:solidFill>
                  <a:schemeClr val="accent5"/>
                </a:solidFill>
                <a:latin typeface="IBM Plex Sans Medium"/>
                <a:ea typeface="IBM Plex Sans Medium"/>
                <a:cs typeface="IBM Plex Sans Medium"/>
                <a:sym typeface="IBM Plex Sans Medium"/>
              </a:defRPr>
            </a:lvl7pPr>
            <a:lvl8pPr lvl="7" algn="ctr" rtl="0">
              <a:lnSpc>
                <a:spcPct val="100000"/>
              </a:lnSpc>
              <a:spcBef>
                <a:spcPts val="0"/>
              </a:spcBef>
              <a:spcAft>
                <a:spcPts val="0"/>
              </a:spcAft>
              <a:buClr>
                <a:schemeClr val="accent5"/>
              </a:buClr>
              <a:buSzPts val="900"/>
              <a:buFont typeface="IBM Plex Sans Medium"/>
              <a:buNone/>
              <a:defRPr sz="900">
                <a:solidFill>
                  <a:schemeClr val="accent5"/>
                </a:solidFill>
                <a:latin typeface="IBM Plex Sans Medium"/>
                <a:ea typeface="IBM Plex Sans Medium"/>
                <a:cs typeface="IBM Plex Sans Medium"/>
                <a:sym typeface="IBM Plex Sans Medium"/>
              </a:defRPr>
            </a:lvl8pPr>
            <a:lvl9pPr lvl="8" algn="ctr" rtl="0">
              <a:lnSpc>
                <a:spcPct val="100000"/>
              </a:lnSpc>
              <a:spcBef>
                <a:spcPts val="0"/>
              </a:spcBef>
              <a:spcAft>
                <a:spcPts val="0"/>
              </a:spcAft>
              <a:buClr>
                <a:schemeClr val="accent5"/>
              </a:buClr>
              <a:buSzPts val="900"/>
              <a:buFont typeface="IBM Plex Sans Medium"/>
              <a:buNone/>
              <a:defRPr sz="900">
                <a:solidFill>
                  <a:schemeClr val="accent5"/>
                </a:solidFill>
                <a:latin typeface="IBM Plex Sans Medium"/>
                <a:ea typeface="IBM Plex Sans Medium"/>
                <a:cs typeface="IBM Plex Sans Medium"/>
                <a:sym typeface="IBM Plex Sans Medium"/>
              </a:defRPr>
            </a:lvl9pPr>
          </a:lstStyle>
          <a:p>
            <a:endParaRPr/>
          </a:p>
        </p:txBody>
      </p:sp>
      <p:sp>
        <p:nvSpPr>
          <p:cNvPr id="1609" name="Google Shape;1609;p120"/>
          <p:cNvSpPr txBox="1">
            <a:spLocks noGrp="1"/>
          </p:cNvSpPr>
          <p:nvPr>
            <p:ph type="subTitle" idx="3"/>
          </p:nvPr>
        </p:nvSpPr>
        <p:spPr>
          <a:xfrm>
            <a:off x="1667193" y="4418975"/>
            <a:ext cx="654300" cy="434700"/>
          </a:xfrm>
          <a:prstGeom prst="rect">
            <a:avLst/>
          </a:prstGeom>
        </p:spPr>
        <p:txBody>
          <a:bodyPr spcFirstLastPara="1" wrap="square" lIns="0" tIns="0" rIns="0" bIns="0" anchor="t" anchorCtr="0">
            <a:normAutofit/>
          </a:bodyPr>
          <a:lstStyle>
            <a:lvl1pPr lvl="0" algn="ctr" rtl="0">
              <a:lnSpc>
                <a:spcPct val="100000"/>
              </a:lnSpc>
              <a:spcBef>
                <a:spcPts val="0"/>
              </a:spcBef>
              <a:spcAft>
                <a:spcPts val="0"/>
              </a:spcAft>
              <a:buClr>
                <a:schemeClr val="accent5"/>
              </a:buClr>
              <a:buSzPts val="900"/>
              <a:buFont typeface="IBM Plex Sans Medium"/>
              <a:buNone/>
              <a:defRPr sz="900">
                <a:solidFill>
                  <a:schemeClr val="accent5"/>
                </a:solidFill>
                <a:latin typeface="IBM Plex Sans Medium"/>
                <a:ea typeface="IBM Plex Sans Medium"/>
                <a:cs typeface="IBM Plex Sans Medium"/>
                <a:sym typeface="IBM Plex Sans Medium"/>
              </a:defRPr>
            </a:lvl1pPr>
            <a:lvl2pPr lvl="1" algn="ctr" rtl="0">
              <a:lnSpc>
                <a:spcPct val="100000"/>
              </a:lnSpc>
              <a:spcBef>
                <a:spcPts val="0"/>
              </a:spcBef>
              <a:spcAft>
                <a:spcPts val="0"/>
              </a:spcAft>
              <a:buClr>
                <a:schemeClr val="accent5"/>
              </a:buClr>
              <a:buSzPts val="900"/>
              <a:buFont typeface="IBM Plex Sans Medium"/>
              <a:buNone/>
              <a:defRPr sz="900">
                <a:solidFill>
                  <a:schemeClr val="accent5"/>
                </a:solidFill>
                <a:latin typeface="IBM Plex Sans Medium"/>
                <a:ea typeface="IBM Plex Sans Medium"/>
                <a:cs typeface="IBM Plex Sans Medium"/>
                <a:sym typeface="IBM Plex Sans Medium"/>
              </a:defRPr>
            </a:lvl2pPr>
            <a:lvl3pPr lvl="2" algn="ctr" rtl="0">
              <a:lnSpc>
                <a:spcPct val="100000"/>
              </a:lnSpc>
              <a:spcBef>
                <a:spcPts val="0"/>
              </a:spcBef>
              <a:spcAft>
                <a:spcPts val="0"/>
              </a:spcAft>
              <a:buClr>
                <a:schemeClr val="accent5"/>
              </a:buClr>
              <a:buSzPts val="900"/>
              <a:buFont typeface="IBM Plex Sans Medium"/>
              <a:buNone/>
              <a:defRPr sz="900">
                <a:solidFill>
                  <a:schemeClr val="accent5"/>
                </a:solidFill>
                <a:latin typeface="IBM Plex Sans Medium"/>
                <a:ea typeface="IBM Plex Sans Medium"/>
                <a:cs typeface="IBM Plex Sans Medium"/>
                <a:sym typeface="IBM Plex Sans Medium"/>
              </a:defRPr>
            </a:lvl3pPr>
            <a:lvl4pPr lvl="3" algn="ctr" rtl="0">
              <a:lnSpc>
                <a:spcPct val="100000"/>
              </a:lnSpc>
              <a:spcBef>
                <a:spcPts val="0"/>
              </a:spcBef>
              <a:spcAft>
                <a:spcPts val="0"/>
              </a:spcAft>
              <a:buClr>
                <a:schemeClr val="accent5"/>
              </a:buClr>
              <a:buSzPts val="900"/>
              <a:buFont typeface="IBM Plex Sans Medium"/>
              <a:buNone/>
              <a:defRPr sz="900">
                <a:solidFill>
                  <a:schemeClr val="accent5"/>
                </a:solidFill>
                <a:latin typeface="IBM Plex Sans Medium"/>
                <a:ea typeface="IBM Plex Sans Medium"/>
                <a:cs typeface="IBM Plex Sans Medium"/>
                <a:sym typeface="IBM Plex Sans Medium"/>
              </a:defRPr>
            </a:lvl4pPr>
            <a:lvl5pPr lvl="4" algn="ctr" rtl="0">
              <a:lnSpc>
                <a:spcPct val="100000"/>
              </a:lnSpc>
              <a:spcBef>
                <a:spcPts val="0"/>
              </a:spcBef>
              <a:spcAft>
                <a:spcPts val="0"/>
              </a:spcAft>
              <a:buClr>
                <a:schemeClr val="accent5"/>
              </a:buClr>
              <a:buSzPts val="900"/>
              <a:buFont typeface="IBM Plex Sans Medium"/>
              <a:buNone/>
              <a:defRPr sz="900">
                <a:solidFill>
                  <a:schemeClr val="accent5"/>
                </a:solidFill>
                <a:latin typeface="IBM Plex Sans Medium"/>
                <a:ea typeface="IBM Plex Sans Medium"/>
                <a:cs typeface="IBM Plex Sans Medium"/>
                <a:sym typeface="IBM Plex Sans Medium"/>
              </a:defRPr>
            </a:lvl5pPr>
            <a:lvl6pPr lvl="5" algn="ctr" rtl="0">
              <a:lnSpc>
                <a:spcPct val="100000"/>
              </a:lnSpc>
              <a:spcBef>
                <a:spcPts val="0"/>
              </a:spcBef>
              <a:spcAft>
                <a:spcPts val="0"/>
              </a:spcAft>
              <a:buClr>
                <a:schemeClr val="accent5"/>
              </a:buClr>
              <a:buSzPts val="900"/>
              <a:buFont typeface="IBM Plex Sans Medium"/>
              <a:buNone/>
              <a:defRPr sz="900">
                <a:solidFill>
                  <a:schemeClr val="accent5"/>
                </a:solidFill>
                <a:latin typeface="IBM Plex Sans Medium"/>
                <a:ea typeface="IBM Plex Sans Medium"/>
                <a:cs typeface="IBM Plex Sans Medium"/>
                <a:sym typeface="IBM Plex Sans Medium"/>
              </a:defRPr>
            </a:lvl6pPr>
            <a:lvl7pPr lvl="6" algn="ctr" rtl="0">
              <a:lnSpc>
                <a:spcPct val="100000"/>
              </a:lnSpc>
              <a:spcBef>
                <a:spcPts val="0"/>
              </a:spcBef>
              <a:spcAft>
                <a:spcPts val="0"/>
              </a:spcAft>
              <a:buClr>
                <a:schemeClr val="accent5"/>
              </a:buClr>
              <a:buSzPts val="900"/>
              <a:buFont typeface="IBM Plex Sans Medium"/>
              <a:buNone/>
              <a:defRPr sz="900">
                <a:solidFill>
                  <a:schemeClr val="accent5"/>
                </a:solidFill>
                <a:latin typeface="IBM Plex Sans Medium"/>
                <a:ea typeface="IBM Plex Sans Medium"/>
                <a:cs typeface="IBM Plex Sans Medium"/>
                <a:sym typeface="IBM Plex Sans Medium"/>
              </a:defRPr>
            </a:lvl7pPr>
            <a:lvl8pPr lvl="7" algn="ctr" rtl="0">
              <a:lnSpc>
                <a:spcPct val="100000"/>
              </a:lnSpc>
              <a:spcBef>
                <a:spcPts val="0"/>
              </a:spcBef>
              <a:spcAft>
                <a:spcPts val="0"/>
              </a:spcAft>
              <a:buClr>
                <a:schemeClr val="accent5"/>
              </a:buClr>
              <a:buSzPts val="900"/>
              <a:buFont typeface="IBM Plex Sans Medium"/>
              <a:buNone/>
              <a:defRPr sz="900">
                <a:solidFill>
                  <a:schemeClr val="accent5"/>
                </a:solidFill>
                <a:latin typeface="IBM Plex Sans Medium"/>
                <a:ea typeface="IBM Plex Sans Medium"/>
                <a:cs typeface="IBM Plex Sans Medium"/>
                <a:sym typeface="IBM Plex Sans Medium"/>
              </a:defRPr>
            </a:lvl8pPr>
            <a:lvl9pPr lvl="8" algn="ctr" rtl="0">
              <a:lnSpc>
                <a:spcPct val="100000"/>
              </a:lnSpc>
              <a:spcBef>
                <a:spcPts val="0"/>
              </a:spcBef>
              <a:spcAft>
                <a:spcPts val="0"/>
              </a:spcAft>
              <a:buClr>
                <a:schemeClr val="accent5"/>
              </a:buClr>
              <a:buSzPts val="900"/>
              <a:buFont typeface="IBM Plex Sans Medium"/>
              <a:buNone/>
              <a:defRPr sz="900">
                <a:solidFill>
                  <a:schemeClr val="accent5"/>
                </a:solidFill>
                <a:latin typeface="IBM Plex Sans Medium"/>
                <a:ea typeface="IBM Plex Sans Medium"/>
                <a:cs typeface="IBM Plex Sans Medium"/>
                <a:sym typeface="IBM Plex Sans Medium"/>
              </a:defRPr>
            </a:lvl9pPr>
          </a:lstStyle>
          <a:p>
            <a:endParaRPr/>
          </a:p>
        </p:txBody>
      </p:sp>
      <p:sp>
        <p:nvSpPr>
          <p:cNvPr id="1610" name="Google Shape;1610;p120"/>
          <p:cNvSpPr txBox="1">
            <a:spLocks noGrp="1"/>
          </p:cNvSpPr>
          <p:nvPr>
            <p:ph type="subTitle" idx="4"/>
          </p:nvPr>
        </p:nvSpPr>
        <p:spPr>
          <a:xfrm>
            <a:off x="4230468" y="4418975"/>
            <a:ext cx="654300" cy="434700"/>
          </a:xfrm>
          <a:prstGeom prst="rect">
            <a:avLst/>
          </a:prstGeom>
        </p:spPr>
        <p:txBody>
          <a:bodyPr spcFirstLastPara="1" wrap="square" lIns="0" tIns="0" rIns="0" bIns="0" anchor="t" anchorCtr="0">
            <a:normAutofit/>
          </a:bodyPr>
          <a:lstStyle>
            <a:lvl1pPr lvl="0" algn="ctr" rtl="0">
              <a:lnSpc>
                <a:spcPct val="100000"/>
              </a:lnSpc>
              <a:spcBef>
                <a:spcPts val="0"/>
              </a:spcBef>
              <a:spcAft>
                <a:spcPts val="0"/>
              </a:spcAft>
              <a:buClr>
                <a:schemeClr val="accent5"/>
              </a:buClr>
              <a:buSzPts val="900"/>
              <a:buFont typeface="IBM Plex Sans Medium"/>
              <a:buNone/>
              <a:defRPr sz="900">
                <a:solidFill>
                  <a:schemeClr val="accent5"/>
                </a:solidFill>
                <a:latin typeface="IBM Plex Sans Medium"/>
                <a:ea typeface="IBM Plex Sans Medium"/>
                <a:cs typeface="IBM Plex Sans Medium"/>
                <a:sym typeface="IBM Plex Sans Medium"/>
              </a:defRPr>
            </a:lvl1pPr>
            <a:lvl2pPr lvl="1" algn="ctr" rtl="0">
              <a:lnSpc>
                <a:spcPct val="100000"/>
              </a:lnSpc>
              <a:spcBef>
                <a:spcPts val="0"/>
              </a:spcBef>
              <a:spcAft>
                <a:spcPts val="0"/>
              </a:spcAft>
              <a:buClr>
                <a:schemeClr val="accent5"/>
              </a:buClr>
              <a:buSzPts val="900"/>
              <a:buFont typeface="IBM Plex Sans Medium"/>
              <a:buNone/>
              <a:defRPr sz="900">
                <a:solidFill>
                  <a:schemeClr val="accent5"/>
                </a:solidFill>
                <a:latin typeface="IBM Plex Sans Medium"/>
                <a:ea typeface="IBM Plex Sans Medium"/>
                <a:cs typeface="IBM Plex Sans Medium"/>
                <a:sym typeface="IBM Plex Sans Medium"/>
              </a:defRPr>
            </a:lvl2pPr>
            <a:lvl3pPr lvl="2" algn="ctr" rtl="0">
              <a:lnSpc>
                <a:spcPct val="100000"/>
              </a:lnSpc>
              <a:spcBef>
                <a:spcPts val="0"/>
              </a:spcBef>
              <a:spcAft>
                <a:spcPts val="0"/>
              </a:spcAft>
              <a:buClr>
                <a:schemeClr val="accent5"/>
              </a:buClr>
              <a:buSzPts val="900"/>
              <a:buFont typeface="IBM Plex Sans Medium"/>
              <a:buNone/>
              <a:defRPr sz="900">
                <a:solidFill>
                  <a:schemeClr val="accent5"/>
                </a:solidFill>
                <a:latin typeface="IBM Plex Sans Medium"/>
                <a:ea typeface="IBM Plex Sans Medium"/>
                <a:cs typeface="IBM Plex Sans Medium"/>
                <a:sym typeface="IBM Plex Sans Medium"/>
              </a:defRPr>
            </a:lvl3pPr>
            <a:lvl4pPr lvl="3" algn="ctr" rtl="0">
              <a:lnSpc>
                <a:spcPct val="100000"/>
              </a:lnSpc>
              <a:spcBef>
                <a:spcPts val="0"/>
              </a:spcBef>
              <a:spcAft>
                <a:spcPts val="0"/>
              </a:spcAft>
              <a:buClr>
                <a:schemeClr val="accent5"/>
              </a:buClr>
              <a:buSzPts val="900"/>
              <a:buFont typeface="IBM Plex Sans Medium"/>
              <a:buNone/>
              <a:defRPr sz="900">
                <a:solidFill>
                  <a:schemeClr val="accent5"/>
                </a:solidFill>
                <a:latin typeface="IBM Plex Sans Medium"/>
                <a:ea typeface="IBM Plex Sans Medium"/>
                <a:cs typeface="IBM Plex Sans Medium"/>
                <a:sym typeface="IBM Plex Sans Medium"/>
              </a:defRPr>
            </a:lvl4pPr>
            <a:lvl5pPr lvl="4" algn="ctr" rtl="0">
              <a:lnSpc>
                <a:spcPct val="100000"/>
              </a:lnSpc>
              <a:spcBef>
                <a:spcPts val="0"/>
              </a:spcBef>
              <a:spcAft>
                <a:spcPts val="0"/>
              </a:spcAft>
              <a:buClr>
                <a:schemeClr val="accent5"/>
              </a:buClr>
              <a:buSzPts val="900"/>
              <a:buFont typeface="IBM Plex Sans Medium"/>
              <a:buNone/>
              <a:defRPr sz="900">
                <a:solidFill>
                  <a:schemeClr val="accent5"/>
                </a:solidFill>
                <a:latin typeface="IBM Plex Sans Medium"/>
                <a:ea typeface="IBM Plex Sans Medium"/>
                <a:cs typeface="IBM Plex Sans Medium"/>
                <a:sym typeface="IBM Plex Sans Medium"/>
              </a:defRPr>
            </a:lvl5pPr>
            <a:lvl6pPr lvl="5" algn="ctr" rtl="0">
              <a:lnSpc>
                <a:spcPct val="100000"/>
              </a:lnSpc>
              <a:spcBef>
                <a:spcPts val="0"/>
              </a:spcBef>
              <a:spcAft>
                <a:spcPts val="0"/>
              </a:spcAft>
              <a:buClr>
                <a:schemeClr val="accent5"/>
              </a:buClr>
              <a:buSzPts val="900"/>
              <a:buFont typeface="IBM Plex Sans Medium"/>
              <a:buNone/>
              <a:defRPr sz="900">
                <a:solidFill>
                  <a:schemeClr val="accent5"/>
                </a:solidFill>
                <a:latin typeface="IBM Plex Sans Medium"/>
                <a:ea typeface="IBM Plex Sans Medium"/>
                <a:cs typeface="IBM Plex Sans Medium"/>
                <a:sym typeface="IBM Plex Sans Medium"/>
              </a:defRPr>
            </a:lvl6pPr>
            <a:lvl7pPr lvl="6" algn="ctr" rtl="0">
              <a:lnSpc>
                <a:spcPct val="100000"/>
              </a:lnSpc>
              <a:spcBef>
                <a:spcPts val="0"/>
              </a:spcBef>
              <a:spcAft>
                <a:spcPts val="0"/>
              </a:spcAft>
              <a:buClr>
                <a:schemeClr val="accent5"/>
              </a:buClr>
              <a:buSzPts val="900"/>
              <a:buFont typeface="IBM Plex Sans Medium"/>
              <a:buNone/>
              <a:defRPr sz="900">
                <a:solidFill>
                  <a:schemeClr val="accent5"/>
                </a:solidFill>
                <a:latin typeface="IBM Plex Sans Medium"/>
                <a:ea typeface="IBM Plex Sans Medium"/>
                <a:cs typeface="IBM Plex Sans Medium"/>
                <a:sym typeface="IBM Plex Sans Medium"/>
              </a:defRPr>
            </a:lvl7pPr>
            <a:lvl8pPr lvl="7" algn="ctr" rtl="0">
              <a:lnSpc>
                <a:spcPct val="100000"/>
              </a:lnSpc>
              <a:spcBef>
                <a:spcPts val="0"/>
              </a:spcBef>
              <a:spcAft>
                <a:spcPts val="0"/>
              </a:spcAft>
              <a:buClr>
                <a:schemeClr val="accent5"/>
              </a:buClr>
              <a:buSzPts val="900"/>
              <a:buFont typeface="IBM Plex Sans Medium"/>
              <a:buNone/>
              <a:defRPr sz="900">
                <a:solidFill>
                  <a:schemeClr val="accent5"/>
                </a:solidFill>
                <a:latin typeface="IBM Plex Sans Medium"/>
                <a:ea typeface="IBM Plex Sans Medium"/>
                <a:cs typeface="IBM Plex Sans Medium"/>
                <a:sym typeface="IBM Plex Sans Medium"/>
              </a:defRPr>
            </a:lvl8pPr>
            <a:lvl9pPr lvl="8" algn="ctr" rtl="0">
              <a:lnSpc>
                <a:spcPct val="100000"/>
              </a:lnSpc>
              <a:spcBef>
                <a:spcPts val="0"/>
              </a:spcBef>
              <a:spcAft>
                <a:spcPts val="0"/>
              </a:spcAft>
              <a:buClr>
                <a:schemeClr val="accent5"/>
              </a:buClr>
              <a:buSzPts val="900"/>
              <a:buFont typeface="IBM Plex Sans Medium"/>
              <a:buNone/>
              <a:defRPr sz="900">
                <a:solidFill>
                  <a:schemeClr val="accent5"/>
                </a:solidFill>
                <a:latin typeface="IBM Plex Sans Medium"/>
                <a:ea typeface="IBM Plex Sans Medium"/>
                <a:cs typeface="IBM Plex Sans Medium"/>
                <a:sym typeface="IBM Plex Sans Medium"/>
              </a:defRPr>
            </a:lvl9pPr>
          </a:lstStyle>
          <a:p>
            <a:endParaRPr/>
          </a:p>
        </p:txBody>
      </p:sp>
      <p:sp>
        <p:nvSpPr>
          <p:cNvPr id="1611" name="Google Shape;1611;p120"/>
          <p:cNvSpPr txBox="1">
            <a:spLocks noGrp="1"/>
          </p:cNvSpPr>
          <p:nvPr>
            <p:ph type="subTitle" idx="5"/>
          </p:nvPr>
        </p:nvSpPr>
        <p:spPr>
          <a:xfrm>
            <a:off x="5078843" y="4418975"/>
            <a:ext cx="654300" cy="434700"/>
          </a:xfrm>
          <a:prstGeom prst="rect">
            <a:avLst/>
          </a:prstGeom>
        </p:spPr>
        <p:txBody>
          <a:bodyPr spcFirstLastPara="1" wrap="square" lIns="0" tIns="0" rIns="0" bIns="0" anchor="t" anchorCtr="0">
            <a:normAutofit/>
          </a:bodyPr>
          <a:lstStyle>
            <a:lvl1pPr lvl="0" algn="ctr" rtl="0">
              <a:lnSpc>
                <a:spcPct val="100000"/>
              </a:lnSpc>
              <a:spcBef>
                <a:spcPts val="0"/>
              </a:spcBef>
              <a:spcAft>
                <a:spcPts val="0"/>
              </a:spcAft>
              <a:buClr>
                <a:schemeClr val="accent5"/>
              </a:buClr>
              <a:buSzPts val="900"/>
              <a:buFont typeface="IBM Plex Sans Medium"/>
              <a:buNone/>
              <a:defRPr sz="900">
                <a:solidFill>
                  <a:schemeClr val="accent5"/>
                </a:solidFill>
                <a:latin typeface="IBM Plex Sans Medium"/>
                <a:ea typeface="IBM Plex Sans Medium"/>
                <a:cs typeface="IBM Plex Sans Medium"/>
                <a:sym typeface="IBM Plex Sans Medium"/>
              </a:defRPr>
            </a:lvl1pPr>
            <a:lvl2pPr lvl="1" algn="ctr" rtl="0">
              <a:lnSpc>
                <a:spcPct val="100000"/>
              </a:lnSpc>
              <a:spcBef>
                <a:spcPts val="0"/>
              </a:spcBef>
              <a:spcAft>
                <a:spcPts val="0"/>
              </a:spcAft>
              <a:buClr>
                <a:schemeClr val="accent5"/>
              </a:buClr>
              <a:buSzPts val="900"/>
              <a:buFont typeface="IBM Plex Sans Medium"/>
              <a:buNone/>
              <a:defRPr sz="900">
                <a:solidFill>
                  <a:schemeClr val="accent5"/>
                </a:solidFill>
                <a:latin typeface="IBM Plex Sans Medium"/>
                <a:ea typeface="IBM Plex Sans Medium"/>
                <a:cs typeface="IBM Plex Sans Medium"/>
                <a:sym typeface="IBM Plex Sans Medium"/>
              </a:defRPr>
            </a:lvl2pPr>
            <a:lvl3pPr lvl="2" algn="ctr" rtl="0">
              <a:lnSpc>
                <a:spcPct val="100000"/>
              </a:lnSpc>
              <a:spcBef>
                <a:spcPts val="0"/>
              </a:spcBef>
              <a:spcAft>
                <a:spcPts val="0"/>
              </a:spcAft>
              <a:buClr>
                <a:schemeClr val="accent5"/>
              </a:buClr>
              <a:buSzPts val="900"/>
              <a:buFont typeface="IBM Plex Sans Medium"/>
              <a:buNone/>
              <a:defRPr sz="900">
                <a:solidFill>
                  <a:schemeClr val="accent5"/>
                </a:solidFill>
                <a:latin typeface="IBM Plex Sans Medium"/>
                <a:ea typeface="IBM Plex Sans Medium"/>
                <a:cs typeface="IBM Plex Sans Medium"/>
                <a:sym typeface="IBM Plex Sans Medium"/>
              </a:defRPr>
            </a:lvl3pPr>
            <a:lvl4pPr lvl="3" algn="ctr" rtl="0">
              <a:lnSpc>
                <a:spcPct val="100000"/>
              </a:lnSpc>
              <a:spcBef>
                <a:spcPts val="0"/>
              </a:spcBef>
              <a:spcAft>
                <a:spcPts val="0"/>
              </a:spcAft>
              <a:buClr>
                <a:schemeClr val="accent5"/>
              </a:buClr>
              <a:buSzPts val="900"/>
              <a:buFont typeface="IBM Plex Sans Medium"/>
              <a:buNone/>
              <a:defRPr sz="900">
                <a:solidFill>
                  <a:schemeClr val="accent5"/>
                </a:solidFill>
                <a:latin typeface="IBM Plex Sans Medium"/>
                <a:ea typeface="IBM Plex Sans Medium"/>
                <a:cs typeface="IBM Plex Sans Medium"/>
                <a:sym typeface="IBM Plex Sans Medium"/>
              </a:defRPr>
            </a:lvl4pPr>
            <a:lvl5pPr lvl="4" algn="ctr" rtl="0">
              <a:lnSpc>
                <a:spcPct val="100000"/>
              </a:lnSpc>
              <a:spcBef>
                <a:spcPts val="0"/>
              </a:spcBef>
              <a:spcAft>
                <a:spcPts val="0"/>
              </a:spcAft>
              <a:buClr>
                <a:schemeClr val="accent5"/>
              </a:buClr>
              <a:buSzPts val="900"/>
              <a:buFont typeface="IBM Plex Sans Medium"/>
              <a:buNone/>
              <a:defRPr sz="900">
                <a:solidFill>
                  <a:schemeClr val="accent5"/>
                </a:solidFill>
                <a:latin typeface="IBM Plex Sans Medium"/>
                <a:ea typeface="IBM Plex Sans Medium"/>
                <a:cs typeface="IBM Plex Sans Medium"/>
                <a:sym typeface="IBM Plex Sans Medium"/>
              </a:defRPr>
            </a:lvl5pPr>
            <a:lvl6pPr lvl="5" algn="ctr" rtl="0">
              <a:lnSpc>
                <a:spcPct val="100000"/>
              </a:lnSpc>
              <a:spcBef>
                <a:spcPts val="0"/>
              </a:spcBef>
              <a:spcAft>
                <a:spcPts val="0"/>
              </a:spcAft>
              <a:buClr>
                <a:schemeClr val="accent5"/>
              </a:buClr>
              <a:buSzPts val="900"/>
              <a:buFont typeface="IBM Plex Sans Medium"/>
              <a:buNone/>
              <a:defRPr sz="900">
                <a:solidFill>
                  <a:schemeClr val="accent5"/>
                </a:solidFill>
                <a:latin typeface="IBM Plex Sans Medium"/>
                <a:ea typeface="IBM Plex Sans Medium"/>
                <a:cs typeface="IBM Plex Sans Medium"/>
                <a:sym typeface="IBM Plex Sans Medium"/>
              </a:defRPr>
            </a:lvl6pPr>
            <a:lvl7pPr lvl="6" algn="ctr" rtl="0">
              <a:lnSpc>
                <a:spcPct val="100000"/>
              </a:lnSpc>
              <a:spcBef>
                <a:spcPts val="0"/>
              </a:spcBef>
              <a:spcAft>
                <a:spcPts val="0"/>
              </a:spcAft>
              <a:buClr>
                <a:schemeClr val="accent5"/>
              </a:buClr>
              <a:buSzPts val="900"/>
              <a:buFont typeface="IBM Plex Sans Medium"/>
              <a:buNone/>
              <a:defRPr sz="900">
                <a:solidFill>
                  <a:schemeClr val="accent5"/>
                </a:solidFill>
                <a:latin typeface="IBM Plex Sans Medium"/>
                <a:ea typeface="IBM Plex Sans Medium"/>
                <a:cs typeface="IBM Plex Sans Medium"/>
                <a:sym typeface="IBM Plex Sans Medium"/>
              </a:defRPr>
            </a:lvl7pPr>
            <a:lvl8pPr lvl="7" algn="ctr" rtl="0">
              <a:lnSpc>
                <a:spcPct val="100000"/>
              </a:lnSpc>
              <a:spcBef>
                <a:spcPts val="0"/>
              </a:spcBef>
              <a:spcAft>
                <a:spcPts val="0"/>
              </a:spcAft>
              <a:buClr>
                <a:schemeClr val="accent5"/>
              </a:buClr>
              <a:buSzPts val="900"/>
              <a:buFont typeface="IBM Plex Sans Medium"/>
              <a:buNone/>
              <a:defRPr sz="900">
                <a:solidFill>
                  <a:schemeClr val="accent5"/>
                </a:solidFill>
                <a:latin typeface="IBM Plex Sans Medium"/>
                <a:ea typeface="IBM Plex Sans Medium"/>
                <a:cs typeface="IBM Plex Sans Medium"/>
                <a:sym typeface="IBM Plex Sans Medium"/>
              </a:defRPr>
            </a:lvl8pPr>
            <a:lvl9pPr lvl="8" algn="ctr" rtl="0">
              <a:lnSpc>
                <a:spcPct val="100000"/>
              </a:lnSpc>
              <a:spcBef>
                <a:spcPts val="0"/>
              </a:spcBef>
              <a:spcAft>
                <a:spcPts val="0"/>
              </a:spcAft>
              <a:buClr>
                <a:schemeClr val="accent5"/>
              </a:buClr>
              <a:buSzPts val="900"/>
              <a:buFont typeface="IBM Plex Sans Medium"/>
              <a:buNone/>
              <a:defRPr sz="900">
                <a:solidFill>
                  <a:schemeClr val="accent5"/>
                </a:solidFill>
                <a:latin typeface="IBM Plex Sans Medium"/>
                <a:ea typeface="IBM Plex Sans Medium"/>
                <a:cs typeface="IBM Plex Sans Medium"/>
                <a:sym typeface="IBM Plex Sans Medium"/>
              </a:defRPr>
            </a:lvl9pPr>
          </a:lstStyle>
          <a:p>
            <a:endParaRPr/>
          </a:p>
        </p:txBody>
      </p:sp>
      <p:sp>
        <p:nvSpPr>
          <p:cNvPr id="1612" name="Google Shape;1612;p120"/>
          <p:cNvSpPr txBox="1">
            <a:spLocks noGrp="1"/>
          </p:cNvSpPr>
          <p:nvPr>
            <p:ph type="subTitle" idx="6"/>
          </p:nvPr>
        </p:nvSpPr>
        <p:spPr>
          <a:xfrm>
            <a:off x="812768" y="4418975"/>
            <a:ext cx="654300" cy="434700"/>
          </a:xfrm>
          <a:prstGeom prst="rect">
            <a:avLst/>
          </a:prstGeom>
        </p:spPr>
        <p:txBody>
          <a:bodyPr spcFirstLastPara="1" wrap="square" lIns="0" tIns="0" rIns="0" bIns="0" anchor="t" anchorCtr="0">
            <a:normAutofit/>
          </a:bodyPr>
          <a:lstStyle>
            <a:lvl1pPr lvl="0" algn="ctr" rtl="0">
              <a:lnSpc>
                <a:spcPct val="100000"/>
              </a:lnSpc>
              <a:spcBef>
                <a:spcPts val="0"/>
              </a:spcBef>
              <a:spcAft>
                <a:spcPts val="0"/>
              </a:spcAft>
              <a:buClr>
                <a:schemeClr val="accent5"/>
              </a:buClr>
              <a:buSzPts val="900"/>
              <a:buFont typeface="IBM Plex Sans Medium"/>
              <a:buNone/>
              <a:defRPr sz="900">
                <a:solidFill>
                  <a:schemeClr val="accent5"/>
                </a:solidFill>
                <a:latin typeface="IBM Plex Sans Medium"/>
                <a:ea typeface="IBM Plex Sans Medium"/>
                <a:cs typeface="IBM Plex Sans Medium"/>
                <a:sym typeface="IBM Plex Sans Medium"/>
              </a:defRPr>
            </a:lvl1pPr>
            <a:lvl2pPr lvl="1" algn="ctr" rtl="0">
              <a:lnSpc>
                <a:spcPct val="100000"/>
              </a:lnSpc>
              <a:spcBef>
                <a:spcPts val="0"/>
              </a:spcBef>
              <a:spcAft>
                <a:spcPts val="0"/>
              </a:spcAft>
              <a:buClr>
                <a:schemeClr val="accent5"/>
              </a:buClr>
              <a:buSzPts val="900"/>
              <a:buFont typeface="IBM Plex Sans Medium"/>
              <a:buNone/>
              <a:defRPr sz="900">
                <a:solidFill>
                  <a:schemeClr val="accent5"/>
                </a:solidFill>
                <a:latin typeface="IBM Plex Sans Medium"/>
                <a:ea typeface="IBM Plex Sans Medium"/>
                <a:cs typeface="IBM Plex Sans Medium"/>
                <a:sym typeface="IBM Plex Sans Medium"/>
              </a:defRPr>
            </a:lvl2pPr>
            <a:lvl3pPr lvl="2" algn="ctr" rtl="0">
              <a:lnSpc>
                <a:spcPct val="100000"/>
              </a:lnSpc>
              <a:spcBef>
                <a:spcPts val="0"/>
              </a:spcBef>
              <a:spcAft>
                <a:spcPts val="0"/>
              </a:spcAft>
              <a:buClr>
                <a:schemeClr val="accent5"/>
              </a:buClr>
              <a:buSzPts val="900"/>
              <a:buFont typeface="IBM Plex Sans Medium"/>
              <a:buNone/>
              <a:defRPr sz="900">
                <a:solidFill>
                  <a:schemeClr val="accent5"/>
                </a:solidFill>
                <a:latin typeface="IBM Plex Sans Medium"/>
                <a:ea typeface="IBM Plex Sans Medium"/>
                <a:cs typeface="IBM Plex Sans Medium"/>
                <a:sym typeface="IBM Plex Sans Medium"/>
              </a:defRPr>
            </a:lvl3pPr>
            <a:lvl4pPr lvl="3" algn="ctr" rtl="0">
              <a:lnSpc>
                <a:spcPct val="100000"/>
              </a:lnSpc>
              <a:spcBef>
                <a:spcPts val="0"/>
              </a:spcBef>
              <a:spcAft>
                <a:spcPts val="0"/>
              </a:spcAft>
              <a:buClr>
                <a:schemeClr val="accent5"/>
              </a:buClr>
              <a:buSzPts val="900"/>
              <a:buFont typeface="IBM Plex Sans Medium"/>
              <a:buNone/>
              <a:defRPr sz="900">
                <a:solidFill>
                  <a:schemeClr val="accent5"/>
                </a:solidFill>
                <a:latin typeface="IBM Plex Sans Medium"/>
                <a:ea typeface="IBM Plex Sans Medium"/>
                <a:cs typeface="IBM Plex Sans Medium"/>
                <a:sym typeface="IBM Plex Sans Medium"/>
              </a:defRPr>
            </a:lvl4pPr>
            <a:lvl5pPr lvl="4" algn="ctr" rtl="0">
              <a:lnSpc>
                <a:spcPct val="100000"/>
              </a:lnSpc>
              <a:spcBef>
                <a:spcPts val="0"/>
              </a:spcBef>
              <a:spcAft>
                <a:spcPts val="0"/>
              </a:spcAft>
              <a:buClr>
                <a:schemeClr val="accent5"/>
              </a:buClr>
              <a:buSzPts val="900"/>
              <a:buFont typeface="IBM Plex Sans Medium"/>
              <a:buNone/>
              <a:defRPr sz="900">
                <a:solidFill>
                  <a:schemeClr val="accent5"/>
                </a:solidFill>
                <a:latin typeface="IBM Plex Sans Medium"/>
                <a:ea typeface="IBM Plex Sans Medium"/>
                <a:cs typeface="IBM Plex Sans Medium"/>
                <a:sym typeface="IBM Plex Sans Medium"/>
              </a:defRPr>
            </a:lvl5pPr>
            <a:lvl6pPr lvl="5" algn="ctr" rtl="0">
              <a:lnSpc>
                <a:spcPct val="100000"/>
              </a:lnSpc>
              <a:spcBef>
                <a:spcPts val="0"/>
              </a:spcBef>
              <a:spcAft>
                <a:spcPts val="0"/>
              </a:spcAft>
              <a:buClr>
                <a:schemeClr val="accent5"/>
              </a:buClr>
              <a:buSzPts val="900"/>
              <a:buFont typeface="IBM Plex Sans Medium"/>
              <a:buNone/>
              <a:defRPr sz="900">
                <a:solidFill>
                  <a:schemeClr val="accent5"/>
                </a:solidFill>
                <a:latin typeface="IBM Plex Sans Medium"/>
                <a:ea typeface="IBM Plex Sans Medium"/>
                <a:cs typeface="IBM Plex Sans Medium"/>
                <a:sym typeface="IBM Plex Sans Medium"/>
              </a:defRPr>
            </a:lvl6pPr>
            <a:lvl7pPr lvl="6" algn="ctr" rtl="0">
              <a:lnSpc>
                <a:spcPct val="100000"/>
              </a:lnSpc>
              <a:spcBef>
                <a:spcPts val="0"/>
              </a:spcBef>
              <a:spcAft>
                <a:spcPts val="0"/>
              </a:spcAft>
              <a:buClr>
                <a:schemeClr val="accent5"/>
              </a:buClr>
              <a:buSzPts val="900"/>
              <a:buFont typeface="IBM Plex Sans Medium"/>
              <a:buNone/>
              <a:defRPr sz="900">
                <a:solidFill>
                  <a:schemeClr val="accent5"/>
                </a:solidFill>
                <a:latin typeface="IBM Plex Sans Medium"/>
                <a:ea typeface="IBM Plex Sans Medium"/>
                <a:cs typeface="IBM Plex Sans Medium"/>
                <a:sym typeface="IBM Plex Sans Medium"/>
              </a:defRPr>
            </a:lvl7pPr>
            <a:lvl8pPr lvl="7" algn="ctr" rtl="0">
              <a:lnSpc>
                <a:spcPct val="100000"/>
              </a:lnSpc>
              <a:spcBef>
                <a:spcPts val="0"/>
              </a:spcBef>
              <a:spcAft>
                <a:spcPts val="0"/>
              </a:spcAft>
              <a:buClr>
                <a:schemeClr val="accent5"/>
              </a:buClr>
              <a:buSzPts val="900"/>
              <a:buFont typeface="IBM Plex Sans Medium"/>
              <a:buNone/>
              <a:defRPr sz="900">
                <a:solidFill>
                  <a:schemeClr val="accent5"/>
                </a:solidFill>
                <a:latin typeface="IBM Plex Sans Medium"/>
                <a:ea typeface="IBM Plex Sans Medium"/>
                <a:cs typeface="IBM Plex Sans Medium"/>
                <a:sym typeface="IBM Plex Sans Medium"/>
              </a:defRPr>
            </a:lvl8pPr>
            <a:lvl9pPr lvl="8" algn="ctr" rtl="0">
              <a:lnSpc>
                <a:spcPct val="100000"/>
              </a:lnSpc>
              <a:spcBef>
                <a:spcPts val="0"/>
              </a:spcBef>
              <a:spcAft>
                <a:spcPts val="0"/>
              </a:spcAft>
              <a:buClr>
                <a:schemeClr val="accent5"/>
              </a:buClr>
              <a:buSzPts val="900"/>
              <a:buFont typeface="IBM Plex Sans Medium"/>
              <a:buNone/>
              <a:defRPr sz="900">
                <a:solidFill>
                  <a:schemeClr val="accent5"/>
                </a:solidFill>
                <a:latin typeface="IBM Plex Sans Medium"/>
                <a:ea typeface="IBM Plex Sans Medium"/>
                <a:cs typeface="IBM Plex Sans Medium"/>
                <a:sym typeface="IBM Plex Sans Medium"/>
              </a:defRPr>
            </a:lvl9pPr>
          </a:lstStyle>
          <a:p>
            <a:endParaRPr/>
          </a:p>
        </p:txBody>
      </p:sp>
      <p:sp>
        <p:nvSpPr>
          <p:cNvPr id="1613" name="Google Shape;1613;p120"/>
          <p:cNvSpPr/>
          <p:nvPr/>
        </p:nvSpPr>
        <p:spPr>
          <a:xfrm rot="-5400000">
            <a:off x="5458550" y="1202200"/>
            <a:ext cx="4038600" cy="3332700"/>
          </a:xfrm>
          <a:prstGeom prst="round2SameRect">
            <a:avLst>
              <a:gd name="adj1" fmla="val 7818"/>
              <a:gd name="adj2" fmla="val 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4" name="Google Shape;1614;p120"/>
          <p:cNvSpPr txBox="1">
            <a:spLocks noGrp="1"/>
          </p:cNvSpPr>
          <p:nvPr>
            <p:ph type="subTitle" idx="7"/>
          </p:nvPr>
        </p:nvSpPr>
        <p:spPr>
          <a:xfrm>
            <a:off x="6054925" y="1028700"/>
            <a:ext cx="2860500" cy="539700"/>
          </a:xfrm>
          <a:prstGeom prst="rect">
            <a:avLst/>
          </a:prstGeom>
        </p:spPr>
        <p:txBody>
          <a:bodyPr spcFirstLastPara="1" wrap="square" lIns="0" tIns="0" rIns="0" bIns="0" anchor="t" anchorCtr="0">
            <a:normAutofit/>
          </a:bodyPr>
          <a:lstStyle>
            <a:lvl1pPr lvl="0" rtl="0">
              <a:lnSpc>
                <a:spcPct val="100000"/>
              </a:lnSpc>
              <a:spcBef>
                <a:spcPts val="0"/>
              </a:spcBef>
              <a:spcAft>
                <a:spcPts val="0"/>
              </a:spcAft>
              <a:buClr>
                <a:schemeClr val="accent4"/>
              </a:buClr>
              <a:buSzPts val="2000"/>
              <a:buFont typeface="IBM Plex Sans Medium"/>
              <a:buNone/>
              <a:defRPr sz="2000">
                <a:solidFill>
                  <a:schemeClr val="accent4"/>
                </a:solidFill>
                <a:latin typeface="IBM Plex Sans Medium"/>
                <a:ea typeface="IBM Plex Sans Medium"/>
                <a:cs typeface="IBM Plex Sans Medium"/>
                <a:sym typeface="IBM Plex Sans Medium"/>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615" name="Google Shape;1615;p120"/>
          <p:cNvSpPr txBox="1">
            <a:spLocks noGrp="1"/>
          </p:cNvSpPr>
          <p:nvPr>
            <p:ph type="body" idx="8"/>
          </p:nvPr>
        </p:nvSpPr>
        <p:spPr>
          <a:xfrm>
            <a:off x="6054925" y="1691278"/>
            <a:ext cx="2860500" cy="3183000"/>
          </a:xfrm>
          <a:prstGeom prst="rect">
            <a:avLst/>
          </a:prstGeom>
        </p:spPr>
        <p:txBody>
          <a:bodyPr spcFirstLastPara="1" wrap="square" lIns="0" tIns="0" rIns="0" bIns="0" anchor="t" anchorCtr="0">
            <a:normAutofit/>
          </a:bodyPr>
          <a:lstStyle>
            <a:lvl1pPr marL="457200" lvl="0" indent="-317500" rtl="0">
              <a:spcBef>
                <a:spcPts val="0"/>
              </a:spcBef>
              <a:spcAft>
                <a:spcPts val="0"/>
              </a:spcAft>
              <a:buSzPts val="1400"/>
              <a:buChar char="■"/>
              <a:defRPr sz="1400"/>
            </a:lvl1pPr>
            <a:lvl2pPr marL="914400" lvl="1" indent="-304800" rtl="0">
              <a:spcBef>
                <a:spcPts val="0"/>
              </a:spcBef>
              <a:spcAft>
                <a:spcPts val="0"/>
              </a:spcAft>
              <a:buSzPts val="1200"/>
              <a:buChar char="■"/>
              <a:defRPr sz="1200"/>
            </a:lvl2pPr>
            <a:lvl3pPr marL="1371600" lvl="2" indent="-304800" rtl="0">
              <a:spcBef>
                <a:spcPts val="0"/>
              </a:spcBef>
              <a:spcAft>
                <a:spcPts val="0"/>
              </a:spcAft>
              <a:buSzPts val="1200"/>
              <a:buChar char="■"/>
              <a:defRPr sz="1200"/>
            </a:lvl3pPr>
            <a:lvl4pPr marL="1828800" lvl="3" indent="-304800" rtl="0">
              <a:spcBef>
                <a:spcPts val="0"/>
              </a:spcBef>
              <a:spcAft>
                <a:spcPts val="0"/>
              </a:spcAft>
              <a:buClr>
                <a:schemeClr val="dk1"/>
              </a:buClr>
              <a:buSzPts val="1200"/>
              <a:buChar char="●"/>
              <a:defRPr sz="1200"/>
            </a:lvl4pPr>
            <a:lvl5pPr marL="2286000" lvl="4" indent="-304800" rtl="0">
              <a:spcBef>
                <a:spcPts val="0"/>
              </a:spcBef>
              <a:spcAft>
                <a:spcPts val="0"/>
              </a:spcAft>
              <a:buSzPts val="1200"/>
              <a:buChar char="○"/>
              <a:defRPr sz="1200"/>
            </a:lvl5pPr>
            <a:lvl6pPr marL="2743200" lvl="5" indent="-304800" rtl="0">
              <a:spcBef>
                <a:spcPts val="0"/>
              </a:spcBef>
              <a:spcAft>
                <a:spcPts val="0"/>
              </a:spcAft>
              <a:buSzPts val="1200"/>
              <a:buChar char="■"/>
              <a:defRPr sz="1200"/>
            </a:lvl6pPr>
            <a:lvl7pPr marL="3200400" lvl="6" indent="-304800" rtl="0">
              <a:spcBef>
                <a:spcPts val="0"/>
              </a:spcBef>
              <a:spcAft>
                <a:spcPts val="0"/>
              </a:spcAft>
              <a:buSzPts val="1200"/>
              <a:buChar char="●"/>
              <a:defRPr sz="1200"/>
            </a:lvl7pPr>
            <a:lvl8pPr marL="3657600" lvl="7" indent="-304800" rtl="0">
              <a:spcBef>
                <a:spcPts val="0"/>
              </a:spcBef>
              <a:spcAft>
                <a:spcPts val="0"/>
              </a:spcAft>
              <a:buSzPts val="1200"/>
              <a:buChar char="○"/>
              <a:defRPr sz="1200"/>
            </a:lvl8pPr>
            <a:lvl9pPr marL="4114800" lvl="8" indent="-304800" rtl="0">
              <a:spcBef>
                <a:spcPts val="0"/>
              </a:spcBef>
              <a:spcAft>
                <a:spcPts val="0"/>
              </a:spcAft>
              <a:buSzPts val="1200"/>
              <a:buChar char="■"/>
              <a:defRPr sz="1200"/>
            </a:lvl9pPr>
          </a:lstStyle>
          <a:p>
            <a:endParaRPr/>
          </a:p>
        </p:txBody>
      </p:sp>
      <p:pic>
        <p:nvPicPr>
          <p:cNvPr id="1616" name="Google Shape;1616;p120"/>
          <p:cNvPicPr preferRelativeResize="0"/>
          <p:nvPr/>
        </p:nvPicPr>
        <p:blipFill>
          <a:blip r:embed="rId2">
            <a:alphaModFix/>
          </a:blip>
          <a:stretch>
            <a:fillRect/>
          </a:stretch>
        </p:blipFill>
        <p:spPr>
          <a:xfrm>
            <a:off x="8544859" y="62003"/>
            <a:ext cx="599140" cy="599141"/>
          </a:xfrm>
          <a:prstGeom prst="rect">
            <a:avLst/>
          </a:prstGeom>
          <a:noFill/>
          <a:ln>
            <a:noFill/>
          </a:ln>
        </p:spPr>
      </p:pic>
    </p:spTree>
  </p:cSld>
  <p:clrMapOvr>
    <a:masterClrMapping/>
  </p:clrMapOvr>
</p:sldLayout>
</file>

<file path=ppt/slideLayouts/slideLayout119.xml><?xml version="1.0" encoding="utf-8"?>
<p:sldLayout xmlns:a="http://schemas.openxmlformats.org/drawingml/2006/main" xmlns:r="http://schemas.openxmlformats.org/officeDocument/2006/relationships" xmlns:p="http://schemas.openxmlformats.org/presentationml/2006/main" matchingName="Blank - Spacecraft">
  <p:cSld name="TITLE_ONLY_2">
    <p:spTree>
      <p:nvGrpSpPr>
        <p:cNvPr id="1" name="Shape 1617"/>
        <p:cNvGrpSpPr/>
        <p:nvPr/>
      </p:nvGrpSpPr>
      <p:grpSpPr>
        <a:xfrm>
          <a:off x="0" y="0"/>
          <a:ext cx="0" cy="0"/>
          <a:chOff x="0" y="0"/>
          <a:chExt cx="0" cy="0"/>
        </a:xfrm>
      </p:grpSpPr>
      <p:sp>
        <p:nvSpPr>
          <p:cNvPr id="1618" name="Google Shape;1618;p121"/>
          <p:cNvSpPr txBox="1">
            <a:spLocks noGrp="1"/>
          </p:cNvSpPr>
          <p:nvPr>
            <p:ph type="sldNum" idx="12"/>
          </p:nvPr>
        </p:nvSpPr>
        <p:spPr>
          <a:xfrm>
            <a:off x="8366700" y="4805546"/>
            <a:ext cx="548700" cy="215400"/>
          </a:xfrm>
          <a:prstGeom prst="rect">
            <a:avLst/>
          </a:prstGeom>
          <a:noFill/>
          <a:ln>
            <a:noFill/>
          </a:ln>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l" rtl="0">
              <a:spcBef>
                <a:spcPts val="0"/>
              </a:spcBef>
              <a:spcAft>
                <a:spcPts val="0"/>
              </a:spcAft>
              <a:buNone/>
            </a:pPr>
            <a:fld id="{00000000-1234-1234-1234-123412341234}" type="slidenum">
              <a:rPr lang="en"/>
              <a:t>‹#›</a:t>
            </a:fld>
            <a:endParaRPr/>
          </a:p>
        </p:txBody>
      </p:sp>
      <p:pic>
        <p:nvPicPr>
          <p:cNvPr id="1619" name="Google Shape;1619;p121"/>
          <p:cNvPicPr preferRelativeResize="0"/>
          <p:nvPr/>
        </p:nvPicPr>
        <p:blipFill>
          <a:blip r:embed="rId2">
            <a:alphaModFix/>
          </a:blip>
          <a:stretch>
            <a:fillRect/>
          </a:stretch>
        </p:blipFill>
        <p:spPr>
          <a:xfrm>
            <a:off x="8544852" y="62010"/>
            <a:ext cx="599140" cy="599141"/>
          </a:xfrm>
          <a:prstGeom prst="rect">
            <a:avLst/>
          </a:prstGeom>
          <a:noFill/>
          <a:ln>
            <a:noFill/>
          </a:ln>
        </p:spPr>
      </p:pic>
      <p:sp>
        <p:nvSpPr>
          <p:cNvPr id="1620" name="Google Shape;1620;p121"/>
          <p:cNvSpPr txBox="1">
            <a:spLocks noGrp="1"/>
          </p:cNvSpPr>
          <p:nvPr>
            <p:ph type="subTitle" idx="1"/>
          </p:nvPr>
        </p:nvSpPr>
        <p:spPr>
          <a:xfrm>
            <a:off x="467075" y="4814525"/>
            <a:ext cx="2326500" cy="206400"/>
          </a:xfrm>
          <a:prstGeom prst="rect">
            <a:avLst/>
          </a:prstGeom>
        </p:spPr>
        <p:txBody>
          <a:bodyPr spcFirstLastPara="1" wrap="square" lIns="0" tIns="0" rIns="0" bIns="0" anchor="b" anchorCtr="0">
            <a:normAutofit/>
          </a:bodyPr>
          <a:lstStyle>
            <a:lvl1pPr lvl="0" rtl="0">
              <a:spcBef>
                <a:spcPts val="0"/>
              </a:spcBef>
              <a:spcAft>
                <a:spcPts val="0"/>
              </a:spcAft>
              <a:buClr>
                <a:schemeClr val="dk2"/>
              </a:buClr>
              <a:buSzPts val="700"/>
              <a:buNone/>
              <a:defRPr sz="700">
                <a:solidFill>
                  <a:schemeClr val="dk2"/>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Tree>
  </p:cSld>
  <p:clrMapOvr>
    <a:masterClrMapping/>
  </p:clrMapOvr>
</p:sldLayout>
</file>

<file path=ppt/slideLayouts/slideLayout120.xml><?xml version="1.0" encoding="utf-8"?>
<p:sldLayout xmlns:a="http://schemas.openxmlformats.org/drawingml/2006/main" xmlns:r="http://schemas.openxmlformats.org/officeDocument/2006/relationships" xmlns:p="http://schemas.openxmlformats.org/presentationml/2006/main" matchingName="6 Topics 1">
  <p:cSld name="TITLE_ONLY_1_4_1_1">
    <p:bg>
      <p:bgPr>
        <a:solidFill>
          <a:schemeClr val="dk1"/>
        </a:solidFill>
        <a:effectLst/>
      </p:bgPr>
    </p:bg>
    <p:spTree>
      <p:nvGrpSpPr>
        <p:cNvPr id="1" name="Shape 1621"/>
        <p:cNvGrpSpPr/>
        <p:nvPr/>
      </p:nvGrpSpPr>
      <p:grpSpPr>
        <a:xfrm>
          <a:off x="0" y="0"/>
          <a:ext cx="0" cy="0"/>
          <a:chOff x="0" y="0"/>
          <a:chExt cx="0" cy="0"/>
        </a:xfrm>
      </p:grpSpPr>
      <p:sp>
        <p:nvSpPr>
          <p:cNvPr id="1622" name="Google Shape;1622;p122"/>
          <p:cNvSpPr txBox="1">
            <a:spLocks noGrp="1"/>
          </p:cNvSpPr>
          <p:nvPr>
            <p:ph type="title"/>
          </p:nvPr>
        </p:nvSpPr>
        <p:spPr>
          <a:xfrm>
            <a:off x="457200" y="114300"/>
            <a:ext cx="8229600" cy="903300"/>
          </a:xfrm>
          <a:prstGeom prst="rect">
            <a:avLst/>
          </a:prstGeom>
        </p:spPr>
        <p:txBody>
          <a:bodyPr spcFirstLastPara="1" wrap="square" lIns="0" tIns="0" rIns="0" bIns="0" anchor="t" anchorCtr="0">
            <a:normAutofit/>
          </a:bodyPr>
          <a:lstStyle>
            <a:lvl1pPr lvl="0" rtl="0">
              <a:spcBef>
                <a:spcPts val="0"/>
              </a:spcBef>
              <a:spcAft>
                <a:spcPts val="0"/>
              </a:spcAft>
              <a:buClr>
                <a:schemeClr val="lt2"/>
              </a:buClr>
              <a:buSzPts val="3400"/>
              <a:buNone/>
              <a:defRPr>
                <a:solidFill>
                  <a:schemeClr val="lt2"/>
                </a:solidFill>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pic>
        <p:nvPicPr>
          <p:cNvPr id="1623" name="Google Shape;1623;p122"/>
          <p:cNvPicPr preferRelativeResize="0"/>
          <p:nvPr/>
        </p:nvPicPr>
        <p:blipFill>
          <a:blip r:embed="rId2">
            <a:alphaModFix/>
          </a:blip>
          <a:stretch>
            <a:fillRect/>
          </a:stretch>
        </p:blipFill>
        <p:spPr>
          <a:xfrm>
            <a:off x="8544859" y="62003"/>
            <a:ext cx="599140" cy="599141"/>
          </a:xfrm>
          <a:prstGeom prst="rect">
            <a:avLst/>
          </a:prstGeom>
          <a:noFill/>
          <a:ln>
            <a:noFill/>
          </a:ln>
        </p:spPr>
      </p:pic>
      <p:sp>
        <p:nvSpPr>
          <p:cNvPr id="1624" name="Google Shape;1624;p122"/>
          <p:cNvSpPr>
            <a:spLocks noGrp="1"/>
          </p:cNvSpPr>
          <p:nvPr>
            <p:ph type="pic" idx="2"/>
          </p:nvPr>
        </p:nvSpPr>
        <p:spPr>
          <a:xfrm>
            <a:off x="4301325" y="1144224"/>
            <a:ext cx="548700" cy="455700"/>
          </a:xfrm>
          <a:prstGeom prst="rect">
            <a:avLst/>
          </a:prstGeom>
          <a:noFill/>
          <a:ln>
            <a:noFill/>
          </a:ln>
        </p:spPr>
      </p:sp>
      <p:sp>
        <p:nvSpPr>
          <p:cNvPr id="1625" name="Google Shape;1625;p122"/>
          <p:cNvSpPr txBox="1">
            <a:spLocks noGrp="1"/>
          </p:cNvSpPr>
          <p:nvPr>
            <p:ph type="subTitle" idx="1"/>
          </p:nvPr>
        </p:nvSpPr>
        <p:spPr>
          <a:xfrm>
            <a:off x="3780675" y="1749483"/>
            <a:ext cx="1574700" cy="311400"/>
          </a:xfrm>
          <a:prstGeom prst="rect">
            <a:avLst/>
          </a:prstGeom>
        </p:spPr>
        <p:txBody>
          <a:bodyPr spcFirstLastPara="1" wrap="square" lIns="0" tIns="0" rIns="0" bIns="0" anchor="t" anchorCtr="0">
            <a:normAutofit/>
          </a:bodyPr>
          <a:lstStyle>
            <a:lvl1pPr lvl="0" algn="ctr" rtl="0">
              <a:lnSpc>
                <a:spcPct val="100000"/>
              </a:lnSpc>
              <a:spcBef>
                <a:spcPts val="0"/>
              </a:spcBef>
              <a:spcAft>
                <a:spcPts val="0"/>
              </a:spcAft>
              <a:buClr>
                <a:schemeClr val="lt1"/>
              </a:buClr>
              <a:buSzPts val="1600"/>
              <a:buNone/>
              <a:defRPr b="1">
                <a:solidFill>
                  <a:schemeClr val="lt1"/>
                </a:solidFill>
              </a:defRPr>
            </a:lvl1pPr>
            <a:lvl2pPr lvl="1" algn="ctr" rtl="0">
              <a:lnSpc>
                <a:spcPct val="100000"/>
              </a:lnSpc>
              <a:spcBef>
                <a:spcPts val="0"/>
              </a:spcBef>
              <a:spcAft>
                <a:spcPts val="0"/>
              </a:spcAft>
              <a:buClr>
                <a:schemeClr val="lt1"/>
              </a:buClr>
              <a:buSzPts val="1600"/>
              <a:buFont typeface="IBM Plex Sans Medium"/>
              <a:buNone/>
              <a:defRPr sz="1600">
                <a:solidFill>
                  <a:schemeClr val="lt1"/>
                </a:solidFill>
                <a:latin typeface="IBM Plex Sans Medium"/>
                <a:ea typeface="IBM Plex Sans Medium"/>
                <a:cs typeface="IBM Plex Sans Medium"/>
                <a:sym typeface="IBM Plex Sans Medium"/>
              </a:defRPr>
            </a:lvl2pPr>
            <a:lvl3pPr lvl="2" algn="ctr" rtl="0">
              <a:lnSpc>
                <a:spcPct val="100000"/>
              </a:lnSpc>
              <a:spcBef>
                <a:spcPts val="0"/>
              </a:spcBef>
              <a:spcAft>
                <a:spcPts val="0"/>
              </a:spcAft>
              <a:buClr>
                <a:schemeClr val="lt1"/>
              </a:buClr>
              <a:buSzPts val="1600"/>
              <a:buFont typeface="IBM Plex Sans Medium"/>
              <a:buNone/>
              <a:defRPr sz="1600">
                <a:solidFill>
                  <a:schemeClr val="lt1"/>
                </a:solidFill>
                <a:latin typeface="IBM Plex Sans Medium"/>
                <a:ea typeface="IBM Plex Sans Medium"/>
                <a:cs typeface="IBM Plex Sans Medium"/>
                <a:sym typeface="IBM Plex Sans Medium"/>
              </a:defRPr>
            </a:lvl3pPr>
            <a:lvl4pPr lvl="3" algn="ctr" rtl="0">
              <a:lnSpc>
                <a:spcPct val="100000"/>
              </a:lnSpc>
              <a:spcBef>
                <a:spcPts val="0"/>
              </a:spcBef>
              <a:spcAft>
                <a:spcPts val="0"/>
              </a:spcAft>
              <a:buClr>
                <a:schemeClr val="lt1"/>
              </a:buClr>
              <a:buSzPts val="1600"/>
              <a:buFont typeface="IBM Plex Sans Medium"/>
              <a:buNone/>
              <a:defRPr sz="1600">
                <a:solidFill>
                  <a:schemeClr val="lt1"/>
                </a:solidFill>
                <a:latin typeface="IBM Plex Sans Medium"/>
                <a:ea typeface="IBM Plex Sans Medium"/>
                <a:cs typeface="IBM Plex Sans Medium"/>
                <a:sym typeface="IBM Plex Sans Medium"/>
              </a:defRPr>
            </a:lvl4pPr>
            <a:lvl5pPr lvl="4" algn="ctr" rtl="0">
              <a:lnSpc>
                <a:spcPct val="100000"/>
              </a:lnSpc>
              <a:spcBef>
                <a:spcPts val="0"/>
              </a:spcBef>
              <a:spcAft>
                <a:spcPts val="0"/>
              </a:spcAft>
              <a:buClr>
                <a:schemeClr val="lt1"/>
              </a:buClr>
              <a:buSzPts val="1600"/>
              <a:buFont typeface="IBM Plex Sans Medium"/>
              <a:buNone/>
              <a:defRPr sz="1600">
                <a:solidFill>
                  <a:schemeClr val="lt1"/>
                </a:solidFill>
                <a:latin typeface="IBM Plex Sans Medium"/>
                <a:ea typeface="IBM Plex Sans Medium"/>
                <a:cs typeface="IBM Plex Sans Medium"/>
                <a:sym typeface="IBM Plex Sans Medium"/>
              </a:defRPr>
            </a:lvl5pPr>
            <a:lvl6pPr lvl="5" algn="ctr" rtl="0">
              <a:lnSpc>
                <a:spcPct val="100000"/>
              </a:lnSpc>
              <a:spcBef>
                <a:spcPts val="0"/>
              </a:spcBef>
              <a:spcAft>
                <a:spcPts val="0"/>
              </a:spcAft>
              <a:buClr>
                <a:schemeClr val="lt1"/>
              </a:buClr>
              <a:buSzPts val="1600"/>
              <a:buFont typeface="IBM Plex Sans Medium"/>
              <a:buNone/>
              <a:defRPr sz="1600">
                <a:solidFill>
                  <a:schemeClr val="lt1"/>
                </a:solidFill>
                <a:latin typeface="IBM Plex Sans Medium"/>
                <a:ea typeface="IBM Plex Sans Medium"/>
                <a:cs typeface="IBM Plex Sans Medium"/>
                <a:sym typeface="IBM Plex Sans Medium"/>
              </a:defRPr>
            </a:lvl6pPr>
            <a:lvl7pPr lvl="6" algn="ctr" rtl="0">
              <a:lnSpc>
                <a:spcPct val="100000"/>
              </a:lnSpc>
              <a:spcBef>
                <a:spcPts val="0"/>
              </a:spcBef>
              <a:spcAft>
                <a:spcPts val="0"/>
              </a:spcAft>
              <a:buClr>
                <a:schemeClr val="lt1"/>
              </a:buClr>
              <a:buSzPts val="1600"/>
              <a:buFont typeface="IBM Plex Sans Medium"/>
              <a:buNone/>
              <a:defRPr sz="1600">
                <a:solidFill>
                  <a:schemeClr val="lt1"/>
                </a:solidFill>
                <a:latin typeface="IBM Plex Sans Medium"/>
                <a:ea typeface="IBM Plex Sans Medium"/>
                <a:cs typeface="IBM Plex Sans Medium"/>
                <a:sym typeface="IBM Plex Sans Medium"/>
              </a:defRPr>
            </a:lvl7pPr>
            <a:lvl8pPr lvl="7" algn="ctr" rtl="0">
              <a:lnSpc>
                <a:spcPct val="100000"/>
              </a:lnSpc>
              <a:spcBef>
                <a:spcPts val="0"/>
              </a:spcBef>
              <a:spcAft>
                <a:spcPts val="0"/>
              </a:spcAft>
              <a:buClr>
                <a:schemeClr val="lt1"/>
              </a:buClr>
              <a:buSzPts val="1600"/>
              <a:buFont typeface="IBM Plex Sans Medium"/>
              <a:buNone/>
              <a:defRPr sz="1600">
                <a:solidFill>
                  <a:schemeClr val="lt1"/>
                </a:solidFill>
                <a:latin typeface="IBM Plex Sans Medium"/>
                <a:ea typeface="IBM Plex Sans Medium"/>
                <a:cs typeface="IBM Plex Sans Medium"/>
                <a:sym typeface="IBM Plex Sans Medium"/>
              </a:defRPr>
            </a:lvl8pPr>
            <a:lvl9pPr lvl="8" algn="ctr" rtl="0">
              <a:lnSpc>
                <a:spcPct val="100000"/>
              </a:lnSpc>
              <a:spcBef>
                <a:spcPts val="0"/>
              </a:spcBef>
              <a:spcAft>
                <a:spcPts val="0"/>
              </a:spcAft>
              <a:buClr>
                <a:schemeClr val="lt1"/>
              </a:buClr>
              <a:buSzPts val="1600"/>
              <a:buFont typeface="IBM Plex Sans Medium"/>
              <a:buNone/>
              <a:defRPr sz="1600">
                <a:solidFill>
                  <a:schemeClr val="lt1"/>
                </a:solidFill>
                <a:latin typeface="IBM Plex Sans Medium"/>
                <a:ea typeface="IBM Plex Sans Medium"/>
                <a:cs typeface="IBM Plex Sans Medium"/>
                <a:sym typeface="IBM Plex Sans Medium"/>
              </a:defRPr>
            </a:lvl9pPr>
          </a:lstStyle>
          <a:p>
            <a:endParaRPr/>
          </a:p>
        </p:txBody>
      </p:sp>
      <p:sp>
        <p:nvSpPr>
          <p:cNvPr id="1626" name="Google Shape;1626;p122"/>
          <p:cNvSpPr txBox="1">
            <a:spLocks noGrp="1"/>
          </p:cNvSpPr>
          <p:nvPr>
            <p:ph type="body" idx="3"/>
          </p:nvPr>
        </p:nvSpPr>
        <p:spPr>
          <a:xfrm>
            <a:off x="3788025" y="2048027"/>
            <a:ext cx="1575300" cy="783000"/>
          </a:xfrm>
          <a:prstGeom prst="rect">
            <a:avLst/>
          </a:prstGeom>
        </p:spPr>
        <p:txBody>
          <a:bodyPr spcFirstLastPara="1" wrap="square" lIns="0" tIns="0" rIns="0" bIns="0" anchor="t" anchorCtr="0">
            <a:normAutofit/>
          </a:bodyPr>
          <a:lstStyle>
            <a:lvl1pPr marL="457200" lvl="0" indent="-298450" rtl="0">
              <a:spcBef>
                <a:spcPts val="0"/>
              </a:spcBef>
              <a:spcAft>
                <a:spcPts val="0"/>
              </a:spcAft>
              <a:buClr>
                <a:schemeClr val="lt1"/>
              </a:buClr>
              <a:buSzPts val="1100"/>
              <a:buChar char="■"/>
              <a:defRPr sz="1100">
                <a:solidFill>
                  <a:schemeClr val="lt1"/>
                </a:solidFill>
              </a:defRPr>
            </a:lvl1pPr>
            <a:lvl2pPr marL="914400" lvl="1" indent="-298450" rtl="0">
              <a:spcBef>
                <a:spcPts val="0"/>
              </a:spcBef>
              <a:spcAft>
                <a:spcPts val="0"/>
              </a:spcAft>
              <a:buClr>
                <a:schemeClr val="lt1"/>
              </a:buClr>
              <a:buSzPts val="1100"/>
              <a:buChar char="■"/>
              <a:defRPr sz="1100">
                <a:solidFill>
                  <a:schemeClr val="lt1"/>
                </a:solidFill>
              </a:defRPr>
            </a:lvl2pPr>
            <a:lvl3pPr marL="1371600" lvl="2" indent="-298450" rtl="0">
              <a:spcBef>
                <a:spcPts val="0"/>
              </a:spcBef>
              <a:spcAft>
                <a:spcPts val="0"/>
              </a:spcAft>
              <a:buSzPts val="1100"/>
              <a:buChar char="■"/>
              <a:defRPr sz="1100"/>
            </a:lvl3pPr>
            <a:lvl4pPr marL="1828800" lvl="3" indent="-298450" rtl="0">
              <a:spcBef>
                <a:spcPts val="0"/>
              </a:spcBef>
              <a:spcAft>
                <a:spcPts val="0"/>
              </a:spcAft>
              <a:buSzPts val="1100"/>
              <a:buChar char="●"/>
              <a:defRPr sz="1100"/>
            </a:lvl4pPr>
            <a:lvl5pPr marL="2286000" lvl="4" indent="-298450" rtl="0">
              <a:spcBef>
                <a:spcPts val="0"/>
              </a:spcBef>
              <a:spcAft>
                <a:spcPts val="0"/>
              </a:spcAft>
              <a:buSzPts val="1100"/>
              <a:buChar char="○"/>
              <a:defRPr sz="1100"/>
            </a:lvl5pPr>
            <a:lvl6pPr marL="2743200" lvl="5" indent="-298450" rtl="0">
              <a:spcBef>
                <a:spcPts val="0"/>
              </a:spcBef>
              <a:spcAft>
                <a:spcPts val="0"/>
              </a:spcAft>
              <a:buSzPts val="1100"/>
              <a:buChar char="■"/>
              <a:defRPr sz="1100"/>
            </a:lvl6pPr>
            <a:lvl7pPr marL="3200400" lvl="6" indent="-298450" rtl="0">
              <a:spcBef>
                <a:spcPts val="0"/>
              </a:spcBef>
              <a:spcAft>
                <a:spcPts val="0"/>
              </a:spcAft>
              <a:buSzPts val="1100"/>
              <a:buChar char="●"/>
              <a:defRPr sz="1100"/>
            </a:lvl7pPr>
            <a:lvl8pPr marL="3657600" lvl="7" indent="-298450" rtl="0">
              <a:spcBef>
                <a:spcPts val="0"/>
              </a:spcBef>
              <a:spcAft>
                <a:spcPts val="0"/>
              </a:spcAft>
              <a:buSzPts val="1100"/>
              <a:buChar char="○"/>
              <a:defRPr sz="1100"/>
            </a:lvl8pPr>
            <a:lvl9pPr marL="4114800" lvl="8" indent="-298450" rtl="0">
              <a:spcBef>
                <a:spcPts val="0"/>
              </a:spcBef>
              <a:spcAft>
                <a:spcPts val="0"/>
              </a:spcAft>
              <a:buSzPts val="1100"/>
              <a:buChar char="■"/>
              <a:defRPr sz="1100"/>
            </a:lvl9pPr>
          </a:lstStyle>
          <a:p>
            <a:endParaRPr/>
          </a:p>
        </p:txBody>
      </p:sp>
      <p:sp>
        <p:nvSpPr>
          <p:cNvPr id="1627" name="Google Shape;1627;p122"/>
          <p:cNvSpPr>
            <a:spLocks noGrp="1"/>
          </p:cNvSpPr>
          <p:nvPr>
            <p:ph type="pic" idx="4"/>
          </p:nvPr>
        </p:nvSpPr>
        <p:spPr>
          <a:xfrm>
            <a:off x="4305000" y="2986399"/>
            <a:ext cx="548700" cy="455700"/>
          </a:xfrm>
          <a:prstGeom prst="rect">
            <a:avLst/>
          </a:prstGeom>
          <a:noFill/>
          <a:ln>
            <a:noFill/>
          </a:ln>
        </p:spPr>
      </p:sp>
      <p:sp>
        <p:nvSpPr>
          <p:cNvPr id="1628" name="Google Shape;1628;p122"/>
          <p:cNvSpPr txBox="1">
            <a:spLocks noGrp="1"/>
          </p:cNvSpPr>
          <p:nvPr>
            <p:ph type="subTitle" idx="5"/>
          </p:nvPr>
        </p:nvSpPr>
        <p:spPr>
          <a:xfrm>
            <a:off x="3784350" y="3591658"/>
            <a:ext cx="1574700" cy="311400"/>
          </a:xfrm>
          <a:prstGeom prst="rect">
            <a:avLst/>
          </a:prstGeom>
        </p:spPr>
        <p:txBody>
          <a:bodyPr spcFirstLastPara="1" wrap="square" lIns="0" tIns="0" rIns="0" bIns="0" anchor="t" anchorCtr="0">
            <a:normAutofit/>
          </a:bodyPr>
          <a:lstStyle>
            <a:lvl1pPr lvl="0" algn="ctr" rtl="0">
              <a:lnSpc>
                <a:spcPct val="100000"/>
              </a:lnSpc>
              <a:spcBef>
                <a:spcPts val="0"/>
              </a:spcBef>
              <a:spcAft>
                <a:spcPts val="0"/>
              </a:spcAft>
              <a:buClr>
                <a:schemeClr val="lt1"/>
              </a:buClr>
              <a:buSzPts val="1600"/>
              <a:buNone/>
              <a:defRPr b="1">
                <a:solidFill>
                  <a:schemeClr val="lt1"/>
                </a:solidFill>
              </a:defRPr>
            </a:lvl1pPr>
            <a:lvl2pPr lvl="1" algn="ctr" rtl="0">
              <a:lnSpc>
                <a:spcPct val="100000"/>
              </a:lnSpc>
              <a:spcBef>
                <a:spcPts val="0"/>
              </a:spcBef>
              <a:spcAft>
                <a:spcPts val="0"/>
              </a:spcAft>
              <a:buClr>
                <a:schemeClr val="lt1"/>
              </a:buClr>
              <a:buSzPts val="1600"/>
              <a:buFont typeface="IBM Plex Sans Medium"/>
              <a:buNone/>
              <a:defRPr sz="1600">
                <a:solidFill>
                  <a:schemeClr val="lt1"/>
                </a:solidFill>
                <a:latin typeface="IBM Plex Sans Medium"/>
                <a:ea typeface="IBM Plex Sans Medium"/>
                <a:cs typeface="IBM Plex Sans Medium"/>
                <a:sym typeface="IBM Plex Sans Medium"/>
              </a:defRPr>
            </a:lvl2pPr>
            <a:lvl3pPr lvl="2" algn="ctr" rtl="0">
              <a:lnSpc>
                <a:spcPct val="100000"/>
              </a:lnSpc>
              <a:spcBef>
                <a:spcPts val="0"/>
              </a:spcBef>
              <a:spcAft>
                <a:spcPts val="0"/>
              </a:spcAft>
              <a:buClr>
                <a:schemeClr val="lt1"/>
              </a:buClr>
              <a:buSzPts val="1600"/>
              <a:buFont typeface="IBM Plex Sans Medium"/>
              <a:buNone/>
              <a:defRPr sz="1600">
                <a:solidFill>
                  <a:schemeClr val="lt1"/>
                </a:solidFill>
                <a:latin typeface="IBM Plex Sans Medium"/>
                <a:ea typeface="IBM Plex Sans Medium"/>
                <a:cs typeface="IBM Plex Sans Medium"/>
                <a:sym typeface="IBM Plex Sans Medium"/>
              </a:defRPr>
            </a:lvl3pPr>
            <a:lvl4pPr lvl="3" algn="ctr" rtl="0">
              <a:lnSpc>
                <a:spcPct val="100000"/>
              </a:lnSpc>
              <a:spcBef>
                <a:spcPts val="0"/>
              </a:spcBef>
              <a:spcAft>
                <a:spcPts val="0"/>
              </a:spcAft>
              <a:buClr>
                <a:schemeClr val="lt1"/>
              </a:buClr>
              <a:buSzPts val="1600"/>
              <a:buFont typeface="IBM Plex Sans Medium"/>
              <a:buNone/>
              <a:defRPr sz="1600">
                <a:solidFill>
                  <a:schemeClr val="lt1"/>
                </a:solidFill>
                <a:latin typeface="IBM Plex Sans Medium"/>
                <a:ea typeface="IBM Plex Sans Medium"/>
                <a:cs typeface="IBM Plex Sans Medium"/>
                <a:sym typeface="IBM Plex Sans Medium"/>
              </a:defRPr>
            </a:lvl4pPr>
            <a:lvl5pPr lvl="4" algn="ctr" rtl="0">
              <a:lnSpc>
                <a:spcPct val="100000"/>
              </a:lnSpc>
              <a:spcBef>
                <a:spcPts val="0"/>
              </a:spcBef>
              <a:spcAft>
                <a:spcPts val="0"/>
              </a:spcAft>
              <a:buClr>
                <a:schemeClr val="lt1"/>
              </a:buClr>
              <a:buSzPts val="1600"/>
              <a:buFont typeface="IBM Plex Sans Medium"/>
              <a:buNone/>
              <a:defRPr sz="1600">
                <a:solidFill>
                  <a:schemeClr val="lt1"/>
                </a:solidFill>
                <a:latin typeface="IBM Plex Sans Medium"/>
                <a:ea typeface="IBM Plex Sans Medium"/>
                <a:cs typeface="IBM Plex Sans Medium"/>
                <a:sym typeface="IBM Plex Sans Medium"/>
              </a:defRPr>
            </a:lvl5pPr>
            <a:lvl6pPr lvl="5" algn="ctr" rtl="0">
              <a:lnSpc>
                <a:spcPct val="100000"/>
              </a:lnSpc>
              <a:spcBef>
                <a:spcPts val="0"/>
              </a:spcBef>
              <a:spcAft>
                <a:spcPts val="0"/>
              </a:spcAft>
              <a:buClr>
                <a:schemeClr val="lt1"/>
              </a:buClr>
              <a:buSzPts val="1600"/>
              <a:buFont typeface="IBM Plex Sans Medium"/>
              <a:buNone/>
              <a:defRPr sz="1600">
                <a:solidFill>
                  <a:schemeClr val="lt1"/>
                </a:solidFill>
                <a:latin typeface="IBM Plex Sans Medium"/>
                <a:ea typeface="IBM Plex Sans Medium"/>
                <a:cs typeface="IBM Plex Sans Medium"/>
                <a:sym typeface="IBM Plex Sans Medium"/>
              </a:defRPr>
            </a:lvl6pPr>
            <a:lvl7pPr lvl="6" algn="ctr" rtl="0">
              <a:lnSpc>
                <a:spcPct val="100000"/>
              </a:lnSpc>
              <a:spcBef>
                <a:spcPts val="0"/>
              </a:spcBef>
              <a:spcAft>
                <a:spcPts val="0"/>
              </a:spcAft>
              <a:buClr>
                <a:schemeClr val="lt1"/>
              </a:buClr>
              <a:buSzPts val="1600"/>
              <a:buFont typeface="IBM Plex Sans Medium"/>
              <a:buNone/>
              <a:defRPr sz="1600">
                <a:solidFill>
                  <a:schemeClr val="lt1"/>
                </a:solidFill>
                <a:latin typeface="IBM Plex Sans Medium"/>
                <a:ea typeface="IBM Plex Sans Medium"/>
                <a:cs typeface="IBM Plex Sans Medium"/>
                <a:sym typeface="IBM Plex Sans Medium"/>
              </a:defRPr>
            </a:lvl7pPr>
            <a:lvl8pPr lvl="7" algn="ctr" rtl="0">
              <a:lnSpc>
                <a:spcPct val="100000"/>
              </a:lnSpc>
              <a:spcBef>
                <a:spcPts val="0"/>
              </a:spcBef>
              <a:spcAft>
                <a:spcPts val="0"/>
              </a:spcAft>
              <a:buClr>
                <a:schemeClr val="lt1"/>
              </a:buClr>
              <a:buSzPts val="1600"/>
              <a:buFont typeface="IBM Plex Sans Medium"/>
              <a:buNone/>
              <a:defRPr sz="1600">
                <a:solidFill>
                  <a:schemeClr val="lt1"/>
                </a:solidFill>
                <a:latin typeface="IBM Plex Sans Medium"/>
                <a:ea typeface="IBM Plex Sans Medium"/>
                <a:cs typeface="IBM Plex Sans Medium"/>
                <a:sym typeface="IBM Plex Sans Medium"/>
              </a:defRPr>
            </a:lvl8pPr>
            <a:lvl9pPr lvl="8" algn="ctr" rtl="0">
              <a:lnSpc>
                <a:spcPct val="100000"/>
              </a:lnSpc>
              <a:spcBef>
                <a:spcPts val="0"/>
              </a:spcBef>
              <a:spcAft>
                <a:spcPts val="0"/>
              </a:spcAft>
              <a:buClr>
                <a:schemeClr val="lt1"/>
              </a:buClr>
              <a:buSzPts val="1600"/>
              <a:buFont typeface="IBM Plex Sans Medium"/>
              <a:buNone/>
              <a:defRPr sz="1600">
                <a:solidFill>
                  <a:schemeClr val="lt1"/>
                </a:solidFill>
                <a:latin typeface="IBM Plex Sans Medium"/>
                <a:ea typeface="IBM Plex Sans Medium"/>
                <a:cs typeface="IBM Plex Sans Medium"/>
                <a:sym typeface="IBM Plex Sans Medium"/>
              </a:defRPr>
            </a:lvl9pPr>
          </a:lstStyle>
          <a:p>
            <a:endParaRPr/>
          </a:p>
        </p:txBody>
      </p:sp>
      <p:sp>
        <p:nvSpPr>
          <p:cNvPr id="1629" name="Google Shape;1629;p122"/>
          <p:cNvSpPr txBox="1">
            <a:spLocks noGrp="1"/>
          </p:cNvSpPr>
          <p:nvPr>
            <p:ph type="body" idx="6"/>
          </p:nvPr>
        </p:nvSpPr>
        <p:spPr>
          <a:xfrm>
            <a:off x="3791700" y="3890202"/>
            <a:ext cx="1575300" cy="783000"/>
          </a:xfrm>
          <a:prstGeom prst="rect">
            <a:avLst/>
          </a:prstGeom>
        </p:spPr>
        <p:txBody>
          <a:bodyPr spcFirstLastPara="1" wrap="square" lIns="0" tIns="0" rIns="0" bIns="0" anchor="t" anchorCtr="0">
            <a:normAutofit/>
          </a:bodyPr>
          <a:lstStyle>
            <a:lvl1pPr marL="457200" lvl="0" indent="-298450" rtl="0">
              <a:spcBef>
                <a:spcPts val="0"/>
              </a:spcBef>
              <a:spcAft>
                <a:spcPts val="0"/>
              </a:spcAft>
              <a:buClr>
                <a:schemeClr val="lt1"/>
              </a:buClr>
              <a:buSzPts val="1100"/>
              <a:buChar char="■"/>
              <a:defRPr sz="1100">
                <a:solidFill>
                  <a:schemeClr val="lt1"/>
                </a:solidFill>
              </a:defRPr>
            </a:lvl1pPr>
            <a:lvl2pPr marL="914400" lvl="1" indent="-298450" rtl="0">
              <a:spcBef>
                <a:spcPts val="0"/>
              </a:spcBef>
              <a:spcAft>
                <a:spcPts val="0"/>
              </a:spcAft>
              <a:buClr>
                <a:schemeClr val="lt1"/>
              </a:buClr>
              <a:buSzPts val="1100"/>
              <a:buChar char="■"/>
              <a:defRPr sz="1100">
                <a:solidFill>
                  <a:schemeClr val="lt1"/>
                </a:solidFill>
              </a:defRPr>
            </a:lvl2pPr>
            <a:lvl3pPr marL="1371600" lvl="2" indent="-298450" rtl="0">
              <a:spcBef>
                <a:spcPts val="0"/>
              </a:spcBef>
              <a:spcAft>
                <a:spcPts val="0"/>
              </a:spcAft>
              <a:buSzPts val="1100"/>
              <a:buChar char="■"/>
              <a:defRPr sz="1100"/>
            </a:lvl3pPr>
            <a:lvl4pPr marL="1828800" lvl="3" indent="-298450" rtl="0">
              <a:spcBef>
                <a:spcPts val="0"/>
              </a:spcBef>
              <a:spcAft>
                <a:spcPts val="0"/>
              </a:spcAft>
              <a:buSzPts val="1100"/>
              <a:buChar char="●"/>
              <a:defRPr sz="1100"/>
            </a:lvl4pPr>
            <a:lvl5pPr marL="2286000" lvl="4" indent="-298450" rtl="0">
              <a:spcBef>
                <a:spcPts val="0"/>
              </a:spcBef>
              <a:spcAft>
                <a:spcPts val="0"/>
              </a:spcAft>
              <a:buSzPts val="1100"/>
              <a:buChar char="○"/>
              <a:defRPr sz="1100"/>
            </a:lvl5pPr>
            <a:lvl6pPr marL="2743200" lvl="5" indent="-298450" rtl="0">
              <a:spcBef>
                <a:spcPts val="0"/>
              </a:spcBef>
              <a:spcAft>
                <a:spcPts val="0"/>
              </a:spcAft>
              <a:buSzPts val="1100"/>
              <a:buChar char="■"/>
              <a:defRPr sz="1100"/>
            </a:lvl6pPr>
            <a:lvl7pPr marL="3200400" lvl="6" indent="-298450" rtl="0">
              <a:spcBef>
                <a:spcPts val="0"/>
              </a:spcBef>
              <a:spcAft>
                <a:spcPts val="0"/>
              </a:spcAft>
              <a:buSzPts val="1100"/>
              <a:buChar char="●"/>
              <a:defRPr sz="1100"/>
            </a:lvl7pPr>
            <a:lvl8pPr marL="3657600" lvl="7" indent="-298450" rtl="0">
              <a:spcBef>
                <a:spcPts val="0"/>
              </a:spcBef>
              <a:spcAft>
                <a:spcPts val="0"/>
              </a:spcAft>
              <a:buSzPts val="1100"/>
              <a:buChar char="○"/>
              <a:defRPr sz="1100"/>
            </a:lvl8pPr>
            <a:lvl9pPr marL="4114800" lvl="8" indent="-298450" rtl="0">
              <a:spcBef>
                <a:spcPts val="0"/>
              </a:spcBef>
              <a:spcAft>
                <a:spcPts val="0"/>
              </a:spcAft>
              <a:buSzPts val="1100"/>
              <a:buChar char="■"/>
              <a:defRPr sz="1100"/>
            </a:lvl9pPr>
          </a:lstStyle>
          <a:p>
            <a:endParaRPr/>
          </a:p>
        </p:txBody>
      </p:sp>
      <p:sp>
        <p:nvSpPr>
          <p:cNvPr id="1630" name="Google Shape;1630;p122"/>
          <p:cNvSpPr>
            <a:spLocks noGrp="1"/>
          </p:cNvSpPr>
          <p:nvPr>
            <p:ph type="pic" idx="7"/>
          </p:nvPr>
        </p:nvSpPr>
        <p:spPr>
          <a:xfrm>
            <a:off x="2030325" y="1144224"/>
            <a:ext cx="548700" cy="455700"/>
          </a:xfrm>
          <a:prstGeom prst="rect">
            <a:avLst/>
          </a:prstGeom>
          <a:noFill/>
          <a:ln>
            <a:noFill/>
          </a:ln>
        </p:spPr>
      </p:sp>
      <p:sp>
        <p:nvSpPr>
          <p:cNvPr id="1631" name="Google Shape;1631;p122"/>
          <p:cNvSpPr txBox="1">
            <a:spLocks noGrp="1"/>
          </p:cNvSpPr>
          <p:nvPr>
            <p:ph type="subTitle" idx="8"/>
          </p:nvPr>
        </p:nvSpPr>
        <p:spPr>
          <a:xfrm>
            <a:off x="1509675" y="1749483"/>
            <a:ext cx="1574700" cy="311400"/>
          </a:xfrm>
          <a:prstGeom prst="rect">
            <a:avLst/>
          </a:prstGeom>
        </p:spPr>
        <p:txBody>
          <a:bodyPr spcFirstLastPara="1" wrap="square" lIns="0" tIns="0" rIns="0" bIns="0" anchor="t" anchorCtr="0">
            <a:normAutofit/>
          </a:bodyPr>
          <a:lstStyle>
            <a:lvl1pPr lvl="0" algn="ctr" rtl="0">
              <a:lnSpc>
                <a:spcPct val="100000"/>
              </a:lnSpc>
              <a:spcBef>
                <a:spcPts val="0"/>
              </a:spcBef>
              <a:spcAft>
                <a:spcPts val="0"/>
              </a:spcAft>
              <a:buClr>
                <a:schemeClr val="lt1"/>
              </a:buClr>
              <a:buSzPts val="1600"/>
              <a:buNone/>
              <a:defRPr b="1">
                <a:solidFill>
                  <a:schemeClr val="lt1"/>
                </a:solidFill>
              </a:defRPr>
            </a:lvl1pPr>
            <a:lvl2pPr lvl="1" algn="ctr" rtl="0">
              <a:lnSpc>
                <a:spcPct val="100000"/>
              </a:lnSpc>
              <a:spcBef>
                <a:spcPts val="0"/>
              </a:spcBef>
              <a:spcAft>
                <a:spcPts val="0"/>
              </a:spcAft>
              <a:buClr>
                <a:schemeClr val="lt1"/>
              </a:buClr>
              <a:buSzPts val="1600"/>
              <a:buFont typeface="IBM Plex Sans Medium"/>
              <a:buNone/>
              <a:defRPr sz="1600">
                <a:solidFill>
                  <a:schemeClr val="lt1"/>
                </a:solidFill>
                <a:latin typeface="IBM Plex Sans Medium"/>
                <a:ea typeface="IBM Plex Sans Medium"/>
                <a:cs typeface="IBM Plex Sans Medium"/>
                <a:sym typeface="IBM Plex Sans Medium"/>
              </a:defRPr>
            </a:lvl2pPr>
            <a:lvl3pPr lvl="2" algn="ctr" rtl="0">
              <a:lnSpc>
                <a:spcPct val="100000"/>
              </a:lnSpc>
              <a:spcBef>
                <a:spcPts val="0"/>
              </a:spcBef>
              <a:spcAft>
                <a:spcPts val="0"/>
              </a:spcAft>
              <a:buClr>
                <a:schemeClr val="lt1"/>
              </a:buClr>
              <a:buSzPts val="1600"/>
              <a:buFont typeface="IBM Plex Sans Medium"/>
              <a:buNone/>
              <a:defRPr sz="1600">
                <a:solidFill>
                  <a:schemeClr val="lt1"/>
                </a:solidFill>
                <a:latin typeface="IBM Plex Sans Medium"/>
                <a:ea typeface="IBM Plex Sans Medium"/>
                <a:cs typeface="IBM Plex Sans Medium"/>
                <a:sym typeface="IBM Plex Sans Medium"/>
              </a:defRPr>
            </a:lvl3pPr>
            <a:lvl4pPr lvl="3" algn="ctr" rtl="0">
              <a:lnSpc>
                <a:spcPct val="100000"/>
              </a:lnSpc>
              <a:spcBef>
                <a:spcPts val="0"/>
              </a:spcBef>
              <a:spcAft>
                <a:spcPts val="0"/>
              </a:spcAft>
              <a:buClr>
                <a:schemeClr val="lt1"/>
              </a:buClr>
              <a:buSzPts val="1600"/>
              <a:buFont typeface="IBM Plex Sans Medium"/>
              <a:buNone/>
              <a:defRPr sz="1600">
                <a:solidFill>
                  <a:schemeClr val="lt1"/>
                </a:solidFill>
                <a:latin typeface="IBM Plex Sans Medium"/>
                <a:ea typeface="IBM Plex Sans Medium"/>
                <a:cs typeface="IBM Plex Sans Medium"/>
                <a:sym typeface="IBM Plex Sans Medium"/>
              </a:defRPr>
            </a:lvl4pPr>
            <a:lvl5pPr lvl="4" algn="ctr" rtl="0">
              <a:lnSpc>
                <a:spcPct val="100000"/>
              </a:lnSpc>
              <a:spcBef>
                <a:spcPts val="0"/>
              </a:spcBef>
              <a:spcAft>
                <a:spcPts val="0"/>
              </a:spcAft>
              <a:buClr>
                <a:schemeClr val="lt1"/>
              </a:buClr>
              <a:buSzPts val="1600"/>
              <a:buFont typeface="IBM Plex Sans Medium"/>
              <a:buNone/>
              <a:defRPr sz="1600">
                <a:solidFill>
                  <a:schemeClr val="lt1"/>
                </a:solidFill>
                <a:latin typeface="IBM Plex Sans Medium"/>
                <a:ea typeface="IBM Plex Sans Medium"/>
                <a:cs typeface="IBM Plex Sans Medium"/>
                <a:sym typeface="IBM Plex Sans Medium"/>
              </a:defRPr>
            </a:lvl5pPr>
            <a:lvl6pPr lvl="5" algn="ctr" rtl="0">
              <a:lnSpc>
                <a:spcPct val="100000"/>
              </a:lnSpc>
              <a:spcBef>
                <a:spcPts val="0"/>
              </a:spcBef>
              <a:spcAft>
                <a:spcPts val="0"/>
              </a:spcAft>
              <a:buClr>
                <a:schemeClr val="lt1"/>
              </a:buClr>
              <a:buSzPts val="1600"/>
              <a:buFont typeface="IBM Plex Sans Medium"/>
              <a:buNone/>
              <a:defRPr sz="1600">
                <a:solidFill>
                  <a:schemeClr val="lt1"/>
                </a:solidFill>
                <a:latin typeface="IBM Plex Sans Medium"/>
                <a:ea typeface="IBM Plex Sans Medium"/>
                <a:cs typeface="IBM Plex Sans Medium"/>
                <a:sym typeface="IBM Plex Sans Medium"/>
              </a:defRPr>
            </a:lvl6pPr>
            <a:lvl7pPr lvl="6" algn="ctr" rtl="0">
              <a:lnSpc>
                <a:spcPct val="100000"/>
              </a:lnSpc>
              <a:spcBef>
                <a:spcPts val="0"/>
              </a:spcBef>
              <a:spcAft>
                <a:spcPts val="0"/>
              </a:spcAft>
              <a:buClr>
                <a:schemeClr val="lt1"/>
              </a:buClr>
              <a:buSzPts val="1600"/>
              <a:buFont typeface="IBM Plex Sans Medium"/>
              <a:buNone/>
              <a:defRPr sz="1600">
                <a:solidFill>
                  <a:schemeClr val="lt1"/>
                </a:solidFill>
                <a:latin typeface="IBM Plex Sans Medium"/>
                <a:ea typeface="IBM Plex Sans Medium"/>
                <a:cs typeface="IBM Plex Sans Medium"/>
                <a:sym typeface="IBM Plex Sans Medium"/>
              </a:defRPr>
            </a:lvl7pPr>
            <a:lvl8pPr lvl="7" algn="ctr" rtl="0">
              <a:lnSpc>
                <a:spcPct val="100000"/>
              </a:lnSpc>
              <a:spcBef>
                <a:spcPts val="0"/>
              </a:spcBef>
              <a:spcAft>
                <a:spcPts val="0"/>
              </a:spcAft>
              <a:buClr>
                <a:schemeClr val="lt1"/>
              </a:buClr>
              <a:buSzPts val="1600"/>
              <a:buFont typeface="IBM Plex Sans Medium"/>
              <a:buNone/>
              <a:defRPr sz="1600">
                <a:solidFill>
                  <a:schemeClr val="lt1"/>
                </a:solidFill>
                <a:latin typeface="IBM Plex Sans Medium"/>
                <a:ea typeface="IBM Plex Sans Medium"/>
                <a:cs typeface="IBM Plex Sans Medium"/>
                <a:sym typeface="IBM Plex Sans Medium"/>
              </a:defRPr>
            </a:lvl8pPr>
            <a:lvl9pPr lvl="8" algn="ctr" rtl="0">
              <a:lnSpc>
                <a:spcPct val="100000"/>
              </a:lnSpc>
              <a:spcBef>
                <a:spcPts val="0"/>
              </a:spcBef>
              <a:spcAft>
                <a:spcPts val="0"/>
              </a:spcAft>
              <a:buClr>
                <a:schemeClr val="lt1"/>
              </a:buClr>
              <a:buSzPts val="1600"/>
              <a:buFont typeface="IBM Plex Sans Medium"/>
              <a:buNone/>
              <a:defRPr sz="1600">
                <a:solidFill>
                  <a:schemeClr val="lt1"/>
                </a:solidFill>
                <a:latin typeface="IBM Plex Sans Medium"/>
                <a:ea typeface="IBM Plex Sans Medium"/>
                <a:cs typeface="IBM Plex Sans Medium"/>
                <a:sym typeface="IBM Plex Sans Medium"/>
              </a:defRPr>
            </a:lvl9pPr>
          </a:lstStyle>
          <a:p>
            <a:endParaRPr/>
          </a:p>
        </p:txBody>
      </p:sp>
      <p:sp>
        <p:nvSpPr>
          <p:cNvPr id="1632" name="Google Shape;1632;p122"/>
          <p:cNvSpPr txBox="1">
            <a:spLocks noGrp="1"/>
          </p:cNvSpPr>
          <p:nvPr>
            <p:ph type="body" idx="9"/>
          </p:nvPr>
        </p:nvSpPr>
        <p:spPr>
          <a:xfrm>
            <a:off x="1517025" y="2048027"/>
            <a:ext cx="1575300" cy="783000"/>
          </a:xfrm>
          <a:prstGeom prst="rect">
            <a:avLst/>
          </a:prstGeom>
        </p:spPr>
        <p:txBody>
          <a:bodyPr spcFirstLastPara="1" wrap="square" lIns="0" tIns="0" rIns="0" bIns="0" anchor="t" anchorCtr="0">
            <a:normAutofit/>
          </a:bodyPr>
          <a:lstStyle>
            <a:lvl1pPr marL="457200" lvl="0" indent="-298450" rtl="0">
              <a:spcBef>
                <a:spcPts val="0"/>
              </a:spcBef>
              <a:spcAft>
                <a:spcPts val="0"/>
              </a:spcAft>
              <a:buClr>
                <a:schemeClr val="lt1"/>
              </a:buClr>
              <a:buSzPts val="1100"/>
              <a:buChar char="■"/>
              <a:defRPr sz="1100">
                <a:solidFill>
                  <a:schemeClr val="lt1"/>
                </a:solidFill>
              </a:defRPr>
            </a:lvl1pPr>
            <a:lvl2pPr marL="914400" lvl="1" indent="-298450" rtl="0">
              <a:spcBef>
                <a:spcPts val="0"/>
              </a:spcBef>
              <a:spcAft>
                <a:spcPts val="0"/>
              </a:spcAft>
              <a:buClr>
                <a:schemeClr val="lt1"/>
              </a:buClr>
              <a:buSzPts val="1100"/>
              <a:buChar char="■"/>
              <a:defRPr sz="1100">
                <a:solidFill>
                  <a:schemeClr val="lt1"/>
                </a:solidFill>
              </a:defRPr>
            </a:lvl2pPr>
            <a:lvl3pPr marL="1371600" lvl="2" indent="-298450" rtl="0">
              <a:spcBef>
                <a:spcPts val="0"/>
              </a:spcBef>
              <a:spcAft>
                <a:spcPts val="0"/>
              </a:spcAft>
              <a:buSzPts val="1100"/>
              <a:buChar char="■"/>
              <a:defRPr sz="1100"/>
            </a:lvl3pPr>
            <a:lvl4pPr marL="1828800" lvl="3" indent="-298450" rtl="0">
              <a:spcBef>
                <a:spcPts val="0"/>
              </a:spcBef>
              <a:spcAft>
                <a:spcPts val="0"/>
              </a:spcAft>
              <a:buSzPts val="1100"/>
              <a:buChar char="●"/>
              <a:defRPr sz="1100"/>
            </a:lvl4pPr>
            <a:lvl5pPr marL="2286000" lvl="4" indent="-298450" rtl="0">
              <a:spcBef>
                <a:spcPts val="0"/>
              </a:spcBef>
              <a:spcAft>
                <a:spcPts val="0"/>
              </a:spcAft>
              <a:buSzPts val="1100"/>
              <a:buChar char="○"/>
              <a:defRPr sz="1100"/>
            </a:lvl5pPr>
            <a:lvl6pPr marL="2743200" lvl="5" indent="-298450" rtl="0">
              <a:spcBef>
                <a:spcPts val="0"/>
              </a:spcBef>
              <a:spcAft>
                <a:spcPts val="0"/>
              </a:spcAft>
              <a:buSzPts val="1100"/>
              <a:buChar char="■"/>
              <a:defRPr sz="1100"/>
            </a:lvl6pPr>
            <a:lvl7pPr marL="3200400" lvl="6" indent="-298450" rtl="0">
              <a:spcBef>
                <a:spcPts val="0"/>
              </a:spcBef>
              <a:spcAft>
                <a:spcPts val="0"/>
              </a:spcAft>
              <a:buSzPts val="1100"/>
              <a:buChar char="●"/>
              <a:defRPr sz="1100"/>
            </a:lvl7pPr>
            <a:lvl8pPr marL="3657600" lvl="7" indent="-298450" rtl="0">
              <a:spcBef>
                <a:spcPts val="0"/>
              </a:spcBef>
              <a:spcAft>
                <a:spcPts val="0"/>
              </a:spcAft>
              <a:buSzPts val="1100"/>
              <a:buChar char="○"/>
              <a:defRPr sz="1100"/>
            </a:lvl8pPr>
            <a:lvl9pPr marL="4114800" lvl="8" indent="-298450" rtl="0">
              <a:spcBef>
                <a:spcPts val="0"/>
              </a:spcBef>
              <a:spcAft>
                <a:spcPts val="0"/>
              </a:spcAft>
              <a:buSzPts val="1100"/>
              <a:buChar char="■"/>
              <a:defRPr sz="1100"/>
            </a:lvl9pPr>
          </a:lstStyle>
          <a:p>
            <a:endParaRPr/>
          </a:p>
        </p:txBody>
      </p:sp>
      <p:sp>
        <p:nvSpPr>
          <p:cNvPr id="1633" name="Google Shape;1633;p122"/>
          <p:cNvSpPr>
            <a:spLocks noGrp="1"/>
          </p:cNvSpPr>
          <p:nvPr>
            <p:ph type="pic" idx="13"/>
          </p:nvPr>
        </p:nvSpPr>
        <p:spPr>
          <a:xfrm>
            <a:off x="2034000" y="2986399"/>
            <a:ext cx="548700" cy="455700"/>
          </a:xfrm>
          <a:prstGeom prst="rect">
            <a:avLst/>
          </a:prstGeom>
          <a:noFill/>
          <a:ln>
            <a:noFill/>
          </a:ln>
        </p:spPr>
      </p:sp>
      <p:sp>
        <p:nvSpPr>
          <p:cNvPr id="1634" name="Google Shape;1634;p122"/>
          <p:cNvSpPr txBox="1">
            <a:spLocks noGrp="1"/>
          </p:cNvSpPr>
          <p:nvPr>
            <p:ph type="subTitle" idx="14"/>
          </p:nvPr>
        </p:nvSpPr>
        <p:spPr>
          <a:xfrm>
            <a:off x="1513350" y="3591658"/>
            <a:ext cx="1574700" cy="311400"/>
          </a:xfrm>
          <a:prstGeom prst="rect">
            <a:avLst/>
          </a:prstGeom>
        </p:spPr>
        <p:txBody>
          <a:bodyPr spcFirstLastPara="1" wrap="square" lIns="0" tIns="0" rIns="0" bIns="0" anchor="t" anchorCtr="0">
            <a:normAutofit/>
          </a:bodyPr>
          <a:lstStyle>
            <a:lvl1pPr lvl="0" algn="ctr" rtl="0">
              <a:lnSpc>
                <a:spcPct val="100000"/>
              </a:lnSpc>
              <a:spcBef>
                <a:spcPts val="0"/>
              </a:spcBef>
              <a:spcAft>
                <a:spcPts val="0"/>
              </a:spcAft>
              <a:buClr>
                <a:schemeClr val="lt1"/>
              </a:buClr>
              <a:buSzPts val="1600"/>
              <a:buNone/>
              <a:defRPr b="1">
                <a:solidFill>
                  <a:schemeClr val="lt1"/>
                </a:solidFill>
              </a:defRPr>
            </a:lvl1pPr>
            <a:lvl2pPr lvl="1" algn="ctr" rtl="0">
              <a:lnSpc>
                <a:spcPct val="100000"/>
              </a:lnSpc>
              <a:spcBef>
                <a:spcPts val="0"/>
              </a:spcBef>
              <a:spcAft>
                <a:spcPts val="0"/>
              </a:spcAft>
              <a:buClr>
                <a:schemeClr val="lt1"/>
              </a:buClr>
              <a:buSzPts val="1600"/>
              <a:buFont typeface="IBM Plex Sans Medium"/>
              <a:buNone/>
              <a:defRPr sz="1600">
                <a:solidFill>
                  <a:schemeClr val="lt1"/>
                </a:solidFill>
                <a:latin typeface="IBM Plex Sans Medium"/>
                <a:ea typeface="IBM Plex Sans Medium"/>
                <a:cs typeface="IBM Plex Sans Medium"/>
                <a:sym typeface="IBM Plex Sans Medium"/>
              </a:defRPr>
            </a:lvl2pPr>
            <a:lvl3pPr lvl="2" algn="ctr" rtl="0">
              <a:lnSpc>
                <a:spcPct val="100000"/>
              </a:lnSpc>
              <a:spcBef>
                <a:spcPts val="0"/>
              </a:spcBef>
              <a:spcAft>
                <a:spcPts val="0"/>
              </a:spcAft>
              <a:buClr>
                <a:schemeClr val="lt1"/>
              </a:buClr>
              <a:buSzPts val="1600"/>
              <a:buFont typeface="IBM Plex Sans Medium"/>
              <a:buNone/>
              <a:defRPr sz="1600">
                <a:solidFill>
                  <a:schemeClr val="lt1"/>
                </a:solidFill>
                <a:latin typeface="IBM Plex Sans Medium"/>
                <a:ea typeface="IBM Plex Sans Medium"/>
                <a:cs typeface="IBM Plex Sans Medium"/>
                <a:sym typeface="IBM Plex Sans Medium"/>
              </a:defRPr>
            </a:lvl3pPr>
            <a:lvl4pPr lvl="3" algn="ctr" rtl="0">
              <a:lnSpc>
                <a:spcPct val="100000"/>
              </a:lnSpc>
              <a:spcBef>
                <a:spcPts val="0"/>
              </a:spcBef>
              <a:spcAft>
                <a:spcPts val="0"/>
              </a:spcAft>
              <a:buClr>
                <a:schemeClr val="lt1"/>
              </a:buClr>
              <a:buSzPts val="1600"/>
              <a:buFont typeface="IBM Plex Sans Medium"/>
              <a:buNone/>
              <a:defRPr sz="1600">
                <a:solidFill>
                  <a:schemeClr val="lt1"/>
                </a:solidFill>
                <a:latin typeface="IBM Plex Sans Medium"/>
                <a:ea typeface="IBM Plex Sans Medium"/>
                <a:cs typeface="IBM Plex Sans Medium"/>
                <a:sym typeface="IBM Plex Sans Medium"/>
              </a:defRPr>
            </a:lvl4pPr>
            <a:lvl5pPr lvl="4" algn="ctr" rtl="0">
              <a:lnSpc>
                <a:spcPct val="100000"/>
              </a:lnSpc>
              <a:spcBef>
                <a:spcPts val="0"/>
              </a:spcBef>
              <a:spcAft>
                <a:spcPts val="0"/>
              </a:spcAft>
              <a:buClr>
                <a:schemeClr val="lt1"/>
              </a:buClr>
              <a:buSzPts val="1600"/>
              <a:buFont typeface="IBM Plex Sans Medium"/>
              <a:buNone/>
              <a:defRPr sz="1600">
                <a:solidFill>
                  <a:schemeClr val="lt1"/>
                </a:solidFill>
                <a:latin typeface="IBM Plex Sans Medium"/>
                <a:ea typeface="IBM Plex Sans Medium"/>
                <a:cs typeface="IBM Plex Sans Medium"/>
                <a:sym typeface="IBM Plex Sans Medium"/>
              </a:defRPr>
            </a:lvl5pPr>
            <a:lvl6pPr lvl="5" algn="ctr" rtl="0">
              <a:lnSpc>
                <a:spcPct val="100000"/>
              </a:lnSpc>
              <a:spcBef>
                <a:spcPts val="0"/>
              </a:spcBef>
              <a:spcAft>
                <a:spcPts val="0"/>
              </a:spcAft>
              <a:buClr>
                <a:schemeClr val="lt1"/>
              </a:buClr>
              <a:buSzPts val="1600"/>
              <a:buFont typeface="IBM Plex Sans Medium"/>
              <a:buNone/>
              <a:defRPr sz="1600">
                <a:solidFill>
                  <a:schemeClr val="lt1"/>
                </a:solidFill>
                <a:latin typeface="IBM Plex Sans Medium"/>
                <a:ea typeface="IBM Plex Sans Medium"/>
                <a:cs typeface="IBM Plex Sans Medium"/>
                <a:sym typeface="IBM Plex Sans Medium"/>
              </a:defRPr>
            </a:lvl6pPr>
            <a:lvl7pPr lvl="6" algn="ctr" rtl="0">
              <a:lnSpc>
                <a:spcPct val="100000"/>
              </a:lnSpc>
              <a:spcBef>
                <a:spcPts val="0"/>
              </a:spcBef>
              <a:spcAft>
                <a:spcPts val="0"/>
              </a:spcAft>
              <a:buClr>
                <a:schemeClr val="lt1"/>
              </a:buClr>
              <a:buSzPts val="1600"/>
              <a:buFont typeface="IBM Plex Sans Medium"/>
              <a:buNone/>
              <a:defRPr sz="1600">
                <a:solidFill>
                  <a:schemeClr val="lt1"/>
                </a:solidFill>
                <a:latin typeface="IBM Plex Sans Medium"/>
                <a:ea typeface="IBM Plex Sans Medium"/>
                <a:cs typeface="IBM Plex Sans Medium"/>
                <a:sym typeface="IBM Plex Sans Medium"/>
              </a:defRPr>
            </a:lvl7pPr>
            <a:lvl8pPr lvl="7" algn="ctr" rtl="0">
              <a:lnSpc>
                <a:spcPct val="100000"/>
              </a:lnSpc>
              <a:spcBef>
                <a:spcPts val="0"/>
              </a:spcBef>
              <a:spcAft>
                <a:spcPts val="0"/>
              </a:spcAft>
              <a:buClr>
                <a:schemeClr val="lt1"/>
              </a:buClr>
              <a:buSzPts val="1600"/>
              <a:buFont typeface="IBM Plex Sans Medium"/>
              <a:buNone/>
              <a:defRPr sz="1600">
                <a:solidFill>
                  <a:schemeClr val="lt1"/>
                </a:solidFill>
                <a:latin typeface="IBM Plex Sans Medium"/>
                <a:ea typeface="IBM Plex Sans Medium"/>
                <a:cs typeface="IBM Plex Sans Medium"/>
                <a:sym typeface="IBM Plex Sans Medium"/>
              </a:defRPr>
            </a:lvl8pPr>
            <a:lvl9pPr lvl="8" algn="ctr" rtl="0">
              <a:lnSpc>
                <a:spcPct val="100000"/>
              </a:lnSpc>
              <a:spcBef>
                <a:spcPts val="0"/>
              </a:spcBef>
              <a:spcAft>
                <a:spcPts val="0"/>
              </a:spcAft>
              <a:buClr>
                <a:schemeClr val="lt1"/>
              </a:buClr>
              <a:buSzPts val="1600"/>
              <a:buFont typeface="IBM Plex Sans Medium"/>
              <a:buNone/>
              <a:defRPr sz="1600">
                <a:solidFill>
                  <a:schemeClr val="lt1"/>
                </a:solidFill>
                <a:latin typeface="IBM Plex Sans Medium"/>
                <a:ea typeface="IBM Plex Sans Medium"/>
                <a:cs typeface="IBM Plex Sans Medium"/>
                <a:sym typeface="IBM Plex Sans Medium"/>
              </a:defRPr>
            </a:lvl9pPr>
          </a:lstStyle>
          <a:p>
            <a:endParaRPr/>
          </a:p>
        </p:txBody>
      </p:sp>
      <p:sp>
        <p:nvSpPr>
          <p:cNvPr id="1635" name="Google Shape;1635;p122"/>
          <p:cNvSpPr txBox="1">
            <a:spLocks noGrp="1"/>
          </p:cNvSpPr>
          <p:nvPr>
            <p:ph type="body" idx="15"/>
          </p:nvPr>
        </p:nvSpPr>
        <p:spPr>
          <a:xfrm>
            <a:off x="1520700" y="3890202"/>
            <a:ext cx="1575300" cy="783000"/>
          </a:xfrm>
          <a:prstGeom prst="rect">
            <a:avLst/>
          </a:prstGeom>
        </p:spPr>
        <p:txBody>
          <a:bodyPr spcFirstLastPara="1" wrap="square" lIns="0" tIns="0" rIns="0" bIns="0" anchor="t" anchorCtr="0">
            <a:normAutofit/>
          </a:bodyPr>
          <a:lstStyle>
            <a:lvl1pPr marL="457200" lvl="0" indent="-298450" rtl="0">
              <a:spcBef>
                <a:spcPts val="0"/>
              </a:spcBef>
              <a:spcAft>
                <a:spcPts val="0"/>
              </a:spcAft>
              <a:buClr>
                <a:schemeClr val="lt1"/>
              </a:buClr>
              <a:buSzPts val="1100"/>
              <a:buChar char="■"/>
              <a:defRPr sz="1100">
                <a:solidFill>
                  <a:schemeClr val="lt1"/>
                </a:solidFill>
              </a:defRPr>
            </a:lvl1pPr>
            <a:lvl2pPr marL="914400" lvl="1" indent="-298450" rtl="0">
              <a:spcBef>
                <a:spcPts val="0"/>
              </a:spcBef>
              <a:spcAft>
                <a:spcPts val="0"/>
              </a:spcAft>
              <a:buClr>
                <a:schemeClr val="lt1"/>
              </a:buClr>
              <a:buSzPts val="1100"/>
              <a:buChar char="■"/>
              <a:defRPr sz="1100">
                <a:solidFill>
                  <a:schemeClr val="lt1"/>
                </a:solidFill>
              </a:defRPr>
            </a:lvl2pPr>
            <a:lvl3pPr marL="1371600" lvl="2" indent="-298450" rtl="0">
              <a:spcBef>
                <a:spcPts val="0"/>
              </a:spcBef>
              <a:spcAft>
                <a:spcPts val="0"/>
              </a:spcAft>
              <a:buSzPts val="1100"/>
              <a:buChar char="■"/>
              <a:defRPr sz="1100"/>
            </a:lvl3pPr>
            <a:lvl4pPr marL="1828800" lvl="3" indent="-298450" rtl="0">
              <a:spcBef>
                <a:spcPts val="0"/>
              </a:spcBef>
              <a:spcAft>
                <a:spcPts val="0"/>
              </a:spcAft>
              <a:buSzPts val="1100"/>
              <a:buChar char="●"/>
              <a:defRPr sz="1100"/>
            </a:lvl4pPr>
            <a:lvl5pPr marL="2286000" lvl="4" indent="-298450" rtl="0">
              <a:spcBef>
                <a:spcPts val="0"/>
              </a:spcBef>
              <a:spcAft>
                <a:spcPts val="0"/>
              </a:spcAft>
              <a:buSzPts val="1100"/>
              <a:buChar char="○"/>
              <a:defRPr sz="1100"/>
            </a:lvl5pPr>
            <a:lvl6pPr marL="2743200" lvl="5" indent="-298450" rtl="0">
              <a:spcBef>
                <a:spcPts val="0"/>
              </a:spcBef>
              <a:spcAft>
                <a:spcPts val="0"/>
              </a:spcAft>
              <a:buSzPts val="1100"/>
              <a:buChar char="■"/>
              <a:defRPr sz="1100"/>
            </a:lvl6pPr>
            <a:lvl7pPr marL="3200400" lvl="6" indent="-298450" rtl="0">
              <a:spcBef>
                <a:spcPts val="0"/>
              </a:spcBef>
              <a:spcAft>
                <a:spcPts val="0"/>
              </a:spcAft>
              <a:buSzPts val="1100"/>
              <a:buChar char="●"/>
              <a:defRPr sz="1100"/>
            </a:lvl7pPr>
            <a:lvl8pPr marL="3657600" lvl="7" indent="-298450" rtl="0">
              <a:spcBef>
                <a:spcPts val="0"/>
              </a:spcBef>
              <a:spcAft>
                <a:spcPts val="0"/>
              </a:spcAft>
              <a:buSzPts val="1100"/>
              <a:buChar char="○"/>
              <a:defRPr sz="1100"/>
            </a:lvl8pPr>
            <a:lvl9pPr marL="4114800" lvl="8" indent="-298450" rtl="0">
              <a:spcBef>
                <a:spcPts val="0"/>
              </a:spcBef>
              <a:spcAft>
                <a:spcPts val="0"/>
              </a:spcAft>
              <a:buSzPts val="1100"/>
              <a:buChar char="■"/>
              <a:defRPr sz="1100"/>
            </a:lvl9pPr>
          </a:lstStyle>
          <a:p>
            <a:endParaRPr/>
          </a:p>
        </p:txBody>
      </p:sp>
      <p:sp>
        <p:nvSpPr>
          <p:cNvPr id="1636" name="Google Shape;1636;p122"/>
          <p:cNvSpPr>
            <a:spLocks noGrp="1"/>
          </p:cNvSpPr>
          <p:nvPr>
            <p:ph type="pic" idx="16"/>
          </p:nvPr>
        </p:nvSpPr>
        <p:spPr>
          <a:xfrm>
            <a:off x="6583350" y="1144224"/>
            <a:ext cx="548700" cy="455700"/>
          </a:xfrm>
          <a:prstGeom prst="rect">
            <a:avLst/>
          </a:prstGeom>
          <a:noFill/>
          <a:ln>
            <a:noFill/>
          </a:ln>
        </p:spPr>
      </p:sp>
      <p:sp>
        <p:nvSpPr>
          <p:cNvPr id="1637" name="Google Shape;1637;p122"/>
          <p:cNvSpPr txBox="1">
            <a:spLocks noGrp="1"/>
          </p:cNvSpPr>
          <p:nvPr>
            <p:ph type="subTitle" idx="17"/>
          </p:nvPr>
        </p:nvSpPr>
        <p:spPr>
          <a:xfrm>
            <a:off x="6062700" y="1749483"/>
            <a:ext cx="1574700" cy="311400"/>
          </a:xfrm>
          <a:prstGeom prst="rect">
            <a:avLst/>
          </a:prstGeom>
        </p:spPr>
        <p:txBody>
          <a:bodyPr spcFirstLastPara="1" wrap="square" lIns="0" tIns="0" rIns="0" bIns="0" anchor="t" anchorCtr="0">
            <a:normAutofit/>
          </a:bodyPr>
          <a:lstStyle>
            <a:lvl1pPr lvl="0" algn="ctr" rtl="0">
              <a:lnSpc>
                <a:spcPct val="100000"/>
              </a:lnSpc>
              <a:spcBef>
                <a:spcPts val="0"/>
              </a:spcBef>
              <a:spcAft>
                <a:spcPts val="0"/>
              </a:spcAft>
              <a:buClr>
                <a:schemeClr val="lt1"/>
              </a:buClr>
              <a:buSzPts val="1600"/>
              <a:buNone/>
              <a:defRPr b="1">
                <a:solidFill>
                  <a:schemeClr val="lt1"/>
                </a:solidFill>
              </a:defRPr>
            </a:lvl1pPr>
            <a:lvl2pPr lvl="1" algn="ctr" rtl="0">
              <a:lnSpc>
                <a:spcPct val="100000"/>
              </a:lnSpc>
              <a:spcBef>
                <a:spcPts val="0"/>
              </a:spcBef>
              <a:spcAft>
                <a:spcPts val="0"/>
              </a:spcAft>
              <a:buClr>
                <a:schemeClr val="lt1"/>
              </a:buClr>
              <a:buSzPts val="1600"/>
              <a:buFont typeface="IBM Plex Sans Medium"/>
              <a:buNone/>
              <a:defRPr sz="1600">
                <a:solidFill>
                  <a:schemeClr val="lt1"/>
                </a:solidFill>
                <a:latin typeface="IBM Plex Sans Medium"/>
                <a:ea typeface="IBM Plex Sans Medium"/>
                <a:cs typeface="IBM Plex Sans Medium"/>
                <a:sym typeface="IBM Plex Sans Medium"/>
              </a:defRPr>
            </a:lvl2pPr>
            <a:lvl3pPr lvl="2" algn="ctr" rtl="0">
              <a:lnSpc>
                <a:spcPct val="100000"/>
              </a:lnSpc>
              <a:spcBef>
                <a:spcPts val="0"/>
              </a:spcBef>
              <a:spcAft>
                <a:spcPts val="0"/>
              </a:spcAft>
              <a:buClr>
                <a:schemeClr val="lt1"/>
              </a:buClr>
              <a:buSzPts val="1600"/>
              <a:buFont typeface="IBM Plex Sans Medium"/>
              <a:buNone/>
              <a:defRPr sz="1600">
                <a:solidFill>
                  <a:schemeClr val="lt1"/>
                </a:solidFill>
                <a:latin typeface="IBM Plex Sans Medium"/>
                <a:ea typeface="IBM Plex Sans Medium"/>
                <a:cs typeface="IBM Plex Sans Medium"/>
                <a:sym typeface="IBM Plex Sans Medium"/>
              </a:defRPr>
            </a:lvl3pPr>
            <a:lvl4pPr lvl="3" algn="ctr" rtl="0">
              <a:lnSpc>
                <a:spcPct val="100000"/>
              </a:lnSpc>
              <a:spcBef>
                <a:spcPts val="0"/>
              </a:spcBef>
              <a:spcAft>
                <a:spcPts val="0"/>
              </a:spcAft>
              <a:buClr>
                <a:schemeClr val="lt1"/>
              </a:buClr>
              <a:buSzPts val="1600"/>
              <a:buFont typeface="IBM Plex Sans Medium"/>
              <a:buNone/>
              <a:defRPr sz="1600">
                <a:solidFill>
                  <a:schemeClr val="lt1"/>
                </a:solidFill>
                <a:latin typeface="IBM Plex Sans Medium"/>
                <a:ea typeface="IBM Plex Sans Medium"/>
                <a:cs typeface="IBM Plex Sans Medium"/>
                <a:sym typeface="IBM Plex Sans Medium"/>
              </a:defRPr>
            </a:lvl4pPr>
            <a:lvl5pPr lvl="4" algn="ctr" rtl="0">
              <a:lnSpc>
                <a:spcPct val="100000"/>
              </a:lnSpc>
              <a:spcBef>
                <a:spcPts val="0"/>
              </a:spcBef>
              <a:spcAft>
                <a:spcPts val="0"/>
              </a:spcAft>
              <a:buClr>
                <a:schemeClr val="lt1"/>
              </a:buClr>
              <a:buSzPts val="1600"/>
              <a:buFont typeface="IBM Plex Sans Medium"/>
              <a:buNone/>
              <a:defRPr sz="1600">
                <a:solidFill>
                  <a:schemeClr val="lt1"/>
                </a:solidFill>
                <a:latin typeface="IBM Plex Sans Medium"/>
                <a:ea typeface="IBM Plex Sans Medium"/>
                <a:cs typeface="IBM Plex Sans Medium"/>
                <a:sym typeface="IBM Plex Sans Medium"/>
              </a:defRPr>
            </a:lvl5pPr>
            <a:lvl6pPr lvl="5" algn="ctr" rtl="0">
              <a:lnSpc>
                <a:spcPct val="100000"/>
              </a:lnSpc>
              <a:spcBef>
                <a:spcPts val="0"/>
              </a:spcBef>
              <a:spcAft>
                <a:spcPts val="0"/>
              </a:spcAft>
              <a:buClr>
                <a:schemeClr val="lt1"/>
              </a:buClr>
              <a:buSzPts val="1600"/>
              <a:buFont typeface="IBM Plex Sans Medium"/>
              <a:buNone/>
              <a:defRPr sz="1600">
                <a:solidFill>
                  <a:schemeClr val="lt1"/>
                </a:solidFill>
                <a:latin typeface="IBM Plex Sans Medium"/>
                <a:ea typeface="IBM Plex Sans Medium"/>
                <a:cs typeface="IBM Plex Sans Medium"/>
                <a:sym typeface="IBM Plex Sans Medium"/>
              </a:defRPr>
            </a:lvl6pPr>
            <a:lvl7pPr lvl="6" algn="ctr" rtl="0">
              <a:lnSpc>
                <a:spcPct val="100000"/>
              </a:lnSpc>
              <a:spcBef>
                <a:spcPts val="0"/>
              </a:spcBef>
              <a:spcAft>
                <a:spcPts val="0"/>
              </a:spcAft>
              <a:buClr>
                <a:schemeClr val="lt1"/>
              </a:buClr>
              <a:buSzPts val="1600"/>
              <a:buFont typeface="IBM Plex Sans Medium"/>
              <a:buNone/>
              <a:defRPr sz="1600">
                <a:solidFill>
                  <a:schemeClr val="lt1"/>
                </a:solidFill>
                <a:latin typeface="IBM Plex Sans Medium"/>
                <a:ea typeface="IBM Plex Sans Medium"/>
                <a:cs typeface="IBM Plex Sans Medium"/>
                <a:sym typeface="IBM Plex Sans Medium"/>
              </a:defRPr>
            </a:lvl7pPr>
            <a:lvl8pPr lvl="7" algn="ctr" rtl="0">
              <a:lnSpc>
                <a:spcPct val="100000"/>
              </a:lnSpc>
              <a:spcBef>
                <a:spcPts val="0"/>
              </a:spcBef>
              <a:spcAft>
                <a:spcPts val="0"/>
              </a:spcAft>
              <a:buClr>
                <a:schemeClr val="lt1"/>
              </a:buClr>
              <a:buSzPts val="1600"/>
              <a:buFont typeface="IBM Plex Sans Medium"/>
              <a:buNone/>
              <a:defRPr sz="1600">
                <a:solidFill>
                  <a:schemeClr val="lt1"/>
                </a:solidFill>
                <a:latin typeface="IBM Plex Sans Medium"/>
                <a:ea typeface="IBM Plex Sans Medium"/>
                <a:cs typeface="IBM Plex Sans Medium"/>
                <a:sym typeface="IBM Plex Sans Medium"/>
              </a:defRPr>
            </a:lvl8pPr>
            <a:lvl9pPr lvl="8" algn="ctr" rtl="0">
              <a:lnSpc>
                <a:spcPct val="100000"/>
              </a:lnSpc>
              <a:spcBef>
                <a:spcPts val="0"/>
              </a:spcBef>
              <a:spcAft>
                <a:spcPts val="0"/>
              </a:spcAft>
              <a:buClr>
                <a:schemeClr val="lt1"/>
              </a:buClr>
              <a:buSzPts val="1600"/>
              <a:buFont typeface="IBM Plex Sans Medium"/>
              <a:buNone/>
              <a:defRPr sz="1600">
                <a:solidFill>
                  <a:schemeClr val="lt1"/>
                </a:solidFill>
                <a:latin typeface="IBM Plex Sans Medium"/>
                <a:ea typeface="IBM Plex Sans Medium"/>
                <a:cs typeface="IBM Plex Sans Medium"/>
                <a:sym typeface="IBM Plex Sans Medium"/>
              </a:defRPr>
            </a:lvl9pPr>
          </a:lstStyle>
          <a:p>
            <a:endParaRPr/>
          </a:p>
        </p:txBody>
      </p:sp>
      <p:sp>
        <p:nvSpPr>
          <p:cNvPr id="1638" name="Google Shape;1638;p122"/>
          <p:cNvSpPr txBox="1">
            <a:spLocks noGrp="1"/>
          </p:cNvSpPr>
          <p:nvPr>
            <p:ph type="body" idx="18"/>
          </p:nvPr>
        </p:nvSpPr>
        <p:spPr>
          <a:xfrm>
            <a:off x="6070050" y="2048027"/>
            <a:ext cx="1575300" cy="783000"/>
          </a:xfrm>
          <a:prstGeom prst="rect">
            <a:avLst/>
          </a:prstGeom>
        </p:spPr>
        <p:txBody>
          <a:bodyPr spcFirstLastPara="1" wrap="square" lIns="0" tIns="0" rIns="0" bIns="0" anchor="t" anchorCtr="0">
            <a:normAutofit/>
          </a:bodyPr>
          <a:lstStyle>
            <a:lvl1pPr marL="457200" lvl="0" indent="-298450" rtl="0">
              <a:spcBef>
                <a:spcPts val="0"/>
              </a:spcBef>
              <a:spcAft>
                <a:spcPts val="0"/>
              </a:spcAft>
              <a:buClr>
                <a:schemeClr val="lt1"/>
              </a:buClr>
              <a:buSzPts val="1100"/>
              <a:buChar char="■"/>
              <a:defRPr sz="1100">
                <a:solidFill>
                  <a:schemeClr val="lt1"/>
                </a:solidFill>
              </a:defRPr>
            </a:lvl1pPr>
            <a:lvl2pPr marL="914400" lvl="1" indent="-298450" rtl="0">
              <a:spcBef>
                <a:spcPts val="0"/>
              </a:spcBef>
              <a:spcAft>
                <a:spcPts val="0"/>
              </a:spcAft>
              <a:buClr>
                <a:schemeClr val="lt1"/>
              </a:buClr>
              <a:buSzPts val="1100"/>
              <a:buChar char="■"/>
              <a:defRPr sz="1100">
                <a:solidFill>
                  <a:schemeClr val="lt1"/>
                </a:solidFill>
              </a:defRPr>
            </a:lvl2pPr>
            <a:lvl3pPr marL="1371600" lvl="2" indent="-298450" rtl="0">
              <a:spcBef>
                <a:spcPts val="0"/>
              </a:spcBef>
              <a:spcAft>
                <a:spcPts val="0"/>
              </a:spcAft>
              <a:buSzPts val="1100"/>
              <a:buChar char="■"/>
              <a:defRPr sz="1100"/>
            </a:lvl3pPr>
            <a:lvl4pPr marL="1828800" lvl="3" indent="-298450" rtl="0">
              <a:spcBef>
                <a:spcPts val="0"/>
              </a:spcBef>
              <a:spcAft>
                <a:spcPts val="0"/>
              </a:spcAft>
              <a:buSzPts val="1100"/>
              <a:buChar char="●"/>
              <a:defRPr sz="1100"/>
            </a:lvl4pPr>
            <a:lvl5pPr marL="2286000" lvl="4" indent="-298450" rtl="0">
              <a:spcBef>
                <a:spcPts val="0"/>
              </a:spcBef>
              <a:spcAft>
                <a:spcPts val="0"/>
              </a:spcAft>
              <a:buSzPts val="1100"/>
              <a:buChar char="○"/>
              <a:defRPr sz="1100"/>
            </a:lvl5pPr>
            <a:lvl6pPr marL="2743200" lvl="5" indent="-298450" rtl="0">
              <a:spcBef>
                <a:spcPts val="0"/>
              </a:spcBef>
              <a:spcAft>
                <a:spcPts val="0"/>
              </a:spcAft>
              <a:buSzPts val="1100"/>
              <a:buChar char="■"/>
              <a:defRPr sz="1100"/>
            </a:lvl6pPr>
            <a:lvl7pPr marL="3200400" lvl="6" indent="-298450" rtl="0">
              <a:spcBef>
                <a:spcPts val="0"/>
              </a:spcBef>
              <a:spcAft>
                <a:spcPts val="0"/>
              </a:spcAft>
              <a:buSzPts val="1100"/>
              <a:buChar char="●"/>
              <a:defRPr sz="1100"/>
            </a:lvl7pPr>
            <a:lvl8pPr marL="3657600" lvl="7" indent="-298450" rtl="0">
              <a:spcBef>
                <a:spcPts val="0"/>
              </a:spcBef>
              <a:spcAft>
                <a:spcPts val="0"/>
              </a:spcAft>
              <a:buSzPts val="1100"/>
              <a:buChar char="○"/>
              <a:defRPr sz="1100"/>
            </a:lvl8pPr>
            <a:lvl9pPr marL="4114800" lvl="8" indent="-298450" rtl="0">
              <a:spcBef>
                <a:spcPts val="0"/>
              </a:spcBef>
              <a:spcAft>
                <a:spcPts val="0"/>
              </a:spcAft>
              <a:buSzPts val="1100"/>
              <a:buChar char="■"/>
              <a:defRPr sz="1100"/>
            </a:lvl9pPr>
          </a:lstStyle>
          <a:p>
            <a:endParaRPr/>
          </a:p>
        </p:txBody>
      </p:sp>
      <p:sp>
        <p:nvSpPr>
          <p:cNvPr id="1639" name="Google Shape;1639;p122"/>
          <p:cNvSpPr>
            <a:spLocks noGrp="1"/>
          </p:cNvSpPr>
          <p:nvPr>
            <p:ph type="pic" idx="19"/>
          </p:nvPr>
        </p:nvSpPr>
        <p:spPr>
          <a:xfrm>
            <a:off x="6587025" y="2986399"/>
            <a:ext cx="548700" cy="455700"/>
          </a:xfrm>
          <a:prstGeom prst="rect">
            <a:avLst/>
          </a:prstGeom>
          <a:noFill/>
          <a:ln>
            <a:noFill/>
          </a:ln>
        </p:spPr>
      </p:sp>
      <p:sp>
        <p:nvSpPr>
          <p:cNvPr id="1640" name="Google Shape;1640;p122"/>
          <p:cNvSpPr txBox="1">
            <a:spLocks noGrp="1"/>
          </p:cNvSpPr>
          <p:nvPr>
            <p:ph type="subTitle" idx="20"/>
          </p:nvPr>
        </p:nvSpPr>
        <p:spPr>
          <a:xfrm>
            <a:off x="6066375" y="3591658"/>
            <a:ext cx="1574700" cy="311400"/>
          </a:xfrm>
          <a:prstGeom prst="rect">
            <a:avLst/>
          </a:prstGeom>
        </p:spPr>
        <p:txBody>
          <a:bodyPr spcFirstLastPara="1" wrap="square" lIns="0" tIns="0" rIns="0" bIns="0" anchor="t" anchorCtr="0">
            <a:normAutofit/>
          </a:bodyPr>
          <a:lstStyle>
            <a:lvl1pPr lvl="0" algn="ctr" rtl="0">
              <a:lnSpc>
                <a:spcPct val="100000"/>
              </a:lnSpc>
              <a:spcBef>
                <a:spcPts val="0"/>
              </a:spcBef>
              <a:spcAft>
                <a:spcPts val="0"/>
              </a:spcAft>
              <a:buClr>
                <a:schemeClr val="lt1"/>
              </a:buClr>
              <a:buSzPts val="1600"/>
              <a:buNone/>
              <a:defRPr b="1">
                <a:solidFill>
                  <a:schemeClr val="lt1"/>
                </a:solidFill>
              </a:defRPr>
            </a:lvl1pPr>
            <a:lvl2pPr lvl="1" algn="ctr" rtl="0">
              <a:lnSpc>
                <a:spcPct val="100000"/>
              </a:lnSpc>
              <a:spcBef>
                <a:spcPts val="0"/>
              </a:spcBef>
              <a:spcAft>
                <a:spcPts val="0"/>
              </a:spcAft>
              <a:buClr>
                <a:schemeClr val="lt1"/>
              </a:buClr>
              <a:buSzPts val="1600"/>
              <a:buFont typeface="IBM Plex Sans Medium"/>
              <a:buNone/>
              <a:defRPr sz="1600">
                <a:solidFill>
                  <a:schemeClr val="lt1"/>
                </a:solidFill>
                <a:latin typeface="IBM Plex Sans Medium"/>
                <a:ea typeface="IBM Plex Sans Medium"/>
                <a:cs typeface="IBM Plex Sans Medium"/>
                <a:sym typeface="IBM Plex Sans Medium"/>
              </a:defRPr>
            </a:lvl2pPr>
            <a:lvl3pPr lvl="2" algn="ctr" rtl="0">
              <a:lnSpc>
                <a:spcPct val="100000"/>
              </a:lnSpc>
              <a:spcBef>
                <a:spcPts val="0"/>
              </a:spcBef>
              <a:spcAft>
                <a:spcPts val="0"/>
              </a:spcAft>
              <a:buClr>
                <a:schemeClr val="lt1"/>
              </a:buClr>
              <a:buSzPts val="1600"/>
              <a:buFont typeface="IBM Plex Sans Medium"/>
              <a:buNone/>
              <a:defRPr sz="1600">
                <a:solidFill>
                  <a:schemeClr val="lt1"/>
                </a:solidFill>
                <a:latin typeface="IBM Plex Sans Medium"/>
                <a:ea typeface="IBM Plex Sans Medium"/>
                <a:cs typeface="IBM Plex Sans Medium"/>
                <a:sym typeface="IBM Plex Sans Medium"/>
              </a:defRPr>
            </a:lvl3pPr>
            <a:lvl4pPr lvl="3" algn="ctr" rtl="0">
              <a:lnSpc>
                <a:spcPct val="100000"/>
              </a:lnSpc>
              <a:spcBef>
                <a:spcPts val="0"/>
              </a:spcBef>
              <a:spcAft>
                <a:spcPts val="0"/>
              </a:spcAft>
              <a:buClr>
                <a:schemeClr val="lt1"/>
              </a:buClr>
              <a:buSzPts val="1600"/>
              <a:buFont typeface="IBM Plex Sans Medium"/>
              <a:buNone/>
              <a:defRPr sz="1600">
                <a:solidFill>
                  <a:schemeClr val="lt1"/>
                </a:solidFill>
                <a:latin typeface="IBM Plex Sans Medium"/>
                <a:ea typeface="IBM Plex Sans Medium"/>
                <a:cs typeface="IBM Plex Sans Medium"/>
                <a:sym typeface="IBM Plex Sans Medium"/>
              </a:defRPr>
            </a:lvl4pPr>
            <a:lvl5pPr lvl="4" algn="ctr" rtl="0">
              <a:lnSpc>
                <a:spcPct val="100000"/>
              </a:lnSpc>
              <a:spcBef>
                <a:spcPts val="0"/>
              </a:spcBef>
              <a:spcAft>
                <a:spcPts val="0"/>
              </a:spcAft>
              <a:buClr>
                <a:schemeClr val="lt1"/>
              </a:buClr>
              <a:buSzPts val="1600"/>
              <a:buFont typeface="IBM Plex Sans Medium"/>
              <a:buNone/>
              <a:defRPr sz="1600">
                <a:solidFill>
                  <a:schemeClr val="lt1"/>
                </a:solidFill>
                <a:latin typeface="IBM Plex Sans Medium"/>
                <a:ea typeface="IBM Plex Sans Medium"/>
                <a:cs typeface="IBM Plex Sans Medium"/>
                <a:sym typeface="IBM Plex Sans Medium"/>
              </a:defRPr>
            </a:lvl5pPr>
            <a:lvl6pPr lvl="5" algn="ctr" rtl="0">
              <a:lnSpc>
                <a:spcPct val="100000"/>
              </a:lnSpc>
              <a:spcBef>
                <a:spcPts val="0"/>
              </a:spcBef>
              <a:spcAft>
                <a:spcPts val="0"/>
              </a:spcAft>
              <a:buClr>
                <a:schemeClr val="lt1"/>
              </a:buClr>
              <a:buSzPts val="1600"/>
              <a:buFont typeface="IBM Plex Sans Medium"/>
              <a:buNone/>
              <a:defRPr sz="1600">
                <a:solidFill>
                  <a:schemeClr val="lt1"/>
                </a:solidFill>
                <a:latin typeface="IBM Plex Sans Medium"/>
                <a:ea typeface="IBM Plex Sans Medium"/>
                <a:cs typeface="IBM Plex Sans Medium"/>
                <a:sym typeface="IBM Plex Sans Medium"/>
              </a:defRPr>
            </a:lvl6pPr>
            <a:lvl7pPr lvl="6" algn="ctr" rtl="0">
              <a:lnSpc>
                <a:spcPct val="100000"/>
              </a:lnSpc>
              <a:spcBef>
                <a:spcPts val="0"/>
              </a:spcBef>
              <a:spcAft>
                <a:spcPts val="0"/>
              </a:spcAft>
              <a:buClr>
                <a:schemeClr val="lt1"/>
              </a:buClr>
              <a:buSzPts val="1600"/>
              <a:buFont typeface="IBM Plex Sans Medium"/>
              <a:buNone/>
              <a:defRPr sz="1600">
                <a:solidFill>
                  <a:schemeClr val="lt1"/>
                </a:solidFill>
                <a:latin typeface="IBM Plex Sans Medium"/>
                <a:ea typeface="IBM Plex Sans Medium"/>
                <a:cs typeface="IBM Plex Sans Medium"/>
                <a:sym typeface="IBM Plex Sans Medium"/>
              </a:defRPr>
            </a:lvl7pPr>
            <a:lvl8pPr lvl="7" algn="ctr" rtl="0">
              <a:lnSpc>
                <a:spcPct val="100000"/>
              </a:lnSpc>
              <a:spcBef>
                <a:spcPts val="0"/>
              </a:spcBef>
              <a:spcAft>
                <a:spcPts val="0"/>
              </a:spcAft>
              <a:buClr>
                <a:schemeClr val="lt1"/>
              </a:buClr>
              <a:buSzPts val="1600"/>
              <a:buFont typeface="IBM Plex Sans Medium"/>
              <a:buNone/>
              <a:defRPr sz="1600">
                <a:solidFill>
                  <a:schemeClr val="lt1"/>
                </a:solidFill>
                <a:latin typeface="IBM Plex Sans Medium"/>
                <a:ea typeface="IBM Plex Sans Medium"/>
                <a:cs typeface="IBM Plex Sans Medium"/>
                <a:sym typeface="IBM Plex Sans Medium"/>
              </a:defRPr>
            </a:lvl8pPr>
            <a:lvl9pPr lvl="8" algn="ctr" rtl="0">
              <a:lnSpc>
                <a:spcPct val="100000"/>
              </a:lnSpc>
              <a:spcBef>
                <a:spcPts val="0"/>
              </a:spcBef>
              <a:spcAft>
                <a:spcPts val="0"/>
              </a:spcAft>
              <a:buClr>
                <a:schemeClr val="lt1"/>
              </a:buClr>
              <a:buSzPts val="1600"/>
              <a:buFont typeface="IBM Plex Sans Medium"/>
              <a:buNone/>
              <a:defRPr sz="1600">
                <a:solidFill>
                  <a:schemeClr val="lt1"/>
                </a:solidFill>
                <a:latin typeface="IBM Plex Sans Medium"/>
                <a:ea typeface="IBM Plex Sans Medium"/>
                <a:cs typeface="IBM Plex Sans Medium"/>
                <a:sym typeface="IBM Plex Sans Medium"/>
              </a:defRPr>
            </a:lvl9pPr>
          </a:lstStyle>
          <a:p>
            <a:endParaRPr/>
          </a:p>
        </p:txBody>
      </p:sp>
      <p:sp>
        <p:nvSpPr>
          <p:cNvPr id="1641" name="Google Shape;1641;p122"/>
          <p:cNvSpPr txBox="1">
            <a:spLocks noGrp="1"/>
          </p:cNvSpPr>
          <p:nvPr>
            <p:ph type="body" idx="21"/>
          </p:nvPr>
        </p:nvSpPr>
        <p:spPr>
          <a:xfrm>
            <a:off x="6073725" y="3890202"/>
            <a:ext cx="1575300" cy="783000"/>
          </a:xfrm>
          <a:prstGeom prst="rect">
            <a:avLst/>
          </a:prstGeom>
        </p:spPr>
        <p:txBody>
          <a:bodyPr spcFirstLastPara="1" wrap="square" lIns="0" tIns="0" rIns="0" bIns="0" anchor="t" anchorCtr="0">
            <a:normAutofit/>
          </a:bodyPr>
          <a:lstStyle>
            <a:lvl1pPr marL="457200" lvl="0" indent="-298450" rtl="0">
              <a:spcBef>
                <a:spcPts val="0"/>
              </a:spcBef>
              <a:spcAft>
                <a:spcPts val="0"/>
              </a:spcAft>
              <a:buClr>
                <a:schemeClr val="lt1"/>
              </a:buClr>
              <a:buSzPts val="1100"/>
              <a:buChar char="■"/>
              <a:defRPr sz="1100">
                <a:solidFill>
                  <a:schemeClr val="lt1"/>
                </a:solidFill>
              </a:defRPr>
            </a:lvl1pPr>
            <a:lvl2pPr marL="914400" lvl="1" indent="-298450" rtl="0">
              <a:spcBef>
                <a:spcPts val="0"/>
              </a:spcBef>
              <a:spcAft>
                <a:spcPts val="0"/>
              </a:spcAft>
              <a:buClr>
                <a:schemeClr val="lt1"/>
              </a:buClr>
              <a:buSzPts val="1100"/>
              <a:buChar char="■"/>
              <a:defRPr sz="1100">
                <a:solidFill>
                  <a:schemeClr val="lt1"/>
                </a:solidFill>
              </a:defRPr>
            </a:lvl2pPr>
            <a:lvl3pPr marL="1371600" lvl="2" indent="-298450" rtl="0">
              <a:spcBef>
                <a:spcPts val="0"/>
              </a:spcBef>
              <a:spcAft>
                <a:spcPts val="0"/>
              </a:spcAft>
              <a:buSzPts val="1100"/>
              <a:buChar char="■"/>
              <a:defRPr sz="1100"/>
            </a:lvl3pPr>
            <a:lvl4pPr marL="1828800" lvl="3" indent="-298450" rtl="0">
              <a:spcBef>
                <a:spcPts val="0"/>
              </a:spcBef>
              <a:spcAft>
                <a:spcPts val="0"/>
              </a:spcAft>
              <a:buSzPts val="1100"/>
              <a:buChar char="●"/>
              <a:defRPr sz="1100"/>
            </a:lvl4pPr>
            <a:lvl5pPr marL="2286000" lvl="4" indent="-298450" rtl="0">
              <a:spcBef>
                <a:spcPts val="0"/>
              </a:spcBef>
              <a:spcAft>
                <a:spcPts val="0"/>
              </a:spcAft>
              <a:buSzPts val="1100"/>
              <a:buChar char="○"/>
              <a:defRPr sz="1100"/>
            </a:lvl5pPr>
            <a:lvl6pPr marL="2743200" lvl="5" indent="-298450" rtl="0">
              <a:spcBef>
                <a:spcPts val="0"/>
              </a:spcBef>
              <a:spcAft>
                <a:spcPts val="0"/>
              </a:spcAft>
              <a:buSzPts val="1100"/>
              <a:buChar char="■"/>
              <a:defRPr sz="1100"/>
            </a:lvl6pPr>
            <a:lvl7pPr marL="3200400" lvl="6" indent="-298450" rtl="0">
              <a:spcBef>
                <a:spcPts val="0"/>
              </a:spcBef>
              <a:spcAft>
                <a:spcPts val="0"/>
              </a:spcAft>
              <a:buSzPts val="1100"/>
              <a:buChar char="●"/>
              <a:defRPr sz="1100"/>
            </a:lvl7pPr>
            <a:lvl8pPr marL="3657600" lvl="7" indent="-298450" rtl="0">
              <a:spcBef>
                <a:spcPts val="0"/>
              </a:spcBef>
              <a:spcAft>
                <a:spcPts val="0"/>
              </a:spcAft>
              <a:buSzPts val="1100"/>
              <a:buChar char="○"/>
              <a:defRPr sz="1100"/>
            </a:lvl8pPr>
            <a:lvl9pPr marL="4114800" lvl="8" indent="-298450" rtl="0">
              <a:spcBef>
                <a:spcPts val="0"/>
              </a:spcBef>
              <a:spcAft>
                <a:spcPts val="0"/>
              </a:spcAft>
              <a:buSzPts val="1100"/>
              <a:buChar char="■"/>
              <a:defRPr sz="1100"/>
            </a:lvl9pPr>
          </a:lstStyle>
          <a:p>
            <a:endParaRPr/>
          </a:p>
        </p:txBody>
      </p:sp>
    </p:spTree>
  </p:cSld>
  <p:clrMapOvr>
    <a:masterClrMapping/>
  </p:clrMapOvr>
</p:sldLayout>
</file>

<file path=ppt/slideLayouts/slideLayout121.xml><?xml version="1.0" encoding="utf-8"?>
<p:sldLayout xmlns:a="http://schemas.openxmlformats.org/drawingml/2006/main" xmlns:r="http://schemas.openxmlformats.org/officeDocument/2006/relationships" xmlns:p="http://schemas.openxmlformats.org/presentationml/2006/main" matchingName="Blank slide" type="blank">
  <p:cSld name="BLANK">
    <p:spTree>
      <p:nvGrpSpPr>
        <p:cNvPr id="1" name="Shape 1642"/>
        <p:cNvGrpSpPr/>
        <p:nvPr/>
      </p:nvGrpSpPr>
      <p:grpSpPr>
        <a:xfrm>
          <a:off x="0" y="0"/>
          <a:ext cx="0" cy="0"/>
          <a:chOff x="0" y="0"/>
          <a:chExt cx="0" cy="0"/>
        </a:xfrm>
      </p:grpSpPr>
    </p:spTree>
  </p:cSld>
  <p:clrMapOvr>
    <a:masterClrMapping/>
  </p:clrMapOvr>
</p:sldLayout>
</file>

<file path=ppt/slideLayouts/slideLayout122.xml><?xml version="1.0" encoding="utf-8"?>
<p:sldLayout xmlns:a="http://schemas.openxmlformats.org/drawingml/2006/main" xmlns:r="http://schemas.openxmlformats.org/officeDocument/2006/relationships" xmlns:p="http://schemas.openxmlformats.org/presentationml/2006/main" matchingName="Title &amp; body - Simple 7">
  <p:cSld name="TITLE_AND_BODY_10">
    <p:spTree>
      <p:nvGrpSpPr>
        <p:cNvPr id="1" name="Shape 1643"/>
        <p:cNvGrpSpPr/>
        <p:nvPr/>
      </p:nvGrpSpPr>
      <p:grpSpPr>
        <a:xfrm>
          <a:off x="0" y="0"/>
          <a:ext cx="0" cy="0"/>
          <a:chOff x="0" y="0"/>
          <a:chExt cx="0" cy="0"/>
        </a:xfrm>
      </p:grpSpPr>
      <p:sp>
        <p:nvSpPr>
          <p:cNvPr id="1644" name="Google Shape;1644;p124"/>
          <p:cNvSpPr txBox="1">
            <a:spLocks noGrp="1"/>
          </p:cNvSpPr>
          <p:nvPr>
            <p:ph type="title"/>
          </p:nvPr>
        </p:nvSpPr>
        <p:spPr>
          <a:xfrm>
            <a:off x="457200" y="114300"/>
            <a:ext cx="8229600" cy="903300"/>
          </a:xfrm>
          <a:prstGeom prst="rect">
            <a:avLst/>
          </a:prstGeom>
        </p:spPr>
        <p:txBody>
          <a:bodyPr spcFirstLastPara="1" wrap="square" lIns="0" tIns="0" rIns="0" bIns="0" anchor="t" anchorCtr="0">
            <a:normAutofit/>
          </a:bodyPr>
          <a:lstStyle>
            <a:lvl1pPr lvl="0" rtl="0">
              <a:spcBef>
                <a:spcPts val="0"/>
              </a:spcBef>
              <a:spcAft>
                <a:spcPts val="0"/>
              </a:spcAft>
              <a:buSzPts val="34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1645" name="Google Shape;1645;p124"/>
          <p:cNvSpPr txBox="1">
            <a:spLocks noGrp="1"/>
          </p:cNvSpPr>
          <p:nvPr>
            <p:ph type="body" idx="1"/>
          </p:nvPr>
        </p:nvSpPr>
        <p:spPr>
          <a:xfrm>
            <a:off x="457200" y="1152475"/>
            <a:ext cx="8229600" cy="3416400"/>
          </a:xfrm>
          <a:prstGeom prst="rect">
            <a:avLst/>
          </a:prstGeom>
        </p:spPr>
        <p:txBody>
          <a:bodyPr spcFirstLastPara="1" wrap="square" lIns="0" tIns="0" rIns="0" bIns="0" anchor="t" anchorCtr="0">
            <a:normAutofit/>
          </a:bodyPr>
          <a:lstStyle>
            <a:lvl1pPr marL="457200" lvl="0" indent="-330200" rtl="0">
              <a:spcBef>
                <a:spcPts val="0"/>
              </a:spcBef>
              <a:spcAft>
                <a:spcPts val="0"/>
              </a:spcAft>
              <a:buSzPts val="1600"/>
              <a:buChar char="■"/>
              <a:defRPr/>
            </a:lvl1pPr>
            <a:lvl2pPr marL="914400" lvl="1" indent="-317500" rtl="0">
              <a:spcBef>
                <a:spcPts val="0"/>
              </a:spcBef>
              <a:spcAft>
                <a:spcPts val="0"/>
              </a:spcAft>
              <a:buSzPts val="1400"/>
              <a:buChar char="■"/>
              <a:defRPr/>
            </a:lvl2pPr>
            <a:lvl3pPr marL="1371600" lvl="2" indent="-317500" rtl="0">
              <a:spcBef>
                <a:spcPts val="0"/>
              </a:spcBef>
              <a:spcAft>
                <a:spcPts val="0"/>
              </a:spcAft>
              <a:buSzPts val="1400"/>
              <a:buChar char="■"/>
              <a:defRPr/>
            </a:lvl3pPr>
            <a:lvl4pPr marL="1828800" lvl="3" indent="-317500" rtl="0">
              <a:spcBef>
                <a:spcPts val="0"/>
              </a:spcBef>
              <a:spcAft>
                <a:spcPts val="0"/>
              </a:spcAft>
              <a:buSzPts val="1400"/>
              <a:buChar char="●"/>
              <a:defRPr/>
            </a:lvl4pPr>
            <a:lvl5pPr marL="2286000" lvl="4" indent="-317500" rtl="0">
              <a:spcBef>
                <a:spcPts val="0"/>
              </a:spcBef>
              <a:spcAft>
                <a:spcPts val="0"/>
              </a:spcAft>
              <a:buSzPts val="1400"/>
              <a:buChar char="○"/>
              <a:defRPr/>
            </a:lvl5pPr>
            <a:lvl6pPr marL="2743200" lvl="5" indent="-317500" rtl="0">
              <a:spcBef>
                <a:spcPts val="0"/>
              </a:spcBef>
              <a:spcAft>
                <a:spcPts val="0"/>
              </a:spcAft>
              <a:buSzPts val="1400"/>
              <a:buChar char="■"/>
              <a:defRPr/>
            </a:lvl6pPr>
            <a:lvl7pPr marL="3200400" lvl="6" indent="-317500" rtl="0">
              <a:spcBef>
                <a:spcPts val="0"/>
              </a:spcBef>
              <a:spcAft>
                <a:spcPts val="0"/>
              </a:spcAft>
              <a:buSzPts val="1400"/>
              <a:buChar char="●"/>
              <a:defRPr/>
            </a:lvl7pPr>
            <a:lvl8pPr marL="3657600" lvl="7" indent="-317500" rtl="0">
              <a:spcBef>
                <a:spcPts val="0"/>
              </a:spcBef>
              <a:spcAft>
                <a:spcPts val="0"/>
              </a:spcAft>
              <a:buSzPts val="1400"/>
              <a:buChar char="○"/>
              <a:defRPr/>
            </a:lvl8pPr>
            <a:lvl9pPr marL="4114800" lvl="8" indent="-317500" rtl="0">
              <a:spcBef>
                <a:spcPts val="0"/>
              </a:spcBef>
              <a:spcAft>
                <a:spcPts val="0"/>
              </a:spcAft>
              <a:buSzPts val="1400"/>
              <a:buChar char="■"/>
              <a:defRPr/>
            </a:lvl9pPr>
          </a:lstStyle>
          <a:p>
            <a:endParaRPr/>
          </a:p>
        </p:txBody>
      </p:sp>
      <p:pic>
        <p:nvPicPr>
          <p:cNvPr id="1646" name="Google Shape;1646;p124"/>
          <p:cNvPicPr preferRelativeResize="0"/>
          <p:nvPr/>
        </p:nvPicPr>
        <p:blipFill>
          <a:blip r:embed="rId2">
            <a:alphaModFix/>
          </a:blip>
          <a:stretch>
            <a:fillRect/>
          </a:stretch>
        </p:blipFill>
        <p:spPr>
          <a:xfrm>
            <a:off x="8544852" y="62010"/>
            <a:ext cx="599140" cy="599141"/>
          </a:xfrm>
          <a:prstGeom prst="rect">
            <a:avLst/>
          </a:prstGeom>
          <a:noFill/>
          <a:ln>
            <a:noFill/>
          </a:ln>
        </p:spPr>
      </p:pic>
    </p:spTree>
  </p:cSld>
  <p:clrMapOvr>
    <a:masterClrMapping/>
  </p:clrMapOvr>
</p:sldLayout>
</file>

<file path=ppt/slideLayouts/slideLayout123.xml><?xml version="1.0" encoding="utf-8"?>
<p:sldLayout xmlns:a="http://schemas.openxmlformats.org/drawingml/2006/main" xmlns:r="http://schemas.openxmlformats.org/officeDocument/2006/relationships" xmlns:p="http://schemas.openxmlformats.org/presentationml/2006/main" matchingName="2 column 1">
  <p:cSld name="TITLE_AND_BODY_1_1_2_1">
    <p:bg>
      <p:bgPr>
        <a:solidFill>
          <a:schemeClr val="dk1"/>
        </a:solidFill>
        <a:effectLst/>
      </p:bgPr>
    </p:bg>
    <p:spTree>
      <p:nvGrpSpPr>
        <p:cNvPr id="1" name="Shape 1647"/>
        <p:cNvGrpSpPr/>
        <p:nvPr/>
      </p:nvGrpSpPr>
      <p:grpSpPr>
        <a:xfrm>
          <a:off x="0" y="0"/>
          <a:ext cx="0" cy="0"/>
          <a:chOff x="0" y="0"/>
          <a:chExt cx="0" cy="0"/>
        </a:xfrm>
      </p:grpSpPr>
      <p:sp>
        <p:nvSpPr>
          <p:cNvPr id="1648" name="Google Shape;1648;p125"/>
          <p:cNvSpPr/>
          <p:nvPr/>
        </p:nvSpPr>
        <p:spPr>
          <a:xfrm>
            <a:off x="4670400" y="1152475"/>
            <a:ext cx="4016100" cy="3410100"/>
          </a:xfrm>
          <a:prstGeom prst="round2SameRect">
            <a:avLst>
              <a:gd name="adj1" fmla="val 6462"/>
              <a:gd name="adj2" fmla="val 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9" name="Google Shape;1649;p125"/>
          <p:cNvSpPr/>
          <p:nvPr/>
        </p:nvSpPr>
        <p:spPr>
          <a:xfrm>
            <a:off x="4670400" y="1733450"/>
            <a:ext cx="4016100" cy="3410100"/>
          </a:xfrm>
          <a:prstGeom prst="round2SameRect">
            <a:avLst>
              <a:gd name="adj1" fmla="val 6462"/>
              <a:gd name="adj2" fmla="val 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0" name="Google Shape;1650;p125"/>
          <p:cNvSpPr/>
          <p:nvPr/>
        </p:nvSpPr>
        <p:spPr>
          <a:xfrm>
            <a:off x="457200" y="1152475"/>
            <a:ext cx="4016100" cy="3410100"/>
          </a:xfrm>
          <a:prstGeom prst="round2SameRect">
            <a:avLst>
              <a:gd name="adj1" fmla="val 6462"/>
              <a:gd name="adj2" fmla="val 0"/>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1" name="Google Shape;1651;p125"/>
          <p:cNvSpPr/>
          <p:nvPr/>
        </p:nvSpPr>
        <p:spPr>
          <a:xfrm>
            <a:off x="457200" y="1733450"/>
            <a:ext cx="4016100" cy="3410100"/>
          </a:xfrm>
          <a:prstGeom prst="round2SameRect">
            <a:avLst>
              <a:gd name="adj1" fmla="val 6462"/>
              <a:gd name="adj2" fmla="val 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2" name="Google Shape;1652;p125"/>
          <p:cNvSpPr txBox="1">
            <a:spLocks noGrp="1"/>
          </p:cNvSpPr>
          <p:nvPr>
            <p:ph type="title"/>
          </p:nvPr>
        </p:nvSpPr>
        <p:spPr>
          <a:xfrm>
            <a:off x="457200" y="114300"/>
            <a:ext cx="8229600" cy="903300"/>
          </a:xfrm>
          <a:prstGeom prst="rect">
            <a:avLst/>
          </a:prstGeom>
        </p:spPr>
        <p:txBody>
          <a:bodyPr spcFirstLastPara="1" wrap="square" lIns="0" tIns="0" rIns="0" bIns="0" anchor="t" anchorCtr="0">
            <a:normAutofit/>
          </a:bodyPr>
          <a:lstStyle>
            <a:lvl1pPr lvl="0" rtl="0">
              <a:spcBef>
                <a:spcPts val="0"/>
              </a:spcBef>
              <a:spcAft>
                <a:spcPts val="0"/>
              </a:spcAft>
              <a:buClr>
                <a:schemeClr val="lt2"/>
              </a:buClr>
              <a:buSzPts val="3400"/>
              <a:buNone/>
              <a:defRPr>
                <a:solidFill>
                  <a:schemeClr val="lt2"/>
                </a:solidFill>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1653" name="Google Shape;1653;p125"/>
          <p:cNvSpPr txBox="1">
            <a:spLocks noGrp="1"/>
          </p:cNvSpPr>
          <p:nvPr>
            <p:ph type="body" idx="1"/>
          </p:nvPr>
        </p:nvSpPr>
        <p:spPr>
          <a:xfrm>
            <a:off x="691650" y="1939351"/>
            <a:ext cx="3548400" cy="2697600"/>
          </a:xfrm>
          <a:prstGeom prst="rect">
            <a:avLst/>
          </a:prstGeom>
        </p:spPr>
        <p:txBody>
          <a:bodyPr spcFirstLastPara="1" wrap="square" lIns="0" tIns="0" rIns="0" bIns="0" anchor="t" anchorCtr="0">
            <a:normAutofit/>
          </a:bodyPr>
          <a:lstStyle>
            <a:lvl1pPr marL="457200" lvl="0" indent="-330200" rtl="0">
              <a:spcBef>
                <a:spcPts val="0"/>
              </a:spcBef>
              <a:spcAft>
                <a:spcPts val="0"/>
              </a:spcAft>
              <a:buSzPts val="1600"/>
              <a:buChar char="■"/>
              <a:defRPr sz="1600"/>
            </a:lvl1pPr>
            <a:lvl2pPr marL="914400" lvl="1" indent="-317500" rtl="0">
              <a:spcBef>
                <a:spcPts val="0"/>
              </a:spcBef>
              <a:spcAft>
                <a:spcPts val="0"/>
              </a:spcAft>
              <a:buSzPts val="1400"/>
              <a:buChar char="■"/>
              <a:defRPr/>
            </a:lvl2pPr>
            <a:lvl3pPr marL="1371600" lvl="2" indent="-317500" rtl="0">
              <a:spcBef>
                <a:spcPts val="0"/>
              </a:spcBef>
              <a:spcAft>
                <a:spcPts val="0"/>
              </a:spcAft>
              <a:buSzPts val="1400"/>
              <a:buChar char="■"/>
              <a:defRPr/>
            </a:lvl3pPr>
            <a:lvl4pPr marL="1828800" lvl="3" indent="-317500" rtl="0">
              <a:spcBef>
                <a:spcPts val="0"/>
              </a:spcBef>
              <a:spcAft>
                <a:spcPts val="0"/>
              </a:spcAft>
              <a:buSzPts val="1400"/>
              <a:buChar char="●"/>
              <a:defRPr/>
            </a:lvl4pPr>
            <a:lvl5pPr marL="2286000" lvl="4" indent="-317500" rtl="0">
              <a:spcBef>
                <a:spcPts val="0"/>
              </a:spcBef>
              <a:spcAft>
                <a:spcPts val="0"/>
              </a:spcAft>
              <a:buSzPts val="1400"/>
              <a:buChar char="○"/>
              <a:defRPr/>
            </a:lvl5pPr>
            <a:lvl6pPr marL="2743200" lvl="5" indent="-317500" rtl="0">
              <a:spcBef>
                <a:spcPts val="0"/>
              </a:spcBef>
              <a:spcAft>
                <a:spcPts val="0"/>
              </a:spcAft>
              <a:buSzPts val="1400"/>
              <a:buChar char="■"/>
              <a:defRPr/>
            </a:lvl6pPr>
            <a:lvl7pPr marL="3200400" lvl="6" indent="-317500" rtl="0">
              <a:spcBef>
                <a:spcPts val="0"/>
              </a:spcBef>
              <a:spcAft>
                <a:spcPts val="0"/>
              </a:spcAft>
              <a:buSzPts val="1400"/>
              <a:buChar char="●"/>
              <a:defRPr/>
            </a:lvl7pPr>
            <a:lvl8pPr marL="3657600" lvl="7" indent="-317500" rtl="0">
              <a:spcBef>
                <a:spcPts val="0"/>
              </a:spcBef>
              <a:spcAft>
                <a:spcPts val="0"/>
              </a:spcAft>
              <a:buSzPts val="1400"/>
              <a:buChar char="○"/>
              <a:defRPr/>
            </a:lvl8pPr>
            <a:lvl9pPr marL="4114800" lvl="8" indent="-317500" rtl="0">
              <a:spcBef>
                <a:spcPts val="0"/>
              </a:spcBef>
              <a:spcAft>
                <a:spcPts val="0"/>
              </a:spcAft>
              <a:buSzPts val="1400"/>
              <a:buChar char="■"/>
              <a:defRPr/>
            </a:lvl9pPr>
          </a:lstStyle>
          <a:p>
            <a:endParaRPr/>
          </a:p>
        </p:txBody>
      </p:sp>
      <p:sp>
        <p:nvSpPr>
          <p:cNvPr id="1654" name="Google Shape;1654;p125"/>
          <p:cNvSpPr txBox="1">
            <a:spLocks noGrp="1"/>
          </p:cNvSpPr>
          <p:nvPr>
            <p:ph type="subTitle" idx="2"/>
          </p:nvPr>
        </p:nvSpPr>
        <p:spPr>
          <a:xfrm>
            <a:off x="700375" y="1218001"/>
            <a:ext cx="3548400" cy="450600"/>
          </a:xfrm>
          <a:prstGeom prst="rect">
            <a:avLst/>
          </a:prstGeom>
        </p:spPr>
        <p:txBody>
          <a:bodyPr spcFirstLastPara="1" wrap="square" lIns="0" tIns="0" rIns="0" bIns="0" anchor="ctr" anchorCtr="0">
            <a:normAutofit/>
          </a:bodyPr>
          <a:lstStyle>
            <a:lvl1pPr lvl="0" algn="ctr" rtl="0">
              <a:lnSpc>
                <a:spcPct val="100000"/>
              </a:lnSpc>
              <a:spcBef>
                <a:spcPts val="0"/>
              </a:spcBef>
              <a:spcAft>
                <a:spcPts val="0"/>
              </a:spcAft>
              <a:buClr>
                <a:schemeClr val="lt2"/>
              </a:buClr>
              <a:buSzPts val="2000"/>
              <a:buFont typeface="IBM Plex Sans Medium"/>
              <a:buNone/>
              <a:defRPr sz="2000">
                <a:solidFill>
                  <a:schemeClr val="lt2"/>
                </a:solidFill>
                <a:latin typeface="IBM Plex Sans Medium"/>
                <a:ea typeface="IBM Plex Sans Medium"/>
                <a:cs typeface="IBM Plex Sans Medium"/>
                <a:sym typeface="IBM Plex Sans Medium"/>
              </a:defRPr>
            </a:lvl1pPr>
            <a:lvl2pPr lvl="1" algn="ctr" rtl="0">
              <a:lnSpc>
                <a:spcPct val="100000"/>
              </a:lnSpc>
              <a:spcBef>
                <a:spcPts val="0"/>
              </a:spcBef>
              <a:spcAft>
                <a:spcPts val="0"/>
              </a:spcAft>
              <a:buSzPts val="2000"/>
              <a:buFont typeface="IBM Plex Sans Medium"/>
              <a:buNone/>
              <a:defRPr sz="2000">
                <a:latin typeface="IBM Plex Sans Medium"/>
                <a:ea typeface="IBM Plex Sans Medium"/>
                <a:cs typeface="IBM Plex Sans Medium"/>
                <a:sym typeface="IBM Plex Sans Medium"/>
              </a:defRPr>
            </a:lvl2pPr>
            <a:lvl3pPr lvl="2" algn="ctr" rtl="0">
              <a:lnSpc>
                <a:spcPct val="100000"/>
              </a:lnSpc>
              <a:spcBef>
                <a:spcPts val="0"/>
              </a:spcBef>
              <a:spcAft>
                <a:spcPts val="0"/>
              </a:spcAft>
              <a:buSzPts val="2000"/>
              <a:buFont typeface="IBM Plex Sans Medium"/>
              <a:buNone/>
              <a:defRPr sz="2000">
                <a:latin typeface="IBM Plex Sans Medium"/>
                <a:ea typeface="IBM Plex Sans Medium"/>
                <a:cs typeface="IBM Plex Sans Medium"/>
                <a:sym typeface="IBM Plex Sans Medium"/>
              </a:defRPr>
            </a:lvl3pPr>
            <a:lvl4pPr lvl="3" algn="ctr" rtl="0">
              <a:lnSpc>
                <a:spcPct val="100000"/>
              </a:lnSpc>
              <a:spcBef>
                <a:spcPts val="0"/>
              </a:spcBef>
              <a:spcAft>
                <a:spcPts val="0"/>
              </a:spcAft>
              <a:buSzPts val="2000"/>
              <a:buFont typeface="IBM Plex Sans Medium"/>
              <a:buNone/>
              <a:defRPr sz="2000">
                <a:latin typeface="IBM Plex Sans Medium"/>
                <a:ea typeface="IBM Plex Sans Medium"/>
                <a:cs typeface="IBM Plex Sans Medium"/>
                <a:sym typeface="IBM Plex Sans Medium"/>
              </a:defRPr>
            </a:lvl4pPr>
            <a:lvl5pPr lvl="4" algn="ctr" rtl="0">
              <a:lnSpc>
                <a:spcPct val="100000"/>
              </a:lnSpc>
              <a:spcBef>
                <a:spcPts val="0"/>
              </a:spcBef>
              <a:spcAft>
                <a:spcPts val="0"/>
              </a:spcAft>
              <a:buSzPts val="2000"/>
              <a:buFont typeface="IBM Plex Sans Medium"/>
              <a:buNone/>
              <a:defRPr sz="2000">
                <a:latin typeface="IBM Plex Sans Medium"/>
                <a:ea typeface="IBM Plex Sans Medium"/>
                <a:cs typeface="IBM Plex Sans Medium"/>
                <a:sym typeface="IBM Plex Sans Medium"/>
              </a:defRPr>
            </a:lvl5pPr>
            <a:lvl6pPr lvl="5" algn="ctr" rtl="0">
              <a:lnSpc>
                <a:spcPct val="100000"/>
              </a:lnSpc>
              <a:spcBef>
                <a:spcPts val="0"/>
              </a:spcBef>
              <a:spcAft>
                <a:spcPts val="0"/>
              </a:spcAft>
              <a:buSzPts val="2000"/>
              <a:buFont typeface="IBM Plex Sans Medium"/>
              <a:buNone/>
              <a:defRPr sz="2000">
                <a:latin typeface="IBM Plex Sans Medium"/>
                <a:ea typeface="IBM Plex Sans Medium"/>
                <a:cs typeface="IBM Plex Sans Medium"/>
                <a:sym typeface="IBM Plex Sans Medium"/>
              </a:defRPr>
            </a:lvl6pPr>
            <a:lvl7pPr lvl="6" algn="ctr" rtl="0">
              <a:lnSpc>
                <a:spcPct val="100000"/>
              </a:lnSpc>
              <a:spcBef>
                <a:spcPts val="0"/>
              </a:spcBef>
              <a:spcAft>
                <a:spcPts val="0"/>
              </a:spcAft>
              <a:buSzPts val="2000"/>
              <a:buFont typeface="IBM Plex Sans Medium"/>
              <a:buNone/>
              <a:defRPr sz="2000">
                <a:latin typeface="IBM Plex Sans Medium"/>
                <a:ea typeface="IBM Plex Sans Medium"/>
                <a:cs typeface="IBM Plex Sans Medium"/>
                <a:sym typeface="IBM Plex Sans Medium"/>
              </a:defRPr>
            </a:lvl7pPr>
            <a:lvl8pPr lvl="7" algn="ctr" rtl="0">
              <a:lnSpc>
                <a:spcPct val="100000"/>
              </a:lnSpc>
              <a:spcBef>
                <a:spcPts val="0"/>
              </a:spcBef>
              <a:spcAft>
                <a:spcPts val="0"/>
              </a:spcAft>
              <a:buSzPts val="2000"/>
              <a:buFont typeface="IBM Plex Sans Medium"/>
              <a:buNone/>
              <a:defRPr sz="2000">
                <a:latin typeface="IBM Plex Sans Medium"/>
                <a:ea typeface="IBM Plex Sans Medium"/>
                <a:cs typeface="IBM Plex Sans Medium"/>
                <a:sym typeface="IBM Plex Sans Medium"/>
              </a:defRPr>
            </a:lvl8pPr>
            <a:lvl9pPr lvl="8" algn="ctr" rtl="0">
              <a:lnSpc>
                <a:spcPct val="100000"/>
              </a:lnSpc>
              <a:spcBef>
                <a:spcPts val="0"/>
              </a:spcBef>
              <a:spcAft>
                <a:spcPts val="0"/>
              </a:spcAft>
              <a:buSzPts val="2000"/>
              <a:buFont typeface="IBM Plex Sans Medium"/>
              <a:buNone/>
              <a:defRPr sz="2000">
                <a:latin typeface="IBM Plex Sans Medium"/>
                <a:ea typeface="IBM Plex Sans Medium"/>
                <a:cs typeface="IBM Plex Sans Medium"/>
                <a:sym typeface="IBM Plex Sans Medium"/>
              </a:defRPr>
            </a:lvl9pPr>
          </a:lstStyle>
          <a:p>
            <a:endParaRPr/>
          </a:p>
        </p:txBody>
      </p:sp>
      <p:sp>
        <p:nvSpPr>
          <p:cNvPr id="1655" name="Google Shape;1655;p125"/>
          <p:cNvSpPr txBox="1">
            <a:spLocks noGrp="1"/>
          </p:cNvSpPr>
          <p:nvPr>
            <p:ph type="body" idx="3"/>
          </p:nvPr>
        </p:nvSpPr>
        <p:spPr>
          <a:xfrm>
            <a:off x="4904250" y="1939351"/>
            <a:ext cx="3548400" cy="2697600"/>
          </a:xfrm>
          <a:prstGeom prst="rect">
            <a:avLst/>
          </a:prstGeom>
        </p:spPr>
        <p:txBody>
          <a:bodyPr spcFirstLastPara="1" wrap="square" lIns="0" tIns="0" rIns="0" bIns="0" anchor="t" anchorCtr="0">
            <a:normAutofit/>
          </a:bodyPr>
          <a:lstStyle>
            <a:lvl1pPr marL="457200" lvl="0" indent="-330200" rtl="0">
              <a:spcBef>
                <a:spcPts val="0"/>
              </a:spcBef>
              <a:spcAft>
                <a:spcPts val="0"/>
              </a:spcAft>
              <a:buSzPts val="1600"/>
              <a:buChar char="■"/>
              <a:defRPr sz="1600"/>
            </a:lvl1pPr>
            <a:lvl2pPr marL="914400" lvl="1" indent="-317500" rtl="0">
              <a:spcBef>
                <a:spcPts val="0"/>
              </a:spcBef>
              <a:spcAft>
                <a:spcPts val="0"/>
              </a:spcAft>
              <a:buSzPts val="1400"/>
              <a:buChar char="■"/>
              <a:defRPr/>
            </a:lvl2pPr>
            <a:lvl3pPr marL="1371600" lvl="2" indent="-317500" rtl="0">
              <a:spcBef>
                <a:spcPts val="0"/>
              </a:spcBef>
              <a:spcAft>
                <a:spcPts val="0"/>
              </a:spcAft>
              <a:buSzPts val="1400"/>
              <a:buChar char="■"/>
              <a:defRPr/>
            </a:lvl3pPr>
            <a:lvl4pPr marL="1828800" lvl="3" indent="-317500" rtl="0">
              <a:spcBef>
                <a:spcPts val="0"/>
              </a:spcBef>
              <a:spcAft>
                <a:spcPts val="0"/>
              </a:spcAft>
              <a:buSzPts val="1400"/>
              <a:buChar char="●"/>
              <a:defRPr/>
            </a:lvl4pPr>
            <a:lvl5pPr marL="2286000" lvl="4" indent="-317500" rtl="0">
              <a:spcBef>
                <a:spcPts val="0"/>
              </a:spcBef>
              <a:spcAft>
                <a:spcPts val="0"/>
              </a:spcAft>
              <a:buSzPts val="1400"/>
              <a:buChar char="○"/>
              <a:defRPr/>
            </a:lvl5pPr>
            <a:lvl6pPr marL="2743200" lvl="5" indent="-317500" rtl="0">
              <a:spcBef>
                <a:spcPts val="0"/>
              </a:spcBef>
              <a:spcAft>
                <a:spcPts val="0"/>
              </a:spcAft>
              <a:buSzPts val="1400"/>
              <a:buChar char="■"/>
              <a:defRPr/>
            </a:lvl6pPr>
            <a:lvl7pPr marL="3200400" lvl="6" indent="-317500" rtl="0">
              <a:spcBef>
                <a:spcPts val="0"/>
              </a:spcBef>
              <a:spcAft>
                <a:spcPts val="0"/>
              </a:spcAft>
              <a:buSzPts val="1400"/>
              <a:buChar char="●"/>
              <a:defRPr/>
            </a:lvl7pPr>
            <a:lvl8pPr marL="3657600" lvl="7" indent="-317500" rtl="0">
              <a:spcBef>
                <a:spcPts val="0"/>
              </a:spcBef>
              <a:spcAft>
                <a:spcPts val="0"/>
              </a:spcAft>
              <a:buSzPts val="1400"/>
              <a:buChar char="○"/>
              <a:defRPr/>
            </a:lvl8pPr>
            <a:lvl9pPr marL="4114800" lvl="8" indent="-317500" rtl="0">
              <a:spcBef>
                <a:spcPts val="0"/>
              </a:spcBef>
              <a:spcAft>
                <a:spcPts val="0"/>
              </a:spcAft>
              <a:buSzPts val="1400"/>
              <a:buChar char="■"/>
              <a:defRPr/>
            </a:lvl9pPr>
          </a:lstStyle>
          <a:p>
            <a:endParaRPr/>
          </a:p>
        </p:txBody>
      </p:sp>
      <p:sp>
        <p:nvSpPr>
          <p:cNvPr id="1656" name="Google Shape;1656;p125"/>
          <p:cNvSpPr txBox="1">
            <a:spLocks noGrp="1"/>
          </p:cNvSpPr>
          <p:nvPr>
            <p:ph type="subTitle" idx="4"/>
          </p:nvPr>
        </p:nvSpPr>
        <p:spPr>
          <a:xfrm>
            <a:off x="4912975" y="1218001"/>
            <a:ext cx="3548400" cy="450600"/>
          </a:xfrm>
          <a:prstGeom prst="rect">
            <a:avLst/>
          </a:prstGeom>
        </p:spPr>
        <p:txBody>
          <a:bodyPr spcFirstLastPara="1" wrap="square" lIns="0" tIns="0" rIns="0" bIns="0" anchor="ctr" anchorCtr="0">
            <a:normAutofit/>
          </a:bodyPr>
          <a:lstStyle>
            <a:lvl1pPr lvl="0" algn="ctr" rtl="0">
              <a:lnSpc>
                <a:spcPct val="100000"/>
              </a:lnSpc>
              <a:spcBef>
                <a:spcPts val="0"/>
              </a:spcBef>
              <a:spcAft>
                <a:spcPts val="0"/>
              </a:spcAft>
              <a:buClr>
                <a:schemeClr val="lt2"/>
              </a:buClr>
              <a:buSzPts val="2000"/>
              <a:buFont typeface="IBM Plex Sans Medium"/>
              <a:buNone/>
              <a:defRPr sz="2000">
                <a:solidFill>
                  <a:schemeClr val="lt2"/>
                </a:solidFill>
                <a:latin typeface="IBM Plex Sans Medium"/>
                <a:ea typeface="IBM Plex Sans Medium"/>
                <a:cs typeface="IBM Plex Sans Medium"/>
                <a:sym typeface="IBM Plex Sans Medium"/>
              </a:defRPr>
            </a:lvl1pPr>
            <a:lvl2pPr lvl="1" algn="ctr" rtl="0">
              <a:lnSpc>
                <a:spcPct val="100000"/>
              </a:lnSpc>
              <a:spcBef>
                <a:spcPts val="0"/>
              </a:spcBef>
              <a:spcAft>
                <a:spcPts val="0"/>
              </a:spcAft>
              <a:buSzPts val="2000"/>
              <a:buFont typeface="IBM Plex Sans Medium"/>
              <a:buNone/>
              <a:defRPr sz="2000">
                <a:latin typeface="IBM Plex Sans Medium"/>
                <a:ea typeface="IBM Plex Sans Medium"/>
                <a:cs typeface="IBM Plex Sans Medium"/>
                <a:sym typeface="IBM Plex Sans Medium"/>
              </a:defRPr>
            </a:lvl2pPr>
            <a:lvl3pPr lvl="2" algn="ctr" rtl="0">
              <a:lnSpc>
                <a:spcPct val="100000"/>
              </a:lnSpc>
              <a:spcBef>
                <a:spcPts val="0"/>
              </a:spcBef>
              <a:spcAft>
                <a:spcPts val="0"/>
              </a:spcAft>
              <a:buSzPts val="2000"/>
              <a:buFont typeface="IBM Plex Sans Medium"/>
              <a:buNone/>
              <a:defRPr sz="2000">
                <a:latin typeface="IBM Plex Sans Medium"/>
                <a:ea typeface="IBM Plex Sans Medium"/>
                <a:cs typeface="IBM Plex Sans Medium"/>
                <a:sym typeface="IBM Plex Sans Medium"/>
              </a:defRPr>
            </a:lvl3pPr>
            <a:lvl4pPr lvl="3" algn="ctr" rtl="0">
              <a:lnSpc>
                <a:spcPct val="100000"/>
              </a:lnSpc>
              <a:spcBef>
                <a:spcPts val="0"/>
              </a:spcBef>
              <a:spcAft>
                <a:spcPts val="0"/>
              </a:spcAft>
              <a:buSzPts val="2000"/>
              <a:buFont typeface="IBM Plex Sans Medium"/>
              <a:buNone/>
              <a:defRPr sz="2000">
                <a:latin typeface="IBM Plex Sans Medium"/>
                <a:ea typeface="IBM Plex Sans Medium"/>
                <a:cs typeface="IBM Plex Sans Medium"/>
                <a:sym typeface="IBM Plex Sans Medium"/>
              </a:defRPr>
            </a:lvl4pPr>
            <a:lvl5pPr lvl="4" algn="ctr" rtl="0">
              <a:lnSpc>
                <a:spcPct val="100000"/>
              </a:lnSpc>
              <a:spcBef>
                <a:spcPts val="0"/>
              </a:spcBef>
              <a:spcAft>
                <a:spcPts val="0"/>
              </a:spcAft>
              <a:buSzPts val="2000"/>
              <a:buFont typeface="IBM Plex Sans Medium"/>
              <a:buNone/>
              <a:defRPr sz="2000">
                <a:latin typeface="IBM Plex Sans Medium"/>
                <a:ea typeface="IBM Plex Sans Medium"/>
                <a:cs typeface="IBM Plex Sans Medium"/>
                <a:sym typeface="IBM Plex Sans Medium"/>
              </a:defRPr>
            </a:lvl5pPr>
            <a:lvl6pPr lvl="5" algn="ctr" rtl="0">
              <a:lnSpc>
                <a:spcPct val="100000"/>
              </a:lnSpc>
              <a:spcBef>
                <a:spcPts val="0"/>
              </a:spcBef>
              <a:spcAft>
                <a:spcPts val="0"/>
              </a:spcAft>
              <a:buSzPts val="2000"/>
              <a:buFont typeface="IBM Plex Sans Medium"/>
              <a:buNone/>
              <a:defRPr sz="2000">
                <a:latin typeface="IBM Plex Sans Medium"/>
                <a:ea typeface="IBM Plex Sans Medium"/>
                <a:cs typeface="IBM Plex Sans Medium"/>
                <a:sym typeface="IBM Plex Sans Medium"/>
              </a:defRPr>
            </a:lvl6pPr>
            <a:lvl7pPr lvl="6" algn="ctr" rtl="0">
              <a:lnSpc>
                <a:spcPct val="100000"/>
              </a:lnSpc>
              <a:spcBef>
                <a:spcPts val="0"/>
              </a:spcBef>
              <a:spcAft>
                <a:spcPts val="0"/>
              </a:spcAft>
              <a:buSzPts val="2000"/>
              <a:buFont typeface="IBM Plex Sans Medium"/>
              <a:buNone/>
              <a:defRPr sz="2000">
                <a:latin typeface="IBM Plex Sans Medium"/>
                <a:ea typeface="IBM Plex Sans Medium"/>
                <a:cs typeface="IBM Plex Sans Medium"/>
                <a:sym typeface="IBM Plex Sans Medium"/>
              </a:defRPr>
            </a:lvl7pPr>
            <a:lvl8pPr lvl="7" algn="ctr" rtl="0">
              <a:lnSpc>
                <a:spcPct val="100000"/>
              </a:lnSpc>
              <a:spcBef>
                <a:spcPts val="0"/>
              </a:spcBef>
              <a:spcAft>
                <a:spcPts val="0"/>
              </a:spcAft>
              <a:buSzPts val="2000"/>
              <a:buFont typeface="IBM Plex Sans Medium"/>
              <a:buNone/>
              <a:defRPr sz="2000">
                <a:latin typeface="IBM Plex Sans Medium"/>
                <a:ea typeface="IBM Plex Sans Medium"/>
                <a:cs typeface="IBM Plex Sans Medium"/>
                <a:sym typeface="IBM Plex Sans Medium"/>
              </a:defRPr>
            </a:lvl8pPr>
            <a:lvl9pPr lvl="8" algn="ctr" rtl="0">
              <a:lnSpc>
                <a:spcPct val="100000"/>
              </a:lnSpc>
              <a:spcBef>
                <a:spcPts val="0"/>
              </a:spcBef>
              <a:spcAft>
                <a:spcPts val="0"/>
              </a:spcAft>
              <a:buSzPts val="2000"/>
              <a:buFont typeface="IBM Plex Sans Medium"/>
              <a:buNone/>
              <a:defRPr sz="2000">
                <a:latin typeface="IBM Plex Sans Medium"/>
                <a:ea typeface="IBM Plex Sans Medium"/>
                <a:cs typeface="IBM Plex Sans Medium"/>
                <a:sym typeface="IBM Plex Sans Medium"/>
              </a:defRPr>
            </a:lvl9pPr>
          </a:lstStyle>
          <a:p>
            <a:endParaRPr/>
          </a:p>
        </p:txBody>
      </p:sp>
      <p:pic>
        <p:nvPicPr>
          <p:cNvPr id="1657" name="Google Shape;1657;p125"/>
          <p:cNvPicPr preferRelativeResize="0"/>
          <p:nvPr/>
        </p:nvPicPr>
        <p:blipFill>
          <a:blip r:embed="rId2">
            <a:alphaModFix/>
          </a:blip>
          <a:stretch>
            <a:fillRect/>
          </a:stretch>
        </p:blipFill>
        <p:spPr>
          <a:xfrm>
            <a:off x="8544859" y="62003"/>
            <a:ext cx="599140" cy="599141"/>
          </a:xfrm>
          <a:prstGeom prst="rect">
            <a:avLst/>
          </a:prstGeom>
          <a:noFill/>
          <a:ln>
            <a:noFill/>
          </a:ln>
        </p:spPr>
      </p:pic>
    </p:spTree>
  </p:cSld>
  <p:clrMapOvr>
    <a:masterClrMapping/>
  </p:clrMapOvr>
</p:sldLayout>
</file>

<file path=ppt/slideLayouts/slideLayout124.xml><?xml version="1.0" encoding="utf-8"?>
<p:sldLayout xmlns:a="http://schemas.openxmlformats.org/drawingml/2006/main" xmlns:r="http://schemas.openxmlformats.org/officeDocument/2006/relationships" xmlns:p="http://schemas.openxmlformats.org/presentationml/2006/main" matchingName="Title &amp; body - Simple 7 1">
  <p:cSld name="TITLE_AND_BODY_10_1">
    <p:spTree>
      <p:nvGrpSpPr>
        <p:cNvPr id="1" name="Shape 1658"/>
        <p:cNvGrpSpPr/>
        <p:nvPr/>
      </p:nvGrpSpPr>
      <p:grpSpPr>
        <a:xfrm>
          <a:off x="0" y="0"/>
          <a:ext cx="0" cy="0"/>
          <a:chOff x="0" y="0"/>
          <a:chExt cx="0" cy="0"/>
        </a:xfrm>
      </p:grpSpPr>
      <p:sp>
        <p:nvSpPr>
          <p:cNvPr id="1659" name="Google Shape;1659;p126"/>
          <p:cNvSpPr txBox="1">
            <a:spLocks noGrp="1"/>
          </p:cNvSpPr>
          <p:nvPr>
            <p:ph type="title"/>
          </p:nvPr>
        </p:nvSpPr>
        <p:spPr>
          <a:xfrm>
            <a:off x="457200" y="114300"/>
            <a:ext cx="8229600" cy="903300"/>
          </a:xfrm>
          <a:prstGeom prst="rect">
            <a:avLst/>
          </a:prstGeom>
        </p:spPr>
        <p:txBody>
          <a:bodyPr spcFirstLastPara="1" wrap="square" lIns="0" tIns="0" rIns="0" bIns="0" anchor="t" anchorCtr="0">
            <a:normAutofit/>
          </a:bodyPr>
          <a:lstStyle>
            <a:lvl1pPr lvl="0" rtl="0">
              <a:spcBef>
                <a:spcPts val="0"/>
              </a:spcBef>
              <a:spcAft>
                <a:spcPts val="0"/>
              </a:spcAft>
              <a:buSzPts val="34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1660" name="Google Shape;1660;p126"/>
          <p:cNvSpPr txBox="1">
            <a:spLocks noGrp="1"/>
          </p:cNvSpPr>
          <p:nvPr>
            <p:ph type="body" idx="1"/>
          </p:nvPr>
        </p:nvSpPr>
        <p:spPr>
          <a:xfrm>
            <a:off x="457200" y="1152475"/>
            <a:ext cx="8229600" cy="3416400"/>
          </a:xfrm>
          <a:prstGeom prst="rect">
            <a:avLst/>
          </a:prstGeom>
        </p:spPr>
        <p:txBody>
          <a:bodyPr spcFirstLastPara="1" wrap="square" lIns="0" tIns="0" rIns="0" bIns="0" anchor="t" anchorCtr="0">
            <a:normAutofit/>
          </a:bodyPr>
          <a:lstStyle>
            <a:lvl1pPr marL="457200" lvl="0" indent="-330200" rtl="0">
              <a:spcBef>
                <a:spcPts val="0"/>
              </a:spcBef>
              <a:spcAft>
                <a:spcPts val="0"/>
              </a:spcAft>
              <a:buSzPts val="1600"/>
              <a:buChar char="■"/>
              <a:defRPr/>
            </a:lvl1pPr>
            <a:lvl2pPr marL="914400" lvl="1" indent="-317500" rtl="0">
              <a:spcBef>
                <a:spcPts val="0"/>
              </a:spcBef>
              <a:spcAft>
                <a:spcPts val="0"/>
              </a:spcAft>
              <a:buSzPts val="1400"/>
              <a:buChar char="■"/>
              <a:defRPr/>
            </a:lvl2pPr>
            <a:lvl3pPr marL="1371600" lvl="2" indent="-317500" rtl="0">
              <a:spcBef>
                <a:spcPts val="0"/>
              </a:spcBef>
              <a:spcAft>
                <a:spcPts val="0"/>
              </a:spcAft>
              <a:buSzPts val="1400"/>
              <a:buChar char="■"/>
              <a:defRPr/>
            </a:lvl3pPr>
            <a:lvl4pPr marL="1828800" lvl="3" indent="-317500" rtl="0">
              <a:spcBef>
                <a:spcPts val="0"/>
              </a:spcBef>
              <a:spcAft>
                <a:spcPts val="0"/>
              </a:spcAft>
              <a:buSzPts val="1400"/>
              <a:buChar char="●"/>
              <a:defRPr/>
            </a:lvl4pPr>
            <a:lvl5pPr marL="2286000" lvl="4" indent="-317500" rtl="0">
              <a:spcBef>
                <a:spcPts val="0"/>
              </a:spcBef>
              <a:spcAft>
                <a:spcPts val="0"/>
              </a:spcAft>
              <a:buSzPts val="1400"/>
              <a:buChar char="○"/>
              <a:defRPr/>
            </a:lvl5pPr>
            <a:lvl6pPr marL="2743200" lvl="5" indent="-317500" rtl="0">
              <a:spcBef>
                <a:spcPts val="0"/>
              </a:spcBef>
              <a:spcAft>
                <a:spcPts val="0"/>
              </a:spcAft>
              <a:buSzPts val="1400"/>
              <a:buChar char="■"/>
              <a:defRPr/>
            </a:lvl6pPr>
            <a:lvl7pPr marL="3200400" lvl="6" indent="-317500" rtl="0">
              <a:spcBef>
                <a:spcPts val="0"/>
              </a:spcBef>
              <a:spcAft>
                <a:spcPts val="0"/>
              </a:spcAft>
              <a:buSzPts val="1400"/>
              <a:buChar char="●"/>
              <a:defRPr/>
            </a:lvl7pPr>
            <a:lvl8pPr marL="3657600" lvl="7" indent="-317500" rtl="0">
              <a:spcBef>
                <a:spcPts val="0"/>
              </a:spcBef>
              <a:spcAft>
                <a:spcPts val="0"/>
              </a:spcAft>
              <a:buSzPts val="1400"/>
              <a:buChar char="○"/>
              <a:defRPr/>
            </a:lvl8pPr>
            <a:lvl9pPr marL="4114800" lvl="8" indent="-317500" rtl="0">
              <a:spcBef>
                <a:spcPts val="0"/>
              </a:spcBef>
              <a:spcAft>
                <a:spcPts val="0"/>
              </a:spcAft>
              <a:buSzPts val="1400"/>
              <a:buChar char="■"/>
              <a:defRPr/>
            </a:lvl9pPr>
          </a:lstStyle>
          <a:p>
            <a:endParaRPr/>
          </a:p>
        </p:txBody>
      </p:sp>
      <p:pic>
        <p:nvPicPr>
          <p:cNvPr id="1661" name="Google Shape;1661;p126"/>
          <p:cNvPicPr preferRelativeResize="0"/>
          <p:nvPr/>
        </p:nvPicPr>
        <p:blipFill>
          <a:blip r:embed="rId2">
            <a:alphaModFix/>
          </a:blip>
          <a:stretch>
            <a:fillRect/>
          </a:stretch>
        </p:blipFill>
        <p:spPr>
          <a:xfrm>
            <a:off x="8544852" y="62010"/>
            <a:ext cx="599140" cy="599141"/>
          </a:xfrm>
          <a:prstGeom prst="rect">
            <a:avLst/>
          </a:prstGeom>
          <a:noFill/>
          <a:ln>
            <a:noFill/>
          </a:ln>
        </p:spPr>
      </p:pic>
    </p:spTree>
  </p:cSld>
  <p:clrMapOvr>
    <a:masterClrMapping/>
  </p:clrMapOvr>
</p:sldLayout>
</file>

<file path=ppt/slideLayouts/slideLayout125.xml><?xml version="1.0" encoding="utf-8"?>
<p:sldLayout xmlns:a="http://schemas.openxmlformats.org/drawingml/2006/main" xmlns:r="http://schemas.openxmlformats.org/officeDocument/2006/relationships" xmlns:p="http://schemas.openxmlformats.org/presentationml/2006/main" matchingName="Title &amp; body - Black 10">
  <p:cSld name="TITLE_AND_BODY_3_14">
    <p:bg>
      <p:bgPr>
        <a:solidFill>
          <a:schemeClr val="dk1"/>
        </a:solidFill>
        <a:effectLst/>
      </p:bgPr>
    </p:bg>
    <p:spTree>
      <p:nvGrpSpPr>
        <p:cNvPr id="1" name="Shape 1662"/>
        <p:cNvGrpSpPr/>
        <p:nvPr/>
      </p:nvGrpSpPr>
      <p:grpSpPr>
        <a:xfrm>
          <a:off x="0" y="0"/>
          <a:ext cx="0" cy="0"/>
          <a:chOff x="0" y="0"/>
          <a:chExt cx="0" cy="0"/>
        </a:xfrm>
      </p:grpSpPr>
      <p:sp>
        <p:nvSpPr>
          <p:cNvPr id="1663" name="Google Shape;1663;p127"/>
          <p:cNvSpPr txBox="1">
            <a:spLocks noGrp="1"/>
          </p:cNvSpPr>
          <p:nvPr>
            <p:ph type="title"/>
          </p:nvPr>
        </p:nvSpPr>
        <p:spPr>
          <a:xfrm>
            <a:off x="457200" y="114300"/>
            <a:ext cx="8229600" cy="903300"/>
          </a:xfrm>
          <a:prstGeom prst="rect">
            <a:avLst/>
          </a:prstGeom>
        </p:spPr>
        <p:txBody>
          <a:bodyPr spcFirstLastPara="1" wrap="square" lIns="0" tIns="0" rIns="0" bIns="0" anchor="t" anchorCtr="0">
            <a:normAutofit/>
          </a:bodyPr>
          <a:lstStyle>
            <a:lvl1pPr lvl="0" rtl="0">
              <a:spcBef>
                <a:spcPts val="0"/>
              </a:spcBef>
              <a:spcAft>
                <a:spcPts val="0"/>
              </a:spcAft>
              <a:buClr>
                <a:schemeClr val="lt1"/>
              </a:buClr>
              <a:buSzPts val="3400"/>
              <a:buNone/>
              <a:defRPr>
                <a:solidFill>
                  <a:schemeClr val="lt1"/>
                </a:solidFill>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1664" name="Google Shape;1664;p127"/>
          <p:cNvSpPr txBox="1">
            <a:spLocks noGrp="1"/>
          </p:cNvSpPr>
          <p:nvPr>
            <p:ph type="body" idx="1"/>
          </p:nvPr>
        </p:nvSpPr>
        <p:spPr>
          <a:xfrm>
            <a:off x="457200" y="1152475"/>
            <a:ext cx="8229600" cy="3416400"/>
          </a:xfrm>
          <a:prstGeom prst="rect">
            <a:avLst/>
          </a:prstGeom>
        </p:spPr>
        <p:txBody>
          <a:bodyPr spcFirstLastPara="1" wrap="square" lIns="0" tIns="0" rIns="0" bIns="0" anchor="t" anchorCtr="0">
            <a:normAutofit/>
          </a:bodyPr>
          <a:lstStyle>
            <a:lvl1pPr marL="457200" lvl="0" indent="-330200" rtl="0">
              <a:spcBef>
                <a:spcPts val="0"/>
              </a:spcBef>
              <a:spcAft>
                <a:spcPts val="0"/>
              </a:spcAft>
              <a:buClr>
                <a:schemeClr val="lt1"/>
              </a:buClr>
              <a:buSzPts val="1600"/>
              <a:buChar char="■"/>
              <a:defRPr>
                <a:solidFill>
                  <a:schemeClr val="lt1"/>
                </a:solidFill>
              </a:defRPr>
            </a:lvl1pPr>
            <a:lvl2pPr marL="914400" lvl="1" indent="-317500" rtl="0">
              <a:spcBef>
                <a:spcPts val="0"/>
              </a:spcBef>
              <a:spcAft>
                <a:spcPts val="0"/>
              </a:spcAft>
              <a:buSzPts val="1400"/>
              <a:buChar char="■"/>
              <a:defRPr>
                <a:solidFill>
                  <a:schemeClr val="lt1"/>
                </a:solidFill>
              </a:defRPr>
            </a:lvl2pPr>
            <a:lvl3pPr marL="1371600" lvl="2" indent="-317500" rtl="0">
              <a:spcBef>
                <a:spcPts val="0"/>
              </a:spcBef>
              <a:spcAft>
                <a:spcPts val="0"/>
              </a:spcAft>
              <a:buClr>
                <a:schemeClr val="lt1"/>
              </a:buClr>
              <a:buSzPts val="1400"/>
              <a:buChar char="■"/>
              <a:defRPr>
                <a:solidFill>
                  <a:schemeClr val="lt1"/>
                </a:solidFill>
              </a:defRPr>
            </a:lvl3pPr>
            <a:lvl4pPr marL="1828800" lvl="3" indent="-317500" rtl="0">
              <a:spcBef>
                <a:spcPts val="0"/>
              </a:spcBef>
              <a:spcAft>
                <a:spcPts val="0"/>
              </a:spcAft>
              <a:buClr>
                <a:schemeClr val="lt1"/>
              </a:buClr>
              <a:buSzPts val="1400"/>
              <a:buChar char="●"/>
              <a:defRPr>
                <a:solidFill>
                  <a:schemeClr val="lt1"/>
                </a:solidFill>
              </a:defRPr>
            </a:lvl4pPr>
            <a:lvl5pPr marL="2286000" lvl="4" indent="-317500" rtl="0">
              <a:spcBef>
                <a:spcPts val="0"/>
              </a:spcBef>
              <a:spcAft>
                <a:spcPts val="0"/>
              </a:spcAft>
              <a:buClr>
                <a:schemeClr val="lt1"/>
              </a:buClr>
              <a:buSzPts val="1400"/>
              <a:buChar char="○"/>
              <a:defRPr>
                <a:solidFill>
                  <a:schemeClr val="lt1"/>
                </a:solidFill>
              </a:defRPr>
            </a:lvl5pPr>
            <a:lvl6pPr marL="2743200" lvl="5" indent="-317500" rtl="0">
              <a:spcBef>
                <a:spcPts val="0"/>
              </a:spcBef>
              <a:spcAft>
                <a:spcPts val="0"/>
              </a:spcAft>
              <a:buClr>
                <a:schemeClr val="lt1"/>
              </a:buClr>
              <a:buSzPts val="1400"/>
              <a:buChar char="■"/>
              <a:defRPr>
                <a:solidFill>
                  <a:schemeClr val="lt1"/>
                </a:solidFill>
              </a:defRPr>
            </a:lvl6pPr>
            <a:lvl7pPr marL="3200400" lvl="6" indent="-317500" rtl="0">
              <a:spcBef>
                <a:spcPts val="0"/>
              </a:spcBef>
              <a:spcAft>
                <a:spcPts val="0"/>
              </a:spcAft>
              <a:buClr>
                <a:schemeClr val="lt1"/>
              </a:buClr>
              <a:buSzPts val="1400"/>
              <a:buChar char="●"/>
              <a:defRPr>
                <a:solidFill>
                  <a:schemeClr val="lt1"/>
                </a:solidFill>
              </a:defRPr>
            </a:lvl7pPr>
            <a:lvl8pPr marL="3657600" lvl="7" indent="-317500" rtl="0">
              <a:spcBef>
                <a:spcPts val="0"/>
              </a:spcBef>
              <a:spcAft>
                <a:spcPts val="0"/>
              </a:spcAft>
              <a:buClr>
                <a:schemeClr val="lt1"/>
              </a:buClr>
              <a:buSzPts val="1400"/>
              <a:buChar char="○"/>
              <a:defRPr>
                <a:solidFill>
                  <a:schemeClr val="lt1"/>
                </a:solidFill>
              </a:defRPr>
            </a:lvl8pPr>
            <a:lvl9pPr marL="4114800" lvl="8" indent="-317500" rtl="0">
              <a:spcBef>
                <a:spcPts val="0"/>
              </a:spcBef>
              <a:spcAft>
                <a:spcPts val="0"/>
              </a:spcAft>
              <a:buClr>
                <a:schemeClr val="lt1"/>
              </a:buClr>
              <a:buSzPts val="1400"/>
              <a:buChar char="■"/>
              <a:defRPr>
                <a:solidFill>
                  <a:schemeClr val="lt1"/>
                </a:solidFill>
              </a:defRPr>
            </a:lvl9pPr>
          </a:lstStyle>
          <a:p>
            <a:endParaRPr/>
          </a:p>
        </p:txBody>
      </p:sp>
      <p:pic>
        <p:nvPicPr>
          <p:cNvPr id="1665" name="Google Shape;1665;p127"/>
          <p:cNvPicPr preferRelativeResize="0"/>
          <p:nvPr/>
        </p:nvPicPr>
        <p:blipFill>
          <a:blip r:embed="rId2">
            <a:alphaModFix/>
          </a:blip>
          <a:stretch>
            <a:fillRect/>
          </a:stretch>
        </p:blipFill>
        <p:spPr>
          <a:xfrm>
            <a:off x="8544859" y="62003"/>
            <a:ext cx="599140" cy="599141"/>
          </a:xfrm>
          <a:prstGeom prst="rect">
            <a:avLst/>
          </a:prstGeom>
          <a:noFill/>
          <a:ln>
            <a:noFill/>
          </a:ln>
        </p:spPr>
      </p:pic>
    </p:spTree>
  </p:cSld>
  <p:clrMapOvr>
    <a:masterClrMapping/>
  </p:clrMapOvr>
</p:sldLayout>
</file>

<file path=ppt/slideLayouts/slideLayout126.xml><?xml version="1.0" encoding="utf-8"?>
<p:sldLayout xmlns:a="http://schemas.openxmlformats.org/drawingml/2006/main" xmlns:r="http://schemas.openxmlformats.org/officeDocument/2006/relationships" xmlns:p="http://schemas.openxmlformats.org/presentationml/2006/main" matchingName="Title &amp; body - Simple 2">
  <p:cSld name="TITLE_AND_BODY_4">
    <p:spTree>
      <p:nvGrpSpPr>
        <p:cNvPr id="1" name="Shape 1666"/>
        <p:cNvGrpSpPr/>
        <p:nvPr/>
      </p:nvGrpSpPr>
      <p:grpSpPr>
        <a:xfrm>
          <a:off x="0" y="0"/>
          <a:ext cx="0" cy="0"/>
          <a:chOff x="0" y="0"/>
          <a:chExt cx="0" cy="0"/>
        </a:xfrm>
      </p:grpSpPr>
      <p:sp>
        <p:nvSpPr>
          <p:cNvPr id="1667" name="Google Shape;1667;p128"/>
          <p:cNvSpPr txBox="1">
            <a:spLocks noGrp="1"/>
          </p:cNvSpPr>
          <p:nvPr>
            <p:ph type="title"/>
          </p:nvPr>
        </p:nvSpPr>
        <p:spPr>
          <a:xfrm>
            <a:off x="457200" y="114300"/>
            <a:ext cx="8229600" cy="903300"/>
          </a:xfrm>
          <a:prstGeom prst="rect">
            <a:avLst/>
          </a:prstGeom>
        </p:spPr>
        <p:txBody>
          <a:bodyPr spcFirstLastPara="1" wrap="square" lIns="0" tIns="0" rIns="0" bIns="0" anchor="t" anchorCtr="0">
            <a:normAutofit/>
          </a:bodyPr>
          <a:lstStyle>
            <a:lvl1pPr lvl="0" rtl="0">
              <a:spcBef>
                <a:spcPts val="0"/>
              </a:spcBef>
              <a:spcAft>
                <a:spcPts val="0"/>
              </a:spcAft>
              <a:buSzPts val="34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1668" name="Google Shape;1668;p128"/>
          <p:cNvSpPr txBox="1">
            <a:spLocks noGrp="1"/>
          </p:cNvSpPr>
          <p:nvPr>
            <p:ph type="body" idx="1"/>
          </p:nvPr>
        </p:nvSpPr>
        <p:spPr>
          <a:xfrm>
            <a:off x="457200" y="1152475"/>
            <a:ext cx="8229600" cy="3416400"/>
          </a:xfrm>
          <a:prstGeom prst="rect">
            <a:avLst/>
          </a:prstGeom>
        </p:spPr>
        <p:txBody>
          <a:bodyPr spcFirstLastPara="1" wrap="square" lIns="0" tIns="0" rIns="0" bIns="0" anchor="t" anchorCtr="0">
            <a:normAutofit/>
          </a:bodyPr>
          <a:lstStyle>
            <a:lvl1pPr marL="457200" lvl="0" indent="-330200" rtl="0">
              <a:spcBef>
                <a:spcPts val="0"/>
              </a:spcBef>
              <a:spcAft>
                <a:spcPts val="0"/>
              </a:spcAft>
              <a:buSzPts val="1600"/>
              <a:buChar char="■"/>
              <a:defRPr/>
            </a:lvl1pPr>
            <a:lvl2pPr marL="914400" lvl="1" indent="-317500" rtl="0">
              <a:spcBef>
                <a:spcPts val="0"/>
              </a:spcBef>
              <a:spcAft>
                <a:spcPts val="0"/>
              </a:spcAft>
              <a:buSzPts val="1400"/>
              <a:buChar char="■"/>
              <a:defRPr/>
            </a:lvl2pPr>
            <a:lvl3pPr marL="1371600" lvl="2" indent="-317500" rtl="0">
              <a:spcBef>
                <a:spcPts val="0"/>
              </a:spcBef>
              <a:spcAft>
                <a:spcPts val="0"/>
              </a:spcAft>
              <a:buSzPts val="1400"/>
              <a:buChar char="■"/>
              <a:defRPr/>
            </a:lvl3pPr>
            <a:lvl4pPr marL="1828800" lvl="3" indent="-317500" rtl="0">
              <a:spcBef>
                <a:spcPts val="0"/>
              </a:spcBef>
              <a:spcAft>
                <a:spcPts val="0"/>
              </a:spcAft>
              <a:buSzPts val="1400"/>
              <a:buChar char="●"/>
              <a:defRPr/>
            </a:lvl4pPr>
            <a:lvl5pPr marL="2286000" lvl="4" indent="-317500" rtl="0">
              <a:spcBef>
                <a:spcPts val="0"/>
              </a:spcBef>
              <a:spcAft>
                <a:spcPts val="0"/>
              </a:spcAft>
              <a:buSzPts val="1400"/>
              <a:buChar char="○"/>
              <a:defRPr/>
            </a:lvl5pPr>
            <a:lvl6pPr marL="2743200" lvl="5" indent="-317500" rtl="0">
              <a:spcBef>
                <a:spcPts val="0"/>
              </a:spcBef>
              <a:spcAft>
                <a:spcPts val="0"/>
              </a:spcAft>
              <a:buSzPts val="1400"/>
              <a:buChar char="■"/>
              <a:defRPr/>
            </a:lvl6pPr>
            <a:lvl7pPr marL="3200400" lvl="6" indent="-317500" rtl="0">
              <a:spcBef>
                <a:spcPts val="0"/>
              </a:spcBef>
              <a:spcAft>
                <a:spcPts val="0"/>
              </a:spcAft>
              <a:buSzPts val="1400"/>
              <a:buChar char="●"/>
              <a:defRPr/>
            </a:lvl7pPr>
            <a:lvl8pPr marL="3657600" lvl="7" indent="-317500" rtl="0">
              <a:spcBef>
                <a:spcPts val="0"/>
              </a:spcBef>
              <a:spcAft>
                <a:spcPts val="0"/>
              </a:spcAft>
              <a:buSzPts val="1400"/>
              <a:buChar char="○"/>
              <a:defRPr/>
            </a:lvl8pPr>
            <a:lvl9pPr marL="4114800" lvl="8" indent="-317500" rtl="0">
              <a:spcBef>
                <a:spcPts val="0"/>
              </a:spcBef>
              <a:spcAft>
                <a:spcPts val="0"/>
              </a:spcAft>
              <a:buSzPts val="1400"/>
              <a:buChar char="■"/>
              <a:defRPr/>
            </a:lvl9pPr>
          </a:lstStyle>
          <a:p>
            <a:endParaRPr/>
          </a:p>
        </p:txBody>
      </p:sp>
      <p:pic>
        <p:nvPicPr>
          <p:cNvPr id="1669" name="Google Shape;1669;p128"/>
          <p:cNvPicPr preferRelativeResize="0"/>
          <p:nvPr/>
        </p:nvPicPr>
        <p:blipFill>
          <a:blip r:embed="rId2">
            <a:alphaModFix/>
          </a:blip>
          <a:stretch>
            <a:fillRect/>
          </a:stretch>
        </p:blipFill>
        <p:spPr>
          <a:xfrm>
            <a:off x="8544852" y="62010"/>
            <a:ext cx="599140" cy="599141"/>
          </a:xfrm>
          <a:prstGeom prst="rect">
            <a:avLst/>
          </a:prstGeom>
          <a:noFill/>
          <a:ln>
            <a:noFill/>
          </a:ln>
        </p:spPr>
      </p:pic>
    </p:spTree>
  </p:cSld>
  <p:clrMapOvr>
    <a:masterClrMapping/>
  </p:clrMapOvr>
</p:sldLayout>
</file>

<file path=ppt/slideLayouts/slideLayout127.xml><?xml version="1.0" encoding="utf-8"?>
<p:sldLayout xmlns:a="http://schemas.openxmlformats.org/drawingml/2006/main" xmlns:r="http://schemas.openxmlformats.org/officeDocument/2006/relationships" xmlns:p="http://schemas.openxmlformats.org/presentationml/2006/main" matchingName="Title only - Spacecraft 4">
  <p:cSld name="TITLE_ONLY_15">
    <p:spTree>
      <p:nvGrpSpPr>
        <p:cNvPr id="1" name="Shape 1670"/>
        <p:cNvGrpSpPr/>
        <p:nvPr/>
      </p:nvGrpSpPr>
      <p:grpSpPr>
        <a:xfrm>
          <a:off x="0" y="0"/>
          <a:ext cx="0" cy="0"/>
          <a:chOff x="0" y="0"/>
          <a:chExt cx="0" cy="0"/>
        </a:xfrm>
      </p:grpSpPr>
      <p:sp>
        <p:nvSpPr>
          <p:cNvPr id="1671" name="Google Shape;1671;p129"/>
          <p:cNvSpPr txBox="1">
            <a:spLocks noGrp="1"/>
          </p:cNvSpPr>
          <p:nvPr>
            <p:ph type="title"/>
          </p:nvPr>
        </p:nvSpPr>
        <p:spPr>
          <a:xfrm>
            <a:off x="457200" y="114300"/>
            <a:ext cx="8229600" cy="903300"/>
          </a:xfrm>
          <a:prstGeom prst="rect">
            <a:avLst/>
          </a:prstGeom>
        </p:spPr>
        <p:txBody>
          <a:bodyPr spcFirstLastPara="1" wrap="square" lIns="0" tIns="0" rIns="0" bIns="0" anchor="t" anchorCtr="0">
            <a:normAutofit/>
          </a:bodyPr>
          <a:lstStyle>
            <a:lvl1pPr lvl="0" rtl="0">
              <a:spcBef>
                <a:spcPts val="0"/>
              </a:spcBef>
              <a:spcAft>
                <a:spcPts val="0"/>
              </a:spcAft>
              <a:buSzPts val="34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pic>
        <p:nvPicPr>
          <p:cNvPr id="1672" name="Google Shape;1672;p129"/>
          <p:cNvPicPr preferRelativeResize="0"/>
          <p:nvPr/>
        </p:nvPicPr>
        <p:blipFill>
          <a:blip r:embed="rId2">
            <a:alphaModFix/>
          </a:blip>
          <a:stretch>
            <a:fillRect/>
          </a:stretch>
        </p:blipFill>
        <p:spPr>
          <a:xfrm>
            <a:off x="8544852" y="62010"/>
            <a:ext cx="599140" cy="599141"/>
          </a:xfrm>
          <a:prstGeom prst="rect">
            <a:avLst/>
          </a:prstGeom>
          <a:noFill/>
          <a:ln>
            <a:noFill/>
          </a:ln>
        </p:spPr>
      </p:pic>
    </p:spTree>
  </p:cSld>
  <p:clrMapOvr>
    <a:masterClrMapping/>
  </p:clrMapOvr>
</p:sldLayout>
</file>

<file path=ppt/slideLayouts/slideLayout128.xml><?xml version="1.0" encoding="utf-8"?>
<p:sldLayout xmlns:a="http://schemas.openxmlformats.org/drawingml/2006/main" xmlns:r="http://schemas.openxmlformats.org/officeDocument/2006/relationships" xmlns:p="http://schemas.openxmlformats.org/presentationml/2006/main" matchingName="Title &amp; body - Simple 3">
  <p:cSld name="TITLE_AND_BODY_5">
    <p:spTree>
      <p:nvGrpSpPr>
        <p:cNvPr id="1" name="Shape 1673"/>
        <p:cNvGrpSpPr/>
        <p:nvPr/>
      </p:nvGrpSpPr>
      <p:grpSpPr>
        <a:xfrm>
          <a:off x="0" y="0"/>
          <a:ext cx="0" cy="0"/>
          <a:chOff x="0" y="0"/>
          <a:chExt cx="0" cy="0"/>
        </a:xfrm>
      </p:grpSpPr>
      <p:sp>
        <p:nvSpPr>
          <p:cNvPr id="1674" name="Google Shape;1674;p130"/>
          <p:cNvSpPr txBox="1">
            <a:spLocks noGrp="1"/>
          </p:cNvSpPr>
          <p:nvPr>
            <p:ph type="title"/>
          </p:nvPr>
        </p:nvSpPr>
        <p:spPr>
          <a:xfrm>
            <a:off x="457200" y="114300"/>
            <a:ext cx="8229600" cy="903300"/>
          </a:xfrm>
          <a:prstGeom prst="rect">
            <a:avLst/>
          </a:prstGeom>
        </p:spPr>
        <p:txBody>
          <a:bodyPr spcFirstLastPara="1" wrap="square" lIns="0" tIns="0" rIns="0" bIns="0" anchor="t" anchorCtr="0">
            <a:normAutofit/>
          </a:bodyPr>
          <a:lstStyle>
            <a:lvl1pPr lvl="0" rtl="0">
              <a:spcBef>
                <a:spcPts val="0"/>
              </a:spcBef>
              <a:spcAft>
                <a:spcPts val="0"/>
              </a:spcAft>
              <a:buSzPts val="34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1675" name="Google Shape;1675;p130"/>
          <p:cNvSpPr txBox="1">
            <a:spLocks noGrp="1"/>
          </p:cNvSpPr>
          <p:nvPr>
            <p:ph type="body" idx="1"/>
          </p:nvPr>
        </p:nvSpPr>
        <p:spPr>
          <a:xfrm>
            <a:off x="457200" y="1152475"/>
            <a:ext cx="8229600" cy="3416400"/>
          </a:xfrm>
          <a:prstGeom prst="rect">
            <a:avLst/>
          </a:prstGeom>
        </p:spPr>
        <p:txBody>
          <a:bodyPr spcFirstLastPara="1" wrap="square" lIns="0" tIns="0" rIns="0" bIns="0" anchor="t" anchorCtr="0">
            <a:normAutofit/>
          </a:bodyPr>
          <a:lstStyle>
            <a:lvl1pPr marL="457200" lvl="0" indent="-330200" rtl="0">
              <a:spcBef>
                <a:spcPts val="0"/>
              </a:spcBef>
              <a:spcAft>
                <a:spcPts val="0"/>
              </a:spcAft>
              <a:buSzPts val="1600"/>
              <a:buChar char="■"/>
              <a:defRPr/>
            </a:lvl1pPr>
            <a:lvl2pPr marL="914400" lvl="1" indent="-317500" rtl="0">
              <a:spcBef>
                <a:spcPts val="0"/>
              </a:spcBef>
              <a:spcAft>
                <a:spcPts val="0"/>
              </a:spcAft>
              <a:buSzPts val="1400"/>
              <a:buChar char="■"/>
              <a:defRPr/>
            </a:lvl2pPr>
            <a:lvl3pPr marL="1371600" lvl="2" indent="-317500" rtl="0">
              <a:spcBef>
                <a:spcPts val="0"/>
              </a:spcBef>
              <a:spcAft>
                <a:spcPts val="0"/>
              </a:spcAft>
              <a:buSzPts val="1400"/>
              <a:buChar char="■"/>
              <a:defRPr/>
            </a:lvl3pPr>
            <a:lvl4pPr marL="1828800" lvl="3" indent="-317500" rtl="0">
              <a:spcBef>
                <a:spcPts val="0"/>
              </a:spcBef>
              <a:spcAft>
                <a:spcPts val="0"/>
              </a:spcAft>
              <a:buSzPts val="1400"/>
              <a:buChar char="●"/>
              <a:defRPr/>
            </a:lvl4pPr>
            <a:lvl5pPr marL="2286000" lvl="4" indent="-317500" rtl="0">
              <a:spcBef>
                <a:spcPts val="0"/>
              </a:spcBef>
              <a:spcAft>
                <a:spcPts val="0"/>
              </a:spcAft>
              <a:buSzPts val="1400"/>
              <a:buChar char="○"/>
              <a:defRPr/>
            </a:lvl5pPr>
            <a:lvl6pPr marL="2743200" lvl="5" indent="-317500" rtl="0">
              <a:spcBef>
                <a:spcPts val="0"/>
              </a:spcBef>
              <a:spcAft>
                <a:spcPts val="0"/>
              </a:spcAft>
              <a:buSzPts val="1400"/>
              <a:buChar char="■"/>
              <a:defRPr/>
            </a:lvl6pPr>
            <a:lvl7pPr marL="3200400" lvl="6" indent="-317500" rtl="0">
              <a:spcBef>
                <a:spcPts val="0"/>
              </a:spcBef>
              <a:spcAft>
                <a:spcPts val="0"/>
              </a:spcAft>
              <a:buSzPts val="1400"/>
              <a:buChar char="●"/>
              <a:defRPr/>
            </a:lvl7pPr>
            <a:lvl8pPr marL="3657600" lvl="7" indent="-317500" rtl="0">
              <a:spcBef>
                <a:spcPts val="0"/>
              </a:spcBef>
              <a:spcAft>
                <a:spcPts val="0"/>
              </a:spcAft>
              <a:buSzPts val="1400"/>
              <a:buChar char="○"/>
              <a:defRPr/>
            </a:lvl8pPr>
            <a:lvl9pPr marL="4114800" lvl="8" indent="-317500" rtl="0">
              <a:spcBef>
                <a:spcPts val="0"/>
              </a:spcBef>
              <a:spcAft>
                <a:spcPts val="0"/>
              </a:spcAft>
              <a:buSzPts val="1400"/>
              <a:buChar char="■"/>
              <a:defRPr/>
            </a:lvl9pPr>
          </a:lstStyle>
          <a:p>
            <a:endParaRPr/>
          </a:p>
        </p:txBody>
      </p:sp>
      <p:pic>
        <p:nvPicPr>
          <p:cNvPr id="1676" name="Google Shape;1676;p130"/>
          <p:cNvPicPr preferRelativeResize="0"/>
          <p:nvPr/>
        </p:nvPicPr>
        <p:blipFill>
          <a:blip r:embed="rId2">
            <a:alphaModFix/>
          </a:blip>
          <a:stretch>
            <a:fillRect/>
          </a:stretch>
        </p:blipFill>
        <p:spPr>
          <a:xfrm>
            <a:off x="8544852" y="62010"/>
            <a:ext cx="599140" cy="599141"/>
          </a:xfrm>
          <a:prstGeom prst="rect">
            <a:avLst/>
          </a:prstGeom>
          <a:noFill/>
          <a:ln>
            <a:noFill/>
          </a:ln>
        </p:spPr>
      </p:pic>
    </p:spTree>
  </p:cSld>
  <p:clrMapOvr>
    <a:masterClrMapping/>
  </p:clrMapOvr>
</p:sldLayout>
</file>

<file path=ppt/slideLayouts/slideLayout129.xml><?xml version="1.0" encoding="utf-8"?>
<p:sldLayout xmlns:a="http://schemas.openxmlformats.org/drawingml/2006/main" xmlns:r="http://schemas.openxmlformats.org/officeDocument/2006/relationships" xmlns:p="http://schemas.openxmlformats.org/presentationml/2006/main" matchingName="Quote - 2 1">
  <p:cSld name="Quote - 2">
    <p:bg>
      <p:bgPr>
        <a:solidFill>
          <a:schemeClr val="dk1"/>
        </a:solidFill>
        <a:effectLst/>
      </p:bgPr>
    </p:bg>
    <p:spTree>
      <p:nvGrpSpPr>
        <p:cNvPr id="1" name="Shape 1677"/>
        <p:cNvGrpSpPr/>
        <p:nvPr/>
      </p:nvGrpSpPr>
      <p:grpSpPr>
        <a:xfrm>
          <a:off x="0" y="0"/>
          <a:ext cx="0" cy="0"/>
          <a:chOff x="0" y="0"/>
          <a:chExt cx="0" cy="0"/>
        </a:xfrm>
      </p:grpSpPr>
      <p:sp>
        <p:nvSpPr>
          <p:cNvPr id="1678" name="Google Shape;1678;p131"/>
          <p:cNvSpPr/>
          <p:nvPr/>
        </p:nvSpPr>
        <p:spPr>
          <a:xfrm>
            <a:off x="1244101" y="1087650"/>
            <a:ext cx="6960600" cy="3273000"/>
          </a:xfrm>
          <a:prstGeom prst="roundRect">
            <a:avLst>
              <a:gd name="adj" fmla="val 9217"/>
            </a:avLst>
          </a:prstGeom>
          <a:solidFill>
            <a:schemeClr val="accent6"/>
          </a:solidFill>
          <a:ln>
            <a:noFill/>
          </a:ln>
        </p:spPr>
        <p:txBody>
          <a:bodyPr spcFirstLastPara="1" wrap="square" lIns="57125" tIns="57125" rIns="57125" bIns="57125" anchor="ctr" anchorCtr="0">
            <a:noAutofit/>
          </a:bodyPr>
          <a:lstStyle/>
          <a:p>
            <a:pPr marL="0" marR="0" lvl="0" indent="0" algn="ctr" rtl="0">
              <a:lnSpc>
                <a:spcPct val="100000"/>
              </a:lnSpc>
              <a:spcBef>
                <a:spcPts val="0"/>
              </a:spcBef>
              <a:spcAft>
                <a:spcPts val="0"/>
              </a:spcAft>
              <a:buClr>
                <a:srgbClr val="000000"/>
              </a:buClr>
              <a:buSzPts val="1000"/>
              <a:buFont typeface="Arial"/>
              <a:buNone/>
            </a:pPr>
            <a:endParaRPr sz="1000" b="0" i="0" u="none" strike="noStrike" cap="none">
              <a:solidFill>
                <a:srgbClr val="000000"/>
              </a:solidFill>
              <a:latin typeface="IBM Plex Sans"/>
              <a:ea typeface="IBM Plex Sans"/>
              <a:cs typeface="IBM Plex Sans"/>
              <a:sym typeface="IBM Plex Sans"/>
            </a:endParaRPr>
          </a:p>
        </p:txBody>
      </p:sp>
      <p:sp>
        <p:nvSpPr>
          <p:cNvPr id="1679" name="Google Shape;1679;p131"/>
          <p:cNvSpPr/>
          <p:nvPr/>
        </p:nvSpPr>
        <p:spPr>
          <a:xfrm>
            <a:off x="1091701" y="935250"/>
            <a:ext cx="6960600" cy="3273000"/>
          </a:xfrm>
          <a:prstGeom prst="roundRect">
            <a:avLst>
              <a:gd name="adj" fmla="val 9653"/>
            </a:avLst>
          </a:prstGeom>
          <a:solidFill>
            <a:schemeClr val="lt1"/>
          </a:solidFill>
          <a:ln w="38100" cap="flat" cmpd="sng">
            <a:solidFill>
              <a:schemeClr val="dk1"/>
            </a:solidFill>
            <a:prstDash val="solid"/>
            <a:round/>
            <a:headEnd type="none" w="sm" len="sm"/>
            <a:tailEnd type="none" w="sm" len="sm"/>
          </a:ln>
        </p:spPr>
        <p:txBody>
          <a:bodyPr spcFirstLastPara="1" wrap="square" lIns="57125" tIns="57125" rIns="57125" bIns="57125" anchor="ctr" anchorCtr="0">
            <a:noAutofit/>
          </a:bodyPr>
          <a:lstStyle/>
          <a:p>
            <a:pPr marL="0" marR="0" lvl="0" indent="0" algn="ctr" rtl="0">
              <a:lnSpc>
                <a:spcPct val="100000"/>
              </a:lnSpc>
              <a:spcBef>
                <a:spcPts val="0"/>
              </a:spcBef>
              <a:spcAft>
                <a:spcPts val="0"/>
              </a:spcAft>
              <a:buClr>
                <a:srgbClr val="000000"/>
              </a:buClr>
              <a:buSzPts val="1000"/>
              <a:buFont typeface="Arial"/>
              <a:buNone/>
            </a:pPr>
            <a:endParaRPr sz="1000" b="0" i="0" u="none" strike="noStrike" cap="none">
              <a:solidFill>
                <a:srgbClr val="000000"/>
              </a:solidFill>
              <a:latin typeface="IBM Plex Sans"/>
              <a:ea typeface="IBM Plex Sans"/>
              <a:cs typeface="IBM Plex Sans"/>
              <a:sym typeface="IBM Plex Sans"/>
            </a:endParaRPr>
          </a:p>
        </p:txBody>
      </p:sp>
      <p:sp>
        <p:nvSpPr>
          <p:cNvPr id="1680" name="Google Shape;1680;p131"/>
          <p:cNvSpPr txBox="1">
            <a:spLocks noGrp="1"/>
          </p:cNvSpPr>
          <p:nvPr>
            <p:ph type="body" idx="1"/>
          </p:nvPr>
        </p:nvSpPr>
        <p:spPr>
          <a:xfrm>
            <a:off x="2029800" y="1503000"/>
            <a:ext cx="5389200" cy="1907700"/>
          </a:xfrm>
          <a:prstGeom prst="rect">
            <a:avLst/>
          </a:prstGeom>
          <a:noFill/>
          <a:ln>
            <a:noFill/>
          </a:ln>
        </p:spPr>
        <p:txBody>
          <a:bodyPr spcFirstLastPara="1" wrap="square" lIns="0" tIns="0" rIns="0" bIns="0" anchor="t" anchorCtr="0">
            <a:normAutofit/>
          </a:bodyPr>
          <a:lstStyle>
            <a:lvl1pPr marL="457200" lvl="0" indent="-342900" algn="l" rtl="0">
              <a:lnSpc>
                <a:spcPct val="115000"/>
              </a:lnSpc>
              <a:spcBef>
                <a:spcPts val="0"/>
              </a:spcBef>
              <a:spcAft>
                <a:spcPts val="0"/>
              </a:spcAft>
              <a:buClr>
                <a:schemeClr val="dk1"/>
              </a:buClr>
              <a:buSzPts val="1800"/>
              <a:buFont typeface="IBM Plex Sans Light"/>
              <a:buChar char="■"/>
              <a:defRPr sz="2400">
                <a:latin typeface="IBM Plex Sans Light"/>
                <a:ea typeface="IBM Plex Sans Light"/>
                <a:cs typeface="IBM Plex Sans Light"/>
                <a:sym typeface="IBM Plex Sans Light"/>
              </a:defRPr>
            </a:lvl1pPr>
            <a:lvl2pPr marL="914400" lvl="1" indent="-317500" algn="l" rtl="0">
              <a:lnSpc>
                <a:spcPct val="115000"/>
              </a:lnSpc>
              <a:spcBef>
                <a:spcPts val="0"/>
              </a:spcBef>
              <a:spcAft>
                <a:spcPts val="0"/>
              </a:spcAft>
              <a:buSzPts val="1400"/>
              <a:buFont typeface="IBM Plex Sans Light"/>
              <a:buChar char="■"/>
              <a:defRPr sz="1800">
                <a:latin typeface="IBM Plex Sans Light"/>
                <a:ea typeface="IBM Plex Sans Light"/>
                <a:cs typeface="IBM Plex Sans Light"/>
                <a:sym typeface="IBM Plex Sans Light"/>
              </a:defRPr>
            </a:lvl2pPr>
            <a:lvl3pPr marL="1371600" lvl="2" indent="-317500" algn="l" rtl="0">
              <a:lnSpc>
                <a:spcPct val="115000"/>
              </a:lnSpc>
              <a:spcBef>
                <a:spcPts val="0"/>
              </a:spcBef>
              <a:spcAft>
                <a:spcPts val="0"/>
              </a:spcAft>
              <a:buClr>
                <a:schemeClr val="dk1"/>
              </a:buClr>
              <a:buSzPts val="1400"/>
              <a:buFont typeface="IBM Plex Sans Light"/>
              <a:buChar char="■"/>
              <a:defRPr sz="1800">
                <a:latin typeface="IBM Plex Sans Light"/>
                <a:ea typeface="IBM Plex Sans Light"/>
                <a:cs typeface="IBM Plex Sans Light"/>
                <a:sym typeface="IBM Plex Sans Light"/>
              </a:defRPr>
            </a:lvl3pPr>
            <a:lvl4pPr marL="1828800" lvl="3" indent="-317500" algn="l" rtl="0">
              <a:lnSpc>
                <a:spcPct val="115000"/>
              </a:lnSpc>
              <a:spcBef>
                <a:spcPts val="0"/>
              </a:spcBef>
              <a:spcAft>
                <a:spcPts val="0"/>
              </a:spcAft>
              <a:buSzPts val="1400"/>
              <a:buFont typeface="IBM Plex Sans Light"/>
              <a:buChar char="●"/>
              <a:defRPr sz="1800">
                <a:latin typeface="IBM Plex Sans Light"/>
                <a:ea typeface="IBM Plex Sans Light"/>
                <a:cs typeface="IBM Plex Sans Light"/>
                <a:sym typeface="IBM Plex Sans Light"/>
              </a:defRPr>
            </a:lvl4pPr>
            <a:lvl5pPr marL="2286000" lvl="4" indent="-317500" algn="l" rtl="0">
              <a:lnSpc>
                <a:spcPct val="115000"/>
              </a:lnSpc>
              <a:spcBef>
                <a:spcPts val="0"/>
              </a:spcBef>
              <a:spcAft>
                <a:spcPts val="0"/>
              </a:spcAft>
              <a:buSzPts val="1400"/>
              <a:buFont typeface="IBM Plex Sans Light"/>
              <a:buChar char="○"/>
              <a:defRPr sz="1800">
                <a:latin typeface="IBM Plex Sans Light"/>
                <a:ea typeface="IBM Plex Sans Light"/>
                <a:cs typeface="IBM Plex Sans Light"/>
                <a:sym typeface="IBM Plex Sans Light"/>
              </a:defRPr>
            </a:lvl5pPr>
            <a:lvl6pPr marL="2743200" lvl="5" indent="-317500" algn="l" rtl="0">
              <a:lnSpc>
                <a:spcPct val="115000"/>
              </a:lnSpc>
              <a:spcBef>
                <a:spcPts val="0"/>
              </a:spcBef>
              <a:spcAft>
                <a:spcPts val="0"/>
              </a:spcAft>
              <a:buSzPts val="1400"/>
              <a:buFont typeface="IBM Plex Sans Light"/>
              <a:buChar char="■"/>
              <a:defRPr sz="1800">
                <a:latin typeface="IBM Plex Sans Light"/>
                <a:ea typeface="IBM Plex Sans Light"/>
                <a:cs typeface="IBM Plex Sans Light"/>
                <a:sym typeface="IBM Plex Sans Light"/>
              </a:defRPr>
            </a:lvl6pPr>
            <a:lvl7pPr marL="3200400" lvl="6" indent="-317500" algn="l" rtl="0">
              <a:lnSpc>
                <a:spcPct val="115000"/>
              </a:lnSpc>
              <a:spcBef>
                <a:spcPts val="0"/>
              </a:spcBef>
              <a:spcAft>
                <a:spcPts val="0"/>
              </a:spcAft>
              <a:buSzPts val="1400"/>
              <a:buFont typeface="IBM Plex Sans Light"/>
              <a:buChar char="●"/>
              <a:defRPr sz="1800">
                <a:latin typeface="IBM Plex Sans Light"/>
                <a:ea typeface="IBM Plex Sans Light"/>
                <a:cs typeface="IBM Plex Sans Light"/>
                <a:sym typeface="IBM Plex Sans Light"/>
              </a:defRPr>
            </a:lvl7pPr>
            <a:lvl8pPr marL="3657600" lvl="7" indent="-317500" algn="l" rtl="0">
              <a:lnSpc>
                <a:spcPct val="115000"/>
              </a:lnSpc>
              <a:spcBef>
                <a:spcPts val="0"/>
              </a:spcBef>
              <a:spcAft>
                <a:spcPts val="0"/>
              </a:spcAft>
              <a:buSzPts val="1400"/>
              <a:buFont typeface="IBM Plex Sans Light"/>
              <a:buChar char="○"/>
              <a:defRPr sz="1800">
                <a:latin typeface="IBM Plex Sans Light"/>
                <a:ea typeface="IBM Plex Sans Light"/>
                <a:cs typeface="IBM Plex Sans Light"/>
                <a:sym typeface="IBM Plex Sans Light"/>
              </a:defRPr>
            </a:lvl8pPr>
            <a:lvl9pPr marL="4114800" lvl="8" indent="-317500" algn="l" rtl="0">
              <a:lnSpc>
                <a:spcPct val="115000"/>
              </a:lnSpc>
              <a:spcBef>
                <a:spcPts val="0"/>
              </a:spcBef>
              <a:spcAft>
                <a:spcPts val="0"/>
              </a:spcAft>
              <a:buSzPts val="1400"/>
              <a:buFont typeface="IBM Plex Sans Light"/>
              <a:buChar char="■"/>
              <a:defRPr sz="1800">
                <a:latin typeface="IBM Plex Sans Light"/>
                <a:ea typeface="IBM Plex Sans Light"/>
                <a:cs typeface="IBM Plex Sans Light"/>
                <a:sym typeface="IBM Plex Sans Light"/>
              </a:defRPr>
            </a:lvl9pPr>
          </a:lstStyle>
          <a:p>
            <a:endParaRPr/>
          </a:p>
        </p:txBody>
      </p:sp>
      <p:pic>
        <p:nvPicPr>
          <p:cNvPr id="1681" name="Google Shape;1681;p131"/>
          <p:cNvPicPr preferRelativeResize="0"/>
          <p:nvPr/>
        </p:nvPicPr>
        <p:blipFill rotWithShape="1">
          <a:blip r:embed="rId2">
            <a:alphaModFix/>
          </a:blip>
          <a:srcRect/>
          <a:stretch/>
        </p:blipFill>
        <p:spPr>
          <a:xfrm>
            <a:off x="8544860" y="62003"/>
            <a:ext cx="599140" cy="599142"/>
          </a:xfrm>
          <a:prstGeom prst="rect">
            <a:avLst/>
          </a:prstGeom>
          <a:noFill/>
          <a:ln>
            <a:noFill/>
          </a:ln>
        </p:spPr>
      </p:pic>
    </p:spTree>
  </p:cSld>
  <p:clrMapOvr>
    <a:masterClrMapping/>
  </p:clrMapOvr>
</p:sldLayout>
</file>

<file path=ppt/slideLayouts/slideLayout130.xml><?xml version="1.0" encoding="utf-8"?>
<p:sldLayout xmlns:a="http://schemas.openxmlformats.org/drawingml/2006/main" xmlns:r="http://schemas.openxmlformats.org/officeDocument/2006/relationships" xmlns:p="http://schemas.openxmlformats.org/presentationml/2006/main" matchingName="Title - Partner One Column">
  <p:cSld name="TITLE_1_2">
    <p:bg>
      <p:bgPr>
        <a:solidFill>
          <a:schemeClr val="lt1"/>
        </a:solidFill>
        <a:effectLst/>
      </p:bgPr>
    </p:bg>
    <p:spTree>
      <p:nvGrpSpPr>
        <p:cNvPr id="1" name="Shape 1682"/>
        <p:cNvGrpSpPr/>
        <p:nvPr/>
      </p:nvGrpSpPr>
      <p:grpSpPr>
        <a:xfrm>
          <a:off x="0" y="0"/>
          <a:ext cx="0" cy="0"/>
          <a:chOff x="0" y="0"/>
          <a:chExt cx="0" cy="0"/>
        </a:xfrm>
      </p:grpSpPr>
      <p:pic>
        <p:nvPicPr>
          <p:cNvPr id="1683" name="Google Shape;1683;p132"/>
          <p:cNvPicPr preferRelativeResize="0"/>
          <p:nvPr/>
        </p:nvPicPr>
        <p:blipFill>
          <a:blip r:embed="rId2">
            <a:alphaModFix/>
          </a:blip>
          <a:stretch>
            <a:fillRect/>
          </a:stretch>
        </p:blipFill>
        <p:spPr>
          <a:xfrm>
            <a:off x="457200" y="573766"/>
            <a:ext cx="1234442" cy="420625"/>
          </a:xfrm>
          <a:prstGeom prst="rect">
            <a:avLst/>
          </a:prstGeom>
          <a:noFill/>
          <a:ln>
            <a:noFill/>
          </a:ln>
        </p:spPr>
      </p:pic>
      <p:sp>
        <p:nvSpPr>
          <p:cNvPr id="1684" name="Google Shape;1684;p132"/>
          <p:cNvSpPr txBox="1">
            <a:spLocks noGrp="1"/>
          </p:cNvSpPr>
          <p:nvPr>
            <p:ph type="ctrTitle"/>
          </p:nvPr>
        </p:nvSpPr>
        <p:spPr>
          <a:xfrm>
            <a:off x="457200" y="1152475"/>
            <a:ext cx="7720500" cy="1644600"/>
          </a:xfrm>
          <a:prstGeom prst="rect">
            <a:avLst/>
          </a:prstGeom>
        </p:spPr>
        <p:txBody>
          <a:bodyPr spcFirstLastPara="1" wrap="square" lIns="0" tIns="0" rIns="0" bIns="0" anchor="t" anchorCtr="0">
            <a:normAutofit/>
          </a:bodyPr>
          <a:lstStyle>
            <a:lvl1pPr lvl="0" rtl="0">
              <a:spcBef>
                <a:spcPts val="0"/>
              </a:spcBef>
              <a:spcAft>
                <a:spcPts val="0"/>
              </a:spcAft>
              <a:buNone/>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a:endParaRPr/>
          </a:p>
        </p:txBody>
      </p:sp>
      <p:sp>
        <p:nvSpPr>
          <p:cNvPr id="1685" name="Google Shape;1685;p132"/>
          <p:cNvSpPr txBox="1">
            <a:spLocks noGrp="1"/>
          </p:cNvSpPr>
          <p:nvPr>
            <p:ph type="subTitle" idx="1"/>
          </p:nvPr>
        </p:nvSpPr>
        <p:spPr>
          <a:xfrm>
            <a:off x="457200" y="2986525"/>
            <a:ext cx="7720500" cy="792600"/>
          </a:xfrm>
          <a:prstGeom prst="rect">
            <a:avLst/>
          </a:prstGeom>
        </p:spPr>
        <p:txBody>
          <a:bodyPr spcFirstLastPara="1" wrap="square" lIns="0" tIns="0" rIns="0" bIns="0" anchor="t" anchorCtr="0">
            <a:normAutofit/>
          </a:bodyPr>
          <a:lstStyle>
            <a:lvl1pPr lvl="0" rtl="0">
              <a:spcBef>
                <a:spcPts val="0"/>
              </a:spcBef>
              <a:spcAft>
                <a:spcPts val="0"/>
              </a:spcAft>
              <a:buSzPts val="16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686" name="Google Shape;1686;p132"/>
          <p:cNvSpPr txBox="1">
            <a:spLocks noGrp="1"/>
          </p:cNvSpPr>
          <p:nvPr>
            <p:ph type="subTitle" idx="2"/>
          </p:nvPr>
        </p:nvSpPr>
        <p:spPr>
          <a:xfrm>
            <a:off x="457200" y="4083925"/>
            <a:ext cx="7720500" cy="792600"/>
          </a:xfrm>
          <a:prstGeom prst="rect">
            <a:avLst/>
          </a:prstGeom>
        </p:spPr>
        <p:txBody>
          <a:bodyPr spcFirstLastPara="1" wrap="square" lIns="0" tIns="0" rIns="0" bIns="0" anchor="t" anchorCtr="0">
            <a:normAutofit/>
          </a:bodyPr>
          <a:lstStyle>
            <a:lvl1pPr lvl="0" rtl="0">
              <a:spcBef>
                <a:spcPts val="0"/>
              </a:spcBef>
              <a:spcAft>
                <a:spcPts val="0"/>
              </a:spcAft>
              <a:buSzPts val="16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687" name="Google Shape;1687;p132"/>
          <p:cNvSpPr txBox="1">
            <a:spLocks noGrp="1"/>
          </p:cNvSpPr>
          <p:nvPr>
            <p:ph type="sldNum" idx="12"/>
          </p:nvPr>
        </p:nvSpPr>
        <p:spPr>
          <a:xfrm>
            <a:off x="8366700" y="4805546"/>
            <a:ext cx="548700" cy="215400"/>
          </a:xfrm>
          <a:prstGeom prst="rect">
            <a:avLst/>
          </a:prstGeom>
          <a:noFill/>
          <a:ln>
            <a:noFill/>
          </a:ln>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l"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1.xml><?xml version="1.0" encoding="utf-8"?>
<p:sldLayout xmlns:a="http://schemas.openxmlformats.org/drawingml/2006/main" xmlns:r="http://schemas.openxmlformats.org/officeDocument/2006/relationships" xmlns:p="http://schemas.openxmlformats.org/presentationml/2006/main" matchingName="Title &amp; body - 2 Topic Grey - Partner">
  <p:cSld name="TITLE_AND_BODY_1_1_1_1">
    <p:bg>
      <p:bgPr>
        <a:solidFill>
          <a:schemeClr val="dk2"/>
        </a:solidFill>
        <a:effectLst/>
      </p:bgPr>
    </p:bg>
    <p:spTree>
      <p:nvGrpSpPr>
        <p:cNvPr id="1" name="Shape 1688"/>
        <p:cNvGrpSpPr/>
        <p:nvPr/>
      </p:nvGrpSpPr>
      <p:grpSpPr>
        <a:xfrm>
          <a:off x="0" y="0"/>
          <a:ext cx="0" cy="0"/>
          <a:chOff x="0" y="0"/>
          <a:chExt cx="0" cy="0"/>
        </a:xfrm>
      </p:grpSpPr>
      <p:sp>
        <p:nvSpPr>
          <p:cNvPr id="1689" name="Google Shape;1689;p133"/>
          <p:cNvSpPr/>
          <p:nvPr/>
        </p:nvSpPr>
        <p:spPr>
          <a:xfrm>
            <a:off x="4961325" y="1304875"/>
            <a:ext cx="3436500" cy="3653100"/>
          </a:xfrm>
          <a:prstGeom prst="roundRect">
            <a:avLst>
              <a:gd name="adj" fmla="val 7490"/>
            </a:avLst>
          </a:prstGeom>
          <a:noFill/>
          <a:ln w="19050" cap="flat" cmpd="sng">
            <a:solidFill>
              <a:schemeClr val="accent1"/>
            </a:solidFill>
            <a:prstDash val="dash"/>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0" name="Google Shape;1690;p133"/>
          <p:cNvSpPr/>
          <p:nvPr/>
        </p:nvSpPr>
        <p:spPr>
          <a:xfrm>
            <a:off x="1051825" y="1304875"/>
            <a:ext cx="3436500" cy="3653100"/>
          </a:xfrm>
          <a:prstGeom prst="roundRect">
            <a:avLst>
              <a:gd name="adj" fmla="val 7554"/>
            </a:avLst>
          </a:prstGeom>
          <a:noFill/>
          <a:ln w="19050" cap="flat" cmpd="sng">
            <a:solidFill>
              <a:schemeClr val="accent1"/>
            </a:solidFill>
            <a:prstDash val="dash"/>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1" name="Google Shape;1691;p133"/>
          <p:cNvSpPr/>
          <p:nvPr/>
        </p:nvSpPr>
        <p:spPr>
          <a:xfrm>
            <a:off x="899425" y="1152475"/>
            <a:ext cx="3436500" cy="3653100"/>
          </a:xfrm>
          <a:prstGeom prst="roundRect">
            <a:avLst>
              <a:gd name="adj" fmla="val 7545"/>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2" name="Google Shape;1692;p133"/>
          <p:cNvSpPr txBox="1">
            <a:spLocks noGrp="1"/>
          </p:cNvSpPr>
          <p:nvPr>
            <p:ph type="title"/>
          </p:nvPr>
        </p:nvSpPr>
        <p:spPr>
          <a:xfrm>
            <a:off x="457200" y="114300"/>
            <a:ext cx="8229600" cy="903300"/>
          </a:xfrm>
          <a:prstGeom prst="rect">
            <a:avLst/>
          </a:prstGeom>
        </p:spPr>
        <p:txBody>
          <a:bodyPr spcFirstLastPara="1" wrap="square" lIns="0" tIns="0" rIns="0" bIns="0" anchor="t" anchorCtr="0">
            <a:normAutofit/>
          </a:bodyPr>
          <a:lstStyle>
            <a:lvl1pPr lvl="0" rtl="0">
              <a:spcBef>
                <a:spcPts val="0"/>
              </a:spcBef>
              <a:spcAft>
                <a:spcPts val="0"/>
              </a:spcAft>
              <a:buClr>
                <a:schemeClr val="lt2"/>
              </a:buClr>
              <a:buSzPts val="3400"/>
              <a:buNone/>
              <a:defRPr>
                <a:solidFill>
                  <a:schemeClr val="lt2"/>
                </a:solidFill>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1693" name="Google Shape;1693;p133"/>
          <p:cNvSpPr txBox="1">
            <a:spLocks noGrp="1"/>
          </p:cNvSpPr>
          <p:nvPr>
            <p:ph type="sldNum" idx="12"/>
          </p:nvPr>
        </p:nvSpPr>
        <p:spPr>
          <a:xfrm>
            <a:off x="8366700" y="4805546"/>
            <a:ext cx="548700" cy="215400"/>
          </a:xfrm>
          <a:prstGeom prst="rect">
            <a:avLst/>
          </a:prstGeom>
          <a:noFill/>
          <a:ln>
            <a:noFill/>
          </a:ln>
        </p:spPr>
        <p:txBody>
          <a:bodyPr spcFirstLastPara="1" wrap="square" lIns="91425" tIns="91425" rIns="91425" bIns="91425" anchor="ctr" anchorCtr="0">
            <a:noAutofit/>
          </a:bodyPr>
          <a:lstStyle>
            <a:lvl1pPr lvl="0" rtl="0">
              <a:buNone/>
              <a:defRPr>
                <a:solidFill>
                  <a:schemeClr val="accent5"/>
                </a:solidFill>
              </a:defRPr>
            </a:lvl1pPr>
            <a:lvl2pPr lvl="1" rtl="0">
              <a:buNone/>
              <a:defRPr>
                <a:solidFill>
                  <a:schemeClr val="accent5"/>
                </a:solidFill>
              </a:defRPr>
            </a:lvl2pPr>
            <a:lvl3pPr lvl="2" rtl="0">
              <a:buNone/>
              <a:defRPr>
                <a:solidFill>
                  <a:schemeClr val="accent5"/>
                </a:solidFill>
              </a:defRPr>
            </a:lvl3pPr>
            <a:lvl4pPr lvl="3" rtl="0">
              <a:buNone/>
              <a:defRPr>
                <a:solidFill>
                  <a:schemeClr val="accent5"/>
                </a:solidFill>
              </a:defRPr>
            </a:lvl4pPr>
            <a:lvl5pPr lvl="4" rtl="0">
              <a:buNone/>
              <a:defRPr>
                <a:solidFill>
                  <a:schemeClr val="accent5"/>
                </a:solidFill>
              </a:defRPr>
            </a:lvl5pPr>
            <a:lvl6pPr lvl="5" rtl="0">
              <a:buNone/>
              <a:defRPr>
                <a:solidFill>
                  <a:schemeClr val="accent5"/>
                </a:solidFill>
              </a:defRPr>
            </a:lvl6pPr>
            <a:lvl7pPr lvl="6" rtl="0">
              <a:buNone/>
              <a:defRPr>
                <a:solidFill>
                  <a:schemeClr val="accent5"/>
                </a:solidFill>
              </a:defRPr>
            </a:lvl7pPr>
            <a:lvl8pPr lvl="7" rtl="0">
              <a:buNone/>
              <a:defRPr>
                <a:solidFill>
                  <a:schemeClr val="accent5"/>
                </a:solidFill>
              </a:defRPr>
            </a:lvl8pPr>
            <a:lvl9pPr lvl="8" rtl="0">
              <a:buNone/>
              <a:defRPr>
                <a:solidFill>
                  <a:schemeClr val="accent5"/>
                </a:solidFill>
              </a:defRPr>
            </a:lvl9pPr>
          </a:lstStyle>
          <a:p>
            <a:pPr marL="0" lvl="0" indent="0" algn="l" rtl="0">
              <a:spcBef>
                <a:spcPts val="0"/>
              </a:spcBef>
              <a:spcAft>
                <a:spcPts val="0"/>
              </a:spcAft>
              <a:buNone/>
            </a:pPr>
            <a:fld id="{00000000-1234-1234-1234-123412341234}" type="slidenum">
              <a:rPr lang="en"/>
              <a:t>‹#›</a:t>
            </a:fld>
            <a:endParaRPr/>
          </a:p>
        </p:txBody>
      </p:sp>
      <p:pic>
        <p:nvPicPr>
          <p:cNvPr id="1694" name="Google Shape;1694;p133"/>
          <p:cNvPicPr preferRelativeResize="0"/>
          <p:nvPr/>
        </p:nvPicPr>
        <p:blipFill>
          <a:blip r:embed="rId2">
            <a:alphaModFix/>
          </a:blip>
          <a:stretch>
            <a:fillRect/>
          </a:stretch>
        </p:blipFill>
        <p:spPr>
          <a:xfrm>
            <a:off x="8549318" y="62670"/>
            <a:ext cx="599140" cy="600052"/>
          </a:xfrm>
          <a:prstGeom prst="rect">
            <a:avLst/>
          </a:prstGeom>
          <a:noFill/>
          <a:ln>
            <a:noFill/>
          </a:ln>
        </p:spPr>
      </p:pic>
      <p:sp>
        <p:nvSpPr>
          <p:cNvPr id="1695" name="Google Shape;1695;p133"/>
          <p:cNvSpPr/>
          <p:nvPr/>
        </p:nvSpPr>
        <p:spPr>
          <a:xfrm>
            <a:off x="4808922" y="1152475"/>
            <a:ext cx="3436500" cy="3653100"/>
          </a:xfrm>
          <a:prstGeom prst="roundRect">
            <a:avLst>
              <a:gd name="adj" fmla="val 7482"/>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6" name="Google Shape;1696;p133"/>
          <p:cNvSpPr txBox="1">
            <a:spLocks noGrp="1"/>
          </p:cNvSpPr>
          <p:nvPr>
            <p:ph type="body" idx="1"/>
          </p:nvPr>
        </p:nvSpPr>
        <p:spPr>
          <a:xfrm>
            <a:off x="5021125" y="2902650"/>
            <a:ext cx="3012000" cy="1687200"/>
          </a:xfrm>
          <a:prstGeom prst="rect">
            <a:avLst/>
          </a:prstGeom>
        </p:spPr>
        <p:txBody>
          <a:bodyPr spcFirstLastPara="1" wrap="square" lIns="91425" tIns="91425" rIns="0" bIns="0" anchor="t" anchorCtr="0">
            <a:normAutofit/>
          </a:bodyPr>
          <a:lstStyle>
            <a:lvl1pPr marL="457200" lvl="0" indent="-330200" rtl="0">
              <a:spcBef>
                <a:spcPts val="0"/>
              </a:spcBef>
              <a:spcAft>
                <a:spcPts val="0"/>
              </a:spcAft>
              <a:buSzPts val="1600"/>
              <a:buChar char="■"/>
              <a:defRPr/>
            </a:lvl1pPr>
            <a:lvl2pPr marL="914400" lvl="1" indent="-317500" rtl="0">
              <a:spcBef>
                <a:spcPts val="0"/>
              </a:spcBef>
              <a:spcAft>
                <a:spcPts val="0"/>
              </a:spcAft>
              <a:buSzPts val="1400"/>
              <a:buChar char="■"/>
              <a:defRPr/>
            </a:lvl2pPr>
            <a:lvl3pPr marL="1371600" lvl="2" indent="-317500" rtl="0">
              <a:spcBef>
                <a:spcPts val="0"/>
              </a:spcBef>
              <a:spcAft>
                <a:spcPts val="0"/>
              </a:spcAft>
              <a:buSzPts val="1400"/>
              <a:buChar char="■"/>
              <a:defRPr/>
            </a:lvl3pPr>
            <a:lvl4pPr marL="1828800" lvl="3" indent="-317500" rtl="0">
              <a:spcBef>
                <a:spcPts val="0"/>
              </a:spcBef>
              <a:spcAft>
                <a:spcPts val="0"/>
              </a:spcAft>
              <a:buSzPts val="1400"/>
              <a:buChar char="●"/>
              <a:defRPr/>
            </a:lvl4pPr>
            <a:lvl5pPr marL="2286000" lvl="4" indent="-317500" rtl="0">
              <a:spcBef>
                <a:spcPts val="0"/>
              </a:spcBef>
              <a:spcAft>
                <a:spcPts val="0"/>
              </a:spcAft>
              <a:buSzPts val="1400"/>
              <a:buChar char="○"/>
              <a:defRPr/>
            </a:lvl5pPr>
            <a:lvl6pPr marL="2743200" lvl="5" indent="-317500" rtl="0">
              <a:spcBef>
                <a:spcPts val="0"/>
              </a:spcBef>
              <a:spcAft>
                <a:spcPts val="0"/>
              </a:spcAft>
              <a:buSzPts val="1400"/>
              <a:buChar char="■"/>
              <a:defRPr/>
            </a:lvl6pPr>
            <a:lvl7pPr marL="3200400" lvl="6" indent="-317500" rtl="0">
              <a:spcBef>
                <a:spcPts val="0"/>
              </a:spcBef>
              <a:spcAft>
                <a:spcPts val="0"/>
              </a:spcAft>
              <a:buSzPts val="1400"/>
              <a:buChar char="●"/>
              <a:defRPr/>
            </a:lvl7pPr>
            <a:lvl8pPr marL="3657600" lvl="7" indent="-317500" rtl="0">
              <a:spcBef>
                <a:spcPts val="0"/>
              </a:spcBef>
              <a:spcAft>
                <a:spcPts val="0"/>
              </a:spcAft>
              <a:buSzPts val="1400"/>
              <a:buChar char="○"/>
              <a:defRPr/>
            </a:lvl8pPr>
            <a:lvl9pPr marL="4114800" lvl="8" indent="-317500" rtl="0">
              <a:spcBef>
                <a:spcPts val="0"/>
              </a:spcBef>
              <a:spcAft>
                <a:spcPts val="0"/>
              </a:spcAft>
              <a:buSzPts val="1400"/>
              <a:buChar char="■"/>
              <a:defRPr/>
            </a:lvl9pPr>
          </a:lstStyle>
          <a:p>
            <a:endParaRPr/>
          </a:p>
        </p:txBody>
      </p:sp>
      <p:sp>
        <p:nvSpPr>
          <p:cNvPr id="1697" name="Google Shape;1697;p133"/>
          <p:cNvSpPr>
            <a:spLocks noGrp="1"/>
          </p:cNvSpPr>
          <p:nvPr>
            <p:ph type="pic" idx="2"/>
          </p:nvPr>
        </p:nvSpPr>
        <p:spPr>
          <a:xfrm>
            <a:off x="5974425" y="1342750"/>
            <a:ext cx="1105500" cy="1020000"/>
          </a:xfrm>
          <a:prstGeom prst="roundRect">
            <a:avLst>
              <a:gd name="adj" fmla="val 16667"/>
            </a:avLst>
          </a:prstGeom>
          <a:noFill/>
          <a:ln>
            <a:noFill/>
          </a:ln>
        </p:spPr>
      </p:sp>
      <p:sp>
        <p:nvSpPr>
          <p:cNvPr id="1698" name="Google Shape;1698;p133"/>
          <p:cNvSpPr txBox="1">
            <a:spLocks noGrp="1"/>
          </p:cNvSpPr>
          <p:nvPr>
            <p:ph type="subTitle" idx="3"/>
          </p:nvPr>
        </p:nvSpPr>
        <p:spPr>
          <a:xfrm>
            <a:off x="5021132" y="2420392"/>
            <a:ext cx="2920500" cy="311400"/>
          </a:xfrm>
          <a:prstGeom prst="rect">
            <a:avLst/>
          </a:prstGeom>
        </p:spPr>
        <p:txBody>
          <a:bodyPr spcFirstLastPara="1" wrap="square" lIns="0" tIns="0" rIns="0" bIns="0" anchor="t" anchorCtr="0">
            <a:normAutofit/>
          </a:bodyPr>
          <a:lstStyle>
            <a:lvl1pPr lvl="0" algn="ctr" rtl="0">
              <a:lnSpc>
                <a:spcPct val="100000"/>
              </a:lnSpc>
              <a:spcBef>
                <a:spcPts val="0"/>
              </a:spcBef>
              <a:spcAft>
                <a:spcPts val="0"/>
              </a:spcAft>
              <a:buClr>
                <a:schemeClr val="accent4"/>
              </a:buClr>
              <a:buSzPts val="1800"/>
              <a:buFont typeface="IBM Plex Sans Medium"/>
              <a:buNone/>
              <a:defRPr sz="1800">
                <a:solidFill>
                  <a:schemeClr val="accent4"/>
                </a:solidFill>
                <a:latin typeface="IBM Plex Sans Medium"/>
                <a:ea typeface="IBM Plex Sans Medium"/>
                <a:cs typeface="IBM Plex Sans Medium"/>
                <a:sym typeface="IBM Plex Sans Medium"/>
              </a:defRPr>
            </a:lvl1pPr>
            <a:lvl2pPr lvl="1" algn="ctr" rtl="0">
              <a:lnSpc>
                <a:spcPct val="100000"/>
              </a:lnSpc>
              <a:spcBef>
                <a:spcPts val="0"/>
              </a:spcBef>
              <a:spcAft>
                <a:spcPts val="0"/>
              </a:spcAft>
              <a:buClr>
                <a:schemeClr val="accent4"/>
              </a:buClr>
              <a:buSzPts val="1800"/>
              <a:buFont typeface="IBM Plex Sans Medium"/>
              <a:buNone/>
              <a:defRPr sz="1800">
                <a:solidFill>
                  <a:schemeClr val="accent4"/>
                </a:solidFill>
                <a:latin typeface="IBM Plex Sans Medium"/>
                <a:ea typeface="IBM Plex Sans Medium"/>
                <a:cs typeface="IBM Plex Sans Medium"/>
                <a:sym typeface="IBM Plex Sans Medium"/>
              </a:defRPr>
            </a:lvl2pPr>
            <a:lvl3pPr lvl="2" algn="ctr" rtl="0">
              <a:lnSpc>
                <a:spcPct val="100000"/>
              </a:lnSpc>
              <a:spcBef>
                <a:spcPts val="0"/>
              </a:spcBef>
              <a:spcAft>
                <a:spcPts val="0"/>
              </a:spcAft>
              <a:buClr>
                <a:schemeClr val="accent4"/>
              </a:buClr>
              <a:buSzPts val="1800"/>
              <a:buFont typeface="IBM Plex Sans Medium"/>
              <a:buNone/>
              <a:defRPr sz="1800">
                <a:solidFill>
                  <a:schemeClr val="accent4"/>
                </a:solidFill>
                <a:latin typeface="IBM Plex Sans Medium"/>
                <a:ea typeface="IBM Plex Sans Medium"/>
                <a:cs typeface="IBM Plex Sans Medium"/>
                <a:sym typeface="IBM Plex Sans Medium"/>
              </a:defRPr>
            </a:lvl3pPr>
            <a:lvl4pPr lvl="3" algn="ctr" rtl="0">
              <a:lnSpc>
                <a:spcPct val="100000"/>
              </a:lnSpc>
              <a:spcBef>
                <a:spcPts val="0"/>
              </a:spcBef>
              <a:spcAft>
                <a:spcPts val="0"/>
              </a:spcAft>
              <a:buClr>
                <a:schemeClr val="accent4"/>
              </a:buClr>
              <a:buSzPts val="1800"/>
              <a:buFont typeface="IBM Plex Sans Medium"/>
              <a:buNone/>
              <a:defRPr sz="1800">
                <a:solidFill>
                  <a:schemeClr val="accent4"/>
                </a:solidFill>
                <a:latin typeface="IBM Plex Sans Medium"/>
                <a:ea typeface="IBM Plex Sans Medium"/>
                <a:cs typeface="IBM Plex Sans Medium"/>
                <a:sym typeface="IBM Plex Sans Medium"/>
              </a:defRPr>
            </a:lvl4pPr>
            <a:lvl5pPr lvl="4" algn="ctr" rtl="0">
              <a:lnSpc>
                <a:spcPct val="100000"/>
              </a:lnSpc>
              <a:spcBef>
                <a:spcPts val="0"/>
              </a:spcBef>
              <a:spcAft>
                <a:spcPts val="0"/>
              </a:spcAft>
              <a:buClr>
                <a:schemeClr val="accent4"/>
              </a:buClr>
              <a:buSzPts val="1800"/>
              <a:buFont typeface="IBM Plex Sans Medium"/>
              <a:buNone/>
              <a:defRPr sz="1800">
                <a:solidFill>
                  <a:schemeClr val="accent4"/>
                </a:solidFill>
                <a:latin typeface="IBM Plex Sans Medium"/>
                <a:ea typeface="IBM Plex Sans Medium"/>
                <a:cs typeface="IBM Plex Sans Medium"/>
                <a:sym typeface="IBM Plex Sans Medium"/>
              </a:defRPr>
            </a:lvl5pPr>
            <a:lvl6pPr lvl="5" algn="ctr" rtl="0">
              <a:lnSpc>
                <a:spcPct val="100000"/>
              </a:lnSpc>
              <a:spcBef>
                <a:spcPts val="0"/>
              </a:spcBef>
              <a:spcAft>
                <a:spcPts val="0"/>
              </a:spcAft>
              <a:buClr>
                <a:schemeClr val="accent4"/>
              </a:buClr>
              <a:buSzPts val="1800"/>
              <a:buFont typeface="IBM Plex Sans Medium"/>
              <a:buNone/>
              <a:defRPr sz="1800">
                <a:solidFill>
                  <a:schemeClr val="accent4"/>
                </a:solidFill>
                <a:latin typeface="IBM Plex Sans Medium"/>
                <a:ea typeface="IBM Plex Sans Medium"/>
                <a:cs typeface="IBM Plex Sans Medium"/>
                <a:sym typeface="IBM Plex Sans Medium"/>
              </a:defRPr>
            </a:lvl6pPr>
            <a:lvl7pPr lvl="6" algn="ctr" rtl="0">
              <a:lnSpc>
                <a:spcPct val="100000"/>
              </a:lnSpc>
              <a:spcBef>
                <a:spcPts val="0"/>
              </a:spcBef>
              <a:spcAft>
                <a:spcPts val="0"/>
              </a:spcAft>
              <a:buClr>
                <a:schemeClr val="accent4"/>
              </a:buClr>
              <a:buSzPts val="1800"/>
              <a:buFont typeface="IBM Plex Sans Medium"/>
              <a:buNone/>
              <a:defRPr sz="1800">
                <a:solidFill>
                  <a:schemeClr val="accent4"/>
                </a:solidFill>
                <a:latin typeface="IBM Plex Sans Medium"/>
                <a:ea typeface="IBM Plex Sans Medium"/>
                <a:cs typeface="IBM Plex Sans Medium"/>
                <a:sym typeface="IBM Plex Sans Medium"/>
              </a:defRPr>
            </a:lvl7pPr>
            <a:lvl8pPr lvl="7" algn="ctr" rtl="0">
              <a:lnSpc>
                <a:spcPct val="100000"/>
              </a:lnSpc>
              <a:spcBef>
                <a:spcPts val="0"/>
              </a:spcBef>
              <a:spcAft>
                <a:spcPts val="0"/>
              </a:spcAft>
              <a:buClr>
                <a:schemeClr val="accent4"/>
              </a:buClr>
              <a:buSzPts val="1800"/>
              <a:buFont typeface="IBM Plex Sans Medium"/>
              <a:buNone/>
              <a:defRPr sz="1800">
                <a:solidFill>
                  <a:schemeClr val="accent4"/>
                </a:solidFill>
                <a:latin typeface="IBM Plex Sans Medium"/>
                <a:ea typeface="IBM Plex Sans Medium"/>
                <a:cs typeface="IBM Plex Sans Medium"/>
                <a:sym typeface="IBM Plex Sans Medium"/>
              </a:defRPr>
            </a:lvl8pPr>
            <a:lvl9pPr lvl="8" algn="ctr" rtl="0">
              <a:lnSpc>
                <a:spcPct val="100000"/>
              </a:lnSpc>
              <a:spcBef>
                <a:spcPts val="0"/>
              </a:spcBef>
              <a:spcAft>
                <a:spcPts val="0"/>
              </a:spcAft>
              <a:buClr>
                <a:schemeClr val="accent4"/>
              </a:buClr>
              <a:buSzPts val="1800"/>
              <a:buFont typeface="IBM Plex Sans Medium"/>
              <a:buNone/>
              <a:defRPr sz="1800">
                <a:solidFill>
                  <a:schemeClr val="accent4"/>
                </a:solidFill>
                <a:latin typeface="IBM Plex Sans Medium"/>
                <a:ea typeface="IBM Plex Sans Medium"/>
                <a:cs typeface="IBM Plex Sans Medium"/>
                <a:sym typeface="IBM Plex Sans Medium"/>
              </a:defRPr>
            </a:lvl9pPr>
          </a:lstStyle>
          <a:p>
            <a:endParaRPr/>
          </a:p>
        </p:txBody>
      </p:sp>
    </p:spTree>
  </p:cSld>
  <p:clrMapOvr>
    <a:masterClrMapping/>
  </p:clrMapOvr>
</p:sldLayout>
</file>

<file path=ppt/slideLayouts/slideLayout132.xml><?xml version="1.0" encoding="utf-8"?>
<p:sldLayout xmlns:a="http://schemas.openxmlformats.org/drawingml/2006/main" xmlns:r="http://schemas.openxmlformats.org/officeDocument/2006/relationships" xmlns:p="http://schemas.openxmlformats.org/presentationml/2006/main" matchingName="Title &amp; body - Simple 1">
  <p:cSld name="TITLE_AND_BODY_11">
    <p:spTree>
      <p:nvGrpSpPr>
        <p:cNvPr id="1" name="Shape 1699"/>
        <p:cNvGrpSpPr/>
        <p:nvPr/>
      </p:nvGrpSpPr>
      <p:grpSpPr>
        <a:xfrm>
          <a:off x="0" y="0"/>
          <a:ext cx="0" cy="0"/>
          <a:chOff x="0" y="0"/>
          <a:chExt cx="0" cy="0"/>
        </a:xfrm>
      </p:grpSpPr>
      <p:sp>
        <p:nvSpPr>
          <p:cNvPr id="1700" name="Google Shape;1700;p134"/>
          <p:cNvSpPr txBox="1">
            <a:spLocks noGrp="1"/>
          </p:cNvSpPr>
          <p:nvPr>
            <p:ph type="title"/>
          </p:nvPr>
        </p:nvSpPr>
        <p:spPr>
          <a:xfrm>
            <a:off x="457200" y="114300"/>
            <a:ext cx="8229600" cy="903300"/>
          </a:xfrm>
          <a:prstGeom prst="rect">
            <a:avLst/>
          </a:prstGeom>
        </p:spPr>
        <p:txBody>
          <a:bodyPr spcFirstLastPara="1" wrap="square" lIns="0" tIns="0" rIns="0" bIns="0" anchor="t" anchorCtr="0">
            <a:normAutofit/>
          </a:bodyPr>
          <a:lstStyle>
            <a:lvl1pPr lvl="0" rtl="0">
              <a:spcBef>
                <a:spcPts val="0"/>
              </a:spcBef>
              <a:spcAft>
                <a:spcPts val="0"/>
              </a:spcAft>
              <a:buSzPts val="34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1701" name="Google Shape;1701;p134"/>
          <p:cNvSpPr txBox="1">
            <a:spLocks noGrp="1"/>
          </p:cNvSpPr>
          <p:nvPr>
            <p:ph type="body" idx="1"/>
          </p:nvPr>
        </p:nvSpPr>
        <p:spPr>
          <a:xfrm>
            <a:off x="457200" y="1152475"/>
            <a:ext cx="8229600" cy="3416400"/>
          </a:xfrm>
          <a:prstGeom prst="rect">
            <a:avLst/>
          </a:prstGeom>
        </p:spPr>
        <p:txBody>
          <a:bodyPr spcFirstLastPara="1" wrap="square" lIns="0" tIns="0" rIns="0" bIns="0" anchor="t" anchorCtr="0">
            <a:normAutofit/>
          </a:bodyPr>
          <a:lstStyle>
            <a:lvl1pPr marL="457200" lvl="0" indent="-330200" rtl="0">
              <a:spcBef>
                <a:spcPts val="0"/>
              </a:spcBef>
              <a:spcAft>
                <a:spcPts val="0"/>
              </a:spcAft>
              <a:buSzPts val="1600"/>
              <a:buChar char="■"/>
              <a:defRPr/>
            </a:lvl1pPr>
            <a:lvl2pPr marL="914400" lvl="1" indent="-317500" rtl="0">
              <a:spcBef>
                <a:spcPts val="0"/>
              </a:spcBef>
              <a:spcAft>
                <a:spcPts val="0"/>
              </a:spcAft>
              <a:buSzPts val="1400"/>
              <a:buChar char="■"/>
              <a:defRPr/>
            </a:lvl2pPr>
            <a:lvl3pPr marL="1371600" lvl="2" indent="-317500" rtl="0">
              <a:spcBef>
                <a:spcPts val="0"/>
              </a:spcBef>
              <a:spcAft>
                <a:spcPts val="0"/>
              </a:spcAft>
              <a:buSzPts val="1400"/>
              <a:buChar char="■"/>
              <a:defRPr/>
            </a:lvl3pPr>
            <a:lvl4pPr marL="1828800" lvl="3" indent="-317500" rtl="0">
              <a:spcBef>
                <a:spcPts val="0"/>
              </a:spcBef>
              <a:spcAft>
                <a:spcPts val="0"/>
              </a:spcAft>
              <a:buSzPts val="1400"/>
              <a:buChar char="●"/>
              <a:defRPr/>
            </a:lvl4pPr>
            <a:lvl5pPr marL="2286000" lvl="4" indent="-317500" rtl="0">
              <a:spcBef>
                <a:spcPts val="0"/>
              </a:spcBef>
              <a:spcAft>
                <a:spcPts val="0"/>
              </a:spcAft>
              <a:buSzPts val="1400"/>
              <a:buChar char="○"/>
              <a:defRPr/>
            </a:lvl5pPr>
            <a:lvl6pPr marL="2743200" lvl="5" indent="-317500" rtl="0">
              <a:spcBef>
                <a:spcPts val="0"/>
              </a:spcBef>
              <a:spcAft>
                <a:spcPts val="0"/>
              </a:spcAft>
              <a:buSzPts val="1400"/>
              <a:buChar char="■"/>
              <a:defRPr/>
            </a:lvl6pPr>
            <a:lvl7pPr marL="3200400" lvl="6" indent="-317500" rtl="0">
              <a:spcBef>
                <a:spcPts val="0"/>
              </a:spcBef>
              <a:spcAft>
                <a:spcPts val="0"/>
              </a:spcAft>
              <a:buSzPts val="1400"/>
              <a:buChar char="●"/>
              <a:defRPr/>
            </a:lvl7pPr>
            <a:lvl8pPr marL="3657600" lvl="7" indent="-317500" rtl="0">
              <a:spcBef>
                <a:spcPts val="0"/>
              </a:spcBef>
              <a:spcAft>
                <a:spcPts val="0"/>
              </a:spcAft>
              <a:buSzPts val="1400"/>
              <a:buChar char="○"/>
              <a:defRPr/>
            </a:lvl8pPr>
            <a:lvl9pPr marL="4114800" lvl="8" indent="-317500" rtl="0">
              <a:spcBef>
                <a:spcPts val="0"/>
              </a:spcBef>
              <a:spcAft>
                <a:spcPts val="0"/>
              </a:spcAft>
              <a:buSzPts val="1400"/>
              <a:buChar char="■"/>
              <a:defRPr/>
            </a:lvl9pPr>
          </a:lstStyle>
          <a:p>
            <a:endParaRPr/>
          </a:p>
        </p:txBody>
      </p:sp>
      <p:sp>
        <p:nvSpPr>
          <p:cNvPr id="1702" name="Google Shape;1702;p134"/>
          <p:cNvSpPr txBox="1">
            <a:spLocks noGrp="1"/>
          </p:cNvSpPr>
          <p:nvPr>
            <p:ph type="sldNum" idx="12"/>
          </p:nvPr>
        </p:nvSpPr>
        <p:spPr>
          <a:xfrm>
            <a:off x="8366700" y="4805546"/>
            <a:ext cx="548700" cy="215400"/>
          </a:xfrm>
          <a:prstGeom prst="rect">
            <a:avLst/>
          </a:prstGeom>
          <a:noFill/>
          <a:ln>
            <a:noFill/>
          </a:ln>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l" rtl="0">
              <a:spcBef>
                <a:spcPts val="0"/>
              </a:spcBef>
              <a:spcAft>
                <a:spcPts val="0"/>
              </a:spcAft>
              <a:buNone/>
            </a:pPr>
            <a:fld id="{00000000-1234-1234-1234-123412341234}" type="slidenum">
              <a:rPr lang="en"/>
              <a:t>‹#›</a:t>
            </a:fld>
            <a:endParaRPr/>
          </a:p>
        </p:txBody>
      </p:sp>
      <p:pic>
        <p:nvPicPr>
          <p:cNvPr id="1703" name="Google Shape;1703;p134"/>
          <p:cNvPicPr preferRelativeResize="0"/>
          <p:nvPr/>
        </p:nvPicPr>
        <p:blipFill>
          <a:blip r:embed="rId2">
            <a:alphaModFix/>
          </a:blip>
          <a:stretch>
            <a:fillRect/>
          </a:stretch>
        </p:blipFill>
        <p:spPr>
          <a:xfrm>
            <a:off x="8544852" y="62010"/>
            <a:ext cx="599140" cy="599141"/>
          </a:xfrm>
          <a:prstGeom prst="rect">
            <a:avLst/>
          </a:prstGeom>
          <a:noFill/>
          <a:ln>
            <a:noFill/>
          </a:ln>
        </p:spPr>
      </p:pic>
      <p:sp>
        <p:nvSpPr>
          <p:cNvPr id="1704" name="Google Shape;1704;p134"/>
          <p:cNvSpPr txBox="1">
            <a:spLocks noGrp="1"/>
          </p:cNvSpPr>
          <p:nvPr>
            <p:ph type="subTitle" idx="2"/>
          </p:nvPr>
        </p:nvSpPr>
        <p:spPr>
          <a:xfrm>
            <a:off x="467075" y="4814525"/>
            <a:ext cx="2326500" cy="206400"/>
          </a:xfrm>
          <a:prstGeom prst="rect">
            <a:avLst/>
          </a:prstGeom>
        </p:spPr>
        <p:txBody>
          <a:bodyPr spcFirstLastPara="1" wrap="square" lIns="0" tIns="0" rIns="0" bIns="0" anchor="b" anchorCtr="0">
            <a:normAutofit/>
          </a:bodyPr>
          <a:lstStyle>
            <a:lvl1pPr lvl="0" rtl="0">
              <a:spcBef>
                <a:spcPts val="0"/>
              </a:spcBef>
              <a:spcAft>
                <a:spcPts val="0"/>
              </a:spcAft>
              <a:buClr>
                <a:schemeClr val="dk2"/>
              </a:buClr>
              <a:buSzPts val="700"/>
              <a:buNone/>
              <a:defRPr sz="700">
                <a:solidFill>
                  <a:schemeClr val="dk2"/>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Tree>
  </p:cSld>
  <p:clrMapOvr>
    <a:masterClrMapping/>
  </p:clrMapOvr>
</p:sldLayout>
</file>

<file path=ppt/slideLayouts/slideLayout133.xml><?xml version="1.0" encoding="utf-8"?>
<p:sldLayout xmlns:a="http://schemas.openxmlformats.org/drawingml/2006/main" xmlns:r="http://schemas.openxmlformats.org/officeDocument/2006/relationships" xmlns:p="http://schemas.openxmlformats.org/presentationml/2006/main" matchingName="Blank 1">
  <p:cSld name="Blank_1">
    <p:bg>
      <p:bgPr>
        <a:solidFill>
          <a:srgbClr val="F7F7F7"/>
        </a:solidFill>
        <a:effectLst/>
      </p:bgPr>
    </p:bg>
    <p:spTree>
      <p:nvGrpSpPr>
        <p:cNvPr id="1" name="Shape 1705"/>
        <p:cNvGrpSpPr/>
        <p:nvPr/>
      </p:nvGrpSpPr>
      <p:grpSpPr>
        <a:xfrm>
          <a:off x="0" y="0"/>
          <a:ext cx="0" cy="0"/>
          <a:chOff x="0" y="0"/>
          <a:chExt cx="0" cy="0"/>
        </a:xfrm>
      </p:grpSpPr>
      <p:sp>
        <p:nvSpPr>
          <p:cNvPr id="1706" name="Google Shape;1706;p135"/>
          <p:cNvSpPr txBox="1">
            <a:spLocks noGrp="1"/>
          </p:cNvSpPr>
          <p:nvPr>
            <p:ph type="sldNum" idx="12"/>
          </p:nvPr>
        </p:nvSpPr>
        <p:spPr>
          <a:xfrm>
            <a:off x="8377928" y="4786310"/>
            <a:ext cx="548700" cy="162000"/>
          </a:xfrm>
          <a:prstGeom prst="rect">
            <a:avLst/>
          </a:prstGeom>
          <a:noFill/>
          <a:ln>
            <a:noFill/>
          </a:ln>
        </p:spPr>
        <p:txBody>
          <a:bodyPr spcFirstLastPara="1" wrap="square" lIns="0" tIns="0" rIns="0" bIns="0" anchor="b" anchorCtr="0">
            <a:noAutofit/>
          </a:bodyPr>
          <a:lstStyle>
            <a:lvl1pPr lvl="0" algn="r" rtl="0">
              <a:buNone/>
              <a:defRPr sz="500">
                <a:solidFill>
                  <a:schemeClr val="dk2"/>
                </a:solidFill>
                <a:latin typeface="IBM Plex Sans"/>
                <a:ea typeface="IBM Plex Sans"/>
                <a:cs typeface="IBM Plex Sans"/>
                <a:sym typeface="IBM Plex Sans"/>
              </a:defRPr>
            </a:lvl1pPr>
            <a:lvl2pPr lvl="1" algn="r" rtl="0">
              <a:buNone/>
              <a:defRPr sz="500">
                <a:solidFill>
                  <a:schemeClr val="dk2"/>
                </a:solidFill>
                <a:latin typeface="IBM Plex Sans"/>
                <a:ea typeface="IBM Plex Sans"/>
                <a:cs typeface="IBM Plex Sans"/>
                <a:sym typeface="IBM Plex Sans"/>
              </a:defRPr>
            </a:lvl2pPr>
            <a:lvl3pPr lvl="2" algn="r" rtl="0">
              <a:buNone/>
              <a:defRPr sz="500">
                <a:solidFill>
                  <a:schemeClr val="dk2"/>
                </a:solidFill>
                <a:latin typeface="IBM Plex Sans"/>
                <a:ea typeface="IBM Plex Sans"/>
                <a:cs typeface="IBM Plex Sans"/>
                <a:sym typeface="IBM Plex Sans"/>
              </a:defRPr>
            </a:lvl3pPr>
            <a:lvl4pPr lvl="3" algn="r" rtl="0">
              <a:buNone/>
              <a:defRPr sz="500">
                <a:solidFill>
                  <a:schemeClr val="dk2"/>
                </a:solidFill>
                <a:latin typeface="IBM Plex Sans"/>
                <a:ea typeface="IBM Plex Sans"/>
                <a:cs typeface="IBM Plex Sans"/>
                <a:sym typeface="IBM Plex Sans"/>
              </a:defRPr>
            </a:lvl4pPr>
            <a:lvl5pPr lvl="4" algn="r" rtl="0">
              <a:buNone/>
              <a:defRPr sz="500">
                <a:solidFill>
                  <a:schemeClr val="dk2"/>
                </a:solidFill>
                <a:latin typeface="IBM Plex Sans"/>
                <a:ea typeface="IBM Plex Sans"/>
                <a:cs typeface="IBM Plex Sans"/>
                <a:sym typeface="IBM Plex Sans"/>
              </a:defRPr>
            </a:lvl5pPr>
            <a:lvl6pPr lvl="5" algn="r" rtl="0">
              <a:buNone/>
              <a:defRPr sz="500">
                <a:solidFill>
                  <a:schemeClr val="dk2"/>
                </a:solidFill>
                <a:latin typeface="IBM Plex Sans"/>
                <a:ea typeface="IBM Plex Sans"/>
                <a:cs typeface="IBM Plex Sans"/>
                <a:sym typeface="IBM Plex Sans"/>
              </a:defRPr>
            </a:lvl6pPr>
            <a:lvl7pPr lvl="6" algn="r" rtl="0">
              <a:buNone/>
              <a:defRPr sz="500">
                <a:solidFill>
                  <a:schemeClr val="dk2"/>
                </a:solidFill>
                <a:latin typeface="IBM Plex Sans"/>
                <a:ea typeface="IBM Plex Sans"/>
                <a:cs typeface="IBM Plex Sans"/>
                <a:sym typeface="IBM Plex Sans"/>
              </a:defRPr>
            </a:lvl7pPr>
            <a:lvl8pPr lvl="7" algn="r" rtl="0">
              <a:buNone/>
              <a:defRPr sz="500">
                <a:solidFill>
                  <a:schemeClr val="dk2"/>
                </a:solidFill>
                <a:latin typeface="IBM Plex Sans"/>
                <a:ea typeface="IBM Plex Sans"/>
                <a:cs typeface="IBM Plex Sans"/>
                <a:sym typeface="IBM Plex Sans"/>
              </a:defRPr>
            </a:lvl8pPr>
            <a:lvl9pPr lvl="8" algn="r" rtl="0">
              <a:buNone/>
              <a:defRPr sz="500">
                <a:solidFill>
                  <a:schemeClr val="dk2"/>
                </a:solidFill>
                <a:latin typeface="IBM Plex Sans"/>
                <a:ea typeface="IBM Plex Sans"/>
                <a:cs typeface="IBM Plex Sans"/>
                <a:sym typeface="IBM Plex Sans"/>
              </a:defRPr>
            </a:lvl9pPr>
          </a:lstStyle>
          <a:p>
            <a:pPr marL="0" lvl="0" indent="0" algn="r" rtl="0">
              <a:spcBef>
                <a:spcPts val="0"/>
              </a:spcBef>
              <a:spcAft>
                <a:spcPts val="0"/>
              </a:spcAft>
              <a:buNone/>
            </a:pPr>
            <a:fld id="{00000000-1234-1234-1234-123412341234}" type="slidenum">
              <a:rPr lang="en"/>
              <a:t>‹#›</a:t>
            </a:fld>
            <a:endParaRPr/>
          </a:p>
        </p:txBody>
      </p:sp>
      <p:pic>
        <p:nvPicPr>
          <p:cNvPr id="1707" name="Google Shape;1707;p135"/>
          <p:cNvPicPr preferRelativeResize="0"/>
          <p:nvPr/>
        </p:nvPicPr>
        <p:blipFill>
          <a:blip r:embed="rId2">
            <a:alphaModFix/>
          </a:blip>
          <a:stretch>
            <a:fillRect/>
          </a:stretch>
        </p:blipFill>
        <p:spPr>
          <a:xfrm>
            <a:off x="8544852" y="62010"/>
            <a:ext cx="599140" cy="599141"/>
          </a:xfrm>
          <a:prstGeom prst="rect">
            <a:avLst/>
          </a:prstGeom>
          <a:noFill/>
          <a:ln>
            <a:noFill/>
          </a:ln>
        </p:spPr>
      </p:pic>
    </p:spTree>
  </p:cSld>
  <p:clrMapOvr>
    <a:masterClrMapping/>
  </p:clrMapOvr>
</p:sldLayout>
</file>

<file path=ppt/slideLayouts/slideLayout134.xml><?xml version="1.0" encoding="utf-8"?>
<p:sldLayout xmlns:a="http://schemas.openxmlformats.org/drawingml/2006/main" xmlns:r="http://schemas.openxmlformats.org/officeDocument/2006/relationships" xmlns:p="http://schemas.openxmlformats.org/presentationml/2006/main" matchingName="Section Header - Spacecraft">
  <p:cSld name="SECTION_HEADER_2">
    <p:spTree>
      <p:nvGrpSpPr>
        <p:cNvPr id="1" name="Shape 1708"/>
        <p:cNvGrpSpPr/>
        <p:nvPr/>
      </p:nvGrpSpPr>
      <p:grpSpPr>
        <a:xfrm>
          <a:off x="0" y="0"/>
          <a:ext cx="0" cy="0"/>
          <a:chOff x="0" y="0"/>
          <a:chExt cx="0" cy="0"/>
        </a:xfrm>
      </p:grpSpPr>
      <p:sp>
        <p:nvSpPr>
          <p:cNvPr id="1709" name="Google Shape;1709;p136"/>
          <p:cNvSpPr txBox="1">
            <a:spLocks noGrp="1"/>
          </p:cNvSpPr>
          <p:nvPr>
            <p:ph type="title"/>
          </p:nvPr>
        </p:nvSpPr>
        <p:spPr>
          <a:xfrm>
            <a:off x="457200" y="1152475"/>
            <a:ext cx="8229600" cy="841800"/>
          </a:xfrm>
          <a:prstGeom prst="rect">
            <a:avLst/>
          </a:prstGeom>
        </p:spPr>
        <p:txBody>
          <a:bodyPr spcFirstLastPara="1" wrap="square" lIns="0" tIns="0" rIns="0" bIns="0" anchor="t" anchorCtr="0">
            <a:normAutofit/>
          </a:bodyPr>
          <a:lstStyle>
            <a:lvl1pPr lvl="0">
              <a:spcBef>
                <a:spcPts val="0"/>
              </a:spcBef>
              <a:spcAft>
                <a:spcPts val="0"/>
              </a:spcAft>
              <a:buSzPts val="3400"/>
              <a:buNone/>
              <a:defRPr/>
            </a:lvl1pPr>
            <a:lvl2pPr lvl="1">
              <a:spcBef>
                <a:spcPts val="0"/>
              </a:spcBef>
              <a:spcAft>
                <a:spcPts val="0"/>
              </a:spcAft>
              <a:buSzPts val="3400"/>
              <a:buNone/>
              <a:defRPr sz="3400"/>
            </a:lvl2pPr>
            <a:lvl3pPr lvl="2">
              <a:spcBef>
                <a:spcPts val="0"/>
              </a:spcBef>
              <a:spcAft>
                <a:spcPts val="0"/>
              </a:spcAft>
              <a:buSzPts val="3400"/>
              <a:buNone/>
              <a:defRPr sz="3400"/>
            </a:lvl3pPr>
            <a:lvl4pPr lvl="3">
              <a:spcBef>
                <a:spcPts val="0"/>
              </a:spcBef>
              <a:spcAft>
                <a:spcPts val="0"/>
              </a:spcAft>
              <a:buSzPts val="3400"/>
              <a:buNone/>
              <a:defRPr sz="3400"/>
            </a:lvl4pPr>
            <a:lvl5pPr lvl="4">
              <a:spcBef>
                <a:spcPts val="0"/>
              </a:spcBef>
              <a:spcAft>
                <a:spcPts val="0"/>
              </a:spcAft>
              <a:buSzPts val="3400"/>
              <a:buNone/>
              <a:defRPr sz="3400"/>
            </a:lvl5pPr>
            <a:lvl6pPr lvl="5">
              <a:spcBef>
                <a:spcPts val="0"/>
              </a:spcBef>
              <a:spcAft>
                <a:spcPts val="0"/>
              </a:spcAft>
              <a:buSzPts val="3400"/>
              <a:buNone/>
              <a:defRPr sz="3400"/>
            </a:lvl6pPr>
            <a:lvl7pPr lvl="6">
              <a:spcBef>
                <a:spcPts val="0"/>
              </a:spcBef>
              <a:spcAft>
                <a:spcPts val="0"/>
              </a:spcAft>
              <a:buSzPts val="3400"/>
              <a:buNone/>
              <a:defRPr sz="3400"/>
            </a:lvl7pPr>
            <a:lvl8pPr lvl="7">
              <a:spcBef>
                <a:spcPts val="0"/>
              </a:spcBef>
              <a:spcAft>
                <a:spcPts val="0"/>
              </a:spcAft>
              <a:buSzPts val="3400"/>
              <a:buNone/>
              <a:defRPr sz="3400"/>
            </a:lvl8pPr>
            <a:lvl9pPr lvl="8">
              <a:spcBef>
                <a:spcPts val="0"/>
              </a:spcBef>
              <a:spcAft>
                <a:spcPts val="0"/>
              </a:spcAft>
              <a:buSzPts val="3400"/>
              <a:buNone/>
              <a:defRPr sz="3400"/>
            </a:lvl9pPr>
          </a:lstStyle>
          <a:p>
            <a:endParaRPr/>
          </a:p>
        </p:txBody>
      </p:sp>
      <p:sp>
        <p:nvSpPr>
          <p:cNvPr id="1710" name="Google Shape;1710;p136"/>
          <p:cNvSpPr txBox="1">
            <a:spLocks noGrp="1"/>
          </p:cNvSpPr>
          <p:nvPr>
            <p:ph type="sldNum" idx="12"/>
          </p:nvPr>
        </p:nvSpPr>
        <p:spPr>
          <a:xfrm>
            <a:off x="8366700" y="4805546"/>
            <a:ext cx="548700" cy="215400"/>
          </a:xfrm>
          <a:prstGeom prst="rect">
            <a:avLst/>
          </a:prstGeom>
          <a:noFill/>
          <a:ln>
            <a:noFill/>
          </a:ln>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l" rtl="0">
              <a:spcBef>
                <a:spcPts val="0"/>
              </a:spcBef>
              <a:spcAft>
                <a:spcPts val="0"/>
              </a:spcAft>
              <a:buNone/>
            </a:pPr>
            <a:fld id="{00000000-1234-1234-1234-123412341234}" type="slidenum">
              <a:rPr lang="en"/>
              <a:t>‹#›</a:t>
            </a:fld>
            <a:endParaRPr/>
          </a:p>
        </p:txBody>
      </p:sp>
      <p:pic>
        <p:nvPicPr>
          <p:cNvPr id="1711" name="Google Shape;1711;p136"/>
          <p:cNvPicPr preferRelativeResize="0"/>
          <p:nvPr/>
        </p:nvPicPr>
        <p:blipFill>
          <a:blip r:embed="rId2">
            <a:alphaModFix/>
          </a:blip>
          <a:stretch>
            <a:fillRect/>
          </a:stretch>
        </p:blipFill>
        <p:spPr>
          <a:xfrm>
            <a:off x="8544852" y="62010"/>
            <a:ext cx="599140" cy="599141"/>
          </a:xfrm>
          <a:prstGeom prst="rect">
            <a:avLst/>
          </a:prstGeom>
          <a:noFill/>
          <a:ln>
            <a:noFill/>
          </a:ln>
        </p:spPr>
      </p:pic>
      <p:sp>
        <p:nvSpPr>
          <p:cNvPr id="1712" name="Google Shape;1712;p136"/>
          <p:cNvSpPr txBox="1">
            <a:spLocks noGrp="1"/>
          </p:cNvSpPr>
          <p:nvPr>
            <p:ph type="subTitle" idx="1"/>
          </p:nvPr>
        </p:nvSpPr>
        <p:spPr>
          <a:xfrm>
            <a:off x="467075" y="4814525"/>
            <a:ext cx="2326500" cy="206400"/>
          </a:xfrm>
          <a:prstGeom prst="rect">
            <a:avLst/>
          </a:prstGeom>
        </p:spPr>
        <p:txBody>
          <a:bodyPr spcFirstLastPara="1" wrap="square" lIns="0" tIns="0" rIns="0" bIns="0" anchor="b" anchorCtr="0">
            <a:normAutofit/>
          </a:bodyPr>
          <a:lstStyle>
            <a:lvl1pPr lvl="0">
              <a:spcBef>
                <a:spcPts val="0"/>
              </a:spcBef>
              <a:spcAft>
                <a:spcPts val="0"/>
              </a:spcAft>
              <a:buClr>
                <a:schemeClr val="dk2"/>
              </a:buClr>
              <a:buSzPts val="700"/>
              <a:buNone/>
              <a:defRPr sz="7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135.xml><?xml version="1.0" encoding="utf-8"?>
<p:sldLayout xmlns:a="http://schemas.openxmlformats.org/drawingml/2006/main" xmlns:r="http://schemas.openxmlformats.org/officeDocument/2006/relationships" xmlns:p="http://schemas.openxmlformats.org/presentationml/2006/main" matchingName="Title &amp; body - Black 1">
  <p:cSld name="TITLE_AND_BODY_3_15">
    <p:bg>
      <p:bgPr>
        <a:solidFill>
          <a:schemeClr val="dk1"/>
        </a:solidFill>
        <a:effectLst/>
      </p:bgPr>
    </p:bg>
    <p:spTree>
      <p:nvGrpSpPr>
        <p:cNvPr id="1" name="Shape 1713"/>
        <p:cNvGrpSpPr/>
        <p:nvPr/>
      </p:nvGrpSpPr>
      <p:grpSpPr>
        <a:xfrm>
          <a:off x="0" y="0"/>
          <a:ext cx="0" cy="0"/>
          <a:chOff x="0" y="0"/>
          <a:chExt cx="0" cy="0"/>
        </a:xfrm>
      </p:grpSpPr>
      <p:sp>
        <p:nvSpPr>
          <p:cNvPr id="1714" name="Google Shape;1714;p137"/>
          <p:cNvSpPr txBox="1">
            <a:spLocks noGrp="1"/>
          </p:cNvSpPr>
          <p:nvPr>
            <p:ph type="title"/>
          </p:nvPr>
        </p:nvSpPr>
        <p:spPr>
          <a:xfrm>
            <a:off x="457200" y="114300"/>
            <a:ext cx="8229600" cy="903300"/>
          </a:xfrm>
          <a:prstGeom prst="rect">
            <a:avLst/>
          </a:prstGeom>
        </p:spPr>
        <p:txBody>
          <a:bodyPr spcFirstLastPara="1" wrap="square" lIns="0" tIns="0" rIns="0" bIns="0" anchor="t" anchorCtr="0">
            <a:normAutofit/>
          </a:bodyPr>
          <a:lstStyle>
            <a:lvl1pPr lvl="0">
              <a:spcBef>
                <a:spcPts val="0"/>
              </a:spcBef>
              <a:spcAft>
                <a:spcPts val="0"/>
              </a:spcAft>
              <a:buClr>
                <a:schemeClr val="lt1"/>
              </a:buClr>
              <a:buSzPts val="3400"/>
              <a:buNone/>
              <a:defRPr>
                <a:solidFill>
                  <a:schemeClr val="lt1"/>
                </a:solidFill>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715" name="Google Shape;1715;p137"/>
          <p:cNvSpPr txBox="1">
            <a:spLocks noGrp="1"/>
          </p:cNvSpPr>
          <p:nvPr>
            <p:ph type="body" idx="1"/>
          </p:nvPr>
        </p:nvSpPr>
        <p:spPr>
          <a:xfrm>
            <a:off x="457200" y="1152475"/>
            <a:ext cx="8229600" cy="3416400"/>
          </a:xfrm>
          <a:prstGeom prst="rect">
            <a:avLst/>
          </a:prstGeom>
        </p:spPr>
        <p:txBody>
          <a:bodyPr spcFirstLastPara="1" wrap="square" lIns="0" tIns="0" rIns="0" bIns="0" anchor="t" anchorCtr="0">
            <a:normAutofit/>
          </a:bodyPr>
          <a:lstStyle>
            <a:lvl1pPr marL="457200" lvl="0" indent="-330200">
              <a:spcBef>
                <a:spcPts val="0"/>
              </a:spcBef>
              <a:spcAft>
                <a:spcPts val="0"/>
              </a:spcAft>
              <a:buClr>
                <a:schemeClr val="lt1"/>
              </a:buClr>
              <a:buSzPts val="1600"/>
              <a:buChar char="■"/>
              <a:defRPr>
                <a:solidFill>
                  <a:schemeClr val="lt1"/>
                </a:solidFill>
              </a:defRPr>
            </a:lvl1pPr>
            <a:lvl2pPr marL="914400" lvl="1" indent="-317500">
              <a:spcBef>
                <a:spcPts val="0"/>
              </a:spcBef>
              <a:spcAft>
                <a:spcPts val="0"/>
              </a:spcAft>
              <a:buSzPts val="1400"/>
              <a:buChar char="■"/>
              <a:defRPr>
                <a:solidFill>
                  <a:schemeClr val="lt1"/>
                </a:solidFill>
              </a:defRPr>
            </a:lvl2pPr>
            <a:lvl3pPr marL="1371600" lvl="2" indent="-317500">
              <a:spcBef>
                <a:spcPts val="0"/>
              </a:spcBef>
              <a:spcAft>
                <a:spcPts val="0"/>
              </a:spcAft>
              <a:buClr>
                <a:schemeClr val="lt1"/>
              </a:buClr>
              <a:buSzPts val="1400"/>
              <a:buChar char="■"/>
              <a:defRPr>
                <a:solidFill>
                  <a:schemeClr val="lt1"/>
                </a:solidFill>
              </a:defRPr>
            </a:lvl3pPr>
            <a:lvl4pPr marL="1828800" lvl="3" indent="-317500">
              <a:spcBef>
                <a:spcPts val="0"/>
              </a:spcBef>
              <a:spcAft>
                <a:spcPts val="0"/>
              </a:spcAft>
              <a:buClr>
                <a:schemeClr val="lt1"/>
              </a:buClr>
              <a:buSzPts val="1400"/>
              <a:buChar char="●"/>
              <a:defRPr>
                <a:solidFill>
                  <a:schemeClr val="lt1"/>
                </a:solidFill>
              </a:defRPr>
            </a:lvl4pPr>
            <a:lvl5pPr marL="2286000" lvl="4" indent="-317500">
              <a:spcBef>
                <a:spcPts val="0"/>
              </a:spcBef>
              <a:spcAft>
                <a:spcPts val="0"/>
              </a:spcAft>
              <a:buClr>
                <a:schemeClr val="lt1"/>
              </a:buClr>
              <a:buSzPts val="1400"/>
              <a:buChar char="○"/>
              <a:defRPr>
                <a:solidFill>
                  <a:schemeClr val="lt1"/>
                </a:solidFill>
              </a:defRPr>
            </a:lvl5pPr>
            <a:lvl6pPr marL="2743200" lvl="5" indent="-317500">
              <a:spcBef>
                <a:spcPts val="0"/>
              </a:spcBef>
              <a:spcAft>
                <a:spcPts val="0"/>
              </a:spcAft>
              <a:buClr>
                <a:schemeClr val="lt1"/>
              </a:buClr>
              <a:buSzPts val="1400"/>
              <a:buChar char="■"/>
              <a:defRPr>
                <a:solidFill>
                  <a:schemeClr val="lt1"/>
                </a:solidFill>
              </a:defRPr>
            </a:lvl6pPr>
            <a:lvl7pPr marL="3200400" lvl="6" indent="-317500">
              <a:spcBef>
                <a:spcPts val="0"/>
              </a:spcBef>
              <a:spcAft>
                <a:spcPts val="0"/>
              </a:spcAft>
              <a:buClr>
                <a:schemeClr val="lt1"/>
              </a:buClr>
              <a:buSzPts val="1400"/>
              <a:buChar char="●"/>
              <a:defRPr>
                <a:solidFill>
                  <a:schemeClr val="lt1"/>
                </a:solidFill>
              </a:defRPr>
            </a:lvl7pPr>
            <a:lvl8pPr marL="3657600" lvl="7" indent="-317500">
              <a:spcBef>
                <a:spcPts val="0"/>
              </a:spcBef>
              <a:spcAft>
                <a:spcPts val="0"/>
              </a:spcAft>
              <a:buClr>
                <a:schemeClr val="lt1"/>
              </a:buClr>
              <a:buSzPts val="1400"/>
              <a:buChar char="○"/>
              <a:defRPr>
                <a:solidFill>
                  <a:schemeClr val="lt1"/>
                </a:solidFill>
              </a:defRPr>
            </a:lvl8pPr>
            <a:lvl9pPr marL="4114800" lvl="8" indent="-317500">
              <a:spcBef>
                <a:spcPts val="0"/>
              </a:spcBef>
              <a:spcAft>
                <a:spcPts val="0"/>
              </a:spcAft>
              <a:buClr>
                <a:schemeClr val="lt1"/>
              </a:buClr>
              <a:buSzPts val="1400"/>
              <a:buChar char="■"/>
              <a:defRPr>
                <a:solidFill>
                  <a:schemeClr val="lt1"/>
                </a:solidFill>
              </a:defRPr>
            </a:lvl9pPr>
          </a:lstStyle>
          <a:p>
            <a:endParaRPr/>
          </a:p>
        </p:txBody>
      </p:sp>
      <p:sp>
        <p:nvSpPr>
          <p:cNvPr id="1716" name="Google Shape;1716;p137"/>
          <p:cNvSpPr txBox="1">
            <a:spLocks noGrp="1"/>
          </p:cNvSpPr>
          <p:nvPr>
            <p:ph type="sldNum" idx="12"/>
          </p:nvPr>
        </p:nvSpPr>
        <p:spPr>
          <a:xfrm>
            <a:off x="8366700" y="4805546"/>
            <a:ext cx="548700" cy="215400"/>
          </a:xfrm>
          <a:prstGeom prst="rect">
            <a:avLst/>
          </a:prstGeom>
          <a:noFill/>
          <a:ln>
            <a:noFill/>
          </a:ln>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l" rtl="0">
              <a:spcBef>
                <a:spcPts val="0"/>
              </a:spcBef>
              <a:spcAft>
                <a:spcPts val="0"/>
              </a:spcAft>
              <a:buNone/>
            </a:pPr>
            <a:fld id="{00000000-1234-1234-1234-123412341234}" type="slidenum">
              <a:rPr lang="en"/>
              <a:t>‹#›</a:t>
            </a:fld>
            <a:endParaRPr/>
          </a:p>
        </p:txBody>
      </p:sp>
      <p:sp>
        <p:nvSpPr>
          <p:cNvPr id="1717" name="Google Shape;1717;p137"/>
          <p:cNvSpPr txBox="1">
            <a:spLocks noGrp="1"/>
          </p:cNvSpPr>
          <p:nvPr>
            <p:ph type="subTitle" idx="2"/>
          </p:nvPr>
        </p:nvSpPr>
        <p:spPr>
          <a:xfrm>
            <a:off x="467075" y="4814525"/>
            <a:ext cx="2326500" cy="206400"/>
          </a:xfrm>
          <a:prstGeom prst="rect">
            <a:avLst/>
          </a:prstGeom>
        </p:spPr>
        <p:txBody>
          <a:bodyPr spcFirstLastPara="1" wrap="square" lIns="0" tIns="0" rIns="0" bIns="0" anchor="b" anchorCtr="0">
            <a:normAutofit/>
          </a:bodyPr>
          <a:lstStyle>
            <a:lvl1pPr lvl="0">
              <a:spcBef>
                <a:spcPts val="0"/>
              </a:spcBef>
              <a:spcAft>
                <a:spcPts val="0"/>
              </a:spcAft>
              <a:buClr>
                <a:schemeClr val="dk2"/>
              </a:buClr>
              <a:buSzPts val="700"/>
              <a:buNone/>
              <a:defRPr sz="7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pic>
        <p:nvPicPr>
          <p:cNvPr id="1718" name="Google Shape;1718;p137"/>
          <p:cNvPicPr preferRelativeResize="0"/>
          <p:nvPr/>
        </p:nvPicPr>
        <p:blipFill>
          <a:blip r:embed="rId2">
            <a:alphaModFix/>
          </a:blip>
          <a:stretch>
            <a:fillRect/>
          </a:stretch>
        </p:blipFill>
        <p:spPr>
          <a:xfrm>
            <a:off x="8544859" y="62003"/>
            <a:ext cx="599140" cy="599141"/>
          </a:xfrm>
          <a:prstGeom prst="rect">
            <a:avLst/>
          </a:prstGeom>
          <a:noFill/>
          <a:ln>
            <a:noFill/>
          </a:ln>
        </p:spPr>
      </p:pic>
    </p:spTree>
  </p:cSld>
  <p:clrMapOvr>
    <a:masterClrMapping/>
  </p:clrMapOvr>
</p:sldLayout>
</file>

<file path=ppt/slideLayouts/slideLayout136.xml><?xml version="1.0" encoding="utf-8"?>
<p:sldLayout xmlns:a="http://schemas.openxmlformats.org/drawingml/2006/main" xmlns:r="http://schemas.openxmlformats.org/officeDocument/2006/relationships" xmlns:p="http://schemas.openxmlformats.org/presentationml/2006/main" matchingName="Title only - Black 1 1">
  <p:cSld name="TITLE_ONLY_1_8">
    <p:bg>
      <p:bgPr>
        <a:solidFill>
          <a:schemeClr val="dk1"/>
        </a:solidFill>
        <a:effectLst/>
      </p:bgPr>
    </p:bg>
    <p:spTree>
      <p:nvGrpSpPr>
        <p:cNvPr id="1" name="Shape 1719"/>
        <p:cNvGrpSpPr/>
        <p:nvPr/>
      </p:nvGrpSpPr>
      <p:grpSpPr>
        <a:xfrm>
          <a:off x="0" y="0"/>
          <a:ext cx="0" cy="0"/>
          <a:chOff x="0" y="0"/>
          <a:chExt cx="0" cy="0"/>
        </a:xfrm>
      </p:grpSpPr>
      <p:sp>
        <p:nvSpPr>
          <p:cNvPr id="1720" name="Google Shape;1720;p138"/>
          <p:cNvSpPr txBox="1">
            <a:spLocks noGrp="1"/>
          </p:cNvSpPr>
          <p:nvPr>
            <p:ph type="title"/>
          </p:nvPr>
        </p:nvSpPr>
        <p:spPr>
          <a:xfrm>
            <a:off x="457200" y="114300"/>
            <a:ext cx="8229600" cy="903300"/>
          </a:xfrm>
          <a:prstGeom prst="rect">
            <a:avLst/>
          </a:prstGeom>
        </p:spPr>
        <p:txBody>
          <a:bodyPr spcFirstLastPara="1" wrap="square" lIns="0" tIns="0" rIns="0" bIns="0" anchor="t" anchorCtr="0">
            <a:normAutofit/>
          </a:bodyPr>
          <a:lstStyle>
            <a:lvl1pPr lvl="0">
              <a:spcBef>
                <a:spcPts val="0"/>
              </a:spcBef>
              <a:spcAft>
                <a:spcPts val="0"/>
              </a:spcAft>
              <a:buClr>
                <a:schemeClr val="lt2"/>
              </a:buClr>
              <a:buSzPts val="3400"/>
              <a:buNone/>
              <a:defRPr>
                <a:solidFill>
                  <a:schemeClr val="lt2"/>
                </a:solidFill>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pic>
        <p:nvPicPr>
          <p:cNvPr id="1721" name="Google Shape;1721;p138"/>
          <p:cNvPicPr preferRelativeResize="0"/>
          <p:nvPr/>
        </p:nvPicPr>
        <p:blipFill>
          <a:blip r:embed="rId2">
            <a:alphaModFix/>
          </a:blip>
          <a:stretch>
            <a:fillRect/>
          </a:stretch>
        </p:blipFill>
        <p:spPr>
          <a:xfrm>
            <a:off x="8544859" y="62003"/>
            <a:ext cx="599140" cy="599141"/>
          </a:xfrm>
          <a:prstGeom prst="rect">
            <a:avLst/>
          </a:prstGeom>
          <a:noFill/>
          <a:ln>
            <a:noFill/>
          </a:ln>
        </p:spPr>
      </p:pic>
    </p:spTree>
  </p:cSld>
  <p:clrMapOvr>
    <a:masterClrMapping/>
  </p:clrMapOvr>
</p:sldLayout>
</file>

<file path=ppt/slideLayouts/slideLayout137.xml><?xml version="1.0" encoding="utf-8"?>
<p:sldLayout xmlns:a="http://schemas.openxmlformats.org/drawingml/2006/main" xmlns:r="http://schemas.openxmlformats.org/officeDocument/2006/relationships" xmlns:p="http://schemas.openxmlformats.org/presentationml/2006/main" matchingName="Title only - Black 3">
  <p:cSld name="TITLE_ONLY_1_13">
    <p:bg>
      <p:bgPr>
        <a:solidFill>
          <a:schemeClr val="dk1"/>
        </a:solidFill>
        <a:effectLst/>
      </p:bgPr>
    </p:bg>
    <p:spTree>
      <p:nvGrpSpPr>
        <p:cNvPr id="1" name="Shape 1722"/>
        <p:cNvGrpSpPr/>
        <p:nvPr/>
      </p:nvGrpSpPr>
      <p:grpSpPr>
        <a:xfrm>
          <a:off x="0" y="0"/>
          <a:ext cx="0" cy="0"/>
          <a:chOff x="0" y="0"/>
          <a:chExt cx="0" cy="0"/>
        </a:xfrm>
      </p:grpSpPr>
      <p:sp>
        <p:nvSpPr>
          <p:cNvPr id="1723" name="Google Shape;1723;p139"/>
          <p:cNvSpPr txBox="1">
            <a:spLocks noGrp="1"/>
          </p:cNvSpPr>
          <p:nvPr>
            <p:ph type="title"/>
          </p:nvPr>
        </p:nvSpPr>
        <p:spPr>
          <a:xfrm>
            <a:off x="457200" y="114300"/>
            <a:ext cx="8229600" cy="903300"/>
          </a:xfrm>
          <a:prstGeom prst="rect">
            <a:avLst/>
          </a:prstGeom>
          <a:noFill/>
          <a:ln>
            <a:noFill/>
          </a:ln>
        </p:spPr>
        <p:txBody>
          <a:bodyPr spcFirstLastPara="1" wrap="square" lIns="0" tIns="0" rIns="0" bIns="0" anchor="t" anchorCtr="0">
            <a:normAutofit/>
          </a:bodyPr>
          <a:lstStyle>
            <a:lvl1pPr lvl="0" algn="l">
              <a:lnSpc>
                <a:spcPct val="100000"/>
              </a:lnSpc>
              <a:spcBef>
                <a:spcPts val="0"/>
              </a:spcBef>
              <a:spcAft>
                <a:spcPts val="0"/>
              </a:spcAft>
              <a:buClr>
                <a:schemeClr val="lt2"/>
              </a:buClr>
              <a:buSzPts val="3400"/>
              <a:buNone/>
              <a:defRPr>
                <a:solidFill>
                  <a:schemeClr val="lt2"/>
                </a:solidFill>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pic>
        <p:nvPicPr>
          <p:cNvPr id="1724" name="Google Shape;1724;p139"/>
          <p:cNvPicPr preferRelativeResize="0"/>
          <p:nvPr/>
        </p:nvPicPr>
        <p:blipFill rotWithShape="1">
          <a:blip r:embed="rId2">
            <a:alphaModFix/>
          </a:blip>
          <a:srcRect/>
          <a:stretch/>
        </p:blipFill>
        <p:spPr>
          <a:xfrm>
            <a:off x="8544859" y="62003"/>
            <a:ext cx="599140" cy="599141"/>
          </a:xfrm>
          <a:prstGeom prst="rect">
            <a:avLst/>
          </a:prstGeom>
          <a:noFill/>
          <a:ln>
            <a:noFill/>
          </a:ln>
        </p:spPr>
      </p:pic>
    </p:spTree>
  </p:cSld>
  <p:clrMapOvr>
    <a:masterClrMapping/>
  </p:clrMapOvr>
</p:sldLayout>
</file>

<file path=ppt/slideLayouts/slideLayout138.xml><?xml version="1.0" encoding="utf-8"?>
<p:sldLayout xmlns:a="http://schemas.openxmlformats.org/drawingml/2006/main" xmlns:r="http://schemas.openxmlformats.org/officeDocument/2006/relationships" xmlns:p="http://schemas.openxmlformats.org/presentationml/2006/main" matchingName="Blank 1 1">
  <p:cSld name="CUSTOM_10_3">
    <p:bg>
      <p:bgPr>
        <a:solidFill>
          <a:schemeClr val="dk1"/>
        </a:solidFill>
        <a:effectLst/>
      </p:bgPr>
    </p:bg>
    <p:spTree>
      <p:nvGrpSpPr>
        <p:cNvPr id="1" name="Shape 1725"/>
        <p:cNvGrpSpPr/>
        <p:nvPr/>
      </p:nvGrpSpPr>
      <p:grpSpPr>
        <a:xfrm>
          <a:off x="0" y="0"/>
          <a:ext cx="0" cy="0"/>
          <a:chOff x="0" y="0"/>
          <a:chExt cx="0" cy="0"/>
        </a:xfrm>
      </p:grpSpPr>
    </p:spTree>
  </p:cSld>
  <p:clrMapOvr>
    <a:masterClrMapping/>
  </p:clrMapOvr>
</p:sldLayout>
</file>

<file path=ppt/slideLayouts/slideLayout139.xml><?xml version="1.0" encoding="utf-8"?>
<p:sldLayout xmlns:a="http://schemas.openxmlformats.org/drawingml/2006/main" xmlns:r="http://schemas.openxmlformats.org/officeDocument/2006/relationships" xmlns:p="http://schemas.openxmlformats.org/presentationml/2006/main" matchingName="Contact 1">
  <p:cSld name="SECTION_HEADER_1_1_1_1">
    <p:bg>
      <p:bgPr>
        <a:solidFill>
          <a:schemeClr val="dk1"/>
        </a:solidFill>
        <a:effectLst/>
      </p:bgPr>
    </p:bg>
    <p:spTree>
      <p:nvGrpSpPr>
        <p:cNvPr id="1" name="Shape 1726"/>
        <p:cNvGrpSpPr/>
        <p:nvPr/>
      </p:nvGrpSpPr>
      <p:grpSpPr>
        <a:xfrm>
          <a:off x="0" y="0"/>
          <a:ext cx="0" cy="0"/>
          <a:chOff x="0" y="0"/>
          <a:chExt cx="0" cy="0"/>
        </a:xfrm>
      </p:grpSpPr>
      <p:sp>
        <p:nvSpPr>
          <p:cNvPr id="1727" name="Google Shape;1727;p141"/>
          <p:cNvSpPr txBox="1">
            <a:spLocks noGrp="1"/>
          </p:cNvSpPr>
          <p:nvPr>
            <p:ph type="title"/>
          </p:nvPr>
        </p:nvSpPr>
        <p:spPr>
          <a:xfrm>
            <a:off x="457200" y="1152475"/>
            <a:ext cx="8229600" cy="841800"/>
          </a:xfrm>
          <a:prstGeom prst="rect">
            <a:avLst/>
          </a:prstGeom>
        </p:spPr>
        <p:txBody>
          <a:bodyPr spcFirstLastPara="1" wrap="square" lIns="0" tIns="0" rIns="0" bIns="0" anchor="t" anchorCtr="0">
            <a:normAutofit/>
          </a:bodyPr>
          <a:lstStyle>
            <a:lvl1pPr lvl="0">
              <a:spcBef>
                <a:spcPts val="0"/>
              </a:spcBef>
              <a:spcAft>
                <a:spcPts val="0"/>
              </a:spcAft>
              <a:buClr>
                <a:schemeClr val="lt2"/>
              </a:buClr>
              <a:buSzPts val="3400"/>
              <a:buNone/>
              <a:defRPr>
                <a:solidFill>
                  <a:schemeClr val="lt2"/>
                </a:solidFill>
              </a:defRPr>
            </a:lvl1pPr>
            <a:lvl2pPr lvl="1">
              <a:spcBef>
                <a:spcPts val="0"/>
              </a:spcBef>
              <a:spcAft>
                <a:spcPts val="0"/>
              </a:spcAft>
              <a:buSzPts val="3400"/>
              <a:buNone/>
              <a:defRPr sz="3400"/>
            </a:lvl2pPr>
            <a:lvl3pPr lvl="2">
              <a:spcBef>
                <a:spcPts val="0"/>
              </a:spcBef>
              <a:spcAft>
                <a:spcPts val="0"/>
              </a:spcAft>
              <a:buSzPts val="3400"/>
              <a:buNone/>
              <a:defRPr sz="3400"/>
            </a:lvl3pPr>
            <a:lvl4pPr lvl="3">
              <a:spcBef>
                <a:spcPts val="0"/>
              </a:spcBef>
              <a:spcAft>
                <a:spcPts val="0"/>
              </a:spcAft>
              <a:buSzPts val="3400"/>
              <a:buNone/>
              <a:defRPr sz="3400"/>
            </a:lvl4pPr>
            <a:lvl5pPr lvl="4">
              <a:spcBef>
                <a:spcPts val="0"/>
              </a:spcBef>
              <a:spcAft>
                <a:spcPts val="0"/>
              </a:spcAft>
              <a:buSzPts val="3400"/>
              <a:buNone/>
              <a:defRPr sz="3400"/>
            </a:lvl5pPr>
            <a:lvl6pPr lvl="5">
              <a:spcBef>
                <a:spcPts val="0"/>
              </a:spcBef>
              <a:spcAft>
                <a:spcPts val="0"/>
              </a:spcAft>
              <a:buSzPts val="3400"/>
              <a:buNone/>
              <a:defRPr sz="3400"/>
            </a:lvl6pPr>
            <a:lvl7pPr lvl="6">
              <a:spcBef>
                <a:spcPts val="0"/>
              </a:spcBef>
              <a:spcAft>
                <a:spcPts val="0"/>
              </a:spcAft>
              <a:buSzPts val="3400"/>
              <a:buNone/>
              <a:defRPr sz="3400"/>
            </a:lvl7pPr>
            <a:lvl8pPr lvl="7">
              <a:spcBef>
                <a:spcPts val="0"/>
              </a:spcBef>
              <a:spcAft>
                <a:spcPts val="0"/>
              </a:spcAft>
              <a:buSzPts val="3400"/>
              <a:buNone/>
              <a:defRPr sz="3400"/>
            </a:lvl8pPr>
            <a:lvl9pPr lvl="8">
              <a:spcBef>
                <a:spcPts val="0"/>
              </a:spcBef>
              <a:spcAft>
                <a:spcPts val="0"/>
              </a:spcAft>
              <a:buSzPts val="3400"/>
              <a:buNone/>
              <a:defRPr sz="3400"/>
            </a:lvl9pPr>
          </a:lstStyle>
          <a:p>
            <a:endParaRPr/>
          </a:p>
        </p:txBody>
      </p:sp>
      <p:sp>
        <p:nvSpPr>
          <p:cNvPr id="1728" name="Google Shape;1728;p141"/>
          <p:cNvSpPr txBox="1">
            <a:spLocks noGrp="1"/>
          </p:cNvSpPr>
          <p:nvPr>
            <p:ph type="sldNum" idx="12"/>
          </p:nvPr>
        </p:nvSpPr>
        <p:spPr>
          <a:xfrm>
            <a:off x="8366700" y="4805546"/>
            <a:ext cx="548700" cy="215400"/>
          </a:xfrm>
          <a:prstGeom prst="rect">
            <a:avLst/>
          </a:prstGeom>
          <a:noFill/>
          <a:ln>
            <a:noFill/>
          </a:ln>
        </p:spPr>
        <p:txBody>
          <a:bodyPr spcFirstLastPara="1" wrap="square" lIns="91425" tIns="91425" rIns="91425" bIns="91425" anchor="ctr" anchorCtr="0">
            <a:noAutofit/>
          </a:bodyPr>
          <a:lstStyle>
            <a:lvl1pPr lvl="0">
              <a:buNone/>
              <a:defRPr>
                <a:solidFill>
                  <a:schemeClr val="accent5"/>
                </a:solidFill>
              </a:defRPr>
            </a:lvl1pPr>
            <a:lvl2pPr lvl="1">
              <a:buNone/>
              <a:defRPr>
                <a:solidFill>
                  <a:schemeClr val="accent5"/>
                </a:solidFill>
              </a:defRPr>
            </a:lvl2pPr>
            <a:lvl3pPr lvl="2">
              <a:buNone/>
              <a:defRPr>
                <a:solidFill>
                  <a:schemeClr val="accent5"/>
                </a:solidFill>
              </a:defRPr>
            </a:lvl3pPr>
            <a:lvl4pPr lvl="3">
              <a:buNone/>
              <a:defRPr>
                <a:solidFill>
                  <a:schemeClr val="accent5"/>
                </a:solidFill>
              </a:defRPr>
            </a:lvl4pPr>
            <a:lvl5pPr lvl="4">
              <a:buNone/>
              <a:defRPr>
                <a:solidFill>
                  <a:schemeClr val="accent5"/>
                </a:solidFill>
              </a:defRPr>
            </a:lvl5pPr>
            <a:lvl6pPr lvl="5">
              <a:buNone/>
              <a:defRPr>
                <a:solidFill>
                  <a:schemeClr val="accent5"/>
                </a:solidFill>
              </a:defRPr>
            </a:lvl6pPr>
            <a:lvl7pPr lvl="6">
              <a:buNone/>
              <a:defRPr>
                <a:solidFill>
                  <a:schemeClr val="accent5"/>
                </a:solidFill>
              </a:defRPr>
            </a:lvl7pPr>
            <a:lvl8pPr lvl="7">
              <a:buNone/>
              <a:defRPr>
                <a:solidFill>
                  <a:schemeClr val="accent5"/>
                </a:solidFill>
              </a:defRPr>
            </a:lvl8pPr>
            <a:lvl9pPr lvl="8">
              <a:buNone/>
              <a:defRPr>
                <a:solidFill>
                  <a:schemeClr val="accent5"/>
                </a:solidFill>
              </a:defRPr>
            </a:lvl9pPr>
          </a:lstStyle>
          <a:p>
            <a:pPr marL="0" lvl="0" indent="0" algn="l" rtl="0">
              <a:spcBef>
                <a:spcPts val="0"/>
              </a:spcBef>
              <a:spcAft>
                <a:spcPts val="0"/>
              </a:spcAft>
              <a:buNone/>
            </a:pPr>
            <a:fld id="{00000000-1234-1234-1234-123412341234}" type="slidenum">
              <a:rPr lang="en"/>
              <a:t>‹#›</a:t>
            </a:fld>
            <a:endParaRPr/>
          </a:p>
        </p:txBody>
      </p:sp>
      <p:pic>
        <p:nvPicPr>
          <p:cNvPr id="1729" name="Google Shape;1729;p141"/>
          <p:cNvPicPr preferRelativeResize="0"/>
          <p:nvPr/>
        </p:nvPicPr>
        <p:blipFill>
          <a:blip r:embed="rId2">
            <a:alphaModFix/>
          </a:blip>
          <a:stretch>
            <a:fillRect/>
          </a:stretch>
        </p:blipFill>
        <p:spPr>
          <a:xfrm>
            <a:off x="8544859" y="62003"/>
            <a:ext cx="599140" cy="599141"/>
          </a:xfrm>
          <a:prstGeom prst="rect">
            <a:avLst/>
          </a:prstGeom>
          <a:noFill/>
          <a:ln>
            <a:noFill/>
          </a:ln>
        </p:spPr>
      </p:pic>
      <p:sp>
        <p:nvSpPr>
          <p:cNvPr id="1730" name="Google Shape;1730;p141"/>
          <p:cNvSpPr txBox="1">
            <a:spLocks noGrp="1"/>
          </p:cNvSpPr>
          <p:nvPr>
            <p:ph type="subTitle" idx="1"/>
          </p:nvPr>
        </p:nvSpPr>
        <p:spPr>
          <a:xfrm>
            <a:off x="467075" y="4814525"/>
            <a:ext cx="2326500" cy="206400"/>
          </a:xfrm>
          <a:prstGeom prst="rect">
            <a:avLst/>
          </a:prstGeom>
        </p:spPr>
        <p:txBody>
          <a:bodyPr spcFirstLastPara="1" wrap="square" lIns="0" tIns="0" rIns="0" bIns="0" anchor="b" anchorCtr="0">
            <a:normAutofit/>
          </a:bodyPr>
          <a:lstStyle>
            <a:lvl1pPr lvl="0">
              <a:spcBef>
                <a:spcPts val="0"/>
              </a:spcBef>
              <a:spcAft>
                <a:spcPts val="0"/>
              </a:spcAft>
              <a:buClr>
                <a:schemeClr val="accent5"/>
              </a:buClr>
              <a:buSzPts val="700"/>
              <a:buNone/>
              <a:defRPr sz="700">
                <a:solidFill>
                  <a:schemeClr val="accent5"/>
                </a:solidFill>
              </a:defRPr>
            </a:lvl1pPr>
            <a:lvl2pPr lvl="1">
              <a:spcBef>
                <a:spcPts val="0"/>
              </a:spcBef>
              <a:spcAft>
                <a:spcPts val="0"/>
              </a:spcAft>
              <a:buClr>
                <a:schemeClr val="accent5"/>
              </a:buClr>
              <a:buSzPts val="1400"/>
              <a:buNone/>
              <a:defRPr>
                <a:solidFill>
                  <a:schemeClr val="accent5"/>
                </a:solidFill>
              </a:defRPr>
            </a:lvl2pPr>
            <a:lvl3pPr lvl="2">
              <a:spcBef>
                <a:spcPts val="0"/>
              </a:spcBef>
              <a:spcAft>
                <a:spcPts val="0"/>
              </a:spcAft>
              <a:buClr>
                <a:schemeClr val="accent5"/>
              </a:buClr>
              <a:buSzPts val="1400"/>
              <a:buNone/>
              <a:defRPr>
                <a:solidFill>
                  <a:schemeClr val="accent5"/>
                </a:solidFill>
              </a:defRPr>
            </a:lvl3pPr>
            <a:lvl4pPr lvl="3">
              <a:spcBef>
                <a:spcPts val="0"/>
              </a:spcBef>
              <a:spcAft>
                <a:spcPts val="0"/>
              </a:spcAft>
              <a:buClr>
                <a:schemeClr val="accent5"/>
              </a:buClr>
              <a:buSzPts val="1400"/>
              <a:buNone/>
              <a:defRPr>
                <a:solidFill>
                  <a:schemeClr val="accent5"/>
                </a:solidFill>
              </a:defRPr>
            </a:lvl4pPr>
            <a:lvl5pPr lvl="4">
              <a:spcBef>
                <a:spcPts val="0"/>
              </a:spcBef>
              <a:spcAft>
                <a:spcPts val="0"/>
              </a:spcAft>
              <a:buClr>
                <a:schemeClr val="accent5"/>
              </a:buClr>
              <a:buSzPts val="1400"/>
              <a:buNone/>
              <a:defRPr>
                <a:solidFill>
                  <a:schemeClr val="accent5"/>
                </a:solidFill>
              </a:defRPr>
            </a:lvl5pPr>
            <a:lvl6pPr lvl="5">
              <a:spcBef>
                <a:spcPts val="0"/>
              </a:spcBef>
              <a:spcAft>
                <a:spcPts val="0"/>
              </a:spcAft>
              <a:buClr>
                <a:schemeClr val="accent5"/>
              </a:buClr>
              <a:buSzPts val="1400"/>
              <a:buNone/>
              <a:defRPr>
                <a:solidFill>
                  <a:schemeClr val="accent5"/>
                </a:solidFill>
              </a:defRPr>
            </a:lvl6pPr>
            <a:lvl7pPr lvl="6">
              <a:spcBef>
                <a:spcPts val="0"/>
              </a:spcBef>
              <a:spcAft>
                <a:spcPts val="0"/>
              </a:spcAft>
              <a:buClr>
                <a:schemeClr val="accent5"/>
              </a:buClr>
              <a:buSzPts val="1400"/>
              <a:buNone/>
              <a:defRPr>
                <a:solidFill>
                  <a:schemeClr val="accent5"/>
                </a:solidFill>
              </a:defRPr>
            </a:lvl7pPr>
            <a:lvl8pPr lvl="7">
              <a:spcBef>
                <a:spcPts val="0"/>
              </a:spcBef>
              <a:spcAft>
                <a:spcPts val="0"/>
              </a:spcAft>
              <a:buClr>
                <a:schemeClr val="accent5"/>
              </a:buClr>
              <a:buSzPts val="1400"/>
              <a:buNone/>
              <a:defRPr>
                <a:solidFill>
                  <a:schemeClr val="accent5"/>
                </a:solidFill>
              </a:defRPr>
            </a:lvl8pPr>
            <a:lvl9pPr lvl="8">
              <a:spcBef>
                <a:spcPts val="0"/>
              </a:spcBef>
              <a:spcAft>
                <a:spcPts val="0"/>
              </a:spcAft>
              <a:buClr>
                <a:schemeClr val="accent5"/>
              </a:buClr>
              <a:buSzPts val="1400"/>
              <a:buNone/>
              <a:defRPr>
                <a:solidFill>
                  <a:schemeClr val="accent5"/>
                </a:solidFill>
              </a:defRPr>
            </a:lvl9pPr>
          </a:lstStyle>
          <a:p>
            <a:endParaRPr/>
          </a:p>
        </p:txBody>
      </p:sp>
      <p:sp>
        <p:nvSpPr>
          <p:cNvPr id="1731" name="Google Shape;1731;p141"/>
          <p:cNvSpPr>
            <a:spLocks noGrp="1"/>
          </p:cNvSpPr>
          <p:nvPr>
            <p:ph type="pic" idx="2"/>
          </p:nvPr>
        </p:nvSpPr>
        <p:spPr>
          <a:xfrm>
            <a:off x="457200" y="1994275"/>
            <a:ext cx="673800" cy="673800"/>
          </a:xfrm>
          <a:prstGeom prst="roundRect">
            <a:avLst>
              <a:gd name="adj" fmla="val 16667"/>
            </a:avLst>
          </a:prstGeom>
          <a:noFill/>
          <a:ln>
            <a:noFill/>
          </a:ln>
        </p:spPr>
      </p:sp>
      <p:sp>
        <p:nvSpPr>
          <p:cNvPr id="1732" name="Google Shape;1732;p141"/>
          <p:cNvSpPr>
            <a:spLocks noGrp="1"/>
          </p:cNvSpPr>
          <p:nvPr>
            <p:ph type="pic" idx="3"/>
          </p:nvPr>
        </p:nvSpPr>
        <p:spPr>
          <a:xfrm>
            <a:off x="457200" y="2843100"/>
            <a:ext cx="673800" cy="673800"/>
          </a:xfrm>
          <a:prstGeom prst="roundRect">
            <a:avLst>
              <a:gd name="adj" fmla="val 16667"/>
            </a:avLst>
          </a:prstGeom>
          <a:noFill/>
          <a:ln>
            <a:noFill/>
          </a:ln>
        </p:spPr>
      </p:sp>
      <p:sp>
        <p:nvSpPr>
          <p:cNvPr id="1733" name="Google Shape;1733;p141"/>
          <p:cNvSpPr>
            <a:spLocks noGrp="1"/>
          </p:cNvSpPr>
          <p:nvPr>
            <p:ph type="pic" idx="4"/>
          </p:nvPr>
        </p:nvSpPr>
        <p:spPr>
          <a:xfrm>
            <a:off x="457200" y="3691925"/>
            <a:ext cx="673800" cy="673800"/>
          </a:xfrm>
          <a:prstGeom prst="roundRect">
            <a:avLst>
              <a:gd name="adj" fmla="val 16667"/>
            </a:avLst>
          </a:prstGeom>
          <a:noFill/>
          <a:ln>
            <a:noFill/>
          </a:ln>
        </p:spPr>
      </p:sp>
      <p:sp>
        <p:nvSpPr>
          <p:cNvPr id="1734" name="Google Shape;1734;p141"/>
          <p:cNvSpPr txBox="1">
            <a:spLocks noGrp="1"/>
          </p:cNvSpPr>
          <p:nvPr>
            <p:ph type="subTitle" idx="5"/>
          </p:nvPr>
        </p:nvSpPr>
        <p:spPr>
          <a:xfrm>
            <a:off x="1311400" y="1994275"/>
            <a:ext cx="5272500" cy="673800"/>
          </a:xfrm>
          <a:prstGeom prst="rect">
            <a:avLst/>
          </a:prstGeom>
        </p:spPr>
        <p:txBody>
          <a:bodyPr spcFirstLastPara="1" wrap="square" lIns="0" tIns="0" rIns="0" bIns="0" anchor="ctr" anchorCtr="0">
            <a:normAutofit/>
          </a:bodyPr>
          <a:lstStyle>
            <a:lvl1pPr lvl="0">
              <a:spcBef>
                <a:spcPts val="0"/>
              </a:spcBef>
              <a:spcAft>
                <a:spcPts val="0"/>
              </a:spcAft>
              <a:buClr>
                <a:schemeClr val="lt1"/>
              </a:buClr>
              <a:buSzPts val="1600"/>
              <a:buNone/>
              <a:defRPr>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35" name="Google Shape;1735;p141"/>
          <p:cNvSpPr txBox="1">
            <a:spLocks noGrp="1"/>
          </p:cNvSpPr>
          <p:nvPr>
            <p:ph type="subTitle" idx="6"/>
          </p:nvPr>
        </p:nvSpPr>
        <p:spPr>
          <a:xfrm>
            <a:off x="1311400" y="2843100"/>
            <a:ext cx="5272500" cy="673800"/>
          </a:xfrm>
          <a:prstGeom prst="rect">
            <a:avLst/>
          </a:prstGeom>
        </p:spPr>
        <p:txBody>
          <a:bodyPr spcFirstLastPara="1" wrap="square" lIns="0" tIns="0" rIns="0" bIns="0" anchor="ctr" anchorCtr="0">
            <a:normAutofit/>
          </a:bodyPr>
          <a:lstStyle>
            <a:lvl1pPr lvl="0">
              <a:spcBef>
                <a:spcPts val="0"/>
              </a:spcBef>
              <a:spcAft>
                <a:spcPts val="0"/>
              </a:spcAft>
              <a:buClr>
                <a:schemeClr val="lt1"/>
              </a:buClr>
              <a:buSzPts val="1600"/>
              <a:buNone/>
              <a:defRPr>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36" name="Google Shape;1736;p141"/>
          <p:cNvSpPr txBox="1">
            <a:spLocks noGrp="1"/>
          </p:cNvSpPr>
          <p:nvPr>
            <p:ph type="subTitle" idx="7"/>
          </p:nvPr>
        </p:nvSpPr>
        <p:spPr>
          <a:xfrm>
            <a:off x="1311400" y="3691925"/>
            <a:ext cx="5272500" cy="673800"/>
          </a:xfrm>
          <a:prstGeom prst="rect">
            <a:avLst/>
          </a:prstGeom>
        </p:spPr>
        <p:txBody>
          <a:bodyPr spcFirstLastPara="1" wrap="square" lIns="0" tIns="0" rIns="0" bIns="0" anchor="ctr" anchorCtr="0">
            <a:normAutofit/>
          </a:bodyPr>
          <a:lstStyle>
            <a:lvl1pPr lvl="0">
              <a:spcBef>
                <a:spcPts val="0"/>
              </a:spcBef>
              <a:spcAft>
                <a:spcPts val="0"/>
              </a:spcAft>
              <a:buClr>
                <a:schemeClr val="lt1"/>
              </a:buClr>
              <a:buSzPts val="1600"/>
              <a:buNone/>
              <a:defRPr>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grpSp>
        <p:nvGrpSpPr>
          <p:cNvPr id="1737" name="Google Shape;1737;p141"/>
          <p:cNvGrpSpPr/>
          <p:nvPr/>
        </p:nvGrpSpPr>
        <p:grpSpPr>
          <a:xfrm>
            <a:off x="5519868" y="4278888"/>
            <a:ext cx="881054" cy="483615"/>
            <a:chOff x="5988337" y="3156400"/>
            <a:chExt cx="881054" cy="483615"/>
          </a:xfrm>
        </p:grpSpPr>
        <p:sp>
          <p:nvSpPr>
            <p:cNvPr id="1738" name="Google Shape;1738;p141"/>
            <p:cNvSpPr/>
            <p:nvPr/>
          </p:nvSpPr>
          <p:spPr>
            <a:xfrm>
              <a:off x="6779691" y="3550315"/>
              <a:ext cx="89700" cy="89700"/>
            </a:xfrm>
            <a:prstGeom prst="ellipse">
              <a:avLst/>
            </a:prstGeom>
            <a:solidFill>
              <a:srgbClr val="FC5D0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9" name="Google Shape;1739;p141"/>
            <p:cNvSpPr/>
            <p:nvPr/>
          </p:nvSpPr>
          <p:spPr>
            <a:xfrm>
              <a:off x="6779691" y="3353358"/>
              <a:ext cx="89700" cy="89700"/>
            </a:xfrm>
            <a:prstGeom prst="ellipse">
              <a:avLst/>
            </a:prstGeom>
            <a:solidFill>
              <a:srgbClr val="FC5D0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0" name="Google Shape;1740;p141"/>
            <p:cNvSpPr/>
            <p:nvPr/>
          </p:nvSpPr>
          <p:spPr>
            <a:xfrm>
              <a:off x="6779691" y="3156400"/>
              <a:ext cx="89700" cy="89700"/>
            </a:xfrm>
            <a:prstGeom prst="ellipse">
              <a:avLst/>
            </a:prstGeom>
            <a:solidFill>
              <a:srgbClr val="FC5D0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1" name="Google Shape;1741;p141"/>
            <p:cNvSpPr/>
            <p:nvPr/>
          </p:nvSpPr>
          <p:spPr>
            <a:xfrm>
              <a:off x="5988337" y="3550315"/>
              <a:ext cx="89700" cy="89700"/>
            </a:xfrm>
            <a:prstGeom prst="ellipse">
              <a:avLst/>
            </a:prstGeom>
            <a:solidFill>
              <a:srgbClr val="FC5D0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2" name="Google Shape;1742;p141"/>
            <p:cNvSpPr/>
            <p:nvPr/>
          </p:nvSpPr>
          <p:spPr>
            <a:xfrm>
              <a:off x="5988337" y="3353358"/>
              <a:ext cx="89700" cy="89700"/>
            </a:xfrm>
            <a:prstGeom prst="ellipse">
              <a:avLst/>
            </a:prstGeom>
            <a:solidFill>
              <a:srgbClr val="FC5D0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3" name="Google Shape;1743;p141"/>
            <p:cNvSpPr/>
            <p:nvPr/>
          </p:nvSpPr>
          <p:spPr>
            <a:xfrm>
              <a:off x="5988337" y="3156400"/>
              <a:ext cx="89700" cy="89700"/>
            </a:xfrm>
            <a:prstGeom prst="ellipse">
              <a:avLst/>
            </a:prstGeom>
            <a:solidFill>
              <a:srgbClr val="FC5D0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4" name="Google Shape;1744;p141"/>
            <p:cNvSpPr/>
            <p:nvPr/>
          </p:nvSpPr>
          <p:spPr>
            <a:xfrm>
              <a:off x="6186176" y="3550315"/>
              <a:ext cx="89700" cy="89700"/>
            </a:xfrm>
            <a:prstGeom prst="ellipse">
              <a:avLst/>
            </a:prstGeom>
            <a:solidFill>
              <a:srgbClr val="FC5D0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5" name="Google Shape;1745;p141"/>
            <p:cNvSpPr/>
            <p:nvPr/>
          </p:nvSpPr>
          <p:spPr>
            <a:xfrm>
              <a:off x="6186176" y="3353358"/>
              <a:ext cx="89700" cy="89700"/>
            </a:xfrm>
            <a:prstGeom prst="ellipse">
              <a:avLst/>
            </a:prstGeom>
            <a:solidFill>
              <a:srgbClr val="FC5D0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6" name="Google Shape;1746;p141"/>
            <p:cNvSpPr/>
            <p:nvPr/>
          </p:nvSpPr>
          <p:spPr>
            <a:xfrm>
              <a:off x="6186176" y="3156400"/>
              <a:ext cx="89700" cy="89700"/>
            </a:xfrm>
            <a:prstGeom prst="ellipse">
              <a:avLst/>
            </a:prstGeom>
            <a:solidFill>
              <a:srgbClr val="FC5D0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7" name="Google Shape;1747;p141"/>
            <p:cNvSpPr/>
            <p:nvPr/>
          </p:nvSpPr>
          <p:spPr>
            <a:xfrm>
              <a:off x="6384014" y="3550315"/>
              <a:ext cx="89700" cy="89700"/>
            </a:xfrm>
            <a:prstGeom prst="ellipse">
              <a:avLst/>
            </a:prstGeom>
            <a:solidFill>
              <a:srgbClr val="FC5D0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8" name="Google Shape;1748;p141"/>
            <p:cNvSpPr/>
            <p:nvPr/>
          </p:nvSpPr>
          <p:spPr>
            <a:xfrm>
              <a:off x="6384014" y="3353358"/>
              <a:ext cx="89700" cy="89700"/>
            </a:xfrm>
            <a:prstGeom prst="ellipse">
              <a:avLst/>
            </a:prstGeom>
            <a:solidFill>
              <a:srgbClr val="FC5D0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9" name="Google Shape;1749;p141"/>
            <p:cNvSpPr/>
            <p:nvPr/>
          </p:nvSpPr>
          <p:spPr>
            <a:xfrm>
              <a:off x="6384014" y="3156400"/>
              <a:ext cx="89700" cy="89700"/>
            </a:xfrm>
            <a:prstGeom prst="ellipse">
              <a:avLst/>
            </a:prstGeom>
            <a:solidFill>
              <a:srgbClr val="FC5D0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0" name="Google Shape;1750;p141"/>
            <p:cNvSpPr/>
            <p:nvPr/>
          </p:nvSpPr>
          <p:spPr>
            <a:xfrm>
              <a:off x="6581853" y="3550315"/>
              <a:ext cx="89700" cy="89700"/>
            </a:xfrm>
            <a:prstGeom prst="ellipse">
              <a:avLst/>
            </a:prstGeom>
            <a:solidFill>
              <a:srgbClr val="FC5D0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1" name="Google Shape;1751;p141"/>
            <p:cNvSpPr/>
            <p:nvPr/>
          </p:nvSpPr>
          <p:spPr>
            <a:xfrm>
              <a:off x="6581853" y="3353358"/>
              <a:ext cx="89700" cy="89700"/>
            </a:xfrm>
            <a:prstGeom prst="ellipse">
              <a:avLst/>
            </a:prstGeom>
            <a:solidFill>
              <a:srgbClr val="FC5D0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2" name="Google Shape;1752;p141"/>
            <p:cNvSpPr/>
            <p:nvPr/>
          </p:nvSpPr>
          <p:spPr>
            <a:xfrm>
              <a:off x="6581853" y="3156400"/>
              <a:ext cx="89700" cy="89700"/>
            </a:xfrm>
            <a:prstGeom prst="ellipse">
              <a:avLst/>
            </a:prstGeom>
            <a:solidFill>
              <a:srgbClr val="FC5D0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753" name="Google Shape;1753;p141"/>
          <p:cNvGrpSpPr/>
          <p:nvPr/>
        </p:nvGrpSpPr>
        <p:grpSpPr>
          <a:xfrm rot="5400000">
            <a:off x="7742957" y="182351"/>
            <a:ext cx="485377" cy="483615"/>
            <a:chOff x="6384014" y="3156400"/>
            <a:chExt cx="485377" cy="483615"/>
          </a:xfrm>
        </p:grpSpPr>
        <p:sp>
          <p:nvSpPr>
            <p:cNvPr id="1754" name="Google Shape;1754;p141"/>
            <p:cNvSpPr/>
            <p:nvPr/>
          </p:nvSpPr>
          <p:spPr>
            <a:xfrm>
              <a:off x="6779691" y="3550315"/>
              <a:ext cx="89700" cy="897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5" name="Google Shape;1755;p141"/>
            <p:cNvSpPr/>
            <p:nvPr/>
          </p:nvSpPr>
          <p:spPr>
            <a:xfrm>
              <a:off x="6779691" y="3353358"/>
              <a:ext cx="89700" cy="897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6" name="Google Shape;1756;p141"/>
            <p:cNvSpPr/>
            <p:nvPr/>
          </p:nvSpPr>
          <p:spPr>
            <a:xfrm>
              <a:off x="6779691" y="3156400"/>
              <a:ext cx="89700" cy="897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7" name="Google Shape;1757;p141"/>
            <p:cNvSpPr/>
            <p:nvPr/>
          </p:nvSpPr>
          <p:spPr>
            <a:xfrm>
              <a:off x="6384014" y="3550315"/>
              <a:ext cx="89700" cy="897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8" name="Google Shape;1758;p141"/>
            <p:cNvSpPr/>
            <p:nvPr/>
          </p:nvSpPr>
          <p:spPr>
            <a:xfrm>
              <a:off x="6384014" y="3353358"/>
              <a:ext cx="89700" cy="897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9" name="Google Shape;1759;p141"/>
            <p:cNvSpPr/>
            <p:nvPr/>
          </p:nvSpPr>
          <p:spPr>
            <a:xfrm>
              <a:off x="6384014" y="3156400"/>
              <a:ext cx="89700" cy="897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0" name="Google Shape;1760;p141"/>
            <p:cNvSpPr/>
            <p:nvPr/>
          </p:nvSpPr>
          <p:spPr>
            <a:xfrm>
              <a:off x="6581853" y="3550315"/>
              <a:ext cx="89700" cy="897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1" name="Google Shape;1761;p141"/>
            <p:cNvSpPr/>
            <p:nvPr/>
          </p:nvSpPr>
          <p:spPr>
            <a:xfrm>
              <a:off x="6581853" y="3353358"/>
              <a:ext cx="89700" cy="897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2" name="Google Shape;1762;p141"/>
            <p:cNvSpPr/>
            <p:nvPr/>
          </p:nvSpPr>
          <p:spPr>
            <a:xfrm>
              <a:off x="6581853" y="3156400"/>
              <a:ext cx="89700" cy="897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140.xml><?xml version="1.0" encoding="utf-8"?>
<p:sldLayout xmlns:a="http://schemas.openxmlformats.org/drawingml/2006/main" xmlns:r="http://schemas.openxmlformats.org/officeDocument/2006/relationships" xmlns:p="http://schemas.openxmlformats.org/presentationml/2006/main" matchingName="Blank 1 2">
  <p:cSld name="CUSTOM_10_3_1">
    <p:bg>
      <p:bgPr>
        <a:solidFill>
          <a:schemeClr val="dk1"/>
        </a:solidFill>
        <a:effectLst/>
      </p:bgPr>
    </p:bg>
    <p:spTree>
      <p:nvGrpSpPr>
        <p:cNvPr id="1" name="Shape 1763"/>
        <p:cNvGrpSpPr/>
        <p:nvPr/>
      </p:nvGrpSpPr>
      <p:grpSpPr>
        <a:xfrm>
          <a:off x="0" y="0"/>
          <a:ext cx="0" cy="0"/>
          <a:chOff x="0" y="0"/>
          <a:chExt cx="0" cy="0"/>
        </a:xfrm>
      </p:grpSpPr>
    </p:spTree>
  </p:cSld>
  <p:clrMapOvr>
    <a:masterClrMapping/>
  </p:clrMapOvr>
</p:sldLayout>
</file>

<file path=ppt/slideLayouts/slideLayout14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64"/>
        <p:cNvGrpSpPr/>
        <p:nvPr/>
      </p:nvGrpSpPr>
      <p:grpSpPr>
        <a:xfrm>
          <a:off x="0" y="0"/>
          <a:ext cx="0" cy="0"/>
          <a:chOff x="0" y="0"/>
          <a:chExt cx="0" cy="0"/>
        </a:xfrm>
      </p:grpSpPr>
      <p:sp>
        <p:nvSpPr>
          <p:cNvPr id="1765" name="Google Shape;1765;p143"/>
          <p:cNvSpPr txBox="1">
            <a:spLocks noGrp="1"/>
          </p:cNvSpPr>
          <p:nvPr>
            <p:ph type="title"/>
          </p:nvPr>
        </p:nvSpPr>
        <p:spPr>
          <a:xfrm>
            <a:off x="333613" y="443864"/>
            <a:ext cx="4845000" cy="38850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3400"/>
              <a:buNone/>
              <a:defRPr sz="2400" b="0" i="0">
                <a:solidFill>
                  <a:schemeClr val="lt1"/>
                </a:solidFill>
                <a:latin typeface="Calibri"/>
                <a:ea typeface="Calibri"/>
                <a:cs typeface="Calibri"/>
                <a:sym typeface="Calibri"/>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766" name="Google Shape;1766;p143"/>
          <p:cNvSpPr txBox="1">
            <a:spLocks noGrp="1"/>
          </p:cNvSpPr>
          <p:nvPr>
            <p:ph type="body" idx="1"/>
          </p:nvPr>
        </p:nvSpPr>
        <p:spPr>
          <a:xfrm>
            <a:off x="402193" y="990790"/>
            <a:ext cx="7779000" cy="2576400"/>
          </a:xfrm>
          <a:prstGeom prst="rect">
            <a:avLst/>
          </a:prstGeom>
          <a:noFill/>
          <a:ln>
            <a:noFill/>
          </a:ln>
        </p:spPr>
        <p:txBody>
          <a:bodyPr spcFirstLastPara="1" wrap="square" lIns="0" tIns="0" rIns="0" bIns="0" anchor="t" anchorCtr="0">
            <a:spAutoFit/>
          </a:bodyPr>
          <a:lstStyle>
            <a:lvl1pPr marL="457200" lvl="0" indent="-228600" algn="l">
              <a:spcBef>
                <a:spcPts val="0"/>
              </a:spcBef>
              <a:spcAft>
                <a:spcPts val="0"/>
              </a:spcAft>
              <a:buSzPts val="1600"/>
              <a:buNone/>
              <a:defRPr sz="1200" b="0" i="0">
                <a:solidFill>
                  <a:schemeClr val="lt1"/>
                </a:solidFill>
                <a:latin typeface="Calibri"/>
                <a:ea typeface="Calibri"/>
                <a:cs typeface="Calibri"/>
                <a:sym typeface="Calibri"/>
              </a:defRPr>
            </a:lvl1pPr>
            <a:lvl2pPr marL="914400" lvl="1" indent="-228600" algn="l">
              <a:spcBef>
                <a:spcPts val="1200"/>
              </a:spcBef>
              <a:spcAft>
                <a:spcPts val="0"/>
              </a:spcAft>
              <a:buSzPts val="1400"/>
              <a:buNone/>
              <a:defRPr/>
            </a:lvl2pPr>
            <a:lvl3pPr marL="1371600" lvl="2" indent="-228600" algn="l">
              <a:spcBef>
                <a:spcPts val="1200"/>
              </a:spcBef>
              <a:spcAft>
                <a:spcPts val="0"/>
              </a:spcAft>
              <a:buSzPts val="1400"/>
              <a:buNone/>
              <a:defRPr/>
            </a:lvl3pPr>
            <a:lvl4pPr marL="1828800" lvl="3" indent="-228600" algn="l">
              <a:spcBef>
                <a:spcPts val="1200"/>
              </a:spcBef>
              <a:spcAft>
                <a:spcPts val="0"/>
              </a:spcAft>
              <a:buSzPts val="1400"/>
              <a:buNone/>
              <a:defRPr/>
            </a:lvl4pPr>
            <a:lvl5pPr marL="2286000" lvl="4" indent="-228600" algn="l">
              <a:spcBef>
                <a:spcPts val="1200"/>
              </a:spcBef>
              <a:spcAft>
                <a:spcPts val="0"/>
              </a:spcAft>
              <a:buSzPts val="1400"/>
              <a:buNone/>
              <a:defRPr/>
            </a:lvl5pPr>
            <a:lvl6pPr marL="2743200" lvl="5" indent="-228600" algn="l">
              <a:spcBef>
                <a:spcPts val="1200"/>
              </a:spcBef>
              <a:spcAft>
                <a:spcPts val="0"/>
              </a:spcAft>
              <a:buSzPts val="1400"/>
              <a:buNone/>
              <a:defRPr/>
            </a:lvl6pPr>
            <a:lvl7pPr marL="3200400" lvl="6" indent="-228600" algn="l">
              <a:spcBef>
                <a:spcPts val="1200"/>
              </a:spcBef>
              <a:spcAft>
                <a:spcPts val="0"/>
              </a:spcAft>
              <a:buSzPts val="1400"/>
              <a:buNone/>
              <a:defRPr/>
            </a:lvl7pPr>
            <a:lvl8pPr marL="3657600" lvl="7" indent="-228600" algn="l">
              <a:spcBef>
                <a:spcPts val="1200"/>
              </a:spcBef>
              <a:spcAft>
                <a:spcPts val="0"/>
              </a:spcAft>
              <a:buSzPts val="1400"/>
              <a:buNone/>
              <a:defRPr/>
            </a:lvl8pPr>
            <a:lvl9pPr marL="4114800" lvl="8" indent="-228600" algn="l">
              <a:spcBef>
                <a:spcPts val="1200"/>
              </a:spcBef>
              <a:spcAft>
                <a:spcPts val="1200"/>
              </a:spcAft>
              <a:buSzPts val="1400"/>
              <a:buNone/>
              <a:defRPr/>
            </a:lvl9pPr>
          </a:lstStyle>
          <a:p>
            <a:endParaRPr/>
          </a:p>
        </p:txBody>
      </p:sp>
      <p:sp>
        <p:nvSpPr>
          <p:cNvPr id="1767" name="Google Shape;1767;p143"/>
          <p:cNvSpPr txBox="1">
            <a:spLocks noGrp="1"/>
          </p:cNvSpPr>
          <p:nvPr>
            <p:ph type="ftr" idx="11"/>
          </p:nvPr>
        </p:nvSpPr>
        <p:spPr>
          <a:xfrm>
            <a:off x="3108960" y="4783455"/>
            <a:ext cx="2926200" cy="257100"/>
          </a:xfrm>
          <a:prstGeom prst="rect">
            <a:avLst/>
          </a:prstGeom>
          <a:noFill/>
          <a:ln>
            <a:noFill/>
          </a:ln>
        </p:spPr>
        <p:txBody>
          <a:bodyPr spcFirstLastPara="1" wrap="square" lIns="0" tIns="0" rIns="0" bIns="0" anchor="t" anchorCtr="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68" name="Google Shape;1768;p143"/>
          <p:cNvSpPr txBox="1">
            <a:spLocks noGrp="1"/>
          </p:cNvSpPr>
          <p:nvPr>
            <p:ph type="dt" idx="10"/>
          </p:nvPr>
        </p:nvSpPr>
        <p:spPr>
          <a:xfrm>
            <a:off x="457200" y="4783455"/>
            <a:ext cx="2103000" cy="25710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69" name="Google Shape;1769;p143"/>
          <p:cNvSpPr txBox="1">
            <a:spLocks noGrp="1"/>
          </p:cNvSpPr>
          <p:nvPr>
            <p:ph type="sldNum" idx="12"/>
          </p:nvPr>
        </p:nvSpPr>
        <p:spPr>
          <a:xfrm>
            <a:off x="6583680" y="4783455"/>
            <a:ext cx="2103000" cy="215400"/>
          </a:xfrm>
          <a:prstGeom prst="rect">
            <a:avLst/>
          </a:prstGeom>
          <a:noFill/>
          <a:ln>
            <a:noFill/>
          </a:ln>
        </p:spPr>
        <p:txBody>
          <a:bodyPr spcFirstLastPara="1" wrap="square" lIns="0" tIns="0" rIns="0" bIns="0" anchor="t" anchorCtr="0">
            <a:spAutoFit/>
          </a:bodyPr>
          <a:lstStyle>
            <a:lvl1pPr lvl="0" indent="0" algn="r">
              <a:spcBef>
                <a:spcPts val="0"/>
              </a:spcBef>
              <a:buNone/>
              <a:defRPr>
                <a:solidFill>
                  <a:srgbClr val="888888"/>
                </a:solidFill>
              </a:defRPr>
            </a:lvl1pPr>
            <a:lvl2pPr lvl="1" indent="0" algn="r">
              <a:spcBef>
                <a:spcPts val="0"/>
              </a:spcBef>
              <a:buNone/>
              <a:defRPr>
                <a:solidFill>
                  <a:srgbClr val="888888"/>
                </a:solidFill>
              </a:defRPr>
            </a:lvl2pPr>
            <a:lvl3pPr lvl="2" indent="0" algn="r">
              <a:spcBef>
                <a:spcPts val="0"/>
              </a:spcBef>
              <a:buNone/>
              <a:defRPr>
                <a:solidFill>
                  <a:srgbClr val="888888"/>
                </a:solidFill>
              </a:defRPr>
            </a:lvl3pPr>
            <a:lvl4pPr lvl="3" indent="0" algn="r">
              <a:spcBef>
                <a:spcPts val="0"/>
              </a:spcBef>
              <a:buNone/>
              <a:defRPr>
                <a:solidFill>
                  <a:srgbClr val="888888"/>
                </a:solidFill>
              </a:defRPr>
            </a:lvl4pPr>
            <a:lvl5pPr lvl="4" indent="0" algn="r">
              <a:spcBef>
                <a:spcPts val="0"/>
              </a:spcBef>
              <a:buNone/>
              <a:defRPr>
                <a:solidFill>
                  <a:srgbClr val="888888"/>
                </a:solidFill>
              </a:defRPr>
            </a:lvl5pPr>
            <a:lvl6pPr lvl="5" indent="0" algn="r">
              <a:spcBef>
                <a:spcPts val="0"/>
              </a:spcBef>
              <a:buNone/>
              <a:defRPr>
                <a:solidFill>
                  <a:srgbClr val="888888"/>
                </a:solidFill>
              </a:defRPr>
            </a:lvl6pPr>
            <a:lvl7pPr lvl="6" indent="0" algn="r">
              <a:spcBef>
                <a:spcPts val="0"/>
              </a:spcBef>
              <a:buNone/>
              <a:defRPr>
                <a:solidFill>
                  <a:srgbClr val="888888"/>
                </a:solidFill>
              </a:defRPr>
            </a:lvl7pPr>
            <a:lvl8pPr lvl="7" indent="0" algn="r">
              <a:spcBef>
                <a:spcPts val="0"/>
              </a:spcBef>
              <a:buNone/>
              <a:defRPr>
                <a:solidFill>
                  <a:srgbClr val="888888"/>
                </a:solidFill>
              </a:defRPr>
            </a:lvl8pPr>
            <a:lvl9pPr lvl="8" indent="0" algn="r">
              <a:spcBef>
                <a:spcPts val="0"/>
              </a:spcBef>
              <a:buNone/>
              <a:defRPr>
                <a:solidFill>
                  <a:srgbClr val="888888"/>
                </a:solidFill>
              </a:defRPr>
            </a:lvl9pPr>
          </a:lstStyle>
          <a:p>
            <a:pPr marL="0" lvl="0" indent="0" algn="r" rtl="0">
              <a:spcBef>
                <a:spcPts val="0"/>
              </a:spcBef>
              <a:spcAft>
                <a:spcPts val="0"/>
              </a:spcAft>
              <a:buNone/>
            </a:pPr>
            <a:fld id="{00000000-1234-1234-1234-123412341234}" type="slidenum">
              <a:rPr lang="en"/>
              <a:t>‹#›</a:t>
            </a:fld>
            <a:endParaRPr>
              <a:solidFill>
                <a:srgbClr val="000000"/>
              </a:solidFill>
            </a:endParaRPr>
          </a:p>
        </p:txBody>
      </p:sp>
    </p:spTree>
  </p:cSld>
  <p:clrMapOvr>
    <a:masterClrMapping/>
  </p:clrMapOvr>
</p:sldLayout>
</file>

<file path=ppt/slideLayouts/slideLayout142.xml><?xml version="1.0" encoding="utf-8"?>
<p:sldLayout xmlns:a="http://schemas.openxmlformats.org/drawingml/2006/main" xmlns:r="http://schemas.openxmlformats.org/officeDocument/2006/relationships" xmlns:p="http://schemas.openxmlformats.org/presentationml/2006/main" matchingName="Case Study - 1 - No Icons">
  <p:cSld name="Case Study - 1 - No Icons">
    <p:spTree>
      <p:nvGrpSpPr>
        <p:cNvPr id="1" name="Shape 783"/>
        <p:cNvGrpSpPr/>
        <p:nvPr/>
      </p:nvGrpSpPr>
      <p:grpSpPr>
        <a:xfrm>
          <a:off x="0" y="0"/>
          <a:ext cx="0" cy="0"/>
          <a:chOff x="0" y="0"/>
          <a:chExt cx="0" cy="0"/>
        </a:xfrm>
      </p:grpSpPr>
      <p:sp>
        <p:nvSpPr>
          <p:cNvPr id="784" name="Google Shape;784;p53"/>
          <p:cNvSpPr/>
          <p:nvPr/>
        </p:nvSpPr>
        <p:spPr>
          <a:xfrm>
            <a:off x="5218738" y="2431300"/>
            <a:ext cx="4176600" cy="1023900"/>
          </a:xfrm>
          <a:prstGeom prst="roundRect">
            <a:avLst>
              <a:gd name="adj" fmla="val 24562"/>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85" name="Google Shape;785;p53"/>
          <p:cNvSpPr/>
          <p:nvPr/>
        </p:nvSpPr>
        <p:spPr>
          <a:xfrm>
            <a:off x="5218738" y="3772475"/>
            <a:ext cx="4176600" cy="1023900"/>
          </a:xfrm>
          <a:prstGeom prst="roundRect">
            <a:avLst>
              <a:gd name="adj" fmla="val 24562"/>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86" name="Google Shape;786;p53"/>
          <p:cNvSpPr txBox="1">
            <a:spLocks noGrp="1"/>
          </p:cNvSpPr>
          <p:nvPr>
            <p:ph type="title"/>
          </p:nvPr>
        </p:nvSpPr>
        <p:spPr>
          <a:xfrm>
            <a:off x="457200" y="114300"/>
            <a:ext cx="8229600" cy="90330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34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pic>
        <p:nvPicPr>
          <p:cNvPr id="787" name="Google Shape;787;p53"/>
          <p:cNvPicPr preferRelativeResize="0"/>
          <p:nvPr/>
        </p:nvPicPr>
        <p:blipFill rotWithShape="1">
          <a:blip r:embed="rId2">
            <a:alphaModFix/>
          </a:blip>
          <a:srcRect/>
          <a:stretch/>
        </p:blipFill>
        <p:spPr>
          <a:xfrm>
            <a:off x="8544852" y="62010"/>
            <a:ext cx="599140" cy="599141"/>
          </a:xfrm>
          <a:prstGeom prst="rect">
            <a:avLst/>
          </a:prstGeom>
          <a:noFill/>
          <a:ln>
            <a:noFill/>
          </a:ln>
        </p:spPr>
      </p:pic>
      <p:sp>
        <p:nvSpPr>
          <p:cNvPr id="788" name="Google Shape;788;p53"/>
          <p:cNvSpPr txBox="1">
            <a:spLocks noGrp="1"/>
          </p:cNvSpPr>
          <p:nvPr>
            <p:ph type="subTitle" idx="1"/>
          </p:nvPr>
        </p:nvSpPr>
        <p:spPr>
          <a:xfrm>
            <a:off x="476075" y="731520"/>
            <a:ext cx="8210700" cy="40590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Clr>
                <a:schemeClr val="dk1"/>
              </a:buClr>
              <a:buSzPts val="1400"/>
              <a:buNone/>
              <a:defRPr sz="1400" i="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89" name="Google Shape;789;p53"/>
          <p:cNvSpPr/>
          <p:nvPr/>
        </p:nvSpPr>
        <p:spPr>
          <a:xfrm>
            <a:off x="5218738" y="1176675"/>
            <a:ext cx="4176600" cy="1023900"/>
          </a:xfrm>
          <a:prstGeom prst="roundRect">
            <a:avLst>
              <a:gd name="adj" fmla="val 24562"/>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90" name="Google Shape;790;p53"/>
          <p:cNvSpPr txBox="1">
            <a:spLocks noGrp="1"/>
          </p:cNvSpPr>
          <p:nvPr>
            <p:ph type="subTitle" idx="2"/>
          </p:nvPr>
        </p:nvSpPr>
        <p:spPr>
          <a:xfrm>
            <a:off x="5486400" y="1268025"/>
            <a:ext cx="3429000" cy="332100"/>
          </a:xfrm>
          <a:prstGeom prst="rect">
            <a:avLst/>
          </a:prstGeom>
          <a:noFill/>
          <a:ln>
            <a:noFill/>
          </a:ln>
        </p:spPr>
        <p:txBody>
          <a:bodyPr spcFirstLastPara="1" wrap="square" lIns="0" tIns="0" rIns="0" bIns="0" anchor="t" anchorCtr="0">
            <a:normAutofit/>
          </a:bodyPr>
          <a:lstStyle>
            <a:lvl1pPr lvl="0" algn="l">
              <a:lnSpc>
                <a:spcPct val="100000"/>
              </a:lnSpc>
              <a:spcBef>
                <a:spcPts val="0"/>
              </a:spcBef>
              <a:spcAft>
                <a:spcPts val="0"/>
              </a:spcAft>
              <a:buSzPts val="1600"/>
              <a:buNone/>
              <a:defRPr sz="1600" b="1">
                <a:solidFill>
                  <a:schemeClr val="accent1"/>
                </a:solidFill>
              </a:defRPr>
            </a:lvl1pPr>
            <a:lvl2pPr lvl="1" algn="l">
              <a:lnSpc>
                <a:spcPct val="100000"/>
              </a:lnSpc>
              <a:spcBef>
                <a:spcPts val="0"/>
              </a:spcBef>
              <a:spcAft>
                <a:spcPts val="0"/>
              </a:spcAft>
              <a:buSzPts val="1400"/>
              <a:buNone/>
              <a:defRPr>
                <a:solidFill>
                  <a:schemeClr val="accent1"/>
                </a:solidFill>
              </a:defRPr>
            </a:lvl2pPr>
            <a:lvl3pPr lvl="2" algn="l">
              <a:lnSpc>
                <a:spcPct val="100000"/>
              </a:lnSpc>
              <a:spcBef>
                <a:spcPts val="0"/>
              </a:spcBef>
              <a:spcAft>
                <a:spcPts val="0"/>
              </a:spcAft>
              <a:buSzPts val="1400"/>
              <a:buNone/>
              <a:defRPr>
                <a:solidFill>
                  <a:schemeClr val="accent1"/>
                </a:solidFill>
              </a:defRPr>
            </a:lvl3pPr>
            <a:lvl4pPr lvl="3" algn="l">
              <a:lnSpc>
                <a:spcPct val="100000"/>
              </a:lnSpc>
              <a:spcBef>
                <a:spcPts val="0"/>
              </a:spcBef>
              <a:spcAft>
                <a:spcPts val="0"/>
              </a:spcAft>
              <a:buSzPts val="1400"/>
              <a:buNone/>
              <a:defRPr>
                <a:solidFill>
                  <a:schemeClr val="accent1"/>
                </a:solidFill>
              </a:defRPr>
            </a:lvl4pPr>
            <a:lvl5pPr lvl="4" algn="l">
              <a:lnSpc>
                <a:spcPct val="100000"/>
              </a:lnSpc>
              <a:spcBef>
                <a:spcPts val="0"/>
              </a:spcBef>
              <a:spcAft>
                <a:spcPts val="0"/>
              </a:spcAft>
              <a:buClr>
                <a:schemeClr val="accent1"/>
              </a:buClr>
              <a:buSzPts val="1400"/>
              <a:buNone/>
              <a:defRPr>
                <a:solidFill>
                  <a:schemeClr val="accent1"/>
                </a:solidFill>
              </a:defRPr>
            </a:lvl5pPr>
            <a:lvl6pPr lvl="5" algn="l">
              <a:lnSpc>
                <a:spcPct val="100000"/>
              </a:lnSpc>
              <a:spcBef>
                <a:spcPts val="0"/>
              </a:spcBef>
              <a:spcAft>
                <a:spcPts val="0"/>
              </a:spcAft>
              <a:buClr>
                <a:schemeClr val="accent1"/>
              </a:buClr>
              <a:buSzPts val="1400"/>
              <a:buNone/>
              <a:defRPr>
                <a:solidFill>
                  <a:schemeClr val="accent1"/>
                </a:solidFill>
              </a:defRPr>
            </a:lvl6pPr>
            <a:lvl7pPr lvl="6" algn="l">
              <a:lnSpc>
                <a:spcPct val="100000"/>
              </a:lnSpc>
              <a:spcBef>
                <a:spcPts val="0"/>
              </a:spcBef>
              <a:spcAft>
                <a:spcPts val="0"/>
              </a:spcAft>
              <a:buClr>
                <a:schemeClr val="accent1"/>
              </a:buClr>
              <a:buSzPts val="1400"/>
              <a:buNone/>
              <a:defRPr>
                <a:solidFill>
                  <a:schemeClr val="accent1"/>
                </a:solidFill>
              </a:defRPr>
            </a:lvl7pPr>
            <a:lvl8pPr lvl="7" algn="l">
              <a:lnSpc>
                <a:spcPct val="100000"/>
              </a:lnSpc>
              <a:spcBef>
                <a:spcPts val="0"/>
              </a:spcBef>
              <a:spcAft>
                <a:spcPts val="0"/>
              </a:spcAft>
              <a:buClr>
                <a:schemeClr val="accent1"/>
              </a:buClr>
              <a:buSzPts val="1400"/>
              <a:buNone/>
              <a:defRPr>
                <a:solidFill>
                  <a:schemeClr val="accent1"/>
                </a:solidFill>
              </a:defRPr>
            </a:lvl8pPr>
            <a:lvl9pPr lvl="8" algn="l">
              <a:lnSpc>
                <a:spcPct val="100000"/>
              </a:lnSpc>
              <a:spcBef>
                <a:spcPts val="0"/>
              </a:spcBef>
              <a:spcAft>
                <a:spcPts val="0"/>
              </a:spcAft>
              <a:buClr>
                <a:schemeClr val="accent1"/>
              </a:buClr>
              <a:buSzPts val="1400"/>
              <a:buNone/>
              <a:defRPr>
                <a:solidFill>
                  <a:schemeClr val="accent1"/>
                </a:solidFill>
              </a:defRPr>
            </a:lvl9pPr>
          </a:lstStyle>
          <a:p>
            <a:endParaRPr/>
          </a:p>
        </p:txBody>
      </p:sp>
      <p:sp>
        <p:nvSpPr>
          <p:cNvPr id="791" name="Google Shape;791;p53"/>
          <p:cNvSpPr txBox="1">
            <a:spLocks noGrp="1"/>
          </p:cNvSpPr>
          <p:nvPr>
            <p:ph type="body" idx="3"/>
          </p:nvPr>
        </p:nvSpPr>
        <p:spPr>
          <a:xfrm>
            <a:off x="5486400" y="1600325"/>
            <a:ext cx="3429000" cy="513600"/>
          </a:xfrm>
          <a:prstGeom prst="rect">
            <a:avLst/>
          </a:prstGeom>
          <a:noFill/>
          <a:ln>
            <a:noFill/>
          </a:ln>
        </p:spPr>
        <p:txBody>
          <a:bodyPr spcFirstLastPara="1" wrap="square" lIns="0" tIns="0" rIns="0" bIns="0" anchor="t" anchorCtr="0">
            <a:normAutofit/>
          </a:bodyPr>
          <a:lstStyle>
            <a:lvl1pPr marL="457200" lvl="0" indent="-304800" algn="l">
              <a:lnSpc>
                <a:spcPct val="115000"/>
              </a:lnSpc>
              <a:spcBef>
                <a:spcPts val="0"/>
              </a:spcBef>
              <a:spcAft>
                <a:spcPts val="0"/>
              </a:spcAft>
              <a:buClr>
                <a:schemeClr val="lt1"/>
              </a:buClr>
              <a:buSzPts val="1200"/>
              <a:buChar char="■"/>
              <a:defRPr sz="1200">
                <a:solidFill>
                  <a:schemeClr val="lt1"/>
                </a:solidFill>
              </a:defRPr>
            </a:lvl1pPr>
            <a:lvl2pPr marL="914400" lvl="1" indent="-304800" algn="l">
              <a:lnSpc>
                <a:spcPct val="115000"/>
              </a:lnSpc>
              <a:spcBef>
                <a:spcPts val="0"/>
              </a:spcBef>
              <a:spcAft>
                <a:spcPts val="0"/>
              </a:spcAft>
              <a:buClr>
                <a:schemeClr val="lt1"/>
              </a:buClr>
              <a:buSzPts val="1200"/>
              <a:buChar char="■"/>
              <a:defRPr sz="1200">
                <a:solidFill>
                  <a:schemeClr val="lt1"/>
                </a:solidFill>
              </a:defRPr>
            </a:lvl2pPr>
            <a:lvl3pPr marL="1371600" lvl="2" indent="-304800" algn="l">
              <a:lnSpc>
                <a:spcPct val="115000"/>
              </a:lnSpc>
              <a:spcBef>
                <a:spcPts val="0"/>
              </a:spcBef>
              <a:spcAft>
                <a:spcPts val="0"/>
              </a:spcAft>
              <a:buClr>
                <a:schemeClr val="lt1"/>
              </a:buClr>
              <a:buSzPts val="1200"/>
              <a:buChar char="■"/>
              <a:defRPr sz="1200">
                <a:solidFill>
                  <a:schemeClr val="lt1"/>
                </a:solidFill>
              </a:defRPr>
            </a:lvl3pPr>
            <a:lvl4pPr marL="1828800" lvl="3" indent="-304800" algn="l">
              <a:lnSpc>
                <a:spcPct val="115000"/>
              </a:lnSpc>
              <a:spcBef>
                <a:spcPts val="0"/>
              </a:spcBef>
              <a:spcAft>
                <a:spcPts val="0"/>
              </a:spcAft>
              <a:buClr>
                <a:schemeClr val="lt1"/>
              </a:buClr>
              <a:buSzPts val="1200"/>
              <a:buChar char="●"/>
              <a:defRPr sz="1200">
                <a:solidFill>
                  <a:schemeClr val="lt1"/>
                </a:solidFill>
              </a:defRPr>
            </a:lvl4pPr>
            <a:lvl5pPr marL="2286000" lvl="4" indent="-304800" algn="l">
              <a:lnSpc>
                <a:spcPct val="115000"/>
              </a:lnSpc>
              <a:spcBef>
                <a:spcPts val="0"/>
              </a:spcBef>
              <a:spcAft>
                <a:spcPts val="0"/>
              </a:spcAft>
              <a:buClr>
                <a:schemeClr val="lt1"/>
              </a:buClr>
              <a:buSzPts val="1200"/>
              <a:buChar char="○"/>
              <a:defRPr sz="1200">
                <a:solidFill>
                  <a:schemeClr val="lt1"/>
                </a:solidFill>
              </a:defRPr>
            </a:lvl5pPr>
            <a:lvl6pPr marL="2743200" lvl="5" indent="-304800" algn="l">
              <a:lnSpc>
                <a:spcPct val="115000"/>
              </a:lnSpc>
              <a:spcBef>
                <a:spcPts val="0"/>
              </a:spcBef>
              <a:spcAft>
                <a:spcPts val="0"/>
              </a:spcAft>
              <a:buClr>
                <a:schemeClr val="lt1"/>
              </a:buClr>
              <a:buSzPts val="1200"/>
              <a:buChar char="■"/>
              <a:defRPr sz="1200">
                <a:solidFill>
                  <a:schemeClr val="lt1"/>
                </a:solidFill>
              </a:defRPr>
            </a:lvl6pPr>
            <a:lvl7pPr marL="3200400" lvl="6" indent="-304800" algn="l">
              <a:lnSpc>
                <a:spcPct val="115000"/>
              </a:lnSpc>
              <a:spcBef>
                <a:spcPts val="0"/>
              </a:spcBef>
              <a:spcAft>
                <a:spcPts val="0"/>
              </a:spcAft>
              <a:buClr>
                <a:schemeClr val="lt1"/>
              </a:buClr>
              <a:buSzPts val="1200"/>
              <a:buChar char="●"/>
              <a:defRPr sz="1200">
                <a:solidFill>
                  <a:schemeClr val="lt1"/>
                </a:solidFill>
              </a:defRPr>
            </a:lvl7pPr>
            <a:lvl8pPr marL="3657600" lvl="7" indent="-304800" algn="l">
              <a:lnSpc>
                <a:spcPct val="115000"/>
              </a:lnSpc>
              <a:spcBef>
                <a:spcPts val="0"/>
              </a:spcBef>
              <a:spcAft>
                <a:spcPts val="0"/>
              </a:spcAft>
              <a:buClr>
                <a:schemeClr val="lt1"/>
              </a:buClr>
              <a:buSzPts val="1200"/>
              <a:buChar char="○"/>
              <a:defRPr sz="1200">
                <a:solidFill>
                  <a:schemeClr val="lt1"/>
                </a:solidFill>
              </a:defRPr>
            </a:lvl8pPr>
            <a:lvl9pPr marL="4114800" lvl="8" indent="-304800" algn="l">
              <a:lnSpc>
                <a:spcPct val="115000"/>
              </a:lnSpc>
              <a:spcBef>
                <a:spcPts val="0"/>
              </a:spcBef>
              <a:spcAft>
                <a:spcPts val="0"/>
              </a:spcAft>
              <a:buClr>
                <a:schemeClr val="lt1"/>
              </a:buClr>
              <a:buSzPts val="1200"/>
              <a:buChar char="■"/>
              <a:defRPr sz="1200">
                <a:solidFill>
                  <a:schemeClr val="lt1"/>
                </a:solidFill>
              </a:defRPr>
            </a:lvl9pPr>
          </a:lstStyle>
          <a:p>
            <a:endParaRPr/>
          </a:p>
        </p:txBody>
      </p:sp>
      <p:sp>
        <p:nvSpPr>
          <p:cNvPr id="792" name="Google Shape;792;p53"/>
          <p:cNvSpPr txBox="1">
            <a:spLocks noGrp="1"/>
          </p:cNvSpPr>
          <p:nvPr>
            <p:ph type="subTitle" idx="4"/>
          </p:nvPr>
        </p:nvSpPr>
        <p:spPr>
          <a:xfrm>
            <a:off x="5486400" y="2520250"/>
            <a:ext cx="3429000" cy="332100"/>
          </a:xfrm>
          <a:prstGeom prst="rect">
            <a:avLst/>
          </a:prstGeom>
          <a:noFill/>
          <a:ln>
            <a:noFill/>
          </a:ln>
        </p:spPr>
        <p:txBody>
          <a:bodyPr spcFirstLastPara="1" wrap="square" lIns="0" tIns="0" rIns="0" bIns="0" anchor="t" anchorCtr="0">
            <a:normAutofit/>
          </a:bodyPr>
          <a:lstStyle>
            <a:lvl1pPr lvl="0" algn="l">
              <a:lnSpc>
                <a:spcPct val="100000"/>
              </a:lnSpc>
              <a:spcBef>
                <a:spcPts val="0"/>
              </a:spcBef>
              <a:spcAft>
                <a:spcPts val="0"/>
              </a:spcAft>
              <a:buSzPts val="1600"/>
              <a:buNone/>
              <a:defRPr sz="1600" b="1">
                <a:solidFill>
                  <a:schemeClr val="accent1"/>
                </a:solidFill>
              </a:defRPr>
            </a:lvl1pPr>
            <a:lvl2pPr lvl="1" algn="l">
              <a:lnSpc>
                <a:spcPct val="100000"/>
              </a:lnSpc>
              <a:spcBef>
                <a:spcPts val="0"/>
              </a:spcBef>
              <a:spcAft>
                <a:spcPts val="0"/>
              </a:spcAft>
              <a:buSzPts val="1400"/>
              <a:buNone/>
              <a:defRPr>
                <a:solidFill>
                  <a:schemeClr val="accent1"/>
                </a:solidFill>
              </a:defRPr>
            </a:lvl2pPr>
            <a:lvl3pPr lvl="2" algn="l">
              <a:lnSpc>
                <a:spcPct val="100000"/>
              </a:lnSpc>
              <a:spcBef>
                <a:spcPts val="0"/>
              </a:spcBef>
              <a:spcAft>
                <a:spcPts val="0"/>
              </a:spcAft>
              <a:buSzPts val="1400"/>
              <a:buNone/>
              <a:defRPr>
                <a:solidFill>
                  <a:schemeClr val="accent1"/>
                </a:solidFill>
              </a:defRPr>
            </a:lvl3pPr>
            <a:lvl4pPr lvl="3" algn="l">
              <a:lnSpc>
                <a:spcPct val="100000"/>
              </a:lnSpc>
              <a:spcBef>
                <a:spcPts val="0"/>
              </a:spcBef>
              <a:spcAft>
                <a:spcPts val="0"/>
              </a:spcAft>
              <a:buSzPts val="1400"/>
              <a:buNone/>
              <a:defRPr>
                <a:solidFill>
                  <a:schemeClr val="accent1"/>
                </a:solidFill>
              </a:defRPr>
            </a:lvl4pPr>
            <a:lvl5pPr lvl="4" algn="l">
              <a:lnSpc>
                <a:spcPct val="100000"/>
              </a:lnSpc>
              <a:spcBef>
                <a:spcPts val="0"/>
              </a:spcBef>
              <a:spcAft>
                <a:spcPts val="0"/>
              </a:spcAft>
              <a:buClr>
                <a:schemeClr val="accent1"/>
              </a:buClr>
              <a:buSzPts val="1400"/>
              <a:buNone/>
              <a:defRPr>
                <a:solidFill>
                  <a:schemeClr val="accent1"/>
                </a:solidFill>
              </a:defRPr>
            </a:lvl5pPr>
            <a:lvl6pPr lvl="5" algn="l">
              <a:lnSpc>
                <a:spcPct val="100000"/>
              </a:lnSpc>
              <a:spcBef>
                <a:spcPts val="0"/>
              </a:spcBef>
              <a:spcAft>
                <a:spcPts val="0"/>
              </a:spcAft>
              <a:buClr>
                <a:schemeClr val="accent1"/>
              </a:buClr>
              <a:buSzPts val="1400"/>
              <a:buNone/>
              <a:defRPr>
                <a:solidFill>
                  <a:schemeClr val="accent1"/>
                </a:solidFill>
              </a:defRPr>
            </a:lvl6pPr>
            <a:lvl7pPr lvl="6" algn="l">
              <a:lnSpc>
                <a:spcPct val="100000"/>
              </a:lnSpc>
              <a:spcBef>
                <a:spcPts val="0"/>
              </a:spcBef>
              <a:spcAft>
                <a:spcPts val="0"/>
              </a:spcAft>
              <a:buClr>
                <a:schemeClr val="accent1"/>
              </a:buClr>
              <a:buSzPts val="1400"/>
              <a:buNone/>
              <a:defRPr>
                <a:solidFill>
                  <a:schemeClr val="accent1"/>
                </a:solidFill>
              </a:defRPr>
            </a:lvl7pPr>
            <a:lvl8pPr lvl="7" algn="l">
              <a:lnSpc>
                <a:spcPct val="100000"/>
              </a:lnSpc>
              <a:spcBef>
                <a:spcPts val="0"/>
              </a:spcBef>
              <a:spcAft>
                <a:spcPts val="0"/>
              </a:spcAft>
              <a:buClr>
                <a:schemeClr val="accent1"/>
              </a:buClr>
              <a:buSzPts val="1400"/>
              <a:buNone/>
              <a:defRPr>
                <a:solidFill>
                  <a:schemeClr val="accent1"/>
                </a:solidFill>
              </a:defRPr>
            </a:lvl8pPr>
            <a:lvl9pPr lvl="8" algn="l">
              <a:lnSpc>
                <a:spcPct val="100000"/>
              </a:lnSpc>
              <a:spcBef>
                <a:spcPts val="0"/>
              </a:spcBef>
              <a:spcAft>
                <a:spcPts val="0"/>
              </a:spcAft>
              <a:buClr>
                <a:schemeClr val="accent1"/>
              </a:buClr>
              <a:buSzPts val="1400"/>
              <a:buNone/>
              <a:defRPr>
                <a:solidFill>
                  <a:schemeClr val="accent1"/>
                </a:solidFill>
              </a:defRPr>
            </a:lvl9pPr>
          </a:lstStyle>
          <a:p>
            <a:endParaRPr/>
          </a:p>
        </p:txBody>
      </p:sp>
      <p:sp>
        <p:nvSpPr>
          <p:cNvPr id="793" name="Google Shape;793;p53"/>
          <p:cNvSpPr txBox="1">
            <a:spLocks noGrp="1"/>
          </p:cNvSpPr>
          <p:nvPr>
            <p:ph type="body" idx="5"/>
          </p:nvPr>
        </p:nvSpPr>
        <p:spPr>
          <a:xfrm>
            <a:off x="5486400" y="2852550"/>
            <a:ext cx="3429000" cy="513600"/>
          </a:xfrm>
          <a:prstGeom prst="rect">
            <a:avLst/>
          </a:prstGeom>
          <a:noFill/>
          <a:ln>
            <a:noFill/>
          </a:ln>
        </p:spPr>
        <p:txBody>
          <a:bodyPr spcFirstLastPara="1" wrap="square" lIns="0" tIns="0" rIns="0" bIns="0" anchor="t" anchorCtr="0">
            <a:normAutofit/>
          </a:bodyPr>
          <a:lstStyle>
            <a:lvl1pPr marL="457200" lvl="0" indent="-304800" algn="l">
              <a:lnSpc>
                <a:spcPct val="115000"/>
              </a:lnSpc>
              <a:spcBef>
                <a:spcPts val="0"/>
              </a:spcBef>
              <a:spcAft>
                <a:spcPts val="0"/>
              </a:spcAft>
              <a:buClr>
                <a:schemeClr val="lt1"/>
              </a:buClr>
              <a:buSzPts val="1200"/>
              <a:buChar char="■"/>
              <a:defRPr sz="1200">
                <a:solidFill>
                  <a:schemeClr val="lt1"/>
                </a:solidFill>
              </a:defRPr>
            </a:lvl1pPr>
            <a:lvl2pPr marL="914400" lvl="1" indent="-304800" algn="l">
              <a:lnSpc>
                <a:spcPct val="115000"/>
              </a:lnSpc>
              <a:spcBef>
                <a:spcPts val="0"/>
              </a:spcBef>
              <a:spcAft>
                <a:spcPts val="0"/>
              </a:spcAft>
              <a:buClr>
                <a:schemeClr val="lt1"/>
              </a:buClr>
              <a:buSzPts val="1200"/>
              <a:buChar char="■"/>
              <a:defRPr sz="1200">
                <a:solidFill>
                  <a:schemeClr val="lt1"/>
                </a:solidFill>
              </a:defRPr>
            </a:lvl2pPr>
            <a:lvl3pPr marL="1371600" lvl="2" indent="-304800" algn="l">
              <a:lnSpc>
                <a:spcPct val="115000"/>
              </a:lnSpc>
              <a:spcBef>
                <a:spcPts val="0"/>
              </a:spcBef>
              <a:spcAft>
                <a:spcPts val="0"/>
              </a:spcAft>
              <a:buClr>
                <a:schemeClr val="lt1"/>
              </a:buClr>
              <a:buSzPts val="1200"/>
              <a:buChar char="■"/>
              <a:defRPr sz="1200">
                <a:solidFill>
                  <a:schemeClr val="lt1"/>
                </a:solidFill>
              </a:defRPr>
            </a:lvl3pPr>
            <a:lvl4pPr marL="1828800" lvl="3" indent="-304800" algn="l">
              <a:lnSpc>
                <a:spcPct val="115000"/>
              </a:lnSpc>
              <a:spcBef>
                <a:spcPts val="0"/>
              </a:spcBef>
              <a:spcAft>
                <a:spcPts val="0"/>
              </a:spcAft>
              <a:buClr>
                <a:schemeClr val="lt1"/>
              </a:buClr>
              <a:buSzPts val="1200"/>
              <a:buChar char="●"/>
              <a:defRPr sz="1200">
                <a:solidFill>
                  <a:schemeClr val="lt1"/>
                </a:solidFill>
              </a:defRPr>
            </a:lvl4pPr>
            <a:lvl5pPr marL="2286000" lvl="4" indent="-304800" algn="l">
              <a:lnSpc>
                <a:spcPct val="115000"/>
              </a:lnSpc>
              <a:spcBef>
                <a:spcPts val="0"/>
              </a:spcBef>
              <a:spcAft>
                <a:spcPts val="0"/>
              </a:spcAft>
              <a:buClr>
                <a:schemeClr val="lt1"/>
              </a:buClr>
              <a:buSzPts val="1200"/>
              <a:buChar char="○"/>
              <a:defRPr sz="1200">
                <a:solidFill>
                  <a:schemeClr val="lt1"/>
                </a:solidFill>
              </a:defRPr>
            </a:lvl5pPr>
            <a:lvl6pPr marL="2743200" lvl="5" indent="-304800" algn="l">
              <a:lnSpc>
                <a:spcPct val="115000"/>
              </a:lnSpc>
              <a:spcBef>
                <a:spcPts val="0"/>
              </a:spcBef>
              <a:spcAft>
                <a:spcPts val="0"/>
              </a:spcAft>
              <a:buClr>
                <a:schemeClr val="lt1"/>
              </a:buClr>
              <a:buSzPts val="1200"/>
              <a:buChar char="■"/>
              <a:defRPr sz="1200">
                <a:solidFill>
                  <a:schemeClr val="lt1"/>
                </a:solidFill>
              </a:defRPr>
            </a:lvl6pPr>
            <a:lvl7pPr marL="3200400" lvl="6" indent="-304800" algn="l">
              <a:lnSpc>
                <a:spcPct val="115000"/>
              </a:lnSpc>
              <a:spcBef>
                <a:spcPts val="0"/>
              </a:spcBef>
              <a:spcAft>
                <a:spcPts val="0"/>
              </a:spcAft>
              <a:buClr>
                <a:schemeClr val="lt1"/>
              </a:buClr>
              <a:buSzPts val="1200"/>
              <a:buChar char="●"/>
              <a:defRPr sz="1200">
                <a:solidFill>
                  <a:schemeClr val="lt1"/>
                </a:solidFill>
              </a:defRPr>
            </a:lvl7pPr>
            <a:lvl8pPr marL="3657600" lvl="7" indent="-304800" algn="l">
              <a:lnSpc>
                <a:spcPct val="115000"/>
              </a:lnSpc>
              <a:spcBef>
                <a:spcPts val="0"/>
              </a:spcBef>
              <a:spcAft>
                <a:spcPts val="0"/>
              </a:spcAft>
              <a:buClr>
                <a:schemeClr val="lt1"/>
              </a:buClr>
              <a:buSzPts val="1200"/>
              <a:buChar char="○"/>
              <a:defRPr sz="1200">
                <a:solidFill>
                  <a:schemeClr val="lt1"/>
                </a:solidFill>
              </a:defRPr>
            </a:lvl8pPr>
            <a:lvl9pPr marL="4114800" lvl="8" indent="-304800" algn="l">
              <a:lnSpc>
                <a:spcPct val="115000"/>
              </a:lnSpc>
              <a:spcBef>
                <a:spcPts val="0"/>
              </a:spcBef>
              <a:spcAft>
                <a:spcPts val="0"/>
              </a:spcAft>
              <a:buClr>
                <a:schemeClr val="lt1"/>
              </a:buClr>
              <a:buSzPts val="1200"/>
              <a:buChar char="■"/>
              <a:defRPr sz="1200">
                <a:solidFill>
                  <a:schemeClr val="lt1"/>
                </a:solidFill>
              </a:defRPr>
            </a:lvl9pPr>
          </a:lstStyle>
          <a:p>
            <a:endParaRPr/>
          </a:p>
        </p:txBody>
      </p:sp>
      <p:sp>
        <p:nvSpPr>
          <p:cNvPr id="794" name="Google Shape;794;p53"/>
          <p:cNvSpPr txBox="1">
            <a:spLocks noGrp="1"/>
          </p:cNvSpPr>
          <p:nvPr>
            <p:ph type="subTitle" idx="6"/>
          </p:nvPr>
        </p:nvSpPr>
        <p:spPr>
          <a:xfrm>
            <a:off x="5486400" y="3861475"/>
            <a:ext cx="3429000" cy="332100"/>
          </a:xfrm>
          <a:prstGeom prst="rect">
            <a:avLst/>
          </a:prstGeom>
          <a:noFill/>
          <a:ln>
            <a:noFill/>
          </a:ln>
        </p:spPr>
        <p:txBody>
          <a:bodyPr spcFirstLastPara="1" wrap="square" lIns="0" tIns="0" rIns="0" bIns="0" anchor="t" anchorCtr="0">
            <a:normAutofit/>
          </a:bodyPr>
          <a:lstStyle>
            <a:lvl1pPr lvl="0" algn="l">
              <a:lnSpc>
                <a:spcPct val="100000"/>
              </a:lnSpc>
              <a:spcBef>
                <a:spcPts val="0"/>
              </a:spcBef>
              <a:spcAft>
                <a:spcPts val="0"/>
              </a:spcAft>
              <a:buSzPts val="1600"/>
              <a:buNone/>
              <a:defRPr sz="1600" b="1">
                <a:solidFill>
                  <a:schemeClr val="accent1"/>
                </a:solidFill>
              </a:defRPr>
            </a:lvl1pPr>
            <a:lvl2pPr lvl="1" algn="l">
              <a:lnSpc>
                <a:spcPct val="100000"/>
              </a:lnSpc>
              <a:spcBef>
                <a:spcPts val="0"/>
              </a:spcBef>
              <a:spcAft>
                <a:spcPts val="0"/>
              </a:spcAft>
              <a:buSzPts val="1400"/>
              <a:buNone/>
              <a:defRPr>
                <a:solidFill>
                  <a:schemeClr val="accent1"/>
                </a:solidFill>
              </a:defRPr>
            </a:lvl2pPr>
            <a:lvl3pPr lvl="2" algn="l">
              <a:lnSpc>
                <a:spcPct val="100000"/>
              </a:lnSpc>
              <a:spcBef>
                <a:spcPts val="0"/>
              </a:spcBef>
              <a:spcAft>
                <a:spcPts val="0"/>
              </a:spcAft>
              <a:buSzPts val="1400"/>
              <a:buNone/>
              <a:defRPr>
                <a:solidFill>
                  <a:schemeClr val="accent1"/>
                </a:solidFill>
              </a:defRPr>
            </a:lvl3pPr>
            <a:lvl4pPr lvl="3" algn="l">
              <a:lnSpc>
                <a:spcPct val="100000"/>
              </a:lnSpc>
              <a:spcBef>
                <a:spcPts val="0"/>
              </a:spcBef>
              <a:spcAft>
                <a:spcPts val="0"/>
              </a:spcAft>
              <a:buSzPts val="1400"/>
              <a:buNone/>
              <a:defRPr>
                <a:solidFill>
                  <a:schemeClr val="accent1"/>
                </a:solidFill>
              </a:defRPr>
            </a:lvl4pPr>
            <a:lvl5pPr lvl="4" algn="l">
              <a:lnSpc>
                <a:spcPct val="100000"/>
              </a:lnSpc>
              <a:spcBef>
                <a:spcPts val="0"/>
              </a:spcBef>
              <a:spcAft>
                <a:spcPts val="0"/>
              </a:spcAft>
              <a:buClr>
                <a:schemeClr val="accent1"/>
              </a:buClr>
              <a:buSzPts val="1400"/>
              <a:buNone/>
              <a:defRPr>
                <a:solidFill>
                  <a:schemeClr val="accent1"/>
                </a:solidFill>
              </a:defRPr>
            </a:lvl5pPr>
            <a:lvl6pPr lvl="5" algn="l">
              <a:lnSpc>
                <a:spcPct val="100000"/>
              </a:lnSpc>
              <a:spcBef>
                <a:spcPts val="0"/>
              </a:spcBef>
              <a:spcAft>
                <a:spcPts val="0"/>
              </a:spcAft>
              <a:buClr>
                <a:schemeClr val="accent1"/>
              </a:buClr>
              <a:buSzPts val="1400"/>
              <a:buNone/>
              <a:defRPr>
                <a:solidFill>
                  <a:schemeClr val="accent1"/>
                </a:solidFill>
              </a:defRPr>
            </a:lvl6pPr>
            <a:lvl7pPr lvl="6" algn="l">
              <a:lnSpc>
                <a:spcPct val="100000"/>
              </a:lnSpc>
              <a:spcBef>
                <a:spcPts val="0"/>
              </a:spcBef>
              <a:spcAft>
                <a:spcPts val="0"/>
              </a:spcAft>
              <a:buClr>
                <a:schemeClr val="accent1"/>
              </a:buClr>
              <a:buSzPts val="1400"/>
              <a:buNone/>
              <a:defRPr>
                <a:solidFill>
                  <a:schemeClr val="accent1"/>
                </a:solidFill>
              </a:defRPr>
            </a:lvl7pPr>
            <a:lvl8pPr lvl="7" algn="l">
              <a:lnSpc>
                <a:spcPct val="100000"/>
              </a:lnSpc>
              <a:spcBef>
                <a:spcPts val="0"/>
              </a:spcBef>
              <a:spcAft>
                <a:spcPts val="0"/>
              </a:spcAft>
              <a:buClr>
                <a:schemeClr val="accent1"/>
              </a:buClr>
              <a:buSzPts val="1400"/>
              <a:buNone/>
              <a:defRPr>
                <a:solidFill>
                  <a:schemeClr val="accent1"/>
                </a:solidFill>
              </a:defRPr>
            </a:lvl8pPr>
            <a:lvl9pPr lvl="8" algn="l">
              <a:lnSpc>
                <a:spcPct val="100000"/>
              </a:lnSpc>
              <a:spcBef>
                <a:spcPts val="0"/>
              </a:spcBef>
              <a:spcAft>
                <a:spcPts val="0"/>
              </a:spcAft>
              <a:buClr>
                <a:schemeClr val="accent1"/>
              </a:buClr>
              <a:buSzPts val="1400"/>
              <a:buNone/>
              <a:defRPr>
                <a:solidFill>
                  <a:schemeClr val="accent1"/>
                </a:solidFill>
              </a:defRPr>
            </a:lvl9pPr>
          </a:lstStyle>
          <a:p>
            <a:endParaRPr/>
          </a:p>
        </p:txBody>
      </p:sp>
      <p:sp>
        <p:nvSpPr>
          <p:cNvPr id="795" name="Google Shape;795;p53"/>
          <p:cNvSpPr txBox="1">
            <a:spLocks noGrp="1"/>
          </p:cNvSpPr>
          <p:nvPr>
            <p:ph type="body" idx="7"/>
          </p:nvPr>
        </p:nvSpPr>
        <p:spPr>
          <a:xfrm>
            <a:off x="5486400" y="4193775"/>
            <a:ext cx="3429000" cy="513600"/>
          </a:xfrm>
          <a:prstGeom prst="rect">
            <a:avLst/>
          </a:prstGeom>
          <a:noFill/>
          <a:ln>
            <a:noFill/>
          </a:ln>
        </p:spPr>
        <p:txBody>
          <a:bodyPr spcFirstLastPara="1" wrap="square" lIns="0" tIns="0" rIns="0" bIns="0" anchor="t" anchorCtr="0">
            <a:normAutofit/>
          </a:bodyPr>
          <a:lstStyle>
            <a:lvl1pPr marL="457200" lvl="0" indent="-304800" algn="l">
              <a:lnSpc>
                <a:spcPct val="115000"/>
              </a:lnSpc>
              <a:spcBef>
                <a:spcPts val="0"/>
              </a:spcBef>
              <a:spcAft>
                <a:spcPts val="0"/>
              </a:spcAft>
              <a:buClr>
                <a:schemeClr val="lt1"/>
              </a:buClr>
              <a:buSzPts val="1200"/>
              <a:buChar char="■"/>
              <a:defRPr sz="1200">
                <a:solidFill>
                  <a:schemeClr val="lt1"/>
                </a:solidFill>
              </a:defRPr>
            </a:lvl1pPr>
            <a:lvl2pPr marL="914400" lvl="1" indent="-304800" algn="l">
              <a:lnSpc>
                <a:spcPct val="115000"/>
              </a:lnSpc>
              <a:spcBef>
                <a:spcPts val="0"/>
              </a:spcBef>
              <a:spcAft>
                <a:spcPts val="0"/>
              </a:spcAft>
              <a:buClr>
                <a:schemeClr val="lt1"/>
              </a:buClr>
              <a:buSzPts val="1200"/>
              <a:buChar char="■"/>
              <a:defRPr sz="1200">
                <a:solidFill>
                  <a:schemeClr val="lt1"/>
                </a:solidFill>
              </a:defRPr>
            </a:lvl2pPr>
            <a:lvl3pPr marL="1371600" lvl="2" indent="-304800" algn="l">
              <a:lnSpc>
                <a:spcPct val="115000"/>
              </a:lnSpc>
              <a:spcBef>
                <a:spcPts val="0"/>
              </a:spcBef>
              <a:spcAft>
                <a:spcPts val="0"/>
              </a:spcAft>
              <a:buClr>
                <a:schemeClr val="lt1"/>
              </a:buClr>
              <a:buSzPts val="1200"/>
              <a:buChar char="■"/>
              <a:defRPr sz="1200">
                <a:solidFill>
                  <a:schemeClr val="lt1"/>
                </a:solidFill>
              </a:defRPr>
            </a:lvl3pPr>
            <a:lvl4pPr marL="1828800" lvl="3" indent="-304800" algn="l">
              <a:lnSpc>
                <a:spcPct val="115000"/>
              </a:lnSpc>
              <a:spcBef>
                <a:spcPts val="0"/>
              </a:spcBef>
              <a:spcAft>
                <a:spcPts val="0"/>
              </a:spcAft>
              <a:buClr>
                <a:schemeClr val="lt1"/>
              </a:buClr>
              <a:buSzPts val="1200"/>
              <a:buChar char="●"/>
              <a:defRPr sz="1200">
                <a:solidFill>
                  <a:schemeClr val="lt1"/>
                </a:solidFill>
              </a:defRPr>
            </a:lvl4pPr>
            <a:lvl5pPr marL="2286000" lvl="4" indent="-304800" algn="l">
              <a:lnSpc>
                <a:spcPct val="115000"/>
              </a:lnSpc>
              <a:spcBef>
                <a:spcPts val="0"/>
              </a:spcBef>
              <a:spcAft>
                <a:spcPts val="0"/>
              </a:spcAft>
              <a:buClr>
                <a:schemeClr val="lt1"/>
              </a:buClr>
              <a:buSzPts val="1200"/>
              <a:buChar char="○"/>
              <a:defRPr sz="1200">
                <a:solidFill>
                  <a:schemeClr val="lt1"/>
                </a:solidFill>
              </a:defRPr>
            </a:lvl5pPr>
            <a:lvl6pPr marL="2743200" lvl="5" indent="-304800" algn="l">
              <a:lnSpc>
                <a:spcPct val="115000"/>
              </a:lnSpc>
              <a:spcBef>
                <a:spcPts val="0"/>
              </a:spcBef>
              <a:spcAft>
                <a:spcPts val="0"/>
              </a:spcAft>
              <a:buClr>
                <a:schemeClr val="lt1"/>
              </a:buClr>
              <a:buSzPts val="1200"/>
              <a:buChar char="■"/>
              <a:defRPr sz="1200">
                <a:solidFill>
                  <a:schemeClr val="lt1"/>
                </a:solidFill>
              </a:defRPr>
            </a:lvl6pPr>
            <a:lvl7pPr marL="3200400" lvl="6" indent="-304800" algn="l">
              <a:lnSpc>
                <a:spcPct val="115000"/>
              </a:lnSpc>
              <a:spcBef>
                <a:spcPts val="0"/>
              </a:spcBef>
              <a:spcAft>
                <a:spcPts val="0"/>
              </a:spcAft>
              <a:buClr>
                <a:schemeClr val="lt1"/>
              </a:buClr>
              <a:buSzPts val="1200"/>
              <a:buChar char="●"/>
              <a:defRPr sz="1200">
                <a:solidFill>
                  <a:schemeClr val="lt1"/>
                </a:solidFill>
              </a:defRPr>
            </a:lvl7pPr>
            <a:lvl8pPr marL="3657600" lvl="7" indent="-304800" algn="l">
              <a:lnSpc>
                <a:spcPct val="115000"/>
              </a:lnSpc>
              <a:spcBef>
                <a:spcPts val="0"/>
              </a:spcBef>
              <a:spcAft>
                <a:spcPts val="0"/>
              </a:spcAft>
              <a:buClr>
                <a:schemeClr val="lt1"/>
              </a:buClr>
              <a:buSzPts val="1200"/>
              <a:buChar char="○"/>
              <a:defRPr sz="1200">
                <a:solidFill>
                  <a:schemeClr val="lt1"/>
                </a:solidFill>
              </a:defRPr>
            </a:lvl8pPr>
            <a:lvl9pPr marL="4114800" lvl="8" indent="-304800" algn="l">
              <a:lnSpc>
                <a:spcPct val="115000"/>
              </a:lnSpc>
              <a:spcBef>
                <a:spcPts val="0"/>
              </a:spcBef>
              <a:spcAft>
                <a:spcPts val="0"/>
              </a:spcAft>
              <a:buClr>
                <a:schemeClr val="lt1"/>
              </a:buClr>
              <a:buSzPts val="1200"/>
              <a:buChar char="■"/>
              <a:defRPr sz="1200">
                <a:solidFill>
                  <a:schemeClr val="lt1"/>
                </a:solidFill>
              </a:defRPr>
            </a:lvl9pPr>
          </a:lstStyle>
          <a:p>
            <a:endParaRPr/>
          </a:p>
        </p:txBody>
      </p:sp>
    </p:spTree>
    <p:extLst>
      <p:ext uri="{BB962C8B-B14F-4D97-AF65-F5344CB8AC3E}">
        <p14:creationId xmlns:p14="http://schemas.microsoft.com/office/powerpoint/2010/main" val="812600975"/>
      </p:ext>
    </p:extLst>
  </p:cSld>
  <p:clrMapOvr>
    <a:masterClrMapping/>
  </p:clrMapOvr>
</p:sldLayout>
</file>

<file path=ppt/slideLayouts/slideLayout143.xml><?xml version="1.0" encoding="utf-8"?>
<p:sldLayout xmlns:a="http://schemas.openxmlformats.org/drawingml/2006/main" xmlns:r="http://schemas.openxmlformats.org/officeDocument/2006/relationships" xmlns:p="http://schemas.openxmlformats.org/presentationml/2006/main" showMasterSp="0" matchingName="Title and Content">
  <p:cSld name="1_Title and Content">
    <p:bg>
      <p:bgPr>
        <a:solidFill>
          <a:schemeClr val="dk1"/>
        </a:solidFill>
        <a:effectLst/>
      </p:bgPr>
    </p:bg>
    <p:spTree>
      <p:nvGrpSpPr>
        <p:cNvPr id="1" name="Shape 844"/>
        <p:cNvGrpSpPr/>
        <p:nvPr/>
      </p:nvGrpSpPr>
      <p:grpSpPr>
        <a:xfrm>
          <a:off x="0" y="0"/>
          <a:ext cx="0" cy="0"/>
          <a:chOff x="0" y="0"/>
          <a:chExt cx="0" cy="0"/>
        </a:xfrm>
      </p:grpSpPr>
      <p:pic>
        <p:nvPicPr>
          <p:cNvPr id="845" name="Google Shape;845;p57"/>
          <p:cNvPicPr preferRelativeResize="0"/>
          <p:nvPr/>
        </p:nvPicPr>
        <p:blipFill rotWithShape="1">
          <a:blip r:embed="rId2">
            <a:alphaModFix/>
          </a:blip>
          <a:srcRect/>
          <a:stretch/>
        </p:blipFill>
        <p:spPr>
          <a:xfrm>
            <a:off x="8544860" y="62003"/>
            <a:ext cx="599140" cy="599142"/>
          </a:xfrm>
          <a:prstGeom prst="rect">
            <a:avLst/>
          </a:prstGeom>
          <a:noFill/>
          <a:ln>
            <a:noFill/>
          </a:ln>
        </p:spPr>
      </p:pic>
      <p:sp>
        <p:nvSpPr>
          <p:cNvPr id="846" name="Google Shape;846;p57"/>
          <p:cNvSpPr txBox="1">
            <a:spLocks noGrp="1"/>
          </p:cNvSpPr>
          <p:nvPr>
            <p:ph type="title"/>
          </p:nvPr>
        </p:nvSpPr>
        <p:spPr>
          <a:xfrm>
            <a:off x="457201" y="114300"/>
            <a:ext cx="8229600" cy="903300"/>
          </a:xfrm>
          <a:prstGeom prst="rect">
            <a:avLst/>
          </a:prstGeom>
          <a:noFill/>
          <a:ln>
            <a:noFill/>
          </a:ln>
        </p:spPr>
        <p:txBody>
          <a:bodyPr spcFirstLastPara="1" wrap="square" lIns="0" tIns="0" rIns="0" bIns="0" anchor="t" anchorCtr="0">
            <a:normAutofit/>
          </a:bodyPr>
          <a:lstStyle>
            <a:lvl1pPr lvl="0" algn="l">
              <a:lnSpc>
                <a:spcPct val="100000"/>
              </a:lnSpc>
              <a:spcBef>
                <a:spcPts val="0"/>
              </a:spcBef>
              <a:spcAft>
                <a:spcPts val="0"/>
              </a:spcAft>
              <a:buClr>
                <a:schemeClr val="lt2"/>
              </a:buClr>
              <a:buSzPts val="2600"/>
              <a:buNone/>
              <a:defRPr>
                <a:solidFill>
                  <a:schemeClr val="lt2"/>
                </a:solidFill>
              </a:defRPr>
            </a:lvl1pPr>
            <a:lvl2pPr lvl="1" algn="l">
              <a:lnSpc>
                <a:spcPct val="100000"/>
              </a:lnSpc>
              <a:spcBef>
                <a:spcPts val="0"/>
              </a:spcBef>
              <a:spcAft>
                <a:spcPts val="0"/>
              </a:spcAft>
              <a:buSzPts val="2100"/>
              <a:buNone/>
              <a:defRPr/>
            </a:lvl2pPr>
            <a:lvl3pPr lvl="2" algn="l">
              <a:lnSpc>
                <a:spcPct val="100000"/>
              </a:lnSpc>
              <a:spcBef>
                <a:spcPts val="0"/>
              </a:spcBef>
              <a:spcAft>
                <a:spcPts val="0"/>
              </a:spcAft>
              <a:buSzPts val="2100"/>
              <a:buNone/>
              <a:defRPr/>
            </a:lvl3pPr>
            <a:lvl4pPr lvl="3" algn="l">
              <a:lnSpc>
                <a:spcPct val="100000"/>
              </a:lnSpc>
              <a:spcBef>
                <a:spcPts val="0"/>
              </a:spcBef>
              <a:spcAft>
                <a:spcPts val="0"/>
              </a:spcAft>
              <a:buSzPts val="2100"/>
              <a:buNone/>
              <a:defRPr/>
            </a:lvl4pPr>
            <a:lvl5pPr lvl="4" algn="l">
              <a:lnSpc>
                <a:spcPct val="100000"/>
              </a:lnSpc>
              <a:spcBef>
                <a:spcPts val="0"/>
              </a:spcBef>
              <a:spcAft>
                <a:spcPts val="0"/>
              </a:spcAft>
              <a:buSzPts val="2100"/>
              <a:buNone/>
              <a:defRPr/>
            </a:lvl5pPr>
            <a:lvl6pPr lvl="5" algn="l">
              <a:lnSpc>
                <a:spcPct val="100000"/>
              </a:lnSpc>
              <a:spcBef>
                <a:spcPts val="0"/>
              </a:spcBef>
              <a:spcAft>
                <a:spcPts val="0"/>
              </a:spcAft>
              <a:buSzPts val="2100"/>
              <a:buNone/>
              <a:defRPr/>
            </a:lvl6pPr>
            <a:lvl7pPr lvl="6" algn="l">
              <a:lnSpc>
                <a:spcPct val="100000"/>
              </a:lnSpc>
              <a:spcBef>
                <a:spcPts val="0"/>
              </a:spcBef>
              <a:spcAft>
                <a:spcPts val="0"/>
              </a:spcAft>
              <a:buSzPts val="2100"/>
              <a:buNone/>
              <a:defRPr/>
            </a:lvl7pPr>
            <a:lvl8pPr lvl="7" algn="l">
              <a:lnSpc>
                <a:spcPct val="100000"/>
              </a:lnSpc>
              <a:spcBef>
                <a:spcPts val="0"/>
              </a:spcBef>
              <a:spcAft>
                <a:spcPts val="0"/>
              </a:spcAft>
              <a:buSzPts val="2100"/>
              <a:buNone/>
              <a:defRPr/>
            </a:lvl8pPr>
            <a:lvl9pPr lvl="8" algn="l">
              <a:lnSpc>
                <a:spcPct val="100000"/>
              </a:lnSpc>
              <a:spcBef>
                <a:spcPts val="0"/>
              </a:spcBef>
              <a:spcAft>
                <a:spcPts val="0"/>
              </a:spcAft>
              <a:buSzPts val="2100"/>
              <a:buNone/>
              <a:defRPr/>
            </a:lvl9pPr>
          </a:lstStyle>
          <a:p>
            <a:endParaRPr/>
          </a:p>
        </p:txBody>
      </p:sp>
    </p:spTree>
    <p:extLst>
      <p:ext uri="{BB962C8B-B14F-4D97-AF65-F5344CB8AC3E}">
        <p14:creationId xmlns:p14="http://schemas.microsoft.com/office/powerpoint/2010/main" val="833979496"/>
      </p:ext>
    </p:extLst>
  </p:cSld>
  <p:clrMapOvr>
    <a:masterClrMapping/>
  </p:clrMapOvr>
</p:sldLayout>
</file>

<file path=ppt/slideLayouts/slideLayout144.xml><?xml version="1.0" encoding="utf-8"?>
<p:sldLayout xmlns:a="http://schemas.openxmlformats.org/drawingml/2006/main" xmlns:r="http://schemas.openxmlformats.org/officeDocument/2006/relationships" xmlns:p="http://schemas.openxmlformats.org/presentationml/2006/main" matchingName="Section Header 1">
  <p:cSld name="Section Header 1">
    <p:bg>
      <p:bgPr>
        <a:solidFill>
          <a:schemeClr val="dk1"/>
        </a:solidFill>
        <a:effectLst/>
      </p:bgPr>
    </p:bg>
    <p:spTree>
      <p:nvGrpSpPr>
        <p:cNvPr id="1" name="Shape 832"/>
        <p:cNvGrpSpPr/>
        <p:nvPr/>
      </p:nvGrpSpPr>
      <p:grpSpPr>
        <a:xfrm>
          <a:off x="0" y="0"/>
          <a:ext cx="0" cy="0"/>
          <a:chOff x="0" y="0"/>
          <a:chExt cx="0" cy="0"/>
        </a:xfrm>
      </p:grpSpPr>
      <p:pic>
        <p:nvPicPr>
          <p:cNvPr id="833" name="Google Shape;833;p55"/>
          <p:cNvPicPr preferRelativeResize="0"/>
          <p:nvPr/>
        </p:nvPicPr>
        <p:blipFill rotWithShape="1">
          <a:blip r:embed="rId2">
            <a:alphaModFix/>
          </a:blip>
          <a:srcRect/>
          <a:stretch/>
        </p:blipFill>
        <p:spPr>
          <a:xfrm>
            <a:off x="8544860" y="62003"/>
            <a:ext cx="599140" cy="599142"/>
          </a:xfrm>
          <a:prstGeom prst="rect">
            <a:avLst/>
          </a:prstGeom>
          <a:noFill/>
          <a:ln>
            <a:noFill/>
          </a:ln>
        </p:spPr>
      </p:pic>
      <p:sp>
        <p:nvSpPr>
          <p:cNvPr id="834" name="Google Shape;834;p55"/>
          <p:cNvSpPr/>
          <p:nvPr/>
        </p:nvSpPr>
        <p:spPr>
          <a:xfrm>
            <a:off x="1596851" y="1885850"/>
            <a:ext cx="6112200" cy="1100700"/>
          </a:xfrm>
          <a:prstGeom prst="roundRect">
            <a:avLst>
              <a:gd name="adj" fmla="val 16667"/>
            </a:avLst>
          </a:prstGeom>
          <a:solidFill>
            <a:srgbClr val="FC5D0D"/>
          </a:solidFill>
          <a:ln>
            <a:noFill/>
          </a:ln>
        </p:spPr>
        <p:txBody>
          <a:bodyPr spcFirstLastPara="1" wrap="square" lIns="91400" tIns="91400" rIns="91400" bIns="91400" anchor="ctr" anchorCtr="0">
            <a:noAutofit/>
          </a:bodyPr>
          <a:lstStyle/>
          <a:p>
            <a:pPr marL="0" marR="0" lvl="0" indent="0" algn="l" rtl="0">
              <a:lnSpc>
                <a:spcPct val="100000"/>
              </a:lnSpc>
              <a:spcBef>
                <a:spcPts val="0"/>
              </a:spcBef>
              <a:spcAft>
                <a:spcPts val="0"/>
              </a:spcAft>
              <a:buClr>
                <a:srgbClr val="000000"/>
              </a:buClr>
              <a:buSzPts val="1900"/>
              <a:buFont typeface="Arial"/>
              <a:buNone/>
            </a:pPr>
            <a:endParaRPr sz="1900" b="0" i="0" u="none" strike="noStrike" cap="none">
              <a:solidFill>
                <a:srgbClr val="000000"/>
              </a:solidFill>
              <a:latin typeface="IBM Plex Sans"/>
              <a:ea typeface="IBM Plex Sans"/>
              <a:cs typeface="IBM Plex Sans"/>
              <a:sym typeface="IBM Plex Sans"/>
            </a:endParaRPr>
          </a:p>
        </p:txBody>
      </p:sp>
      <p:sp>
        <p:nvSpPr>
          <p:cNvPr id="835" name="Google Shape;835;p55"/>
          <p:cNvSpPr/>
          <p:nvPr/>
        </p:nvSpPr>
        <p:spPr>
          <a:xfrm>
            <a:off x="1365701" y="1733450"/>
            <a:ext cx="6112200" cy="1100700"/>
          </a:xfrm>
          <a:prstGeom prst="roundRect">
            <a:avLst>
              <a:gd name="adj" fmla="val 16667"/>
            </a:avLst>
          </a:prstGeom>
          <a:solidFill>
            <a:srgbClr val="F7F7F7"/>
          </a:solidFill>
          <a:ln w="38100" cap="flat" cmpd="sng">
            <a:solidFill>
              <a:srgbClr val="000000"/>
            </a:solidFill>
            <a:prstDash val="solid"/>
            <a:round/>
            <a:headEnd type="none" w="sm" len="sm"/>
            <a:tailEnd type="none" w="sm" len="sm"/>
          </a:ln>
        </p:spPr>
        <p:txBody>
          <a:bodyPr spcFirstLastPara="1" wrap="square" lIns="91400" tIns="91400" rIns="91400" bIns="91400" anchor="ctr" anchorCtr="0">
            <a:noAutofit/>
          </a:bodyPr>
          <a:lstStyle/>
          <a:p>
            <a:pPr marL="0" marR="0" lvl="0" indent="0" algn="l" rtl="0">
              <a:lnSpc>
                <a:spcPct val="100000"/>
              </a:lnSpc>
              <a:spcBef>
                <a:spcPts val="0"/>
              </a:spcBef>
              <a:spcAft>
                <a:spcPts val="0"/>
              </a:spcAft>
              <a:buClr>
                <a:srgbClr val="000000"/>
              </a:buClr>
              <a:buSzPts val="1900"/>
              <a:buFont typeface="Arial"/>
              <a:buNone/>
            </a:pPr>
            <a:endParaRPr sz="1900" b="0" i="0" u="none" strike="noStrike" cap="none">
              <a:solidFill>
                <a:srgbClr val="000000"/>
              </a:solidFill>
              <a:latin typeface="IBM Plex Sans"/>
              <a:ea typeface="IBM Plex Sans"/>
              <a:cs typeface="IBM Plex Sans"/>
              <a:sym typeface="IBM Plex Sans"/>
            </a:endParaRPr>
          </a:p>
        </p:txBody>
      </p:sp>
      <p:sp>
        <p:nvSpPr>
          <p:cNvPr id="836" name="Google Shape;836;p55"/>
          <p:cNvSpPr txBox="1">
            <a:spLocks noGrp="1"/>
          </p:cNvSpPr>
          <p:nvPr>
            <p:ph type="title"/>
          </p:nvPr>
        </p:nvSpPr>
        <p:spPr>
          <a:xfrm>
            <a:off x="1476301" y="1789950"/>
            <a:ext cx="5915700" cy="996300"/>
          </a:xfrm>
          <a:prstGeom prst="rect">
            <a:avLst/>
          </a:prstGeom>
          <a:noFill/>
          <a:ln>
            <a:noFill/>
          </a:ln>
        </p:spPr>
        <p:txBody>
          <a:bodyPr spcFirstLastPara="1" wrap="square" lIns="0" tIns="0" rIns="0" bIns="0" anchor="ctr" anchorCtr="0">
            <a:normAutofit/>
          </a:bodyPr>
          <a:lstStyle>
            <a:lvl1pPr lvl="0" algn="ctr">
              <a:lnSpc>
                <a:spcPct val="100000"/>
              </a:lnSpc>
              <a:spcBef>
                <a:spcPts val="0"/>
              </a:spcBef>
              <a:spcAft>
                <a:spcPts val="0"/>
              </a:spcAft>
              <a:buSzPts val="2300"/>
              <a:buNone/>
              <a:defRPr sz="3100"/>
            </a:lvl1pPr>
            <a:lvl2pPr lvl="1" algn="ctr">
              <a:lnSpc>
                <a:spcPct val="100000"/>
              </a:lnSpc>
              <a:spcBef>
                <a:spcPts val="0"/>
              </a:spcBef>
              <a:spcAft>
                <a:spcPts val="0"/>
              </a:spcAft>
              <a:buSzPts val="2300"/>
              <a:buNone/>
              <a:defRPr sz="3000"/>
            </a:lvl2pPr>
            <a:lvl3pPr lvl="2" algn="ctr">
              <a:lnSpc>
                <a:spcPct val="100000"/>
              </a:lnSpc>
              <a:spcBef>
                <a:spcPts val="0"/>
              </a:spcBef>
              <a:spcAft>
                <a:spcPts val="0"/>
              </a:spcAft>
              <a:buSzPts val="2300"/>
              <a:buNone/>
              <a:defRPr sz="3000"/>
            </a:lvl3pPr>
            <a:lvl4pPr lvl="3" algn="ctr">
              <a:lnSpc>
                <a:spcPct val="100000"/>
              </a:lnSpc>
              <a:spcBef>
                <a:spcPts val="0"/>
              </a:spcBef>
              <a:spcAft>
                <a:spcPts val="0"/>
              </a:spcAft>
              <a:buSzPts val="2300"/>
              <a:buNone/>
              <a:defRPr sz="3000"/>
            </a:lvl4pPr>
            <a:lvl5pPr lvl="4" algn="ctr">
              <a:lnSpc>
                <a:spcPct val="100000"/>
              </a:lnSpc>
              <a:spcBef>
                <a:spcPts val="0"/>
              </a:spcBef>
              <a:spcAft>
                <a:spcPts val="0"/>
              </a:spcAft>
              <a:buSzPts val="2300"/>
              <a:buNone/>
              <a:defRPr sz="3000"/>
            </a:lvl5pPr>
            <a:lvl6pPr lvl="5" algn="ctr">
              <a:lnSpc>
                <a:spcPct val="100000"/>
              </a:lnSpc>
              <a:spcBef>
                <a:spcPts val="0"/>
              </a:spcBef>
              <a:spcAft>
                <a:spcPts val="0"/>
              </a:spcAft>
              <a:buSzPts val="2300"/>
              <a:buNone/>
              <a:defRPr sz="3000"/>
            </a:lvl6pPr>
            <a:lvl7pPr lvl="6" algn="ctr">
              <a:lnSpc>
                <a:spcPct val="100000"/>
              </a:lnSpc>
              <a:spcBef>
                <a:spcPts val="0"/>
              </a:spcBef>
              <a:spcAft>
                <a:spcPts val="0"/>
              </a:spcAft>
              <a:buSzPts val="2300"/>
              <a:buNone/>
              <a:defRPr sz="3000"/>
            </a:lvl7pPr>
            <a:lvl8pPr lvl="7" algn="ctr">
              <a:lnSpc>
                <a:spcPct val="100000"/>
              </a:lnSpc>
              <a:spcBef>
                <a:spcPts val="0"/>
              </a:spcBef>
              <a:spcAft>
                <a:spcPts val="0"/>
              </a:spcAft>
              <a:buSzPts val="2300"/>
              <a:buNone/>
              <a:defRPr sz="3000"/>
            </a:lvl8pPr>
            <a:lvl9pPr lvl="8" algn="ctr">
              <a:lnSpc>
                <a:spcPct val="100000"/>
              </a:lnSpc>
              <a:spcBef>
                <a:spcPts val="0"/>
              </a:spcBef>
              <a:spcAft>
                <a:spcPts val="0"/>
              </a:spcAft>
              <a:buSzPts val="2300"/>
              <a:buNone/>
              <a:defRPr sz="3000"/>
            </a:lvl9pPr>
          </a:lstStyle>
          <a:p>
            <a:endParaRPr/>
          </a:p>
        </p:txBody>
      </p:sp>
    </p:spTree>
    <p:extLst>
      <p:ext uri="{BB962C8B-B14F-4D97-AF65-F5344CB8AC3E}">
        <p14:creationId xmlns:p14="http://schemas.microsoft.com/office/powerpoint/2010/main" val="1858183425"/>
      </p:ext>
    </p:extLst>
  </p:cSld>
  <p:clrMapOvr>
    <a:masterClrMapping/>
  </p:clrMapOvr>
</p:sldLayout>
</file>

<file path=ppt/slideLayouts/slideLayout145.xml><?xml version="1.0" encoding="utf-8"?>
<p:sldLayout xmlns:a="http://schemas.openxmlformats.org/drawingml/2006/main" xmlns:r="http://schemas.openxmlformats.org/officeDocument/2006/relationships" xmlns:p="http://schemas.openxmlformats.org/presentationml/2006/main" matchingName="3 Topics - Orange">
  <p:cSld name="3 Topics - Orange">
    <p:spTree>
      <p:nvGrpSpPr>
        <p:cNvPr id="1" name="Shape 858"/>
        <p:cNvGrpSpPr/>
        <p:nvPr/>
      </p:nvGrpSpPr>
      <p:grpSpPr>
        <a:xfrm>
          <a:off x="0" y="0"/>
          <a:ext cx="0" cy="0"/>
          <a:chOff x="0" y="0"/>
          <a:chExt cx="0" cy="0"/>
        </a:xfrm>
      </p:grpSpPr>
      <p:sp>
        <p:nvSpPr>
          <p:cNvPr id="859" name="Google Shape;859;p59"/>
          <p:cNvSpPr txBox="1">
            <a:spLocks noGrp="1"/>
          </p:cNvSpPr>
          <p:nvPr>
            <p:ph type="title"/>
          </p:nvPr>
        </p:nvSpPr>
        <p:spPr>
          <a:xfrm>
            <a:off x="457201" y="119850"/>
            <a:ext cx="8229600" cy="903300"/>
          </a:xfrm>
          <a:prstGeom prst="rect">
            <a:avLst/>
          </a:prstGeom>
          <a:noFill/>
          <a:ln>
            <a:noFill/>
          </a:ln>
        </p:spPr>
        <p:txBody>
          <a:bodyPr spcFirstLastPara="1" wrap="square" lIns="0" tIns="0" rIns="0" bIns="0" anchor="t" anchorCtr="0">
            <a:normAutofit/>
          </a:bodyPr>
          <a:lstStyle>
            <a:lvl1pPr lvl="0" algn="l">
              <a:lnSpc>
                <a:spcPct val="100000"/>
              </a:lnSpc>
              <a:spcBef>
                <a:spcPts val="0"/>
              </a:spcBef>
              <a:spcAft>
                <a:spcPts val="0"/>
              </a:spcAft>
              <a:buSzPts val="2600"/>
              <a:buNone/>
              <a:defRPr/>
            </a:lvl1pPr>
            <a:lvl2pPr lvl="1" algn="l">
              <a:lnSpc>
                <a:spcPct val="100000"/>
              </a:lnSpc>
              <a:spcBef>
                <a:spcPts val="0"/>
              </a:spcBef>
              <a:spcAft>
                <a:spcPts val="0"/>
              </a:spcAft>
              <a:buSzPts val="2100"/>
              <a:buNone/>
              <a:defRPr/>
            </a:lvl2pPr>
            <a:lvl3pPr lvl="2" algn="l">
              <a:lnSpc>
                <a:spcPct val="100000"/>
              </a:lnSpc>
              <a:spcBef>
                <a:spcPts val="0"/>
              </a:spcBef>
              <a:spcAft>
                <a:spcPts val="0"/>
              </a:spcAft>
              <a:buSzPts val="2100"/>
              <a:buNone/>
              <a:defRPr/>
            </a:lvl3pPr>
            <a:lvl4pPr lvl="3" algn="l">
              <a:lnSpc>
                <a:spcPct val="100000"/>
              </a:lnSpc>
              <a:spcBef>
                <a:spcPts val="0"/>
              </a:spcBef>
              <a:spcAft>
                <a:spcPts val="0"/>
              </a:spcAft>
              <a:buSzPts val="2100"/>
              <a:buNone/>
              <a:defRPr/>
            </a:lvl4pPr>
            <a:lvl5pPr lvl="4" algn="l">
              <a:lnSpc>
                <a:spcPct val="100000"/>
              </a:lnSpc>
              <a:spcBef>
                <a:spcPts val="0"/>
              </a:spcBef>
              <a:spcAft>
                <a:spcPts val="0"/>
              </a:spcAft>
              <a:buSzPts val="2100"/>
              <a:buNone/>
              <a:defRPr/>
            </a:lvl5pPr>
            <a:lvl6pPr lvl="5" algn="l">
              <a:lnSpc>
                <a:spcPct val="100000"/>
              </a:lnSpc>
              <a:spcBef>
                <a:spcPts val="0"/>
              </a:spcBef>
              <a:spcAft>
                <a:spcPts val="0"/>
              </a:spcAft>
              <a:buSzPts val="2100"/>
              <a:buNone/>
              <a:defRPr/>
            </a:lvl6pPr>
            <a:lvl7pPr lvl="6" algn="l">
              <a:lnSpc>
                <a:spcPct val="100000"/>
              </a:lnSpc>
              <a:spcBef>
                <a:spcPts val="0"/>
              </a:spcBef>
              <a:spcAft>
                <a:spcPts val="0"/>
              </a:spcAft>
              <a:buSzPts val="2100"/>
              <a:buNone/>
              <a:defRPr/>
            </a:lvl7pPr>
            <a:lvl8pPr lvl="7" algn="l">
              <a:lnSpc>
                <a:spcPct val="100000"/>
              </a:lnSpc>
              <a:spcBef>
                <a:spcPts val="0"/>
              </a:spcBef>
              <a:spcAft>
                <a:spcPts val="0"/>
              </a:spcAft>
              <a:buSzPts val="2100"/>
              <a:buNone/>
              <a:defRPr/>
            </a:lvl8pPr>
            <a:lvl9pPr lvl="8" algn="l">
              <a:lnSpc>
                <a:spcPct val="100000"/>
              </a:lnSpc>
              <a:spcBef>
                <a:spcPts val="0"/>
              </a:spcBef>
              <a:spcAft>
                <a:spcPts val="0"/>
              </a:spcAft>
              <a:buSzPts val="2100"/>
              <a:buNone/>
              <a:defRPr/>
            </a:lvl9pPr>
          </a:lstStyle>
          <a:p>
            <a:endParaRPr/>
          </a:p>
        </p:txBody>
      </p:sp>
      <p:pic>
        <p:nvPicPr>
          <p:cNvPr id="860" name="Google Shape;860;p59"/>
          <p:cNvPicPr preferRelativeResize="0"/>
          <p:nvPr/>
        </p:nvPicPr>
        <p:blipFill rotWithShape="1">
          <a:blip r:embed="rId2">
            <a:alphaModFix/>
          </a:blip>
          <a:srcRect/>
          <a:stretch/>
        </p:blipFill>
        <p:spPr>
          <a:xfrm>
            <a:off x="8544853" y="62011"/>
            <a:ext cx="599140" cy="599142"/>
          </a:xfrm>
          <a:prstGeom prst="rect">
            <a:avLst/>
          </a:prstGeom>
          <a:noFill/>
          <a:ln>
            <a:noFill/>
          </a:ln>
        </p:spPr>
      </p:pic>
      <p:sp>
        <p:nvSpPr>
          <p:cNvPr id="861" name="Google Shape;861;p59"/>
          <p:cNvSpPr/>
          <p:nvPr/>
        </p:nvSpPr>
        <p:spPr>
          <a:xfrm>
            <a:off x="467069" y="3491701"/>
            <a:ext cx="627000" cy="627000"/>
          </a:xfrm>
          <a:prstGeom prst="roundRect">
            <a:avLst>
              <a:gd name="adj" fmla="val 22637"/>
            </a:avLst>
          </a:prstGeom>
          <a:solidFill>
            <a:schemeClr val="accent1"/>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800"/>
              <a:buFont typeface="Arial"/>
              <a:buNone/>
            </a:pPr>
            <a:endParaRPr sz="800" b="1" i="0" u="none" strike="noStrike" cap="none">
              <a:solidFill>
                <a:srgbClr val="FFFFFF"/>
              </a:solidFill>
              <a:latin typeface="IBM Plex Sans"/>
              <a:ea typeface="IBM Plex Sans"/>
              <a:cs typeface="IBM Plex Sans"/>
              <a:sym typeface="IBM Plex Sans"/>
            </a:endParaRPr>
          </a:p>
        </p:txBody>
      </p:sp>
      <p:sp>
        <p:nvSpPr>
          <p:cNvPr id="862" name="Google Shape;862;p59"/>
          <p:cNvSpPr/>
          <p:nvPr/>
        </p:nvSpPr>
        <p:spPr>
          <a:xfrm>
            <a:off x="467069" y="2306551"/>
            <a:ext cx="627000" cy="627000"/>
          </a:xfrm>
          <a:prstGeom prst="roundRect">
            <a:avLst>
              <a:gd name="adj" fmla="val 22637"/>
            </a:avLst>
          </a:prstGeom>
          <a:solidFill>
            <a:schemeClr val="accent1"/>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800"/>
              <a:buFont typeface="Arial"/>
              <a:buNone/>
            </a:pPr>
            <a:endParaRPr sz="800" b="1" i="0" u="none" strike="noStrike" cap="none">
              <a:solidFill>
                <a:srgbClr val="FFFFFF"/>
              </a:solidFill>
              <a:latin typeface="IBM Plex Sans"/>
              <a:ea typeface="IBM Plex Sans"/>
              <a:cs typeface="IBM Plex Sans"/>
              <a:sym typeface="IBM Plex Sans"/>
            </a:endParaRPr>
          </a:p>
        </p:txBody>
      </p:sp>
      <p:sp>
        <p:nvSpPr>
          <p:cNvPr id="863" name="Google Shape;863;p59"/>
          <p:cNvSpPr/>
          <p:nvPr/>
        </p:nvSpPr>
        <p:spPr>
          <a:xfrm>
            <a:off x="467069" y="1152476"/>
            <a:ext cx="627000" cy="627000"/>
          </a:xfrm>
          <a:prstGeom prst="roundRect">
            <a:avLst>
              <a:gd name="adj" fmla="val 22637"/>
            </a:avLst>
          </a:prstGeom>
          <a:solidFill>
            <a:schemeClr val="accent1"/>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800"/>
              <a:buFont typeface="Arial"/>
              <a:buNone/>
            </a:pPr>
            <a:endParaRPr sz="800" b="1" i="0" u="none" strike="noStrike" cap="none">
              <a:solidFill>
                <a:srgbClr val="FFFFFF"/>
              </a:solidFill>
              <a:latin typeface="IBM Plex Sans"/>
              <a:ea typeface="IBM Plex Sans"/>
              <a:cs typeface="IBM Plex Sans"/>
              <a:sym typeface="IBM Plex Sans"/>
            </a:endParaRPr>
          </a:p>
        </p:txBody>
      </p:sp>
      <p:sp>
        <p:nvSpPr>
          <p:cNvPr id="864" name="Google Shape;864;p59"/>
          <p:cNvSpPr txBox="1"/>
          <p:nvPr/>
        </p:nvSpPr>
        <p:spPr>
          <a:xfrm>
            <a:off x="644338" y="1204616"/>
            <a:ext cx="252600" cy="507900"/>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0"/>
              </a:spcBef>
              <a:spcAft>
                <a:spcPts val="1200"/>
              </a:spcAft>
              <a:buClr>
                <a:srgbClr val="000000"/>
              </a:buClr>
              <a:buSzPts val="3300"/>
              <a:buFont typeface="Arial"/>
              <a:buNone/>
            </a:pPr>
            <a:r>
              <a:rPr lang="en" sz="3300" b="0" i="0" u="none" strike="noStrike" cap="none">
                <a:solidFill>
                  <a:srgbClr val="FFFFFF"/>
                </a:solidFill>
                <a:latin typeface="IBM Plex Mono SemiBold"/>
                <a:ea typeface="IBM Plex Mono SemiBold"/>
                <a:cs typeface="IBM Plex Mono SemiBold"/>
                <a:sym typeface="IBM Plex Mono SemiBold"/>
              </a:rPr>
              <a:t>1</a:t>
            </a:r>
            <a:endParaRPr sz="3300" b="0" i="0" u="none" strike="noStrike" cap="none">
              <a:solidFill>
                <a:srgbClr val="FFFFFF"/>
              </a:solidFill>
              <a:latin typeface="IBM Plex Mono SemiBold"/>
              <a:ea typeface="IBM Plex Mono SemiBold"/>
              <a:cs typeface="IBM Plex Mono SemiBold"/>
              <a:sym typeface="IBM Plex Mono SemiBold"/>
            </a:endParaRPr>
          </a:p>
        </p:txBody>
      </p:sp>
      <p:sp>
        <p:nvSpPr>
          <p:cNvPr id="865" name="Google Shape;865;p59"/>
          <p:cNvSpPr txBox="1"/>
          <p:nvPr/>
        </p:nvSpPr>
        <p:spPr>
          <a:xfrm>
            <a:off x="653711" y="2368769"/>
            <a:ext cx="252600" cy="507900"/>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0"/>
              </a:spcBef>
              <a:spcAft>
                <a:spcPts val="1200"/>
              </a:spcAft>
              <a:buClr>
                <a:srgbClr val="000000"/>
              </a:buClr>
              <a:buSzPts val="3300"/>
              <a:buFont typeface="Arial"/>
              <a:buNone/>
            </a:pPr>
            <a:r>
              <a:rPr lang="en" sz="3300" b="0" i="0" u="none" strike="noStrike" cap="none">
                <a:solidFill>
                  <a:srgbClr val="FFFFFF"/>
                </a:solidFill>
                <a:latin typeface="IBM Plex Mono SemiBold"/>
                <a:ea typeface="IBM Plex Mono SemiBold"/>
                <a:cs typeface="IBM Plex Mono SemiBold"/>
                <a:sym typeface="IBM Plex Mono SemiBold"/>
              </a:rPr>
              <a:t>2</a:t>
            </a:r>
            <a:endParaRPr sz="3300" b="0" i="0" u="none" strike="noStrike" cap="none">
              <a:solidFill>
                <a:srgbClr val="FFFFFF"/>
              </a:solidFill>
              <a:latin typeface="IBM Plex Mono SemiBold"/>
              <a:ea typeface="IBM Plex Mono SemiBold"/>
              <a:cs typeface="IBM Plex Mono SemiBold"/>
              <a:sym typeface="IBM Plex Mono SemiBold"/>
            </a:endParaRPr>
          </a:p>
        </p:txBody>
      </p:sp>
      <p:sp>
        <p:nvSpPr>
          <p:cNvPr id="866" name="Google Shape;866;p59"/>
          <p:cNvSpPr txBox="1"/>
          <p:nvPr/>
        </p:nvSpPr>
        <p:spPr>
          <a:xfrm>
            <a:off x="653147" y="3542294"/>
            <a:ext cx="252600" cy="507900"/>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0"/>
              </a:spcBef>
              <a:spcAft>
                <a:spcPts val="1200"/>
              </a:spcAft>
              <a:buClr>
                <a:srgbClr val="000000"/>
              </a:buClr>
              <a:buSzPts val="3300"/>
              <a:buFont typeface="Arial"/>
              <a:buNone/>
            </a:pPr>
            <a:r>
              <a:rPr lang="en" sz="3300" b="0" i="0" u="none" strike="noStrike" cap="none">
                <a:solidFill>
                  <a:srgbClr val="FFFFFF"/>
                </a:solidFill>
                <a:latin typeface="IBM Plex Mono SemiBold"/>
                <a:ea typeface="IBM Plex Mono SemiBold"/>
                <a:cs typeface="IBM Plex Mono SemiBold"/>
                <a:sym typeface="IBM Plex Mono SemiBold"/>
              </a:rPr>
              <a:t>3</a:t>
            </a:r>
            <a:endParaRPr sz="3300" b="0" i="0" u="none" strike="noStrike" cap="none">
              <a:solidFill>
                <a:srgbClr val="FFFFFF"/>
              </a:solidFill>
              <a:latin typeface="IBM Plex Mono SemiBold"/>
              <a:ea typeface="IBM Plex Mono SemiBold"/>
              <a:cs typeface="IBM Plex Mono SemiBold"/>
              <a:sym typeface="IBM Plex Mono SemiBold"/>
            </a:endParaRPr>
          </a:p>
        </p:txBody>
      </p:sp>
      <p:sp>
        <p:nvSpPr>
          <p:cNvPr id="867" name="Google Shape;867;p59"/>
          <p:cNvSpPr txBox="1">
            <a:spLocks noGrp="1"/>
          </p:cNvSpPr>
          <p:nvPr>
            <p:ph type="subTitle" idx="1"/>
          </p:nvPr>
        </p:nvSpPr>
        <p:spPr>
          <a:xfrm>
            <a:off x="1326725" y="1165200"/>
            <a:ext cx="3895800" cy="311400"/>
          </a:xfrm>
          <a:prstGeom prst="rect">
            <a:avLst/>
          </a:prstGeom>
          <a:noFill/>
          <a:ln>
            <a:noFill/>
          </a:ln>
        </p:spPr>
        <p:txBody>
          <a:bodyPr spcFirstLastPara="1" wrap="square" lIns="0" tIns="0" rIns="0" bIns="0" anchor="t" anchorCtr="0">
            <a:normAutofit/>
          </a:bodyPr>
          <a:lstStyle>
            <a:lvl1pPr lvl="0" algn="l">
              <a:lnSpc>
                <a:spcPct val="100000"/>
              </a:lnSpc>
              <a:spcBef>
                <a:spcPts val="0"/>
              </a:spcBef>
              <a:spcAft>
                <a:spcPts val="0"/>
              </a:spcAft>
              <a:buClr>
                <a:schemeClr val="dk1"/>
              </a:buClr>
              <a:buSzPts val="1500"/>
              <a:buFont typeface="IBM Plex Sans SemiBold"/>
              <a:buNone/>
              <a:defRPr sz="2000">
                <a:latin typeface="IBM Plex Sans SemiBold"/>
                <a:ea typeface="IBM Plex Sans SemiBold"/>
                <a:cs typeface="IBM Plex Sans SemiBold"/>
                <a:sym typeface="IBM Plex Sans SemiBold"/>
              </a:defRPr>
            </a:lvl1pPr>
            <a:lvl2pPr lvl="1" algn="l">
              <a:lnSpc>
                <a:spcPct val="100000"/>
              </a:lnSpc>
              <a:spcBef>
                <a:spcPts val="0"/>
              </a:spcBef>
              <a:spcAft>
                <a:spcPts val="0"/>
              </a:spcAft>
              <a:buClr>
                <a:schemeClr val="dk1"/>
              </a:buClr>
              <a:buSzPts val="1100"/>
              <a:buFont typeface="IBM Plex Sans SemiBold"/>
              <a:buNone/>
              <a:defRPr>
                <a:latin typeface="IBM Plex Sans SemiBold"/>
                <a:ea typeface="IBM Plex Sans SemiBold"/>
                <a:cs typeface="IBM Plex Sans SemiBold"/>
                <a:sym typeface="IBM Plex Sans SemiBold"/>
              </a:defRPr>
            </a:lvl2pPr>
            <a:lvl3pPr lvl="2" algn="l">
              <a:lnSpc>
                <a:spcPct val="100000"/>
              </a:lnSpc>
              <a:spcBef>
                <a:spcPts val="0"/>
              </a:spcBef>
              <a:spcAft>
                <a:spcPts val="0"/>
              </a:spcAft>
              <a:buClr>
                <a:schemeClr val="dk1"/>
              </a:buClr>
              <a:buSzPts val="1100"/>
              <a:buFont typeface="IBM Plex Sans SemiBold"/>
              <a:buNone/>
              <a:defRPr>
                <a:latin typeface="IBM Plex Sans SemiBold"/>
                <a:ea typeface="IBM Plex Sans SemiBold"/>
                <a:cs typeface="IBM Plex Sans SemiBold"/>
                <a:sym typeface="IBM Plex Sans SemiBold"/>
              </a:defRPr>
            </a:lvl3pPr>
            <a:lvl4pPr lvl="3" algn="l">
              <a:lnSpc>
                <a:spcPct val="100000"/>
              </a:lnSpc>
              <a:spcBef>
                <a:spcPts val="0"/>
              </a:spcBef>
              <a:spcAft>
                <a:spcPts val="0"/>
              </a:spcAft>
              <a:buClr>
                <a:schemeClr val="dk1"/>
              </a:buClr>
              <a:buSzPts val="1100"/>
              <a:buFont typeface="IBM Plex Sans SemiBold"/>
              <a:buNone/>
              <a:defRPr>
                <a:latin typeface="IBM Plex Sans SemiBold"/>
                <a:ea typeface="IBM Plex Sans SemiBold"/>
                <a:cs typeface="IBM Plex Sans SemiBold"/>
                <a:sym typeface="IBM Plex Sans SemiBold"/>
              </a:defRPr>
            </a:lvl4pPr>
            <a:lvl5pPr lvl="4" algn="l">
              <a:lnSpc>
                <a:spcPct val="100000"/>
              </a:lnSpc>
              <a:spcBef>
                <a:spcPts val="0"/>
              </a:spcBef>
              <a:spcAft>
                <a:spcPts val="0"/>
              </a:spcAft>
              <a:buSzPts val="1100"/>
              <a:buFont typeface="IBM Plex Sans SemiBold"/>
              <a:buNone/>
              <a:defRPr>
                <a:latin typeface="IBM Plex Sans SemiBold"/>
                <a:ea typeface="IBM Plex Sans SemiBold"/>
                <a:cs typeface="IBM Plex Sans SemiBold"/>
                <a:sym typeface="IBM Plex Sans SemiBold"/>
              </a:defRPr>
            </a:lvl5pPr>
            <a:lvl6pPr lvl="5" algn="l">
              <a:lnSpc>
                <a:spcPct val="100000"/>
              </a:lnSpc>
              <a:spcBef>
                <a:spcPts val="0"/>
              </a:spcBef>
              <a:spcAft>
                <a:spcPts val="0"/>
              </a:spcAft>
              <a:buSzPts val="1100"/>
              <a:buFont typeface="IBM Plex Sans SemiBold"/>
              <a:buNone/>
              <a:defRPr>
                <a:latin typeface="IBM Plex Sans SemiBold"/>
                <a:ea typeface="IBM Plex Sans SemiBold"/>
                <a:cs typeface="IBM Plex Sans SemiBold"/>
                <a:sym typeface="IBM Plex Sans SemiBold"/>
              </a:defRPr>
            </a:lvl6pPr>
            <a:lvl7pPr lvl="6" algn="l">
              <a:lnSpc>
                <a:spcPct val="100000"/>
              </a:lnSpc>
              <a:spcBef>
                <a:spcPts val="0"/>
              </a:spcBef>
              <a:spcAft>
                <a:spcPts val="0"/>
              </a:spcAft>
              <a:buSzPts val="1100"/>
              <a:buFont typeface="IBM Plex Sans SemiBold"/>
              <a:buNone/>
              <a:defRPr>
                <a:latin typeface="IBM Plex Sans SemiBold"/>
                <a:ea typeface="IBM Plex Sans SemiBold"/>
                <a:cs typeface="IBM Plex Sans SemiBold"/>
                <a:sym typeface="IBM Plex Sans SemiBold"/>
              </a:defRPr>
            </a:lvl7pPr>
            <a:lvl8pPr lvl="7" algn="l">
              <a:lnSpc>
                <a:spcPct val="100000"/>
              </a:lnSpc>
              <a:spcBef>
                <a:spcPts val="0"/>
              </a:spcBef>
              <a:spcAft>
                <a:spcPts val="0"/>
              </a:spcAft>
              <a:buSzPts val="1100"/>
              <a:buFont typeface="IBM Plex Sans SemiBold"/>
              <a:buNone/>
              <a:defRPr>
                <a:latin typeface="IBM Plex Sans SemiBold"/>
                <a:ea typeface="IBM Plex Sans SemiBold"/>
                <a:cs typeface="IBM Plex Sans SemiBold"/>
                <a:sym typeface="IBM Plex Sans SemiBold"/>
              </a:defRPr>
            </a:lvl8pPr>
            <a:lvl9pPr lvl="8" algn="l">
              <a:lnSpc>
                <a:spcPct val="100000"/>
              </a:lnSpc>
              <a:spcBef>
                <a:spcPts val="0"/>
              </a:spcBef>
              <a:spcAft>
                <a:spcPts val="0"/>
              </a:spcAft>
              <a:buSzPts val="1100"/>
              <a:buFont typeface="IBM Plex Sans SemiBold"/>
              <a:buNone/>
              <a:defRPr>
                <a:latin typeface="IBM Plex Sans SemiBold"/>
                <a:ea typeface="IBM Plex Sans SemiBold"/>
                <a:cs typeface="IBM Plex Sans SemiBold"/>
                <a:sym typeface="IBM Plex Sans SemiBold"/>
              </a:defRPr>
            </a:lvl9pPr>
          </a:lstStyle>
          <a:p>
            <a:endParaRPr/>
          </a:p>
        </p:txBody>
      </p:sp>
      <p:sp>
        <p:nvSpPr>
          <p:cNvPr id="868" name="Google Shape;868;p59"/>
          <p:cNvSpPr txBox="1">
            <a:spLocks noGrp="1"/>
          </p:cNvSpPr>
          <p:nvPr>
            <p:ph type="body" idx="2"/>
          </p:nvPr>
        </p:nvSpPr>
        <p:spPr>
          <a:xfrm>
            <a:off x="1344925" y="1551839"/>
            <a:ext cx="3897600" cy="627000"/>
          </a:xfrm>
          <a:prstGeom prst="rect">
            <a:avLst/>
          </a:prstGeom>
          <a:noFill/>
          <a:ln>
            <a:noFill/>
          </a:ln>
        </p:spPr>
        <p:txBody>
          <a:bodyPr spcFirstLastPara="1" wrap="square" lIns="0" tIns="0" rIns="0" bIns="0" anchor="t" anchorCtr="0">
            <a:normAutofit/>
          </a:bodyPr>
          <a:lstStyle>
            <a:lvl1pPr marL="457200" lvl="0" indent="-292100" algn="l">
              <a:lnSpc>
                <a:spcPct val="115000"/>
              </a:lnSpc>
              <a:spcBef>
                <a:spcPts val="0"/>
              </a:spcBef>
              <a:spcAft>
                <a:spcPts val="0"/>
              </a:spcAft>
              <a:buSzPts val="1000"/>
              <a:buChar char="■"/>
              <a:defRPr sz="1300"/>
            </a:lvl1pPr>
            <a:lvl2pPr marL="914400" lvl="1" indent="-292100" algn="l">
              <a:lnSpc>
                <a:spcPct val="115000"/>
              </a:lnSpc>
              <a:spcBef>
                <a:spcPts val="0"/>
              </a:spcBef>
              <a:spcAft>
                <a:spcPts val="0"/>
              </a:spcAft>
              <a:buSzPts val="1000"/>
              <a:buChar char="■"/>
              <a:defRPr sz="1300"/>
            </a:lvl2pPr>
            <a:lvl3pPr marL="1371600" lvl="2" indent="-292100" algn="l">
              <a:lnSpc>
                <a:spcPct val="115000"/>
              </a:lnSpc>
              <a:spcBef>
                <a:spcPts val="0"/>
              </a:spcBef>
              <a:spcAft>
                <a:spcPts val="0"/>
              </a:spcAft>
              <a:buSzPts val="1000"/>
              <a:buChar char="■"/>
              <a:defRPr sz="1300"/>
            </a:lvl3pPr>
            <a:lvl4pPr marL="1828800" lvl="3" indent="-292100" algn="l">
              <a:lnSpc>
                <a:spcPct val="115000"/>
              </a:lnSpc>
              <a:spcBef>
                <a:spcPts val="0"/>
              </a:spcBef>
              <a:spcAft>
                <a:spcPts val="0"/>
              </a:spcAft>
              <a:buSzPts val="1000"/>
              <a:buChar char="●"/>
              <a:defRPr sz="1300"/>
            </a:lvl4pPr>
            <a:lvl5pPr marL="2286000" lvl="4" indent="-292100" algn="l">
              <a:lnSpc>
                <a:spcPct val="115000"/>
              </a:lnSpc>
              <a:spcBef>
                <a:spcPts val="0"/>
              </a:spcBef>
              <a:spcAft>
                <a:spcPts val="0"/>
              </a:spcAft>
              <a:buSzPts val="1000"/>
              <a:buChar char="○"/>
              <a:defRPr sz="1300"/>
            </a:lvl5pPr>
            <a:lvl6pPr marL="2743200" lvl="5" indent="-292100" algn="l">
              <a:lnSpc>
                <a:spcPct val="115000"/>
              </a:lnSpc>
              <a:spcBef>
                <a:spcPts val="0"/>
              </a:spcBef>
              <a:spcAft>
                <a:spcPts val="0"/>
              </a:spcAft>
              <a:buSzPts val="1000"/>
              <a:buChar char="■"/>
              <a:defRPr sz="1300"/>
            </a:lvl6pPr>
            <a:lvl7pPr marL="3200400" lvl="6" indent="-292100" algn="l">
              <a:lnSpc>
                <a:spcPct val="115000"/>
              </a:lnSpc>
              <a:spcBef>
                <a:spcPts val="0"/>
              </a:spcBef>
              <a:spcAft>
                <a:spcPts val="0"/>
              </a:spcAft>
              <a:buSzPts val="1000"/>
              <a:buChar char="●"/>
              <a:defRPr sz="1300"/>
            </a:lvl7pPr>
            <a:lvl8pPr marL="3657600" lvl="7" indent="-292100" algn="l">
              <a:lnSpc>
                <a:spcPct val="115000"/>
              </a:lnSpc>
              <a:spcBef>
                <a:spcPts val="0"/>
              </a:spcBef>
              <a:spcAft>
                <a:spcPts val="0"/>
              </a:spcAft>
              <a:buSzPts val="1000"/>
              <a:buChar char="○"/>
              <a:defRPr sz="1300"/>
            </a:lvl8pPr>
            <a:lvl9pPr marL="4114800" lvl="8" indent="-292100" algn="l">
              <a:lnSpc>
                <a:spcPct val="115000"/>
              </a:lnSpc>
              <a:spcBef>
                <a:spcPts val="0"/>
              </a:spcBef>
              <a:spcAft>
                <a:spcPts val="0"/>
              </a:spcAft>
              <a:buSzPts val="1000"/>
              <a:buChar char="■"/>
              <a:defRPr sz="1300"/>
            </a:lvl9pPr>
          </a:lstStyle>
          <a:p>
            <a:endParaRPr/>
          </a:p>
        </p:txBody>
      </p:sp>
      <p:sp>
        <p:nvSpPr>
          <p:cNvPr id="869" name="Google Shape;869;p59"/>
          <p:cNvSpPr txBox="1">
            <a:spLocks noGrp="1"/>
          </p:cNvSpPr>
          <p:nvPr>
            <p:ph type="subTitle" idx="3"/>
          </p:nvPr>
        </p:nvSpPr>
        <p:spPr>
          <a:xfrm>
            <a:off x="1326725" y="2306550"/>
            <a:ext cx="3895800" cy="311400"/>
          </a:xfrm>
          <a:prstGeom prst="rect">
            <a:avLst/>
          </a:prstGeom>
          <a:noFill/>
          <a:ln>
            <a:noFill/>
          </a:ln>
        </p:spPr>
        <p:txBody>
          <a:bodyPr spcFirstLastPara="1" wrap="square" lIns="0" tIns="0" rIns="0" bIns="0" anchor="t" anchorCtr="0">
            <a:normAutofit/>
          </a:bodyPr>
          <a:lstStyle>
            <a:lvl1pPr lvl="0" algn="l">
              <a:lnSpc>
                <a:spcPct val="100000"/>
              </a:lnSpc>
              <a:spcBef>
                <a:spcPts val="0"/>
              </a:spcBef>
              <a:spcAft>
                <a:spcPts val="0"/>
              </a:spcAft>
              <a:buClr>
                <a:schemeClr val="dk1"/>
              </a:buClr>
              <a:buSzPts val="1500"/>
              <a:buFont typeface="IBM Plex Sans SemiBold"/>
              <a:buNone/>
              <a:defRPr sz="2000">
                <a:latin typeface="IBM Plex Sans SemiBold"/>
                <a:ea typeface="IBM Plex Sans SemiBold"/>
                <a:cs typeface="IBM Plex Sans SemiBold"/>
                <a:sym typeface="IBM Plex Sans SemiBold"/>
              </a:defRPr>
            </a:lvl1pPr>
            <a:lvl2pPr lvl="1" algn="l">
              <a:lnSpc>
                <a:spcPct val="100000"/>
              </a:lnSpc>
              <a:spcBef>
                <a:spcPts val="0"/>
              </a:spcBef>
              <a:spcAft>
                <a:spcPts val="0"/>
              </a:spcAft>
              <a:buClr>
                <a:schemeClr val="dk1"/>
              </a:buClr>
              <a:buSzPts val="1100"/>
              <a:buFont typeface="IBM Plex Sans SemiBold"/>
              <a:buNone/>
              <a:defRPr>
                <a:latin typeface="IBM Plex Sans SemiBold"/>
                <a:ea typeface="IBM Plex Sans SemiBold"/>
                <a:cs typeface="IBM Plex Sans SemiBold"/>
                <a:sym typeface="IBM Plex Sans SemiBold"/>
              </a:defRPr>
            </a:lvl2pPr>
            <a:lvl3pPr lvl="2" algn="l">
              <a:lnSpc>
                <a:spcPct val="100000"/>
              </a:lnSpc>
              <a:spcBef>
                <a:spcPts val="0"/>
              </a:spcBef>
              <a:spcAft>
                <a:spcPts val="0"/>
              </a:spcAft>
              <a:buClr>
                <a:schemeClr val="dk1"/>
              </a:buClr>
              <a:buSzPts val="1100"/>
              <a:buFont typeface="IBM Plex Sans SemiBold"/>
              <a:buNone/>
              <a:defRPr>
                <a:latin typeface="IBM Plex Sans SemiBold"/>
                <a:ea typeface="IBM Plex Sans SemiBold"/>
                <a:cs typeface="IBM Plex Sans SemiBold"/>
                <a:sym typeface="IBM Plex Sans SemiBold"/>
              </a:defRPr>
            </a:lvl3pPr>
            <a:lvl4pPr lvl="3" algn="l">
              <a:lnSpc>
                <a:spcPct val="100000"/>
              </a:lnSpc>
              <a:spcBef>
                <a:spcPts val="0"/>
              </a:spcBef>
              <a:spcAft>
                <a:spcPts val="0"/>
              </a:spcAft>
              <a:buClr>
                <a:schemeClr val="dk1"/>
              </a:buClr>
              <a:buSzPts val="1100"/>
              <a:buFont typeface="IBM Plex Sans SemiBold"/>
              <a:buNone/>
              <a:defRPr>
                <a:latin typeface="IBM Plex Sans SemiBold"/>
                <a:ea typeface="IBM Plex Sans SemiBold"/>
                <a:cs typeface="IBM Plex Sans SemiBold"/>
                <a:sym typeface="IBM Plex Sans SemiBold"/>
              </a:defRPr>
            </a:lvl4pPr>
            <a:lvl5pPr lvl="4" algn="l">
              <a:lnSpc>
                <a:spcPct val="100000"/>
              </a:lnSpc>
              <a:spcBef>
                <a:spcPts val="0"/>
              </a:spcBef>
              <a:spcAft>
                <a:spcPts val="0"/>
              </a:spcAft>
              <a:buSzPts val="1100"/>
              <a:buFont typeface="IBM Plex Sans SemiBold"/>
              <a:buNone/>
              <a:defRPr>
                <a:latin typeface="IBM Plex Sans SemiBold"/>
                <a:ea typeface="IBM Plex Sans SemiBold"/>
                <a:cs typeface="IBM Plex Sans SemiBold"/>
                <a:sym typeface="IBM Plex Sans SemiBold"/>
              </a:defRPr>
            </a:lvl5pPr>
            <a:lvl6pPr lvl="5" algn="l">
              <a:lnSpc>
                <a:spcPct val="100000"/>
              </a:lnSpc>
              <a:spcBef>
                <a:spcPts val="0"/>
              </a:spcBef>
              <a:spcAft>
                <a:spcPts val="0"/>
              </a:spcAft>
              <a:buSzPts val="1100"/>
              <a:buFont typeface="IBM Plex Sans SemiBold"/>
              <a:buNone/>
              <a:defRPr>
                <a:latin typeface="IBM Plex Sans SemiBold"/>
                <a:ea typeface="IBM Plex Sans SemiBold"/>
                <a:cs typeface="IBM Plex Sans SemiBold"/>
                <a:sym typeface="IBM Plex Sans SemiBold"/>
              </a:defRPr>
            </a:lvl6pPr>
            <a:lvl7pPr lvl="6" algn="l">
              <a:lnSpc>
                <a:spcPct val="100000"/>
              </a:lnSpc>
              <a:spcBef>
                <a:spcPts val="0"/>
              </a:spcBef>
              <a:spcAft>
                <a:spcPts val="0"/>
              </a:spcAft>
              <a:buSzPts val="1100"/>
              <a:buFont typeface="IBM Plex Sans SemiBold"/>
              <a:buNone/>
              <a:defRPr>
                <a:latin typeface="IBM Plex Sans SemiBold"/>
                <a:ea typeface="IBM Plex Sans SemiBold"/>
                <a:cs typeface="IBM Plex Sans SemiBold"/>
                <a:sym typeface="IBM Plex Sans SemiBold"/>
              </a:defRPr>
            </a:lvl7pPr>
            <a:lvl8pPr lvl="7" algn="l">
              <a:lnSpc>
                <a:spcPct val="100000"/>
              </a:lnSpc>
              <a:spcBef>
                <a:spcPts val="0"/>
              </a:spcBef>
              <a:spcAft>
                <a:spcPts val="0"/>
              </a:spcAft>
              <a:buSzPts val="1100"/>
              <a:buFont typeface="IBM Plex Sans SemiBold"/>
              <a:buNone/>
              <a:defRPr>
                <a:latin typeface="IBM Plex Sans SemiBold"/>
                <a:ea typeface="IBM Plex Sans SemiBold"/>
                <a:cs typeface="IBM Plex Sans SemiBold"/>
                <a:sym typeface="IBM Plex Sans SemiBold"/>
              </a:defRPr>
            </a:lvl8pPr>
            <a:lvl9pPr lvl="8" algn="l">
              <a:lnSpc>
                <a:spcPct val="100000"/>
              </a:lnSpc>
              <a:spcBef>
                <a:spcPts val="0"/>
              </a:spcBef>
              <a:spcAft>
                <a:spcPts val="0"/>
              </a:spcAft>
              <a:buSzPts val="1100"/>
              <a:buFont typeface="IBM Plex Sans SemiBold"/>
              <a:buNone/>
              <a:defRPr>
                <a:latin typeface="IBM Plex Sans SemiBold"/>
                <a:ea typeface="IBM Plex Sans SemiBold"/>
                <a:cs typeface="IBM Plex Sans SemiBold"/>
                <a:sym typeface="IBM Plex Sans SemiBold"/>
              </a:defRPr>
            </a:lvl9pPr>
          </a:lstStyle>
          <a:p>
            <a:endParaRPr/>
          </a:p>
        </p:txBody>
      </p:sp>
      <p:sp>
        <p:nvSpPr>
          <p:cNvPr id="870" name="Google Shape;870;p59"/>
          <p:cNvSpPr txBox="1">
            <a:spLocks noGrp="1"/>
          </p:cNvSpPr>
          <p:nvPr>
            <p:ph type="body" idx="4"/>
          </p:nvPr>
        </p:nvSpPr>
        <p:spPr>
          <a:xfrm>
            <a:off x="1344925" y="2693189"/>
            <a:ext cx="3897600" cy="627000"/>
          </a:xfrm>
          <a:prstGeom prst="rect">
            <a:avLst/>
          </a:prstGeom>
          <a:noFill/>
          <a:ln>
            <a:noFill/>
          </a:ln>
        </p:spPr>
        <p:txBody>
          <a:bodyPr spcFirstLastPara="1" wrap="square" lIns="0" tIns="0" rIns="0" bIns="0" anchor="t" anchorCtr="0">
            <a:normAutofit/>
          </a:bodyPr>
          <a:lstStyle>
            <a:lvl1pPr marL="457200" lvl="0" indent="-292100" algn="l">
              <a:lnSpc>
                <a:spcPct val="115000"/>
              </a:lnSpc>
              <a:spcBef>
                <a:spcPts val="0"/>
              </a:spcBef>
              <a:spcAft>
                <a:spcPts val="0"/>
              </a:spcAft>
              <a:buSzPts val="1000"/>
              <a:buChar char="■"/>
              <a:defRPr sz="1300"/>
            </a:lvl1pPr>
            <a:lvl2pPr marL="914400" lvl="1" indent="-292100" algn="l">
              <a:lnSpc>
                <a:spcPct val="115000"/>
              </a:lnSpc>
              <a:spcBef>
                <a:spcPts val="0"/>
              </a:spcBef>
              <a:spcAft>
                <a:spcPts val="0"/>
              </a:spcAft>
              <a:buSzPts val="1000"/>
              <a:buChar char="■"/>
              <a:defRPr sz="1300"/>
            </a:lvl2pPr>
            <a:lvl3pPr marL="1371600" lvl="2" indent="-292100" algn="l">
              <a:lnSpc>
                <a:spcPct val="115000"/>
              </a:lnSpc>
              <a:spcBef>
                <a:spcPts val="0"/>
              </a:spcBef>
              <a:spcAft>
                <a:spcPts val="0"/>
              </a:spcAft>
              <a:buSzPts val="1000"/>
              <a:buChar char="■"/>
              <a:defRPr sz="1300"/>
            </a:lvl3pPr>
            <a:lvl4pPr marL="1828800" lvl="3" indent="-292100" algn="l">
              <a:lnSpc>
                <a:spcPct val="115000"/>
              </a:lnSpc>
              <a:spcBef>
                <a:spcPts val="0"/>
              </a:spcBef>
              <a:spcAft>
                <a:spcPts val="0"/>
              </a:spcAft>
              <a:buSzPts val="1000"/>
              <a:buChar char="●"/>
              <a:defRPr sz="1300"/>
            </a:lvl4pPr>
            <a:lvl5pPr marL="2286000" lvl="4" indent="-292100" algn="l">
              <a:lnSpc>
                <a:spcPct val="115000"/>
              </a:lnSpc>
              <a:spcBef>
                <a:spcPts val="0"/>
              </a:spcBef>
              <a:spcAft>
                <a:spcPts val="0"/>
              </a:spcAft>
              <a:buSzPts val="1000"/>
              <a:buChar char="○"/>
              <a:defRPr sz="1300"/>
            </a:lvl5pPr>
            <a:lvl6pPr marL="2743200" lvl="5" indent="-292100" algn="l">
              <a:lnSpc>
                <a:spcPct val="115000"/>
              </a:lnSpc>
              <a:spcBef>
                <a:spcPts val="0"/>
              </a:spcBef>
              <a:spcAft>
                <a:spcPts val="0"/>
              </a:spcAft>
              <a:buSzPts val="1000"/>
              <a:buChar char="■"/>
              <a:defRPr sz="1300"/>
            </a:lvl6pPr>
            <a:lvl7pPr marL="3200400" lvl="6" indent="-292100" algn="l">
              <a:lnSpc>
                <a:spcPct val="115000"/>
              </a:lnSpc>
              <a:spcBef>
                <a:spcPts val="0"/>
              </a:spcBef>
              <a:spcAft>
                <a:spcPts val="0"/>
              </a:spcAft>
              <a:buSzPts val="1000"/>
              <a:buChar char="●"/>
              <a:defRPr sz="1300"/>
            </a:lvl7pPr>
            <a:lvl8pPr marL="3657600" lvl="7" indent="-292100" algn="l">
              <a:lnSpc>
                <a:spcPct val="115000"/>
              </a:lnSpc>
              <a:spcBef>
                <a:spcPts val="0"/>
              </a:spcBef>
              <a:spcAft>
                <a:spcPts val="0"/>
              </a:spcAft>
              <a:buSzPts val="1000"/>
              <a:buChar char="○"/>
              <a:defRPr sz="1300"/>
            </a:lvl8pPr>
            <a:lvl9pPr marL="4114800" lvl="8" indent="-292100" algn="l">
              <a:lnSpc>
                <a:spcPct val="115000"/>
              </a:lnSpc>
              <a:spcBef>
                <a:spcPts val="0"/>
              </a:spcBef>
              <a:spcAft>
                <a:spcPts val="0"/>
              </a:spcAft>
              <a:buSzPts val="1000"/>
              <a:buChar char="■"/>
              <a:defRPr sz="1300"/>
            </a:lvl9pPr>
          </a:lstStyle>
          <a:p>
            <a:endParaRPr/>
          </a:p>
        </p:txBody>
      </p:sp>
      <p:sp>
        <p:nvSpPr>
          <p:cNvPr id="871" name="Google Shape;871;p59"/>
          <p:cNvSpPr txBox="1">
            <a:spLocks noGrp="1"/>
          </p:cNvSpPr>
          <p:nvPr>
            <p:ph type="subTitle" idx="5"/>
          </p:nvPr>
        </p:nvSpPr>
        <p:spPr>
          <a:xfrm>
            <a:off x="1326725" y="3509325"/>
            <a:ext cx="3895800" cy="311400"/>
          </a:xfrm>
          <a:prstGeom prst="rect">
            <a:avLst/>
          </a:prstGeom>
          <a:noFill/>
          <a:ln>
            <a:noFill/>
          </a:ln>
        </p:spPr>
        <p:txBody>
          <a:bodyPr spcFirstLastPara="1" wrap="square" lIns="0" tIns="0" rIns="0" bIns="0" anchor="t" anchorCtr="0">
            <a:normAutofit/>
          </a:bodyPr>
          <a:lstStyle>
            <a:lvl1pPr lvl="0" algn="l">
              <a:lnSpc>
                <a:spcPct val="100000"/>
              </a:lnSpc>
              <a:spcBef>
                <a:spcPts val="0"/>
              </a:spcBef>
              <a:spcAft>
                <a:spcPts val="0"/>
              </a:spcAft>
              <a:buClr>
                <a:schemeClr val="dk1"/>
              </a:buClr>
              <a:buSzPts val="1500"/>
              <a:buFont typeface="IBM Plex Sans SemiBold"/>
              <a:buNone/>
              <a:defRPr sz="2000">
                <a:latin typeface="IBM Plex Sans SemiBold"/>
                <a:ea typeface="IBM Plex Sans SemiBold"/>
                <a:cs typeface="IBM Plex Sans SemiBold"/>
                <a:sym typeface="IBM Plex Sans SemiBold"/>
              </a:defRPr>
            </a:lvl1pPr>
            <a:lvl2pPr lvl="1" algn="l">
              <a:lnSpc>
                <a:spcPct val="100000"/>
              </a:lnSpc>
              <a:spcBef>
                <a:spcPts val="0"/>
              </a:spcBef>
              <a:spcAft>
                <a:spcPts val="0"/>
              </a:spcAft>
              <a:buClr>
                <a:schemeClr val="dk1"/>
              </a:buClr>
              <a:buSzPts val="1100"/>
              <a:buFont typeface="IBM Plex Sans SemiBold"/>
              <a:buNone/>
              <a:defRPr>
                <a:latin typeface="IBM Plex Sans SemiBold"/>
                <a:ea typeface="IBM Plex Sans SemiBold"/>
                <a:cs typeface="IBM Plex Sans SemiBold"/>
                <a:sym typeface="IBM Plex Sans SemiBold"/>
              </a:defRPr>
            </a:lvl2pPr>
            <a:lvl3pPr lvl="2" algn="l">
              <a:lnSpc>
                <a:spcPct val="100000"/>
              </a:lnSpc>
              <a:spcBef>
                <a:spcPts val="0"/>
              </a:spcBef>
              <a:spcAft>
                <a:spcPts val="0"/>
              </a:spcAft>
              <a:buClr>
                <a:schemeClr val="dk1"/>
              </a:buClr>
              <a:buSzPts val="1100"/>
              <a:buFont typeface="IBM Plex Sans SemiBold"/>
              <a:buNone/>
              <a:defRPr>
                <a:latin typeface="IBM Plex Sans SemiBold"/>
                <a:ea typeface="IBM Plex Sans SemiBold"/>
                <a:cs typeface="IBM Plex Sans SemiBold"/>
                <a:sym typeface="IBM Plex Sans SemiBold"/>
              </a:defRPr>
            </a:lvl3pPr>
            <a:lvl4pPr lvl="3" algn="l">
              <a:lnSpc>
                <a:spcPct val="100000"/>
              </a:lnSpc>
              <a:spcBef>
                <a:spcPts val="0"/>
              </a:spcBef>
              <a:spcAft>
                <a:spcPts val="0"/>
              </a:spcAft>
              <a:buClr>
                <a:schemeClr val="dk1"/>
              </a:buClr>
              <a:buSzPts val="1100"/>
              <a:buFont typeface="IBM Plex Sans SemiBold"/>
              <a:buNone/>
              <a:defRPr>
                <a:latin typeface="IBM Plex Sans SemiBold"/>
                <a:ea typeface="IBM Plex Sans SemiBold"/>
                <a:cs typeface="IBM Plex Sans SemiBold"/>
                <a:sym typeface="IBM Plex Sans SemiBold"/>
              </a:defRPr>
            </a:lvl4pPr>
            <a:lvl5pPr lvl="4" algn="l">
              <a:lnSpc>
                <a:spcPct val="100000"/>
              </a:lnSpc>
              <a:spcBef>
                <a:spcPts val="0"/>
              </a:spcBef>
              <a:spcAft>
                <a:spcPts val="0"/>
              </a:spcAft>
              <a:buSzPts val="1100"/>
              <a:buFont typeface="IBM Plex Sans SemiBold"/>
              <a:buNone/>
              <a:defRPr>
                <a:latin typeface="IBM Plex Sans SemiBold"/>
                <a:ea typeface="IBM Plex Sans SemiBold"/>
                <a:cs typeface="IBM Plex Sans SemiBold"/>
                <a:sym typeface="IBM Plex Sans SemiBold"/>
              </a:defRPr>
            </a:lvl5pPr>
            <a:lvl6pPr lvl="5" algn="l">
              <a:lnSpc>
                <a:spcPct val="100000"/>
              </a:lnSpc>
              <a:spcBef>
                <a:spcPts val="0"/>
              </a:spcBef>
              <a:spcAft>
                <a:spcPts val="0"/>
              </a:spcAft>
              <a:buSzPts val="1100"/>
              <a:buFont typeface="IBM Plex Sans SemiBold"/>
              <a:buNone/>
              <a:defRPr>
                <a:latin typeface="IBM Plex Sans SemiBold"/>
                <a:ea typeface="IBM Plex Sans SemiBold"/>
                <a:cs typeface="IBM Plex Sans SemiBold"/>
                <a:sym typeface="IBM Plex Sans SemiBold"/>
              </a:defRPr>
            </a:lvl6pPr>
            <a:lvl7pPr lvl="6" algn="l">
              <a:lnSpc>
                <a:spcPct val="100000"/>
              </a:lnSpc>
              <a:spcBef>
                <a:spcPts val="0"/>
              </a:spcBef>
              <a:spcAft>
                <a:spcPts val="0"/>
              </a:spcAft>
              <a:buSzPts val="1100"/>
              <a:buFont typeface="IBM Plex Sans SemiBold"/>
              <a:buNone/>
              <a:defRPr>
                <a:latin typeface="IBM Plex Sans SemiBold"/>
                <a:ea typeface="IBM Plex Sans SemiBold"/>
                <a:cs typeface="IBM Plex Sans SemiBold"/>
                <a:sym typeface="IBM Plex Sans SemiBold"/>
              </a:defRPr>
            </a:lvl7pPr>
            <a:lvl8pPr lvl="7" algn="l">
              <a:lnSpc>
                <a:spcPct val="100000"/>
              </a:lnSpc>
              <a:spcBef>
                <a:spcPts val="0"/>
              </a:spcBef>
              <a:spcAft>
                <a:spcPts val="0"/>
              </a:spcAft>
              <a:buSzPts val="1100"/>
              <a:buFont typeface="IBM Plex Sans SemiBold"/>
              <a:buNone/>
              <a:defRPr>
                <a:latin typeface="IBM Plex Sans SemiBold"/>
                <a:ea typeface="IBM Plex Sans SemiBold"/>
                <a:cs typeface="IBM Plex Sans SemiBold"/>
                <a:sym typeface="IBM Plex Sans SemiBold"/>
              </a:defRPr>
            </a:lvl8pPr>
            <a:lvl9pPr lvl="8" algn="l">
              <a:lnSpc>
                <a:spcPct val="100000"/>
              </a:lnSpc>
              <a:spcBef>
                <a:spcPts val="0"/>
              </a:spcBef>
              <a:spcAft>
                <a:spcPts val="0"/>
              </a:spcAft>
              <a:buSzPts val="1100"/>
              <a:buFont typeface="IBM Plex Sans SemiBold"/>
              <a:buNone/>
              <a:defRPr>
                <a:latin typeface="IBM Plex Sans SemiBold"/>
                <a:ea typeface="IBM Plex Sans SemiBold"/>
                <a:cs typeface="IBM Plex Sans SemiBold"/>
                <a:sym typeface="IBM Plex Sans SemiBold"/>
              </a:defRPr>
            </a:lvl9pPr>
          </a:lstStyle>
          <a:p>
            <a:endParaRPr/>
          </a:p>
        </p:txBody>
      </p:sp>
      <p:sp>
        <p:nvSpPr>
          <p:cNvPr id="872" name="Google Shape;872;p59"/>
          <p:cNvSpPr txBox="1">
            <a:spLocks noGrp="1"/>
          </p:cNvSpPr>
          <p:nvPr>
            <p:ph type="body" idx="6"/>
          </p:nvPr>
        </p:nvSpPr>
        <p:spPr>
          <a:xfrm>
            <a:off x="1344925" y="3895964"/>
            <a:ext cx="3897600" cy="627000"/>
          </a:xfrm>
          <a:prstGeom prst="rect">
            <a:avLst/>
          </a:prstGeom>
          <a:noFill/>
          <a:ln>
            <a:noFill/>
          </a:ln>
        </p:spPr>
        <p:txBody>
          <a:bodyPr spcFirstLastPara="1" wrap="square" lIns="0" tIns="0" rIns="0" bIns="0" anchor="t" anchorCtr="0">
            <a:normAutofit/>
          </a:bodyPr>
          <a:lstStyle>
            <a:lvl1pPr marL="457200" lvl="0" indent="-292100" algn="l">
              <a:lnSpc>
                <a:spcPct val="115000"/>
              </a:lnSpc>
              <a:spcBef>
                <a:spcPts val="0"/>
              </a:spcBef>
              <a:spcAft>
                <a:spcPts val="0"/>
              </a:spcAft>
              <a:buSzPts val="1000"/>
              <a:buChar char="■"/>
              <a:defRPr sz="1300"/>
            </a:lvl1pPr>
            <a:lvl2pPr marL="914400" lvl="1" indent="-292100" algn="l">
              <a:lnSpc>
                <a:spcPct val="115000"/>
              </a:lnSpc>
              <a:spcBef>
                <a:spcPts val="0"/>
              </a:spcBef>
              <a:spcAft>
                <a:spcPts val="0"/>
              </a:spcAft>
              <a:buSzPts val="1000"/>
              <a:buChar char="■"/>
              <a:defRPr sz="1300"/>
            </a:lvl2pPr>
            <a:lvl3pPr marL="1371600" lvl="2" indent="-292100" algn="l">
              <a:lnSpc>
                <a:spcPct val="115000"/>
              </a:lnSpc>
              <a:spcBef>
                <a:spcPts val="0"/>
              </a:spcBef>
              <a:spcAft>
                <a:spcPts val="0"/>
              </a:spcAft>
              <a:buSzPts val="1000"/>
              <a:buChar char="■"/>
              <a:defRPr sz="1300"/>
            </a:lvl3pPr>
            <a:lvl4pPr marL="1828800" lvl="3" indent="-292100" algn="l">
              <a:lnSpc>
                <a:spcPct val="115000"/>
              </a:lnSpc>
              <a:spcBef>
                <a:spcPts val="0"/>
              </a:spcBef>
              <a:spcAft>
                <a:spcPts val="0"/>
              </a:spcAft>
              <a:buSzPts val="1000"/>
              <a:buChar char="●"/>
              <a:defRPr sz="1300"/>
            </a:lvl4pPr>
            <a:lvl5pPr marL="2286000" lvl="4" indent="-292100" algn="l">
              <a:lnSpc>
                <a:spcPct val="115000"/>
              </a:lnSpc>
              <a:spcBef>
                <a:spcPts val="0"/>
              </a:spcBef>
              <a:spcAft>
                <a:spcPts val="0"/>
              </a:spcAft>
              <a:buSzPts val="1000"/>
              <a:buChar char="○"/>
              <a:defRPr sz="1300"/>
            </a:lvl5pPr>
            <a:lvl6pPr marL="2743200" lvl="5" indent="-292100" algn="l">
              <a:lnSpc>
                <a:spcPct val="115000"/>
              </a:lnSpc>
              <a:spcBef>
                <a:spcPts val="0"/>
              </a:spcBef>
              <a:spcAft>
                <a:spcPts val="0"/>
              </a:spcAft>
              <a:buSzPts val="1000"/>
              <a:buChar char="■"/>
              <a:defRPr sz="1300"/>
            </a:lvl6pPr>
            <a:lvl7pPr marL="3200400" lvl="6" indent="-292100" algn="l">
              <a:lnSpc>
                <a:spcPct val="115000"/>
              </a:lnSpc>
              <a:spcBef>
                <a:spcPts val="0"/>
              </a:spcBef>
              <a:spcAft>
                <a:spcPts val="0"/>
              </a:spcAft>
              <a:buSzPts val="1000"/>
              <a:buChar char="●"/>
              <a:defRPr sz="1300"/>
            </a:lvl7pPr>
            <a:lvl8pPr marL="3657600" lvl="7" indent="-292100" algn="l">
              <a:lnSpc>
                <a:spcPct val="115000"/>
              </a:lnSpc>
              <a:spcBef>
                <a:spcPts val="0"/>
              </a:spcBef>
              <a:spcAft>
                <a:spcPts val="0"/>
              </a:spcAft>
              <a:buSzPts val="1000"/>
              <a:buChar char="○"/>
              <a:defRPr sz="1300"/>
            </a:lvl8pPr>
            <a:lvl9pPr marL="4114800" lvl="8" indent="-292100" algn="l">
              <a:lnSpc>
                <a:spcPct val="115000"/>
              </a:lnSpc>
              <a:spcBef>
                <a:spcPts val="0"/>
              </a:spcBef>
              <a:spcAft>
                <a:spcPts val="0"/>
              </a:spcAft>
              <a:buSzPts val="1000"/>
              <a:buChar char="■"/>
              <a:defRPr sz="1300"/>
            </a:lvl9pPr>
          </a:lstStyle>
          <a:p>
            <a:endParaRPr/>
          </a:p>
        </p:txBody>
      </p:sp>
      <p:sp>
        <p:nvSpPr>
          <p:cNvPr id="873" name="Google Shape;873;p59"/>
          <p:cNvSpPr>
            <a:spLocks noGrp="1"/>
          </p:cNvSpPr>
          <p:nvPr>
            <p:ph type="pic" idx="7"/>
          </p:nvPr>
        </p:nvSpPr>
        <p:spPr>
          <a:xfrm>
            <a:off x="5652300" y="1476600"/>
            <a:ext cx="3263100" cy="3060300"/>
          </a:xfrm>
          <a:prstGeom prst="roundRect">
            <a:avLst>
              <a:gd name="adj" fmla="val 7365"/>
            </a:avLst>
          </a:prstGeom>
          <a:noFill/>
          <a:ln>
            <a:noFill/>
          </a:ln>
        </p:spPr>
        <p:txBody>
          <a:bodyPr/>
          <a:lstStyle/>
          <a:p>
            <a:endParaRPr lang="en-US"/>
          </a:p>
        </p:txBody>
      </p:sp>
    </p:spTree>
    <p:extLst>
      <p:ext uri="{BB962C8B-B14F-4D97-AF65-F5344CB8AC3E}">
        <p14:creationId xmlns:p14="http://schemas.microsoft.com/office/powerpoint/2010/main" val="1882687640"/>
      </p:ext>
    </p:extLst>
  </p:cSld>
  <p:clrMapOvr>
    <a:masterClrMapping/>
  </p:clrMapOvr>
</p:sldLayout>
</file>

<file path=ppt/slideLayouts/slideLayout146.xml><?xml version="1.0" encoding="utf-8"?>
<p:sldLayout xmlns:a="http://schemas.openxmlformats.org/drawingml/2006/main" xmlns:r="http://schemas.openxmlformats.org/officeDocument/2006/relationships" xmlns:p="http://schemas.openxmlformats.org/presentationml/2006/main" matchingName="2 Column Narrow">
  <p:cSld name="2 Column Narrow">
    <p:bg>
      <p:bgPr>
        <a:solidFill>
          <a:schemeClr val="dk1"/>
        </a:solidFill>
        <a:effectLst/>
      </p:bgPr>
    </p:bg>
    <p:spTree>
      <p:nvGrpSpPr>
        <p:cNvPr id="1" name="Shape 889"/>
        <p:cNvGrpSpPr/>
        <p:nvPr/>
      </p:nvGrpSpPr>
      <p:grpSpPr>
        <a:xfrm>
          <a:off x="0" y="0"/>
          <a:ext cx="0" cy="0"/>
          <a:chOff x="0" y="0"/>
          <a:chExt cx="0" cy="0"/>
        </a:xfrm>
      </p:grpSpPr>
      <p:sp>
        <p:nvSpPr>
          <p:cNvPr id="890" name="Google Shape;890;p61"/>
          <p:cNvSpPr/>
          <p:nvPr/>
        </p:nvSpPr>
        <p:spPr>
          <a:xfrm>
            <a:off x="1219200" y="1066800"/>
            <a:ext cx="2446500" cy="2311200"/>
          </a:xfrm>
          <a:prstGeom prst="roundRect">
            <a:avLst>
              <a:gd name="adj" fmla="val 10000"/>
            </a:avLst>
          </a:prstGeom>
          <a:solidFill>
            <a:schemeClr val="accent1"/>
          </a:solidFill>
          <a:ln>
            <a:noFill/>
          </a:ln>
        </p:spPr>
        <p:txBody>
          <a:bodyPr spcFirstLastPara="1" wrap="square" lIns="57125" tIns="57125" rIns="57125" bIns="57125" anchor="t"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000000"/>
              </a:solidFill>
              <a:latin typeface="IBM Plex Sans"/>
              <a:ea typeface="IBM Plex Sans"/>
              <a:cs typeface="IBM Plex Sans"/>
              <a:sym typeface="IBM Plex Sans"/>
            </a:endParaRPr>
          </a:p>
        </p:txBody>
      </p:sp>
      <p:sp>
        <p:nvSpPr>
          <p:cNvPr id="891" name="Google Shape;891;p61"/>
          <p:cNvSpPr/>
          <p:nvPr/>
        </p:nvSpPr>
        <p:spPr>
          <a:xfrm>
            <a:off x="5478191" y="1066800"/>
            <a:ext cx="2446500" cy="2311200"/>
          </a:xfrm>
          <a:prstGeom prst="roundRect">
            <a:avLst>
              <a:gd name="adj" fmla="val 10000"/>
            </a:avLst>
          </a:prstGeom>
          <a:solidFill>
            <a:schemeClr val="accent2"/>
          </a:solidFill>
          <a:ln>
            <a:noFill/>
          </a:ln>
        </p:spPr>
        <p:txBody>
          <a:bodyPr spcFirstLastPara="1" wrap="square" lIns="57125" tIns="57125" rIns="57125" bIns="57125" anchor="t"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1" i="0" u="none" strike="noStrike" cap="none">
              <a:solidFill>
                <a:srgbClr val="FFFFFF"/>
              </a:solidFill>
              <a:latin typeface="IBM Plex Sans"/>
              <a:ea typeface="IBM Plex Sans"/>
              <a:cs typeface="IBM Plex Sans"/>
              <a:sym typeface="IBM Plex Sans"/>
            </a:endParaRPr>
          </a:p>
        </p:txBody>
      </p:sp>
      <p:sp>
        <p:nvSpPr>
          <p:cNvPr id="892" name="Google Shape;892;p61"/>
          <p:cNvSpPr/>
          <p:nvPr/>
        </p:nvSpPr>
        <p:spPr>
          <a:xfrm>
            <a:off x="1219200" y="1506325"/>
            <a:ext cx="2446500" cy="3332700"/>
          </a:xfrm>
          <a:prstGeom prst="roundRect">
            <a:avLst>
              <a:gd name="adj" fmla="val 10000"/>
            </a:avLst>
          </a:prstGeom>
          <a:solidFill>
            <a:schemeClr val="lt2"/>
          </a:solidFill>
          <a:ln>
            <a:noFill/>
          </a:ln>
        </p:spPr>
        <p:txBody>
          <a:bodyPr spcFirstLastPara="1" wrap="square" lIns="57125" tIns="57125" rIns="57125" bIns="57125"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1100" b="0" i="0" u="none" strike="noStrike" cap="none">
              <a:solidFill>
                <a:schemeClr val="dk1"/>
              </a:solidFill>
              <a:latin typeface="IBM Plex Sans"/>
              <a:ea typeface="IBM Plex Sans"/>
              <a:cs typeface="IBM Plex Sans"/>
              <a:sym typeface="IBM Plex Sans"/>
            </a:endParaRPr>
          </a:p>
        </p:txBody>
      </p:sp>
      <p:sp>
        <p:nvSpPr>
          <p:cNvPr id="893" name="Google Shape;893;p61"/>
          <p:cNvSpPr/>
          <p:nvPr/>
        </p:nvSpPr>
        <p:spPr>
          <a:xfrm>
            <a:off x="5478176" y="1506325"/>
            <a:ext cx="2446500" cy="3332700"/>
          </a:xfrm>
          <a:prstGeom prst="roundRect">
            <a:avLst>
              <a:gd name="adj" fmla="val 10000"/>
            </a:avLst>
          </a:prstGeom>
          <a:solidFill>
            <a:schemeClr val="lt2"/>
          </a:solidFill>
          <a:ln>
            <a:noFill/>
          </a:ln>
        </p:spPr>
        <p:txBody>
          <a:bodyPr spcFirstLastPara="1" wrap="square" lIns="57125" tIns="57125" rIns="57125" bIns="57125"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1100" b="0" i="0" u="none" strike="noStrike" cap="none">
              <a:solidFill>
                <a:schemeClr val="dk1"/>
              </a:solidFill>
              <a:latin typeface="IBM Plex Sans"/>
              <a:ea typeface="IBM Plex Sans"/>
              <a:cs typeface="IBM Plex Sans"/>
              <a:sym typeface="IBM Plex Sans"/>
            </a:endParaRPr>
          </a:p>
        </p:txBody>
      </p:sp>
      <p:sp>
        <p:nvSpPr>
          <p:cNvPr id="894" name="Google Shape;894;p61"/>
          <p:cNvSpPr txBox="1">
            <a:spLocks noGrp="1"/>
          </p:cNvSpPr>
          <p:nvPr>
            <p:ph type="title"/>
          </p:nvPr>
        </p:nvSpPr>
        <p:spPr>
          <a:xfrm>
            <a:off x="457201" y="114300"/>
            <a:ext cx="8229600" cy="903300"/>
          </a:xfrm>
          <a:prstGeom prst="rect">
            <a:avLst/>
          </a:prstGeom>
          <a:noFill/>
          <a:ln>
            <a:noFill/>
          </a:ln>
        </p:spPr>
        <p:txBody>
          <a:bodyPr spcFirstLastPara="1" wrap="square" lIns="0" tIns="0" rIns="0" bIns="0" anchor="t" anchorCtr="0">
            <a:normAutofit/>
          </a:bodyPr>
          <a:lstStyle>
            <a:lvl1pPr lvl="0" algn="l">
              <a:lnSpc>
                <a:spcPct val="100000"/>
              </a:lnSpc>
              <a:spcBef>
                <a:spcPts val="0"/>
              </a:spcBef>
              <a:spcAft>
                <a:spcPts val="0"/>
              </a:spcAft>
              <a:buClr>
                <a:schemeClr val="lt2"/>
              </a:buClr>
              <a:buSzPts val="2600"/>
              <a:buNone/>
              <a:defRPr>
                <a:solidFill>
                  <a:schemeClr val="lt2"/>
                </a:solidFill>
              </a:defRPr>
            </a:lvl1pPr>
            <a:lvl2pPr lvl="1" algn="l">
              <a:lnSpc>
                <a:spcPct val="100000"/>
              </a:lnSpc>
              <a:spcBef>
                <a:spcPts val="0"/>
              </a:spcBef>
              <a:spcAft>
                <a:spcPts val="0"/>
              </a:spcAft>
              <a:buSzPts val="2100"/>
              <a:buNone/>
              <a:defRPr/>
            </a:lvl2pPr>
            <a:lvl3pPr lvl="2" algn="l">
              <a:lnSpc>
                <a:spcPct val="100000"/>
              </a:lnSpc>
              <a:spcBef>
                <a:spcPts val="0"/>
              </a:spcBef>
              <a:spcAft>
                <a:spcPts val="0"/>
              </a:spcAft>
              <a:buSzPts val="2100"/>
              <a:buNone/>
              <a:defRPr/>
            </a:lvl3pPr>
            <a:lvl4pPr lvl="3" algn="l">
              <a:lnSpc>
                <a:spcPct val="100000"/>
              </a:lnSpc>
              <a:spcBef>
                <a:spcPts val="0"/>
              </a:spcBef>
              <a:spcAft>
                <a:spcPts val="0"/>
              </a:spcAft>
              <a:buSzPts val="2100"/>
              <a:buNone/>
              <a:defRPr/>
            </a:lvl4pPr>
            <a:lvl5pPr lvl="4" algn="l">
              <a:lnSpc>
                <a:spcPct val="100000"/>
              </a:lnSpc>
              <a:spcBef>
                <a:spcPts val="0"/>
              </a:spcBef>
              <a:spcAft>
                <a:spcPts val="0"/>
              </a:spcAft>
              <a:buSzPts val="2100"/>
              <a:buNone/>
              <a:defRPr/>
            </a:lvl5pPr>
            <a:lvl6pPr lvl="5" algn="l">
              <a:lnSpc>
                <a:spcPct val="100000"/>
              </a:lnSpc>
              <a:spcBef>
                <a:spcPts val="0"/>
              </a:spcBef>
              <a:spcAft>
                <a:spcPts val="0"/>
              </a:spcAft>
              <a:buSzPts val="2100"/>
              <a:buNone/>
              <a:defRPr/>
            </a:lvl6pPr>
            <a:lvl7pPr lvl="6" algn="l">
              <a:lnSpc>
                <a:spcPct val="100000"/>
              </a:lnSpc>
              <a:spcBef>
                <a:spcPts val="0"/>
              </a:spcBef>
              <a:spcAft>
                <a:spcPts val="0"/>
              </a:spcAft>
              <a:buSzPts val="2100"/>
              <a:buNone/>
              <a:defRPr/>
            </a:lvl7pPr>
            <a:lvl8pPr lvl="7" algn="l">
              <a:lnSpc>
                <a:spcPct val="100000"/>
              </a:lnSpc>
              <a:spcBef>
                <a:spcPts val="0"/>
              </a:spcBef>
              <a:spcAft>
                <a:spcPts val="0"/>
              </a:spcAft>
              <a:buSzPts val="2100"/>
              <a:buNone/>
              <a:defRPr/>
            </a:lvl8pPr>
            <a:lvl9pPr lvl="8" algn="l">
              <a:lnSpc>
                <a:spcPct val="100000"/>
              </a:lnSpc>
              <a:spcBef>
                <a:spcPts val="0"/>
              </a:spcBef>
              <a:spcAft>
                <a:spcPts val="0"/>
              </a:spcAft>
              <a:buSzPts val="2100"/>
              <a:buNone/>
              <a:defRPr/>
            </a:lvl9pPr>
          </a:lstStyle>
          <a:p>
            <a:endParaRPr/>
          </a:p>
        </p:txBody>
      </p:sp>
      <p:pic>
        <p:nvPicPr>
          <p:cNvPr id="895" name="Google Shape;895;p61"/>
          <p:cNvPicPr preferRelativeResize="0"/>
          <p:nvPr/>
        </p:nvPicPr>
        <p:blipFill rotWithShape="1">
          <a:blip r:embed="rId2">
            <a:alphaModFix/>
          </a:blip>
          <a:srcRect/>
          <a:stretch/>
        </p:blipFill>
        <p:spPr>
          <a:xfrm>
            <a:off x="8544860" y="62003"/>
            <a:ext cx="599140" cy="599142"/>
          </a:xfrm>
          <a:prstGeom prst="rect">
            <a:avLst/>
          </a:prstGeom>
          <a:noFill/>
          <a:ln>
            <a:noFill/>
          </a:ln>
        </p:spPr>
      </p:pic>
      <p:sp>
        <p:nvSpPr>
          <p:cNvPr id="896" name="Google Shape;896;p61"/>
          <p:cNvSpPr txBox="1">
            <a:spLocks noGrp="1"/>
          </p:cNvSpPr>
          <p:nvPr>
            <p:ph type="subTitle" idx="1"/>
          </p:nvPr>
        </p:nvSpPr>
        <p:spPr>
          <a:xfrm>
            <a:off x="1206675" y="1087375"/>
            <a:ext cx="2497200" cy="436500"/>
          </a:xfrm>
          <a:prstGeom prst="rect">
            <a:avLst/>
          </a:prstGeom>
          <a:noFill/>
          <a:ln>
            <a:noFill/>
          </a:ln>
        </p:spPr>
        <p:txBody>
          <a:bodyPr spcFirstLastPara="1" wrap="square" lIns="0" tIns="0" rIns="0" bIns="0" anchor="ctr" anchorCtr="0">
            <a:normAutofit/>
          </a:bodyPr>
          <a:lstStyle>
            <a:lvl1pPr lvl="0" algn="ctr">
              <a:lnSpc>
                <a:spcPct val="115000"/>
              </a:lnSpc>
              <a:spcBef>
                <a:spcPts val="0"/>
              </a:spcBef>
              <a:spcAft>
                <a:spcPts val="0"/>
              </a:spcAft>
              <a:buClr>
                <a:schemeClr val="lt2"/>
              </a:buClr>
              <a:buSzPts val="1100"/>
              <a:buNone/>
              <a:defRPr sz="1400" b="1">
                <a:solidFill>
                  <a:schemeClr val="lt2"/>
                </a:solidFill>
              </a:defRPr>
            </a:lvl1pPr>
            <a:lvl2pPr lvl="1" algn="l">
              <a:lnSpc>
                <a:spcPct val="115000"/>
              </a:lnSpc>
              <a:spcBef>
                <a:spcPts val="0"/>
              </a:spcBef>
              <a:spcAft>
                <a:spcPts val="0"/>
              </a:spcAft>
              <a:buSzPts val="1100"/>
              <a:buNone/>
              <a:defRPr b="1"/>
            </a:lvl2pPr>
            <a:lvl3pPr lvl="2" algn="l">
              <a:lnSpc>
                <a:spcPct val="115000"/>
              </a:lnSpc>
              <a:spcBef>
                <a:spcPts val="0"/>
              </a:spcBef>
              <a:spcAft>
                <a:spcPts val="0"/>
              </a:spcAft>
              <a:buSzPts val="1100"/>
              <a:buNone/>
              <a:defRPr b="1"/>
            </a:lvl3pPr>
            <a:lvl4pPr lvl="3" algn="l">
              <a:lnSpc>
                <a:spcPct val="115000"/>
              </a:lnSpc>
              <a:spcBef>
                <a:spcPts val="0"/>
              </a:spcBef>
              <a:spcAft>
                <a:spcPts val="0"/>
              </a:spcAft>
              <a:buSzPts val="1100"/>
              <a:buNone/>
              <a:defRPr b="1"/>
            </a:lvl4pPr>
            <a:lvl5pPr lvl="4" algn="l">
              <a:lnSpc>
                <a:spcPct val="115000"/>
              </a:lnSpc>
              <a:spcBef>
                <a:spcPts val="0"/>
              </a:spcBef>
              <a:spcAft>
                <a:spcPts val="0"/>
              </a:spcAft>
              <a:buSzPts val="1100"/>
              <a:buNone/>
              <a:defRPr b="1"/>
            </a:lvl5pPr>
            <a:lvl6pPr lvl="5" algn="l">
              <a:lnSpc>
                <a:spcPct val="115000"/>
              </a:lnSpc>
              <a:spcBef>
                <a:spcPts val="0"/>
              </a:spcBef>
              <a:spcAft>
                <a:spcPts val="0"/>
              </a:spcAft>
              <a:buSzPts val="1100"/>
              <a:buNone/>
              <a:defRPr b="1"/>
            </a:lvl6pPr>
            <a:lvl7pPr lvl="6" algn="l">
              <a:lnSpc>
                <a:spcPct val="115000"/>
              </a:lnSpc>
              <a:spcBef>
                <a:spcPts val="0"/>
              </a:spcBef>
              <a:spcAft>
                <a:spcPts val="0"/>
              </a:spcAft>
              <a:buSzPts val="1100"/>
              <a:buNone/>
              <a:defRPr b="1"/>
            </a:lvl7pPr>
            <a:lvl8pPr lvl="7" algn="l">
              <a:lnSpc>
                <a:spcPct val="115000"/>
              </a:lnSpc>
              <a:spcBef>
                <a:spcPts val="0"/>
              </a:spcBef>
              <a:spcAft>
                <a:spcPts val="0"/>
              </a:spcAft>
              <a:buSzPts val="1100"/>
              <a:buNone/>
              <a:defRPr b="1"/>
            </a:lvl8pPr>
            <a:lvl9pPr lvl="8" algn="l">
              <a:lnSpc>
                <a:spcPct val="115000"/>
              </a:lnSpc>
              <a:spcBef>
                <a:spcPts val="0"/>
              </a:spcBef>
              <a:spcAft>
                <a:spcPts val="0"/>
              </a:spcAft>
              <a:buSzPts val="1100"/>
              <a:buNone/>
              <a:defRPr b="1"/>
            </a:lvl9pPr>
          </a:lstStyle>
          <a:p>
            <a:endParaRPr/>
          </a:p>
        </p:txBody>
      </p:sp>
      <p:sp>
        <p:nvSpPr>
          <p:cNvPr id="897" name="Google Shape;897;p61"/>
          <p:cNvSpPr txBox="1">
            <a:spLocks noGrp="1"/>
          </p:cNvSpPr>
          <p:nvPr>
            <p:ph type="subTitle" idx="2"/>
          </p:nvPr>
        </p:nvSpPr>
        <p:spPr>
          <a:xfrm>
            <a:off x="5415175" y="1087375"/>
            <a:ext cx="2497200" cy="436500"/>
          </a:xfrm>
          <a:prstGeom prst="rect">
            <a:avLst/>
          </a:prstGeom>
          <a:noFill/>
          <a:ln>
            <a:noFill/>
          </a:ln>
        </p:spPr>
        <p:txBody>
          <a:bodyPr spcFirstLastPara="1" wrap="square" lIns="0" tIns="0" rIns="0" bIns="0" anchor="ctr" anchorCtr="0">
            <a:normAutofit/>
          </a:bodyPr>
          <a:lstStyle>
            <a:lvl1pPr lvl="0" algn="ctr">
              <a:lnSpc>
                <a:spcPct val="115000"/>
              </a:lnSpc>
              <a:spcBef>
                <a:spcPts val="0"/>
              </a:spcBef>
              <a:spcAft>
                <a:spcPts val="0"/>
              </a:spcAft>
              <a:buClr>
                <a:schemeClr val="lt2"/>
              </a:buClr>
              <a:buSzPts val="1100"/>
              <a:buNone/>
              <a:defRPr sz="1400" b="1">
                <a:solidFill>
                  <a:schemeClr val="lt2"/>
                </a:solidFill>
              </a:defRPr>
            </a:lvl1pPr>
            <a:lvl2pPr lvl="1" algn="l">
              <a:lnSpc>
                <a:spcPct val="115000"/>
              </a:lnSpc>
              <a:spcBef>
                <a:spcPts val="0"/>
              </a:spcBef>
              <a:spcAft>
                <a:spcPts val="0"/>
              </a:spcAft>
              <a:buSzPts val="1100"/>
              <a:buNone/>
              <a:defRPr b="1"/>
            </a:lvl2pPr>
            <a:lvl3pPr lvl="2" algn="l">
              <a:lnSpc>
                <a:spcPct val="115000"/>
              </a:lnSpc>
              <a:spcBef>
                <a:spcPts val="0"/>
              </a:spcBef>
              <a:spcAft>
                <a:spcPts val="0"/>
              </a:spcAft>
              <a:buSzPts val="1100"/>
              <a:buNone/>
              <a:defRPr b="1"/>
            </a:lvl3pPr>
            <a:lvl4pPr lvl="3" algn="l">
              <a:lnSpc>
                <a:spcPct val="115000"/>
              </a:lnSpc>
              <a:spcBef>
                <a:spcPts val="0"/>
              </a:spcBef>
              <a:spcAft>
                <a:spcPts val="0"/>
              </a:spcAft>
              <a:buSzPts val="1100"/>
              <a:buNone/>
              <a:defRPr b="1"/>
            </a:lvl4pPr>
            <a:lvl5pPr lvl="4" algn="l">
              <a:lnSpc>
                <a:spcPct val="115000"/>
              </a:lnSpc>
              <a:spcBef>
                <a:spcPts val="0"/>
              </a:spcBef>
              <a:spcAft>
                <a:spcPts val="0"/>
              </a:spcAft>
              <a:buSzPts val="1100"/>
              <a:buNone/>
              <a:defRPr b="1"/>
            </a:lvl5pPr>
            <a:lvl6pPr lvl="5" algn="l">
              <a:lnSpc>
                <a:spcPct val="115000"/>
              </a:lnSpc>
              <a:spcBef>
                <a:spcPts val="0"/>
              </a:spcBef>
              <a:spcAft>
                <a:spcPts val="0"/>
              </a:spcAft>
              <a:buSzPts val="1100"/>
              <a:buNone/>
              <a:defRPr b="1"/>
            </a:lvl6pPr>
            <a:lvl7pPr lvl="6" algn="l">
              <a:lnSpc>
                <a:spcPct val="115000"/>
              </a:lnSpc>
              <a:spcBef>
                <a:spcPts val="0"/>
              </a:spcBef>
              <a:spcAft>
                <a:spcPts val="0"/>
              </a:spcAft>
              <a:buSzPts val="1100"/>
              <a:buNone/>
              <a:defRPr b="1"/>
            </a:lvl7pPr>
            <a:lvl8pPr lvl="7" algn="l">
              <a:lnSpc>
                <a:spcPct val="115000"/>
              </a:lnSpc>
              <a:spcBef>
                <a:spcPts val="0"/>
              </a:spcBef>
              <a:spcAft>
                <a:spcPts val="0"/>
              </a:spcAft>
              <a:buSzPts val="1100"/>
              <a:buNone/>
              <a:defRPr b="1"/>
            </a:lvl8pPr>
            <a:lvl9pPr lvl="8" algn="l">
              <a:lnSpc>
                <a:spcPct val="115000"/>
              </a:lnSpc>
              <a:spcBef>
                <a:spcPts val="0"/>
              </a:spcBef>
              <a:spcAft>
                <a:spcPts val="0"/>
              </a:spcAft>
              <a:buSzPts val="1100"/>
              <a:buNone/>
              <a:defRPr b="1"/>
            </a:lvl9pPr>
          </a:lstStyle>
          <a:p>
            <a:endParaRPr/>
          </a:p>
        </p:txBody>
      </p:sp>
      <p:sp>
        <p:nvSpPr>
          <p:cNvPr id="898" name="Google Shape;898;p61"/>
          <p:cNvSpPr txBox="1">
            <a:spLocks noGrp="1"/>
          </p:cNvSpPr>
          <p:nvPr>
            <p:ph type="body" idx="3"/>
          </p:nvPr>
        </p:nvSpPr>
        <p:spPr>
          <a:xfrm>
            <a:off x="1340100" y="1665475"/>
            <a:ext cx="2282700" cy="2586600"/>
          </a:xfrm>
          <a:prstGeom prst="rect">
            <a:avLst/>
          </a:prstGeom>
          <a:noFill/>
          <a:ln>
            <a:noFill/>
          </a:ln>
        </p:spPr>
        <p:txBody>
          <a:bodyPr spcFirstLastPara="1" wrap="square" lIns="0" tIns="0" rIns="0" bIns="0" anchor="t" anchorCtr="0">
            <a:normAutofit/>
          </a:bodyPr>
          <a:lstStyle>
            <a:lvl1pPr marL="457200" lvl="0" indent="-298450" algn="l">
              <a:lnSpc>
                <a:spcPct val="115000"/>
              </a:lnSpc>
              <a:spcBef>
                <a:spcPts val="0"/>
              </a:spcBef>
              <a:spcAft>
                <a:spcPts val="0"/>
              </a:spcAft>
              <a:buSzPts val="1100"/>
              <a:buChar char="■"/>
              <a:defRPr sz="1400"/>
            </a:lvl1pPr>
            <a:lvl2pPr marL="914400" lvl="1" indent="-285750" algn="l">
              <a:lnSpc>
                <a:spcPct val="115000"/>
              </a:lnSpc>
              <a:spcBef>
                <a:spcPts val="0"/>
              </a:spcBef>
              <a:spcAft>
                <a:spcPts val="0"/>
              </a:spcAft>
              <a:buSzPts val="900"/>
              <a:buChar char="■"/>
              <a:defRPr sz="1200"/>
            </a:lvl2pPr>
            <a:lvl3pPr marL="1371600" lvl="2" indent="-285750" algn="l">
              <a:lnSpc>
                <a:spcPct val="115000"/>
              </a:lnSpc>
              <a:spcBef>
                <a:spcPts val="0"/>
              </a:spcBef>
              <a:spcAft>
                <a:spcPts val="0"/>
              </a:spcAft>
              <a:buClr>
                <a:schemeClr val="dk1"/>
              </a:buClr>
              <a:buSzPts val="900"/>
              <a:buChar char="■"/>
              <a:defRPr sz="1200"/>
            </a:lvl3pPr>
            <a:lvl4pPr marL="1828800" lvl="3" indent="-285750" algn="l">
              <a:lnSpc>
                <a:spcPct val="115000"/>
              </a:lnSpc>
              <a:spcBef>
                <a:spcPts val="0"/>
              </a:spcBef>
              <a:spcAft>
                <a:spcPts val="0"/>
              </a:spcAft>
              <a:buClr>
                <a:schemeClr val="dk1"/>
              </a:buClr>
              <a:buSzPts val="900"/>
              <a:buChar char="●"/>
              <a:defRPr sz="1200"/>
            </a:lvl4pPr>
            <a:lvl5pPr marL="2286000" lvl="4" indent="-285750" algn="l">
              <a:lnSpc>
                <a:spcPct val="115000"/>
              </a:lnSpc>
              <a:spcBef>
                <a:spcPts val="0"/>
              </a:spcBef>
              <a:spcAft>
                <a:spcPts val="0"/>
              </a:spcAft>
              <a:buSzPts val="900"/>
              <a:buChar char="○"/>
              <a:defRPr sz="1200"/>
            </a:lvl5pPr>
            <a:lvl6pPr marL="2743200" lvl="5" indent="-285750" algn="l">
              <a:lnSpc>
                <a:spcPct val="115000"/>
              </a:lnSpc>
              <a:spcBef>
                <a:spcPts val="0"/>
              </a:spcBef>
              <a:spcAft>
                <a:spcPts val="0"/>
              </a:spcAft>
              <a:buSzPts val="900"/>
              <a:buChar char="■"/>
              <a:defRPr sz="1200"/>
            </a:lvl6pPr>
            <a:lvl7pPr marL="3200400" lvl="6" indent="-285750" algn="l">
              <a:lnSpc>
                <a:spcPct val="115000"/>
              </a:lnSpc>
              <a:spcBef>
                <a:spcPts val="0"/>
              </a:spcBef>
              <a:spcAft>
                <a:spcPts val="0"/>
              </a:spcAft>
              <a:buSzPts val="900"/>
              <a:buChar char="●"/>
              <a:defRPr sz="1200"/>
            </a:lvl7pPr>
            <a:lvl8pPr marL="3657600" lvl="7" indent="-285750" algn="l">
              <a:lnSpc>
                <a:spcPct val="115000"/>
              </a:lnSpc>
              <a:spcBef>
                <a:spcPts val="0"/>
              </a:spcBef>
              <a:spcAft>
                <a:spcPts val="0"/>
              </a:spcAft>
              <a:buSzPts val="900"/>
              <a:buChar char="○"/>
              <a:defRPr sz="1200"/>
            </a:lvl8pPr>
            <a:lvl9pPr marL="4114800" lvl="8" indent="-285750" algn="l">
              <a:lnSpc>
                <a:spcPct val="115000"/>
              </a:lnSpc>
              <a:spcBef>
                <a:spcPts val="0"/>
              </a:spcBef>
              <a:spcAft>
                <a:spcPts val="0"/>
              </a:spcAft>
              <a:buSzPts val="900"/>
              <a:buChar char="■"/>
              <a:defRPr sz="1200"/>
            </a:lvl9pPr>
          </a:lstStyle>
          <a:p>
            <a:endParaRPr/>
          </a:p>
        </p:txBody>
      </p:sp>
      <p:sp>
        <p:nvSpPr>
          <p:cNvPr id="899" name="Google Shape;899;p61"/>
          <p:cNvSpPr txBox="1">
            <a:spLocks noGrp="1"/>
          </p:cNvSpPr>
          <p:nvPr>
            <p:ph type="body" idx="4"/>
          </p:nvPr>
        </p:nvSpPr>
        <p:spPr>
          <a:xfrm>
            <a:off x="5534850" y="1665475"/>
            <a:ext cx="2282700" cy="2586600"/>
          </a:xfrm>
          <a:prstGeom prst="rect">
            <a:avLst/>
          </a:prstGeom>
          <a:noFill/>
          <a:ln>
            <a:noFill/>
          </a:ln>
        </p:spPr>
        <p:txBody>
          <a:bodyPr spcFirstLastPara="1" wrap="square" lIns="0" tIns="0" rIns="0" bIns="0" anchor="t" anchorCtr="0">
            <a:normAutofit/>
          </a:bodyPr>
          <a:lstStyle>
            <a:lvl1pPr marL="457200" lvl="0" indent="-298450" algn="l">
              <a:lnSpc>
                <a:spcPct val="115000"/>
              </a:lnSpc>
              <a:spcBef>
                <a:spcPts val="0"/>
              </a:spcBef>
              <a:spcAft>
                <a:spcPts val="0"/>
              </a:spcAft>
              <a:buSzPts val="1100"/>
              <a:buChar char="■"/>
              <a:defRPr sz="1400"/>
            </a:lvl1pPr>
            <a:lvl2pPr marL="914400" lvl="1" indent="-285750" algn="l">
              <a:lnSpc>
                <a:spcPct val="115000"/>
              </a:lnSpc>
              <a:spcBef>
                <a:spcPts val="0"/>
              </a:spcBef>
              <a:spcAft>
                <a:spcPts val="0"/>
              </a:spcAft>
              <a:buSzPts val="900"/>
              <a:buChar char="■"/>
              <a:defRPr sz="1200"/>
            </a:lvl2pPr>
            <a:lvl3pPr marL="1371600" lvl="2" indent="-285750" algn="l">
              <a:lnSpc>
                <a:spcPct val="115000"/>
              </a:lnSpc>
              <a:spcBef>
                <a:spcPts val="0"/>
              </a:spcBef>
              <a:spcAft>
                <a:spcPts val="0"/>
              </a:spcAft>
              <a:buClr>
                <a:schemeClr val="dk2"/>
              </a:buClr>
              <a:buSzPts val="900"/>
              <a:buChar char="■"/>
              <a:defRPr sz="1200"/>
            </a:lvl3pPr>
            <a:lvl4pPr marL="1828800" lvl="3" indent="-285750" algn="l">
              <a:lnSpc>
                <a:spcPct val="115000"/>
              </a:lnSpc>
              <a:spcBef>
                <a:spcPts val="0"/>
              </a:spcBef>
              <a:spcAft>
                <a:spcPts val="0"/>
              </a:spcAft>
              <a:buClr>
                <a:schemeClr val="dk1"/>
              </a:buClr>
              <a:buSzPts val="900"/>
              <a:buChar char="●"/>
              <a:defRPr sz="1200"/>
            </a:lvl4pPr>
            <a:lvl5pPr marL="2286000" lvl="4" indent="-285750" algn="l">
              <a:lnSpc>
                <a:spcPct val="115000"/>
              </a:lnSpc>
              <a:spcBef>
                <a:spcPts val="0"/>
              </a:spcBef>
              <a:spcAft>
                <a:spcPts val="0"/>
              </a:spcAft>
              <a:buSzPts val="900"/>
              <a:buChar char="○"/>
              <a:defRPr sz="1200"/>
            </a:lvl5pPr>
            <a:lvl6pPr marL="2743200" lvl="5" indent="-285750" algn="l">
              <a:lnSpc>
                <a:spcPct val="115000"/>
              </a:lnSpc>
              <a:spcBef>
                <a:spcPts val="0"/>
              </a:spcBef>
              <a:spcAft>
                <a:spcPts val="0"/>
              </a:spcAft>
              <a:buSzPts val="900"/>
              <a:buChar char="■"/>
              <a:defRPr sz="1200"/>
            </a:lvl6pPr>
            <a:lvl7pPr marL="3200400" lvl="6" indent="-285750" algn="l">
              <a:lnSpc>
                <a:spcPct val="115000"/>
              </a:lnSpc>
              <a:spcBef>
                <a:spcPts val="0"/>
              </a:spcBef>
              <a:spcAft>
                <a:spcPts val="0"/>
              </a:spcAft>
              <a:buSzPts val="900"/>
              <a:buChar char="●"/>
              <a:defRPr sz="1200"/>
            </a:lvl7pPr>
            <a:lvl8pPr marL="3657600" lvl="7" indent="-285750" algn="l">
              <a:lnSpc>
                <a:spcPct val="115000"/>
              </a:lnSpc>
              <a:spcBef>
                <a:spcPts val="0"/>
              </a:spcBef>
              <a:spcAft>
                <a:spcPts val="0"/>
              </a:spcAft>
              <a:buSzPts val="900"/>
              <a:buChar char="○"/>
              <a:defRPr sz="1200"/>
            </a:lvl8pPr>
            <a:lvl9pPr marL="4114800" lvl="8" indent="-285750" algn="l">
              <a:lnSpc>
                <a:spcPct val="115000"/>
              </a:lnSpc>
              <a:spcBef>
                <a:spcPts val="0"/>
              </a:spcBef>
              <a:spcAft>
                <a:spcPts val="0"/>
              </a:spcAft>
              <a:buSzPts val="900"/>
              <a:buChar char="■"/>
              <a:defRPr sz="1200"/>
            </a:lvl9pPr>
          </a:lstStyle>
          <a:p>
            <a:endParaRPr/>
          </a:p>
        </p:txBody>
      </p:sp>
    </p:spTree>
    <p:extLst>
      <p:ext uri="{BB962C8B-B14F-4D97-AF65-F5344CB8AC3E}">
        <p14:creationId xmlns:p14="http://schemas.microsoft.com/office/powerpoint/2010/main" val="2617842059"/>
      </p:ext>
    </p:extLst>
  </p:cSld>
  <p:clrMapOvr>
    <a:masterClrMapping/>
  </p:clrMapOvr>
</p:sldLayout>
</file>

<file path=ppt/slideLayouts/slideLayout147.xml><?xml version="1.0" encoding="utf-8"?>
<p:sldLayout xmlns:a="http://schemas.openxmlformats.org/drawingml/2006/main" xmlns:r="http://schemas.openxmlformats.org/officeDocument/2006/relationships" xmlns:p="http://schemas.openxmlformats.org/presentationml/2006/main" matchingName="Spacecraft - Title">
  <p:cSld name="Spacecraft - Title">
    <p:bg>
      <p:bgPr>
        <a:solidFill>
          <a:srgbClr val="F7F7F7"/>
        </a:solidFill>
        <a:effectLst/>
      </p:bgPr>
    </p:bg>
    <p:spTree>
      <p:nvGrpSpPr>
        <p:cNvPr id="1" name="Shape 954"/>
        <p:cNvGrpSpPr/>
        <p:nvPr/>
      </p:nvGrpSpPr>
      <p:grpSpPr>
        <a:xfrm>
          <a:off x="0" y="0"/>
          <a:ext cx="0" cy="0"/>
          <a:chOff x="0" y="0"/>
          <a:chExt cx="0" cy="0"/>
        </a:xfrm>
      </p:grpSpPr>
      <p:pic>
        <p:nvPicPr>
          <p:cNvPr id="955" name="Google Shape;955;p67"/>
          <p:cNvPicPr preferRelativeResize="0"/>
          <p:nvPr/>
        </p:nvPicPr>
        <p:blipFill>
          <a:blip r:embed="rId2">
            <a:alphaModFix/>
          </a:blip>
          <a:stretch>
            <a:fillRect/>
          </a:stretch>
        </p:blipFill>
        <p:spPr>
          <a:xfrm>
            <a:off x="8544852" y="62010"/>
            <a:ext cx="599140" cy="599141"/>
          </a:xfrm>
          <a:prstGeom prst="rect">
            <a:avLst/>
          </a:prstGeom>
          <a:noFill/>
          <a:ln>
            <a:noFill/>
          </a:ln>
        </p:spPr>
      </p:pic>
      <p:sp>
        <p:nvSpPr>
          <p:cNvPr id="956" name="Google Shape;956;p67"/>
          <p:cNvSpPr txBox="1">
            <a:spLocks noGrp="1"/>
          </p:cNvSpPr>
          <p:nvPr>
            <p:ph type="title"/>
          </p:nvPr>
        </p:nvSpPr>
        <p:spPr>
          <a:xfrm>
            <a:off x="457200" y="148350"/>
            <a:ext cx="8183700" cy="864900"/>
          </a:xfrm>
          <a:prstGeom prst="rect">
            <a:avLst/>
          </a:prstGeom>
        </p:spPr>
        <p:txBody>
          <a:bodyPr spcFirstLastPara="1" wrap="square" lIns="0" tIns="0" rIns="0" bIns="0" anchor="t" anchorCtr="0">
            <a:normAutofit/>
          </a:bodyPr>
          <a:lstStyle>
            <a:lvl1pPr lvl="0">
              <a:spcBef>
                <a:spcPts val="0"/>
              </a:spcBef>
              <a:spcAft>
                <a:spcPts val="0"/>
              </a:spcAft>
              <a:buClr>
                <a:schemeClr val="dk1"/>
              </a:buClr>
              <a:buSzPts val="3400"/>
              <a:buFont typeface="IBM Plex Sans"/>
              <a:buNone/>
              <a:defRPr sz="3400" b="1">
                <a:solidFill>
                  <a:schemeClr val="dk1"/>
                </a:solidFill>
                <a:latin typeface="IBM Plex Sans"/>
                <a:ea typeface="IBM Plex Sans"/>
                <a:cs typeface="IBM Plex Sans"/>
                <a:sym typeface="IBM Plex Sans"/>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Tree>
    <p:extLst>
      <p:ext uri="{BB962C8B-B14F-4D97-AF65-F5344CB8AC3E}">
        <p14:creationId xmlns:p14="http://schemas.microsoft.com/office/powerpoint/2010/main" val="3505183735"/>
      </p:ext>
    </p:extLst>
  </p:cSld>
  <p:clrMapOvr>
    <a:masterClrMapping/>
  </p:clrMapOvr>
</p:sldLayout>
</file>

<file path=ppt/slideLayouts/slideLayout148.xml><?xml version="1.0" encoding="utf-8"?>
<p:sldLayout xmlns:a="http://schemas.openxmlformats.org/drawingml/2006/main" xmlns:r="http://schemas.openxmlformats.org/officeDocument/2006/relationships" xmlns:p="http://schemas.openxmlformats.org/presentationml/2006/main" matchingName="Case Study - 1 1">
  <p:cSld name="Case Study - 1 1">
    <p:spTree>
      <p:nvGrpSpPr>
        <p:cNvPr id="1" name="Shape 900"/>
        <p:cNvGrpSpPr/>
        <p:nvPr/>
      </p:nvGrpSpPr>
      <p:grpSpPr>
        <a:xfrm>
          <a:off x="0" y="0"/>
          <a:ext cx="0" cy="0"/>
          <a:chOff x="0" y="0"/>
          <a:chExt cx="0" cy="0"/>
        </a:xfrm>
      </p:grpSpPr>
      <p:sp>
        <p:nvSpPr>
          <p:cNvPr id="901" name="Google Shape;901;p62"/>
          <p:cNvSpPr/>
          <p:nvPr/>
        </p:nvSpPr>
        <p:spPr>
          <a:xfrm>
            <a:off x="5218739" y="2431300"/>
            <a:ext cx="4176600" cy="1023900"/>
          </a:xfrm>
          <a:prstGeom prst="roundRect">
            <a:avLst>
              <a:gd name="adj" fmla="val 24562"/>
            </a:avLst>
          </a:prstGeom>
          <a:solidFill>
            <a:schemeClr val="dk1"/>
          </a:solidFill>
          <a:ln>
            <a:noFill/>
          </a:ln>
        </p:spPr>
        <p:txBody>
          <a:bodyPr spcFirstLastPara="1" wrap="square" lIns="91400" tIns="91400" rIns="91400" bIns="91400" anchor="ctr" anchorCtr="0">
            <a:noAutofit/>
          </a:bodyPr>
          <a:lstStyle/>
          <a:p>
            <a:pPr marL="0" marR="0" lvl="0" indent="0" algn="l" rtl="0">
              <a:lnSpc>
                <a:spcPct val="100000"/>
              </a:lnSpc>
              <a:spcBef>
                <a:spcPts val="0"/>
              </a:spcBef>
              <a:spcAft>
                <a:spcPts val="0"/>
              </a:spcAft>
              <a:buClr>
                <a:srgbClr val="000000"/>
              </a:buClr>
              <a:buSzPts val="1900"/>
              <a:buFont typeface="Arial"/>
              <a:buNone/>
            </a:pPr>
            <a:endParaRPr sz="1900" b="0" i="0" u="none" strike="noStrike" cap="none">
              <a:solidFill>
                <a:srgbClr val="000000"/>
              </a:solidFill>
              <a:latin typeface="IBM Plex Sans"/>
              <a:ea typeface="IBM Plex Sans"/>
              <a:cs typeface="IBM Plex Sans"/>
              <a:sym typeface="IBM Plex Sans"/>
            </a:endParaRPr>
          </a:p>
        </p:txBody>
      </p:sp>
      <p:sp>
        <p:nvSpPr>
          <p:cNvPr id="902" name="Google Shape;902;p62"/>
          <p:cNvSpPr/>
          <p:nvPr/>
        </p:nvSpPr>
        <p:spPr>
          <a:xfrm>
            <a:off x="5218739" y="3772475"/>
            <a:ext cx="4176600" cy="1023900"/>
          </a:xfrm>
          <a:prstGeom prst="roundRect">
            <a:avLst>
              <a:gd name="adj" fmla="val 24562"/>
            </a:avLst>
          </a:prstGeom>
          <a:solidFill>
            <a:schemeClr val="dk1"/>
          </a:solidFill>
          <a:ln>
            <a:noFill/>
          </a:ln>
        </p:spPr>
        <p:txBody>
          <a:bodyPr spcFirstLastPara="1" wrap="square" lIns="91400" tIns="91400" rIns="91400" bIns="91400" anchor="ctr" anchorCtr="0">
            <a:noAutofit/>
          </a:bodyPr>
          <a:lstStyle/>
          <a:p>
            <a:pPr marL="0" marR="0" lvl="0" indent="0" algn="l" rtl="0">
              <a:lnSpc>
                <a:spcPct val="100000"/>
              </a:lnSpc>
              <a:spcBef>
                <a:spcPts val="0"/>
              </a:spcBef>
              <a:spcAft>
                <a:spcPts val="0"/>
              </a:spcAft>
              <a:buClr>
                <a:srgbClr val="000000"/>
              </a:buClr>
              <a:buSzPts val="1900"/>
              <a:buFont typeface="Arial"/>
              <a:buNone/>
            </a:pPr>
            <a:endParaRPr sz="1900" b="0" i="0" u="none" strike="noStrike" cap="none">
              <a:solidFill>
                <a:srgbClr val="000000"/>
              </a:solidFill>
              <a:latin typeface="IBM Plex Sans"/>
              <a:ea typeface="IBM Plex Sans"/>
              <a:cs typeface="IBM Plex Sans"/>
              <a:sym typeface="IBM Plex Sans"/>
            </a:endParaRPr>
          </a:p>
        </p:txBody>
      </p:sp>
      <p:sp>
        <p:nvSpPr>
          <p:cNvPr id="903" name="Google Shape;903;p62"/>
          <p:cNvSpPr txBox="1">
            <a:spLocks noGrp="1"/>
          </p:cNvSpPr>
          <p:nvPr>
            <p:ph type="title"/>
          </p:nvPr>
        </p:nvSpPr>
        <p:spPr>
          <a:xfrm>
            <a:off x="457201" y="114300"/>
            <a:ext cx="8229600" cy="903300"/>
          </a:xfrm>
          <a:prstGeom prst="rect">
            <a:avLst/>
          </a:prstGeom>
          <a:noFill/>
          <a:ln>
            <a:noFill/>
          </a:ln>
        </p:spPr>
        <p:txBody>
          <a:bodyPr spcFirstLastPara="1" wrap="square" lIns="0" tIns="0" rIns="0" bIns="0" anchor="t" anchorCtr="0">
            <a:normAutofit/>
          </a:bodyPr>
          <a:lstStyle>
            <a:lvl1pPr lvl="0" algn="l">
              <a:lnSpc>
                <a:spcPct val="100000"/>
              </a:lnSpc>
              <a:spcBef>
                <a:spcPts val="0"/>
              </a:spcBef>
              <a:spcAft>
                <a:spcPts val="0"/>
              </a:spcAft>
              <a:buSzPts val="2600"/>
              <a:buNone/>
              <a:defRPr/>
            </a:lvl1pPr>
            <a:lvl2pPr lvl="1" algn="l">
              <a:lnSpc>
                <a:spcPct val="100000"/>
              </a:lnSpc>
              <a:spcBef>
                <a:spcPts val="0"/>
              </a:spcBef>
              <a:spcAft>
                <a:spcPts val="0"/>
              </a:spcAft>
              <a:buSzPts val="2100"/>
              <a:buNone/>
              <a:defRPr/>
            </a:lvl2pPr>
            <a:lvl3pPr lvl="2" algn="l">
              <a:lnSpc>
                <a:spcPct val="100000"/>
              </a:lnSpc>
              <a:spcBef>
                <a:spcPts val="0"/>
              </a:spcBef>
              <a:spcAft>
                <a:spcPts val="0"/>
              </a:spcAft>
              <a:buSzPts val="2100"/>
              <a:buNone/>
              <a:defRPr/>
            </a:lvl3pPr>
            <a:lvl4pPr lvl="3" algn="l">
              <a:lnSpc>
                <a:spcPct val="100000"/>
              </a:lnSpc>
              <a:spcBef>
                <a:spcPts val="0"/>
              </a:spcBef>
              <a:spcAft>
                <a:spcPts val="0"/>
              </a:spcAft>
              <a:buSzPts val="2100"/>
              <a:buNone/>
              <a:defRPr/>
            </a:lvl4pPr>
            <a:lvl5pPr lvl="4" algn="l">
              <a:lnSpc>
                <a:spcPct val="100000"/>
              </a:lnSpc>
              <a:spcBef>
                <a:spcPts val="0"/>
              </a:spcBef>
              <a:spcAft>
                <a:spcPts val="0"/>
              </a:spcAft>
              <a:buSzPts val="2100"/>
              <a:buNone/>
              <a:defRPr/>
            </a:lvl5pPr>
            <a:lvl6pPr lvl="5" algn="l">
              <a:lnSpc>
                <a:spcPct val="100000"/>
              </a:lnSpc>
              <a:spcBef>
                <a:spcPts val="0"/>
              </a:spcBef>
              <a:spcAft>
                <a:spcPts val="0"/>
              </a:spcAft>
              <a:buSzPts val="2100"/>
              <a:buNone/>
              <a:defRPr/>
            </a:lvl6pPr>
            <a:lvl7pPr lvl="6" algn="l">
              <a:lnSpc>
                <a:spcPct val="100000"/>
              </a:lnSpc>
              <a:spcBef>
                <a:spcPts val="0"/>
              </a:spcBef>
              <a:spcAft>
                <a:spcPts val="0"/>
              </a:spcAft>
              <a:buSzPts val="2100"/>
              <a:buNone/>
              <a:defRPr/>
            </a:lvl7pPr>
            <a:lvl8pPr lvl="7" algn="l">
              <a:lnSpc>
                <a:spcPct val="100000"/>
              </a:lnSpc>
              <a:spcBef>
                <a:spcPts val="0"/>
              </a:spcBef>
              <a:spcAft>
                <a:spcPts val="0"/>
              </a:spcAft>
              <a:buSzPts val="2100"/>
              <a:buNone/>
              <a:defRPr/>
            </a:lvl8pPr>
            <a:lvl9pPr lvl="8" algn="l">
              <a:lnSpc>
                <a:spcPct val="100000"/>
              </a:lnSpc>
              <a:spcBef>
                <a:spcPts val="0"/>
              </a:spcBef>
              <a:spcAft>
                <a:spcPts val="0"/>
              </a:spcAft>
              <a:buSzPts val="2100"/>
              <a:buNone/>
              <a:defRPr/>
            </a:lvl9pPr>
          </a:lstStyle>
          <a:p>
            <a:endParaRPr/>
          </a:p>
        </p:txBody>
      </p:sp>
      <p:pic>
        <p:nvPicPr>
          <p:cNvPr id="904" name="Google Shape;904;p62"/>
          <p:cNvPicPr preferRelativeResize="0"/>
          <p:nvPr/>
        </p:nvPicPr>
        <p:blipFill rotWithShape="1">
          <a:blip r:embed="rId2">
            <a:alphaModFix/>
          </a:blip>
          <a:srcRect/>
          <a:stretch/>
        </p:blipFill>
        <p:spPr>
          <a:xfrm>
            <a:off x="8544853" y="62011"/>
            <a:ext cx="599140" cy="599142"/>
          </a:xfrm>
          <a:prstGeom prst="rect">
            <a:avLst/>
          </a:prstGeom>
          <a:noFill/>
          <a:ln>
            <a:noFill/>
          </a:ln>
        </p:spPr>
      </p:pic>
      <p:sp>
        <p:nvSpPr>
          <p:cNvPr id="905" name="Google Shape;905;p62"/>
          <p:cNvSpPr txBox="1">
            <a:spLocks noGrp="1"/>
          </p:cNvSpPr>
          <p:nvPr>
            <p:ph type="subTitle" idx="1"/>
          </p:nvPr>
        </p:nvSpPr>
        <p:spPr>
          <a:xfrm>
            <a:off x="476075" y="1158725"/>
            <a:ext cx="3862500" cy="441600"/>
          </a:xfrm>
          <a:prstGeom prst="rect">
            <a:avLst/>
          </a:prstGeom>
          <a:noFill/>
          <a:ln>
            <a:noFill/>
          </a:ln>
        </p:spPr>
        <p:txBody>
          <a:bodyPr spcFirstLastPara="1" wrap="square" lIns="0" tIns="0" rIns="0" bIns="0" anchor="t" anchorCtr="0">
            <a:normAutofit/>
          </a:bodyPr>
          <a:lstStyle>
            <a:lvl1pPr lvl="0" algn="l">
              <a:lnSpc>
                <a:spcPct val="100000"/>
              </a:lnSpc>
              <a:spcBef>
                <a:spcPts val="0"/>
              </a:spcBef>
              <a:spcAft>
                <a:spcPts val="0"/>
              </a:spcAft>
              <a:buSzPts val="1500"/>
              <a:buFont typeface="IBM Plex Sans Medium"/>
              <a:buNone/>
              <a:defRPr sz="2000">
                <a:solidFill>
                  <a:schemeClr val="accent1"/>
                </a:solidFill>
                <a:latin typeface="IBM Plex Sans Medium"/>
                <a:ea typeface="IBM Plex Sans Medium"/>
                <a:cs typeface="IBM Plex Sans Medium"/>
                <a:sym typeface="IBM Plex Sans Medium"/>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906" name="Google Shape;906;p62"/>
          <p:cNvSpPr txBox="1">
            <a:spLocks noGrp="1"/>
          </p:cNvSpPr>
          <p:nvPr>
            <p:ph type="body" idx="2"/>
          </p:nvPr>
        </p:nvSpPr>
        <p:spPr>
          <a:xfrm>
            <a:off x="476075" y="1724600"/>
            <a:ext cx="3862500" cy="3090000"/>
          </a:xfrm>
          <a:prstGeom prst="rect">
            <a:avLst/>
          </a:prstGeom>
          <a:noFill/>
          <a:ln>
            <a:noFill/>
          </a:ln>
        </p:spPr>
        <p:txBody>
          <a:bodyPr spcFirstLastPara="1" wrap="square" lIns="0" tIns="0" rIns="0" bIns="0" anchor="t" anchorCtr="0">
            <a:normAutofit/>
          </a:bodyPr>
          <a:lstStyle>
            <a:lvl1pPr marL="457200" lvl="0" indent="-304800" algn="l">
              <a:lnSpc>
                <a:spcPct val="115000"/>
              </a:lnSpc>
              <a:spcBef>
                <a:spcPts val="0"/>
              </a:spcBef>
              <a:spcAft>
                <a:spcPts val="0"/>
              </a:spcAft>
              <a:buSzPts val="1200"/>
              <a:buChar char="■"/>
              <a:defRPr/>
            </a:lvl1pPr>
            <a:lvl2pPr marL="914400" lvl="1" indent="-298450" algn="l">
              <a:lnSpc>
                <a:spcPct val="115000"/>
              </a:lnSpc>
              <a:spcBef>
                <a:spcPts val="0"/>
              </a:spcBef>
              <a:spcAft>
                <a:spcPts val="0"/>
              </a:spcAft>
              <a:buSzPts val="1100"/>
              <a:buChar char="■"/>
              <a:defRPr/>
            </a:lvl2pPr>
            <a:lvl3pPr marL="1371600" lvl="2" indent="-298450" algn="l">
              <a:lnSpc>
                <a:spcPct val="115000"/>
              </a:lnSpc>
              <a:spcBef>
                <a:spcPts val="0"/>
              </a:spcBef>
              <a:spcAft>
                <a:spcPts val="0"/>
              </a:spcAft>
              <a:buSzPts val="1100"/>
              <a:buChar char="■"/>
              <a:defRPr/>
            </a:lvl3pPr>
            <a:lvl4pPr marL="1828800" lvl="3" indent="-298450" algn="l">
              <a:lnSpc>
                <a:spcPct val="115000"/>
              </a:lnSpc>
              <a:spcBef>
                <a:spcPts val="0"/>
              </a:spcBef>
              <a:spcAft>
                <a:spcPts val="0"/>
              </a:spcAft>
              <a:buSzPts val="1100"/>
              <a:buChar char="●"/>
              <a:defRPr/>
            </a:lvl4pPr>
            <a:lvl5pPr marL="2286000" lvl="4" indent="-298450" algn="l">
              <a:lnSpc>
                <a:spcPct val="115000"/>
              </a:lnSpc>
              <a:spcBef>
                <a:spcPts val="0"/>
              </a:spcBef>
              <a:spcAft>
                <a:spcPts val="0"/>
              </a:spcAft>
              <a:buSzPts val="1100"/>
              <a:buChar char="○"/>
              <a:defRPr/>
            </a:lvl5pPr>
            <a:lvl6pPr marL="2743200" lvl="5" indent="-298450" algn="l">
              <a:lnSpc>
                <a:spcPct val="115000"/>
              </a:lnSpc>
              <a:spcBef>
                <a:spcPts val="0"/>
              </a:spcBef>
              <a:spcAft>
                <a:spcPts val="0"/>
              </a:spcAft>
              <a:buSzPts val="1100"/>
              <a:buChar char="■"/>
              <a:defRPr/>
            </a:lvl6pPr>
            <a:lvl7pPr marL="3200400" lvl="6" indent="-298450" algn="l">
              <a:lnSpc>
                <a:spcPct val="115000"/>
              </a:lnSpc>
              <a:spcBef>
                <a:spcPts val="0"/>
              </a:spcBef>
              <a:spcAft>
                <a:spcPts val="0"/>
              </a:spcAft>
              <a:buSzPts val="1100"/>
              <a:buChar char="●"/>
              <a:defRPr/>
            </a:lvl7pPr>
            <a:lvl8pPr marL="3657600" lvl="7" indent="-298450" algn="l">
              <a:lnSpc>
                <a:spcPct val="115000"/>
              </a:lnSpc>
              <a:spcBef>
                <a:spcPts val="0"/>
              </a:spcBef>
              <a:spcAft>
                <a:spcPts val="0"/>
              </a:spcAft>
              <a:buSzPts val="1100"/>
              <a:buChar char="○"/>
              <a:defRPr/>
            </a:lvl8pPr>
            <a:lvl9pPr marL="4114800" lvl="8" indent="-298450" algn="l">
              <a:lnSpc>
                <a:spcPct val="115000"/>
              </a:lnSpc>
              <a:spcBef>
                <a:spcPts val="0"/>
              </a:spcBef>
              <a:spcAft>
                <a:spcPts val="0"/>
              </a:spcAft>
              <a:buSzPts val="1100"/>
              <a:buChar char="■"/>
              <a:defRPr/>
            </a:lvl9pPr>
          </a:lstStyle>
          <a:p>
            <a:endParaRPr/>
          </a:p>
        </p:txBody>
      </p:sp>
      <p:sp>
        <p:nvSpPr>
          <p:cNvPr id="907" name="Google Shape;907;p62"/>
          <p:cNvSpPr/>
          <p:nvPr/>
        </p:nvSpPr>
        <p:spPr>
          <a:xfrm>
            <a:off x="5218739" y="1176675"/>
            <a:ext cx="4176600" cy="1023900"/>
          </a:xfrm>
          <a:prstGeom prst="roundRect">
            <a:avLst>
              <a:gd name="adj" fmla="val 24562"/>
            </a:avLst>
          </a:prstGeom>
          <a:solidFill>
            <a:schemeClr val="dk1"/>
          </a:solidFill>
          <a:ln>
            <a:noFill/>
          </a:ln>
        </p:spPr>
        <p:txBody>
          <a:bodyPr spcFirstLastPara="1" wrap="square" lIns="91400" tIns="91400" rIns="91400" bIns="91400" anchor="ctr" anchorCtr="0">
            <a:noAutofit/>
          </a:bodyPr>
          <a:lstStyle/>
          <a:p>
            <a:pPr marL="0" marR="0" lvl="0" indent="0" algn="l" rtl="0">
              <a:lnSpc>
                <a:spcPct val="100000"/>
              </a:lnSpc>
              <a:spcBef>
                <a:spcPts val="0"/>
              </a:spcBef>
              <a:spcAft>
                <a:spcPts val="0"/>
              </a:spcAft>
              <a:buClr>
                <a:srgbClr val="000000"/>
              </a:buClr>
              <a:buSzPts val="1900"/>
              <a:buFont typeface="Arial"/>
              <a:buNone/>
            </a:pPr>
            <a:endParaRPr sz="1900" b="0" i="0" u="none" strike="noStrike" cap="none">
              <a:solidFill>
                <a:srgbClr val="000000"/>
              </a:solidFill>
              <a:latin typeface="IBM Plex Sans"/>
              <a:ea typeface="IBM Plex Sans"/>
              <a:cs typeface="IBM Plex Sans"/>
              <a:sym typeface="IBM Plex Sans"/>
            </a:endParaRPr>
          </a:p>
        </p:txBody>
      </p:sp>
      <p:sp>
        <p:nvSpPr>
          <p:cNvPr id="908" name="Google Shape;908;p62"/>
          <p:cNvSpPr/>
          <p:nvPr/>
        </p:nvSpPr>
        <p:spPr>
          <a:xfrm>
            <a:off x="4853798" y="1268027"/>
            <a:ext cx="758400" cy="758400"/>
          </a:xfrm>
          <a:prstGeom prst="roundRect">
            <a:avLst>
              <a:gd name="adj" fmla="val 50000"/>
            </a:avLst>
          </a:prstGeom>
          <a:solidFill>
            <a:srgbClr val="FC5D0D"/>
          </a:solidFill>
          <a:ln>
            <a:noFill/>
          </a:ln>
        </p:spPr>
        <p:txBody>
          <a:bodyPr spcFirstLastPara="1" wrap="square" lIns="57125" tIns="57125" rIns="57125" bIns="57125" anchor="ctr" anchorCtr="0">
            <a:noAutofit/>
          </a:bodyPr>
          <a:lstStyle/>
          <a:p>
            <a:pPr marL="0" marR="0" lvl="0" indent="0" algn="ctr" rtl="0">
              <a:lnSpc>
                <a:spcPct val="100000"/>
              </a:lnSpc>
              <a:spcBef>
                <a:spcPts val="0"/>
              </a:spcBef>
              <a:spcAft>
                <a:spcPts val="0"/>
              </a:spcAft>
              <a:buClr>
                <a:srgbClr val="000000"/>
              </a:buClr>
              <a:buSzPts val="800"/>
              <a:buFont typeface="Arial"/>
              <a:buNone/>
            </a:pPr>
            <a:endParaRPr sz="800" b="1" i="0" u="none" strike="noStrike" cap="none">
              <a:solidFill>
                <a:srgbClr val="FFFFFF"/>
              </a:solidFill>
              <a:latin typeface="IBM Plex Sans"/>
              <a:ea typeface="IBM Plex Sans"/>
              <a:cs typeface="IBM Plex Sans"/>
              <a:sym typeface="IBM Plex Sans"/>
            </a:endParaRPr>
          </a:p>
        </p:txBody>
      </p:sp>
      <p:sp>
        <p:nvSpPr>
          <p:cNvPr id="909" name="Google Shape;909;p62"/>
          <p:cNvSpPr/>
          <p:nvPr/>
        </p:nvSpPr>
        <p:spPr>
          <a:xfrm>
            <a:off x="4853798" y="2564104"/>
            <a:ext cx="758400" cy="758400"/>
          </a:xfrm>
          <a:prstGeom prst="roundRect">
            <a:avLst>
              <a:gd name="adj" fmla="val 22637"/>
            </a:avLst>
          </a:prstGeom>
          <a:solidFill>
            <a:srgbClr val="26D07C"/>
          </a:solidFill>
          <a:ln>
            <a:noFill/>
          </a:ln>
        </p:spPr>
        <p:txBody>
          <a:bodyPr spcFirstLastPara="1" wrap="square" lIns="57125" tIns="57125" rIns="57125" bIns="57125" anchor="ctr" anchorCtr="0">
            <a:noAutofit/>
          </a:bodyPr>
          <a:lstStyle/>
          <a:p>
            <a:pPr marL="0" marR="0" lvl="0" indent="0" algn="ctr" rtl="0">
              <a:lnSpc>
                <a:spcPct val="100000"/>
              </a:lnSpc>
              <a:spcBef>
                <a:spcPts val="0"/>
              </a:spcBef>
              <a:spcAft>
                <a:spcPts val="0"/>
              </a:spcAft>
              <a:buClr>
                <a:srgbClr val="000000"/>
              </a:buClr>
              <a:buSzPts val="800"/>
              <a:buFont typeface="Arial"/>
              <a:buNone/>
            </a:pPr>
            <a:endParaRPr sz="800" b="1" i="0" u="none" strike="noStrike" cap="none">
              <a:solidFill>
                <a:srgbClr val="FFFFFF"/>
              </a:solidFill>
              <a:latin typeface="IBM Plex Sans"/>
              <a:ea typeface="IBM Plex Sans"/>
              <a:cs typeface="IBM Plex Sans"/>
              <a:sym typeface="IBM Plex Sans"/>
            </a:endParaRPr>
          </a:p>
        </p:txBody>
      </p:sp>
      <p:sp>
        <p:nvSpPr>
          <p:cNvPr id="910" name="Google Shape;910;p62"/>
          <p:cNvSpPr/>
          <p:nvPr/>
        </p:nvSpPr>
        <p:spPr>
          <a:xfrm rot="-2700000">
            <a:off x="4932112" y="3985320"/>
            <a:ext cx="602031" cy="598212"/>
          </a:xfrm>
          <a:prstGeom prst="roundRect">
            <a:avLst>
              <a:gd name="adj" fmla="val 5808"/>
            </a:avLst>
          </a:prstGeom>
          <a:solidFill>
            <a:schemeClr val="accent3"/>
          </a:solidFill>
          <a:ln>
            <a:noFill/>
          </a:ln>
        </p:spPr>
        <p:txBody>
          <a:bodyPr spcFirstLastPara="1" wrap="square" lIns="57125" tIns="57125" rIns="57125" bIns="57125" anchor="ctr" anchorCtr="0">
            <a:noAutofit/>
          </a:bodyPr>
          <a:lstStyle/>
          <a:p>
            <a:pPr marL="0" marR="0" lvl="0" indent="0" algn="ctr" rtl="0">
              <a:lnSpc>
                <a:spcPct val="100000"/>
              </a:lnSpc>
              <a:spcBef>
                <a:spcPts val="0"/>
              </a:spcBef>
              <a:spcAft>
                <a:spcPts val="0"/>
              </a:spcAft>
              <a:buClr>
                <a:srgbClr val="000000"/>
              </a:buClr>
              <a:buSzPts val="800"/>
              <a:buFont typeface="Arial"/>
              <a:buNone/>
            </a:pPr>
            <a:endParaRPr sz="800" b="1" i="0" u="none" strike="noStrike" cap="none">
              <a:solidFill>
                <a:srgbClr val="FFFFFF"/>
              </a:solidFill>
              <a:latin typeface="IBM Plex Sans"/>
              <a:ea typeface="IBM Plex Sans"/>
              <a:cs typeface="IBM Plex Sans"/>
              <a:sym typeface="IBM Plex Sans"/>
            </a:endParaRPr>
          </a:p>
        </p:txBody>
      </p:sp>
      <p:sp>
        <p:nvSpPr>
          <p:cNvPr id="911" name="Google Shape;911;p62"/>
          <p:cNvSpPr txBox="1">
            <a:spLocks noGrp="1"/>
          </p:cNvSpPr>
          <p:nvPr>
            <p:ph type="subTitle" idx="3"/>
          </p:nvPr>
        </p:nvSpPr>
        <p:spPr>
          <a:xfrm>
            <a:off x="5802575" y="1268025"/>
            <a:ext cx="2884200" cy="332100"/>
          </a:xfrm>
          <a:prstGeom prst="rect">
            <a:avLst/>
          </a:prstGeom>
          <a:noFill/>
          <a:ln>
            <a:noFill/>
          </a:ln>
        </p:spPr>
        <p:txBody>
          <a:bodyPr spcFirstLastPara="1" wrap="square" lIns="0" tIns="0" rIns="0" bIns="0" anchor="t" anchorCtr="0">
            <a:normAutofit/>
          </a:bodyPr>
          <a:lstStyle>
            <a:lvl1pPr lvl="0" algn="l">
              <a:lnSpc>
                <a:spcPct val="100000"/>
              </a:lnSpc>
              <a:spcBef>
                <a:spcPts val="0"/>
              </a:spcBef>
              <a:spcAft>
                <a:spcPts val="0"/>
              </a:spcAft>
              <a:buSzPts val="1200"/>
              <a:buNone/>
              <a:defRPr sz="1600" b="1">
                <a:solidFill>
                  <a:schemeClr val="accent1"/>
                </a:solidFill>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912" name="Google Shape;912;p62"/>
          <p:cNvSpPr txBox="1">
            <a:spLocks noGrp="1"/>
          </p:cNvSpPr>
          <p:nvPr>
            <p:ph type="body" idx="4"/>
          </p:nvPr>
        </p:nvSpPr>
        <p:spPr>
          <a:xfrm>
            <a:off x="5802575" y="1600325"/>
            <a:ext cx="2884200" cy="513600"/>
          </a:xfrm>
          <a:prstGeom prst="rect">
            <a:avLst/>
          </a:prstGeom>
          <a:noFill/>
          <a:ln>
            <a:noFill/>
          </a:ln>
        </p:spPr>
        <p:txBody>
          <a:bodyPr spcFirstLastPara="1" wrap="square" lIns="0" tIns="0" rIns="0" bIns="0" anchor="t" anchorCtr="0">
            <a:normAutofit/>
          </a:bodyPr>
          <a:lstStyle>
            <a:lvl1pPr marL="457200" lvl="0" indent="-285750" algn="l">
              <a:lnSpc>
                <a:spcPct val="115000"/>
              </a:lnSpc>
              <a:spcBef>
                <a:spcPts val="0"/>
              </a:spcBef>
              <a:spcAft>
                <a:spcPts val="0"/>
              </a:spcAft>
              <a:buClr>
                <a:schemeClr val="lt1"/>
              </a:buClr>
              <a:buSzPts val="900"/>
              <a:buChar char="■"/>
              <a:defRPr sz="1200">
                <a:solidFill>
                  <a:schemeClr val="lt1"/>
                </a:solidFill>
              </a:defRPr>
            </a:lvl1pPr>
            <a:lvl2pPr marL="914400" lvl="1" indent="-285750" algn="l">
              <a:lnSpc>
                <a:spcPct val="115000"/>
              </a:lnSpc>
              <a:spcBef>
                <a:spcPts val="0"/>
              </a:spcBef>
              <a:spcAft>
                <a:spcPts val="0"/>
              </a:spcAft>
              <a:buClr>
                <a:schemeClr val="lt1"/>
              </a:buClr>
              <a:buSzPts val="900"/>
              <a:buChar char="■"/>
              <a:defRPr sz="1200">
                <a:solidFill>
                  <a:schemeClr val="lt1"/>
                </a:solidFill>
              </a:defRPr>
            </a:lvl2pPr>
            <a:lvl3pPr marL="1371600" lvl="2" indent="-285750" algn="l">
              <a:lnSpc>
                <a:spcPct val="115000"/>
              </a:lnSpc>
              <a:spcBef>
                <a:spcPts val="0"/>
              </a:spcBef>
              <a:spcAft>
                <a:spcPts val="0"/>
              </a:spcAft>
              <a:buClr>
                <a:schemeClr val="lt1"/>
              </a:buClr>
              <a:buSzPts val="900"/>
              <a:buChar char="■"/>
              <a:defRPr sz="1200">
                <a:solidFill>
                  <a:schemeClr val="lt1"/>
                </a:solidFill>
              </a:defRPr>
            </a:lvl3pPr>
            <a:lvl4pPr marL="1828800" lvl="3" indent="-285750" algn="l">
              <a:lnSpc>
                <a:spcPct val="115000"/>
              </a:lnSpc>
              <a:spcBef>
                <a:spcPts val="0"/>
              </a:spcBef>
              <a:spcAft>
                <a:spcPts val="0"/>
              </a:spcAft>
              <a:buClr>
                <a:schemeClr val="lt1"/>
              </a:buClr>
              <a:buSzPts val="900"/>
              <a:buChar char="●"/>
              <a:defRPr sz="1200">
                <a:solidFill>
                  <a:schemeClr val="lt1"/>
                </a:solidFill>
              </a:defRPr>
            </a:lvl4pPr>
            <a:lvl5pPr marL="2286000" lvl="4" indent="-285750" algn="l">
              <a:lnSpc>
                <a:spcPct val="115000"/>
              </a:lnSpc>
              <a:spcBef>
                <a:spcPts val="0"/>
              </a:spcBef>
              <a:spcAft>
                <a:spcPts val="0"/>
              </a:spcAft>
              <a:buClr>
                <a:schemeClr val="lt1"/>
              </a:buClr>
              <a:buSzPts val="900"/>
              <a:buChar char="○"/>
              <a:defRPr sz="1200">
                <a:solidFill>
                  <a:schemeClr val="lt1"/>
                </a:solidFill>
              </a:defRPr>
            </a:lvl5pPr>
            <a:lvl6pPr marL="2743200" lvl="5" indent="-285750" algn="l">
              <a:lnSpc>
                <a:spcPct val="115000"/>
              </a:lnSpc>
              <a:spcBef>
                <a:spcPts val="0"/>
              </a:spcBef>
              <a:spcAft>
                <a:spcPts val="0"/>
              </a:spcAft>
              <a:buClr>
                <a:schemeClr val="lt1"/>
              </a:buClr>
              <a:buSzPts val="900"/>
              <a:buChar char="■"/>
              <a:defRPr sz="1200">
                <a:solidFill>
                  <a:schemeClr val="lt1"/>
                </a:solidFill>
              </a:defRPr>
            </a:lvl6pPr>
            <a:lvl7pPr marL="3200400" lvl="6" indent="-285750" algn="l">
              <a:lnSpc>
                <a:spcPct val="115000"/>
              </a:lnSpc>
              <a:spcBef>
                <a:spcPts val="0"/>
              </a:spcBef>
              <a:spcAft>
                <a:spcPts val="0"/>
              </a:spcAft>
              <a:buClr>
                <a:schemeClr val="lt1"/>
              </a:buClr>
              <a:buSzPts val="900"/>
              <a:buChar char="●"/>
              <a:defRPr sz="1200">
                <a:solidFill>
                  <a:schemeClr val="lt1"/>
                </a:solidFill>
              </a:defRPr>
            </a:lvl7pPr>
            <a:lvl8pPr marL="3657600" lvl="7" indent="-285750" algn="l">
              <a:lnSpc>
                <a:spcPct val="115000"/>
              </a:lnSpc>
              <a:spcBef>
                <a:spcPts val="0"/>
              </a:spcBef>
              <a:spcAft>
                <a:spcPts val="0"/>
              </a:spcAft>
              <a:buClr>
                <a:schemeClr val="lt1"/>
              </a:buClr>
              <a:buSzPts val="900"/>
              <a:buChar char="○"/>
              <a:defRPr sz="1200">
                <a:solidFill>
                  <a:schemeClr val="lt1"/>
                </a:solidFill>
              </a:defRPr>
            </a:lvl8pPr>
            <a:lvl9pPr marL="4114800" lvl="8" indent="-285750" algn="l">
              <a:lnSpc>
                <a:spcPct val="115000"/>
              </a:lnSpc>
              <a:spcBef>
                <a:spcPts val="0"/>
              </a:spcBef>
              <a:spcAft>
                <a:spcPts val="0"/>
              </a:spcAft>
              <a:buClr>
                <a:schemeClr val="lt1"/>
              </a:buClr>
              <a:buSzPts val="900"/>
              <a:buChar char="■"/>
              <a:defRPr sz="1200">
                <a:solidFill>
                  <a:schemeClr val="lt1"/>
                </a:solidFill>
              </a:defRPr>
            </a:lvl9pPr>
          </a:lstStyle>
          <a:p>
            <a:endParaRPr/>
          </a:p>
        </p:txBody>
      </p:sp>
      <p:sp>
        <p:nvSpPr>
          <p:cNvPr id="913" name="Google Shape;913;p62"/>
          <p:cNvSpPr txBox="1">
            <a:spLocks noGrp="1"/>
          </p:cNvSpPr>
          <p:nvPr>
            <p:ph type="subTitle" idx="5"/>
          </p:nvPr>
        </p:nvSpPr>
        <p:spPr>
          <a:xfrm>
            <a:off x="5802575" y="2520250"/>
            <a:ext cx="2884200" cy="332100"/>
          </a:xfrm>
          <a:prstGeom prst="rect">
            <a:avLst/>
          </a:prstGeom>
          <a:noFill/>
          <a:ln>
            <a:noFill/>
          </a:ln>
        </p:spPr>
        <p:txBody>
          <a:bodyPr spcFirstLastPara="1" wrap="square" lIns="0" tIns="0" rIns="0" bIns="0" anchor="t" anchorCtr="0">
            <a:normAutofit/>
          </a:bodyPr>
          <a:lstStyle>
            <a:lvl1pPr lvl="0" algn="l">
              <a:lnSpc>
                <a:spcPct val="100000"/>
              </a:lnSpc>
              <a:spcBef>
                <a:spcPts val="0"/>
              </a:spcBef>
              <a:spcAft>
                <a:spcPts val="0"/>
              </a:spcAft>
              <a:buClr>
                <a:schemeClr val="accent2"/>
              </a:buClr>
              <a:buSzPts val="1200"/>
              <a:buNone/>
              <a:defRPr sz="1600" b="1">
                <a:solidFill>
                  <a:schemeClr val="accent2"/>
                </a:solidFill>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914" name="Google Shape;914;p62"/>
          <p:cNvSpPr txBox="1">
            <a:spLocks noGrp="1"/>
          </p:cNvSpPr>
          <p:nvPr>
            <p:ph type="body" idx="6"/>
          </p:nvPr>
        </p:nvSpPr>
        <p:spPr>
          <a:xfrm>
            <a:off x="5802575" y="2852550"/>
            <a:ext cx="2884200" cy="513600"/>
          </a:xfrm>
          <a:prstGeom prst="rect">
            <a:avLst/>
          </a:prstGeom>
          <a:noFill/>
          <a:ln>
            <a:noFill/>
          </a:ln>
        </p:spPr>
        <p:txBody>
          <a:bodyPr spcFirstLastPara="1" wrap="square" lIns="0" tIns="0" rIns="0" bIns="0" anchor="t" anchorCtr="0">
            <a:normAutofit/>
          </a:bodyPr>
          <a:lstStyle>
            <a:lvl1pPr marL="457200" lvl="0" indent="-285750" algn="l">
              <a:lnSpc>
                <a:spcPct val="115000"/>
              </a:lnSpc>
              <a:spcBef>
                <a:spcPts val="0"/>
              </a:spcBef>
              <a:spcAft>
                <a:spcPts val="0"/>
              </a:spcAft>
              <a:buClr>
                <a:schemeClr val="lt1"/>
              </a:buClr>
              <a:buSzPts val="900"/>
              <a:buChar char="■"/>
              <a:defRPr sz="1200">
                <a:solidFill>
                  <a:schemeClr val="lt1"/>
                </a:solidFill>
              </a:defRPr>
            </a:lvl1pPr>
            <a:lvl2pPr marL="914400" lvl="1" indent="-285750" algn="l">
              <a:lnSpc>
                <a:spcPct val="115000"/>
              </a:lnSpc>
              <a:spcBef>
                <a:spcPts val="0"/>
              </a:spcBef>
              <a:spcAft>
                <a:spcPts val="0"/>
              </a:spcAft>
              <a:buClr>
                <a:schemeClr val="lt1"/>
              </a:buClr>
              <a:buSzPts val="900"/>
              <a:buChar char="■"/>
              <a:defRPr sz="1200">
                <a:solidFill>
                  <a:schemeClr val="lt1"/>
                </a:solidFill>
              </a:defRPr>
            </a:lvl2pPr>
            <a:lvl3pPr marL="1371600" lvl="2" indent="-285750" algn="l">
              <a:lnSpc>
                <a:spcPct val="115000"/>
              </a:lnSpc>
              <a:spcBef>
                <a:spcPts val="0"/>
              </a:spcBef>
              <a:spcAft>
                <a:spcPts val="0"/>
              </a:spcAft>
              <a:buClr>
                <a:schemeClr val="lt1"/>
              </a:buClr>
              <a:buSzPts val="900"/>
              <a:buChar char="■"/>
              <a:defRPr sz="1200">
                <a:solidFill>
                  <a:schemeClr val="lt1"/>
                </a:solidFill>
              </a:defRPr>
            </a:lvl3pPr>
            <a:lvl4pPr marL="1828800" lvl="3" indent="-285750" algn="l">
              <a:lnSpc>
                <a:spcPct val="115000"/>
              </a:lnSpc>
              <a:spcBef>
                <a:spcPts val="0"/>
              </a:spcBef>
              <a:spcAft>
                <a:spcPts val="0"/>
              </a:spcAft>
              <a:buClr>
                <a:schemeClr val="lt1"/>
              </a:buClr>
              <a:buSzPts val="900"/>
              <a:buChar char="●"/>
              <a:defRPr sz="1200">
                <a:solidFill>
                  <a:schemeClr val="lt1"/>
                </a:solidFill>
              </a:defRPr>
            </a:lvl4pPr>
            <a:lvl5pPr marL="2286000" lvl="4" indent="-285750" algn="l">
              <a:lnSpc>
                <a:spcPct val="115000"/>
              </a:lnSpc>
              <a:spcBef>
                <a:spcPts val="0"/>
              </a:spcBef>
              <a:spcAft>
                <a:spcPts val="0"/>
              </a:spcAft>
              <a:buClr>
                <a:schemeClr val="lt1"/>
              </a:buClr>
              <a:buSzPts val="900"/>
              <a:buChar char="○"/>
              <a:defRPr sz="1200">
                <a:solidFill>
                  <a:schemeClr val="lt1"/>
                </a:solidFill>
              </a:defRPr>
            </a:lvl5pPr>
            <a:lvl6pPr marL="2743200" lvl="5" indent="-285750" algn="l">
              <a:lnSpc>
                <a:spcPct val="115000"/>
              </a:lnSpc>
              <a:spcBef>
                <a:spcPts val="0"/>
              </a:spcBef>
              <a:spcAft>
                <a:spcPts val="0"/>
              </a:spcAft>
              <a:buClr>
                <a:schemeClr val="lt1"/>
              </a:buClr>
              <a:buSzPts val="900"/>
              <a:buChar char="■"/>
              <a:defRPr sz="1200">
                <a:solidFill>
                  <a:schemeClr val="lt1"/>
                </a:solidFill>
              </a:defRPr>
            </a:lvl6pPr>
            <a:lvl7pPr marL="3200400" lvl="6" indent="-285750" algn="l">
              <a:lnSpc>
                <a:spcPct val="115000"/>
              </a:lnSpc>
              <a:spcBef>
                <a:spcPts val="0"/>
              </a:spcBef>
              <a:spcAft>
                <a:spcPts val="0"/>
              </a:spcAft>
              <a:buClr>
                <a:schemeClr val="lt1"/>
              </a:buClr>
              <a:buSzPts val="900"/>
              <a:buChar char="●"/>
              <a:defRPr sz="1200">
                <a:solidFill>
                  <a:schemeClr val="lt1"/>
                </a:solidFill>
              </a:defRPr>
            </a:lvl7pPr>
            <a:lvl8pPr marL="3657600" lvl="7" indent="-285750" algn="l">
              <a:lnSpc>
                <a:spcPct val="115000"/>
              </a:lnSpc>
              <a:spcBef>
                <a:spcPts val="0"/>
              </a:spcBef>
              <a:spcAft>
                <a:spcPts val="0"/>
              </a:spcAft>
              <a:buClr>
                <a:schemeClr val="lt1"/>
              </a:buClr>
              <a:buSzPts val="900"/>
              <a:buChar char="○"/>
              <a:defRPr sz="1200">
                <a:solidFill>
                  <a:schemeClr val="lt1"/>
                </a:solidFill>
              </a:defRPr>
            </a:lvl8pPr>
            <a:lvl9pPr marL="4114800" lvl="8" indent="-285750" algn="l">
              <a:lnSpc>
                <a:spcPct val="115000"/>
              </a:lnSpc>
              <a:spcBef>
                <a:spcPts val="0"/>
              </a:spcBef>
              <a:spcAft>
                <a:spcPts val="0"/>
              </a:spcAft>
              <a:buClr>
                <a:schemeClr val="lt1"/>
              </a:buClr>
              <a:buSzPts val="900"/>
              <a:buChar char="■"/>
              <a:defRPr sz="1200">
                <a:solidFill>
                  <a:schemeClr val="lt1"/>
                </a:solidFill>
              </a:defRPr>
            </a:lvl9pPr>
          </a:lstStyle>
          <a:p>
            <a:endParaRPr/>
          </a:p>
        </p:txBody>
      </p:sp>
      <p:sp>
        <p:nvSpPr>
          <p:cNvPr id="915" name="Google Shape;915;p62"/>
          <p:cNvSpPr txBox="1">
            <a:spLocks noGrp="1"/>
          </p:cNvSpPr>
          <p:nvPr>
            <p:ph type="subTitle" idx="7"/>
          </p:nvPr>
        </p:nvSpPr>
        <p:spPr>
          <a:xfrm>
            <a:off x="5802575" y="3861475"/>
            <a:ext cx="2884200" cy="332100"/>
          </a:xfrm>
          <a:prstGeom prst="rect">
            <a:avLst/>
          </a:prstGeom>
          <a:noFill/>
          <a:ln>
            <a:noFill/>
          </a:ln>
        </p:spPr>
        <p:txBody>
          <a:bodyPr spcFirstLastPara="1" wrap="square" lIns="0" tIns="0" rIns="0" bIns="0" anchor="t" anchorCtr="0">
            <a:normAutofit/>
          </a:bodyPr>
          <a:lstStyle>
            <a:lvl1pPr lvl="0" algn="l">
              <a:lnSpc>
                <a:spcPct val="100000"/>
              </a:lnSpc>
              <a:spcBef>
                <a:spcPts val="0"/>
              </a:spcBef>
              <a:spcAft>
                <a:spcPts val="0"/>
              </a:spcAft>
              <a:buClr>
                <a:schemeClr val="accent3"/>
              </a:buClr>
              <a:buSzPts val="1200"/>
              <a:buNone/>
              <a:defRPr sz="1600" b="1">
                <a:solidFill>
                  <a:schemeClr val="accent3"/>
                </a:solidFill>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916" name="Google Shape;916;p62"/>
          <p:cNvSpPr txBox="1">
            <a:spLocks noGrp="1"/>
          </p:cNvSpPr>
          <p:nvPr>
            <p:ph type="body" idx="8"/>
          </p:nvPr>
        </p:nvSpPr>
        <p:spPr>
          <a:xfrm>
            <a:off x="5802575" y="4193775"/>
            <a:ext cx="2884200" cy="513600"/>
          </a:xfrm>
          <a:prstGeom prst="rect">
            <a:avLst/>
          </a:prstGeom>
          <a:noFill/>
          <a:ln>
            <a:noFill/>
          </a:ln>
        </p:spPr>
        <p:txBody>
          <a:bodyPr spcFirstLastPara="1" wrap="square" lIns="0" tIns="0" rIns="0" bIns="0" anchor="t" anchorCtr="0">
            <a:normAutofit/>
          </a:bodyPr>
          <a:lstStyle>
            <a:lvl1pPr marL="457200" lvl="0" indent="-285750" algn="l">
              <a:lnSpc>
                <a:spcPct val="115000"/>
              </a:lnSpc>
              <a:spcBef>
                <a:spcPts val="0"/>
              </a:spcBef>
              <a:spcAft>
                <a:spcPts val="0"/>
              </a:spcAft>
              <a:buClr>
                <a:schemeClr val="lt1"/>
              </a:buClr>
              <a:buSzPts val="900"/>
              <a:buChar char="■"/>
              <a:defRPr sz="1200">
                <a:solidFill>
                  <a:schemeClr val="lt1"/>
                </a:solidFill>
              </a:defRPr>
            </a:lvl1pPr>
            <a:lvl2pPr marL="914400" lvl="1" indent="-285750" algn="l">
              <a:lnSpc>
                <a:spcPct val="115000"/>
              </a:lnSpc>
              <a:spcBef>
                <a:spcPts val="0"/>
              </a:spcBef>
              <a:spcAft>
                <a:spcPts val="0"/>
              </a:spcAft>
              <a:buClr>
                <a:schemeClr val="lt1"/>
              </a:buClr>
              <a:buSzPts val="900"/>
              <a:buChar char="■"/>
              <a:defRPr sz="1200">
                <a:solidFill>
                  <a:schemeClr val="lt1"/>
                </a:solidFill>
              </a:defRPr>
            </a:lvl2pPr>
            <a:lvl3pPr marL="1371600" lvl="2" indent="-285750" algn="l">
              <a:lnSpc>
                <a:spcPct val="115000"/>
              </a:lnSpc>
              <a:spcBef>
                <a:spcPts val="0"/>
              </a:spcBef>
              <a:spcAft>
                <a:spcPts val="0"/>
              </a:spcAft>
              <a:buClr>
                <a:schemeClr val="lt1"/>
              </a:buClr>
              <a:buSzPts val="900"/>
              <a:buChar char="■"/>
              <a:defRPr sz="1200">
                <a:solidFill>
                  <a:schemeClr val="lt1"/>
                </a:solidFill>
              </a:defRPr>
            </a:lvl3pPr>
            <a:lvl4pPr marL="1828800" lvl="3" indent="-285750" algn="l">
              <a:lnSpc>
                <a:spcPct val="115000"/>
              </a:lnSpc>
              <a:spcBef>
                <a:spcPts val="0"/>
              </a:spcBef>
              <a:spcAft>
                <a:spcPts val="0"/>
              </a:spcAft>
              <a:buClr>
                <a:schemeClr val="lt1"/>
              </a:buClr>
              <a:buSzPts val="900"/>
              <a:buChar char="●"/>
              <a:defRPr sz="1200">
                <a:solidFill>
                  <a:schemeClr val="lt1"/>
                </a:solidFill>
              </a:defRPr>
            </a:lvl4pPr>
            <a:lvl5pPr marL="2286000" lvl="4" indent="-285750" algn="l">
              <a:lnSpc>
                <a:spcPct val="115000"/>
              </a:lnSpc>
              <a:spcBef>
                <a:spcPts val="0"/>
              </a:spcBef>
              <a:spcAft>
                <a:spcPts val="0"/>
              </a:spcAft>
              <a:buClr>
                <a:schemeClr val="lt1"/>
              </a:buClr>
              <a:buSzPts val="900"/>
              <a:buChar char="○"/>
              <a:defRPr sz="1200">
                <a:solidFill>
                  <a:schemeClr val="lt1"/>
                </a:solidFill>
              </a:defRPr>
            </a:lvl5pPr>
            <a:lvl6pPr marL="2743200" lvl="5" indent="-285750" algn="l">
              <a:lnSpc>
                <a:spcPct val="115000"/>
              </a:lnSpc>
              <a:spcBef>
                <a:spcPts val="0"/>
              </a:spcBef>
              <a:spcAft>
                <a:spcPts val="0"/>
              </a:spcAft>
              <a:buClr>
                <a:schemeClr val="lt1"/>
              </a:buClr>
              <a:buSzPts val="900"/>
              <a:buChar char="■"/>
              <a:defRPr sz="1200">
                <a:solidFill>
                  <a:schemeClr val="lt1"/>
                </a:solidFill>
              </a:defRPr>
            </a:lvl6pPr>
            <a:lvl7pPr marL="3200400" lvl="6" indent="-285750" algn="l">
              <a:lnSpc>
                <a:spcPct val="115000"/>
              </a:lnSpc>
              <a:spcBef>
                <a:spcPts val="0"/>
              </a:spcBef>
              <a:spcAft>
                <a:spcPts val="0"/>
              </a:spcAft>
              <a:buClr>
                <a:schemeClr val="lt1"/>
              </a:buClr>
              <a:buSzPts val="900"/>
              <a:buChar char="●"/>
              <a:defRPr sz="1200">
                <a:solidFill>
                  <a:schemeClr val="lt1"/>
                </a:solidFill>
              </a:defRPr>
            </a:lvl7pPr>
            <a:lvl8pPr marL="3657600" lvl="7" indent="-285750" algn="l">
              <a:lnSpc>
                <a:spcPct val="115000"/>
              </a:lnSpc>
              <a:spcBef>
                <a:spcPts val="0"/>
              </a:spcBef>
              <a:spcAft>
                <a:spcPts val="0"/>
              </a:spcAft>
              <a:buClr>
                <a:schemeClr val="lt1"/>
              </a:buClr>
              <a:buSzPts val="900"/>
              <a:buChar char="○"/>
              <a:defRPr sz="1200">
                <a:solidFill>
                  <a:schemeClr val="lt1"/>
                </a:solidFill>
              </a:defRPr>
            </a:lvl8pPr>
            <a:lvl9pPr marL="4114800" lvl="8" indent="-285750" algn="l">
              <a:lnSpc>
                <a:spcPct val="115000"/>
              </a:lnSpc>
              <a:spcBef>
                <a:spcPts val="0"/>
              </a:spcBef>
              <a:spcAft>
                <a:spcPts val="0"/>
              </a:spcAft>
              <a:buClr>
                <a:schemeClr val="lt1"/>
              </a:buClr>
              <a:buSzPts val="900"/>
              <a:buChar char="■"/>
              <a:defRPr sz="1200">
                <a:solidFill>
                  <a:schemeClr val="lt1"/>
                </a:solidFill>
              </a:defRPr>
            </a:lvl9pPr>
          </a:lstStyle>
          <a:p>
            <a:endParaRPr/>
          </a:p>
        </p:txBody>
      </p:sp>
      <p:grpSp>
        <p:nvGrpSpPr>
          <p:cNvPr id="917" name="Google Shape;917;p62"/>
          <p:cNvGrpSpPr/>
          <p:nvPr/>
        </p:nvGrpSpPr>
        <p:grpSpPr>
          <a:xfrm>
            <a:off x="5087972" y="1464614"/>
            <a:ext cx="281776" cy="380430"/>
            <a:chOff x="7076050" y="3008425"/>
            <a:chExt cx="278050" cy="375400"/>
          </a:xfrm>
        </p:grpSpPr>
        <p:sp>
          <p:nvSpPr>
            <p:cNvPr id="918" name="Google Shape;918;p62"/>
            <p:cNvSpPr/>
            <p:nvPr/>
          </p:nvSpPr>
          <p:spPr>
            <a:xfrm>
              <a:off x="7180525" y="3008425"/>
              <a:ext cx="69100" cy="69350"/>
            </a:xfrm>
            <a:custGeom>
              <a:avLst/>
              <a:gdLst/>
              <a:ahLst/>
              <a:cxnLst/>
              <a:rect l="l" t="t" r="r" b="b"/>
              <a:pathLst>
                <a:path w="2764" h="2774" extrusionOk="0">
                  <a:moveTo>
                    <a:pt x="1377" y="0"/>
                  </a:moveTo>
                  <a:lnTo>
                    <a:pt x="1239" y="10"/>
                  </a:lnTo>
                  <a:lnTo>
                    <a:pt x="1102" y="30"/>
                  </a:lnTo>
                  <a:lnTo>
                    <a:pt x="964" y="69"/>
                  </a:lnTo>
                  <a:lnTo>
                    <a:pt x="846" y="108"/>
                  </a:lnTo>
                  <a:lnTo>
                    <a:pt x="718" y="167"/>
                  </a:lnTo>
                  <a:lnTo>
                    <a:pt x="610" y="236"/>
                  </a:lnTo>
                  <a:lnTo>
                    <a:pt x="502" y="325"/>
                  </a:lnTo>
                  <a:lnTo>
                    <a:pt x="404" y="413"/>
                  </a:lnTo>
                  <a:lnTo>
                    <a:pt x="315" y="512"/>
                  </a:lnTo>
                  <a:lnTo>
                    <a:pt x="236" y="610"/>
                  </a:lnTo>
                  <a:lnTo>
                    <a:pt x="168" y="728"/>
                  </a:lnTo>
                  <a:lnTo>
                    <a:pt x="109" y="846"/>
                  </a:lnTo>
                  <a:lnTo>
                    <a:pt x="59" y="974"/>
                  </a:lnTo>
                  <a:lnTo>
                    <a:pt x="20" y="1111"/>
                  </a:lnTo>
                  <a:lnTo>
                    <a:pt x="0" y="1249"/>
                  </a:lnTo>
                  <a:lnTo>
                    <a:pt x="0" y="1387"/>
                  </a:lnTo>
                  <a:lnTo>
                    <a:pt x="0" y="1534"/>
                  </a:lnTo>
                  <a:lnTo>
                    <a:pt x="20" y="1672"/>
                  </a:lnTo>
                  <a:lnTo>
                    <a:pt x="59" y="1800"/>
                  </a:lnTo>
                  <a:lnTo>
                    <a:pt x="109" y="1928"/>
                  </a:lnTo>
                  <a:lnTo>
                    <a:pt x="168" y="2046"/>
                  </a:lnTo>
                  <a:lnTo>
                    <a:pt x="236" y="2164"/>
                  </a:lnTo>
                  <a:lnTo>
                    <a:pt x="315" y="2272"/>
                  </a:lnTo>
                  <a:lnTo>
                    <a:pt x="404" y="2370"/>
                  </a:lnTo>
                  <a:lnTo>
                    <a:pt x="502" y="2459"/>
                  </a:lnTo>
                  <a:lnTo>
                    <a:pt x="610" y="2537"/>
                  </a:lnTo>
                  <a:lnTo>
                    <a:pt x="718" y="2606"/>
                  </a:lnTo>
                  <a:lnTo>
                    <a:pt x="846" y="2665"/>
                  </a:lnTo>
                  <a:lnTo>
                    <a:pt x="964" y="2714"/>
                  </a:lnTo>
                  <a:lnTo>
                    <a:pt x="1102" y="2744"/>
                  </a:lnTo>
                  <a:lnTo>
                    <a:pt x="1239" y="2763"/>
                  </a:lnTo>
                  <a:lnTo>
                    <a:pt x="1377" y="2773"/>
                  </a:lnTo>
                  <a:lnTo>
                    <a:pt x="1525" y="2763"/>
                  </a:lnTo>
                  <a:lnTo>
                    <a:pt x="1662" y="2744"/>
                  </a:lnTo>
                  <a:lnTo>
                    <a:pt x="1790" y="2714"/>
                  </a:lnTo>
                  <a:lnTo>
                    <a:pt x="1918" y="2665"/>
                  </a:lnTo>
                  <a:lnTo>
                    <a:pt x="2036" y="2606"/>
                  </a:lnTo>
                  <a:lnTo>
                    <a:pt x="2154" y="2537"/>
                  </a:lnTo>
                  <a:lnTo>
                    <a:pt x="2262" y="2459"/>
                  </a:lnTo>
                  <a:lnTo>
                    <a:pt x="2360" y="2370"/>
                  </a:lnTo>
                  <a:lnTo>
                    <a:pt x="2449" y="2272"/>
                  </a:lnTo>
                  <a:lnTo>
                    <a:pt x="2528" y="2164"/>
                  </a:lnTo>
                  <a:lnTo>
                    <a:pt x="2596" y="2046"/>
                  </a:lnTo>
                  <a:lnTo>
                    <a:pt x="2655" y="1928"/>
                  </a:lnTo>
                  <a:lnTo>
                    <a:pt x="2705" y="1800"/>
                  </a:lnTo>
                  <a:lnTo>
                    <a:pt x="2734" y="1672"/>
                  </a:lnTo>
                  <a:lnTo>
                    <a:pt x="2754" y="1534"/>
                  </a:lnTo>
                  <a:lnTo>
                    <a:pt x="2764" y="1387"/>
                  </a:lnTo>
                  <a:lnTo>
                    <a:pt x="2754" y="1249"/>
                  </a:lnTo>
                  <a:lnTo>
                    <a:pt x="2734" y="1111"/>
                  </a:lnTo>
                  <a:lnTo>
                    <a:pt x="2705" y="974"/>
                  </a:lnTo>
                  <a:lnTo>
                    <a:pt x="2655" y="846"/>
                  </a:lnTo>
                  <a:lnTo>
                    <a:pt x="2596" y="728"/>
                  </a:lnTo>
                  <a:lnTo>
                    <a:pt x="2528" y="610"/>
                  </a:lnTo>
                  <a:lnTo>
                    <a:pt x="2449" y="512"/>
                  </a:lnTo>
                  <a:lnTo>
                    <a:pt x="2360" y="413"/>
                  </a:lnTo>
                  <a:lnTo>
                    <a:pt x="2262" y="325"/>
                  </a:lnTo>
                  <a:lnTo>
                    <a:pt x="2154" y="236"/>
                  </a:lnTo>
                  <a:lnTo>
                    <a:pt x="2036" y="167"/>
                  </a:lnTo>
                  <a:lnTo>
                    <a:pt x="1918" y="108"/>
                  </a:lnTo>
                  <a:lnTo>
                    <a:pt x="1790" y="69"/>
                  </a:lnTo>
                  <a:lnTo>
                    <a:pt x="1662" y="30"/>
                  </a:lnTo>
                  <a:lnTo>
                    <a:pt x="1525" y="10"/>
                  </a:lnTo>
                  <a:lnTo>
                    <a:pt x="1377" y="0"/>
                  </a:lnTo>
                  <a:close/>
                </a:path>
              </a:pathLst>
            </a:custGeom>
            <a:solidFill>
              <a:srgbClr val="F7F7F7"/>
            </a:solid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900"/>
                <a:buFont typeface="Arial"/>
                <a:buNone/>
              </a:pPr>
              <a:endParaRPr sz="1900" b="0" i="0" u="none" strike="noStrike" cap="none">
                <a:solidFill>
                  <a:srgbClr val="000000"/>
                </a:solidFill>
                <a:latin typeface="IBM Plex Sans"/>
                <a:ea typeface="IBM Plex Sans"/>
                <a:cs typeface="IBM Plex Sans"/>
                <a:sym typeface="IBM Plex Sans"/>
              </a:endParaRPr>
            </a:p>
          </p:txBody>
        </p:sp>
        <p:sp>
          <p:nvSpPr>
            <p:cNvPr id="919" name="Google Shape;919;p62"/>
            <p:cNvSpPr/>
            <p:nvPr/>
          </p:nvSpPr>
          <p:spPr>
            <a:xfrm>
              <a:off x="7180525" y="3314725"/>
              <a:ext cx="69100" cy="69100"/>
            </a:xfrm>
            <a:custGeom>
              <a:avLst/>
              <a:gdLst/>
              <a:ahLst/>
              <a:cxnLst/>
              <a:rect l="l" t="t" r="r" b="b"/>
              <a:pathLst>
                <a:path w="2764" h="2764" extrusionOk="0">
                  <a:moveTo>
                    <a:pt x="1239" y="1"/>
                  </a:moveTo>
                  <a:lnTo>
                    <a:pt x="1102" y="30"/>
                  </a:lnTo>
                  <a:lnTo>
                    <a:pt x="964" y="60"/>
                  </a:lnTo>
                  <a:lnTo>
                    <a:pt x="846" y="109"/>
                  </a:lnTo>
                  <a:lnTo>
                    <a:pt x="718" y="168"/>
                  </a:lnTo>
                  <a:lnTo>
                    <a:pt x="610" y="237"/>
                  </a:lnTo>
                  <a:lnTo>
                    <a:pt x="502" y="315"/>
                  </a:lnTo>
                  <a:lnTo>
                    <a:pt x="404" y="404"/>
                  </a:lnTo>
                  <a:lnTo>
                    <a:pt x="315" y="502"/>
                  </a:lnTo>
                  <a:lnTo>
                    <a:pt x="236" y="610"/>
                  </a:lnTo>
                  <a:lnTo>
                    <a:pt x="168" y="718"/>
                  </a:lnTo>
                  <a:lnTo>
                    <a:pt x="109" y="846"/>
                  </a:lnTo>
                  <a:lnTo>
                    <a:pt x="59" y="974"/>
                  </a:lnTo>
                  <a:lnTo>
                    <a:pt x="20" y="1102"/>
                  </a:lnTo>
                  <a:lnTo>
                    <a:pt x="0" y="1240"/>
                  </a:lnTo>
                  <a:lnTo>
                    <a:pt x="0" y="1377"/>
                  </a:lnTo>
                  <a:lnTo>
                    <a:pt x="0" y="1525"/>
                  </a:lnTo>
                  <a:lnTo>
                    <a:pt x="20" y="1662"/>
                  </a:lnTo>
                  <a:lnTo>
                    <a:pt x="59" y="1790"/>
                  </a:lnTo>
                  <a:lnTo>
                    <a:pt x="109" y="1918"/>
                  </a:lnTo>
                  <a:lnTo>
                    <a:pt x="168" y="2046"/>
                  </a:lnTo>
                  <a:lnTo>
                    <a:pt x="236" y="2154"/>
                  </a:lnTo>
                  <a:lnTo>
                    <a:pt x="315" y="2262"/>
                  </a:lnTo>
                  <a:lnTo>
                    <a:pt x="404" y="2361"/>
                  </a:lnTo>
                  <a:lnTo>
                    <a:pt x="502" y="2449"/>
                  </a:lnTo>
                  <a:lnTo>
                    <a:pt x="610" y="2528"/>
                  </a:lnTo>
                  <a:lnTo>
                    <a:pt x="718" y="2597"/>
                  </a:lnTo>
                  <a:lnTo>
                    <a:pt x="846" y="2656"/>
                  </a:lnTo>
                  <a:lnTo>
                    <a:pt x="964" y="2705"/>
                  </a:lnTo>
                  <a:lnTo>
                    <a:pt x="1102" y="2734"/>
                  </a:lnTo>
                  <a:lnTo>
                    <a:pt x="1239" y="2764"/>
                  </a:lnTo>
                  <a:lnTo>
                    <a:pt x="1525" y="2764"/>
                  </a:lnTo>
                  <a:lnTo>
                    <a:pt x="1662" y="2734"/>
                  </a:lnTo>
                  <a:lnTo>
                    <a:pt x="1790" y="2705"/>
                  </a:lnTo>
                  <a:lnTo>
                    <a:pt x="1918" y="2656"/>
                  </a:lnTo>
                  <a:lnTo>
                    <a:pt x="2036" y="2597"/>
                  </a:lnTo>
                  <a:lnTo>
                    <a:pt x="2154" y="2528"/>
                  </a:lnTo>
                  <a:lnTo>
                    <a:pt x="2262" y="2449"/>
                  </a:lnTo>
                  <a:lnTo>
                    <a:pt x="2360" y="2361"/>
                  </a:lnTo>
                  <a:lnTo>
                    <a:pt x="2449" y="2262"/>
                  </a:lnTo>
                  <a:lnTo>
                    <a:pt x="2528" y="2154"/>
                  </a:lnTo>
                  <a:lnTo>
                    <a:pt x="2596" y="2046"/>
                  </a:lnTo>
                  <a:lnTo>
                    <a:pt x="2655" y="1918"/>
                  </a:lnTo>
                  <a:lnTo>
                    <a:pt x="2705" y="1790"/>
                  </a:lnTo>
                  <a:lnTo>
                    <a:pt x="2734" y="1662"/>
                  </a:lnTo>
                  <a:lnTo>
                    <a:pt x="2754" y="1525"/>
                  </a:lnTo>
                  <a:lnTo>
                    <a:pt x="2764" y="1377"/>
                  </a:lnTo>
                  <a:lnTo>
                    <a:pt x="2754" y="1240"/>
                  </a:lnTo>
                  <a:lnTo>
                    <a:pt x="2734" y="1102"/>
                  </a:lnTo>
                  <a:lnTo>
                    <a:pt x="2705" y="974"/>
                  </a:lnTo>
                  <a:lnTo>
                    <a:pt x="2655" y="846"/>
                  </a:lnTo>
                  <a:lnTo>
                    <a:pt x="2596" y="718"/>
                  </a:lnTo>
                  <a:lnTo>
                    <a:pt x="2528" y="610"/>
                  </a:lnTo>
                  <a:lnTo>
                    <a:pt x="2449" y="502"/>
                  </a:lnTo>
                  <a:lnTo>
                    <a:pt x="2360" y="404"/>
                  </a:lnTo>
                  <a:lnTo>
                    <a:pt x="2262" y="315"/>
                  </a:lnTo>
                  <a:lnTo>
                    <a:pt x="2154" y="237"/>
                  </a:lnTo>
                  <a:lnTo>
                    <a:pt x="2036" y="168"/>
                  </a:lnTo>
                  <a:lnTo>
                    <a:pt x="1918" y="109"/>
                  </a:lnTo>
                  <a:lnTo>
                    <a:pt x="1790" y="60"/>
                  </a:lnTo>
                  <a:lnTo>
                    <a:pt x="1662" y="30"/>
                  </a:lnTo>
                  <a:lnTo>
                    <a:pt x="1525" y="1"/>
                  </a:lnTo>
                  <a:close/>
                </a:path>
              </a:pathLst>
            </a:custGeom>
            <a:solidFill>
              <a:srgbClr val="F7F7F7"/>
            </a:solid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900"/>
                <a:buFont typeface="Arial"/>
                <a:buNone/>
              </a:pPr>
              <a:endParaRPr sz="1900" b="0" i="0" u="none" strike="noStrike" cap="none">
                <a:solidFill>
                  <a:srgbClr val="000000"/>
                </a:solidFill>
                <a:latin typeface="IBM Plex Sans"/>
                <a:ea typeface="IBM Plex Sans"/>
                <a:cs typeface="IBM Plex Sans"/>
                <a:sym typeface="IBM Plex Sans"/>
              </a:endParaRPr>
            </a:p>
          </p:txBody>
        </p:sp>
        <p:sp>
          <p:nvSpPr>
            <p:cNvPr id="920" name="Google Shape;920;p62"/>
            <p:cNvSpPr/>
            <p:nvPr/>
          </p:nvSpPr>
          <p:spPr>
            <a:xfrm>
              <a:off x="7180525" y="3104050"/>
              <a:ext cx="69100" cy="69350"/>
            </a:xfrm>
            <a:custGeom>
              <a:avLst/>
              <a:gdLst/>
              <a:ahLst/>
              <a:cxnLst/>
              <a:rect l="l" t="t" r="r" b="b"/>
              <a:pathLst>
                <a:path w="2764" h="2774" extrusionOk="0">
                  <a:moveTo>
                    <a:pt x="0" y="0"/>
                  </a:moveTo>
                  <a:lnTo>
                    <a:pt x="0" y="2773"/>
                  </a:lnTo>
                  <a:lnTo>
                    <a:pt x="2764" y="2773"/>
                  </a:lnTo>
                  <a:lnTo>
                    <a:pt x="2764" y="0"/>
                  </a:lnTo>
                  <a:close/>
                </a:path>
              </a:pathLst>
            </a:custGeom>
            <a:solidFill>
              <a:srgbClr val="F7F7F7"/>
            </a:solid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900"/>
                <a:buFont typeface="Arial"/>
                <a:buNone/>
              </a:pPr>
              <a:endParaRPr sz="1900" b="0" i="0" u="none" strike="noStrike" cap="none">
                <a:solidFill>
                  <a:srgbClr val="000000"/>
                </a:solidFill>
                <a:latin typeface="IBM Plex Sans"/>
                <a:ea typeface="IBM Plex Sans"/>
                <a:cs typeface="IBM Plex Sans"/>
                <a:sym typeface="IBM Plex Sans"/>
              </a:endParaRPr>
            </a:p>
          </p:txBody>
        </p:sp>
        <p:sp>
          <p:nvSpPr>
            <p:cNvPr id="921" name="Google Shape;921;p62"/>
            <p:cNvSpPr/>
            <p:nvPr/>
          </p:nvSpPr>
          <p:spPr>
            <a:xfrm>
              <a:off x="7166025" y="3194525"/>
              <a:ext cx="97850" cy="97850"/>
            </a:xfrm>
            <a:custGeom>
              <a:avLst/>
              <a:gdLst/>
              <a:ahLst/>
              <a:cxnLst/>
              <a:rect l="l" t="t" r="r" b="b"/>
              <a:pathLst>
                <a:path w="3914" h="3914" extrusionOk="0">
                  <a:moveTo>
                    <a:pt x="1957" y="0"/>
                  </a:moveTo>
                  <a:lnTo>
                    <a:pt x="0" y="1957"/>
                  </a:lnTo>
                  <a:lnTo>
                    <a:pt x="1957" y="3914"/>
                  </a:lnTo>
                  <a:lnTo>
                    <a:pt x="3914" y="1957"/>
                  </a:lnTo>
                  <a:lnTo>
                    <a:pt x="1957" y="0"/>
                  </a:lnTo>
                  <a:close/>
                </a:path>
              </a:pathLst>
            </a:custGeom>
            <a:solidFill>
              <a:srgbClr val="F7F7F7"/>
            </a:solid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900"/>
                <a:buFont typeface="Arial"/>
                <a:buNone/>
              </a:pPr>
              <a:endParaRPr sz="1900" b="0" i="0" u="none" strike="noStrike" cap="none">
                <a:solidFill>
                  <a:srgbClr val="000000"/>
                </a:solidFill>
                <a:latin typeface="IBM Plex Sans"/>
                <a:ea typeface="IBM Plex Sans"/>
                <a:cs typeface="IBM Plex Sans"/>
                <a:sym typeface="IBM Plex Sans"/>
              </a:endParaRPr>
            </a:p>
          </p:txBody>
        </p:sp>
        <p:sp>
          <p:nvSpPr>
            <p:cNvPr id="922" name="Google Shape;922;p62"/>
            <p:cNvSpPr/>
            <p:nvPr/>
          </p:nvSpPr>
          <p:spPr>
            <a:xfrm>
              <a:off x="7076050" y="3031525"/>
              <a:ext cx="278050" cy="329200"/>
            </a:xfrm>
            <a:custGeom>
              <a:avLst/>
              <a:gdLst/>
              <a:ahLst/>
              <a:cxnLst/>
              <a:rect l="l" t="t" r="r" b="b"/>
              <a:pathLst>
                <a:path w="11122" h="13168" extrusionOk="0">
                  <a:moveTo>
                    <a:pt x="0" y="1"/>
                  </a:moveTo>
                  <a:lnTo>
                    <a:pt x="0" y="5153"/>
                  </a:lnTo>
                  <a:lnTo>
                    <a:pt x="2547" y="5153"/>
                  </a:lnTo>
                  <a:lnTo>
                    <a:pt x="2547" y="4239"/>
                  </a:lnTo>
                  <a:lnTo>
                    <a:pt x="915" y="4239"/>
                  </a:lnTo>
                  <a:lnTo>
                    <a:pt x="915" y="925"/>
                  </a:lnTo>
                  <a:lnTo>
                    <a:pt x="2547" y="925"/>
                  </a:lnTo>
                  <a:lnTo>
                    <a:pt x="2547" y="1"/>
                  </a:lnTo>
                  <a:close/>
                  <a:moveTo>
                    <a:pt x="8565" y="4219"/>
                  </a:moveTo>
                  <a:lnTo>
                    <a:pt x="8565" y="5134"/>
                  </a:lnTo>
                  <a:lnTo>
                    <a:pt x="10197" y="5134"/>
                  </a:lnTo>
                  <a:lnTo>
                    <a:pt x="10197" y="8428"/>
                  </a:lnTo>
                  <a:lnTo>
                    <a:pt x="8565" y="8428"/>
                  </a:lnTo>
                  <a:lnTo>
                    <a:pt x="8565" y="9342"/>
                  </a:lnTo>
                  <a:lnTo>
                    <a:pt x="11122" y="9342"/>
                  </a:lnTo>
                  <a:lnTo>
                    <a:pt x="11122" y="4219"/>
                  </a:lnTo>
                  <a:close/>
                  <a:moveTo>
                    <a:pt x="0" y="8428"/>
                  </a:moveTo>
                  <a:lnTo>
                    <a:pt x="0" y="13167"/>
                  </a:lnTo>
                  <a:lnTo>
                    <a:pt x="2547" y="13167"/>
                  </a:lnTo>
                  <a:lnTo>
                    <a:pt x="2547" y="12253"/>
                  </a:lnTo>
                  <a:lnTo>
                    <a:pt x="915" y="12253"/>
                  </a:lnTo>
                  <a:lnTo>
                    <a:pt x="915" y="9342"/>
                  </a:lnTo>
                  <a:lnTo>
                    <a:pt x="2547" y="9342"/>
                  </a:lnTo>
                  <a:lnTo>
                    <a:pt x="2547" y="8428"/>
                  </a:lnTo>
                  <a:close/>
                </a:path>
              </a:pathLst>
            </a:custGeom>
            <a:solidFill>
              <a:srgbClr val="F7F7F7"/>
            </a:solid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900"/>
                <a:buFont typeface="Arial"/>
                <a:buNone/>
              </a:pPr>
              <a:endParaRPr sz="1900" b="0" i="0" u="none" strike="noStrike" cap="none">
                <a:solidFill>
                  <a:srgbClr val="000000"/>
                </a:solidFill>
                <a:latin typeface="IBM Plex Sans"/>
                <a:ea typeface="IBM Plex Sans"/>
                <a:cs typeface="IBM Plex Sans"/>
                <a:sym typeface="IBM Plex Sans"/>
              </a:endParaRPr>
            </a:p>
          </p:txBody>
        </p:sp>
      </p:grpSp>
      <p:grpSp>
        <p:nvGrpSpPr>
          <p:cNvPr id="923" name="Google Shape;923;p62"/>
          <p:cNvGrpSpPr/>
          <p:nvPr/>
        </p:nvGrpSpPr>
        <p:grpSpPr>
          <a:xfrm>
            <a:off x="5044873" y="2788269"/>
            <a:ext cx="367957" cy="329413"/>
            <a:chOff x="238125" y="2270475"/>
            <a:chExt cx="386875" cy="346350"/>
          </a:xfrm>
        </p:grpSpPr>
        <p:sp>
          <p:nvSpPr>
            <p:cNvPr id="924" name="Google Shape;924;p62"/>
            <p:cNvSpPr/>
            <p:nvPr/>
          </p:nvSpPr>
          <p:spPr>
            <a:xfrm>
              <a:off x="327825" y="2295500"/>
              <a:ext cx="255750" cy="231325"/>
            </a:xfrm>
            <a:custGeom>
              <a:avLst/>
              <a:gdLst/>
              <a:ahLst/>
              <a:cxnLst/>
              <a:rect l="l" t="t" r="r" b="b"/>
              <a:pathLst>
                <a:path w="10230" h="9253" extrusionOk="0">
                  <a:moveTo>
                    <a:pt x="7213" y="1"/>
                  </a:moveTo>
                  <a:lnTo>
                    <a:pt x="6844" y="24"/>
                  </a:lnTo>
                  <a:lnTo>
                    <a:pt x="6486" y="60"/>
                  </a:lnTo>
                  <a:lnTo>
                    <a:pt x="6140" y="120"/>
                  </a:lnTo>
                  <a:lnTo>
                    <a:pt x="5795" y="191"/>
                  </a:lnTo>
                  <a:lnTo>
                    <a:pt x="5473" y="275"/>
                  </a:lnTo>
                  <a:lnTo>
                    <a:pt x="5139" y="370"/>
                  </a:lnTo>
                  <a:lnTo>
                    <a:pt x="4829" y="489"/>
                  </a:lnTo>
                  <a:lnTo>
                    <a:pt x="4519" y="621"/>
                  </a:lnTo>
                  <a:lnTo>
                    <a:pt x="4221" y="764"/>
                  </a:lnTo>
                  <a:lnTo>
                    <a:pt x="3935" y="930"/>
                  </a:lnTo>
                  <a:lnTo>
                    <a:pt x="3661" y="1097"/>
                  </a:lnTo>
                  <a:lnTo>
                    <a:pt x="3386" y="1288"/>
                  </a:lnTo>
                  <a:lnTo>
                    <a:pt x="3124" y="1503"/>
                  </a:lnTo>
                  <a:lnTo>
                    <a:pt x="2874" y="1717"/>
                  </a:lnTo>
                  <a:lnTo>
                    <a:pt x="2635" y="1956"/>
                  </a:lnTo>
                  <a:lnTo>
                    <a:pt x="2421" y="2182"/>
                  </a:lnTo>
                  <a:lnTo>
                    <a:pt x="2218" y="2409"/>
                  </a:lnTo>
                  <a:lnTo>
                    <a:pt x="2039" y="2647"/>
                  </a:lnTo>
                  <a:lnTo>
                    <a:pt x="1860" y="2898"/>
                  </a:lnTo>
                  <a:lnTo>
                    <a:pt x="1694" y="3148"/>
                  </a:lnTo>
                  <a:lnTo>
                    <a:pt x="1539" y="3398"/>
                  </a:lnTo>
                  <a:lnTo>
                    <a:pt x="1395" y="3661"/>
                  </a:lnTo>
                  <a:lnTo>
                    <a:pt x="1252" y="3911"/>
                  </a:lnTo>
                  <a:lnTo>
                    <a:pt x="1133" y="4173"/>
                  </a:lnTo>
                  <a:lnTo>
                    <a:pt x="1014" y="4447"/>
                  </a:lnTo>
                  <a:lnTo>
                    <a:pt x="895" y="4710"/>
                  </a:lnTo>
                  <a:lnTo>
                    <a:pt x="799" y="4972"/>
                  </a:lnTo>
                  <a:lnTo>
                    <a:pt x="621" y="5509"/>
                  </a:lnTo>
                  <a:lnTo>
                    <a:pt x="466" y="6021"/>
                  </a:lnTo>
                  <a:lnTo>
                    <a:pt x="334" y="6534"/>
                  </a:lnTo>
                  <a:lnTo>
                    <a:pt x="239" y="7023"/>
                  </a:lnTo>
                  <a:lnTo>
                    <a:pt x="156" y="7488"/>
                  </a:lnTo>
                  <a:lnTo>
                    <a:pt x="96" y="7929"/>
                  </a:lnTo>
                  <a:lnTo>
                    <a:pt x="60" y="8322"/>
                  </a:lnTo>
                  <a:lnTo>
                    <a:pt x="24" y="8680"/>
                  </a:lnTo>
                  <a:lnTo>
                    <a:pt x="1" y="9252"/>
                  </a:lnTo>
                  <a:lnTo>
                    <a:pt x="1157" y="9252"/>
                  </a:lnTo>
                  <a:lnTo>
                    <a:pt x="1181" y="8727"/>
                  </a:lnTo>
                  <a:lnTo>
                    <a:pt x="1205" y="8406"/>
                  </a:lnTo>
                  <a:lnTo>
                    <a:pt x="1252" y="8048"/>
                  </a:lnTo>
                  <a:lnTo>
                    <a:pt x="1312" y="7654"/>
                  </a:lnTo>
                  <a:lnTo>
                    <a:pt x="1384" y="7237"/>
                  </a:lnTo>
                  <a:lnTo>
                    <a:pt x="1467" y="6796"/>
                  </a:lnTo>
                  <a:lnTo>
                    <a:pt x="1574" y="6343"/>
                  </a:lnTo>
                  <a:lnTo>
                    <a:pt x="1717" y="5878"/>
                  </a:lnTo>
                  <a:lnTo>
                    <a:pt x="1872" y="5401"/>
                  </a:lnTo>
                  <a:lnTo>
                    <a:pt x="2051" y="4936"/>
                  </a:lnTo>
                  <a:lnTo>
                    <a:pt x="2158" y="4698"/>
                  </a:lnTo>
                  <a:lnTo>
                    <a:pt x="2266" y="4471"/>
                  </a:lnTo>
                  <a:lnTo>
                    <a:pt x="2385" y="4233"/>
                  </a:lnTo>
                  <a:lnTo>
                    <a:pt x="2516" y="4006"/>
                  </a:lnTo>
                  <a:lnTo>
                    <a:pt x="2647" y="3792"/>
                  </a:lnTo>
                  <a:lnTo>
                    <a:pt x="2790" y="3577"/>
                  </a:lnTo>
                  <a:lnTo>
                    <a:pt x="2945" y="3363"/>
                  </a:lnTo>
                  <a:lnTo>
                    <a:pt x="3112" y="3148"/>
                  </a:lnTo>
                  <a:lnTo>
                    <a:pt x="3279" y="2957"/>
                  </a:lnTo>
                  <a:lnTo>
                    <a:pt x="3458" y="2755"/>
                  </a:lnTo>
                  <a:lnTo>
                    <a:pt x="3661" y="2564"/>
                  </a:lnTo>
                  <a:lnTo>
                    <a:pt x="3863" y="2385"/>
                  </a:lnTo>
                  <a:lnTo>
                    <a:pt x="4078" y="2218"/>
                  </a:lnTo>
                  <a:lnTo>
                    <a:pt x="4304" y="2051"/>
                  </a:lnTo>
                  <a:lnTo>
                    <a:pt x="4543" y="1908"/>
                  </a:lnTo>
                  <a:lnTo>
                    <a:pt x="4781" y="1777"/>
                  </a:lnTo>
                  <a:lnTo>
                    <a:pt x="5032" y="1658"/>
                  </a:lnTo>
                  <a:lnTo>
                    <a:pt x="5282" y="1550"/>
                  </a:lnTo>
                  <a:lnTo>
                    <a:pt x="5544" y="1455"/>
                  </a:lnTo>
                  <a:lnTo>
                    <a:pt x="5819" y="1372"/>
                  </a:lnTo>
                  <a:lnTo>
                    <a:pt x="6093" y="1312"/>
                  </a:lnTo>
                  <a:lnTo>
                    <a:pt x="6379" y="1252"/>
                  </a:lnTo>
                  <a:lnTo>
                    <a:pt x="6665" y="1205"/>
                  </a:lnTo>
                  <a:lnTo>
                    <a:pt x="6963" y="1169"/>
                  </a:lnTo>
                  <a:lnTo>
                    <a:pt x="7273" y="1157"/>
                  </a:lnTo>
                  <a:lnTo>
                    <a:pt x="7583" y="1145"/>
                  </a:lnTo>
                  <a:lnTo>
                    <a:pt x="10230" y="1145"/>
                  </a:lnTo>
                  <a:lnTo>
                    <a:pt x="10230" y="1"/>
                  </a:lnTo>
                  <a:close/>
                </a:path>
              </a:pathLst>
            </a:custGeom>
            <a:solidFill>
              <a:srgbClr val="F7F7F7"/>
            </a:solid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900"/>
                <a:buFont typeface="Arial"/>
                <a:buNone/>
              </a:pPr>
              <a:endParaRPr sz="1900" b="0" i="0" u="none" strike="noStrike" cap="none">
                <a:solidFill>
                  <a:srgbClr val="000000"/>
                </a:solidFill>
                <a:latin typeface="IBM Plex Sans"/>
                <a:ea typeface="IBM Plex Sans"/>
                <a:cs typeface="IBM Plex Sans"/>
                <a:sym typeface="IBM Plex Sans"/>
              </a:endParaRPr>
            </a:p>
          </p:txBody>
        </p:sp>
        <p:sp>
          <p:nvSpPr>
            <p:cNvPr id="925" name="Google Shape;925;p62"/>
            <p:cNvSpPr/>
            <p:nvPr/>
          </p:nvSpPr>
          <p:spPr>
            <a:xfrm>
              <a:off x="238125" y="2270475"/>
              <a:ext cx="386875" cy="346350"/>
            </a:xfrm>
            <a:custGeom>
              <a:avLst/>
              <a:gdLst/>
              <a:ahLst/>
              <a:cxnLst/>
              <a:rect l="l" t="t" r="r" b="b"/>
              <a:pathLst>
                <a:path w="15475" h="13854" extrusionOk="0">
                  <a:moveTo>
                    <a:pt x="1860" y="0"/>
                  </a:moveTo>
                  <a:lnTo>
                    <a:pt x="0" y="1872"/>
                  </a:lnTo>
                  <a:lnTo>
                    <a:pt x="811" y="2683"/>
                  </a:lnTo>
                  <a:lnTo>
                    <a:pt x="1288" y="2206"/>
                  </a:lnTo>
                  <a:lnTo>
                    <a:pt x="1288" y="12554"/>
                  </a:lnTo>
                  <a:lnTo>
                    <a:pt x="13269" y="12554"/>
                  </a:lnTo>
                  <a:lnTo>
                    <a:pt x="12792" y="13031"/>
                  </a:lnTo>
                  <a:lnTo>
                    <a:pt x="13615" y="13853"/>
                  </a:lnTo>
                  <a:lnTo>
                    <a:pt x="15475" y="11982"/>
                  </a:lnTo>
                  <a:lnTo>
                    <a:pt x="13615" y="10110"/>
                  </a:lnTo>
                  <a:lnTo>
                    <a:pt x="12792" y="10933"/>
                  </a:lnTo>
                  <a:lnTo>
                    <a:pt x="13269" y="11409"/>
                  </a:lnTo>
                  <a:lnTo>
                    <a:pt x="2444" y="11409"/>
                  </a:lnTo>
                  <a:lnTo>
                    <a:pt x="2444" y="2206"/>
                  </a:lnTo>
                  <a:lnTo>
                    <a:pt x="2909" y="2683"/>
                  </a:lnTo>
                  <a:lnTo>
                    <a:pt x="3732" y="1872"/>
                  </a:lnTo>
                  <a:lnTo>
                    <a:pt x="1860" y="0"/>
                  </a:lnTo>
                  <a:close/>
                </a:path>
              </a:pathLst>
            </a:custGeom>
            <a:solidFill>
              <a:srgbClr val="F7F7F7"/>
            </a:solid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900"/>
                <a:buFont typeface="Arial"/>
                <a:buNone/>
              </a:pPr>
              <a:endParaRPr sz="1900" b="0" i="0" u="none" strike="noStrike" cap="none">
                <a:solidFill>
                  <a:srgbClr val="000000"/>
                </a:solidFill>
                <a:latin typeface="IBM Plex Sans"/>
                <a:ea typeface="IBM Plex Sans"/>
                <a:cs typeface="IBM Plex Sans"/>
                <a:sym typeface="IBM Plex Sans"/>
              </a:endParaRPr>
            </a:p>
          </p:txBody>
        </p:sp>
      </p:grpSp>
      <p:sp>
        <p:nvSpPr>
          <p:cNvPr id="926" name="Google Shape;926;p62"/>
          <p:cNvSpPr/>
          <p:nvPr/>
        </p:nvSpPr>
        <p:spPr>
          <a:xfrm>
            <a:off x="5073548" y="4147636"/>
            <a:ext cx="343550" cy="281475"/>
          </a:xfrm>
          <a:custGeom>
            <a:avLst/>
            <a:gdLst/>
            <a:ahLst/>
            <a:cxnLst/>
            <a:rect l="l" t="t" r="r" b="b"/>
            <a:pathLst>
              <a:path w="13742" h="11259" extrusionOk="0">
                <a:moveTo>
                  <a:pt x="11524" y="1"/>
                </a:moveTo>
                <a:lnTo>
                  <a:pt x="4701" y="6823"/>
                </a:lnTo>
                <a:lnTo>
                  <a:pt x="2218" y="4341"/>
                </a:lnTo>
                <a:lnTo>
                  <a:pt x="0" y="6558"/>
                </a:lnTo>
                <a:lnTo>
                  <a:pt x="4701" y="11259"/>
                </a:lnTo>
                <a:lnTo>
                  <a:pt x="13741" y="2218"/>
                </a:lnTo>
                <a:lnTo>
                  <a:pt x="11524" y="1"/>
                </a:lnTo>
                <a:close/>
              </a:path>
            </a:pathLst>
          </a:custGeom>
          <a:solidFill>
            <a:srgbClr val="F7F7F7"/>
          </a:solid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900"/>
              <a:buFont typeface="Arial"/>
              <a:buNone/>
            </a:pPr>
            <a:endParaRPr sz="1900" b="0" i="0" u="none" strike="noStrike" cap="none">
              <a:solidFill>
                <a:srgbClr val="000000"/>
              </a:solidFill>
              <a:latin typeface="IBM Plex Sans"/>
              <a:ea typeface="IBM Plex Sans"/>
              <a:cs typeface="IBM Plex Sans"/>
              <a:sym typeface="IBM Plex Sans"/>
            </a:endParaRPr>
          </a:p>
        </p:txBody>
      </p:sp>
    </p:spTree>
    <p:extLst>
      <p:ext uri="{BB962C8B-B14F-4D97-AF65-F5344CB8AC3E}">
        <p14:creationId xmlns:p14="http://schemas.microsoft.com/office/powerpoint/2010/main" val="1691744588"/>
      </p:ext>
    </p:extLst>
  </p:cSld>
  <p:clrMapOvr>
    <a:masterClrMapping/>
  </p:clrMapOvr>
</p:sldLayout>
</file>

<file path=ppt/slideLayouts/slideLayout149.xml><?xml version="1.0" encoding="utf-8"?>
<p:sldLayout xmlns:a="http://schemas.openxmlformats.org/drawingml/2006/main" xmlns:r="http://schemas.openxmlformats.org/officeDocument/2006/relationships" xmlns:p="http://schemas.openxmlformats.org/presentationml/2006/main" matchingName="Title only - Spacecraft 1">
  <p:cSld name="Title only - Spacecraft 1">
    <p:spTree>
      <p:nvGrpSpPr>
        <p:cNvPr id="1" name="Shape 927"/>
        <p:cNvGrpSpPr/>
        <p:nvPr/>
      </p:nvGrpSpPr>
      <p:grpSpPr>
        <a:xfrm>
          <a:off x="0" y="0"/>
          <a:ext cx="0" cy="0"/>
          <a:chOff x="0" y="0"/>
          <a:chExt cx="0" cy="0"/>
        </a:xfrm>
      </p:grpSpPr>
      <p:sp>
        <p:nvSpPr>
          <p:cNvPr id="928" name="Google Shape;928;p63"/>
          <p:cNvSpPr txBox="1">
            <a:spLocks noGrp="1"/>
          </p:cNvSpPr>
          <p:nvPr>
            <p:ph type="title"/>
          </p:nvPr>
        </p:nvSpPr>
        <p:spPr>
          <a:xfrm>
            <a:off x="457200" y="114300"/>
            <a:ext cx="8229600" cy="903300"/>
          </a:xfrm>
          <a:prstGeom prst="rect">
            <a:avLst/>
          </a:prstGeom>
          <a:noFill/>
          <a:ln>
            <a:noFill/>
          </a:ln>
        </p:spPr>
        <p:txBody>
          <a:bodyPr spcFirstLastPara="1" wrap="square" lIns="0" tIns="0" rIns="0" bIns="0" anchor="t" anchorCtr="0">
            <a:normAutofit/>
          </a:bodyPr>
          <a:lstStyle>
            <a:lvl1pPr lvl="0" algn="l">
              <a:lnSpc>
                <a:spcPct val="100000"/>
              </a:lnSpc>
              <a:spcBef>
                <a:spcPts val="0"/>
              </a:spcBef>
              <a:spcAft>
                <a:spcPts val="0"/>
              </a:spcAft>
              <a:buSzPts val="34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929" name="Google Shape;929;p63"/>
          <p:cNvSpPr txBox="1">
            <a:spLocks noGrp="1"/>
          </p:cNvSpPr>
          <p:nvPr>
            <p:ph type="sldNum" idx="12"/>
          </p:nvPr>
        </p:nvSpPr>
        <p:spPr>
          <a:xfrm>
            <a:off x="8366700" y="4805546"/>
            <a:ext cx="548700" cy="215400"/>
          </a:xfrm>
          <a:prstGeom prst="rect">
            <a:avLst/>
          </a:prstGeom>
          <a:noFill/>
          <a:ln>
            <a:noFill/>
          </a:ln>
        </p:spPr>
        <p:txBody>
          <a:bodyPr spcFirstLastPara="1" wrap="square" lIns="91425" tIns="91425" rIns="91425" bIns="91425" anchor="ctr" anchorCtr="0">
            <a:noAutofit/>
          </a:bodyPr>
          <a:lstStyle>
            <a:lvl1pPr marL="0" marR="0" lvl="0"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L="0" marR="0" lvl="1"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0" marR="0" lvl="2"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0" marR="0" lvl="3"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0" marR="0" lvl="4"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0" marR="0" lvl="5"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0" marR="0" lvl="6"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0" marR="0" lvl="7"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0" marR="0" lvl="8"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n"/>
              <a:t>‹#›</a:t>
            </a:fld>
            <a:endParaRPr/>
          </a:p>
        </p:txBody>
      </p:sp>
      <p:pic>
        <p:nvPicPr>
          <p:cNvPr id="930" name="Google Shape;930;p63"/>
          <p:cNvPicPr preferRelativeResize="0"/>
          <p:nvPr/>
        </p:nvPicPr>
        <p:blipFill rotWithShape="1">
          <a:blip r:embed="rId2">
            <a:alphaModFix/>
          </a:blip>
          <a:srcRect/>
          <a:stretch/>
        </p:blipFill>
        <p:spPr>
          <a:xfrm>
            <a:off x="8544852" y="62010"/>
            <a:ext cx="599140" cy="599141"/>
          </a:xfrm>
          <a:prstGeom prst="rect">
            <a:avLst/>
          </a:prstGeom>
          <a:noFill/>
          <a:ln>
            <a:noFill/>
          </a:ln>
        </p:spPr>
      </p:pic>
      <p:sp>
        <p:nvSpPr>
          <p:cNvPr id="931" name="Google Shape;931;p63"/>
          <p:cNvSpPr txBox="1">
            <a:spLocks noGrp="1"/>
          </p:cNvSpPr>
          <p:nvPr>
            <p:ph type="subTitle" idx="1"/>
          </p:nvPr>
        </p:nvSpPr>
        <p:spPr>
          <a:xfrm>
            <a:off x="467075" y="4814525"/>
            <a:ext cx="2326500" cy="206400"/>
          </a:xfrm>
          <a:prstGeom prst="rect">
            <a:avLst/>
          </a:prstGeom>
          <a:noFill/>
          <a:ln>
            <a:noFill/>
          </a:ln>
        </p:spPr>
        <p:txBody>
          <a:bodyPr spcFirstLastPara="1" wrap="square" lIns="0" tIns="0" rIns="0" bIns="0" anchor="b" anchorCtr="0">
            <a:normAutofit/>
          </a:bodyPr>
          <a:lstStyle>
            <a:lvl1pPr lvl="0" algn="l">
              <a:lnSpc>
                <a:spcPct val="115000"/>
              </a:lnSpc>
              <a:spcBef>
                <a:spcPts val="0"/>
              </a:spcBef>
              <a:spcAft>
                <a:spcPts val="0"/>
              </a:spcAft>
              <a:buClr>
                <a:schemeClr val="dk2"/>
              </a:buClr>
              <a:buSzPts val="700"/>
              <a:buNone/>
              <a:defRPr sz="700">
                <a:solidFill>
                  <a:schemeClr val="dk2"/>
                </a:solidFill>
              </a:defRPr>
            </a:lvl1pPr>
            <a:lvl2pPr lvl="1" algn="l">
              <a:lnSpc>
                <a:spcPct val="115000"/>
              </a:lnSpc>
              <a:spcBef>
                <a:spcPts val="0"/>
              </a:spcBef>
              <a:spcAft>
                <a:spcPts val="0"/>
              </a:spcAft>
              <a:buSzPts val="1400"/>
              <a:buNone/>
              <a:defRPr/>
            </a:lvl2pPr>
            <a:lvl3pPr lvl="2" algn="l">
              <a:lnSpc>
                <a:spcPct val="115000"/>
              </a:lnSpc>
              <a:spcBef>
                <a:spcPts val="0"/>
              </a:spcBef>
              <a:spcAft>
                <a:spcPts val="0"/>
              </a:spcAft>
              <a:buSzPts val="1400"/>
              <a:buNone/>
              <a:defRPr/>
            </a:lvl3pPr>
            <a:lvl4pPr lvl="3" algn="l">
              <a:lnSpc>
                <a:spcPct val="115000"/>
              </a:lnSpc>
              <a:spcBef>
                <a:spcPts val="0"/>
              </a:spcBef>
              <a:spcAft>
                <a:spcPts val="0"/>
              </a:spcAft>
              <a:buSzPts val="1400"/>
              <a:buNone/>
              <a:defRPr/>
            </a:lvl4pPr>
            <a:lvl5pPr lvl="4" algn="l">
              <a:lnSpc>
                <a:spcPct val="115000"/>
              </a:lnSpc>
              <a:spcBef>
                <a:spcPts val="0"/>
              </a:spcBef>
              <a:spcAft>
                <a:spcPts val="0"/>
              </a:spcAft>
              <a:buSzPts val="1400"/>
              <a:buNone/>
              <a:defRPr/>
            </a:lvl5pPr>
            <a:lvl6pPr lvl="5" algn="l">
              <a:lnSpc>
                <a:spcPct val="115000"/>
              </a:lnSpc>
              <a:spcBef>
                <a:spcPts val="0"/>
              </a:spcBef>
              <a:spcAft>
                <a:spcPts val="0"/>
              </a:spcAft>
              <a:buSzPts val="1400"/>
              <a:buNone/>
              <a:defRPr/>
            </a:lvl6pPr>
            <a:lvl7pPr lvl="6" algn="l">
              <a:lnSpc>
                <a:spcPct val="115000"/>
              </a:lnSpc>
              <a:spcBef>
                <a:spcPts val="0"/>
              </a:spcBef>
              <a:spcAft>
                <a:spcPts val="0"/>
              </a:spcAft>
              <a:buSzPts val="1400"/>
              <a:buNone/>
              <a:defRPr/>
            </a:lvl7pPr>
            <a:lvl8pPr lvl="7" algn="l">
              <a:lnSpc>
                <a:spcPct val="115000"/>
              </a:lnSpc>
              <a:spcBef>
                <a:spcPts val="0"/>
              </a:spcBef>
              <a:spcAft>
                <a:spcPts val="0"/>
              </a:spcAft>
              <a:buSzPts val="1400"/>
              <a:buNone/>
              <a:defRPr/>
            </a:lvl8pPr>
            <a:lvl9pPr lvl="8" algn="l">
              <a:lnSpc>
                <a:spcPct val="115000"/>
              </a:lnSpc>
              <a:spcBef>
                <a:spcPts val="0"/>
              </a:spcBef>
              <a:spcAft>
                <a:spcPts val="0"/>
              </a:spcAft>
              <a:buSzPts val="1400"/>
              <a:buNone/>
              <a:defRPr/>
            </a:lvl9pPr>
          </a:lstStyle>
          <a:p>
            <a:endParaRPr/>
          </a:p>
        </p:txBody>
      </p:sp>
    </p:spTree>
    <p:extLst>
      <p:ext uri="{BB962C8B-B14F-4D97-AF65-F5344CB8AC3E}">
        <p14:creationId xmlns:p14="http://schemas.microsoft.com/office/powerpoint/2010/main" val="2510584006"/>
      </p:ext>
    </p:extLst>
  </p:cSld>
  <p:clrMapOvr>
    <a:masterClrMapping/>
  </p:clrMapOvr>
</p:sldLayout>
</file>

<file path=ppt/slideLayouts/slideLayout150.xml><?xml version="1.0" encoding="utf-8"?>
<p:sldLayout xmlns:a="http://schemas.openxmlformats.org/drawingml/2006/main" xmlns:r="http://schemas.openxmlformats.org/officeDocument/2006/relationships" xmlns:p="http://schemas.openxmlformats.org/presentationml/2006/main" matchingName="3 Column Simple 1">
  <p:cSld name="3 Column Simple 1">
    <p:bg>
      <p:bgPr>
        <a:solidFill>
          <a:schemeClr val="dk1"/>
        </a:solidFill>
        <a:effectLst/>
      </p:bgPr>
    </p:bg>
    <p:spTree>
      <p:nvGrpSpPr>
        <p:cNvPr id="1" name="Shape 932"/>
        <p:cNvGrpSpPr/>
        <p:nvPr/>
      </p:nvGrpSpPr>
      <p:grpSpPr>
        <a:xfrm>
          <a:off x="0" y="0"/>
          <a:ext cx="0" cy="0"/>
          <a:chOff x="0" y="0"/>
          <a:chExt cx="0" cy="0"/>
        </a:xfrm>
      </p:grpSpPr>
      <p:sp>
        <p:nvSpPr>
          <p:cNvPr id="933" name="Google Shape;933;p64"/>
          <p:cNvSpPr/>
          <p:nvPr/>
        </p:nvSpPr>
        <p:spPr>
          <a:xfrm>
            <a:off x="0" y="-8825"/>
            <a:ext cx="9144000" cy="954600"/>
          </a:xfrm>
          <a:prstGeom prst="rect">
            <a:avLst/>
          </a:prstGeom>
          <a:solidFill>
            <a:schemeClr val="lt2"/>
          </a:solidFill>
          <a:ln>
            <a:noFill/>
          </a:ln>
        </p:spPr>
        <p:txBody>
          <a:bodyPr spcFirstLastPara="1" wrap="square" lIns="91400" tIns="91400" rIns="91400" bIns="91400" anchor="ctr" anchorCtr="0">
            <a:noAutofit/>
          </a:bodyPr>
          <a:lstStyle/>
          <a:p>
            <a:pPr marL="0" marR="0" lvl="0" indent="0" algn="ctr" rtl="0">
              <a:lnSpc>
                <a:spcPct val="100000"/>
              </a:lnSpc>
              <a:spcBef>
                <a:spcPts val="0"/>
              </a:spcBef>
              <a:spcAft>
                <a:spcPts val="0"/>
              </a:spcAft>
              <a:buClr>
                <a:srgbClr val="000000"/>
              </a:buClr>
              <a:buSzPts val="1900"/>
              <a:buFont typeface="Arial"/>
              <a:buNone/>
            </a:pPr>
            <a:endParaRPr sz="1900" b="0" i="0" u="none" strike="noStrike" cap="none">
              <a:solidFill>
                <a:srgbClr val="000000"/>
              </a:solidFill>
              <a:latin typeface="IBM Plex Sans"/>
              <a:ea typeface="IBM Plex Sans"/>
              <a:cs typeface="IBM Plex Sans"/>
              <a:sym typeface="IBM Plex Sans"/>
            </a:endParaRPr>
          </a:p>
        </p:txBody>
      </p:sp>
      <p:sp>
        <p:nvSpPr>
          <p:cNvPr id="934" name="Google Shape;934;p64"/>
          <p:cNvSpPr txBox="1">
            <a:spLocks noGrp="1"/>
          </p:cNvSpPr>
          <p:nvPr>
            <p:ph type="title"/>
          </p:nvPr>
        </p:nvSpPr>
        <p:spPr>
          <a:xfrm>
            <a:off x="457201" y="114300"/>
            <a:ext cx="8229600" cy="903300"/>
          </a:xfrm>
          <a:prstGeom prst="rect">
            <a:avLst/>
          </a:prstGeom>
          <a:noFill/>
          <a:ln>
            <a:noFill/>
          </a:ln>
        </p:spPr>
        <p:txBody>
          <a:bodyPr spcFirstLastPara="1" wrap="square" lIns="0" tIns="0" rIns="0" bIns="0" anchor="t" anchorCtr="0">
            <a:normAutofit/>
          </a:bodyPr>
          <a:lstStyle>
            <a:lvl1pPr lvl="0" algn="l">
              <a:lnSpc>
                <a:spcPct val="100000"/>
              </a:lnSpc>
              <a:spcBef>
                <a:spcPts val="0"/>
              </a:spcBef>
              <a:spcAft>
                <a:spcPts val="0"/>
              </a:spcAft>
              <a:buSzPts val="2600"/>
              <a:buNone/>
              <a:defRPr/>
            </a:lvl1pPr>
            <a:lvl2pPr lvl="1" algn="l">
              <a:lnSpc>
                <a:spcPct val="100000"/>
              </a:lnSpc>
              <a:spcBef>
                <a:spcPts val="0"/>
              </a:spcBef>
              <a:spcAft>
                <a:spcPts val="0"/>
              </a:spcAft>
              <a:buSzPts val="2100"/>
              <a:buNone/>
              <a:defRPr/>
            </a:lvl2pPr>
            <a:lvl3pPr lvl="2" algn="l">
              <a:lnSpc>
                <a:spcPct val="100000"/>
              </a:lnSpc>
              <a:spcBef>
                <a:spcPts val="0"/>
              </a:spcBef>
              <a:spcAft>
                <a:spcPts val="0"/>
              </a:spcAft>
              <a:buSzPts val="2100"/>
              <a:buNone/>
              <a:defRPr/>
            </a:lvl3pPr>
            <a:lvl4pPr lvl="3" algn="l">
              <a:lnSpc>
                <a:spcPct val="100000"/>
              </a:lnSpc>
              <a:spcBef>
                <a:spcPts val="0"/>
              </a:spcBef>
              <a:spcAft>
                <a:spcPts val="0"/>
              </a:spcAft>
              <a:buSzPts val="2100"/>
              <a:buNone/>
              <a:defRPr/>
            </a:lvl4pPr>
            <a:lvl5pPr lvl="4" algn="l">
              <a:lnSpc>
                <a:spcPct val="100000"/>
              </a:lnSpc>
              <a:spcBef>
                <a:spcPts val="0"/>
              </a:spcBef>
              <a:spcAft>
                <a:spcPts val="0"/>
              </a:spcAft>
              <a:buSzPts val="2100"/>
              <a:buNone/>
              <a:defRPr/>
            </a:lvl5pPr>
            <a:lvl6pPr lvl="5" algn="l">
              <a:lnSpc>
                <a:spcPct val="100000"/>
              </a:lnSpc>
              <a:spcBef>
                <a:spcPts val="0"/>
              </a:spcBef>
              <a:spcAft>
                <a:spcPts val="0"/>
              </a:spcAft>
              <a:buSzPts val="2100"/>
              <a:buNone/>
              <a:defRPr/>
            </a:lvl6pPr>
            <a:lvl7pPr lvl="6" algn="l">
              <a:lnSpc>
                <a:spcPct val="100000"/>
              </a:lnSpc>
              <a:spcBef>
                <a:spcPts val="0"/>
              </a:spcBef>
              <a:spcAft>
                <a:spcPts val="0"/>
              </a:spcAft>
              <a:buSzPts val="2100"/>
              <a:buNone/>
              <a:defRPr/>
            </a:lvl7pPr>
            <a:lvl8pPr lvl="7" algn="l">
              <a:lnSpc>
                <a:spcPct val="100000"/>
              </a:lnSpc>
              <a:spcBef>
                <a:spcPts val="0"/>
              </a:spcBef>
              <a:spcAft>
                <a:spcPts val="0"/>
              </a:spcAft>
              <a:buSzPts val="2100"/>
              <a:buNone/>
              <a:defRPr/>
            </a:lvl8pPr>
            <a:lvl9pPr lvl="8" algn="l">
              <a:lnSpc>
                <a:spcPct val="100000"/>
              </a:lnSpc>
              <a:spcBef>
                <a:spcPts val="0"/>
              </a:spcBef>
              <a:spcAft>
                <a:spcPts val="0"/>
              </a:spcAft>
              <a:buSzPts val="2100"/>
              <a:buNone/>
              <a:defRPr/>
            </a:lvl9pPr>
          </a:lstStyle>
          <a:p>
            <a:endParaRPr/>
          </a:p>
        </p:txBody>
      </p:sp>
      <p:pic>
        <p:nvPicPr>
          <p:cNvPr id="935" name="Google Shape;935;p64"/>
          <p:cNvPicPr preferRelativeResize="0"/>
          <p:nvPr/>
        </p:nvPicPr>
        <p:blipFill rotWithShape="1">
          <a:blip r:embed="rId2">
            <a:alphaModFix/>
          </a:blip>
          <a:srcRect/>
          <a:stretch/>
        </p:blipFill>
        <p:spPr>
          <a:xfrm>
            <a:off x="8544853" y="62011"/>
            <a:ext cx="599140" cy="599142"/>
          </a:xfrm>
          <a:prstGeom prst="rect">
            <a:avLst/>
          </a:prstGeom>
          <a:noFill/>
          <a:ln>
            <a:noFill/>
          </a:ln>
        </p:spPr>
      </p:pic>
      <p:sp>
        <p:nvSpPr>
          <p:cNvPr id="936" name="Google Shape;936;p64"/>
          <p:cNvSpPr/>
          <p:nvPr/>
        </p:nvSpPr>
        <p:spPr>
          <a:xfrm>
            <a:off x="3020963" y="929952"/>
            <a:ext cx="39300" cy="4213500"/>
          </a:xfrm>
          <a:prstGeom prst="rect">
            <a:avLst/>
          </a:prstGeom>
          <a:solidFill>
            <a:srgbClr val="F7F7F7"/>
          </a:solidFill>
          <a:ln>
            <a:noFill/>
          </a:ln>
        </p:spPr>
        <p:txBody>
          <a:bodyPr spcFirstLastPara="1" wrap="square" lIns="91400" tIns="91400" rIns="91400" bIns="91400" anchor="ctr" anchorCtr="0">
            <a:noAutofit/>
          </a:bodyPr>
          <a:lstStyle/>
          <a:p>
            <a:pPr marL="0" marR="0" lvl="0" indent="0" algn="l" rtl="0">
              <a:lnSpc>
                <a:spcPct val="100000"/>
              </a:lnSpc>
              <a:spcBef>
                <a:spcPts val="0"/>
              </a:spcBef>
              <a:spcAft>
                <a:spcPts val="0"/>
              </a:spcAft>
              <a:buClr>
                <a:srgbClr val="000000"/>
              </a:buClr>
              <a:buSzPts val="1900"/>
              <a:buFont typeface="Arial"/>
              <a:buNone/>
            </a:pPr>
            <a:endParaRPr sz="1900" b="0" i="0" u="none" strike="noStrike" cap="none">
              <a:solidFill>
                <a:srgbClr val="000000"/>
              </a:solidFill>
              <a:latin typeface="IBM Plex Sans"/>
              <a:ea typeface="IBM Plex Sans"/>
              <a:cs typeface="IBM Plex Sans"/>
              <a:sym typeface="IBM Plex Sans"/>
            </a:endParaRPr>
          </a:p>
        </p:txBody>
      </p:sp>
      <p:sp>
        <p:nvSpPr>
          <p:cNvPr id="937" name="Google Shape;937;p64"/>
          <p:cNvSpPr/>
          <p:nvPr/>
        </p:nvSpPr>
        <p:spPr>
          <a:xfrm>
            <a:off x="6083663" y="929952"/>
            <a:ext cx="39300" cy="4213500"/>
          </a:xfrm>
          <a:prstGeom prst="rect">
            <a:avLst/>
          </a:prstGeom>
          <a:solidFill>
            <a:srgbClr val="F7F7F7"/>
          </a:solidFill>
          <a:ln>
            <a:noFill/>
          </a:ln>
        </p:spPr>
        <p:txBody>
          <a:bodyPr spcFirstLastPara="1" wrap="square" lIns="91400" tIns="91400" rIns="91400" bIns="91400" anchor="ctr" anchorCtr="0">
            <a:noAutofit/>
          </a:bodyPr>
          <a:lstStyle/>
          <a:p>
            <a:pPr marL="0" marR="0" lvl="0" indent="0" algn="l" rtl="0">
              <a:lnSpc>
                <a:spcPct val="100000"/>
              </a:lnSpc>
              <a:spcBef>
                <a:spcPts val="0"/>
              </a:spcBef>
              <a:spcAft>
                <a:spcPts val="0"/>
              </a:spcAft>
              <a:buClr>
                <a:srgbClr val="000000"/>
              </a:buClr>
              <a:buSzPts val="1900"/>
              <a:buFont typeface="Arial"/>
              <a:buNone/>
            </a:pPr>
            <a:endParaRPr sz="1900" b="0" i="0" u="none" strike="noStrike" cap="none">
              <a:solidFill>
                <a:srgbClr val="000000"/>
              </a:solidFill>
              <a:latin typeface="IBM Plex Sans"/>
              <a:ea typeface="IBM Plex Sans"/>
              <a:cs typeface="IBM Plex Sans"/>
              <a:sym typeface="IBM Plex Sans"/>
            </a:endParaRPr>
          </a:p>
        </p:txBody>
      </p:sp>
      <p:sp>
        <p:nvSpPr>
          <p:cNvPr id="938" name="Google Shape;938;p64"/>
          <p:cNvSpPr txBox="1">
            <a:spLocks noGrp="1"/>
          </p:cNvSpPr>
          <p:nvPr>
            <p:ph type="subTitle" idx="1"/>
          </p:nvPr>
        </p:nvSpPr>
        <p:spPr>
          <a:xfrm>
            <a:off x="304800" y="1218199"/>
            <a:ext cx="2466600" cy="855000"/>
          </a:xfrm>
          <a:prstGeom prst="rect">
            <a:avLst/>
          </a:prstGeom>
          <a:noFill/>
          <a:ln>
            <a:noFill/>
          </a:ln>
        </p:spPr>
        <p:txBody>
          <a:bodyPr spcFirstLastPara="1" wrap="square" lIns="0" tIns="0" rIns="0" bIns="0" anchor="t" anchorCtr="0">
            <a:normAutofit/>
          </a:bodyPr>
          <a:lstStyle>
            <a:lvl1pPr lvl="0" algn="l">
              <a:lnSpc>
                <a:spcPct val="100000"/>
              </a:lnSpc>
              <a:spcBef>
                <a:spcPts val="0"/>
              </a:spcBef>
              <a:spcAft>
                <a:spcPts val="0"/>
              </a:spcAft>
              <a:buClr>
                <a:schemeClr val="lt2"/>
              </a:buClr>
              <a:buSzPts val="1200"/>
              <a:buFont typeface="IBM Plex Sans Medium"/>
              <a:buNone/>
              <a:defRPr>
                <a:solidFill>
                  <a:schemeClr val="lt2"/>
                </a:solidFill>
                <a:latin typeface="IBM Plex Sans Medium"/>
                <a:ea typeface="IBM Plex Sans Medium"/>
                <a:cs typeface="IBM Plex Sans Medium"/>
                <a:sym typeface="IBM Plex Sans Medium"/>
              </a:defRPr>
            </a:lvl1pPr>
            <a:lvl2pPr lvl="1" algn="l">
              <a:lnSpc>
                <a:spcPct val="100000"/>
              </a:lnSpc>
              <a:spcBef>
                <a:spcPts val="0"/>
              </a:spcBef>
              <a:spcAft>
                <a:spcPts val="0"/>
              </a:spcAft>
              <a:buSzPts val="1100"/>
              <a:buFont typeface="IBM Plex Sans Medium"/>
              <a:buNone/>
              <a:defRPr>
                <a:latin typeface="IBM Plex Sans Medium"/>
                <a:ea typeface="IBM Plex Sans Medium"/>
                <a:cs typeface="IBM Plex Sans Medium"/>
                <a:sym typeface="IBM Plex Sans Medium"/>
              </a:defRPr>
            </a:lvl2pPr>
            <a:lvl3pPr lvl="2" algn="l">
              <a:lnSpc>
                <a:spcPct val="100000"/>
              </a:lnSpc>
              <a:spcBef>
                <a:spcPts val="0"/>
              </a:spcBef>
              <a:spcAft>
                <a:spcPts val="0"/>
              </a:spcAft>
              <a:buSzPts val="1100"/>
              <a:buFont typeface="IBM Plex Sans Medium"/>
              <a:buNone/>
              <a:defRPr>
                <a:latin typeface="IBM Plex Sans Medium"/>
                <a:ea typeface="IBM Plex Sans Medium"/>
                <a:cs typeface="IBM Plex Sans Medium"/>
                <a:sym typeface="IBM Plex Sans Medium"/>
              </a:defRPr>
            </a:lvl3pPr>
            <a:lvl4pPr lvl="3" algn="l">
              <a:lnSpc>
                <a:spcPct val="100000"/>
              </a:lnSpc>
              <a:spcBef>
                <a:spcPts val="0"/>
              </a:spcBef>
              <a:spcAft>
                <a:spcPts val="0"/>
              </a:spcAft>
              <a:buSzPts val="1100"/>
              <a:buFont typeface="IBM Plex Sans Medium"/>
              <a:buNone/>
              <a:defRPr>
                <a:latin typeface="IBM Plex Sans Medium"/>
                <a:ea typeface="IBM Plex Sans Medium"/>
                <a:cs typeface="IBM Plex Sans Medium"/>
                <a:sym typeface="IBM Plex Sans Medium"/>
              </a:defRPr>
            </a:lvl4pPr>
            <a:lvl5pPr lvl="4" algn="l">
              <a:lnSpc>
                <a:spcPct val="100000"/>
              </a:lnSpc>
              <a:spcBef>
                <a:spcPts val="0"/>
              </a:spcBef>
              <a:spcAft>
                <a:spcPts val="0"/>
              </a:spcAft>
              <a:buSzPts val="1100"/>
              <a:buFont typeface="IBM Plex Sans Medium"/>
              <a:buNone/>
              <a:defRPr>
                <a:latin typeface="IBM Plex Sans Medium"/>
                <a:ea typeface="IBM Plex Sans Medium"/>
                <a:cs typeface="IBM Plex Sans Medium"/>
                <a:sym typeface="IBM Plex Sans Medium"/>
              </a:defRPr>
            </a:lvl5pPr>
            <a:lvl6pPr lvl="5" algn="l">
              <a:lnSpc>
                <a:spcPct val="100000"/>
              </a:lnSpc>
              <a:spcBef>
                <a:spcPts val="0"/>
              </a:spcBef>
              <a:spcAft>
                <a:spcPts val="0"/>
              </a:spcAft>
              <a:buSzPts val="1100"/>
              <a:buFont typeface="IBM Plex Sans Medium"/>
              <a:buNone/>
              <a:defRPr>
                <a:latin typeface="IBM Plex Sans Medium"/>
                <a:ea typeface="IBM Plex Sans Medium"/>
                <a:cs typeface="IBM Plex Sans Medium"/>
                <a:sym typeface="IBM Plex Sans Medium"/>
              </a:defRPr>
            </a:lvl6pPr>
            <a:lvl7pPr lvl="6" algn="l">
              <a:lnSpc>
                <a:spcPct val="100000"/>
              </a:lnSpc>
              <a:spcBef>
                <a:spcPts val="0"/>
              </a:spcBef>
              <a:spcAft>
                <a:spcPts val="0"/>
              </a:spcAft>
              <a:buSzPts val="1100"/>
              <a:buFont typeface="IBM Plex Sans Medium"/>
              <a:buNone/>
              <a:defRPr>
                <a:latin typeface="IBM Plex Sans Medium"/>
                <a:ea typeface="IBM Plex Sans Medium"/>
                <a:cs typeface="IBM Plex Sans Medium"/>
                <a:sym typeface="IBM Plex Sans Medium"/>
              </a:defRPr>
            </a:lvl7pPr>
            <a:lvl8pPr lvl="7" algn="l">
              <a:lnSpc>
                <a:spcPct val="100000"/>
              </a:lnSpc>
              <a:spcBef>
                <a:spcPts val="0"/>
              </a:spcBef>
              <a:spcAft>
                <a:spcPts val="0"/>
              </a:spcAft>
              <a:buSzPts val="1100"/>
              <a:buFont typeface="IBM Plex Sans Medium"/>
              <a:buNone/>
              <a:defRPr>
                <a:latin typeface="IBM Plex Sans Medium"/>
                <a:ea typeface="IBM Plex Sans Medium"/>
                <a:cs typeface="IBM Plex Sans Medium"/>
                <a:sym typeface="IBM Plex Sans Medium"/>
              </a:defRPr>
            </a:lvl8pPr>
            <a:lvl9pPr lvl="8" algn="l">
              <a:lnSpc>
                <a:spcPct val="100000"/>
              </a:lnSpc>
              <a:spcBef>
                <a:spcPts val="0"/>
              </a:spcBef>
              <a:spcAft>
                <a:spcPts val="0"/>
              </a:spcAft>
              <a:buSzPts val="1100"/>
              <a:buFont typeface="IBM Plex Sans Medium"/>
              <a:buNone/>
              <a:defRPr>
                <a:latin typeface="IBM Plex Sans Medium"/>
                <a:ea typeface="IBM Plex Sans Medium"/>
                <a:cs typeface="IBM Plex Sans Medium"/>
                <a:sym typeface="IBM Plex Sans Medium"/>
              </a:defRPr>
            </a:lvl9pPr>
          </a:lstStyle>
          <a:p>
            <a:endParaRPr/>
          </a:p>
        </p:txBody>
      </p:sp>
      <p:sp>
        <p:nvSpPr>
          <p:cNvPr id="939" name="Google Shape;939;p64"/>
          <p:cNvSpPr txBox="1">
            <a:spLocks noGrp="1"/>
          </p:cNvSpPr>
          <p:nvPr>
            <p:ph type="body" idx="2"/>
          </p:nvPr>
        </p:nvSpPr>
        <p:spPr>
          <a:xfrm>
            <a:off x="304801" y="2073201"/>
            <a:ext cx="2467800" cy="2732400"/>
          </a:xfrm>
          <a:prstGeom prst="rect">
            <a:avLst/>
          </a:prstGeom>
          <a:noFill/>
          <a:ln>
            <a:noFill/>
          </a:ln>
        </p:spPr>
        <p:txBody>
          <a:bodyPr spcFirstLastPara="1" wrap="square" lIns="0" tIns="0" rIns="0" bIns="0" anchor="t" anchorCtr="0">
            <a:normAutofit/>
          </a:bodyPr>
          <a:lstStyle>
            <a:lvl1pPr marL="457200" lvl="0" indent="-298450" algn="l">
              <a:lnSpc>
                <a:spcPct val="115000"/>
              </a:lnSpc>
              <a:spcBef>
                <a:spcPts val="0"/>
              </a:spcBef>
              <a:spcAft>
                <a:spcPts val="0"/>
              </a:spcAft>
              <a:buSzPts val="1100"/>
              <a:buChar char="■"/>
              <a:defRPr sz="1400">
                <a:solidFill>
                  <a:schemeClr val="lt1"/>
                </a:solidFill>
              </a:defRPr>
            </a:lvl1pPr>
            <a:lvl2pPr marL="914400" lvl="1" indent="-298450" algn="l">
              <a:lnSpc>
                <a:spcPct val="115000"/>
              </a:lnSpc>
              <a:spcBef>
                <a:spcPts val="0"/>
              </a:spcBef>
              <a:spcAft>
                <a:spcPts val="0"/>
              </a:spcAft>
              <a:buClr>
                <a:schemeClr val="lt1"/>
              </a:buClr>
              <a:buSzPts val="1100"/>
              <a:buChar char="■"/>
              <a:defRPr>
                <a:solidFill>
                  <a:schemeClr val="lt1"/>
                </a:solidFill>
              </a:defRPr>
            </a:lvl2pPr>
            <a:lvl3pPr marL="1371600" lvl="2" indent="-298450" algn="l">
              <a:lnSpc>
                <a:spcPct val="115000"/>
              </a:lnSpc>
              <a:spcBef>
                <a:spcPts val="0"/>
              </a:spcBef>
              <a:spcAft>
                <a:spcPts val="0"/>
              </a:spcAft>
              <a:buClr>
                <a:schemeClr val="lt1"/>
              </a:buClr>
              <a:buSzPts val="1100"/>
              <a:buChar char="■"/>
              <a:defRPr>
                <a:solidFill>
                  <a:schemeClr val="lt1"/>
                </a:solidFill>
              </a:defRPr>
            </a:lvl3pPr>
            <a:lvl4pPr marL="1828800" lvl="3" indent="-298450" algn="l">
              <a:lnSpc>
                <a:spcPct val="115000"/>
              </a:lnSpc>
              <a:spcBef>
                <a:spcPts val="0"/>
              </a:spcBef>
              <a:spcAft>
                <a:spcPts val="0"/>
              </a:spcAft>
              <a:buClr>
                <a:schemeClr val="lt1"/>
              </a:buClr>
              <a:buSzPts val="1100"/>
              <a:buChar char="●"/>
              <a:defRPr>
                <a:solidFill>
                  <a:schemeClr val="lt1"/>
                </a:solidFill>
              </a:defRPr>
            </a:lvl4pPr>
            <a:lvl5pPr marL="2286000" lvl="4" indent="-298450" algn="l">
              <a:lnSpc>
                <a:spcPct val="115000"/>
              </a:lnSpc>
              <a:spcBef>
                <a:spcPts val="0"/>
              </a:spcBef>
              <a:spcAft>
                <a:spcPts val="0"/>
              </a:spcAft>
              <a:buClr>
                <a:schemeClr val="lt1"/>
              </a:buClr>
              <a:buSzPts val="1100"/>
              <a:buChar char="○"/>
              <a:defRPr>
                <a:solidFill>
                  <a:schemeClr val="lt1"/>
                </a:solidFill>
              </a:defRPr>
            </a:lvl5pPr>
            <a:lvl6pPr marL="2743200" lvl="5" indent="-298450" algn="l">
              <a:lnSpc>
                <a:spcPct val="115000"/>
              </a:lnSpc>
              <a:spcBef>
                <a:spcPts val="0"/>
              </a:spcBef>
              <a:spcAft>
                <a:spcPts val="0"/>
              </a:spcAft>
              <a:buClr>
                <a:schemeClr val="lt1"/>
              </a:buClr>
              <a:buSzPts val="1100"/>
              <a:buChar char="■"/>
              <a:defRPr>
                <a:solidFill>
                  <a:schemeClr val="lt1"/>
                </a:solidFill>
              </a:defRPr>
            </a:lvl6pPr>
            <a:lvl7pPr marL="3200400" lvl="6" indent="-298450" algn="l">
              <a:lnSpc>
                <a:spcPct val="115000"/>
              </a:lnSpc>
              <a:spcBef>
                <a:spcPts val="0"/>
              </a:spcBef>
              <a:spcAft>
                <a:spcPts val="0"/>
              </a:spcAft>
              <a:buClr>
                <a:schemeClr val="lt1"/>
              </a:buClr>
              <a:buSzPts val="1100"/>
              <a:buChar char="●"/>
              <a:defRPr>
                <a:solidFill>
                  <a:schemeClr val="lt1"/>
                </a:solidFill>
              </a:defRPr>
            </a:lvl7pPr>
            <a:lvl8pPr marL="3657600" lvl="7" indent="-298450" algn="l">
              <a:lnSpc>
                <a:spcPct val="115000"/>
              </a:lnSpc>
              <a:spcBef>
                <a:spcPts val="0"/>
              </a:spcBef>
              <a:spcAft>
                <a:spcPts val="0"/>
              </a:spcAft>
              <a:buClr>
                <a:schemeClr val="lt1"/>
              </a:buClr>
              <a:buSzPts val="1100"/>
              <a:buChar char="○"/>
              <a:defRPr>
                <a:solidFill>
                  <a:schemeClr val="lt1"/>
                </a:solidFill>
              </a:defRPr>
            </a:lvl8pPr>
            <a:lvl9pPr marL="4114800" lvl="8" indent="-298450" algn="l">
              <a:lnSpc>
                <a:spcPct val="115000"/>
              </a:lnSpc>
              <a:spcBef>
                <a:spcPts val="0"/>
              </a:spcBef>
              <a:spcAft>
                <a:spcPts val="0"/>
              </a:spcAft>
              <a:buClr>
                <a:schemeClr val="lt1"/>
              </a:buClr>
              <a:buSzPts val="1100"/>
              <a:buChar char="■"/>
              <a:defRPr>
                <a:solidFill>
                  <a:schemeClr val="lt1"/>
                </a:solidFill>
              </a:defRPr>
            </a:lvl9pPr>
          </a:lstStyle>
          <a:p>
            <a:endParaRPr/>
          </a:p>
        </p:txBody>
      </p:sp>
      <p:sp>
        <p:nvSpPr>
          <p:cNvPr id="940" name="Google Shape;940;p64"/>
          <p:cNvSpPr txBox="1">
            <a:spLocks noGrp="1"/>
          </p:cNvSpPr>
          <p:nvPr>
            <p:ph type="subTitle" idx="3"/>
          </p:nvPr>
        </p:nvSpPr>
        <p:spPr>
          <a:xfrm>
            <a:off x="3332313" y="1218199"/>
            <a:ext cx="2466600" cy="855000"/>
          </a:xfrm>
          <a:prstGeom prst="rect">
            <a:avLst/>
          </a:prstGeom>
          <a:noFill/>
          <a:ln>
            <a:noFill/>
          </a:ln>
        </p:spPr>
        <p:txBody>
          <a:bodyPr spcFirstLastPara="1" wrap="square" lIns="0" tIns="0" rIns="0" bIns="0" anchor="t" anchorCtr="0">
            <a:normAutofit/>
          </a:bodyPr>
          <a:lstStyle>
            <a:lvl1pPr lvl="0" algn="l">
              <a:lnSpc>
                <a:spcPct val="100000"/>
              </a:lnSpc>
              <a:spcBef>
                <a:spcPts val="0"/>
              </a:spcBef>
              <a:spcAft>
                <a:spcPts val="0"/>
              </a:spcAft>
              <a:buClr>
                <a:schemeClr val="lt2"/>
              </a:buClr>
              <a:buSzPts val="1200"/>
              <a:buFont typeface="IBM Plex Sans Medium"/>
              <a:buNone/>
              <a:defRPr>
                <a:solidFill>
                  <a:schemeClr val="lt2"/>
                </a:solidFill>
                <a:latin typeface="IBM Plex Sans Medium"/>
                <a:ea typeface="IBM Plex Sans Medium"/>
                <a:cs typeface="IBM Plex Sans Medium"/>
                <a:sym typeface="IBM Plex Sans Medium"/>
              </a:defRPr>
            </a:lvl1pPr>
            <a:lvl2pPr lvl="1" algn="l">
              <a:lnSpc>
                <a:spcPct val="100000"/>
              </a:lnSpc>
              <a:spcBef>
                <a:spcPts val="0"/>
              </a:spcBef>
              <a:spcAft>
                <a:spcPts val="0"/>
              </a:spcAft>
              <a:buSzPts val="1100"/>
              <a:buFont typeface="IBM Plex Sans Medium"/>
              <a:buNone/>
              <a:defRPr>
                <a:latin typeface="IBM Plex Sans Medium"/>
                <a:ea typeface="IBM Plex Sans Medium"/>
                <a:cs typeface="IBM Plex Sans Medium"/>
                <a:sym typeface="IBM Plex Sans Medium"/>
              </a:defRPr>
            </a:lvl2pPr>
            <a:lvl3pPr lvl="2" algn="l">
              <a:lnSpc>
                <a:spcPct val="100000"/>
              </a:lnSpc>
              <a:spcBef>
                <a:spcPts val="0"/>
              </a:spcBef>
              <a:spcAft>
                <a:spcPts val="0"/>
              </a:spcAft>
              <a:buSzPts val="1100"/>
              <a:buFont typeface="IBM Plex Sans Medium"/>
              <a:buNone/>
              <a:defRPr>
                <a:latin typeface="IBM Plex Sans Medium"/>
                <a:ea typeface="IBM Plex Sans Medium"/>
                <a:cs typeface="IBM Plex Sans Medium"/>
                <a:sym typeface="IBM Plex Sans Medium"/>
              </a:defRPr>
            </a:lvl3pPr>
            <a:lvl4pPr lvl="3" algn="l">
              <a:lnSpc>
                <a:spcPct val="100000"/>
              </a:lnSpc>
              <a:spcBef>
                <a:spcPts val="0"/>
              </a:spcBef>
              <a:spcAft>
                <a:spcPts val="0"/>
              </a:spcAft>
              <a:buSzPts val="1100"/>
              <a:buFont typeface="IBM Plex Sans Medium"/>
              <a:buNone/>
              <a:defRPr>
                <a:latin typeface="IBM Plex Sans Medium"/>
                <a:ea typeface="IBM Plex Sans Medium"/>
                <a:cs typeface="IBM Plex Sans Medium"/>
                <a:sym typeface="IBM Plex Sans Medium"/>
              </a:defRPr>
            </a:lvl4pPr>
            <a:lvl5pPr lvl="4" algn="l">
              <a:lnSpc>
                <a:spcPct val="100000"/>
              </a:lnSpc>
              <a:spcBef>
                <a:spcPts val="0"/>
              </a:spcBef>
              <a:spcAft>
                <a:spcPts val="0"/>
              </a:spcAft>
              <a:buSzPts val="1100"/>
              <a:buFont typeface="IBM Plex Sans Medium"/>
              <a:buNone/>
              <a:defRPr>
                <a:latin typeface="IBM Plex Sans Medium"/>
                <a:ea typeface="IBM Plex Sans Medium"/>
                <a:cs typeface="IBM Plex Sans Medium"/>
                <a:sym typeface="IBM Plex Sans Medium"/>
              </a:defRPr>
            </a:lvl5pPr>
            <a:lvl6pPr lvl="5" algn="l">
              <a:lnSpc>
                <a:spcPct val="100000"/>
              </a:lnSpc>
              <a:spcBef>
                <a:spcPts val="0"/>
              </a:spcBef>
              <a:spcAft>
                <a:spcPts val="0"/>
              </a:spcAft>
              <a:buSzPts val="1100"/>
              <a:buFont typeface="IBM Plex Sans Medium"/>
              <a:buNone/>
              <a:defRPr>
                <a:latin typeface="IBM Plex Sans Medium"/>
                <a:ea typeface="IBM Plex Sans Medium"/>
                <a:cs typeface="IBM Plex Sans Medium"/>
                <a:sym typeface="IBM Plex Sans Medium"/>
              </a:defRPr>
            </a:lvl6pPr>
            <a:lvl7pPr lvl="6" algn="l">
              <a:lnSpc>
                <a:spcPct val="100000"/>
              </a:lnSpc>
              <a:spcBef>
                <a:spcPts val="0"/>
              </a:spcBef>
              <a:spcAft>
                <a:spcPts val="0"/>
              </a:spcAft>
              <a:buSzPts val="1100"/>
              <a:buFont typeface="IBM Plex Sans Medium"/>
              <a:buNone/>
              <a:defRPr>
                <a:latin typeface="IBM Plex Sans Medium"/>
                <a:ea typeface="IBM Plex Sans Medium"/>
                <a:cs typeface="IBM Plex Sans Medium"/>
                <a:sym typeface="IBM Plex Sans Medium"/>
              </a:defRPr>
            </a:lvl7pPr>
            <a:lvl8pPr lvl="7" algn="l">
              <a:lnSpc>
                <a:spcPct val="100000"/>
              </a:lnSpc>
              <a:spcBef>
                <a:spcPts val="0"/>
              </a:spcBef>
              <a:spcAft>
                <a:spcPts val="0"/>
              </a:spcAft>
              <a:buSzPts val="1100"/>
              <a:buFont typeface="IBM Plex Sans Medium"/>
              <a:buNone/>
              <a:defRPr>
                <a:latin typeface="IBM Plex Sans Medium"/>
                <a:ea typeface="IBM Plex Sans Medium"/>
                <a:cs typeface="IBM Plex Sans Medium"/>
                <a:sym typeface="IBM Plex Sans Medium"/>
              </a:defRPr>
            </a:lvl8pPr>
            <a:lvl9pPr lvl="8" algn="l">
              <a:lnSpc>
                <a:spcPct val="100000"/>
              </a:lnSpc>
              <a:spcBef>
                <a:spcPts val="0"/>
              </a:spcBef>
              <a:spcAft>
                <a:spcPts val="0"/>
              </a:spcAft>
              <a:buSzPts val="1100"/>
              <a:buFont typeface="IBM Plex Sans Medium"/>
              <a:buNone/>
              <a:defRPr>
                <a:latin typeface="IBM Plex Sans Medium"/>
                <a:ea typeface="IBM Plex Sans Medium"/>
                <a:cs typeface="IBM Plex Sans Medium"/>
                <a:sym typeface="IBM Plex Sans Medium"/>
              </a:defRPr>
            </a:lvl9pPr>
          </a:lstStyle>
          <a:p>
            <a:endParaRPr/>
          </a:p>
        </p:txBody>
      </p:sp>
      <p:sp>
        <p:nvSpPr>
          <p:cNvPr id="941" name="Google Shape;941;p64"/>
          <p:cNvSpPr txBox="1">
            <a:spLocks noGrp="1"/>
          </p:cNvSpPr>
          <p:nvPr>
            <p:ph type="body" idx="4"/>
          </p:nvPr>
        </p:nvSpPr>
        <p:spPr>
          <a:xfrm>
            <a:off x="3332313" y="2073201"/>
            <a:ext cx="2467800" cy="2732400"/>
          </a:xfrm>
          <a:prstGeom prst="rect">
            <a:avLst/>
          </a:prstGeom>
          <a:noFill/>
          <a:ln>
            <a:noFill/>
          </a:ln>
        </p:spPr>
        <p:txBody>
          <a:bodyPr spcFirstLastPara="1" wrap="square" lIns="0" tIns="0" rIns="0" bIns="0" anchor="t" anchorCtr="0">
            <a:normAutofit/>
          </a:bodyPr>
          <a:lstStyle>
            <a:lvl1pPr marL="457200" lvl="0" indent="-298450" algn="l">
              <a:lnSpc>
                <a:spcPct val="115000"/>
              </a:lnSpc>
              <a:spcBef>
                <a:spcPts val="0"/>
              </a:spcBef>
              <a:spcAft>
                <a:spcPts val="0"/>
              </a:spcAft>
              <a:buSzPts val="1100"/>
              <a:buChar char="■"/>
              <a:defRPr sz="1400">
                <a:solidFill>
                  <a:schemeClr val="lt1"/>
                </a:solidFill>
              </a:defRPr>
            </a:lvl1pPr>
            <a:lvl2pPr marL="914400" lvl="1" indent="-298450" algn="l">
              <a:lnSpc>
                <a:spcPct val="115000"/>
              </a:lnSpc>
              <a:spcBef>
                <a:spcPts val="0"/>
              </a:spcBef>
              <a:spcAft>
                <a:spcPts val="0"/>
              </a:spcAft>
              <a:buClr>
                <a:schemeClr val="lt1"/>
              </a:buClr>
              <a:buSzPts val="1100"/>
              <a:buChar char="■"/>
              <a:defRPr>
                <a:solidFill>
                  <a:schemeClr val="lt1"/>
                </a:solidFill>
              </a:defRPr>
            </a:lvl2pPr>
            <a:lvl3pPr marL="1371600" lvl="2" indent="-298450" algn="l">
              <a:lnSpc>
                <a:spcPct val="115000"/>
              </a:lnSpc>
              <a:spcBef>
                <a:spcPts val="0"/>
              </a:spcBef>
              <a:spcAft>
                <a:spcPts val="0"/>
              </a:spcAft>
              <a:buClr>
                <a:schemeClr val="lt1"/>
              </a:buClr>
              <a:buSzPts val="1100"/>
              <a:buChar char="■"/>
              <a:defRPr>
                <a:solidFill>
                  <a:schemeClr val="lt1"/>
                </a:solidFill>
              </a:defRPr>
            </a:lvl3pPr>
            <a:lvl4pPr marL="1828800" lvl="3" indent="-298450" algn="l">
              <a:lnSpc>
                <a:spcPct val="115000"/>
              </a:lnSpc>
              <a:spcBef>
                <a:spcPts val="0"/>
              </a:spcBef>
              <a:spcAft>
                <a:spcPts val="0"/>
              </a:spcAft>
              <a:buClr>
                <a:schemeClr val="lt1"/>
              </a:buClr>
              <a:buSzPts val="1100"/>
              <a:buChar char="●"/>
              <a:defRPr>
                <a:solidFill>
                  <a:schemeClr val="lt1"/>
                </a:solidFill>
              </a:defRPr>
            </a:lvl4pPr>
            <a:lvl5pPr marL="2286000" lvl="4" indent="-298450" algn="l">
              <a:lnSpc>
                <a:spcPct val="115000"/>
              </a:lnSpc>
              <a:spcBef>
                <a:spcPts val="0"/>
              </a:spcBef>
              <a:spcAft>
                <a:spcPts val="0"/>
              </a:spcAft>
              <a:buClr>
                <a:schemeClr val="lt1"/>
              </a:buClr>
              <a:buSzPts val="1100"/>
              <a:buChar char="○"/>
              <a:defRPr>
                <a:solidFill>
                  <a:schemeClr val="lt1"/>
                </a:solidFill>
              </a:defRPr>
            </a:lvl5pPr>
            <a:lvl6pPr marL="2743200" lvl="5" indent="-298450" algn="l">
              <a:lnSpc>
                <a:spcPct val="115000"/>
              </a:lnSpc>
              <a:spcBef>
                <a:spcPts val="0"/>
              </a:spcBef>
              <a:spcAft>
                <a:spcPts val="0"/>
              </a:spcAft>
              <a:buClr>
                <a:schemeClr val="lt1"/>
              </a:buClr>
              <a:buSzPts val="1100"/>
              <a:buChar char="■"/>
              <a:defRPr>
                <a:solidFill>
                  <a:schemeClr val="lt1"/>
                </a:solidFill>
              </a:defRPr>
            </a:lvl6pPr>
            <a:lvl7pPr marL="3200400" lvl="6" indent="-298450" algn="l">
              <a:lnSpc>
                <a:spcPct val="115000"/>
              </a:lnSpc>
              <a:spcBef>
                <a:spcPts val="0"/>
              </a:spcBef>
              <a:spcAft>
                <a:spcPts val="0"/>
              </a:spcAft>
              <a:buClr>
                <a:schemeClr val="lt1"/>
              </a:buClr>
              <a:buSzPts val="1100"/>
              <a:buChar char="●"/>
              <a:defRPr>
                <a:solidFill>
                  <a:schemeClr val="lt1"/>
                </a:solidFill>
              </a:defRPr>
            </a:lvl7pPr>
            <a:lvl8pPr marL="3657600" lvl="7" indent="-298450" algn="l">
              <a:lnSpc>
                <a:spcPct val="115000"/>
              </a:lnSpc>
              <a:spcBef>
                <a:spcPts val="0"/>
              </a:spcBef>
              <a:spcAft>
                <a:spcPts val="0"/>
              </a:spcAft>
              <a:buClr>
                <a:schemeClr val="lt1"/>
              </a:buClr>
              <a:buSzPts val="1100"/>
              <a:buChar char="○"/>
              <a:defRPr>
                <a:solidFill>
                  <a:schemeClr val="lt1"/>
                </a:solidFill>
              </a:defRPr>
            </a:lvl8pPr>
            <a:lvl9pPr marL="4114800" lvl="8" indent="-298450" algn="l">
              <a:lnSpc>
                <a:spcPct val="115000"/>
              </a:lnSpc>
              <a:spcBef>
                <a:spcPts val="0"/>
              </a:spcBef>
              <a:spcAft>
                <a:spcPts val="0"/>
              </a:spcAft>
              <a:buClr>
                <a:schemeClr val="lt1"/>
              </a:buClr>
              <a:buSzPts val="1100"/>
              <a:buChar char="■"/>
              <a:defRPr>
                <a:solidFill>
                  <a:schemeClr val="lt1"/>
                </a:solidFill>
              </a:defRPr>
            </a:lvl9pPr>
          </a:lstStyle>
          <a:p>
            <a:endParaRPr/>
          </a:p>
        </p:txBody>
      </p:sp>
      <p:sp>
        <p:nvSpPr>
          <p:cNvPr id="942" name="Google Shape;942;p64"/>
          <p:cNvSpPr txBox="1">
            <a:spLocks noGrp="1"/>
          </p:cNvSpPr>
          <p:nvPr>
            <p:ph type="subTitle" idx="5"/>
          </p:nvPr>
        </p:nvSpPr>
        <p:spPr>
          <a:xfrm>
            <a:off x="6394988" y="1218199"/>
            <a:ext cx="2466600" cy="855000"/>
          </a:xfrm>
          <a:prstGeom prst="rect">
            <a:avLst/>
          </a:prstGeom>
          <a:noFill/>
          <a:ln>
            <a:noFill/>
          </a:ln>
        </p:spPr>
        <p:txBody>
          <a:bodyPr spcFirstLastPara="1" wrap="square" lIns="0" tIns="0" rIns="0" bIns="0" anchor="t" anchorCtr="0">
            <a:normAutofit/>
          </a:bodyPr>
          <a:lstStyle>
            <a:lvl1pPr lvl="0" algn="l">
              <a:lnSpc>
                <a:spcPct val="100000"/>
              </a:lnSpc>
              <a:spcBef>
                <a:spcPts val="0"/>
              </a:spcBef>
              <a:spcAft>
                <a:spcPts val="0"/>
              </a:spcAft>
              <a:buClr>
                <a:schemeClr val="lt2"/>
              </a:buClr>
              <a:buSzPts val="1200"/>
              <a:buFont typeface="IBM Plex Sans Medium"/>
              <a:buNone/>
              <a:defRPr>
                <a:solidFill>
                  <a:schemeClr val="lt2"/>
                </a:solidFill>
                <a:latin typeface="IBM Plex Sans Medium"/>
                <a:ea typeface="IBM Plex Sans Medium"/>
                <a:cs typeface="IBM Plex Sans Medium"/>
                <a:sym typeface="IBM Plex Sans Medium"/>
              </a:defRPr>
            </a:lvl1pPr>
            <a:lvl2pPr lvl="1" algn="l">
              <a:lnSpc>
                <a:spcPct val="100000"/>
              </a:lnSpc>
              <a:spcBef>
                <a:spcPts val="0"/>
              </a:spcBef>
              <a:spcAft>
                <a:spcPts val="0"/>
              </a:spcAft>
              <a:buSzPts val="1100"/>
              <a:buFont typeface="IBM Plex Sans Medium"/>
              <a:buNone/>
              <a:defRPr>
                <a:latin typeface="IBM Plex Sans Medium"/>
                <a:ea typeface="IBM Plex Sans Medium"/>
                <a:cs typeface="IBM Plex Sans Medium"/>
                <a:sym typeface="IBM Plex Sans Medium"/>
              </a:defRPr>
            </a:lvl2pPr>
            <a:lvl3pPr lvl="2" algn="l">
              <a:lnSpc>
                <a:spcPct val="100000"/>
              </a:lnSpc>
              <a:spcBef>
                <a:spcPts val="0"/>
              </a:spcBef>
              <a:spcAft>
                <a:spcPts val="0"/>
              </a:spcAft>
              <a:buSzPts val="1100"/>
              <a:buFont typeface="IBM Plex Sans Medium"/>
              <a:buNone/>
              <a:defRPr>
                <a:latin typeface="IBM Plex Sans Medium"/>
                <a:ea typeface="IBM Plex Sans Medium"/>
                <a:cs typeface="IBM Plex Sans Medium"/>
                <a:sym typeface="IBM Plex Sans Medium"/>
              </a:defRPr>
            </a:lvl3pPr>
            <a:lvl4pPr lvl="3" algn="l">
              <a:lnSpc>
                <a:spcPct val="100000"/>
              </a:lnSpc>
              <a:spcBef>
                <a:spcPts val="0"/>
              </a:spcBef>
              <a:spcAft>
                <a:spcPts val="0"/>
              </a:spcAft>
              <a:buSzPts val="1100"/>
              <a:buFont typeface="IBM Plex Sans Medium"/>
              <a:buNone/>
              <a:defRPr>
                <a:latin typeface="IBM Plex Sans Medium"/>
                <a:ea typeface="IBM Plex Sans Medium"/>
                <a:cs typeface="IBM Plex Sans Medium"/>
                <a:sym typeface="IBM Plex Sans Medium"/>
              </a:defRPr>
            </a:lvl4pPr>
            <a:lvl5pPr lvl="4" algn="l">
              <a:lnSpc>
                <a:spcPct val="100000"/>
              </a:lnSpc>
              <a:spcBef>
                <a:spcPts val="0"/>
              </a:spcBef>
              <a:spcAft>
                <a:spcPts val="0"/>
              </a:spcAft>
              <a:buSzPts val="1100"/>
              <a:buFont typeface="IBM Plex Sans Medium"/>
              <a:buNone/>
              <a:defRPr>
                <a:latin typeface="IBM Plex Sans Medium"/>
                <a:ea typeface="IBM Plex Sans Medium"/>
                <a:cs typeface="IBM Plex Sans Medium"/>
                <a:sym typeface="IBM Plex Sans Medium"/>
              </a:defRPr>
            </a:lvl5pPr>
            <a:lvl6pPr lvl="5" algn="l">
              <a:lnSpc>
                <a:spcPct val="100000"/>
              </a:lnSpc>
              <a:spcBef>
                <a:spcPts val="0"/>
              </a:spcBef>
              <a:spcAft>
                <a:spcPts val="0"/>
              </a:spcAft>
              <a:buSzPts val="1100"/>
              <a:buFont typeface="IBM Plex Sans Medium"/>
              <a:buNone/>
              <a:defRPr>
                <a:latin typeface="IBM Plex Sans Medium"/>
                <a:ea typeface="IBM Plex Sans Medium"/>
                <a:cs typeface="IBM Plex Sans Medium"/>
                <a:sym typeface="IBM Plex Sans Medium"/>
              </a:defRPr>
            </a:lvl6pPr>
            <a:lvl7pPr lvl="6" algn="l">
              <a:lnSpc>
                <a:spcPct val="100000"/>
              </a:lnSpc>
              <a:spcBef>
                <a:spcPts val="0"/>
              </a:spcBef>
              <a:spcAft>
                <a:spcPts val="0"/>
              </a:spcAft>
              <a:buSzPts val="1100"/>
              <a:buFont typeface="IBM Plex Sans Medium"/>
              <a:buNone/>
              <a:defRPr>
                <a:latin typeface="IBM Plex Sans Medium"/>
                <a:ea typeface="IBM Plex Sans Medium"/>
                <a:cs typeface="IBM Plex Sans Medium"/>
                <a:sym typeface="IBM Plex Sans Medium"/>
              </a:defRPr>
            </a:lvl7pPr>
            <a:lvl8pPr lvl="7" algn="l">
              <a:lnSpc>
                <a:spcPct val="100000"/>
              </a:lnSpc>
              <a:spcBef>
                <a:spcPts val="0"/>
              </a:spcBef>
              <a:spcAft>
                <a:spcPts val="0"/>
              </a:spcAft>
              <a:buSzPts val="1100"/>
              <a:buFont typeface="IBM Plex Sans Medium"/>
              <a:buNone/>
              <a:defRPr>
                <a:latin typeface="IBM Plex Sans Medium"/>
                <a:ea typeface="IBM Plex Sans Medium"/>
                <a:cs typeface="IBM Plex Sans Medium"/>
                <a:sym typeface="IBM Plex Sans Medium"/>
              </a:defRPr>
            </a:lvl8pPr>
            <a:lvl9pPr lvl="8" algn="l">
              <a:lnSpc>
                <a:spcPct val="100000"/>
              </a:lnSpc>
              <a:spcBef>
                <a:spcPts val="0"/>
              </a:spcBef>
              <a:spcAft>
                <a:spcPts val="0"/>
              </a:spcAft>
              <a:buSzPts val="1100"/>
              <a:buFont typeface="IBM Plex Sans Medium"/>
              <a:buNone/>
              <a:defRPr>
                <a:latin typeface="IBM Plex Sans Medium"/>
                <a:ea typeface="IBM Plex Sans Medium"/>
                <a:cs typeface="IBM Plex Sans Medium"/>
                <a:sym typeface="IBM Plex Sans Medium"/>
              </a:defRPr>
            </a:lvl9pPr>
          </a:lstStyle>
          <a:p>
            <a:endParaRPr/>
          </a:p>
        </p:txBody>
      </p:sp>
      <p:sp>
        <p:nvSpPr>
          <p:cNvPr id="943" name="Google Shape;943;p64"/>
          <p:cNvSpPr txBox="1">
            <a:spLocks noGrp="1"/>
          </p:cNvSpPr>
          <p:nvPr>
            <p:ph type="body" idx="6"/>
          </p:nvPr>
        </p:nvSpPr>
        <p:spPr>
          <a:xfrm>
            <a:off x="6394988" y="2073201"/>
            <a:ext cx="2467800" cy="2732400"/>
          </a:xfrm>
          <a:prstGeom prst="rect">
            <a:avLst/>
          </a:prstGeom>
          <a:noFill/>
          <a:ln>
            <a:noFill/>
          </a:ln>
        </p:spPr>
        <p:txBody>
          <a:bodyPr spcFirstLastPara="1" wrap="square" lIns="0" tIns="0" rIns="0" bIns="0" anchor="t" anchorCtr="0">
            <a:normAutofit/>
          </a:bodyPr>
          <a:lstStyle>
            <a:lvl1pPr marL="457200" lvl="0" indent="-298450" algn="l">
              <a:lnSpc>
                <a:spcPct val="115000"/>
              </a:lnSpc>
              <a:spcBef>
                <a:spcPts val="0"/>
              </a:spcBef>
              <a:spcAft>
                <a:spcPts val="0"/>
              </a:spcAft>
              <a:buSzPts val="1100"/>
              <a:buChar char="■"/>
              <a:defRPr sz="1400">
                <a:solidFill>
                  <a:schemeClr val="lt1"/>
                </a:solidFill>
              </a:defRPr>
            </a:lvl1pPr>
            <a:lvl2pPr marL="914400" lvl="1" indent="-298450" algn="l">
              <a:lnSpc>
                <a:spcPct val="115000"/>
              </a:lnSpc>
              <a:spcBef>
                <a:spcPts val="0"/>
              </a:spcBef>
              <a:spcAft>
                <a:spcPts val="0"/>
              </a:spcAft>
              <a:buClr>
                <a:schemeClr val="lt1"/>
              </a:buClr>
              <a:buSzPts val="1100"/>
              <a:buChar char="■"/>
              <a:defRPr>
                <a:solidFill>
                  <a:schemeClr val="lt1"/>
                </a:solidFill>
              </a:defRPr>
            </a:lvl2pPr>
            <a:lvl3pPr marL="1371600" lvl="2" indent="-298450" algn="l">
              <a:lnSpc>
                <a:spcPct val="115000"/>
              </a:lnSpc>
              <a:spcBef>
                <a:spcPts val="0"/>
              </a:spcBef>
              <a:spcAft>
                <a:spcPts val="0"/>
              </a:spcAft>
              <a:buClr>
                <a:schemeClr val="lt1"/>
              </a:buClr>
              <a:buSzPts val="1100"/>
              <a:buChar char="■"/>
              <a:defRPr>
                <a:solidFill>
                  <a:schemeClr val="lt1"/>
                </a:solidFill>
              </a:defRPr>
            </a:lvl3pPr>
            <a:lvl4pPr marL="1828800" lvl="3" indent="-298450" algn="l">
              <a:lnSpc>
                <a:spcPct val="115000"/>
              </a:lnSpc>
              <a:spcBef>
                <a:spcPts val="0"/>
              </a:spcBef>
              <a:spcAft>
                <a:spcPts val="0"/>
              </a:spcAft>
              <a:buClr>
                <a:schemeClr val="lt1"/>
              </a:buClr>
              <a:buSzPts val="1100"/>
              <a:buChar char="●"/>
              <a:defRPr>
                <a:solidFill>
                  <a:schemeClr val="lt1"/>
                </a:solidFill>
              </a:defRPr>
            </a:lvl4pPr>
            <a:lvl5pPr marL="2286000" lvl="4" indent="-298450" algn="l">
              <a:lnSpc>
                <a:spcPct val="115000"/>
              </a:lnSpc>
              <a:spcBef>
                <a:spcPts val="0"/>
              </a:spcBef>
              <a:spcAft>
                <a:spcPts val="0"/>
              </a:spcAft>
              <a:buClr>
                <a:schemeClr val="lt1"/>
              </a:buClr>
              <a:buSzPts val="1100"/>
              <a:buChar char="○"/>
              <a:defRPr>
                <a:solidFill>
                  <a:schemeClr val="lt1"/>
                </a:solidFill>
              </a:defRPr>
            </a:lvl5pPr>
            <a:lvl6pPr marL="2743200" lvl="5" indent="-298450" algn="l">
              <a:lnSpc>
                <a:spcPct val="115000"/>
              </a:lnSpc>
              <a:spcBef>
                <a:spcPts val="0"/>
              </a:spcBef>
              <a:spcAft>
                <a:spcPts val="0"/>
              </a:spcAft>
              <a:buClr>
                <a:schemeClr val="lt1"/>
              </a:buClr>
              <a:buSzPts val="1100"/>
              <a:buChar char="■"/>
              <a:defRPr>
                <a:solidFill>
                  <a:schemeClr val="lt1"/>
                </a:solidFill>
              </a:defRPr>
            </a:lvl6pPr>
            <a:lvl7pPr marL="3200400" lvl="6" indent="-298450" algn="l">
              <a:lnSpc>
                <a:spcPct val="115000"/>
              </a:lnSpc>
              <a:spcBef>
                <a:spcPts val="0"/>
              </a:spcBef>
              <a:spcAft>
                <a:spcPts val="0"/>
              </a:spcAft>
              <a:buClr>
                <a:schemeClr val="lt1"/>
              </a:buClr>
              <a:buSzPts val="1100"/>
              <a:buChar char="●"/>
              <a:defRPr>
                <a:solidFill>
                  <a:schemeClr val="lt1"/>
                </a:solidFill>
              </a:defRPr>
            </a:lvl7pPr>
            <a:lvl8pPr marL="3657600" lvl="7" indent="-298450" algn="l">
              <a:lnSpc>
                <a:spcPct val="115000"/>
              </a:lnSpc>
              <a:spcBef>
                <a:spcPts val="0"/>
              </a:spcBef>
              <a:spcAft>
                <a:spcPts val="0"/>
              </a:spcAft>
              <a:buClr>
                <a:schemeClr val="lt1"/>
              </a:buClr>
              <a:buSzPts val="1100"/>
              <a:buChar char="○"/>
              <a:defRPr>
                <a:solidFill>
                  <a:schemeClr val="lt1"/>
                </a:solidFill>
              </a:defRPr>
            </a:lvl8pPr>
            <a:lvl9pPr marL="4114800" lvl="8" indent="-298450" algn="l">
              <a:lnSpc>
                <a:spcPct val="115000"/>
              </a:lnSpc>
              <a:spcBef>
                <a:spcPts val="0"/>
              </a:spcBef>
              <a:spcAft>
                <a:spcPts val="0"/>
              </a:spcAft>
              <a:buClr>
                <a:schemeClr val="lt1"/>
              </a:buClr>
              <a:buSzPts val="1100"/>
              <a:buChar char="■"/>
              <a:defRPr>
                <a:solidFill>
                  <a:schemeClr val="lt1"/>
                </a:solidFill>
              </a:defRPr>
            </a:lvl9pPr>
          </a:lstStyle>
          <a:p>
            <a:endParaRPr/>
          </a:p>
        </p:txBody>
      </p:sp>
    </p:spTree>
    <p:extLst>
      <p:ext uri="{BB962C8B-B14F-4D97-AF65-F5344CB8AC3E}">
        <p14:creationId xmlns:p14="http://schemas.microsoft.com/office/powerpoint/2010/main" val="2690839467"/>
      </p:ext>
    </p:extLst>
  </p:cSld>
  <p:clrMapOvr>
    <a:masterClrMapping/>
  </p:clrMapOvr>
</p:sldLayout>
</file>

<file path=ppt/slideLayouts/slideLayout151.xml><?xml version="1.0" encoding="utf-8"?>
<p:sldLayout xmlns:a="http://schemas.openxmlformats.org/drawingml/2006/main" xmlns:r="http://schemas.openxmlformats.org/officeDocument/2006/relationships" xmlns:p="http://schemas.openxmlformats.org/presentationml/2006/main" matchingName="Title only - Black 2">
  <p:cSld name="Title only - Black 2">
    <p:bg>
      <p:bgPr>
        <a:solidFill>
          <a:schemeClr val="dk1"/>
        </a:solidFill>
        <a:effectLst/>
      </p:bgPr>
    </p:bg>
    <p:spTree>
      <p:nvGrpSpPr>
        <p:cNvPr id="1" name="Shape 944"/>
        <p:cNvGrpSpPr/>
        <p:nvPr/>
      </p:nvGrpSpPr>
      <p:grpSpPr>
        <a:xfrm>
          <a:off x="0" y="0"/>
          <a:ext cx="0" cy="0"/>
          <a:chOff x="0" y="0"/>
          <a:chExt cx="0" cy="0"/>
        </a:xfrm>
      </p:grpSpPr>
      <p:sp>
        <p:nvSpPr>
          <p:cNvPr id="945" name="Google Shape;945;p65"/>
          <p:cNvSpPr txBox="1">
            <a:spLocks noGrp="1"/>
          </p:cNvSpPr>
          <p:nvPr>
            <p:ph type="title"/>
          </p:nvPr>
        </p:nvSpPr>
        <p:spPr>
          <a:xfrm>
            <a:off x="457200" y="114300"/>
            <a:ext cx="8229600" cy="903300"/>
          </a:xfrm>
          <a:prstGeom prst="rect">
            <a:avLst/>
          </a:prstGeom>
          <a:noFill/>
          <a:ln>
            <a:noFill/>
          </a:ln>
        </p:spPr>
        <p:txBody>
          <a:bodyPr spcFirstLastPara="1" wrap="square" lIns="0" tIns="0" rIns="0" bIns="0" anchor="t" anchorCtr="0">
            <a:normAutofit/>
          </a:bodyPr>
          <a:lstStyle>
            <a:lvl1pPr lvl="0" algn="l">
              <a:lnSpc>
                <a:spcPct val="100000"/>
              </a:lnSpc>
              <a:spcBef>
                <a:spcPts val="0"/>
              </a:spcBef>
              <a:spcAft>
                <a:spcPts val="0"/>
              </a:spcAft>
              <a:buClr>
                <a:schemeClr val="lt2"/>
              </a:buClr>
              <a:buSzPts val="3400"/>
              <a:buNone/>
              <a:defRPr>
                <a:solidFill>
                  <a:schemeClr val="lt2"/>
                </a:solidFill>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946" name="Google Shape;946;p65"/>
          <p:cNvSpPr txBox="1">
            <a:spLocks noGrp="1"/>
          </p:cNvSpPr>
          <p:nvPr>
            <p:ph type="sldNum" idx="12"/>
          </p:nvPr>
        </p:nvSpPr>
        <p:spPr>
          <a:xfrm>
            <a:off x="8366700" y="4805546"/>
            <a:ext cx="548700" cy="215400"/>
          </a:xfrm>
          <a:prstGeom prst="rect">
            <a:avLst/>
          </a:prstGeom>
          <a:noFill/>
          <a:ln>
            <a:noFill/>
          </a:ln>
        </p:spPr>
        <p:txBody>
          <a:bodyPr spcFirstLastPara="1" wrap="square" lIns="0" tIns="0" rIns="0" bIns="0" anchor="b" anchorCtr="0">
            <a:normAutofit/>
          </a:bodyPr>
          <a:lstStyle>
            <a:lvl1pPr marL="0" marR="0" lvl="0" indent="0" algn="r">
              <a:lnSpc>
                <a:spcPct val="100000"/>
              </a:lnSpc>
              <a:spcBef>
                <a:spcPts val="0"/>
              </a:spcBef>
              <a:spcAft>
                <a:spcPts val="0"/>
              </a:spcAft>
              <a:buClr>
                <a:srgbClr val="000000"/>
              </a:buClr>
              <a:buSzPts val="800"/>
              <a:buFont typeface="Arial"/>
              <a:buNone/>
              <a:defRPr sz="800" b="0" i="0" u="none" strike="noStrike" cap="none">
                <a:solidFill>
                  <a:schemeClr val="accent5"/>
                </a:solidFill>
                <a:latin typeface="IBM Plex Sans"/>
                <a:ea typeface="IBM Plex Sans"/>
                <a:cs typeface="IBM Plex Sans"/>
                <a:sym typeface="IBM Plex Sans"/>
              </a:defRPr>
            </a:lvl1pPr>
            <a:lvl2pPr marL="0" marR="0" lvl="1" indent="0" algn="r">
              <a:lnSpc>
                <a:spcPct val="100000"/>
              </a:lnSpc>
              <a:spcBef>
                <a:spcPts val="0"/>
              </a:spcBef>
              <a:spcAft>
                <a:spcPts val="0"/>
              </a:spcAft>
              <a:buClr>
                <a:srgbClr val="000000"/>
              </a:buClr>
              <a:buSzPts val="800"/>
              <a:buFont typeface="Arial"/>
              <a:buNone/>
              <a:defRPr sz="800" b="0" i="0" u="none" strike="noStrike" cap="none">
                <a:solidFill>
                  <a:schemeClr val="accent5"/>
                </a:solidFill>
                <a:latin typeface="IBM Plex Sans"/>
                <a:ea typeface="IBM Plex Sans"/>
                <a:cs typeface="IBM Plex Sans"/>
                <a:sym typeface="IBM Plex Sans"/>
              </a:defRPr>
            </a:lvl2pPr>
            <a:lvl3pPr marL="0" marR="0" lvl="2" indent="0" algn="r">
              <a:lnSpc>
                <a:spcPct val="100000"/>
              </a:lnSpc>
              <a:spcBef>
                <a:spcPts val="0"/>
              </a:spcBef>
              <a:spcAft>
                <a:spcPts val="0"/>
              </a:spcAft>
              <a:buClr>
                <a:srgbClr val="000000"/>
              </a:buClr>
              <a:buSzPts val="800"/>
              <a:buFont typeface="Arial"/>
              <a:buNone/>
              <a:defRPr sz="800" b="0" i="0" u="none" strike="noStrike" cap="none">
                <a:solidFill>
                  <a:schemeClr val="accent5"/>
                </a:solidFill>
                <a:latin typeface="IBM Plex Sans"/>
                <a:ea typeface="IBM Plex Sans"/>
                <a:cs typeface="IBM Plex Sans"/>
                <a:sym typeface="IBM Plex Sans"/>
              </a:defRPr>
            </a:lvl3pPr>
            <a:lvl4pPr marL="0" marR="0" lvl="3" indent="0" algn="r">
              <a:lnSpc>
                <a:spcPct val="100000"/>
              </a:lnSpc>
              <a:spcBef>
                <a:spcPts val="0"/>
              </a:spcBef>
              <a:spcAft>
                <a:spcPts val="0"/>
              </a:spcAft>
              <a:buClr>
                <a:srgbClr val="000000"/>
              </a:buClr>
              <a:buSzPts val="800"/>
              <a:buFont typeface="Arial"/>
              <a:buNone/>
              <a:defRPr sz="800" b="0" i="0" u="none" strike="noStrike" cap="none">
                <a:solidFill>
                  <a:schemeClr val="accent5"/>
                </a:solidFill>
                <a:latin typeface="IBM Plex Sans"/>
                <a:ea typeface="IBM Plex Sans"/>
                <a:cs typeface="IBM Plex Sans"/>
                <a:sym typeface="IBM Plex Sans"/>
              </a:defRPr>
            </a:lvl4pPr>
            <a:lvl5pPr marL="0" marR="0" lvl="4" indent="0" algn="r">
              <a:lnSpc>
                <a:spcPct val="100000"/>
              </a:lnSpc>
              <a:spcBef>
                <a:spcPts val="0"/>
              </a:spcBef>
              <a:spcAft>
                <a:spcPts val="0"/>
              </a:spcAft>
              <a:buClr>
                <a:srgbClr val="000000"/>
              </a:buClr>
              <a:buSzPts val="800"/>
              <a:buFont typeface="Arial"/>
              <a:buNone/>
              <a:defRPr sz="800" b="0" i="0" u="none" strike="noStrike" cap="none">
                <a:solidFill>
                  <a:schemeClr val="accent5"/>
                </a:solidFill>
                <a:latin typeface="IBM Plex Sans"/>
                <a:ea typeface="IBM Plex Sans"/>
                <a:cs typeface="IBM Plex Sans"/>
                <a:sym typeface="IBM Plex Sans"/>
              </a:defRPr>
            </a:lvl5pPr>
            <a:lvl6pPr marL="0" marR="0" lvl="5" indent="0" algn="r">
              <a:lnSpc>
                <a:spcPct val="100000"/>
              </a:lnSpc>
              <a:spcBef>
                <a:spcPts val="0"/>
              </a:spcBef>
              <a:spcAft>
                <a:spcPts val="0"/>
              </a:spcAft>
              <a:buClr>
                <a:srgbClr val="000000"/>
              </a:buClr>
              <a:buSzPts val="800"/>
              <a:buFont typeface="Arial"/>
              <a:buNone/>
              <a:defRPr sz="800" b="0" i="0" u="none" strike="noStrike" cap="none">
                <a:solidFill>
                  <a:schemeClr val="accent5"/>
                </a:solidFill>
                <a:latin typeface="IBM Plex Sans"/>
                <a:ea typeface="IBM Plex Sans"/>
                <a:cs typeface="IBM Plex Sans"/>
                <a:sym typeface="IBM Plex Sans"/>
              </a:defRPr>
            </a:lvl6pPr>
            <a:lvl7pPr marL="0" marR="0" lvl="6" indent="0" algn="r">
              <a:lnSpc>
                <a:spcPct val="100000"/>
              </a:lnSpc>
              <a:spcBef>
                <a:spcPts val="0"/>
              </a:spcBef>
              <a:spcAft>
                <a:spcPts val="0"/>
              </a:spcAft>
              <a:buClr>
                <a:srgbClr val="000000"/>
              </a:buClr>
              <a:buSzPts val="800"/>
              <a:buFont typeface="Arial"/>
              <a:buNone/>
              <a:defRPr sz="800" b="0" i="0" u="none" strike="noStrike" cap="none">
                <a:solidFill>
                  <a:schemeClr val="accent5"/>
                </a:solidFill>
                <a:latin typeface="IBM Plex Sans"/>
                <a:ea typeface="IBM Plex Sans"/>
                <a:cs typeface="IBM Plex Sans"/>
                <a:sym typeface="IBM Plex Sans"/>
              </a:defRPr>
            </a:lvl7pPr>
            <a:lvl8pPr marL="0" marR="0" lvl="7" indent="0" algn="r">
              <a:lnSpc>
                <a:spcPct val="100000"/>
              </a:lnSpc>
              <a:spcBef>
                <a:spcPts val="0"/>
              </a:spcBef>
              <a:spcAft>
                <a:spcPts val="0"/>
              </a:spcAft>
              <a:buClr>
                <a:srgbClr val="000000"/>
              </a:buClr>
              <a:buSzPts val="800"/>
              <a:buFont typeface="Arial"/>
              <a:buNone/>
              <a:defRPr sz="800" b="0" i="0" u="none" strike="noStrike" cap="none">
                <a:solidFill>
                  <a:schemeClr val="accent5"/>
                </a:solidFill>
                <a:latin typeface="IBM Plex Sans"/>
                <a:ea typeface="IBM Plex Sans"/>
                <a:cs typeface="IBM Plex Sans"/>
                <a:sym typeface="IBM Plex Sans"/>
              </a:defRPr>
            </a:lvl8pPr>
            <a:lvl9pPr marL="0" marR="0" lvl="8" indent="0" algn="r">
              <a:lnSpc>
                <a:spcPct val="100000"/>
              </a:lnSpc>
              <a:spcBef>
                <a:spcPts val="0"/>
              </a:spcBef>
              <a:spcAft>
                <a:spcPts val="0"/>
              </a:spcAft>
              <a:buClr>
                <a:srgbClr val="000000"/>
              </a:buClr>
              <a:buSzPts val="800"/>
              <a:buFont typeface="Arial"/>
              <a:buNone/>
              <a:defRPr sz="800" b="0" i="0" u="none" strike="noStrike" cap="none">
                <a:solidFill>
                  <a:schemeClr val="accent5"/>
                </a:solidFill>
                <a:latin typeface="IBM Plex Sans"/>
                <a:ea typeface="IBM Plex Sans"/>
                <a:cs typeface="IBM Plex Sans"/>
                <a:sym typeface="IBM Plex Sans"/>
              </a:defRPr>
            </a:lvl9pPr>
          </a:lstStyle>
          <a:p>
            <a:pPr marL="0" lvl="0" indent="0" algn="r" rtl="0">
              <a:spcBef>
                <a:spcPts val="0"/>
              </a:spcBef>
              <a:spcAft>
                <a:spcPts val="0"/>
              </a:spcAft>
              <a:buNone/>
            </a:pPr>
            <a:fld id="{00000000-1234-1234-1234-123412341234}" type="slidenum">
              <a:rPr lang="en"/>
              <a:t>‹#›</a:t>
            </a:fld>
            <a:endParaRPr/>
          </a:p>
        </p:txBody>
      </p:sp>
      <p:pic>
        <p:nvPicPr>
          <p:cNvPr id="947" name="Google Shape;947;p65"/>
          <p:cNvPicPr preferRelativeResize="0"/>
          <p:nvPr/>
        </p:nvPicPr>
        <p:blipFill rotWithShape="1">
          <a:blip r:embed="rId2">
            <a:alphaModFix/>
          </a:blip>
          <a:srcRect/>
          <a:stretch/>
        </p:blipFill>
        <p:spPr>
          <a:xfrm>
            <a:off x="8544859" y="62003"/>
            <a:ext cx="599140" cy="599141"/>
          </a:xfrm>
          <a:prstGeom prst="rect">
            <a:avLst/>
          </a:prstGeom>
          <a:noFill/>
          <a:ln>
            <a:noFill/>
          </a:ln>
        </p:spPr>
      </p:pic>
      <p:sp>
        <p:nvSpPr>
          <p:cNvPr id="948" name="Google Shape;948;p65"/>
          <p:cNvSpPr txBox="1">
            <a:spLocks noGrp="1"/>
          </p:cNvSpPr>
          <p:nvPr>
            <p:ph type="subTitle" idx="1"/>
          </p:nvPr>
        </p:nvSpPr>
        <p:spPr>
          <a:xfrm>
            <a:off x="467075" y="4814525"/>
            <a:ext cx="2326500" cy="206400"/>
          </a:xfrm>
          <a:prstGeom prst="rect">
            <a:avLst/>
          </a:prstGeom>
          <a:noFill/>
          <a:ln>
            <a:noFill/>
          </a:ln>
        </p:spPr>
        <p:txBody>
          <a:bodyPr spcFirstLastPara="1" wrap="square" lIns="0" tIns="0" rIns="0" bIns="0" anchor="b" anchorCtr="0">
            <a:normAutofit/>
          </a:bodyPr>
          <a:lstStyle>
            <a:lvl1pPr lvl="0" algn="l">
              <a:lnSpc>
                <a:spcPct val="115000"/>
              </a:lnSpc>
              <a:spcBef>
                <a:spcPts val="0"/>
              </a:spcBef>
              <a:spcAft>
                <a:spcPts val="0"/>
              </a:spcAft>
              <a:buClr>
                <a:schemeClr val="accent5"/>
              </a:buClr>
              <a:buSzPts val="700"/>
              <a:buNone/>
              <a:defRPr sz="700">
                <a:solidFill>
                  <a:schemeClr val="accent5"/>
                </a:solidFill>
              </a:defRPr>
            </a:lvl1pPr>
            <a:lvl2pPr lvl="1" algn="l">
              <a:lnSpc>
                <a:spcPct val="115000"/>
              </a:lnSpc>
              <a:spcBef>
                <a:spcPts val="0"/>
              </a:spcBef>
              <a:spcAft>
                <a:spcPts val="0"/>
              </a:spcAft>
              <a:buSzPts val="1400"/>
              <a:buNone/>
              <a:defRPr/>
            </a:lvl2pPr>
            <a:lvl3pPr lvl="2" algn="l">
              <a:lnSpc>
                <a:spcPct val="115000"/>
              </a:lnSpc>
              <a:spcBef>
                <a:spcPts val="0"/>
              </a:spcBef>
              <a:spcAft>
                <a:spcPts val="0"/>
              </a:spcAft>
              <a:buSzPts val="1400"/>
              <a:buNone/>
              <a:defRPr/>
            </a:lvl3pPr>
            <a:lvl4pPr lvl="3" algn="l">
              <a:lnSpc>
                <a:spcPct val="115000"/>
              </a:lnSpc>
              <a:spcBef>
                <a:spcPts val="0"/>
              </a:spcBef>
              <a:spcAft>
                <a:spcPts val="0"/>
              </a:spcAft>
              <a:buSzPts val="1400"/>
              <a:buNone/>
              <a:defRPr/>
            </a:lvl4pPr>
            <a:lvl5pPr lvl="4" algn="l">
              <a:lnSpc>
                <a:spcPct val="115000"/>
              </a:lnSpc>
              <a:spcBef>
                <a:spcPts val="0"/>
              </a:spcBef>
              <a:spcAft>
                <a:spcPts val="0"/>
              </a:spcAft>
              <a:buSzPts val="1400"/>
              <a:buNone/>
              <a:defRPr/>
            </a:lvl5pPr>
            <a:lvl6pPr lvl="5" algn="l">
              <a:lnSpc>
                <a:spcPct val="115000"/>
              </a:lnSpc>
              <a:spcBef>
                <a:spcPts val="0"/>
              </a:spcBef>
              <a:spcAft>
                <a:spcPts val="0"/>
              </a:spcAft>
              <a:buSzPts val="1400"/>
              <a:buNone/>
              <a:defRPr/>
            </a:lvl6pPr>
            <a:lvl7pPr lvl="6" algn="l">
              <a:lnSpc>
                <a:spcPct val="115000"/>
              </a:lnSpc>
              <a:spcBef>
                <a:spcPts val="0"/>
              </a:spcBef>
              <a:spcAft>
                <a:spcPts val="0"/>
              </a:spcAft>
              <a:buSzPts val="1400"/>
              <a:buNone/>
              <a:defRPr/>
            </a:lvl7pPr>
            <a:lvl8pPr lvl="7" algn="l">
              <a:lnSpc>
                <a:spcPct val="115000"/>
              </a:lnSpc>
              <a:spcBef>
                <a:spcPts val="0"/>
              </a:spcBef>
              <a:spcAft>
                <a:spcPts val="0"/>
              </a:spcAft>
              <a:buSzPts val="1400"/>
              <a:buNone/>
              <a:defRPr/>
            </a:lvl8pPr>
            <a:lvl9pPr lvl="8" algn="l">
              <a:lnSpc>
                <a:spcPct val="115000"/>
              </a:lnSpc>
              <a:spcBef>
                <a:spcPts val="0"/>
              </a:spcBef>
              <a:spcAft>
                <a:spcPts val="0"/>
              </a:spcAft>
              <a:buSzPts val="1400"/>
              <a:buNone/>
              <a:defRPr/>
            </a:lvl9pPr>
          </a:lstStyle>
          <a:p>
            <a:endParaRPr/>
          </a:p>
        </p:txBody>
      </p:sp>
    </p:spTree>
    <p:extLst>
      <p:ext uri="{BB962C8B-B14F-4D97-AF65-F5344CB8AC3E}">
        <p14:creationId xmlns:p14="http://schemas.microsoft.com/office/powerpoint/2010/main" val="785621374"/>
      </p:ext>
    </p:extLst>
  </p:cSld>
  <p:clrMapOvr>
    <a:masterClrMapping/>
  </p:clrMapOvr>
</p:sldLayout>
</file>

<file path=ppt/slideMasters/_rels/slideMaster1.xml.rels><?xml version="1.0" encoding="UTF-8" standalone="yes"?>
<Relationships xmlns="http://schemas.openxmlformats.org/package/2006/relationships"><Relationship Id="rId26" Type="http://schemas.openxmlformats.org/officeDocument/2006/relationships/slideLayout" Target="../slideLayouts/slideLayout26.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63" Type="http://schemas.openxmlformats.org/officeDocument/2006/relationships/slideLayout" Target="../slideLayouts/slideLayout63.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66" Type="http://schemas.openxmlformats.org/officeDocument/2006/relationships/slideLayout" Target="../slideLayouts/slideLayout66.xml"/><Relationship Id="rId5" Type="http://schemas.openxmlformats.org/officeDocument/2006/relationships/slideLayout" Target="../slideLayouts/slideLayout5.xml"/><Relationship Id="rId61" Type="http://schemas.openxmlformats.org/officeDocument/2006/relationships/slideLayout" Target="../slideLayouts/slideLayout61.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64" Type="http://schemas.openxmlformats.org/officeDocument/2006/relationships/slideLayout" Target="../slideLayouts/slideLayout64.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67" Type="http://schemas.openxmlformats.org/officeDocument/2006/relationships/theme" Target="../theme/theme1.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slideLayout" Target="../slideLayouts/slideLayout62.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65" Type="http://schemas.openxmlformats.org/officeDocument/2006/relationships/slideLayout" Target="../slideLayouts/slideLayout65.xml"/><Relationship Id="rId4" Type="http://schemas.openxmlformats.org/officeDocument/2006/relationships/slideLayout" Target="../slideLayouts/slideLayout4.xml"/><Relationship Id="rId9" Type="http://schemas.openxmlformats.org/officeDocument/2006/relationships/slideLayout" Target="../slideLayouts/slideLayout9.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9" Type="http://schemas.openxmlformats.org/officeDocument/2006/relationships/slideLayout" Target="../slideLayouts/slideLayout39.xml"/></Relationships>
</file>

<file path=ppt/slideMasters/_rels/slideMaster2.xml.rels><?xml version="1.0" encoding="UTF-8" standalone="yes"?>
<Relationships xmlns="http://schemas.openxmlformats.org/package/2006/relationships"><Relationship Id="rId26" Type="http://schemas.openxmlformats.org/officeDocument/2006/relationships/slideLayout" Target="../slideLayouts/slideLayout92.xml"/><Relationship Id="rId21" Type="http://schemas.openxmlformats.org/officeDocument/2006/relationships/slideLayout" Target="../slideLayouts/slideLayout87.xml"/><Relationship Id="rId42" Type="http://schemas.openxmlformats.org/officeDocument/2006/relationships/slideLayout" Target="../slideLayouts/slideLayout108.xml"/><Relationship Id="rId47" Type="http://schemas.openxmlformats.org/officeDocument/2006/relationships/slideLayout" Target="../slideLayouts/slideLayout113.xml"/><Relationship Id="rId63" Type="http://schemas.openxmlformats.org/officeDocument/2006/relationships/slideLayout" Target="../slideLayouts/slideLayout129.xml"/><Relationship Id="rId68" Type="http://schemas.openxmlformats.org/officeDocument/2006/relationships/slideLayout" Target="../slideLayouts/slideLayout134.xml"/><Relationship Id="rId84" Type="http://schemas.openxmlformats.org/officeDocument/2006/relationships/slideLayout" Target="../slideLayouts/slideLayout150.xml"/><Relationship Id="rId16" Type="http://schemas.openxmlformats.org/officeDocument/2006/relationships/slideLayout" Target="../slideLayouts/slideLayout82.xml"/><Relationship Id="rId11" Type="http://schemas.openxmlformats.org/officeDocument/2006/relationships/slideLayout" Target="../slideLayouts/slideLayout77.xml"/><Relationship Id="rId32" Type="http://schemas.openxmlformats.org/officeDocument/2006/relationships/slideLayout" Target="../slideLayouts/slideLayout98.xml"/><Relationship Id="rId37" Type="http://schemas.openxmlformats.org/officeDocument/2006/relationships/slideLayout" Target="../slideLayouts/slideLayout103.xml"/><Relationship Id="rId53" Type="http://schemas.openxmlformats.org/officeDocument/2006/relationships/slideLayout" Target="../slideLayouts/slideLayout119.xml"/><Relationship Id="rId58" Type="http://schemas.openxmlformats.org/officeDocument/2006/relationships/slideLayout" Target="../slideLayouts/slideLayout124.xml"/><Relationship Id="rId74" Type="http://schemas.openxmlformats.org/officeDocument/2006/relationships/slideLayout" Target="../slideLayouts/slideLayout140.xml"/><Relationship Id="rId79" Type="http://schemas.openxmlformats.org/officeDocument/2006/relationships/slideLayout" Target="../slideLayouts/slideLayout145.xml"/><Relationship Id="rId5" Type="http://schemas.openxmlformats.org/officeDocument/2006/relationships/slideLayout" Target="../slideLayouts/slideLayout71.xml"/><Relationship Id="rId19" Type="http://schemas.openxmlformats.org/officeDocument/2006/relationships/slideLayout" Target="../slideLayouts/slideLayout85.xml"/><Relationship Id="rId14" Type="http://schemas.openxmlformats.org/officeDocument/2006/relationships/slideLayout" Target="../slideLayouts/slideLayout80.xml"/><Relationship Id="rId22" Type="http://schemas.openxmlformats.org/officeDocument/2006/relationships/slideLayout" Target="../slideLayouts/slideLayout88.xml"/><Relationship Id="rId27" Type="http://schemas.openxmlformats.org/officeDocument/2006/relationships/slideLayout" Target="../slideLayouts/slideLayout93.xml"/><Relationship Id="rId30" Type="http://schemas.openxmlformats.org/officeDocument/2006/relationships/slideLayout" Target="../slideLayouts/slideLayout96.xml"/><Relationship Id="rId35" Type="http://schemas.openxmlformats.org/officeDocument/2006/relationships/slideLayout" Target="../slideLayouts/slideLayout101.xml"/><Relationship Id="rId43" Type="http://schemas.openxmlformats.org/officeDocument/2006/relationships/slideLayout" Target="../slideLayouts/slideLayout109.xml"/><Relationship Id="rId48" Type="http://schemas.openxmlformats.org/officeDocument/2006/relationships/slideLayout" Target="../slideLayouts/slideLayout114.xml"/><Relationship Id="rId56" Type="http://schemas.openxmlformats.org/officeDocument/2006/relationships/slideLayout" Target="../slideLayouts/slideLayout122.xml"/><Relationship Id="rId64" Type="http://schemas.openxmlformats.org/officeDocument/2006/relationships/slideLayout" Target="../slideLayouts/slideLayout130.xml"/><Relationship Id="rId69" Type="http://schemas.openxmlformats.org/officeDocument/2006/relationships/slideLayout" Target="../slideLayouts/slideLayout135.xml"/><Relationship Id="rId77" Type="http://schemas.openxmlformats.org/officeDocument/2006/relationships/slideLayout" Target="../slideLayouts/slideLayout143.xml"/><Relationship Id="rId8" Type="http://schemas.openxmlformats.org/officeDocument/2006/relationships/slideLayout" Target="../slideLayouts/slideLayout74.xml"/><Relationship Id="rId51" Type="http://schemas.openxmlformats.org/officeDocument/2006/relationships/slideLayout" Target="../slideLayouts/slideLayout117.xml"/><Relationship Id="rId72" Type="http://schemas.openxmlformats.org/officeDocument/2006/relationships/slideLayout" Target="../slideLayouts/slideLayout138.xml"/><Relationship Id="rId80" Type="http://schemas.openxmlformats.org/officeDocument/2006/relationships/slideLayout" Target="../slideLayouts/slideLayout146.xml"/><Relationship Id="rId85" Type="http://schemas.openxmlformats.org/officeDocument/2006/relationships/slideLayout" Target="../slideLayouts/slideLayout151.xml"/><Relationship Id="rId3" Type="http://schemas.openxmlformats.org/officeDocument/2006/relationships/slideLayout" Target="../slideLayouts/slideLayout69.xml"/><Relationship Id="rId12" Type="http://schemas.openxmlformats.org/officeDocument/2006/relationships/slideLayout" Target="../slideLayouts/slideLayout78.xml"/><Relationship Id="rId17" Type="http://schemas.openxmlformats.org/officeDocument/2006/relationships/slideLayout" Target="../slideLayouts/slideLayout83.xml"/><Relationship Id="rId25" Type="http://schemas.openxmlformats.org/officeDocument/2006/relationships/slideLayout" Target="../slideLayouts/slideLayout91.xml"/><Relationship Id="rId33" Type="http://schemas.openxmlformats.org/officeDocument/2006/relationships/slideLayout" Target="../slideLayouts/slideLayout99.xml"/><Relationship Id="rId38" Type="http://schemas.openxmlformats.org/officeDocument/2006/relationships/slideLayout" Target="../slideLayouts/slideLayout104.xml"/><Relationship Id="rId46" Type="http://schemas.openxmlformats.org/officeDocument/2006/relationships/slideLayout" Target="../slideLayouts/slideLayout112.xml"/><Relationship Id="rId59" Type="http://schemas.openxmlformats.org/officeDocument/2006/relationships/slideLayout" Target="../slideLayouts/slideLayout125.xml"/><Relationship Id="rId67" Type="http://schemas.openxmlformats.org/officeDocument/2006/relationships/slideLayout" Target="../slideLayouts/slideLayout133.xml"/><Relationship Id="rId20" Type="http://schemas.openxmlformats.org/officeDocument/2006/relationships/slideLayout" Target="../slideLayouts/slideLayout86.xml"/><Relationship Id="rId41" Type="http://schemas.openxmlformats.org/officeDocument/2006/relationships/slideLayout" Target="../slideLayouts/slideLayout107.xml"/><Relationship Id="rId54" Type="http://schemas.openxmlformats.org/officeDocument/2006/relationships/slideLayout" Target="../slideLayouts/slideLayout120.xml"/><Relationship Id="rId62" Type="http://schemas.openxmlformats.org/officeDocument/2006/relationships/slideLayout" Target="../slideLayouts/slideLayout128.xml"/><Relationship Id="rId70" Type="http://schemas.openxmlformats.org/officeDocument/2006/relationships/slideLayout" Target="../slideLayouts/slideLayout136.xml"/><Relationship Id="rId75" Type="http://schemas.openxmlformats.org/officeDocument/2006/relationships/slideLayout" Target="../slideLayouts/slideLayout141.xml"/><Relationship Id="rId83" Type="http://schemas.openxmlformats.org/officeDocument/2006/relationships/slideLayout" Target="../slideLayouts/slideLayout149.xml"/><Relationship Id="rId1" Type="http://schemas.openxmlformats.org/officeDocument/2006/relationships/slideLayout" Target="../slideLayouts/slideLayout67.xml"/><Relationship Id="rId6" Type="http://schemas.openxmlformats.org/officeDocument/2006/relationships/slideLayout" Target="../slideLayouts/slideLayout72.xml"/><Relationship Id="rId15" Type="http://schemas.openxmlformats.org/officeDocument/2006/relationships/slideLayout" Target="../slideLayouts/slideLayout81.xml"/><Relationship Id="rId23" Type="http://schemas.openxmlformats.org/officeDocument/2006/relationships/slideLayout" Target="../slideLayouts/slideLayout89.xml"/><Relationship Id="rId28" Type="http://schemas.openxmlformats.org/officeDocument/2006/relationships/slideLayout" Target="../slideLayouts/slideLayout94.xml"/><Relationship Id="rId36" Type="http://schemas.openxmlformats.org/officeDocument/2006/relationships/slideLayout" Target="../slideLayouts/slideLayout102.xml"/><Relationship Id="rId49" Type="http://schemas.openxmlformats.org/officeDocument/2006/relationships/slideLayout" Target="../slideLayouts/slideLayout115.xml"/><Relationship Id="rId57" Type="http://schemas.openxmlformats.org/officeDocument/2006/relationships/slideLayout" Target="../slideLayouts/slideLayout123.xml"/><Relationship Id="rId10" Type="http://schemas.openxmlformats.org/officeDocument/2006/relationships/slideLayout" Target="../slideLayouts/slideLayout76.xml"/><Relationship Id="rId31" Type="http://schemas.openxmlformats.org/officeDocument/2006/relationships/slideLayout" Target="../slideLayouts/slideLayout97.xml"/><Relationship Id="rId44" Type="http://schemas.openxmlformats.org/officeDocument/2006/relationships/slideLayout" Target="../slideLayouts/slideLayout110.xml"/><Relationship Id="rId52" Type="http://schemas.openxmlformats.org/officeDocument/2006/relationships/slideLayout" Target="../slideLayouts/slideLayout118.xml"/><Relationship Id="rId60" Type="http://schemas.openxmlformats.org/officeDocument/2006/relationships/slideLayout" Target="../slideLayouts/slideLayout126.xml"/><Relationship Id="rId65" Type="http://schemas.openxmlformats.org/officeDocument/2006/relationships/slideLayout" Target="../slideLayouts/slideLayout131.xml"/><Relationship Id="rId73" Type="http://schemas.openxmlformats.org/officeDocument/2006/relationships/slideLayout" Target="../slideLayouts/slideLayout139.xml"/><Relationship Id="rId78" Type="http://schemas.openxmlformats.org/officeDocument/2006/relationships/slideLayout" Target="../slideLayouts/slideLayout144.xml"/><Relationship Id="rId81" Type="http://schemas.openxmlformats.org/officeDocument/2006/relationships/slideLayout" Target="../slideLayouts/slideLayout147.xml"/><Relationship Id="rId86" Type="http://schemas.openxmlformats.org/officeDocument/2006/relationships/theme" Target="../theme/theme2.xml"/><Relationship Id="rId4" Type="http://schemas.openxmlformats.org/officeDocument/2006/relationships/slideLayout" Target="../slideLayouts/slideLayout70.xml"/><Relationship Id="rId9" Type="http://schemas.openxmlformats.org/officeDocument/2006/relationships/slideLayout" Target="../slideLayouts/slideLayout75.xml"/><Relationship Id="rId13" Type="http://schemas.openxmlformats.org/officeDocument/2006/relationships/slideLayout" Target="../slideLayouts/slideLayout79.xml"/><Relationship Id="rId18" Type="http://schemas.openxmlformats.org/officeDocument/2006/relationships/slideLayout" Target="../slideLayouts/slideLayout84.xml"/><Relationship Id="rId39" Type="http://schemas.openxmlformats.org/officeDocument/2006/relationships/slideLayout" Target="../slideLayouts/slideLayout105.xml"/><Relationship Id="rId34" Type="http://schemas.openxmlformats.org/officeDocument/2006/relationships/slideLayout" Target="../slideLayouts/slideLayout100.xml"/><Relationship Id="rId50" Type="http://schemas.openxmlformats.org/officeDocument/2006/relationships/slideLayout" Target="../slideLayouts/slideLayout116.xml"/><Relationship Id="rId55" Type="http://schemas.openxmlformats.org/officeDocument/2006/relationships/slideLayout" Target="../slideLayouts/slideLayout121.xml"/><Relationship Id="rId76" Type="http://schemas.openxmlformats.org/officeDocument/2006/relationships/slideLayout" Target="../slideLayouts/slideLayout142.xml"/><Relationship Id="rId7" Type="http://schemas.openxmlformats.org/officeDocument/2006/relationships/slideLayout" Target="../slideLayouts/slideLayout73.xml"/><Relationship Id="rId71" Type="http://schemas.openxmlformats.org/officeDocument/2006/relationships/slideLayout" Target="../slideLayouts/slideLayout137.xml"/><Relationship Id="rId2" Type="http://schemas.openxmlformats.org/officeDocument/2006/relationships/slideLayout" Target="../slideLayouts/slideLayout68.xml"/><Relationship Id="rId29" Type="http://schemas.openxmlformats.org/officeDocument/2006/relationships/slideLayout" Target="../slideLayouts/slideLayout95.xml"/><Relationship Id="rId24" Type="http://schemas.openxmlformats.org/officeDocument/2006/relationships/slideLayout" Target="../slideLayouts/slideLayout90.xml"/><Relationship Id="rId40" Type="http://schemas.openxmlformats.org/officeDocument/2006/relationships/slideLayout" Target="../slideLayouts/slideLayout106.xml"/><Relationship Id="rId45" Type="http://schemas.openxmlformats.org/officeDocument/2006/relationships/slideLayout" Target="../slideLayouts/slideLayout111.xml"/><Relationship Id="rId66" Type="http://schemas.openxmlformats.org/officeDocument/2006/relationships/slideLayout" Target="../slideLayouts/slideLayout132.xml"/><Relationship Id="rId61" Type="http://schemas.openxmlformats.org/officeDocument/2006/relationships/slideLayout" Target="../slideLayouts/slideLayout127.xml"/><Relationship Id="rId82" Type="http://schemas.openxmlformats.org/officeDocument/2006/relationships/slideLayout" Target="../slideLayouts/slideLayout14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2"/>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57200" y="114300"/>
            <a:ext cx="8229600" cy="903300"/>
          </a:xfrm>
          <a:prstGeom prst="rect">
            <a:avLst/>
          </a:prstGeom>
          <a:noFill/>
          <a:ln>
            <a:noFill/>
          </a:ln>
        </p:spPr>
        <p:txBody>
          <a:bodyPr spcFirstLastPara="1" wrap="square" lIns="0" tIns="0" rIns="0" bIns="0" anchor="t" anchorCtr="0">
            <a:normAutofit/>
          </a:bodyPr>
          <a:lstStyle>
            <a:lvl1pPr lvl="0">
              <a:spcBef>
                <a:spcPts val="0"/>
              </a:spcBef>
              <a:spcAft>
                <a:spcPts val="0"/>
              </a:spcAft>
              <a:buClr>
                <a:schemeClr val="dk1"/>
              </a:buClr>
              <a:buSzPts val="3400"/>
              <a:buFont typeface="IBM Plex Sans"/>
              <a:buNone/>
              <a:defRPr sz="3400" b="1">
                <a:solidFill>
                  <a:schemeClr val="dk1"/>
                </a:solidFill>
                <a:latin typeface="IBM Plex Sans"/>
                <a:ea typeface="IBM Plex Sans"/>
                <a:cs typeface="IBM Plex Sans"/>
                <a:sym typeface="IBM Plex Sans"/>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457200" y="1152475"/>
            <a:ext cx="8229600" cy="3416400"/>
          </a:xfrm>
          <a:prstGeom prst="rect">
            <a:avLst/>
          </a:prstGeom>
          <a:noFill/>
          <a:ln>
            <a:noFill/>
          </a:ln>
        </p:spPr>
        <p:txBody>
          <a:bodyPr spcFirstLastPara="1" wrap="square" lIns="0" tIns="0" rIns="0" bIns="0" anchor="t" anchorCtr="0">
            <a:normAutofit/>
          </a:bodyPr>
          <a:lstStyle>
            <a:lvl1pPr marL="457200" lvl="0" indent="-330200">
              <a:lnSpc>
                <a:spcPct val="115000"/>
              </a:lnSpc>
              <a:spcBef>
                <a:spcPts val="0"/>
              </a:spcBef>
              <a:spcAft>
                <a:spcPts val="0"/>
              </a:spcAft>
              <a:buClr>
                <a:schemeClr val="accent1"/>
              </a:buClr>
              <a:buSzPts val="1600"/>
              <a:buFont typeface="IBM Plex Sans"/>
              <a:buChar char="■"/>
              <a:defRPr sz="1600">
                <a:solidFill>
                  <a:schemeClr val="dk1"/>
                </a:solidFill>
                <a:latin typeface="IBM Plex Sans"/>
                <a:ea typeface="IBM Plex Sans"/>
                <a:cs typeface="IBM Plex Sans"/>
                <a:sym typeface="IBM Plex Sans"/>
              </a:defRPr>
            </a:lvl1pPr>
            <a:lvl2pPr marL="914400" lvl="1" indent="-317500">
              <a:lnSpc>
                <a:spcPct val="115000"/>
              </a:lnSpc>
              <a:spcBef>
                <a:spcPts val="0"/>
              </a:spcBef>
              <a:spcAft>
                <a:spcPts val="0"/>
              </a:spcAft>
              <a:buClr>
                <a:schemeClr val="accent1"/>
              </a:buClr>
              <a:buSzPts val="1400"/>
              <a:buFont typeface="IBM Plex Sans"/>
              <a:buChar char="■"/>
              <a:defRPr>
                <a:solidFill>
                  <a:schemeClr val="dk1"/>
                </a:solidFill>
                <a:latin typeface="IBM Plex Sans"/>
                <a:ea typeface="IBM Plex Sans"/>
                <a:cs typeface="IBM Plex Sans"/>
                <a:sym typeface="IBM Plex Sans"/>
              </a:defRPr>
            </a:lvl2pPr>
            <a:lvl3pPr marL="1371600" lvl="2" indent="-317500">
              <a:lnSpc>
                <a:spcPct val="115000"/>
              </a:lnSpc>
              <a:spcBef>
                <a:spcPts val="0"/>
              </a:spcBef>
              <a:spcAft>
                <a:spcPts val="0"/>
              </a:spcAft>
              <a:buClr>
                <a:schemeClr val="accent1"/>
              </a:buClr>
              <a:buSzPts val="1400"/>
              <a:buFont typeface="IBM Plex Sans"/>
              <a:buChar char="■"/>
              <a:defRPr>
                <a:solidFill>
                  <a:schemeClr val="dk1"/>
                </a:solidFill>
                <a:latin typeface="IBM Plex Sans"/>
                <a:ea typeface="IBM Plex Sans"/>
                <a:cs typeface="IBM Plex Sans"/>
                <a:sym typeface="IBM Plex Sans"/>
              </a:defRPr>
            </a:lvl3pPr>
            <a:lvl4pPr marL="1828800" lvl="3" indent="-317500">
              <a:lnSpc>
                <a:spcPct val="115000"/>
              </a:lnSpc>
              <a:spcBef>
                <a:spcPts val="0"/>
              </a:spcBef>
              <a:spcAft>
                <a:spcPts val="0"/>
              </a:spcAft>
              <a:buClr>
                <a:schemeClr val="accent1"/>
              </a:buClr>
              <a:buSzPts val="1400"/>
              <a:buFont typeface="IBM Plex Sans"/>
              <a:buChar char="●"/>
              <a:defRPr>
                <a:solidFill>
                  <a:schemeClr val="dk1"/>
                </a:solidFill>
                <a:latin typeface="IBM Plex Sans"/>
                <a:ea typeface="IBM Plex Sans"/>
                <a:cs typeface="IBM Plex Sans"/>
                <a:sym typeface="IBM Plex Sans"/>
              </a:defRPr>
            </a:lvl4pPr>
            <a:lvl5pPr marL="2286000" lvl="4" indent="-317500">
              <a:lnSpc>
                <a:spcPct val="115000"/>
              </a:lnSpc>
              <a:spcBef>
                <a:spcPts val="0"/>
              </a:spcBef>
              <a:spcAft>
                <a:spcPts val="0"/>
              </a:spcAft>
              <a:buClr>
                <a:schemeClr val="dk1"/>
              </a:buClr>
              <a:buSzPts val="1400"/>
              <a:buFont typeface="IBM Plex Sans"/>
              <a:buChar char="○"/>
              <a:defRPr>
                <a:solidFill>
                  <a:schemeClr val="dk1"/>
                </a:solidFill>
                <a:latin typeface="IBM Plex Sans"/>
                <a:ea typeface="IBM Plex Sans"/>
                <a:cs typeface="IBM Plex Sans"/>
                <a:sym typeface="IBM Plex Sans"/>
              </a:defRPr>
            </a:lvl5pPr>
            <a:lvl6pPr marL="2743200" lvl="5" indent="-317500">
              <a:lnSpc>
                <a:spcPct val="115000"/>
              </a:lnSpc>
              <a:spcBef>
                <a:spcPts val="0"/>
              </a:spcBef>
              <a:spcAft>
                <a:spcPts val="0"/>
              </a:spcAft>
              <a:buClr>
                <a:schemeClr val="dk1"/>
              </a:buClr>
              <a:buSzPts val="1400"/>
              <a:buFont typeface="IBM Plex Sans"/>
              <a:buChar char="■"/>
              <a:defRPr>
                <a:solidFill>
                  <a:schemeClr val="dk1"/>
                </a:solidFill>
                <a:latin typeface="IBM Plex Sans"/>
                <a:ea typeface="IBM Plex Sans"/>
                <a:cs typeface="IBM Plex Sans"/>
                <a:sym typeface="IBM Plex Sans"/>
              </a:defRPr>
            </a:lvl6pPr>
            <a:lvl7pPr marL="3200400" lvl="6" indent="-317500">
              <a:lnSpc>
                <a:spcPct val="115000"/>
              </a:lnSpc>
              <a:spcBef>
                <a:spcPts val="0"/>
              </a:spcBef>
              <a:spcAft>
                <a:spcPts val="0"/>
              </a:spcAft>
              <a:buClr>
                <a:schemeClr val="dk1"/>
              </a:buClr>
              <a:buSzPts val="1400"/>
              <a:buFont typeface="IBM Plex Sans"/>
              <a:buChar char="●"/>
              <a:defRPr>
                <a:solidFill>
                  <a:schemeClr val="dk1"/>
                </a:solidFill>
                <a:latin typeface="IBM Plex Sans"/>
                <a:ea typeface="IBM Plex Sans"/>
                <a:cs typeface="IBM Plex Sans"/>
                <a:sym typeface="IBM Plex Sans"/>
              </a:defRPr>
            </a:lvl7pPr>
            <a:lvl8pPr marL="3657600" lvl="7" indent="-317500">
              <a:lnSpc>
                <a:spcPct val="115000"/>
              </a:lnSpc>
              <a:spcBef>
                <a:spcPts val="0"/>
              </a:spcBef>
              <a:spcAft>
                <a:spcPts val="0"/>
              </a:spcAft>
              <a:buClr>
                <a:schemeClr val="dk1"/>
              </a:buClr>
              <a:buSzPts val="1400"/>
              <a:buFont typeface="IBM Plex Sans"/>
              <a:buChar char="○"/>
              <a:defRPr>
                <a:solidFill>
                  <a:schemeClr val="dk1"/>
                </a:solidFill>
                <a:latin typeface="IBM Plex Sans"/>
                <a:ea typeface="IBM Plex Sans"/>
                <a:cs typeface="IBM Plex Sans"/>
                <a:sym typeface="IBM Plex Sans"/>
              </a:defRPr>
            </a:lvl8pPr>
            <a:lvl9pPr marL="4114800" lvl="8" indent="-317500">
              <a:lnSpc>
                <a:spcPct val="115000"/>
              </a:lnSpc>
              <a:spcBef>
                <a:spcPts val="0"/>
              </a:spcBef>
              <a:spcAft>
                <a:spcPts val="0"/>
              </a:spcAft>
              <a:buClr>
                <a:schemeClr val="dk1"/>
              </a:buClr>
              <a:buSzPts val="1400"/>
              <a:buFont typeface="IBM Plex Sans"/>
              <a:buChar char="■"/>
              <a:defRPr>
                <a:solidFill>
                  <a:schemeClr val="dk1"/>
                </a:solidFill>
                <a:latin typeface="IBM Plex Sans"/>
                <a:ea typeface="IBM Plex Sans"/>
                <a:cs typeface="IBM Plex Sans"/>
                <a:sym typeface="IBM Plex Sans"/>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 id="2147483679" r:id="rId32"/>
    <p:sldLayoutId id="2147483680" r:id="rId33"/>
    <p:sldLayoutId id="2147483681" r:id="rId34"/>
    <p:sldLayoutId id="2147483682" r:id="rId35"/>
    <p:sldLayoutId id="2147483683" r:id="rId36"/>
    <p:sldLayoutId id="2147483684" r:id="rId37"/>
    <p:sldLayoutId id="2147483685" r:id="rId38"/>
    <p:sldLayoutId id="2147483686" r:id="rId39"/>
    <p:sldLayoutId id="2147483687" r:id="rId40"/>
    <p:sldLayoutId id="2147483688" r:id="rId41"/>
    <p:sldLayoutId id="2147483689" r:id="rId42"/>
    <p:sldLayoutId id="2147483690" r:id="rId43"/>
    <p:sldLayoutId id="2147483691" r:id="rId44"/>
    <p:sldLayoutId id="2147483692" r:id="rId45"/>
    <p:sldLayoutId id="2147483693" r:id="rId46"/>
    <p:sldLayoutId id="2147483694" r:id="rId47"/>
    <p:sldLayoutId id="2147483695" r:id="rId48"/>
    <p:sldLayoutId id="2147483696" r:id="rId49"/>
    <p:sldLayoutId id="2147483697" r:id="rId50"/>
    <p:sldLayoutId id="2147483698" r:id="rId51"/>
    <p:sldLayoutId id="2147483699" r:id="rId52"/>
    <p:sldLayoutId id="2147483700" r:id="rId53"/>
    <p:sldLayoutId id="2147483701" r:id="rId54"/>
    <p:sldLayoutId id="2147483702" r:id="rId55"/>
    <p:sldLayoutId id="2147483703" r:id="rId56"/>
    <p:sldLayoutId id="2147483704" r:id="rId57"/>
    <p:sldLayoutId id="2147483705" r:id="rId58"/>
    <p:sldLayoutId id="2147483706" r:id="rId59"/>
    <p:sldLayoutId id="2147483707" r:id="rId60"/>
    <p:sldLayoutId id="2147483708" r:id="rId61"/>
    <p:sldLayoutId id="2147483709" r:id="rId62"/>
    <p:sldLayoutId id="2147483710" r:id="rId63"/>
    <p:sldLayoutId id="2147483711" r:id="rId64"/>
    <p:sldLayoutId id="2147483712" r:id="rId65"/>
    <p:sldLayoutId id="2147483713" r:id="rId66"/>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72">
          <p15:clr>
            <a:srgbClr val="EA4335"/>
          </p15:clr>
        </p15:guide>
        <p15:guide id="2" orient="horz" pos="360">
          <p15:clr>
            <a:srgbClr val="EA4335"/>
          </p15:clr>
        </p15:guide>
        <p15:guide id="3" orient="horz" pos="648">
          <p15:clr>
            <a:srgbClr val="EA4335"/>
          </p15:clr>
        </p15:guide>
        <p15:guide id="4" pos="288">
          <p15:clr>
            <a:srgbClr val="EA4335"/>
          </p15:clr>
        </p15:guide>
        <p15:guide id="5" pos="5472">
          <p15:clr>
            <a:srgbClr val="EA4335"/>
          </p15:clr>
        </p15:guide>
        <p15:guide id="6" pos="5616">
          <p15:clr>
            <a:srgbClr val="EA4335"/>
          </p15:clr>
        </p15:guide>
        <p15:guide id="7" orient="horz" pos="3163">
          <p15:clr>
            <a:srgbClr val="EA4335"/>
          </p15:clr>
        </p15:guide>
        <p15:guide id="8" orient="horz" pos="3027">
          <p15:clr>
            <a:srgbClr val="EA4335"/>
          </p15:clr>
        </p15:guide>
        <p15:guide id="9" orient="horz" pos="726">
          <p15:clr>
            <a:srgbClr val="EA4335"/>
          </p15:clr>
        </p15:guide>
        <p15:guide id="10" orient="horz" pos="1092">
          <p15:clr>
            <a:srgbClr val="EA4335"/>
          </p15:clr>
        </p15:guide>
        <p15:guide id="11" orient="horz" pos="1008">
          <p15:clr>
            <a:srgbClr val="EA4335"/>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name="simple-light-2">
    <p:bg>
      <p:bgPr>
        <a:solidFill>
          <a:schemeClr val="lt2"/>
        </a:solidFill>
        <a:effectLst/>
      </p:bgPr>
    </p:bg>
    <p:spTree>
      <p:nvGrpSpPr>
        <p:cNvPr id="1" name="Shape 840"/>
        <p:cNvGrpSpPr/>
        <p:nvPr/>
      </p:nvGrpSpPr>
      <p:grpSpPr>
        <a:xfrm>
          <a:off x="0" y="0"/>
          <a:ext cx="0" cy="0"/>
          <a:chOff x="0" y="0"/>
          <a:chExt cx="0" cy="0"/>
        </a:xfrm>
      </p:grpSpPr>
      <p:sp>
        <p:nvSpPr>
          <p:cNvPr id="841" name="Google Shape;841;p68"/>
          <p:cNvSpPr txBox="1">
            <a:spLocks noGrp="1"/>
          </p:cNvSpPr>
          <p:nvPr>
            <p:ph type="title"/>
          </p:nvPr>
        </p:nvSpPr>
        <p:spPr>
          <a:xfrm>
            <a:off x="457200" y="114300"/>
            <a:ext cx="8229600" cy="903300"/>
          </a:xfrm>
          <a:prstGeom prst="rect">
            <a:avLst/>
          </a:prstGeom>
          <a:noFill/>
          <a:ln>
            <a:noFill/>
          </a:ln>
        </p:spPr>
        <p:txBody>
          <a:bodyPr spcFirstLastPara="1" wrap="square" lIns="0" tIns="0" rIns="0" bIns="0" anchor="t" anchorCtr="0">
            <a:normAutofit/>
          </a:bodyPr>
          <a:lstStyle>
            <a:lvl1pPr lvl="0" rtl="0">
              <a:spcBef>
                <a:spcPts val="0"/>
              </a:spcBef>
              <a:spcAft>
                <a:spcPts val="0"/>
              </a:spcAft>
              <a:buClr>
                <a:schemeClr val="dk1"/>
              </a:buClr>
              <a:buSzPts val="3400"/>
              <a:buFont typeface="IBM Plex Sans"/>
              <a:buNone/>
              <a:defRPr sz="3400" b="1">
                <a:solidFill>
                  <a:schemeClr val="dk1"/>
                </a:solidFill>
                <a:latin typeface="IBM Plex Sans"/>
                <a:ea typeface="IBM Plex Sans"/>
                <a:cs typeface="IBM Plex Sans"/>
                <a:sym typeface="IBM Plex Sans"/>
              </a:defRPr>
            </a:lvl1pPr>
            <a:lvl2pPr lvl="1" rtl="0">
              <a:spcBef>
                <a:spcPts val="0"/>
              </a:spcBef>
              <a:spcAft>
                <a:spcPts val="0"/>
              </a:spcAft>
              <a:buClr>
                <a:schemeClr val="dk1"/>
              </a:buClr>
              <a:buSzPts val="2800"/>
              <a:buNone/>
              <a:defRPr sz="2800">
                <a:solidFill>
                  <a:schemeClr val="dk1"/>
                </a:solidFill>
              </a:defRPr>
            </a:lvl2pPr>
            <a:lvl3pPr lvl="2" rtl="0">
              <a:spcBef>
                <a:spcPts val="0"/>
              </a:spcBef>
              <a:spcAft>
                <a:spcPts val="0"/>
              </a:spcAft>
              <a:buClr>
                <a:schemeClr val="dk1"/>
              </a:buClr>
              <a:buSzPts val="2800"/>
              <a:buNone/>
              <a:defRPr sz="2800">
                <a:solidFill>
                  <a:schemeClr val="dk1"/>
                </a:solidFill>
              </a:defRPr>
            </a:lvl3pPr>
            <a:lvl4pPr lvl="3" rtl="0">
              <a:spcBef>
                <a:spcPts val="0"/>
              </a:spcBef>
              <a:spcAft>
                <a:spcPts val="0"/>
              </a:spcAft>
              <a:buClr>
                <a:schemeClr val="dk1"/>
              </a:buClr>
              <a:buSzPts val="2800"/>
              <a:buNone/>
              <a:defRPr sz="2800">
                <a:solidFill>
                  <a:schemeClr val="dk1"/>
                </a:solidFill>
              </a:defRPr>
            </a:lvl4pPr>
            <a:lvl5pPr lvl="4" rtl="0">
              <a:spcBef>
                <a:spcPts val="0"/>
              </a:spcBef>
              <a:spcAft>
                <a:spcPts val="0"/>
              </a:spcAft>
              <a:buClr>
                <a:schemeClr val="dk1"/>
              </a:buClr>
              <a:buSzPts val="2800"/>
              <a:buNone/>
              <a:defRPr sz="2800">
                <a:solidFill>
                  <a:schemeClr val="dk1"/>
                </a:solidFill>
              </a:defRPr>
            </a:lvl5pPr>
            <a:lvl6pPr lvl="5" rtl="0">
              <a:spcBef>
                <a:spcPts val="0"/>
              </a:spcBef>
              <a:spcAft>
                <a:spcPts val="0"/>
              </a:spcAft>
              <a:buClr>
                <a:schemeClr val="dk1"/>
              </a:buClr>
              <a:buSzPts val="2800"/>
              <a:buNone/>
              <a:defRPr sz="2800">
                <a:solidFill>
                  <a:schemeClr val="dk1"/>
                </a:solidFill>
              </a:defRPr>
            </a:lvl6pPr>
            <a:lvl7pPr lvl="6" rtl="0">
              <a:spcBef>
                <a:spcPts val="0"/>
              </a:spcBef>
              <a:spcAft>
                <a:spcPts val="0"/>
              </a:spcAft>
              <a:buClr>
                <a:schemeClr val="dk1"/>
              </a:buClr>
              <a:buSzPts val="2800"/>
              <a:buNone/>
              <a:defRPr sz="2800">
                <a:solidFill>
                  <a:schemeClr val="dk1"/>
                </a:solidFill>
              </a:defRPr>
            </a:lvl7pPr>
            <a:lvl8pPr lvl="7" rtl="0">
              <a:spcBef>
                <a:spcPts val="0"/>
              </a:spcBef>
              <a:spcAft>
                <a:spcPts val="0"/>
              </a:spcAft>
              <a:buClr>
                <a:schemeClr val="dk1"/>
              </a:buClr>
              <a:buSzPts val="2800"/>
              <a:buNone/>
              <a:defRPr sz="2800">
                <a:solidFill>
                  <a:schemeClr val="dk1"/>
                </a:solidFill>
              </a:defRPr>
            </a:lvl8pPr>
            <a:lvl9pPr lvl="8" rtl="0">
              <a:spcBef>
                <a:spcPts val="0"/>
              </a:spcBef>
              <a:spcAft>
                <a:spcPts val="0"/>
              </a:spcAft>
              <a:buClr>
                <a:schemeClr val="dk1"/>
              </a:buClr>
              <a:buSzPts val="2800"/>
              <a:buNone/>
              <a:defRPr sz="2800">
                <a:solidFill>
                  <a:schemeClr val="dk1"/>
                </a:solidFill>
              </a:defRPr>
            </a:lvl9pPr>
          </a:lstStyle>
          <a:p>
            <a:endParaRPr/>
          </a:p>
        </p:txBody>
      </p:sp>
      <p:sp>
        <p:nvSpPr>
          <p:cNvPr id="842" name="Google Shape;842;p68"/>
          <p:cNvSpPr txBox="1">
            <a:spLocks noGrp="1"/>
          </p:cNvSpPr>
          <p:nvPr>
            <p:ph type="body" idx="1"/>
          </p:nvPr>
        </p:nvSpPr>
        <p:spPr>
          <a:xfrm>
            <a:off x="457200" y="1152475"/>
            <a:ext cx="8229600" cy="3416400"/>
          </a:xfrm>
          <a:prstGeom prst="rect">
            <a:avLst/>
          </a:prstGeom>
          <a:noFill/>
          <a:ln>
            <a:noFill/>
          </a:ln>
        </p:spPr>
        <p:txBody>
          <a:bodyPr spcFirstLastPara="1" wrap="square" lIns="0" tIns="0" rIns="0" bIns="0" anchor="t" anchorCtr="0">
            <a:normAutofit/>
          </a:bodyPr>
          <a:lstStyle>
            <a:lvl1pPr marL="457200" lvl="0" indent="-330200" rtl="0">
              <a:lnSpc>
                <a:spcPct val="115000"/>
              </a:lnSpc>
              <a:spcBef>
                <a:spcPts val="0"/>
              </a:spcBef>
              <a:spcAft>
                <a:spcPts val="0"/>
              </a:spcAft>
              <a:buClr>
                <a:schemeClr val="accent1"/>
              </a:buClr>
              <a:buSzPts val="1600"/>
              <a:buFont typeface="IBM Plex Sans"/>
              <a:buChar char="■"/>
              <a:defRPr sz="1600">
                <a:solidFill>
                  <a:schemeClr val="dk1"/>
                </a:solidFill>
                <a:latin typeface="IBM Plex Sans"/>
                <a:ea typeface="IBM Plex Sans"/>
                <a:cs typeface="IBM Plex Sans"/>
                <a:sym typeface="IBM Plex Sans"/>
              </a:defRPr>
            </a:lvl1pPr>
            <a:lvl2pPr marL="914400" lvl="1" indent="-317500" rtl="0">
              <a:lnSpc>
                <a:spcPct val="115000"/>
              </a:lnSpc>
              <a:spcBef>
                <a:spcPts val="0"/>
              </a:spcBef>
              <a:spcAft>
                <a:spcPts val="0"/>
              </a:spcAft>
              <a:buClr>
                <a:schemeClr val="accent1"/>
              </a:buClr>
              <a:buSzPts val="1400"/>
              <a:buFont typeface="IBM Plex Sans"/>
              <a:buChar char="■"/>
              <a:defRPr>
                <a:solidFill>
                  <a:schemeClr val="dk1"/>
                </a:solidFill>
                <a:latin typeface="IBM Plex Sans"/>
                <a:ea typeface="IBM Plex Sans"/>
                <a:cs typeface="IBM Plex Sans"/>
                <a:sym typeface="IBM Plex Sans"/>
              </a:defRPr>
            </a:lvl2pPr>
            <a:lvl3pPr marL="1371600" lvl="2" indent="-317500" rtl="0">
              <a:lnSpc>
                <a:spcPct val="115000"/>
              </a:lnSpc>
              <a:spcBef>
                <a:spcPts val="0"/>
              </a:spcBef>
              <a:spcAft>
                <a:spcPts val="0"/>
              </a:spcAft>
              <a:buClr>
                <a:schemeClr val="accent1"/>
              </a:buClr>
              <a:buSzPts val="1400"/>
              <a:buFont typeface="IBM Plex Sans"/>
              <a:buChar char="■"/>
              <a:defRPr>
                <a:solidFill>
                  <a:schemeClr val="dk1"/>
                </a:solidFill>
                <a:latin typeface="IBM Plex Sans"/>
                <a:ea typeface="IBM Plex Sans"/>
                <a:cs typeface="IBM Plex Sans"/>
                <a:sym typeface="IBM Plex Sans"/>
              </a:defRPr>
            </a:lvl3pPr>
            <a:lvl4pPr marL="1828800" lvl="3" indent="-317500" rtl="0">
              <a:lnSpc>
                <a:spcPct val="115000"/>
              </a:lnSpc>
              <a:spcBef>
                <a:spcPts val="0"/>
              </a:spcBef>
              <a:spcAft>
                <a:spcPts val="0"/>
              </a:spcAft>
              <a:buClr>
                <a:schemeClr val="accent1"/>
              </a:buClr>
              <a:buSzPts val="1400"/>
              <a:buFont typeface="IBM Plex Sans"/>
              <a:buChar char="●"/>
              <a:defRPr>
                <a:solidFill>
                  <a:schemeClr val="dk1"/>
                </a:solidFill>
                <a:latin typeface="IBM Plex Sans"/>
                <a:ea typeface="IBM Plex Sans"/>
                <a:cs typeface="IBM Plex Sans"/>
                <a:sym typeface="IBM Plex Sans"/>
              </a:defRPr>
            </a:lvl4pPr>
            <a:lvl5pPr marL="2286000" lvl="4" indent="-317500" rtl="0">
              <a:lnSpc>
                <a:spcPct val="115000"/>
              </a:lnSpc>
              <a:spcBef>
                <a:spcPts val="0"/>
              </a:spcBef>
              <a:spcAft>
                <a:spcPts val="0"/>
              </a:spcAft>
              <a:buClr>
                <a:schemeClr val="dk1"/>
              </a:buClr>
              <a:buSzPts val="1400"/>
              <a:buFont typeface="IBM Plex Sans"/>
              <a:buChar char="○"/>
              <a:defRPr>
                <a:solidFill>
                  <a:schemeClr val="dk1"/>
                </a:solidFill>
                <a:latin typeface="IBM Plex Sans"/>
                <a:ea typeface="IBM Plex Sans"/>
                <a:cs typeface="IBM Plex Sans"/>
                <a:sym typeface="IBM Plex Sans"/>
              </a:defRPr>
            </a:lvl5pPr>
            <a:lvl6pPr marL="2743200" lvl="5" indent="-317500" rtl="0">
              <a:lnSpc>
                <a:spcPct val="115000"/>
              </a:lnSpc>
              <a:spcBef>
                <a:spcPts val="0"/>
              </a:spcBef>
              <a:spcAft>
                <a:spcPts val="0"/>
              </a:spcAft>
              <a:buClr>
                <a:schemeClr val="dk1"/>
              </a:buClr>
              <a:buSzPts val="1400"/>
              <a:buFont typeface="IBM Plex Sans"/>
              <a:buChar char="■"/>
              <a:defRPr>
                <a:solidFill>
                  <a:schemeClr val="dk1"/>
                </a:solidFill>
                <a:latin typeface="IBM Plex Sans"/>
                <a:ea typeface="IBM Plex Sans"/>
                <a:cs typeface="IBM Plex Sans"/>
                <a:sym typeface="IBM Plex Sans"/>
              </a:defRPr>
            </a:lvl6pPr>
            <a:lvl7pPr marL="3200400" lvl="6" indent="-317500" rtl="0">
              <a:lnSpc>
                <a:spcPct val="115000"/>
              </a:lnSpc>
              <a:spcBef>
                <a:spcPts val="0"/>
              </a:spcBef>
              <a:spcAft>
                <a:spcPts val="0"/>
              </a:spcAft>
              <a:buClr>
                <a:schemeClr val="dk1"/>
              </a:buClr>
              <a:buSzPts val="1400"/>
              <a:buFont typeface="IBM Plex Sans"/>
              <a:buChar char="●"/>
              <a:defRPr>
                <a:solidFill>
                  <a:schemeClr val="dk1"/>
                </a:solidFill>
                <a:latin typeface="IBM Plex Sans"/>
                <a:ea typeface="IBM Plex Sans"/>
                <a:cs typeface="IBM Plex Sans"/>
                <a:sym typeface="IBM Plex Sans"/>
              </a:defRPr>
            </a:lvl7pPr>
            <a:lvl8pPr marL="3657600" lvl="7" indent="-317500" rtl="0">
              <a:lnSpc>
                <a:spcPct val="115000"/>
              </a:lnSpc>
              <a:spcBef>
                <a:spcPts val="0"/>
              </a:spcBef>
              <a:spcAft>
                <a:spcPts val="0"/>
              </a:spcAft>
              <a:buClr>
                <a:schemeClr val="dk1"/>
              </a:buClr>
              <a:buSzPts val="1400"/>
              <a:buFont typeface="IBM Plex Sans"/>
              <a:buChar char="○"/>
              <a:defRPr>
                <a:solidFill>
                  <a:schemeClr val="dk1"/>
                </a:solidFill>
                <a:latin typeface="IBM Plex Sans"/>
                <a:ea typeface="IBM Plex Sans"/>
                <a:cs typeface="IBM Plex Sans"/>
                <a:sym typeface="IBM Plex Sans"/>
              </a:defRPr>
            </a:lvl8pPr>
            <a:lvl9pPr marL="4114800" lvl="8" indent="-317500" rtl="0">
              <a:lnSpc>
                <a:spcPct val="115000"/>
              </a:lnSpc>
              <a:spcBef>
                <a:spcPts val="0"/>
              </a:spcBef>
              <a:spcAft>
                <a:spcPts val="0"/>
              </a:spcAft>
              <a:buClr>
                <a:schemeClr val="dk1"/>
              </a:buClr>
              <a:buSzPts val="1400"/>
              <a:buFont typeface="IBM Plex Sans"/>
              <a:buChar char="■"/>
              <a:defRPr>
                <a:solidFill>
                  <a:schemeClr val="dk1"/>
                </a:solidFill>
                <a:latin typeface="IBM Plex Sans"/>
                <a:ea typeface="IBM Plex Sans"/>
                <a:cs typeface="IBM Plex Sans"/>
                <a:sym typeface="IBM Plex Sans"/>
              </a:defRPr>
            </a:lvl9pPr>
          </a:lstStyle>
          <a:p>
            <a:endParaRPr/>
          </a:p>
        </p:txBody>
      </p:sp>
    </p:spTree>
  </p:cSld>
  <p:clrMap bg1="lt1" tx1="dk1" bg2="dk2" tx2="lt2" accent1="accent1" accent2="accent2" accent3="accent3" accent4="accent4" accent5="accent5" accent6="accent6" hlink="hlink" folHlink="folHlink"/>
  <p:sldLayoutIdLst>
    <p:sldLayoutId id="2147483714" r:id="rId1"/>
    <p:sldLayoutId id="2147483715" r:id="rId2"/>
    <p:sldLayoutId id="2147483716" r:id="rId3"/>
    <p:sldLayoutId id="2147483717" r:id="rId4"/>
    <p:sldLayoutId id="2147483718" r:id="rId5"/>
    <p:sldLayoutId id="2147483719" r:id="rId6"/>
    <p:sldLayoutId id="2147483720" r:id="rId7"/>
    <p:sldLayoutId id="2147483721" r:id="rId8"/>
    <p:sldLayoutId id="2147483722" r:id="rId9"/>
    <p:sldLayoutId id="2147483723" r:id="rId10"/>
    <p:sldLayoutId id="2147483724" r:id="rId11"/>
    <p:sldLayoutId id="2147483725" r:id="rId12"/>
    <p:sldLayoutId id="2147483726" r:id="rId13"/>
    <p:sldLayoutId id="2147483727" r:id="rId14"/>
    <p:sldLayoutId id="2147483728" r:id="rId15"/>
    <p:sldLayoutId id="2147483729" r:id="rId16"/>
    <p:sldLayoutId id="2147483730" r:id="rId17"/>
    <p:sldLayoutId id="2147483731" r:id="rId18"/>
    <p:sldLayoutId id="2147483732" r:id="rId19"/>
    <p:sldLayoutId id="2147483733" r:id="rId20"/>
    <p:sldLayoutId id="2147483734" r:id="rId21"/>
    <p:sldLayoutId id="2147483735" r:id="rId22"/>
    <p:sldLayoutId id="2147483736" r:id="rId23"/>
    <p:sldLayoutId id="2147483737" r:id="rId24"/>
    <p:sldLayoutId id="2147483738" r:id="rId25"/>
    <p:sldLayoutId id="2147483739" r:id="rId26"/>
    <p:sldLayoutId id="2147483740" r:id="rId27"/>
    <p:sldLayoutId id="2147483741" r:id="rId28"/>
    <p:sldLayoutId id="2147483742" r:id="rId29"/>
    <p:sldLayoutId id="2147483743" r:id="rId30"/>
    <p:sldLayoutId id="2147483744" r:id="rId31"/>
    <p:sldLayoutId id="2147483745" r:id="rId32"/>
    <p:sldLayoutId id="2147483746" r:id="rId33"/>
    <p:sldLayoutId id="2147483747" r:id="rId34"/>
    <p:sldLayoutId id="2147483748" r:id="rId35"/>
    <p:sldLayoutId id="2147483749" r:id="rId36"/>
    <p:sldLayoutId id="2147483750" r:id="rId37"/>
    <p:sldLayoutId id="2147483751" r:id="rId38"/>
    <p:sldLayoutId id="2147483752" r:id="rId39"/>
    <p:sldLayoutId id="2147483753" r:id="rId40"/>
    <p:sldLayoutId id="2147483754" r:id="rId41"/>
    <p:sldLayoutId id="2147483755" r:id="rId42"/>
    <p:sldLayoutId id="2147483756" r:id="rId43"/>
    <p:sldLayoutId id="2147483757" r:id="rId44"/>
    <p:sldLayoutId id="2147483758" r:id="rId45"/>
    <p:sldLayoutId id="2147483759" r:id="rId46"/>
    <p:sldLayoutId id="2147483760" r:id="rId47"/>
    <p:sldLayoutId id="2147483761" r:id="rId48"/>
    <p:sldLayoutId id="2147483762" r:id="rId49"/>
    <p:sldLayoutId id="2147483763" r:id="rId50"/>
    <p:sldLayoutId id="2147483764" r:id="rId51"/>
    <p:sldLayoutId id="2147483765" r:id="rId52"/>
    <p:sldLayoutId id="2147483766" r:id="rId53"/>
    <p:sldLayoutId id="2147483767" r:id="rId54"/>
    <p:sldLayoutId id="2147483768" r:id="rId55"/>
    <p:sldLayoutId id="2147483769" r:id="rId56"/>
    <p:sldLayoutId id="2147483770" r:id="rId57"/>
    <p:sldLayoutId id="2147483771" r:id="rId58"/>
    <p:sldLayoutId id="2147483772" r:id="rId59"/>
    <p:sldLayoutId id="2147483773" r:id="rId60"/>
    <p:sldLayoutId id="2147483774" r:id="rId61"/>
    <p:sldLayoutId id="2147483775" r:id="rId62"/>
    <p:sldLayoutId id="2147483776" r:id="rId63"/>
    <p:sldLayoutId id="2147483777" r:id="rId64"/>
    <p:sldLayoutId id="2147483778" r:id="rId65"/>
    <p:sldLayoutId id="2147483779" r:id="rId66"/>
    <p:sldLayoutId id="2147483780" r:id="rId67"/>
    <p:sldLayoutId id="2147483781" r:id="rId68"/>
    <p:sldLayoutId id="2147483782" r:id="rId69"/>
    <p:sldLayoutId id="2147483783" r:id="rId70"/>
    <p:sldLayoutId id="2147483784" r:id="rId71"/>
    <p:sldLayoutId id="2147483785" r:id="rId72"/>
    <p:sldLayoutId id="2147483786" r:id="rId73"/>
    <p:sldLayoutId id="2147483787" r:id="rId74"/>
    <p:sldLayoutId id="2147483788" r:id="rId75"/>
    <p:sldLayoutId id="2147483791" r:id="rId76"/>
    <p:sldLayoutId id="2147483792" r:id="rId77"/>
    <p:sldLayoutId id="2147483793" r:id="rId78"/>
    <p:sldLayoutId id="2147483794" r:id="rId79"/>
    <p:sldLayoutId id="2147483795" r:id="rId80"/>
    <p:sldLayoutId id="2147483796" r:id="rId81"/>
    <p:sldLayoutId id="2147483797" r:id="rId82"/>
    <p:sldLayoutId id="2147483798" r:id="rId83"/>
    <p:sldLayoutId id="2147483799" r:id="rId84"/>
    <p:sldLayoutId id="2147483800" r:id="rId85"/>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72">
          <p15:clr>
            <a:srgbClr val="EA4335"/>
          </p15:clr>
        </p15:guide>
        <p15:guide id="2" orient="horz" pos="360">
          <p15:clr>
            <a:srgbClr val="EA4335"/>
          </p15:clr>
        </p15:guide>
        <p15:guide id="3" orient="horz" pos="648">
          <p15:clr>
            <a:srgbClr val="EA4335"/>
          </p15:clr>
        </p15:guide>
        <p15:guide id="4" pos="288">
          <p15:clr>
            <a:srgbClr val="EA4335"/>
          </p15:clr>
        </p15:guide>
        <p15:guide id="5" pos="5472">
          <p15:clr>
            <a:srgbClr val="EA4335"/>
          </p15:clr>
        </p15:guide>
        <p15:guide id="6" pos="5616">
          <p15:clr>
            <a:srgbClr val="EA4335"/>
          </p15:clr>
        </p15:guide>
        <p15:guide id="7" orient="horz" pos="3163">
          <p15:clr>
            <a:srgbClr val="EA4335"/>
          </p15:clr>
        </p15:guide>
        <p15:guide id="8" orient="horz" pos="3027">
          <p15:clr>
            <a:srgbClr val="EA4335"/>
          </p15:clr>
        </p15:guide>
        <p15:guide id="9" orient="horz" pos="726">
          <p15:clr>
            <a:srgbClr val="EA4335"/>
          </p15:clr>
        </p15:guide>
        <p15:guide id="10" orient="horz" pos="1092">
          <p15:clr>
            <a:srgbClr val="EA4335"/>
          </p15:clr>
        </p15:guide>
        <p15:guide id="11" orient="horz" pos="1008">
          <p15:clr>
            <a:srgbClr val="EA4335"/>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0.xml"/></Relationships>
</file>

<file path=ppt/slides/_rels/slide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xml"/><Relationship Id="rId1" Type="http://schemas.openxmlformats.org/officeDocument/2006/relationships/slideLayout" Target="../slideLayouts/slideLayout13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3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33.xml"/></Relationships>
</file>

<file path=ppt/slides/_rels/slide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6.xml"/><Relationship Id="rId1" Type="http://schemas.openxmlformats.org/officeDocument/2006/relationships/slideLayout" Target="../slideLayouts/slideLayout109.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8.xml"/></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8.xml"/><Relationship Id="rId1" Type="http://schemas.openxmlformats.org/officeDocument/2006/relationships/slideLayout" Target="../slideLayouts/slideLayout13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8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8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35.xml"/></Relationships>
</file>

<file path=ppt/slides/_rels/slide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2.xml"/><Relationship Id="rId1" Type="http://schemas.openxmlformats.org/officeDocument/2006/relationships/slideLayout" Target="../slideLayouts/slideLayout71.xml"/></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3.xml"/><Relationship Id="rId1" Type="http://schemas.openxmlformats.org/officeDocument/2006/relationships/slideLayout" Target="../slideLayouts/slideLayout7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36.xml"/></Relationships>
</file>

<file path=ppt/slides/_rels/slide1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5.xml"/><Relationship Id="rId1" Type="http://schemas.openxmlformats.org/officeDocument/2006/relationships/slideLayout" Target="../slideLayouts/slideLayout137.xml"/></Relationships>
</file>

<file path=ppt/slides/_rels/slide1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6.xml"/><Relationship Id="rId1" Type="http://schemas.openxmlformats.org/officeDocument/2006/relationships/slideLayout" Target="../slideLayouts/slideLayout8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83.xml"/></Relationships>
</file>

<file path=ppt/slides/_rels/slide18.xml.rels><?xml version="1.0" encoding="UTF-8" standalone="yes"?>
<Relationships xmlns="http://schemas.openxmlformats.org/package/2006/relationships"><Relationship Id="rId26" Type="http://schemas.openxmlformats.org/officeDocument/2006/relationships/image" Target="../media/image41.png"/><Relationship Id="rId21" Type="http://schemas.openxmlformats.org/officeDocument/2006/relationships/image" Target="../media/image36.png"/><Relationship Id="rId34" Type="http://schemas.openxmlformats.org/officeDocument/2006/relationships/image" Target="../media/image49.png"/><Relationship Id="rId42" Type="http://schemas.openxmlformats.org/officeDocument/2006/relationships/image" Target="../media/image57.png"/><Relationship Id="rId47" Type="http://schemas.openxmlformats.org/officeDocument/2006/relationships/image" Target="../media/image62.png"/><Relationship Id="rId50" Type="http://schemas.openxmlformats.org/officeDocument/2006/relationships/image" Target="../media/image65.png"/><Relationship Id="rId55" Type="http://schemas.openxmlformats.org/officeDocument/2006/relationships/image" Target="../media/image70.png"/><Relationship Id="rId63" Type="http://schemas.openxmlformats.org/officeDocument/2006/relationships/image" Target="../media/image78.png"/><Relationship Id="rId7" Type="http://schemas.openxmlformats.org/officeDocument/2006/relationships/image" Target="../media/image22.png"/><Relationship Id="rId2" Type="http://schemas.openxmlformats.org/officeDocument/2006/relationships/notesSlide" Target="../notesSlides/notesSlide18.xml"/><Relationship Id="rId16" Type="http://schemas.openxmlformats.org/officeDocument/2006/relationships/image" Target="../media/image31.png"/><Relationship Id="rId29" Type="http://schemas.openxmlformats.org/officeDocument/2006/relationships/image" Target="../media/image44.png"/><Relationship Id="rId11" Type="http://schemas.openxmlformats.org/officeDocument/2006/relationships/image" Target="../media/image26.png"/><Relationship Id="rId24" Type="http://schemas.openxmlformats.org/officeDocument/2006/relationships/image" Target="../media/image39.png"/><Relationship Id="rId32" Type="http://schemas.openxmlformats.org/officeDocument/2006/relationships/image" Target="../media/image47.png"/><Relationship Id="rId37" Type="http://schemas.openxmlformats.org/officeDocument/2006/relationships/image" Target="../media/image52.png"/><Relationship Id="rId40" Type="http://schemas.openxmlformats.org/officeDocument/2006/relationships/image" Target="../media/image55.png"/><Relationship Id="rId45" Type="http://schemas.openxmlformats.org/officeDocument/2006/relationships/image" Target="../media/image60.png"/><Relationship Id="rId53" Type="http://schemas.openxmlformats.org/officeDocument/2006/relationships/image" Target="../media/image68.png"/><Relationship Id="rId58" Type="http://schemas.openxmlformats.org/officeDocument/2006/relationships/image" Target="../media/image73.png"/><Relationship Id="rId5" Type="http://schemas.openxmlformats.org/officeDocument/2006/relationships/image" Target="../media/image20.png"/><Relationship Id="rId61" Type="http://schemas.openxmlformats.org/officeDocument/2006/relationships/image" Target="../media/image76.png"/><Relationship Id="rId19" Type="http://schemas.openxmlformats.org/officeDocument/2006/relationships/image" Target="../media/image34.png"/><Relationship Id="rId14" Type="http://schemas.openxmlformats.org/officeDocument/2006/relationships/image" Target="../media/image29.png"/><Relationship Id="rId22" Type="http://schemas.openxmlformats.org/officeDocument/2006/relationships/image" Target="../media/image37.jpg"/><Relationship Id="rId27" Type="http://schemas.openxmlformats.org/officeDocument/2006/relationships/image" Target="../media/image42.png"/><Relationship Id="rId30" Type="http://schemas.openxmlformats.org/officeDocument/2006/relationships/image" Target="../media/image45.png"/><Relationship Id="rId35" Type="http://schemas.openxmlformats.org/officeDocument/2006/relationships/image" Target="../media/image50.png"/><Relationship Id="rId43" Type="http://schemas.openxmlformats.org/officeDocument/2006/relationships/image" Target="../media/image58.png"/><Relationship Id="rId48" Type="http://schemas.openxmlformats.org/officeDocument/2006/relationships/image" Target="../media/image63.png"/><Relationship Id="rId56" Type="http://schemas.openxmlformats.org/officeDocument/2006/relationships/image" Target="../media/image71.png"/><Relationship Id="rId64" Type="http://schemas.openxmlformats.org/officeDocument/2006/relationships/image" Target="../media/image79.png"/><Relationship Id="rId8" Type="http://schemas.openxmlformats.org/officeDocument/2006/relationships/image" Target="../media/image23.png"/><Relationship Id="rId51" Type="http://schemas.openxmlformats.org/officeDocument/2006/relationships/image" Target="../media/image66.png"/><Relationship Id="rId3" Type="http://schemas.openxmlformats.org/officeDocument/2006/relationships/image" Target="../media/image18.png"/><Relationship Id="rId12" Type="http://schemas.openxmlformats.org/officeDocument/2006/relationships/image" Target="../media/image27.png"/><Relationship Id="rId17" Type="http://schemas.openxmlformats.org/officeDocument/2006/relationships/image" Target="../media/image32.png"/><Relationship Id="rId25" Type="http://schemas.openxmlformats.org/officeDocument/2006/relationships/image" Target="../media/image40.png"/><Relationship Id="rId33" Type="http://schemas.openxmlformats.org/officeDocument/2006/relationships/image" Target="../media/image48.png"/><Relationship Id="rId38" Type="http://schemas.openxmlformats.org/officeDocument/2006/relationships/image" Target="../media/image53.png"/><Relationship Id="rId46" Type="http://schemas.openxmlformats.org/officeDocument/2006/relationships/image" Target="../media/image61.png"/><Relationship Id="rId59" Type="http://schemas.openxmlformats.org/officeDocument/2006/relationships/image" Target="../media/image74.png"/><Relationship Id="rId20" Type="http://schemas.openxmlformats.org/officeDocument/2006/relationships/image" Target="../media/image35.png"/><Relationship Id="rId41" Type="http://schemas.openxmlformats.org/officeDocument/2006/relationships/image" Target="../media/image56.png"/><Relationship Id="rId54" Type="http://schemas.openxmlformats.org/officeDocument/2006/relationships/image" Target="../media/image69.png"/><Relationship Id="rId62" Type="http://schemas.openxmlformats.org/officeDocument/2006/relationships/image" Target="../media/image77.png"/><Relationship Id="rId1" Type="http://schemas.openxmlformats.org/officeDocument/2006/relationships/slideLayout" Target="../slideLayouts/slideLayout71.xml"/><Relationship Id="rId6" Type="http://schemas.openxmlformats.org/officeDocument/2006/relationships/image" Target="../media/image21.png"/><Relationship Id="rId15" Type="http://schemas.openxmlformats.org/officeDocument/2006/relationships/image" Target="../media/image30.png"/><Relationship Id="rId23" Type="http://schemas.openxmlformats.org/officeDocument/2006/relationships/image" Target="../media/image38.png"/><Relationship Id="rId28" Type="http://schemas.openxmlformats.org/officeDocument/2006/relationships/image" Target="../media/image43.png"/><Relationship Id="rId36" Type="http://schemas.openxmlformats.org/officeDocument/2006/relationships/image" Target="../media/image51.png"/><Relationship Id="rId49" Type="http://schemas.openxmlformats.org/officeDocument/2006/relationships/image" Target="../media/image64.png"/><Relationship Id="rId57" Type="http://schemas.openxmlformats.org/officeDocument/2006/relationships/image" Target="../media/image72.png"/><Relationship Id="rId10" Type="http://schemas.openxmlformats.org/officeDocument/2006/relationships/image" Target="../media/image25.png"/><Relationship Id="rId31" Type="http://schemas.openxmlformats.org/officeDocument/2006/relationships/image" Target="../media/image46.png"/><Relationship Id="rId44" Type="http://schemas.openxmlformats.org/officeDocument/2006/relationships/image" Target="../media/image59.png"/><Relationship Id="rId52" Type="http://schemas.openxmlformats.org/officeDocument/2006/relationships/image" Target="../media/image67.png"/><Relationship Id="rId60" Type="http://schemas.openxmlformats.org/officeDocument/2006/relationships/image" Target="../media/image75.png"/><Relationship Id="rId65" Type="http://schemas.openxmlformats.org/officeDocument/2006/relationships/image" Target="../media/image80.png"/><Relationship Id="rId4" Type="http://schemas.openxmlformats.org/officeDocument/2006/relationships/image" Target="../media/image19.png"/><Relationship Id="rId9" Type="http://schemas.openxmlformats.org/officeDocument/2006/relationships/image" Target="../media/image24.png"/><Relationship Id="rId13" Type="http://schemas.openxmlformats.org/officeDocument/2006/relationships/image" Target="../media/image28.png"/><Relationship Id="rId18" Type="http://schemas.openxmlformats.org/officeDocument/2006/relationships/image" Target="../media/image33.png"/><Relationship Id="rId39" Type="http://schemas.openxmlformats.org/officeDocument/2006/relationships/image" Target="../media/image54.png"/></Relationships>
</file>

<file path=ppt/slides/_rels/slide19.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notesSlide" Target="../notesSlides/notesSlide19.xml"/><Relationship Id="rId1" Type="http://schemas.openxmlformats.org/officeDocument/2006/relationships/slideLayout" Target="../slideLayouts/slideLayout84.xml"/><Relationship Id="rId4" Type="http://schemas.openxmlformats.org/officeDocument/2006/relationships/image" Target="../media/image82.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84.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96.xml"/></Relationships>
</file>

<file path=ppt/slides/_rels/slide22.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notesSlide" Target="../notesSlides/notesSlide22.xml"/><Relationship Id="rId1" Type="http://schemas.openxmlformats.org/officeDocument/2006/relationships/slideLayout" Target="../slideLayouts/slideLayout138.xml"/></Relationships>
</file>

<file path=ppt/slides/_rels/slide23.xml.rels><?xml version="1.0" encoding="UTF-8" standalone="yes"?>
<Relationships xmlns="http://schemas.openxmlformats.org/package/2006/relationships"><Relationship Id="rId3" Type="http://schemas.openxmlformats.org/officeDocument/2006/relationships/hyperlink" Target="http://linkedin.com/company/camunda" TargetMode="External"/><Relationship Id="rId2" Type="http://schemas.openxmlformats.org/officeDocument/2006/relationships/notesSlide" Target="../notesSlides/notesSlide23.xml"/><Relationship Id="rId1" Type="http://schemas.openxmlformats.org/officeDocument/2006/relationships/slideLayout" Target="../slideLayouts/slideLayout139.xml"/><Relationship Id="rId6" Type="http://schemas.openxmlformats.org/officeDocument/2006/relationships/image" Target="../media/image84.png"/><Relationship Id="rId5" Type="http://schemas.openxmlformats.org/officeDocument/2006/relationships/hyperlink" Target="https://www.youtube.com/@CamundaTeam" TargetMode="External"/><Relationship Id="rId4" Type="http://schemas.openxmlformats.org/officeDocument/2006/relationships/hyperlink" Target="http://camunda.com" TargetMode="Externa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35.xml"/></Relationships>
</file>

<file path=ppt/slides/_rels/slide25.xml.rels><?xml version="1.0" encoding="UTF-8" standalone="yes"?>
<Relationships xmlns="http://schemas.openxmlformats.org/package/2006/relationships"><Relationship Id="rId8" Type="http://schemas.openxmlformats.org/officeDocument/2006/relationships/image" Target="../media/image90.png"/><Relationship Id="rId3" Type="http://schemas.openxmlformats.org/officeDocument/2006/relationships/image" Target="../media/image85.png"/><Relationship Id="rId7" Type="http://schemas.openxmlformats.org/officeDocument/2006/relationships/image" Target="../media/image89.png"/><Relationship Id="rId2" Type="http://schemas.openxmlformats.org/officeDocument/2006/relationships/notesSlide" Target="../notesSlides/notesSlide25.xml"/><Relationship Id="rId1" Type="http://schemas.openxmlformats.org/officeDocument/2006/relationships/slideLayout" Target="../slideLayouts/slideLayout83.xml"/><Relationship Id="rId6" Type="http://schemas.openxmlformats.org/officeDocument/2006/relationships/image" Target="../media/image88.png"/><Relationship Id="rId5" Type="http://schemas.openxmlformats.org/officeDocument/2006/relationships/image" Target="../media/image87.png"/><Relationship Id="rId10" Type="http://schemas.openxmlformats.org/officeDocument/2006/relationships/image" Target="../media/image92.png"/><Relationship Id="rId4" Type="http://schemas.openxmlformats.org/officeDocument/2006/relationships/image" Target="../media/image86.png"/><Relationship Id="rId9" Type="http://schemas.openxmlformats.org/officeDocument/2006/relationships/image" Target="../media/image91.png"/></Relationships>
</file>

<file path=ppt/slides/_rels/slide2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6.xml"/><Relationship Id="rId1" Type="http://schemas.openxmlformats.org/officeDocument/2006/relationships/slideLayout" Target="../slideLayouts/slideLayout84.xml"/></Relationships>
</file>

<file path=ppt/slides/_rels/slide27.xml.rels><?xml version="1.0" encoding="UTF-8" standalone="yes"?>
<Relationships xmlns="http://schemas.openxmlformats.org/package/2006/relationships"><Relationship Id="rId8" Type="http://schemas.openxmlformats.org/officeDocument/2006/relationships/image" Target="../media/image98.png"/><Relationship Id="rId3" Type="http://schemas.openxmlformats.org/officeDocument/2006/relationships/image" Target="../media/image93.png"/><Relationship Id="rId7" Type="http://schemas.openxmlformats.org/officeDocument/2006/relationships/image" Target="../media/image97.png"/><Relationship Id="rId2" Type="http://schemas.openxmlformats.org/officeDocument/2006/relationships/notesSlide" Target="../notesSlides/notesSlide27.xml"/><Relationship Id="rId1" Type="http://schemas.openxmlformats.org/officeDocument/2006/relationships/slideLayout" Target="../slideLayouts/slideLayout140.xml"/><Relationship Id="rId6" Type="http://schemas.openxmlformats.org/officeDocument/2006/relationships/image" Target="../media/image96.png"/><Relationship Id="rId5" Type="http://schemas.openxmlformats.org/officeDocument/2006/relationships/image" Target="../media/image95.png"/><Relationship Id="rId4" Type="http://schemas.openxmlformats.org/officeDocument/2006/relationships/image" Target="../media/image94.png"/></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84.xml"/></Relationships>
</file>

<file path=ppt/slides/_rels/slide29.xml.rels><?xml version="1.0" encoding="UTF-8" standalone="yes"?>
<Relationships xmlns="http://schemas.openxmlformats.org/package/2006/relationships"><Relationship Id="rId3" Type="http://schemas.openxmlformats.org/officeDocument/2006/relationships/image" Target="../media/image99.png"/><Relationship Id="rId2" Type="http://schemas.openxmlformats.org/officeDocument/2006/relationships/notesSlide" Target="../notesSlides/notesSlide29.xml"/><Relationship Id="rId1" Type="http://schemas.openxmlformats.org/officeDocument/2006/relationships/slideLayout" Target="../slideLayouts/slideLayout84.xml"/><Relationship Id="rId5" Type="http://schemas.openxmlformats.org/officeDocument/2006/relationships/image" Target="../media/image101.png"/><Relationship Id="rId4" Type="http://schemas.openxmlformats.org/officeDocument/2006/relationships/image" Target="../media/image100.png"/></Relationships>
</file>

<file path=ppt/slides/_rels/slide30.xml.rels><?xml version="1.0" encoding="UTF-8" standalone="yes"?>
<Relationships xmlns="http://schemas.openxmlformats.org/package/2006/relationships"><Relationship Id="rId13" Type="http://schemas.openxmlformats.org/officeDocument/2006/relationships/image" Target="../media/image29.png"/><Relationship Id="rId18" Type="http://schemas.openxmlformats.org/officeDocument/2006/relationships/image" Target="../media/image34.png"/><Relationship Id="rId26" Type="http://schemas.openxmlformats.org/officeDocument/2006/relationships/image" Target="../media/image40.png"/><Relationship Id="rId39" Type="http://schemas.openxmlformats.org/officeDocument/2006/relationships/image" Target="../media/image102.png"/><Relationship Id="rId21" Type="http://schemas.openxmlformats.org/officeDocument/2006/relationships/image" Target="../media/image37.jpg"/><Relationship Id="rId34" Type="http://schemas.openxmlformats.org/officeDocument/2006/relationships/image" Target="../media/image73.png"/><Relationship Id="rId42" Type="http://schemas.openxmlformats.org/officeDocument/2006/relationships/image" Target="../media/image57.png"/><Relationship Id="rId47" Type="http://schemas.openxmlformats.org/officeDocument/2006/relationships/image" Target="../media/image61.png"/><Relationship Id="rId50" Type="http://schemas.openxmlformats.org/officeDocument/2006/relationships/image" Target="../media/image64.png"/><Relationship Id="rId55" Type="http://schemas.openxmlformats.org/officeDocument/2006/relationships/image" Target="../media/image41.png"/><Relationship Id="rId63" Type="http://schemas.openxmlformats.org/officeDocument/2006/relationships/image" Target="../media/image106.png"/><Relationship Id="rId7" Type="http://schemas.openxmlformats.org/officeDocument/2006/relationships/image" Target="../media/image22.png"/><Relationship Id="rId2" Type="http://schemas.openxmlformats.org/officeDocument/2006/relationships/notesSlide" Target="../notesSlides/notesSlide30.xml"/><Relationship Id="rId16" Type="http://schemas.openxmlformats.org/officeDocument/2006/relationships/image" Target="../media/image32.png"/><Relationship Id="rId29" Type="http://schemas.openxmlformats.org/officeDocument/2006/relationships/image" Target="../media/image52.png"/><Relationship Id="rId11" Type="http://schemas.openxmlformats.org/officeDocument/2006/relationships/image" Target="../media/image27.png"/><Relationship Id="rId24" Type="http://schemas.openxmlformats.org/officeDocument/2006/relationships/image" Target="../media/image48.png"/><Relationship Id="rId32" Type="http://schemas.openxmlformats.org/officeDocument/2006/relationships/image" Target="../media/image43.png"/><Relationship Id="rId37" Type="http://schemas.openxmlformats.org/officeDocument/2006/relationships/image" Target="../media/image74.png"/><Relationship Id="rId40" Type="http://schemas.openxmlformats.org/officeDocument/2006/relationships/image" Target="../media/image54.png"/><Relationship Id="rId45" Type="http://schemas.openxmlformats.org/officeDocument/2006/relationships/image" Target="../media/image75.png"/><Relationship Id="rId53" Type="http://schemas.openxmlformats.org/officeDocument/2006/relationships/image" Target="../media/image68.png"/><Relationship Id="rId58" Type="http://schemas.openxmlformats.org/officeDocument/2006/relationships/image" Target="../media/image69.png"/><Relationship Id="rId5" Type="http://schemas.openxmlformats.org/officeDocument/2006/relationships/image" Target="../media/image20.png"/><Relationship Id="rId61" Type="http://schemas.openxmlformats.org/officeDocument/2006/relationships/image" Target="../media/image104.png"/><Relationship Id="rId19" Type="http://schemas.openxmlformats.org/officeDocument/2006/relationships/image" Target="../media/image35.png"/><Relationship Id="rId14" Type="http://schemas.openxmlformats.org/officeDocument/2006/relationships/image" Target="../media/image30.png"/><Relationship Id="rId22" Type="http://schemas.openxmlformats.org/officeDocument/2006/relationships/image" Target="../media/image38.png"/><Relationship Id="rId27" Type="http://schemas.openxmlformats.org/officeDocument/2006/relationships/image" Target="../media/image50.png"/><Relationship Id="rId30" Type="http://schemas.openxmlformats.org/officeDocument/2006/relationships/image" Target="../media/image53.png"/><Relationship Id="rId35" Type="http://schemas.openxmlformats.org/officeDocument/2006/relationships/image" Target="../media/image44.png"/><Relationship Id="rId43" Type="http://schemas.openxmlformats.org/officeDocument/2006/relationships/image" Target="../media/image58.png"/><Relationship Id="rId48" Type="http://schemas.openxmlformats.org/officeDocument/2006/relationships/image" Target="../media/image62.png"/><Relationship Id="rId56" Type="http://schemas.openxmlformats.org/officeDocument/2006/relationships/image" Target="../media/image76.png"/><Relationship Id="rId8" Type="http://schemas.openxmlformats.org/officeDocument/2006/relationships/image" Target="../media/image23.png"/><Relationship Id="rId51" Type="http://schemas.openxmlformats.org/officeDocument/2006/relationships/image" Target="../media/image65.png"/><Relationship Id="rId3" Type="http://schemas.openxmlformats.org/officeDocument/2006/relationships/image" Target="../media/image18.png"/><Relationship Id="rId12" Type="http://schemas.openxmlformats.org/officeDocument/2006/relationships/image" Target="../media/image28.png"/><Relationship Id="rId17" Type="http://schemas.openxmlformats.org/officeDocument/2006/relationships/image" Target="../media/image33.png"/><Relationship Id="rId25" Type="http://schemas.openxmlformats.org/officeDocument/2006/relationships/image" Target="../media/image49.png"/><Relationship Id="rId33" Type="http://schemas.openxmlformats.org/officeDocument/2006/relationships/image" Target="../media/image72.png"/><Relationship Id="rId38" Type="http://schemas.openxmlformats.org/officeDocument/2006/relationships/image" Target="../media/image46.png"/><Relationship Id="rId46" Type="http://schemas.openxmlformats.org/officeDocument/2006/relationships/image" Target="../media/image60.png"/><Relationship Id="rId59" Type="http://schemas.openxmlformats.org/officeDocument/2006/relationships/image" Target="../media/image70.png"/><Relationship Id="rId20" Type="http://schemas.openxmlformats.org/officeDocument/2006/relationships/image" Target="../media/image36.png"/><Relationship Id="rId41" Type="http://schemas.openxmlformats.org/officeDocument/2006/relationships/image" Target="../media/image56.png"/><Relationship Id="rId54" Type="http://schemas.openxmlformats.org/officeDocument/2006/relationships/image" Target="../media/image103.png"/><Relationship Id="rId62" Type="http://schemas.openxmlformats.org/officeDocument/2006/relationships/image" Target="../media/image105.png"/><Relationship Id="rId1" Type="http://schemas.openxmlformats.org/officeDocument/2006/relationships/slideLayout" Target="../slideLayouts/slideLayout71.xml"/><Relationship Id="rId6" Type="http://schemas.openxmlformats.org/officeDocument/2006/relationships/image" Target="../media/image21.png"/><Relationship Id="rId15" Type="http://schemas.openxmlformats.org/officeDocument/2006/relationships/image" Target="../media/image31.png"/><Relationship Id="rId23" Type="http://schemas.openxmlformats.org/officeDocument/2006/relationships/image" Target="../media/image39.png"/><Relationship Id="rId28" Type="http://schemas.openxmlformats.org/officeDocument/2006/relationships/image" Target="../media/image51.png"/><Relationship Id="rId36" Type="http://schemas.openxmlformats.org/officeDocument/2006/relationships/image" Target="../media/image45.png"/><Relationship Id="rId49" Type="http://schemas.openxmlformats.org/officeDocument/2006/relationships/image" Target="../media/image63.png"/><Relationship Id="rId57" Type="http://schemas.openxmlformats.org/officeDocument/2006/relationships/image" Target="../media/image77.png"/><Relationship Id="rId10" Type="http://schemas.openxmlformats.org/officeDocument/2006/relationships/image" Target="../media/image26.png"/><Relationship Id="rId31" Type="http://schemas.openxmlformats.org/officeDocument/2006/relationships/image" Target="../media/image42.png"/><Relationship Id="rId44" Type="http://schemas.openxmlformats.org/officeDocument/2006/relationships/image" Target="../media/image59.png"/><Relationship Id="rId52" Type="http://schemas.openxmlformats.org/officeDocument/2006/relationships/image" Target="../media/image67.png"/><Relationship Id="rId60" Type="http://schemas.openxmlformats.org/officeDocument/2006/relationships/image" Target="../media/image71.png"/><Relationship Id="rId4" Type="http://schemas.openxmlformats.org/officeDocument/2006/relationships/image" Target="../media/image19.png"/><Relationship Id="rId9" Type="http://schemas.openxmlformats.org/officeDocument/2006/relationships/image" Target="../media/image25.png"/></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7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67.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30.xml"/></Relationships>
</file>

<file path=ppt/slides/_rels/slide3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4.xml"/><Relationship Id="rId1" Type="http://schemas.openxmlformats.org/officeDocument/2006/relationships/slideLayout" Target="../slideLayouts/slideLayout13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32.xml"/></Relationships>
</file>

<file path=ppt/slides/_rels/slide3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6.xml"/><Relationship Id="rId1" Type="http://schemas.openxmlformats.org/officeDocument/2006/relationships/slideLayout" Target="../slideLayouts/slideLayout133.xml"/></Relationships>
</file>

<file path=ppt/slides/_rels/slide3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7.xml"/><Relationship Id="rId1" Type="http://schemas.openxmlformats.org/officeDocument/2006/relationships/slideLayout" Target="../slideLayouts/slideLayout109.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67.xml"/></Relationships>
</file>

<file path=ppt/slides/_rels/slide3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9.xml"/><Relationship Id="rId1" Type="http://schemas.openxmlformats.org/officeDocument/2006/relationships/slideLayout" Target="../slideLayouts/slideLayout84.xml"/></Relationships>
</file>

<file path=ppt/slides/_rels/slide40.xml.rels><?xml version="1.0" encoding="UTF-8" standalone="yes"?>
<Relationships xmlns="http://schemas.openxmlformats.org/package/2006/relationships"><Relationship Id="rId3" Type="http://schemas.openxmlformats.org/officeDocument/2006/relationships/hyperlink" Target="https://camunda.com/blog/2024/06/how-first-american-leverages-camunda/" TargetMode="External"/><Relationship Id="rId2" Type="http://schemas.openxmlformats.org/officeDocument/2006/relationships/notesSlide" Target="../notesSlides/notesSlide40.xml"/><Relationship Id="rId1" Type="http://schemas.openxmlformats.org/officeDocument/2006/relationships/slideLayout" Target="../slideLayouts/slideLayout142.xml"/></Relationships>
</file>

<file path=ppt/slides/_rels/slide41.xml.rels><?xml version="1.0" encoding="UTF-8" standalone="yes"?>
<Relationships xmlns="http://schemas.openxmlformats.org/package/2006/relationships"><Relationship Id="rId3" Type="http://schemas.openxmlformats.org/officeDocument/2006/relationships/hyperlink" Target="https://camunda.com/case-study/zalando/" TargetMode="External"/><Relationship Id="rId2" Type="http://schemas.openxmlformats.org/officeDocument/2006/relationships/notesSlide" Target="../notesSlides/notesSlide41.xml"/><Relationship Id="rId1" Type="http://schemas.openxmlformats.org/officeDocument/2006/relationships/slideLayout" Target="../slideLayouts/slideLayout142.xml"/></Relationships>
</file>

<file path=ppt/slides/_rels/slide42.xml.rels><?xml version="1.0" encoding="UTF-8" standalone="yes"?>
<Relationships xmlns="http://schemas.openxmlformats.org/package/2006/relationships"><Relationship Id="rId3" Type="http://schemas.openxmlformats.org/officeDocument/2006/relationships/hyperlink" Target="https://camunda.com/case-study/transforming-financial-services-solutions-with-bec/" TargetMode="External"/><Relationship Id="rId2" Type="http://schemas.openxmlformats.org/officeDocument/2006/relationships/notesSlide" Target="../notesSlides/notesSlide42.xml"/><Relationship Id="rId1" Type="http://schemas.openxmlformats.org/officeDocument/2006/relationships/slideLayout" Target="../slideLayouts/slideLayout142.xml"/></Relationships>
</file>

<file path=ppt/slides/_rels/slide43.xml.rels><?xml version="1.0" encoding="UTF-8" standalone="yes"?>
<Relationships xmlns="http://schemas.openxmlformats.org/package/2006/relationships"><Relationship Id="rId3" Type="http://schemas.openxmlformats.org/officeDocument/2006/relationships/hyperlink" Target="https://camunda.com/case-study/barclays/" TargetMode="External"/><Relationship Id="rId2" Type="http://schemas.openxmlformats.org/officeDocument/2006/relationships/notesSlide" Target="../notesSlides/notesSlide43.xml"/><Relationship Id="rId1" Type="http://schemas.openxmlformats.org/officeDocument/2006/relationships/slideLayout" Target="../slideLayouts/slideLayout142.xml"/></Relationships>
</file>

<file path=ppt/slides/_rels/slide44.xml.rels><?xml version="1.0" encoding="UTF-8" standalone="yes"?>
<Relationships xmlns="http://schemas.openxmlformats.org/package/2006/relationships"><Relationship Id="rId3" Type="http://schemas.openxmlformats.org/officeDocument/2006/relationships/hyperlink" Target="https://camunda.com/resources/leverage-ai-powered-automation/" TargetMode="External"/><Relationship Id="rId2" Type="http://schemas.openxmlformats.org/officeDocument/2006/relationships/notesSlide" Target="../notesSlides/notesSlide44.xml"/><Relationship Id="rId1" Type="http://schemas.openxmlformats.org/officeDocument/2006/relationships/slideLayout" Target="../slideLayouts/slideLayout14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84.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84.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84.xml"/></Relationships>
</file>

<file path=ppt/slides/_rels/slide48.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notesSlide" Target="../notesSlides/notesSlide48.xml"/><Relationship Id="rId1" Type="http://schemas.openxmlformats.org/officeDocument/2006/relationships/slideLayout" Target="../slideLayouts/slideLayout96.xml"/><Relationship Id="rId6" Type="http://schemas.openxmlformats.org/officeDocument/2006/relationships/image" Target="../media/image82.png"/><Relationship Id="rId5" Type="http://schemas.openxmlformats.org/officeDocument/2006/relationships/image" Target="../media/image108.png"/><Relationship Id="rId4" Type="http://schemas.openxmlformats.org/officeDocument/2006/relationships/image" Target="../media/image107.png"/></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84.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84.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43.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43.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43.xml"/></Relationships>
</file>

<file path=ppt/slides/_rels/slide54.xml.rels><?xml version="1.0" encoding="UTF-8" standalone="yes"?>
<Relationships xmlns="http://schemas.openxmlformats.org/package/2006/relationships"><Relationship Id="rId3" Type="http://schemas.openxmlformats.org/officeDocument/2006/relationships/hyperlink" Target="http://linkedin.com/company/camunda" TargetMode="External"/><Relationship Id="rId2" Type="http://schemas.openxmlformats.org/officeDocument/2006/relationships/notesSlide" Target="../notesSlides/notesSlide54.xml"/><Relationship Id="rId1" Type="http://schemas.openxmlformats.org/officeDocument/2006/relationships/slideLayout" Target="../slideLayouts/slideLayout139.xml"/><Relationship Id="rId6" Type="http://schemas.openxmlformats.org/officeDocument/2006/relationships/image" Target="../media/image84.png"/><Relationship Id="rId5" Type="http://schemas.openxmlformats.org/officeDocument/2006/relationships/hyperlink" Target="https://www.youtube.com/@CamundaTeam" TargetMode="External"/><Relationship Id="rId4" Type="http://schemas.openxmlformats.org/officeDocument/2006/relationships/hyperlink" Target="http://camunda.com/" TargetMode="Externa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144.xml"/></Relationships>
</file>

<file path=ppt/slides/_rels/slide56.xml.rels><?xml version="1.0" encoding="UTF-8" standalone="yes"?>
<Relationships xmlns="http://schemas.openxmlformats.org/package/2006/relationships"><Relationship Id="rId8" Type="http://schemas.openxmlformats.org/officeDocument/2006/relationships/image" Target="../media/image114.png"/><Relationship Id="rId3" Type="http://schemas.openxmlformats.org/officeDocument/2006/relationships/image" Target="../media/image109.png"/><Relationship Id="rId7" Type="http://schemas.openxmlformats.org/officeDocument/2006/relationships/image" Target="../media/image113.png"/><Relationship Id="rId2" Type="http://schemas.openxmlformats.org/officeDocument/2006/relationships/notesSlide" Target="../notesSlides/notesSlide56.xml"/><Relationship Id="rId1" Type="http://schemas.openxmlformats.org/officeDocument/2006/relationships/slideLayout" Target="../slideLayouts/slideLayout84.xml"/><Relationship Id="rId6" Type="http://schemas.openxmlformats.org/officeDocument/2006/relationships/image" Target="../media/image112.png"/><Relationship Id="rId11" Type="http://schemas.openxmlformats.org/officeDocument/2006/relationships/image" Target="../media/image117.png"/><Relationship Id="rId5" Type="http://schemas.openxmlformats.org/officeDocument/2006/relationships/image" Target="../media/image111.png"/><Relationship Id="rId10" Type="http://schemas.openxmlformats.org/officeDocument/2006/relationships/image" Target="../media/image116.png"/><Relationship Id="rId4" Type="http://schemas.openxmlformats.org/officeDocument/2006/relationships/image" Target="../media/image110.png"/><Relationship Id="rId9" Type="http://schemas.openxmlformats.org/officeDocument/2006/relationships/image" Target="../media/image115.png"/></Relationships>
</file>

<file path=ppt/slides/_rels/slide57.xml.rels><?xml version="1.0" encoding="UTF-8" standalone="yes"?>
<Relationships xmlns="http://schemas.openxmlformats.org/package/2006/relationships"><Relationship Id="rId3" Type="http://schemas.openxmlformats.org/officeDocument/2006/relationships/image" Target="../media/image118.png"/><Relationship Id="rId2" Type="http://schemas.openxmlformats.org/officeDocument/2006/relationships/notesSlide" Target="../notesSlides/notesSlide57.xml"/><Relationship Id="rId1" Type="http://schemas.openxmlformats.org/officeDocument/2006/relationships/slideLayout" Target="../slideLayouts/slideLayout101.xml"/></Relationships>
</file>

<file path=ppt/slides/_rels/slide58.xml.rels><?xml version="1.0" encoding="UTF-8" standalone="yes"?>
<Relationships xmlns="http://schemas.openxmlformats.org/package/2006/relationships"><Relationship Id="rId3" Type="http://schemas.openxmlformats.org/officeDocument/2006/relationships/image" Target="../media/image119.png"/><Relationship Id="rId2" Type="http://schemas.openxmlformats.org/officeDocument/2006/relationships/notesSlide" Target="../notesSlides/notesSlide58.xml"/><Relationship Id="rId1" Type="http://schemas.openxmlformats.org/officeDocument/2006/relationships/slideLayout" Target="../slideLayouts/slideLayout84.xml"/></Relationships>
</file>

<file path=ppt/slides/_rels/slide59.xml.rels><?xml version="1.0" encoding="UTF-8" standalone="yes"?>
<Relationships xmlns="http://schemas.openxmlformats.org/package/2006/relationships"><Relationship Id="rId3" Type="http://schemas.openxmlformats.org/officeDocument/2006/relationships/image" Target="../media/image120.png"/><Relationship Id="rId2" Type="http://schemas.openxmlformats.org/officeDocument/2006/relationships/notesSlide" Target="../notesSlides/notesSlide59.xml"/><Relationship Id="rId1" Type="http://schemas.openxmlformats.org/officeDocument/2006/relationships/slideLayout" Target="../slideLayouts/slideLayout98.xml"/><Relationship Id="rId4" Type="http://schemas.openxmlformats.org/officeDocument/2006/relationships/hyperlink" Target="https://camunda.com/blog/2025/02/building-ai-agent-camunda/" TargetMode="Externa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144.xml"/></Relationships>
</file>

<file path=ppt/slides/_rels/slide61.xml.rels><?xml version="1.0" encoding="UTF-8" standalone="yes"?>
<Relationships xmlns="http://schemas.openxmlformats.org/package/2006/relationships"><Relationship Id="rId3" Type="http://schemas.openxmlformats.org/officeDocument/2006/relationships/image" Target="../media/image121.png"/><Relationship Id="rId2" Type="http://schemas.openxmlformats.org/officeDocument/2006/relationships/notesSlide" Target="../notesSlides/notesSlide61.xml"/><Relationship Id="rId1" Type="http://schemas.openxmlformats.org/officeDocument/2006/relationships/slideLayout" Target="../slideLayouts/slideLayout106.xml"/></Relationships>
</file>

<file path=ppt/slides/_rels/slide62.xml.rels><?xml version="1.0" encoding="UTF-8" standalone="yes"?>
<Relationships xmlns="http://schemas.openxmlformats.org/package/2006/relationships"><Relationship Id="rId3" Type="http://schemas.openxmlformats.org/officeDocument/2006/relationships/hyperlink" Target="https://marketplace.camunda.com/" TargetMode="External"/><Relationship Id="rId2" Type="http://schemas.openxmlformats.org/officeDocument/2006/relationships/notesSlide" Target="../notesSlides/notesSlide62.xml"/><Relationship Id="rId1" Type="http://schemas.openxmlformats.org/officeDocument/2006/relationships/slideLayout" Target="../slideLayouts/slideLayout106.xml"/><Relationship Id="rId4" Type="http://schemas.openxmlformats.org/officeDocument/2006/relationships/image" Target="../media/image122.png"/></Relationships>
</file>

<file path=ppt/slides/_rels/slide63.xml.rels><?xml version="1.0" encoding="UTF-8" standalone="yes"?>
<Relationships xmlns="http://schemas.openxmlformats.org/package/2006/relationships"><Relationship Id="rId3" Type="http://schemas.openxmlformats.org/officeDocument/2006/relationships/image" Target="../media/image123.png"/><Relationship Id="rId2" Type="http://schemas.openxmlformats.org/officeDocument/2006/relationships/notesSlide" Target="../notesSlides/notesSlide63.xml"/><Relationship Id="rId1" Type="http://schemas.openxmlformats.org/officeDocument/2006/relationships/slideLayout" Target="../slideLayouts/slideLayout106.xml"/></Relationships>
</file>

<file path=ppt/slides/_rels/slide64.xml.rels><?xml version="1.0" encoding="UTF-8" standalone="yes"?>
<Relationships xmlns="http://schemas.openxmlformats.org/package/2006/relationships"><Relationship Id="rId3" Type="http://schemas.openxmlformats.org/officeDocument/2006/relationships/image" Target="../media/image124.png"/><Relationship Id="rId2" Type="http://schemas.openxmlformats.org/officeDocument/2006/relationships/notesSlide" Target="../notesSlides/notesSlide64.xml"/><Relationship Id="rId1" Type="http://schemas.openxmlformats.org/officeDocument/2006/relationships/slideLayout" Target="../slideLayouts/slideLayout106.xml"/></Relationships>
</file>

<file path=ppt/slides/_rels/slide65.xml.rels><?xml version="1.0" encoding="UTF-8" standalone="yes"?>
<Relationships xmlns="http://schemas.openxmlformats.org/package/2006/relationships"><Relationship Id="rId3" Type="http://schemas.openxmlformats.org/officeDocument/2006/relationships/image" Target="../media/image125.png"/><Relationship Id="rId2" Type="http://schemas.openxmlformats.org/officeDocument/2006/relationships/notesSlide" Target="../notesSlides/notesSlide65.xml"/><Relationship Id="rId1" Type="http://schemas.openxmlformats.org/officeDocument/2006/relationships/slideLayout" Target="../slideLayouts/slideLayout106.xml"/></Relationships>
</file>

<file path=ppt/slides/_rels/slide66.xml.rels><?xml version="1.0" encoding="UTF-8" standalone="yes"?>
<Relationships xmlns="http://schemas.openxmlformats.org/package/2006/relationships"><Relationship Id="rId3" Type="http://schemas.openxmlformats.org/officeDocument/2006/relationships/image" Target="../media/image126.png"/><Relationship Id="rId2" Type="http://schemas.openxmlformats.org/officeDocument/2006/relationships/notesSlide" Target="../notesSlides/notesSlide66.xml"/><Relationship Id="rId1" Type="http://schemas.openxmlformats.org/officeDocument/2006/relationships/slideLayout" Target="../slideLayouts/slideLayout106.xml"/></Relationships>
</file>

<file path=ppt/slides/_rels/slide67.xml.rels><?xml version="1.0" encoding="UTF-8" standalone="yes"?>
<Relationships xmlns="http://schemas.openxmlformats.org/package/2006/relationships"><Relationship Id="rId3" Type="http://schemas.openxmlformats.org/officeDocument/2006/relationships/image" Target="../media/image127.png"/><Relationship Id="rId2" Type="http://schemas.openxmlformats.org/officeDocument/2006/relationships/notesSlide" Target="../notesSlides/notesSlide67.xml"/><Relationship Id="rId1" Type="http://schemas.openxmlformats.org/officeDocument/2006/relationships/slideLayout" Target="../slideLayouts/slideLayout106.xml"/></Relationships>
</file>

<file path=ppt/slides/_rels/slide68.xml.rels><?xml version="1.0" encoding="UTF-8" standalone="yes"?>
<Relationships xmlns="http://schemas.openxmlformats.org/package/2006/relationships"><Relationship Id="rId3" Type="http://schemas.openxmlformats.org/officeDocument/2006/relationships/image" Target="../media/image128.png"/><Relationship Id="rId2" Type="http://schemas.openxmlformats.org/officeDocument/2006/relationships/notesSlide" Target="../notesSlides/notesSlide68.xml"/><Relationship Id="rId1" Type="http://schemas.openxmlformats.org/officeDocument/2006/relationships/slideLayout" Target="../slideLayouts/slideLayout106.xml"/></Relationships>
</file>

<file path=ppt/slides/_rels/slide69.xml.rels><?xml version="1.0" encoding="UTF-8" standalone="yes"?>
<Relationships xmlns="http://schemas.openxmlformats.org/package/2006/relationships"><Relationship Id="rId3" Type="http://schemas.openxmlformats.org/officeDocument/2006/relationships/image" Target="../media/image129.png"/><Relationship Id="rId2" Type="http://schemas.openxmlformats.org/officeDocument/2006/relationships/notesSlide" Target="../notesSlides/notesSlide69.xml"/><Relationship Id="rId1" Type="http://schemas.openxmlformats.org/officeDocument/2006/relationships/slideLayout" Target="../slideLayouts/slideLayout106.xml"/></Relationships>
</file>

<file path=ppt/slides/_rels/slide70.xml.rels><?xml version="1.0" encoding="UTF-8" standalone="yes"?>
<Relationships xmlns="http://schemas.openxmlformats.org/package/2006/relationships"><Relationship Id="rId3" Type="http://schemas.openxmlformats.org/officeDocument/2006/relationships/image" Target="../media/image130.png"/><Relationship Id="rId2" Type="http://schemas.openxmlformats.org/officeDocument/2006/relationships/notesSlide" Target="../notesSlides/notesSlide70.xml"/><Relationship Id="rId1" Type="http://schemas.openxmlformats.org/officeDocument/2006/relationships/slideLayout" Target="../slideLayouts/slideLayout106.xml"/></Relationships>
</file>

<file path=ppt/slides/_rels/slide71.xml.rels><?xml version="1.0" encoding="UTF-8" standalone="yes"?>
<Relationships xmlns="http://schemas.openxmlformats.org/package/2006/relationships"><Relationship Id="rId3" Type="http://schemas.openxmlformats.org/officeDocument/2006/relationships/image" Target="../media/image131.png"/><Relationship Id="rId2" Type="http://schemas.openxmlformats.org/officeDocument/2006/relationships/notesSlide" Target="../notesSlides/notesSlide71.xml"/><Relationship Id="rId1" Type="http://schemas.openxmlformats.org/officeDocument/2006/relationships/slideLayout" Target="../slideLayouts/slideLayout106.xml"/></Relationships>
</file>

<file path=ppt/slides/_rels/slide72.xml.rels><?xml version="1.0" encoding="UTF-8" standalone="yes"?>
<Relationships xmlns="http://schemas.openxmlformats.org/package/2006/relationships"><Relationship Id="rId3" Type="http://schemas.openxmlformats.org/officeDocument/2006/relationships/image" Target="../media/image132.png"/><Relationship Id="rId2" Type="http://schemas.openxmlformats.org/officeDocument/2006/relationships/notesSlide" Target="../notesSlides/notesSlide72.xml"/><Relationship Id="rId1" Type="http://schemas.openxmlformats.org/officeDocument/2006/relationships/slideLayout" Target="../slideLayouts/slideLayout106.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144.xml"/></Relationships>
</file>

<file path=ppt/slides/_rels/slide74.xml.rels><?xml version="1.0" encoding="UTF-8" standalone="yes"?>
<Relationships xmlns="http://schemas.openxmlformats.org/package/2006/relationships"><Relationship Id="rId8" Type="http://schemas.openxmlformats.org/officeDocument/2006/relationships/image" Target="../media/image136.png"/><Relationship Id="rId13" Type="http://schemas.openxmlformats.org/officeDocument/2006/relationships/image" Target="../media/image141.png"/><Relationship Id="rId18" Type="http://schemas.openxmlformats.org/officeDocument/2006/relationships/image" Target="../media/image146.png"/><Relationship Id="rId3" Type="http://schemas.openxmlformats.org/officeDocument/2006/relationships/image" Target="../media/image110.png"/><Relationship Id="rId21" Type="http://schemas.openxmlformats.org/officeDocument/2006/relationships/image" Target="../media/image149.png"/><Relationship Id="rId7" Type="http://schemas.openxmlformats.org/officeDocument/2006/relationships/image" Target="../media/image135.png"/><Relationship Id="rId12" Type="http://schemas.openxmlformats.org/officeDocument/2006/relationships/image" Target="../media/image140.png"/><Relationship Id="rId17" Type="http://schemas.openxmlformats.org/officeDocument/2006/relationships/image" Target="../media/image145.png"/><Relationship Id="rId25" Type="http://schemas.openxmlformats.org/officeDocument/2006/relationships/image" Target="../media/image152.png"/><Relationship Id="rId2" Type="http://schemas.openxmlformats.org/officeDocument/2006/relationships/notesSlide" Target="../notesSlides/notesSlide74.xml"/><Relationship Id="rId16" Type="http://schemas.openxmlformats.org/officeDocument/2006/relationships/image" Target="../media/image144.png"/><Relationship Id="rId20" Type="http://schemas.openxmlformats.org/officeDocument/2006/relationships/image" Target="../media/image148.png"/><Relationship Id="rId1" Type="http://schemas.openxmlformats.org/officeDocument/2006/relationships/slideLayout" Target="../slideLayouts/slideLayout83.xml"/><Relationship Id="rId6" Type="http://schemas.openxmlformats.org/officeDocument/2006/relationships/image" Target="../media/image134.png"/><Relationship Id="rId11" Type="http://schemas.openxmlformats.org/officeDocument/2006/relationships/image" Target="../media/image139.png"/><Relationship Id="rId24" Type="http://schemas.openxmlformats.org/officeDocument/2006/relationships/image" Target="../media/image111.png"/><Relationship Id="rId5" Type="http://schemas.openxmlformats.org/officeDocument/2006/relationships/image" Target="../media/image109.png"/><Relationship Id="rId15" Type="http://schemas.openxmlformats.org/officeDocument/2006/relationships/image" Target="../media/image143.png"/><Relationship Id="rId23" Type="http://schemas.openxmlformats.org/officeDocument/2006/relationships/image" Target="../media/image151.png"/><Relationship Id="rId10" Type="http://schemas.openxmlformats.org/officeDocument/2006/relationships/image" Target="../media/image138.png"/><Relationship Id="rId19" Type="http://schemas.openxmlformats.org/officeDocument/2006/relationships/image" Target="../media/image147.png"/><Relationship Id="rId4" Type="http://schemas.openxmlformats.org/officeDocument/2006/relationships/image" Target="../media/image133.png"/><Relationship Id="rId9" Type="http://schemas.openxmlformats.org/officeDocument/2006/relationships/image" Target="../media/image137.png"/><Relationship Id="rId14" Type="http://schemas.openxmlformats.org/officeDocument/2006/relationships/image" Target="../media/image142.png"/><Relationship Id="rId22" Type="http://schemas.openxmlformats.org/officeDocument/2006/relationships/image" Target="../media/image150.png"/></Relationships>
</file>

<file path=ppt/slides/_rels/slide75.xml.rels><?xml version="1.0" encoding="UTF-8" standalone="yes"?>
<Relationships xmlns="http://schemas.openxmlformats.org/package/2006/relationships"><Relationship Id="rId3" Type="http://schemas.openxmlformats.org/officeDocument/2006/relationships/image" Target="../media/image153.png"/><Relationship Id="rId2" Type="http://schemas.openxmlformats.org/officeDocument/2006/relationships/notesSlide" Target="../notesSlides/notesSlide75.xml"/><Relationship Id="rId1" Type="http://schemas.openxmlformats.org/officeDocument/2006/relationships/slideLayout" Target="../slideLayouts/slideLayout83.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83.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144.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123.xml"/></Relationships>
</file>

<file path=ppt/slides/_rels/slide79.xml.rels><?xml version="1.0" encoding="UTF-8" standalone="yes"?>
<Relationships xmlns="http://schemas.openxmlformats.org/package/2006/relationships"><Relationship Id="rId8" Type="http://schemas.openxmlformats.org/officeDocument/2006/relationships/image" Target="../media/image159.png"/><Relationship Id="rId3" Type="http://schemas.openxmlformats.org/officeDocument/2006/relationships/image" Target="../media/image154.png"/><Relationship Id="rId7" Type="http://schemas.openxmlformats.org/officeDocument/2006/relationships/image" Target="../media/image158.png"/><Relationship Id="rId2" Type="http://schemas.openxmlformats.org/officeDocument/2006/relationships/notesSlide" Target="../notesSlides/notesSlide79.xml"/><Relationship Id="rId1" Type="http://schemas.openxmlformats.org/officeDocument/2006/relationships/slideLayout" Target="../slideLayouts/slideLayout94.xml"/><Relationship Id="rId6" Type="http://schemas.openxmlformats.org/officeDocument/2006/relationships/image" Target="../media/image157.png"/><Relationship Id="rId5" Type="http://schemas.openxmlformats.org/officeDocument/2006/relationships/image" Target="../media/image156.png"/><Relationship Id="rId4" Type="http://schemas.openxmlformats.org/officeDocument/2006/relationships/image" Target="../media/image155.png"/></Relationships>
</file>

<file path=ppt/slides/_rels/slide80.xml.rels><?xml version="1.0" encoding="UTF-8" standalone="yes"?>
<Relationships xmlns="http://schemas.openxmlformats.org/package/2006/relationships"><Relationship Id="rId3" Type="http://schemas.openxmlformats.org/officeDocument/2006/relationships/image" Target="../media/image160.png"/><Relationship Id="rId2" Type="http://schemas.openxmlformats.org/officeDocument/2006/relationships/notesSlide" Target="../notesSlides/notesSlide80.xml"/><Relationship Id="rId1" Type="http://schemas.openxmlformats.org/officeDocument/2006/relationships/slideLayout" Target="../slideLayouts/slideLayout145.xml"/></Relationships>
</file>

<file path=ppt/slides/_rels/slide81.xml.rels><?xml version="1.0" encoding="UTF-8" standalone="yes"?>
<Relationships xmlns="http://schemas.openxmlformats.org/package/2006/relationships"><Relationship Id="rId3" Type="http://schemas.openxmlformats.org/officeDocument/2006/relationships/image" Target="../media/image161.png"/><Relationship Id="rId2" Type="http://schemas.openxmlformats.org/officeDocument/2006/relationships/notesSlide" Target="../notesSlides/notesSlide81.xml"/><Relationship Id="rId1" Type="http://schemas.openxmlformats.org/officeDocument/2006/relationships/slideLayout" Target="../slideLayouts/slideLayout143.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144.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123.xml"/></Relationships>
</file>

<file path=ppt/slides/_rels/slide84.xml.rels><?xml version="1.0" encoding="UTF-8" standalone="yes"?>
<Relationships xmlns="http://schemas.openxmlformats.org/package/2006/relationships"><Relationship Id="rId8" Type="http://schemas.openxmlformats.org/officeDocument/2006/relationships/image" Target="../media/image159.png"/><Relationship Id="rId3" Type="http://schemas.openxmlformats.org/officeDocument/2006/relationships/image" Target="../media/image154.png"/><Relationship Id="rId7" Type="http://schemas.openxmlformats.org/officeDocument/2006/relationships/image" Target="../media/image163.png"/><Relationship Id="rId2" Type="http://schemas.openxmlformats.org/officeDocument/2006/relationships/notesSlide" Target="../notesSlides/notesSlide84.xml"/><Relationship Id="rId1" Type="http://schemas.openxmlformats.org/officeDocument/2006/relationships/slideLayout" Target="../slideLayouts/slideLayout94.xml"/><Relationship Id="rId6" Type="http://schemas.openxmlformats.org/officeDocument/2006/relationships/image" Target="../media/image162.png"/><Relationship Id="rId5" Type="http://schemas.openxmlformats.org/officeDocument/2006/relationships/image" Target="../media/image156.png"/><Relationship Id="rId4" Type="http://schemas.openxmlformats.org/officeDocument/2006/relationships/image" Target="../media/image155.png"/></Relationships>
</file>

<file path=ppt/slides/_rels/slide85.xml.rels><?xml version="1.0" encoding="UTF-8" standalone="yes"?>
<Relationships xmlns="http://schemas.openxmlformats.org/package/2006/relationships"><Relationship Id="rId3" Type="http://schemas.openxmlformats.org/officeDocument/2006/relationships/image" Target="../media/image164.png"/><Relationship Id="rId2" Type="http://schemas.openxmlformats.org/officeDocument/2006/relationships/notesSlide" Target="../notesSlides/notesSlide85.xml"/><Relationship Id="rId1" Type="http://schemas.openxmlformats.org/officeDocument/2006/relationships/slideLayout" Target="../slideLayouts/slideLayout145.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143.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144.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88.xml"/><Relationship Id="rId1" Type="http://schemas.openxmlformats.org/officeDocument/2006/relationships/slideLayout" Target="../slideLayouts/slideLayout146.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89.xml"/><Relationship Id="rId1" Type="http://schemas.openxmlformats.org/officeDocument/2006/relationships/slideLayout" Target="../slideLayouts/slideLayout146.xml"/></Relationships>
</file>

<file path=ppt/slides/_rels/slide90.xml.rels><?xml version="1.0" encoding="UTF-8" standalone="yes"?>
<Relationships xmlns="http://schemas.openxmlformats.org/package/2006/relationships"><Relationship Id="rId8" Type="http://schemas.openxmlformats.org/officeDocument/2006/relationships/image" Target="../media/image170.png"/><Relationship Id="rId13" Type="http://schemas.openxmlformats.org/officeDocument/2006/relationships/image" Target="../media/image175.png"/><Relationship Id="rId18" Type="http://schemas.openxmlformats.org/officeDocument/2006/relationships/image" Target="../media/image180.png"/><Relationship Id="rId3" Type="http://schemas.openxmlformats.org/officeDocument/2006/relationships/image" Target="../media/image165.png"/><Relationship Id="rId7" Type="http://schemas.openxmlformats.org/officeDocument/2006/relationships/image" Target="../media/image169.png"/><Relationship Id="rId12" Type="http://schemas.openxmlformats.org/officeDocument/2006/relationships/image" Target="../media/image174.png"/><Relationship Id="rId17" Type="http://schemas.openxmlformats.org/officeDocument/2006/relationships/image" Target="../media/image179.png"/><Relationship Id="rId2" Type="http://schemas.openxmlformats.org/officeDocument/2006/relationships/notesSlide" Target="../notesSlides/notesSlide90.xml"/><Relationship Id="rId16" Type="http://schemas.openxmlformats.org/officeDocument/2006/relationships/image" Target="../media/image178.png"/><Relationship Id="rId1" Type="http://schemas.openxmlformats.org/officeDocument/2006/relationships/slideLayout" Target="../slideLayouts/slideLayout147.xml"/><Relationship Id="rId6" Type="http://schemas.openxmlformats.org/officeDocument/2006/relationships/image" Target="../media/image168.png"/><Relationship Id="rId11" Type="http://schemas.openxmlformats.org/officeDocument/2006/relationships/image" Target="../media/image173.png"/><Relationship Id="rId5" Type="http://schemas.openxmlformats.org/officeDocument/2006/relationships/image" Target="../media/image167.png"/><Relationship Id="rId15" Type="http://schemas.openxmlformats.org/officeDocument/2006/relationships/image" Target="../media/image177.png"/><Relationship Id="rId10" Type="http://schemas.openxmlformats.org/officeDocument/2006/relationships/image" Target="../media/image172.png"/><Relationship Id="rId19" Type="http://schemas.openxmlformats.org/officeDocument/2006/relationships/image" Target="../media/image181.png"/><Relationship Id="rId4" Type="http://schemas.openxmlformats.org/officeDocument/2006/relationships/image" Target="../media/image166.png"/><Relationship Id="rId9" Type="http://schemas.openxmlformats.org/officeDocument/2006/relationships/image" Target="../media/image171.png"/><Relationship Id="rId14" Type="http://schemas.openxmlformats.org/officeDocument/2006/relationships/image" Target="../media/image176.png"/></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91.xml"/><Relationship Id="rId1" Type="http://schemas.openxmlformats.org/officeDocument/2006/relationships/slideLayout" Target="../slideLayouts/slideLayout143.xml"/></Relationships>
</file>

<file path=ppt/slides/_rels/slide92.xml.rels><?xml version="1.0" encoding="UTF-8" standalone="yes"?>
<Relationships xmlns="http://schemas.openxmlformats.org/package/2006/relationships"><Relationship Id="rId3" Type="http://schemas.openxmlformats.org/officeDocument/2006/relationships/image" Target="../media/image182.png"/><Relationship Id="rId2" Type="http://schemas.openxmlformats.org/officeDocument/2006/relationships/notesSlide" Target="../notesSlides/notesSlide92.xml"/><Relationship Id="rId1" Type="http://schemas.openxmlformats.org/officeDocument/2006/relationships/slideLayout" Target="../slideLayouts/slideLayout143.xml"/><Relationship Id="rId5" Type="http://schemas.openxmlformats.org/officeDocument/2006/relationships/image" Target="../media/image184.png"/><Relationship Id="rId4" Type="http://schemas.openxmlformats.org/officeDocument/2006/relationships/image" Target="../media/image183.png"/></Relationships>
</file>

<file path=ppt/slides/_rels/slide93.xml.rels><?xml version="1.0" encoding="UTF-8" standalone="yes"?>
<Relationships xmlns="http://schemas.openxmlformats.org/package/2006/relationships"><Relationship Id="rId3" Type="http://schemas.openxmlformats.org/officeDocument/2006/relationships/image" Target="../media/image185.png"/><Relationship Id="rId7" Type="http://schemas.openxmlformats.org/officeDocument/2006/relationships/image" Target="../media/image189.png"/><Relationship Id="rId2" Type="http://schemas.openxmlformats.org/officeDocument/2006/relationships/notesSlide" Target="../notesSlides/notesSlide93.xml"/><Relationship Id="rId1" Type="http://schemas.openxmlformats.org/officeDocument/2006/relationships/slideLayout" Target="../slideLayouts/slideLayout143.xml"/><Relationship Id="rId6" Type="http://schemas.openxmlformats.org/officeDocument/2006/relationships/image" Target="../media/image188.png"/><Relationship Id="rId5" Type="http://schemas.openxmlformats.org/officeDocument/2006/relationships/image" Target="../media/image187.png"/><Relationship Id="rId4" Type="http://schemas.openxmlformats.org/officeDocument/2006/relationships/image" Target="../media/image186.jpg"/></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94.xml"/><Relationship Id="rId1" Type="http://schemas.openxmlformats.org/officeDocument/2006/relationships/slideLayout" Target="../slideLayouts/slideLayout144.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95.xml"/><Relationship Id="rId1" Type="http://schemas.openxmlformats.org/officeDocument/2006/relationships/slideLayout" Target="../slideLayouts/slideLayout148.xml"/></Relationships>
</file>

<file path=ppt/slides/_rels/slide96.xml.rels><?xml version="1.0" encoding="UTF-8" standalone="yes"?>
<Relationships xmlns="http://schemas.openxmlformats.org/package/2006/relationships"><Relationship Id="rId3" Type="http://schemas.openxmlformats.org/officeDocument/2006/relationships/image" Target="../media/image190.png"/><Relationship Id="rId7" Type="http://schemas.openxmlformats.org/officeDocument/2006/relationships/image" Target="../media/image194.png"/><Relationship Id="rId2" Type="http://schemas.openxmlformats.org/officeDocument/2006/relationships/notesSlide" Target="../notesSlides/notesSlide96.xml"/><Relationship Id="rId1" Type="http://schemas.openxmlformats.org/officeDocument/2006/relationships/slideLayout" Target="../slideLayouts/slideLayout149.xml"/><Relationship Id="rId6" Type="http://schemas.openxmlformats.org/officeDocument/2006/relationships/image" Target="../media/image193.png"/><Relationship Id="rId5" Type="http://schemas.openxmlformats.org/officeDocument/2006/relationships/image" Target="../media/image192.png"/><Relationship Id="rId4" Type="http://schemas.openxmlformats.org/officeDocument/2006/relationships/image" Target="../media/image191.png"/></Relationships>
</file>

<file path=ppt/slides/_rels/slide97.xml.rels><?xml version="1.0" encoding="UTF-8" standalone="yes"?>
<Relationships xmlns="http://schemas.openxmlformats.org/package/2006/relationships"><Relationship Id="rId3" Type="http://schemas.openxmlformats.org/officeDocument/2006/relationships/image" Target="../media/image195.png"/><Relationship Id="rId7" Type="http://schemas.openxmlformats.org/officeDocument/2006/relationships/image" Target="../media/image193.png"/><Relationship Id="rId2" Type="http://schemas.openxmlformats.org/officeDocument/2006/relationships/notesSlide" Target="../notesSlides/notesSlide97.xml"/><Relationship Id="rId1" Type="http://schemas.openxmlformats.org/officeDocument/2006/relationships/slideLayout" Target="../slideLayouts/slideLayout149.xml"/><Relationship Id="rId6" Type="http://schemas.openxmlformats.org/officeDocument/2006/relationships/image" Target="../media/image198.png"/><Relationship Id="rId5" Type="http://schemas.openxmlformats.org/officeDocument/2006/relationships/image" Target="../media/image197.png"/><Relationship Id="rId4" Type="http://schemas.openxmlformats.org/officeDocument/2006/relationships/image" Target="../media/image196.png"/></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98.xml"/><Relationship Id="rId1" Type="http://schemas.openxmlformats.org/officeDocument/2006/relationships/slideLayout" Target="../slideLayouts/slideLayout150.xml"/></Relationships>
</file>

<file path=ppt/slides/_rels/slide99.xml.rels><?xml version="1.0" encoding="UTF-8" standalone="yes"?>
<Relationships xmlns="http://schemas.openxmlformats.org/package/2006/relationships"><Relationship Id="rId3" Type="http://schemas.openxmlformats.org/officeDocument/2006/relationships/image" Target="../media/image199.png"/><Relationship Id="rId2" Type="http://schemas.openxmlformats.org/officeDocument/2006/relationships/notesSlide" Target="../notesSlides/notesSlide99.xml"/><Relationship Id="rId1" Type="http://schemas.openxmlformats.org/officeDocument/2006/relationships/slideLayout" Target="../slideLayouts/slideLayout151.xml"/><Relationship Id="rId5" Type="http://schemas.openxmlformats.org/officeDocument/2006/relationships/image" Target="../media/image201.png"/><Relationship Id="rId4" Type="http://schemas.openxmlformats.org/officeDocument/2006/relationships/image" Target="../media/image200.png"/></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100.xml"/><Relationship Id="rId1" Type="http://schemas.openxmlformats.org/officeDocument/2006/relationships/slideLayout" Target="../slideLayouts/slideLayout144.xml"/></Relationships>
</file>

<file path=ppt/slides/_rels/slide101.xml.rels><?xml version="1.0" encoding="UTF-8" standalone="yes"?>
<Relationships xmlns="http://schemas.openxmlformats.org/package/2006/relationships"><Relationship Id="rId2" Type="http://schemas.openxmlformats.org/officeDocument/2006/relationships/notesSlide" Target="../notesSlides/notesSlide101.xml"/><Relationship Id="rId1" Type="http://schemas.openxmlformats.org/officeDocument/2006/relationships/slideLayout" Target="../slideLayouts/slideLayout132.xml"/></Relationships>
</file>

<file path=ppt/slides/_rels/slide102.xml.rels><?xml version="1.0" encoding="UTF-8" standalone="yes"?>
<Relationships xmlns="http://schemas.openxmlformats.org/package/2006/relationships"><Relationship Id="rId3" Type="http://schemas.openxmlformats.org/officeDocument/2006/relationships/image" Target="../media/image202.png"/><Relationship Id="rId2" Type="http://schemas.openxmlformats.org/officeDocument/2006/relationships/notesSlide" Target="../notesSlides/notesSlide102.xml"/><Relationship Id="rId1" Type="http://schemas.openxmlformats.org/officeDocument/2006/relationships/slideLayout" Target="../slideLayouts/slideLayout83.xml"/></Relationships>
</file>

<file path=ppt/slides/_rels/slide103.xml.rels><?xml version="1.0" encoding="UTF-8" standalone="yes"?>
<Relationships xmlns="http://schemas.openxmlformats.org/package/2006/relationships"><Relationship Id="rId3" Type="http://schemas.openxmlformats.org/officeDocument/2006/relationships/image" Target="../media/image203.png"/><Relationship Id="rId2" Type="http://schemas.openxmlformats.org/officeDocument/2006/relationships/notesSlide" Target="../notesSlides/notesSlide103.xml"/><Relationship Id="rId1" Type="http://schemas.openxmlformats.org/officeDocument/2006/relationships/slideLayout" Target="../slideLayouts/slideLayout83.xml"/></Relationships>
</file>

<file path=ppt/slides/_rels/slide104.xml.rels><?xml version="1.0" encoding="UTF-8" standalone="yes"?>
<Relationships xmlns="http://schemas.openxmlformats.org/package/2006/relationships"><Relationship Id="rId3" Type="http://schemas.openxmlformats.org/officeDocument/2006/relationships/image" Target="../media/image204.png"/><Relationship Id="rId2" Type="http://schemas.openxmlformats.org/officeDocument/2006/relationships/notesSlide" Target="../notesSlides/notesSlide104.xml"/><Relationship Id="rId1" Type="http://schemas.openxmlformats.org/officeDocument/2006/relationships/slideLayout" Target="../slideLayouts/slideLayout83.xml"/></Relationships>
</file>

<file path=ppt/slides/_rels/slide105.xml.rels><?xml version="1.0" encoding="UTF-8" standalone="yes"?>
<Relationships xmlns="http://schemas.openxmlformats.org/package/2006/relationships"><Relationship Id="rId2" Type="http://schemas.openxmlformats.org/officeDocument/2006/relationships/notesSlide" Target="../notesSlides/notesSlide105.xml"/><Relationship Id="rId1" Type="http://schemas.openxmlformats.org/officeDocument/2006/relationships/slideLayout" Target="../slideLayouts/slideLayout144.xml"/></Relationships>
</file>

<file path=ppt/slides/_rels/slide106.xml.rels><?xml version="1.0" encoding="UTF-8" standalone="yes"?>
<Relationships xmlns="http://schemas.openxmlformats.org/package/2006/relationships"><Relationship Id="rId2" Type="http://schemas.openxmlformats.org/officeDocument/2006/relationships/notesSlide" Target="../notesSlides/notesSlide106.xml"/><Relationship Id="rId1" Type="http://schemas.openxmlformats.org/officeDocument/2006/relationships/slideLayout" Target="../slideLayouts/slideLayout84.xml"/></Relationships>
</file>

<file path=ppt/slides/_rels/slide107.xml.rels><?xml version="1.0" encoding="UTF-8" standalone="yes"?>
<Relationships xmlns="http://schemas.openxmlformats.org/package/2006/relationships"><Relationship Id="rId2" Type="http://schemas.openxmlformats.org/officeDocument/2006/relationships/notesSlide" Target="../notesSlides/notesSlide107.xml"/><Relationship Id="rId1" Type="http://schemas.openxmlformats.org/officeDocument/2006/relationships/slideLayout" Target="../slideLayouts/slideLayout83.xml"/></Relationships>
</file>

<file path=ppt/slides/_rels/slide108.xml.rels><?xml version="1.0" encoding="UTF-8" standalone="yes"?>
<Relationships xmlns="http://schemas.openxmlformats.org/package/2006/relationships"><Relationship Id="rId2" Type="http://schemas.openxmlformats.org/officeDocument/2006/relationships/notesSlide" Target="../notesSlides/notesSlide108.xml"/><Relationship Id="rId1" Type="http://schemas.openxmlformats.org/officeDocument/2006/relationships/slideLayout" Target="../slideLayouts/slideLayout150.xml"/></Relationships>
</file>

<file path=ppt/slides/_rels/slide109.xml.rels><?xml version="1.0" encoding="UTF-8" standalone="yes"?>
<Relationships xmlns="http://schemas.openxmlformats.org/package/2006/relationships"><Relationship Id="rId2" Type="http://schemas.openxmlformats.org/officeDocument/2006/relationships/notesSlide" Target="../notesSlides/notesSlide109.xml"/><Relationship Id="rId1" Type="http://schemas.openxmlformats.org/officeDocument/2006/relationships/slideLayout" Target="../slideLayouts/slideLayout143.xml"/></Relationships>
</file>

<file path=ppt/slides/_rels/slide110.xml.rels><?xml version="1.0" encoding="UTF-8" standalone="yes"?>
<Relationships xmlns="http://schemas.openxmlformats.org/package/2006/relationships"><Relationship Id="rId2" Type="http://schemas.openxmlformats.org/officeDocument/2006/relationships/notesSlide" Target="../notesSlides/notesSlide110.xml"/><Relationship Id="rId1" Type="http://schemas.openxmlformats.org/officeDocument/2006/relationships/slideLayout" Target="../slideLayouts/slideLayout83.xml"/></Relationships>
</file>

<file path=ppt/slides/_rels/slide111.xml.rels><?xml version="1.0" encoding="UTF-8" standalone="yes"?>
<Relationships xmlns="http://schemas.openxmlformats.org/package/2006/relationships"><Relationship Id="rId2" Type="http://schemas.openxmlformats.org/officeDocument/2006/relationships/notesSlide" Target="../notesSlides/notesSlide111.xml"/><Relationship Id="rId1" Type="http://schemas.openxmlformats.org/officeDocument/2006/relationships/slideLayout" Target="../slideLayouts/slideLayout84.xml"/></Relationships>
</file>

<file path=ppt/slides/_rels/slide112.xml.rels><?xml version="1.0" encoding="UTF-8" standalone="yes"?>
<Relationships xmlns="http://schemas.openxmlformats.org/package/2006/relationships"><Relationship Id="rId2" Type="http://schemas.openxmlformats.org/officeDocument/2006/relationships/notesSlide" Target="../notesSlides/notesSlide112.xml"/><Relationship Id="rId1" Type="http://schemas.openxmlformats.org/officeDocument/2006/relationships/slideLayout" Target="../slideLayouts/slideLayout84.xml"/></Relationships>
</file>

<file path=ppt/slides/_rels/slide113.xml.rels><?xml version="1.0" encoding="UTF-8" standalone="yes"?>
<Relationships xmlns="http://schemas.openxmlformats.org/package/2006/relationships"><Relationship Id="rId2" Type="http://schemas.openxmlformats.org/officeDocument/2006/relationships/notesSlide" Target="../notesSlides/notesSlide113.xml"/><Relationship Id="rId1" Type="http://schemas.openxmlformats.org/officeDocument/2006/relationships/slideLayout" Target="../slideLayouts/slideLayout84.xml"/></Relationships>
</file>

<file path=ppt/slides/_rels/slide114.xml.rels><?xml version="1.0" encoding="UTF-8" standalone="yes"?>
<Relationships xmlns="http://schemas.openxmlformats.org/package/2006/relationships"><Relationship Id="rId2" Type="http://schemas.openxmlformats.org/officeDocument/2006/relationships/notesSlide" Target="../notesSlides/notesSlide114.xml"/><Relationship Id="rId1" Type="http://schemas.openxmlformats.org/officeDocument/2006/relationships/slideLayout" Target="../slideLayouts/slideLayout14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848">
          <a:extLst>
            <a:ext uri="{FF2B5EF4-FFF2-40B4-BE49-F238E27FC236}">
              <a16:creationId xmlns:a16="http://schemas.microsoft.com/office/drawing/2014/main" id="{78A13D75-EF34-C10D-124F-723D810B5CCB}"/>
            </a:ext>
          </a:extLst>
        </p:cNvPr>
        <p:cNvGrpSpPr/>
        <p:nvPr/>
      </p:nvGrpSpPr>
      <p:grpSpPr>
        <a:xfrm>
          <a:off x="0" y="0"/>
          <a:ext cx="0" cy="0"/>
          <a:chOff x="0" y="0"/>
          <a:chExt cx="0" cy="0"/>
        </a:xfrm>
      </p:grpSpPr>
      <p:sp>
        <p:nvSpPr>
          <p:cNvPr id="5849" name="Google Shape;5849;p457">
            <a:extLst>
              <a:ext uri="{FF2B5EF4-FFF2-40B4-BE49-F238E27FC236}">
                <a16:creationId xmlns:a16="http://schemas.microsoft.com/office/drawing/2014/main" id="{BBF1B69D-AC28-B038-D8E6-E047C60A6318}"/>
              </a:ext>
            </a:extLst>
          </p:cNvPr>
          <p:cNvSpPr txBox="1">
            <a:spLocks noGrp="1"/>
          </p:cNvSpPr>
          <p:nvPr>
            <p:ph type="ctrTitle"/>
          </p:nvPr>
        </p:nvSpPr>
        <p:spPr>
          <a:xfrm>
            <a:off x="457200" y="1152475"/>
            <a:ext cx="5966700" cy="1644600"/>
          </a:xfrm>
          <a:prstGeom prst="rect">
            <a:avLst/>
          </a:prstGeom>
        </p:spPr>
        <p:txBody>
          <a:bodyPr spcFirstLastPara="1" wrap="square" lIns="0" tIns="0" rIns="0" bIns="0" anchor="b" anchorCtr="0">
            <a:normAutofit/>
          </a:bodyPr>
          <a:lstStyle/>
          <a:p>
            <a:pPr marL="0" lvl="0" indent="0" algn="l" rtl="0">
              <a:spcBef>
                <a:spcPts val="0"/>
              </a:spcBef>
              <a:spcAft>
                <a:spcPts val="0"/>
              </a:spcAft>
              <a:buNone/>
            </a:pPr>
            <a:r>
              <a:rPr lang="en"/>
              <a:t>Better Together</a:t>
            </a:r>
            <a:endParaRPr/>
          </a:p>
        </p:txBody>
      </p:sp>
      <p:sp>
        <p:nvSpPr>
          <p:cNvPr id="5850" name="Google Shape;5850;p457">
            <a:extLst>
              <a:ext uri="{FF2B5EF4-FFF2-40B4-BE49-F238E27FC236}">
                <a16:creationId xmlns:a16="http://schemas.microsoft.com/office/drawing/2014/main" id="{302F0FCB-6794-92FF-3AE6-95489E1103F4}"/>
              </a:ext>
            </a:extLst>
          </p:cNvPr>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rgbClr val="000000"/>
              </a:buClr>
              <a:buSzPts val="1300"/>
              <a:buFont typeface="Arial"/>
              <a:buNone/>
            </a:pPr>
            <a:fld id="{00000000-1234-1234-1234-123412341234}" type="slidenum">
              <a:rPr lang="en"/>
              <a:t>1</a:t>
            </a:fld>
            <a:endParaRPr/>
          </a:p>
        </p:txBody>
      </p:sp>
      <p:sp>
        <p:nvSpPr>
          <p:cNvPr id="5851" name="Google Shape;5851;p457">
            <a:extLst>
              <a:ext uri="{FF2B5EF4-FFF2-40B4-BE49-F238E27FC236}">
                <a16:creationId xmlns:a16="http://schemas.microsoft.com/office/drawing/2014/main" id="{640FCCCE-82F4-C6FF-77EA-1123337B93A0}"/>
              </a:ext>
            </a:extLst>
          </p:cNvPr>
          <p:cNvSpPr txBox="1">
            <a:spLocks noGrp="1"/>
          </p:cNvSpPr>
          <p:nvPr>
            <p:ph type="subTitle" idx="1"/>
          </p:nvPr>
        </p:nvSpPr>
        <p:spPr>
          <a:xfrm>
            <a:off x="457200" y="2986525"/>
            <a:ext cx="4563900" cy="792600"/>
          </a:xfrm>
          <a:prstGeom prst="rect">
            <a:avLst/>
          </a:prstGeom>
        </p:spPr>
        <p:txBody>
          <a:bodyPr spcFirstLastPara="1" wrap="square" lIns="0" tIns="0" rIns="0" bIns="0" anchor="t" anchorCtr="0">
            <a:normAutofit/>
          </a:bodyPr>
          <a:lstStyle/>
          <a:p>
            <a:pPr marL="0" lvl="0" indent="0" algn="l" rtl="0">
              <a:spcBef>
                <a:spcPts val="0"/>
              </a:spcBef>
              <a:spcAft>
                <a:spcPts val="0"/>
              </a:spcAft>
              <a:buNone/>
            </a:pPr>
            <a:r>
              <a:rPr lang="en"/>
              <a:t>Where great technology and skilled expertise meet</a:t>
            </a:r>
            <a:endParaRPr/>
          </a:p>
        </p:txBody>
      </p:sp>
      <p:sp>
        <p:nvSpPr>
          <p:cNvPr id="5852" name="Google Shape;5852;p457">
            <a:extLst>
              <a:ext uri="{FF2B5EF4-FFF2-40B4-BE49-F238E27FC236}">
                <a16:creationId xmlns:a16="http://schemas.microsoft.com/office/drawing/2014/main" id="{3878F046-70F8-981A-163D-72D55F1C86CF}"/>
              </a:ext>
            </a:extLst>
          </p:cNvPr>
          <p:cNvSpPr txBox="1">
            <a:spLocks noGrp="1"/>
          </p:cNvSpPr>
          <p:nvPr>
            <p:ph type="subTitle" idx="2"/>
          </p:nvPr>
        </p:nvSpPr>
        <p:spPr>
          <a:xfrm>
            <a:off x="457200" y="4236325"/>
            <a:ext cx="4563900" cy="792600"/>
          </a:xfrm>
          <a:prstGeom prst="rect">
            <a:avLst/>
          </a:prstGeom>
        </p:spPr>
        <p:txBody>
          <a:bodyPr spcFirstLastPara="1" wrap="square" lIns="0" tIns="0" rIns="0" bIns="0" anchor="t" anchorCtr="0">
            <a:normAutofit/>
          </a:bodyPr>
          <a:lstStyle/>
          <a:p>
            <a:pPr marL="0" lvl="0" indent="0" algn="l" rtl="0">
              <a:spcBef>
                <a:spcPts val="0"/>
              </a:spcBef>
              <a:spcAft>
                <a:spcPts val="0"/>
              </a:spcAft>
              <a:buNone/>
            </a:pPr>
            <a:endParaRPr/>
          </a:p>
        </p:txBody>
      </p:sp>
      <p:sp>
        <p:nvSpPr>
          <p:cNvPr id="5853" name="Google Shape;5853;p457">
            <a:extLst>
              <a:ext uri="{FF2B5EF4-FFF2-40B4-BE49-F238E27FC236}">
                <a16:creationId xmlns:a16="http://schemas.microsoft.com/office/drawing/2014/main" id="{6ECB1F62-DBDF-8817-86B4-D7282DE2B593}"/>
              </a:ext>
            </a:extLst>
          </p:cNvPr>
          <p:cNvSpPr/>
          <p:nvPr/>
        </p:nvSpPr>
        <p:spPr>
          <a:xfrm>
            <a:off x="2444651" y="360400"/>
            <a:ext cx="2224200" cy="864900"/>
          </a:xfrm>
          <a:prstGeom prst="roundRect">
            <a:avLst>
              <a:gd name="adj" fmla="val 1666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solidFill>
                  <a:schemeClr val="accent1"/>
                </a:solidFill>
              </a:rPr>
              <a:t>Your Logo Here</a:t>
            </a:r>
            <a:endParaRPr>
              <a:solidFill>
                <a:schemeClr val="accent1"/>
              </a:solidFill>
            </a:endParaRPr>
          </a:p>
        </p:txBody>
      </p:sp>
      <p:sp>
        <p:nvSpPr>
          <p:cNvPr id="5854" name="Google Shape;5854;p457">
            <a:extLst>
              <a:ext uri="{FF2B5EF4-FFF2-40B4-BE49-F238E27FC236}">
                <a16:creationId xmlns:a16="http://schemas.microsoft.com/office/drawing/2014/main" id="{26F0D68E-22C0-A7BE-243E-ABF2CE94CE01}"/>
              </a:ext>
            </a:extLst>
          </p:cNvPr>
          <p:cNvSpPr txBox="1"/>
          <p:nvPr/>
        </p:nvSpPr>
        <p:spPr>
          <a:xfrm>
            <a:off x="1771147" y="270264"/>
            <a:ext cx="579900" cy="923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800">
                <a:solidFill>
                  <a:schemeClr val="lt1"/>
                </a:solidFill>
                <a:latin typeface="IBM Plex Sans Light"/>
                <a:ea typeface="IBM Plex Sans Light"/>
                <a:cs typeface="IBM Plex Sans Light"/>
                <a:sym typeface="IBM Plex Sans Light"/>
              </a:rPr>
              <a:t>+</a:t>
            </a:r>
            <a:endParaRPr sz="4800">
              <a:solidFill>
                <a:schemeClr val="lt1"/>
              </a:solidFill>
              <a:latin typeface="IBM Plex Sans Light"/>
              <a:ea typeface="IBM Plex Sans Light"/>
              <a:cs typeface="IBM Plex Sans Light"/>
              <a:sym typeface="IBM Plex Sans Light"/>
            </a:endParaRPr>
          </a:p>
        </p:txBody>
      </p:sp>
      <p:sp>
        <p:nvSpPr>
          <p:cNvPr id="5855" name="Google Shape;5855;p457">
            <a:extLst>
              <a:ext uri="{FF2B5EF4-FFF2-40B4-BE49-F238E27FC236}">
                <a16:creationId xmlns:a16="http://schemas.microsoft.com/office/drawing/2014/main" id="{55192C90-657C-8208-A41D-5B8A6A3756F0}"/>
              </a:ext>
            </a:extLst>
          </p:cNvPr>
          <p:cNvSpPr/>
          <p:nvPr/>
        </p:nvSpPr>
        <p:spPr>
          <a:xfrm>
            <a:off x="6478178" y="156725"/>
            <a:ext cx="2559300" cy="1196340"/>
          </a:xfrm>
          <a:prstGeom prst="roundRect">
            <a:avLst>
              <a:gd name="adj" fmla="val 0"/>
            </a:avLst>
          </a:prstGeom>
          <a:solidFill>
            <a:srgbClr val="FC5D0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b="1" dirty="0">
                <a:solidFill>
                  <a:srgbClr val="FFFFFF"/>
                </a:solidFill>
                <a:latin typeface="IBM Plex Sans"/>
                <a:ea typeface="IBM Plex Sans"/>
                <a:cs typeface="IBM Plex Sans"/>
                <a:sym typeface="IBM Plex Sans"/>
              </a:rPr>
              <a:t>Strategy Deck: slide 1-31</a:t>
            </a:r>
          </a:p>
          <a:p>
            <a:pPr marL="0" lvl="0" indent="0" algn="ctr" rtl="0">
              <a:spcBef>
                <a:spcPts val="0"/>
              </a:spcBef>
              <a:spcAft>
                <a:spcPts val="0"/>
              </a:spcAft>
              <a:buNone/>
            </a:pPr>
            <a:r>
              <a:rPr lang="en" b="1" dirty="0">
                <a:solidFill>
                  <a:srgbClr val="FFFFFF"/>
                </a:solidFill>
                <a:latin typeface="IBM Plex Sans"/>
                <a:ea typeface="IBM Plex Sans"/>
                <a:cs typeface="IBM Plex Sans"/>
                <a:sym typeface="IBM Plex Sans"/>
              </a:rPr>
              <a:t>Product Deck: slide 32 onwards</a:t>
            </a:r>
            <a:endParaRPr b="1" dirty="0">
              <a:solidFill>
                <a:srgbClr val="FFFFFF"/>
              </a:solidFill>
              <a:latin typeface="IBM Plex Sans"/>
              <a:ea typeface="IBM Plex Sans"/>
              <a:cs typeface="IBM Plex Sans"/>
              <a:sym typeface="IBM Plex Sans"/>
            </a:endParaRPr>
          </a:p>
        </p:txBody>
      </p:sp>
    </p:spTree>
    <p:extLst>
      <p:ext uri="{BB962C8B-B14F-4D97-AF65-F5344CB8AC3E}">
        <p14:creationId xmlns:p14="http://schemas.microsoft.com/office/powerpoint/2010/main" val="380303129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783"/>
        <p:cNvGrpSpPr/>
        <p:nvPr/>
      </p:nvGrpSpPr>
      <p:grpSpPr>
        <a:xfrm>
          <a:off x="0" y="0"/>
          <a:ext cx="0" cy="0"/>
          <a:chOff x="0" y="0"/>
          <a:chExt cx="0" cy="0"/>
        </a:xfrm>
      </p:grpSpPr>
      <p:sp>
        <p:nvSpPr>
          <p:cNvPr id="1784" name="Google Shape;1784;p145"/>
          <p:cNvSpPr txBox="1">
            <a:spLocks noGrp="1"/>
          </p:cNvSpPr>
          <p:nvPr>
            <p:ph type="ctrTitle"/>
          </p:nvPr>
        </p:nvSpPr>
        <p:spPr>
          <a:xfrm>
            <a:off x="457200" y="1152475"/>
            <a:ext cx="7720500" cy="581100"/>
          </a:xfrm>
          <a:prstGeom prst="rect">
            <a:avLst/>
          </a:prstGeom>
        </p:spPr>
        <p:txBody>
          <a:bodyPr spcFirstLastPara="1" wrap="square" lIns="0" tIns="0" rIns="0" bIns="0" anchor="t" anchorCtr="0">
            <a:normAutofit/>
          </a:bodyPr>
          <a:lstStyle/>
          <a:p>
            <a:pPr marL="0" lvl="0" indent="0" algn="l" rtl="0">
              <a:spcBef>
                <a:spcPts val="0"/>
              </a:spcBef>
              <a:spcAft>
                <a:spcPts val="0"/>
              </a:spcAft>
              <a:buNone/>
            </a:pPr>
            <a:r>
              <a:rPr lang="en"/>
              <a:t>Partnership Summary</a:t>
            </a:r>
            <a:endParaRPr/>
          </a:p>
          <a:p>
            <a:pPr marL="0" lvl="0" indent="0" algn="l" rtl="0">
              <a:spcBef>
                <a:spcPts val="0"/>
              </a:spcBef>
              <a:spcAft>
                <a:spcPts val="0"/>
              </a:spcAft>
              <a:buNone/>
            </a:pPr>
            <a:endParaRPr/>
          </a:p>
          <a:p>
            <a:pPr marL="0" lvl="0" indent="0" algn="l" rtl="0">
              <a:spcBef>
                <a:spcPts val="0"/>
              </a:spcBef>
              <a:spcAft>
                <a:spcPts val="0"/>
              </a:spcAft>
              <a:buNone/>
            </a:pPr>
            <a:endParaRPr/>
          </a:p>
        </p:txBody>
      </p:sp>
      <p:sp>
        <p:nvSpPr>
          <p:cNvPr id="1785" name="Google Shape;1785;p145"/>
          <p:cNvSpPr txBox="1">
            <a:spLocks noGrp="1"/>
          </p:cNvSpPr>
          <p:nvPr>
            <p:ph type="subTitle" idx="1"/>
          </p:nvPr>
        </p:nvSpPr>
        <p:spPr>
          <a:xfrm>
            <a:off x="457200" y="3128025"/>
            <a:ext cx="7720500" cy="792600"/>
          </a:xfrm>
          <a:prstGeom prst="rect">
            <a:avLst/>
          </a:prstGeom>
        </p:spPr>
        <p:txBody>
          <a:bodyPr spcFirstLastPara="1" wrap="square" lIns="0" tIns="0" rIns="0" bIns="0" anchor="t" anchorCtr="0">
            <a:normAutofit lnSpcReduction="10000"/>
          </a:bodyPr>
          <a:lstStyle/>
          <a:p>
            <a:pPr marL="0" lvl="0" indent="0" algn="l" rtl="0">
              <a:spcBef>
                <a:spcPts val="0"/>
              </a:spcBef>
              <a:spcAft>
                <a:spcPts val="0"/>
              </a:spcAft>
              <a:buNone/>
            </a:pPr>
            <a:r>
              <a:rPr lang="en" sz="1400"/>
              <a:t>&lt;Scope of Partnership&gt;</a:t>
            </a:r>
            <a:endParaRPr sz="1400"/>
          </a:p>
          <a:p>
            <a:pPr marL="0" lvl="0" indent="0" algn="l" rtl="0">
              <a:spcBef>
                <a:spcPts val="1200"/>
              </a:spcBef>
              <a:spcAft>
                <a:spcPts val="1200"/>
              </a:spcAft>
              <a:buNone/>
            </a:pPr>
            <a:r>
              <a:rPr lang="en" sz="1400"/>
              <a:t>&lt;Geographies, industries and clients served&gt;</a:t>
            </a:r>
            <a:endParaRPr sz="1400"/>
          </a:p>
        </p:txBody>
      </p:sp>
      <p:sp>
        <p:nvSpPr>
          <p:cNvPr id="1786" name="Google Shape;1786;p145"/>
          <p:cNvSpPr txBox="1">
            <a:spLocks noGrp="1"/>
          </p:cNvSpPr>
          <p:nvPr>
            <p:ph type="subTitle" idx="2"/>
          </p:nvPr>
        </p:nvSpPr>
        <p:spPr>
          <a:xfrm>
            <a:off x="457200" y="4083925"/>
            <a:ext cx="7720500" cy="792600"/>
          </a:xfrm>
          <a:prstGeom prst="rect">
            <a:avLst/>
          </a:prstGeom>
        </p:spPr>
        <p:txBody>
          <a:bodyPr spcFirstLastPara="1" wrap="square" lIns="0" tIns="0" rIns="0" bIns="0" anchor="t" anchorCtr="0">
            <a:normAutofit/>
          </a:bodyPr>
          <a:lstStyle/>
          <a:p>
            <a:pPr marL="0" lvl="0" indent="0" algn="l" rtl="0">
              <a:spcBef>
                <a:spcPts val="0"/>
              </a:spcBef>
              <a:spcAft>
                <a:spcPts val="1200"/>
              </a:spcAft>
              <a:buNone/>
            </a:pPr>
            <a:r>
              <a:rPr lang="en" sz="1400"/>
              <a:t>&lt;Services offered by the partner&gt;</a:t>
            </a:r>
            <a:endParaRPr sz="1400"/>
          </a:p>
        </p:txBody>
      </p:sp>
      <p:sp>
        <p:nvSpPr>
          <p:cNvPr id="1787" name="Google Shape;1787;p145"/>
          <p:cNvSpPr txBox="1">
            <a:spLocks noGrp="1"/>
          </p:cNvSpPr>
          <p:nvPr>
            <p:ph type="sldNum" idx="12"/>
          </p:nvPr>
        </p:nvSpPr>
        <p:spPr>
          <a:xfrm>
            <a:off x="8366700" y="4805546"/>
            <a:ext cx="548700" cy="2154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fld id="{00000000-1234-1234-1234-123412341234}" type="slidenum">
              <a:rPr lang="en" sz="800"/>
              <a:t>2</a:t>
            </a:fld>
            <a:endParaRPr sz="800"/>
          </a:p>
        </p:txBody>
      </p:sp>
      <p:sp>
        <p:nvSpPr>
          <p:cNvPr id="1788" name="Google Shape;1788;p145"/>
          <p:cNvSpPr txBox="1">
            <a:spLocks noGrp="1"/>
          </p:cNvSpPr>
          <p:nvPr>
            <p:ph type="subTitle" idx="1"/>
          </p:nvPr>
        </p:nvSpPr>
        <p:spPr>
          <a:xfrm>
            <a:off x="566725" y="1832375"/>
            <a:ext cx="3483900" cy="924000"/>
          </a:xfrm>
          <a:prstGeom prst="rect">
            <a:avLst/>
          </a:prstGeom>
        </p:spPr>
        <p:txBody>
          <a:bodyPr spcFirstLastPara="1" wrap="square" lIns="0" tIns="0" rIns="0" bIns="0" anchor="t" anchorCtr="0">
            <a:noAutofit/>
          </a:bodyPr>
          <a:lstStyle/>
          <a:p>
            <a:pPr marL="457200" lvl="0" indent="-317500" algn="l" rtl="0">
              <a:spcBef>
                <a:spcPts val="0"/>
              </a:spcBef>
              <a:spcAft>
                <a:spcPts val="0"/>
              </a:spcAft>
              <a:buSzPts val="1400"/>
              <a:buChar char="●"/>
            </a:pPr>
            <a:r>
              <a:rPr lang="en" sz="1400"/>
              <a:t>Camunda Partner since &lt;X Date&gt;</a:t>
            </a:r>
            <a:endParaRPr sz="1400"/>
          </a:p>
          <a:p>
            <a:pPr marL="457200" lvl="0" indent="-317500" algn="l" rtl="0">
              <a:spcBef>
                <a:spcPts val="0"/>
              </a:spcBef>
              <a:spcAft>
                <a:spcPts val="0"/>
              </a:spcAft>
              <a:buSzPts val="1400"/>
              <a:buChar char="●"/>
            </a:pPr>
            <a:r>
              <a:rPr lang="en" sz="1400"/>
              <a:t>Partner Type &lt;Services, Sales, Solution&gt;</a:t>
            </a:r>
            <a:endParaRPr sz="1400"/>
          </a:p>
          <a:p>
            <a:pPr marL="457200" lvl="0" indent="-317500" algn="l" rtl="0">
              <a:spcBef>
                <a:spcPts val="0"/>
              </a:spcBef>
              <a:spcAft>
                <a:spcPts val="0"/>
              </a:spcAft>
              <a:buSzPts val="1400"/>
              <a:buChar char="●"/>
            </a:pPr>
            <a:r>
              <a:rPr lang="en" sz="1400"/>
              <a:t>Partner Tier &lt;Silver/Gold/Platinum&gt;</a:t>
            </a:r>
            <a:endParaRPr sz="1400"/>
          </a:p>
        </p:txBody>
      </p:sp>
      <p:sp>
        <p:nvSpPr>
          <p:cNvPr id="1789" name="Google Shape;1789;p145"/>
          <p:cNvSpPr txBox="1">
            <a:spLocks noGrp="1"/>
          </p:cNvSpPr>
          <p:nvPr>
            <p:ph type="subTitle" idx="1"/>
          </p:nvPr>
        </p:nvSpPr>
        <p:spPr>
          <a:xfrm>
            <a:off x="4566050" y="1832375"/>
            <a:ext cx="3483900" cy="924000"/>
          </a:xfrm>
          <a:prstGeom prst="rect">
            <a:avLst/>
          </a:prstGeom>
        </p:spPr>
        <p:txBody>
          <a:bodyPr spcFirstLastPara="1" wrap="square" lIns="0" tIns="0" rIns="0" bIns="0" anchor="t" anchorCtr="0">
            <a:noAutofit/>
          </a:bodyPr>
          <a:lstStyle/>
          <a:p>
            <a:pPr marL="457200" lvl="0" indent="-317500" algn="l" rtl="0">
              <a:spcBef>
                <a:spcPts val="0"/>
              </a:spcBef>
              <a:spcAft>
                <a:spcPts val="0"/>
              </a:spcAft>
              <a:buSzPts val="1400"/>
              <a:buChar char="●"/>
            </a:pPr>
            <a:r>
              <a:rPr lang="en" sz="1400"/>
              <a:t>Trained resources located in &lt;GEOs, Industries&gt;</a:t>
            </a:r>
            <a:endParaRPr sz="1400"/>
          </a:p>
          <a:p>
            <a:pPr marL="457200" lvl="0" indent="-317500" algn="l" rtl="0">
              <a:spcBef>
                <a:spcPts val="0"/>
              </a:spcBef>
              <a:spcAft>
                <a:spcPts val="0"/>
              </a:spcAft>
              <a:buSzPts val="1400"/>
              <a:buChar char="●"/>
            </a:pPr>
            <a:r>
              <a:rPr lang="en" sz="1400"/>
              <a:t>&lt;Certified Resources&gt;</a:t>
            </a:r>
            <a:endParaRPr sz="1400"/>
          </a:p>
          <a:p>
            <a:pPr marL="457200" lvl="0" indent="-317500" algn="l" rtl="0">
              <a:spcBef>
                <a:spcPts val="0"/>
              </a:spcBef>
              <a:spcAft>
                <a:spcPts val="0"/>
              </a:spcAft>
              <a:buSzPts val="1400"/>
              <a:buChar char="●"/>
            </a:pPr>
            <a:r>
              <a:rPr lang="en" sz="1400"/>
              <a:t># client deployments</a:t>
            </a:r>
            <a:endParaRPr sz="1400"/>
          </a:p>
        </p:txBody>
      </p:sp>
      <p:sp>
        <p:nvSpPr>
          <p:cNvPr id="1790" name="Google Shape;1790;p145"/>
          <p:cNvSpPr txBox="1"/>
          <p:nvPr/>
        </p:nvSpPr>
        <p:spPr>
          <a:xfrm>
            <a:off x="7061600" y="492925"/>
            <a:ext cx="1625100" cy="615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a:latin typeface="IBM Plex Sans"/>
                <a:ea typeface="IBM Plex Sans"/>
                <a:cs typeface="IBM Plex Sans"/>
                <a:sym typeface="IBM Plex Sans"/>
              </a:rPr>
              <a:t>Add your partner Tier Logo here</a:t>
            </a:r>
            <a:endParaRPr>
              <a:latin typeface="IBM Plex Sans"/>
              <a:ea typeface="IBM Plex Sans"/>
              <a:cs typeface="IBM Plex Sans"/>
              <a:sym typeface="IBM Plex San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794"/>
        <p:cNvGrpSpPr/>
        <p:nvPr/>
      </p:nvGrpSpPr>
      <p:grpSpPr>
        <a:xfrm>
          <a:off x="0" y="0"/>
          <a:ext cx="0" cy="0"/>
          <a:chOff x="0" y="0"/>
          <a:chExt cx="0" cy="0"/>
        </a:xfrm>
      </p:grpSpPr>
      <p:sp>
        <p:nvSpPr>
          <p:cNvPr id="1795" name="Google Shape;1795;p146"/>
          <p:cNvSpPr txBox="1">
            <a:spLocks noGrp="1"/>
          </p:cNvSpPr>
          <p:nvPr>
            <p:ph type="title"/>
          </p:nvPr>
        </p:nvSpPr>
        <p:spPr>
          <a:xfrm>
            <a:off x="457200" y="114300"/>
            <a:ext cx="8229600" cy="903300"/>
          </a:xfrm>
          <a:prstGeom prst="rect">
            <a:avLst/>
          </a:prstGeom>
        </p:spPr>
        <p:txBody>
          <a:bodyPr spcFirstLastPara="1" wrap="square" lIns="0" tIns="0" rIns="0" bIns="0" anchor="t" anchorCtr="0">
            <a:normAutofit/>
          </a:bodyPr>
          <a:lstStyle/>
          <a:p>
            <a:pPr marL="0" lvl="0" indent="0" algn="l" rtl="0">
              <a:spcBef>
                <a:spcPts val="0"/>
              </a:spcBef>
              <a:spcAft>
                <a:spcPts val="0"/>
              </a:spcAft>
              <a:buNone/>
            </a:pPr>
            <a:r>
              <a:rPr lang="en"/>
              <a:t>Better Together</a:t>
            </a:r>
            <a:endParaRPr/>
          </a:p>
        </p:txBody>
      </p:sp>
      <p:sp>
        <p:nvSpPr>
          <p:cNvPr id="1796" name="Google Shape;1796;p146"/>
          <p:cNvSpPr txBox="1">
            <a:spLocks noGrp="1"/>
          </p:cNvSpPr>
          <p:nvPr>
            <p:ph type="sldNum" idx="12"/>
          </p:nvPr>
        </p:nvSpPr>
        <p:spPr>
          <a:xfrm>
            <a:off x="8366700" y="4805546"/>
            <a:ext cx="548700" cy="2154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fld id="{00000000-1234-1234-1234-123412341234}" type="slidenum">
              <a:rPr lang="en"/>
              <a:t>3</a:t>
            </a:fld>
            <a:endParaRPr/>
          </a:p>
        </p:txBody>
      </p:sp>
      <p:sp>
        <p:nvSpPr>
          <p:cNvPr id="1797" name="Google Shape;1797;p146"/>
          <p:cNvSpPr txBox="1">
            <a:spLocks noGrp="1"/>
          </p:cNvSpPr>
          <p:nvPr>
            <p:ph type="body" idx="1"/>
          </p:nvPr>
        </p:nvSpPr>
        <p:spPr>
          <a:xfrm>
            <a:off x="5021125" y="2902650"/>
            <a:ext cx="3012000" cy="1687200"/>
          </a:xfrm>
          <a:prstGeom prst="rect">
            <a:avLst/>
          </a:prstGeom>
        </p:spPr>
        <p:txBody>
          <a:bodyPr spcFirstLastPara="1" wrap="square" lIns="91425" tIns="91425" rIns="0" bIns="0" anchor="t" anchorCtr="0">
            <a:normAutofit/>
          </a:bodyPr>
          <a:lstStyle/>
          <a:p>
            <a:pPr marL="0" lvl="0" indent="0" algn="l" rtl="0">
              <a:spcBef>
                <a:spcPts val="0"/>
              </a:spcBef>
              <a:spcAft>
                <a:spcPts val="1200"/>
              </a:spcAft>
              <a:buNone/>
            </a:pPr>
            <a:r>
              <a:rPr lang="en"/>
              <a:t>Partner Company description</a:t>
            </a:r>
            <a:endParaRPr/>
          </a:p>
        </p:txBody>
      </p:sp>
      <p:sp>
        <p:nvSpPr>
          <p:cNvPr id="1798" name="Google Shape;1798;p146"/>
          <p:cNvSpPr txBox="1">
            <a:spLocks noGrp="1"/>
          </p:cNvSpPr>
          <p:nvPr>
            <p:ph type="subTitle" idx="3"/>
          </p:nvPr>
        </p:nvSpPr>
        <p:spPr>
          <a:xfrm>
            <a:off x="5021132" y="2420392"/>
            <a:ext cx="2920500" cy="311400"/>
          </a:xfrm>
          <a:prstGeom prst="rect">
            <a:avLst/>
          </a:prstGeom>
        </p:spPr>
        <p:txBody>
          <a:bodyPr spcFirstLastPara="1" wrap="square" lIns="0" tIns="0" rIns="0" bIns="0" anchor="t" anchorCtr="0">
            <a:normAutofit fontScale="70000" lnSpcReduction="20000"/>
          </a:bodyPr>
          <a:lstStyle/>
          <a:p>
            <a:pPr marL="0" lvl="0" indent="0" algn="ctr" rtl="0">
              <a:spcBef>
                <a:spcPts val="0"/>
              </a:spcBef>
              <a:spcAft>
                <a:spcPts val="1200"/>
              </a:spcAft>
              <a:buNone/>
            </a:pPr>
            <a:r>
              <a:rPr lang="en"/>
              <a:t>Partner tagline</a:t>
            </a:r>
            <a:endParaRPr/>
          </a:p>
        </p:txBody>
      </p:sp>
      <p:sp>
        <p:nvSpPr>
          <p:cNvPr id="1799" name="Google Shape;1799;p146"/>
          <p:cNvSpPr txBox="1"/>
          <p:nvPr/>
        </p:nvSpPr>
        <p:spPr>
          <a:xfrm>
            <a:off x="5501875" y="1489100"/>
            <a:ext cx="2267700" cy="7773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a:latin typeface="IBM Plex Sans"/>
                <a:ea typeface="IBM Plex Sans"/>
                <a:cs typeface="IBM Plex Sans"/>
                <a:sym typeface="IBM Plex Sans"/>
              </a:rPr>
              <a:t>Add your partner Tier Logo here</a:t>
            </a:r>
            <a:endParaRPr>
              <a:latin typeface="IBM Plex Sans"/>
              <a:ea typeface="IBM Plex Sans"/>
              <a:cs typeface="IBM Plex Sans"/>
              <a:sym typeface="IBM Plex Sans"/>
            </a:endParaRPr>
          </a:p>
        </p:txBody>
      </p:sp>
      <p:sp>
        <p:nvSpPr>
          <p:cNvPr id="1800" name="Google Shape;1800;p146"/>
          <p:cNvSpPr txBox="1"/>
          <p:nvPr/>
        </p:nvSpPr>
        <p:spPr>
          <a:xfrm>
            <a:off x="1157375" y="2902650"/>
            <a:ext cx="2920500" cy="16872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900">
                <a:latin typeface="IBM Plex Sans"/>
                <a:ea typeface="IBM Plex Sans"/>
                <a:cs typeface="IBM Plex Sans"/>
                <a:sym typeface="IBM Plex Sans"/>
              </a:rPr>
              <a:t>Camunda enables organizations to orchestrate and automate processes across people, systems, and devices to continuously overcome complexity, increase efficiency, and fully operationalize AI. Built for business and IT, Camunda’s leading orchestration and automation platform executes any process at the required speed and scale to remain competitive without compromising security, governance, or innovation. Over 700 companies across all industries, including Atlassian, ING, and Vodafone, trust Camunda with the design, orchestration, automation, and improvement of their business-critical processes to accelerate digital transformation. </a:t>
            </a:r>
            <a:endParaRPr sz="900">
              <a:latin typeface="IBM Plex Sans"/>
              <a:ea typeface="IBM Plex Sans"/>
              <a:cs typeface="IBM Plex Sans"/>
              <a:sym typeface="IBM Plex Sans"/>
            </a:endParaRPr>
          </a:p>
        </p:txBody>
      </p:sp>
      <p:sp>
        <p:nvSpPr>
          <p:cNvPr id="1801" name="Google Shape;1801;p146"/>
          <p:cNvSpPr txBox="1"/>
          <p:nvPr/>
        </p:nvSpPr>
        <p:spPr>
          <a:xfrm>
            <a:off x="1157375" y="2420392"/>
            <a:ext cx="2920500" cy="3114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300">
                <a:solidFill>
                  <a:schemeClr val="accent4"/>
                </a:solidFill>
                <a:latin typeface="IBM Plex Sans Medium"/>
                <a:ea typeface="IBM Plex Sans Medium"/>
                <a:cs typeface="IBM Plex Sans Medium"/>
                <a:sym typeface="IBM Plex Sans Medium"/>
              </a:rPr>
              <a:t>Enterprise-grade Agentic Orchestration</a:t>
            </a:r>
            <a:endParaRPr sz="1300">
              <a:solidFill>
                <a:schemeClr val="accent4"/>
              </a:solidFill>
              <a:latin typeface="IBM Plex Sans Medium"/>
              <a:ea typeface="IBM Plex Sans Medium"/>
              <a:cs typeface="IBM Plex Sans Medium"/>
              <a:sym typeface="IBM Plex Sans Medium"/>
            </a:endParaRPr>
          </a:p>
        </p:txBody>
      </p:sp>
      <p:pic>
        <p:nvPicPr>
          <p:cNvPr id="1802" name="Google Shape;1802;p146"/>
          <p:cNvPicPr preferRelativeResize="0"/>
          <p:nvPr/>
        </p:nvPicPr>
        <p:blipFill>
          <a:blip r:embed="rId3">
            <a:alphaModFix/>
          </a:blip>
          <a:stretch>
            <a:fillRect/>
          </a:stretch>
        </p:blipFill>
        <p:spPr>
          <a:xfrm>
            <a:off x="1766221" y="1489100"/>
            <a:ext cx="1614182" cy="5525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0">
  <p:cSld>
    <p:spTree>
      <p:nvGrpSpPr>
        <p:cNvPr id="1" name="Shape 1806"/>
        <p:cNvGrpSpPr/>
        <p:nvPr/>
      </p:nvGrpSpPr>
      <p:grpSpPr>
        <a:xfrm>
          <a:off x="0" y="0"/>
          <a:ext cx="0" cy="0"/>
          <a:chOff x="0" y="0"/>
          <a:chExt cx="0" cy="0"/>
        </a:xfrm>
      </p:grpSpPr>
      <p:sp>
        <p:nvSpPr>
          <p:cNvPr id="1807" name="Google Shape;1807;p147"/>
          <p:cNvSpPr txBox="1">
            <a:spLocks noGrp="1"/>
          </p:cNvSpPr>
          <p:nvPr>
            <p:ph type="title"/>
          </p:nvPr>
        </p:nvSpPr>
        <p:spPr>
          <a:xfrm>
            <a:off x="457200" y="114300"/>
            <a:ext cx="8229600" cy="903300"/>
          </a:xfrm>
          <a:prstGeom prst="rect">
            <a:avLst/>
          </a:prstGeom>
        </p:spPr>
        <p:txBody>
          <a:bodyPr spcFirstLastPara="1" wrap="square" lIns="0" tIns="0" rIns="0" bIns="0" anchor="t" anchorCtr="0">
            <a:normAutofit/>
          </a:bodyPr>
          <a:lstStyle/>
          <a:p>
            <a:pPr marL="0" lvl="0" indent="0" algn="l" rtl="0">
              <a:spcBef>
                <a:spcPts val="0"/>
              </a:spcBef>
              <a:spcAft>
                <a:spcPts val="0"/>
              </a:spcAft>
              <a:buNone/>
            </a:pPr>
            <a:r>
              <a:rPr lang="en"/>
              <a:t>Enabling Customer Success (Optional)</a:t>
            </a:r>
            <a:endParaRPr/>
          </a:p>
        </p:txBody>
      </p:sp>
      <p:sp>
        <p:nvSpPr>
          <p:cNvPr id="1808" name="Google Shape;1808;p147"/>
          <p:cNvSpPr txBox="1">
            <a:spLocks noGrp="1"/>
          </p:cNvSpPr>
          <p:nvPr>
            <p:ph type="body" idx="1"/>
          </p:nvPr>
        </p:nvSpPr>
        <p:spPr>
          <a:xfrm>
            <a:off x="457200" y="1152475"/>
            <a:ext cx="8229600" cy="3416400"/>
          </a:xfrm>
          <a:prstGeom prst="rect">
            <a:avLst/>
          </a:prstGeom>
        </p:spPr>
        <p:txBody>
          <a:bodyPr spcFirstLastPara="1" wrap="square" lIns="0" tIns="0" rIns="0" bIns="0" anchor="t" anchorCtr="0">
            <a:normAutofit fontScale="85000" lnSpcReduction="20000"/>
          </a:bodyPr>
          <a:lstStyle/>
          <a:p>
            <a:pPr marL="0" lvl="0" indent="0" algn="l" rtl="0">
              <a:spcBef>
                <a:spcPts val="0"/>
              </a:spcBef>
              <a:spcAft>
                <a:spcPts val="0"/>
              </a:spcAft>
              <a:buNone/>
            </a:pPr>
            <a:r>
              <a:rPr lang="en"/>
              <a:t>Optional slide to include 1 or more joint customer success story examples, whether they are named or anonymous reference examples</a:t>
            </a:r>
            <a:endParaRPr/>
          </a:p>
          <a:p>
            <a:pPr marL="0" lvl="0" indent="0" algn="l" rtl="0">
              <a:spcBef>
                <a:spcPts val="1200"/>
              </a:spcBef>
              <a:spcAft>
                <a:spcPts val="0"/>
              </a:spcAft>
              <a:buNone/>
            </a:pPr>
            <a:r>
              <a:rPr lang="en"/>
              <a:t>Perhaps using a different format if you have creative idea here for layout</a:t>
            </a:r>
            <a:endParaRPr/>
          </a:p>
          <a:p>
            <a:pPr marL="0" lvl="0" indent="0" algn="l" rtl="0">
              <a:spcBef>
                <a:spcPts val="1200"/>
              </a:spcBef>
              <a:spcAft>
                <a:spcPts val="0"/>
              </a:spcAft>
              <a:buNone/>
            </a:pPr>
            <a:endParaRPr/>
          </a:p>
          <a:p>
            <a:pPr marL="0" lvl="0" indent="0" algn="l" rtl="0">
              <a:spcBef>
                <a:spcPts val="1200"/>
              </a:spcBef>
              <a:spcAft>
                <a:spcPts val="0"/>
              </a:spcAft>
              <a:buNone/>
            </a:pPr>
            <a:r>
              <a:rPr lang="en"/>
              <a:t>Client &lt;name or anonymous description&gt;</a:t>
            </a:r>
            <a:endParaRPr/>
          </a:p>
          <a:p>
            <a:pPr marL="0" lvl="0" indent="0" algn="l" rtl="0">
              <a:spcBef>
                <a:spcPts val="1200"/>
              </a:spcBef>
              <a:spcAft>
                <a:spcPts val="0"/>
              </a:spcAft>
              <a:buNone/>
            </a:pPr>
            <a:r>
              <a:rPr lang="en"/>
              <a:t>Company Size</a:t>
            </a:r>
            <a:endParaRPr/>
          </a:p>
          <a:p>
            <a:pPr marL="0" lvl="0" indent="0" algn="l" rtl="0">
              <a:spcBef>
                <a:spcPts val="1200"/>
              </a:spcBef>
              <a:spcAft>
                <a:spcPts val="0"/>
              </a:spcAft>
              <a:buNone/>
            </a:pPr>
            <a:r>
              <a:rPr lang="en"/>
              <a:t>Solution Need</a:t>
            </a:r>
            <a:endParaRPr/>
          </a:p>
          <a:p>
            <a:pPr marL="0" lvl="0" indent="0" algn="l" rtl="0">
              <a:spcBef>
                <a:spcPts val="1200"/>
              </a:spcBef>
              <a:spcAft>
                <a:spcPts val="0"/>
              </a:spcAft>
              <a:buNone/>
            </a:pPr>
            <a:r>
              <a:rPr lang="en"/>
              <a:t>Solution Deployed</a:t>
            </a:r>
            <a:endParaRPr/>
          </a:p>
          <a:p>
            <a:pPr marL="0" lvl="0" indent="0" algn="l" rtl="0">
              <a:spcBef>
                <a:spcPts val="1200"/>
              </a:spcBef>
              <a:spcAft>
                <a:spcPts val="0"/>
              </a:spcAft>
              <a:buNone/>
            </a:pPr>
            <a:r>
              <a:rPr lang="en"/>
              <a:t>What the partner did to implement the solution (40 words or less)</a:t>
            </a:r>
            <a:endParaRPr/>
          </a:p>
          <a:p>
            <a:pPr marL="0" lvl="0" indent="0" algn="l" rtl="0">
              <a:spcBef>
                <a:spcPts val="1200"/>
              </a:spcBef>
              <a:spcAft>
                <a:spcPts val="1200"/>
              </a:spcAft>
              <a:buNone/>
            </a:pPr>
            <a:r>
              <a:rPr lang="en"/>
              <a:t>Any outcome(s)</a:t>
            </a:r>
            <a:endParaRPr/>
          </a:p>
        </p:txBody>
      </p:sp>
      <p:sp>
        <p:nvSpPr>
          <p:cNvPr id="1809" name="Google Shape;1809;p147"/>
          <p:cNvSpPr txBox="1">
            <a:spLocks noGrp="1"/>
          </p:cNvSpPr>
          <p:nvPr>
            <p:ph type="sldNum" idx="12"/>
          </p:nvPr>
        </p:nvSpPr>
        <p:spPr>
          <a:xfrm>
            <a:off x="8366700" y="4805546"/>
            <a:ext cx="548700" cy="2154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fld id="{00000000-1234-1234-1234-123412341234}" type="slidenum">
              <a:rPr lang="en"/>
              <a:t>4</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813"/>
        <p:cNvGrpSpPr/>
        <p:nvPr/>
      </p:nvGrpSpPr>
      <p:grpSpPr>
        <a:xfrm>
          <a:off x="0" y="0"/>
          <a:ext cx="0" cy="0"/>
          <a:chOff x="0" y="0"/>
          <a:chExt cx="0" cy="0"/>
        </a:xfrm>
      </p:grpSpPr>
      <p:pic>
        <p:nvPicPr>
          <p:cNvPr id="1814" name="Google Shape;1814;p148"/>
          <p:cNvPicPr preferRelativeResize="0"/>
          <p:nvPr/>
        </p:nvPicPr>
        <p:blipFill>
          <a:blip r:embed="rId3">
            <a:alphaModFix/>
          </a:blip>
          <a:stretch>
            <a:fillRect/>
          </a:stretch>
        </p:blipFill>
        <p:spPr>
          <a:xfrm>
            <a:off x="8544852" y="62010"/>
            <a:ext cx="599140" cy="599141"/>
          </a:xfrm>
          <a:prstGeom prst="rect">
            <a:avLst/>
          </a:prstGeom>
          <a:noFill/>
          <a:ln>
            <a:noFill/>
          </a:ln>
        </p:spPr>
      </p:pic>
      <p:sp>
        <p:nvSpPr>
          <p:cNvPr id="1815" name="Google Shape;1815;p148"/>
          <p:cNvSpPr txBox="1">
            <a:spLocks noGrp="1"/>
          </p:cNvSpPr>
          <p:nvPr>
            <p:ph type="title" idx="4294967295"/>
          </p:nvPr>
        </p:nvSpPr>
        <p:spPr>
          <a:xfrm>
            <a:off x="457200" y="114300"/>
            <a:ext cx="8229600" cy="513600"/>
          </a:xfrm>
          <a:prstGeom prst="rect">
            <a:avLst/>
          </a:prstGeom>
        </p:spPr>
        <p:txBody>
          <a:bodyPr spcFirstLastPara="1" wrap="square" lIns="0" tIns="0" rIns="0" bIns="0" anchor="t" anchorCtr="0">
            <a:noAutofit/>
          </a:bodyPr>
          <a:lstStyle/>
          <a:p>
            <a:pPr marL="0" lvl="0" indent="0" algn="l" rtl="0">
              <a:spcBef>
                <a:spcPts val="0"/>
              </a:spcBef>
              <a:spcAft>
                <a:spcPts val="0"/>
              </a:spcAft>
              <a:buClr>
                <a:schemeClr val="dk1"/>
              </a:buClr>
              <a:buSzPts val="1100"/>
              <a:buFont typeface="Arial"/>
              <a:buNone/>
            </a:pPr>
            <a:r>
              <a:rPr lang="en"/>
              <a:t>Joint Client Success</a:t>
            </a:r>
            <a:endParaRPr/>
          </a:p>
        </p:txBody>
      </p:sp>
      <p:sp>
        <p:nvSpPr>
          <p:cNvPr id="1816" name="Google Shape;1816;p148"/>
          <p:cNvSpPr/>
          <p:nvPr/>
        </p:nvSpPr>
        <p:spPr>
          <a:xfrm rot="-5400000">
            <a:off x="5701350" y="1707100"/>
            <a:ext cx="3934200" cy="2951100"/>
          </a:xfrm>
          <a:prstGeom prst="round2SameRect">
            <a:avLst>
              <a:gd name="adj1" fmla="val 7835"/>
              <a:gd name="adj2" fmla="val 0"/>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7" name="Google Shape;1817;p148"/>
          <p:cNvSpPr txBox="1"/>
          <p:nvPr/>
        </p:nvSpPr>
        <p:spPr>
          <a:xfrm>
            <a:off x="8366700" y="4805546"/>
            <a:ext cx="548700" cy="215400"/>
          </a:xfrm>
          <a:prstGeom prst="rect">
            <a:avLst/>
          </a:prstGeom>
          <a:noFill/>
          <a:ln>
            <a:noFill/>
          </a:ln>
        </p:spPr>
        <p:txBody>
          <a:bodyPr spcFirstLastPara="1" wrap="square" lIns="0" tIns="0" rIns="0" bIns="0" anchor="b" anchorCtr="0">
            <a:normAutofit/>
          </a:bodyPr>
          <a:lstStyle/>
          <a:p>
            <a:pPr marL="0" lvl="0" indent="0" algn="r" rtl="0">
              <a:spcBef>
                <a:spcPts val="0"/>
              </a:spcBef>
              <a:spcAft>
                <a:spcPts val="0"/>
              </a:spcAft>
              <a:buNone/>
            </a:pPr>
            <a:fld id="{00000000-1234-1234-1234-123412341234}" type="slidenum">
              <a:rPr lang="en" sz="800">
                <a:solidFill>
                  <a:srgbClr val="434343"/>
                </a:solidFill>
                <a:latin typeface="IBM Plex Sans"/>
                <a:ea typeface="IBM Plex Sans"/>
                <a:cs typeface="IBM Plex Sans"/>
                <a:sym typeface="IBM Plex Sans"/>
              </a:rPr>
              <a:t>5</a:t>
            </a:fld>
            <a:endParaRPr sz="800">
              <a:solidFill>
                <a:srgbClr val="434343"/>
              </a:solidFill>
              <a:latin typeface="IBM Plex Sans"/>
              <a:ea typeface="IBM Plex Sans"/>
              <a:cs typeface="IBM Plex Sans"/>
              <a:sym typeface="IBM Plex Sans"/>
            </a:endParaRPr>
          </a:p>
        </p:txBody>
      </p:sp>
      <p:grpSp>
        <p:nvGrpSpPr>
          <p:cNvPr id="1818" name="Google Shape;1818;p148"/>
          <p:cNvGrpSpPr/>
          <p:nvPr/>
        </p:nvGrpSpPr>
        <p:grpSpPr>
          <a:xfrm>
            <a:off x="476083" y="861127"/>
            <a:ext cx="548685" cy="548685"/>
            <a:chOff x="5081101" y="3162426"/>
            <a:chExt cx="848700" cy="848700"/>
          </a:xfrm>
        </p:grpSpPr>
        <p:sp>
          <p:nvSpPr>
            <p:cNvPr id="1819" name="Google Shape;1819;p148"/>
            <p:cNvSpPr/>
            <p:nvPr/>
          </p:nvSpPr>
          <p:spPr>
            <a:xfrm rot="-2700000">
              <a:off x="5204436" y="3287670"/>
              <a:ext cx="602031" cy="598212"/>
            </a:xfrm>
            <a:prstGeom prst="roundRect">
              <a:avLst>
                <a:gd name="adj" fmla="val 5808"/>
              </a:avLst>
            </a:prstGeom>
            <a:solidFill>
              <a:schemeClr val="accent1"/>
            </a:solidFill>
            <a:ln>
              <a:noFill/>
            </a:ln>
          </p:spPr>
          <p:txBody>
            <a:bodyPr spcFirstLastPara="1" wrap="square" lIns="57150" tIns="57150" rIns="57150" bIns="57150" anchor="ctr" anchorCtr="0">
              <a:noAutofit/>
            </a:bodyPr>
            <a:lstStyle/>
            <a:p>
              <a:pPr marL="0" lvl="0" indent="0" algn="ctr" rtl="0">
                <a:spcBef>
                  <a:spcPts val="0"/>
                </a:spcBef>
                <a:spcAft>
                  <a:spcPts val="0"/>
                </a:spcAft>
                <a:buNone/>
              </a:pPr>
              <a:endParaRPr sz="800" b="1">
                <a:solidFill>
                  <a:srgbClr val="FFFFFF"/>
                </a:solidFill>
                <a:latin typeface="IBM Plex Sans"/>
                <a:ea typeface="IBM Plex Sans"/>
                <a:cs typeface="IBM Plex Sans"/>
                <a:sym typeface="IBM Plex Sans"/>
              </a:endParaRPr>
            </a:p>
          </p:txBody>
        </p:sp>
        <p:sp>
          <p:nvSpPr>
            <p:cNvPr id="1820" name="Google Shape;1820;p148"/>
            <p:cNvSpPr/>
            <p:nvPr/>
          </p:nvSpPr>
          <p:spPr>
            <a:xfrm>
              <a:off x="5345872" y="3449985"/>
              <a:ext cx="343550" cy="281475"/>
            </a:xfrm>
            <a:custGeom>
              <a:avLst/>
              <a:gdLst/>
              <a:ahLst/>
              <a:cxnLst/>
              <a:rect l="l" t="t" r="r" b="b"/>
              <a:pathLst>
                <a:path w="13742" h="11259" extrusionOk="0">
                  <a:moveTo>
                    <a:pt x="11524" y="1"/>
                  </a:moveTo>
                  <a:lnTo>
                    <a:pt x="4701" y="6823"/>
                  </a:lnTo>
                  <a:lnTo>
                    <a:pt x="2218" y="4341"/>
                  </a:lnTo>
                  <a:lnTo>
                    <a:pt x="0" y="6558"/>
                  </a:lnTo>
                  <a:lnTo>
                    <a:pt x="4701" y="11259"/>
                  </a:lnTo>
                  <a:lnTo>
                    <a:pt x="13741" y="2218"/>
                  </a:lnTo>
                  <a:lnTo>
                    <a:pt x="11524" y="1"/>
                  </a:lnTo>
                  <a:close/>
                </a:path>
              </a:pathLst>
            </a:custGeom>
            <a:solidFill>
              <a:srgbClr val="F7F7F7"/>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grpSp>
      <p:sp>
        <p:nvSpPr>
          <p:cNvPr id="1821" name="Google Shape;1821;p148"/>
          <p:cNvSpPr txBox="1"/>
          <p:nvPr/>
        </p:nvSpPr>
        <p:spPr>
          <a:xfrm>
            <a:off x="6443322" y="1600206"/>
            <a:ext cx="1996800" cy="10776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n" b="1">
                <a:solidFill>
                  <a:schemeClr val="lt1"/>
                </a:solidFill>
                <a:latin typeface="IBM Plex Sans"/>
                <a:ea typeface="IBM Plex Sans"/>
                <a:cs typeface="IBM Plex Sans"/>
                <a:sym typeface="IBM Plex Sans"/>
              </a:rPr>
              <a:t>The Outcome</a:t>
            </a:r>
            <a:endParaRPr b="1">
              <a:solidFill>
                <a:schemeClr val="lt1"/>
              </a:solidFill>
              <a:latin typeface="IBM Plex Sans"/>
              <a:ea typeface="IBM Plex Sans"/>
              <a:cs typeface="IBM Plex Sans"/>
              <a:sym typeface="IBM Plex Sans"/>
            </a:endParaRPr>
          </a:p>
          <a:p>
            <a:pPr marL="0" lvl="0" indent="0" algn="l" rtl="0">
              <a:spcBef>
                <a:spcPts val="0"/>
              </a:spcBef>
              <a:spcAft>
                <a:spcPts val="0"/>
              </a:spcAft>
              <a:buNone/>
            </a:pPr>
            <a:endParaRPr>
              <a:solidFill>
                <a:schemeClr val="lt1"/>
              </a:solidFill>
              <a:latin typeface="IBM Plex Sans"/>
              <a:ea typeface="IBM Plex Sans"/>
              <a:cs typeface="IBM Plex Sans"/>
              <a:sym typeface="IBM Plex Sans"/>
            </a:endParaRPr>
          </a:p>
          <a:p>
            <a:pPr marL="457200" lvl="0" indent="-317500" algn="l" rtl="0">
              <a:spcBef>
                <a:spcPts val="0"/>
              </a:spcBef>
              <a:spcAft>
                <a:spcPts val="0"/>
              </a:spcAft>
              <a:buClr>
                <a:schemeClr val="accent2"/>
              </a:buClr>
              <a:buSzPts val="1400"/>
              <a:buFont typeface="IBM Plex Sans Medium"/>
              <a:buChar char="●"/>
            </a:pPr>
            <a:r>
              <a:rPr lang="en">
                <a:solidFill>
                  <a:schemeClr val="accent2"/>
                </a:solidFill>
                <a:latin typeface="IBM Plex Sans Medium"/>
                <a:ea typeface="IBM Plex Sans Medium"/>
                <a:cs typeface="IBM Plex Sans Medium"/>
                <a:sym typeface="IBM Plex Sans Medium"/>
              </a:rPr>
              <a:t>Business outcome</a:t>
            </a:r>
            <a:endParaRPr>
              <a:solidFill>
                <a:schemeClr val="accent2"/>
              </a:solidFill>
              <a:latin typeface="IBM Plex Sans Medium"/>
              <a:ea typeface="IBM Plex Sans Medium"/>
              <a:cs typeface="IBM Plex Sans Medium"/>
              <a:sym typeface="IBM Plex Sans Medium"/>
            </a:endParaRPr>
          </a:p>
          <a:p>
            <a:pPr marL="457200" lvl="0" indent="-317500" algn="l" rtl="0">
              <a:spcBef>
                <a:spcPts val="0"/>
              </a:spcBef>
              <a:spcAft>
                <a:spcPts val="0"/>
              </a:spcAft>
              <a:buClr>
                <a:schemeClr val="accent2"/>
              </a:buClr>
              <a:buSzPts val="1400"/>
              <a:buFont typeface="IBM Plex Sans Medium"/>
              <a:buChar char="●"/>
            </a:pPr>
            <a:r>
              <a:rPr lang="en">
                <a:solidFill>
                  <a:schemeClr val="accent2"/>
                </a:solidFill>
                <a:latin typeface="IBM Plex Sans Medium"/>
                <a:ea typeface="IBM Plex Sans Medium"/>
                <a:cs typeface="IBM Plex Sans Medium"/>
                <a:sym typeface="IBM Plex Sans Medium"/>
              </a:rPr>
              <a:t>Business outcome</a:t>
            </a:r>
            <a:endParaRPr>
              <a:solidFill>
                <a:schemeClr val="accent2"/>
              </a:solidFill>
              <a:latin typeface="IBM Plex Sans Medium"/>
              <a:ea typeface="IBM Plex Sans Medium"/>
              <a:cs typeface="IBM Plex Sans Medium"/>
              <a:sym typeface="IBM Plex Sans Medium"/>
            </a:endParaRPr>
          </a:p>
          <a:p>
            <a:pPr marL="457200" lvl="0" indent="-317500" algn="l" rtl="0">
              <a:spcBef>
                <a:spcPts val="0"/>
              </a:spcBef>
              <a:spcAft>
                <a:spcPts val="0"/>
              </a:spcAft>
              <a:buClr>
                <a:schemeClr val="accent2"/>
              </a:buClr>
              <a:buSzPts val="1400"/>
              <a:buFont typeface="IBM Plex Sans Medium"/>
              <a:buChar char="●"/>
            </a:pPr>
            <a:r>
              <a:rPr lang="en">
                <a:solidFill>
                  <a:schemeClr val="accent2"/>
                </a:solidFill>
                <a:latin typeface="IBM Plex Sans Medium"/>
                <a:ea typeface="IBM Plex Sans Medium"/>
                <a:cs typeface="IBM Plex Sans Medium"/>
                <a:sym typeface="IBM Plex Sans Medium"/>
              </a:rPr>
              <a:t>Business outcome</a:t>
            </a:r>
            <a:endParaRPr>
              <a:solidFill>
                <a:schemeClr val="accent2"/>
              </a:solidFill>
              <a:latin typeface="IBM Plex Sans Medium"/>
              <a:ea typeface="IBM Plex Sans Medium"/>
              <a:cs typeface="IBM Plex Sans Medium"/>
              <a:sym typeface="IBM Plex Sans Medium"/>
            </a:endParaRPr>
          </a:p>
        </p:txBody>
      </p:sp>
      <p:sp>
        <p:nvSpPr>
          <p:cNvPr id="1822" name="Google Shape;1822;p148"/>
          <p:cNvSpPr txBox="1">
            <a:spLocks noGrp="1"/>
          </p:cNvSpPr>
          <p:nvPr>
            <p:ph type="subTitle" idx="4294967295"/>
          </p:nvPr>
        </p:nvSpPr>
        <p:spPr>
          <a:xfrm>
            <a:off x="152400" y="1600200"/>
            <a:ext cx="1840200" cy="1989300"/>
          </a:xfrm>
          <a:prstGeom prst="rect">
            <a:avLst/>
          </a:prstGeom>
        </p:spPr>
        <p:txBody>
          <a:bodyPr spcFirstLastPara="1" wrap="square" lIns="0" tIns="0" rIns="0" bIns="0" anchor="t" anchorCtr="0">
            <a:noAutofit/>
          </a:bodyPr>
          <a:lstStyle/>
          <a:p>
            <a:pPr marL="0" lvl="0" indent="0" algn="r" rtl="0">
              <a:spcBef>
                <a:spcPts val="0"/>
              </a:spcBef>
              <a:spcAft>
                <a:spcPts val="0"/>
              </a:spcAft>
              <a:buNone/>
            </a:pPr>
            <a:r>
              <a:rPr lang="en" sz="1400" b="1"/>
              <a:t>Client</a:t>
            </a:r>
            <a:r>
              <a:rPr lang="en" sz="1400"/>
              <a:t>:</a:t>
            </a:r>
            <a:endParaRPr sz="1400"/>
          </a:p>
          <a:p>
            <a:pPr marL="0" lvl="0" indent="0" algn="r" rtl="0">
              <a:spcBef>
                <a:spcPts val="1200"/>
              </a:spcBef>
              <a:spcAft>
                <a:spcPts val="0"/>
              </a:spcAft>
              <a:buNone/>
            </a:pPr>
            <a:r>
              <a:rPr lang="en" sz="1400" b="1"/>
              <a:t>Company Size</a:t>
            </a:r>
            <a:r>
              <a:rPr lang="en" sz="1400"/>
              <a:t>:</a:t>
            </a:r>
            <a:endParaRPr sz="1400"/>
          </a:p>
          <a:p>
            <a:pPr marL="0" lvl="0" indent="0" algn="r" rtl="0">
              <a:spcBef>
                <a:spcPts val="1200"/>
              </a:spcBef>
              <a:spcAft>
                <a:spcPts val="0"/>
              </a:spcAft>
              <a:buNone/>
            </a:pPr>
            <a:r>
              <a:rPr lang="en" sz="1400" b="1"/>
              <a:t>Solution Needs</a:t>
            </a:r>
            <a:r>
              <a:rPr lang="en" sz="1400"/>
              <a:t>:</a:t>
            </a:r>
            <a:endParaRPr sz="1400"/>
          </a:p>
          <a:p>
            <a:pPr marL="0" lvl="0" indent="0" algn="r" rtl="0">
              <a:spcBef>
                <a:spcPts val="1200"/>
              </a:spcBef>
              <a:spcAft>
                <a:spcPts val="0"/>
              </a:spcAft>
              <a:buNone/>
            </a:pPr>
            <a:r>
              <a:rPr lang="en" sz="1400" b="1"/>
              <a:t>Solution Deployed</a:t>
            </a:r>
            <a:r>
              <a:rPr lang="en" sz="1400"/>
              <a:t>:</a:t>
            </a:r>
            <a:endParaRPr sz="1400"/>
          </a:p>
          <a:p>
            <a:pPr marL="0" lvl="0" indent="0" algn="r" rtl="0">
              <a:spcBef>
                <a:spcPts val="1200"/>
              </a:spcBef>
              <a:spcAft>
                <a:spcPts val="1200"/>
              </a:spcAft>
              <a:buNone/>
            </a:pPr>
            <a:r>
              <a:rPr lang="en" sz="1400" b="1"/>
              <a:t>Solution Description</a:t>
            </a:r>
            <a:r>
              <a:rPr lang="en" sz="1400"/>
              <a:t>:</a:t>
            </a:r>
            <a:endParaRPr sz="1400"/>
          </a:p>
        </p:txBody>
      </p:sp>
      <p:sp>
        <p:nvSpPr>
          <p:cNvPr id="1823" name="Google Shape;1823;p148"/>
          <p:cNvSpPr txBox="1">
            <a:spLocks noGrp="1"/>
          </p:cNvSpPr>
          <p:nvPr>
            <p:ph type="subTitle" idx="4294967295"/>
          </p:nvPr>
        </p:nvSpPr>
        <p:spPr>
          <a:xfrm>
            <a:off x="2166900" y="1600200"/>
            <a:ext cx="3824400" cy="30558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n" sz="1400">
                <a:solidFill>
                  <a:srgbClr val="434343"/>
                </a:solidFill>
              </a:rPr>
              <a:t>Name</a:t>
            </a:r>
            <a:endParaRPr/>
          </a:p>
          <a:p>
            <a:pPr marL="0" lvl="0" indent="0" algn="l" rtl="0">
              <a:spcBef>
                <a:spcPts val="1200"/>
              </a:spcBef>
              <a:spcAft>
                <a:spcPts val="0"/>
              </a:spcAft>
              <a:buNone/>
            </a:pPr>
            <a:r>
              <a:rPr lang="en" sz="1400">
                <a:solidFill>
                  <a:srgbClr val="434343"/>
                </a:solidFill>
              </a:rPr>
              <a:t>Size</a:t>
            </a:r>
            <a:endParaRPr sz="1400">
              <a:solidFill>
                <a:srgbClr val="434343"/>
              </a:solidFill>
            </a:endParaRPr>
          </a:p>
          <a:p>
            <a:pPr marL="0" lvl="0" indent="0" algn="l" rtl="0">
              <a:spcBef>
                <a:spcPts val="1200"/>
              </a:spcBef>
              <a:spcAft>
                <a:spcPts val="0"/>
              </a:spcAft>
              <a:buNone/>
            </a:pPr>
            <a:r>
              <a:rPr lang="en" sz="1400">
                <a:solidFill>
                  <a:srgbClr val="434343"/>
                </a:solidFill>
              </a:rPr>
              <a:t>Needs</a:t>
            </a:r>
            <a:endParaRPr sz="1400">
              <a:solidFill>
                <a:srgbClr val="434343"/>
              </a:solidFill>
            </a:endParaRPr>
          </a:p>
          <a:p>
            <a:pPr marL="0" lvl="0" indent="0" algn="l" rtl="0">
              <a:spcBef>
                <a:spcPts val="1200"/>
              </a:spcBef>
              <a:spcAft>
                <a:spcPts val="0"/>
              </a:spcAft>
              <a:buNone/>
            </a:pPr>
            <a:r>
              <a:rPr lang="en" sz="1400">
                <a:solidFill>
                  <a:srgbClr val="434343"/>
                </a:solidFill>
              </a:rPr>
              <a:t>Solution(s)</a:t>
            </a:r>
            <a:endParaRPr sz="1400">
              <a:solidFill>
                <a:srgbClr val="434343"/>
              </a:solidFill>
            </a:endParaRPr>
          </a:p>
          <a:p>
            <a:pPr marL="0" lvl="0" indent="0" algn="l" rtl="0">
              <a:spcBef>
                <a:spcPts val="1200"/>
              </a:spcBef>
              <a:spcAft>
                <a:spcPts val="1200"/>
              </a:spcAft>
              <a:buNone/>
            </a:pPr>
            <a:r>
              <a:rPr lang="en" sz="1400">
                <a:solidFill>
                  <a:srgbClr val="434343"/>
                </a:solidFill>
              </a:rPr>
              <a:t>What the partner did to implement the solution (40 words or less)</a:t>
            </a:r>
            <a:endParaRPr sz="1400">
              <a:solidFill>
                <a:srgbClr val="434343"/>
              </a:solidFill>
            </a:endParaRPr>
          </a:p>
        </p:txBody>
      </p:sp>
      <p:sp>
        <p:nvSpPr>
          <p:cNvPr id="1824" name="Google Shape;1824;p148"/>
          <p:cNvSpPr txBox="1"/>
          <p:nvPr/>
        </p:nvSpPr>
        <p:spPr>
          <a:xfrm>
            <a:off x="1208175" y="1028700"/>
            <a:ext cx="2151000" cy="441600"/>
          </a:xfrm>
          <a:prstGeom prst="rect">
            <a:avLst/>
          </a:prstGeom>
          <a:noFill/>
          <a:ln>
            <a:noFill/>
          </a:ln>
        </p:spPr>
        <p:txBody>
          <a:bodyPr spcFirstLastPara="1" wrap="square" lIns="0" tIns="0" rIns="0" bIns="0" anchor="t" anchorCtr="0">
            <a:noAutofit/>
          </a:bodyPr>
          <a:lstStyle/>
          <a:p>
            <a:pPr marL="0" lvl="0" indent="0" algn="l" rtl="0">
              <a:spcBef>
                <a:spcPts val="0"/>
              </a:spcBef>
              <a:spcAft>
                <a:spcPts val="1200"/>
              </a:spcAft>
              <a:buNone/>
            </a:pPr>
            <a:r>
              <a:rPr lang="en" sz="1300" b="1">
                <a:solidFill>
                  <a:srgbClr val="888B8D"/>
                </a:solidFill>
                <a:latin typeface="IBM Plex Sans"/>
                <a:ea typeface="IBM Plex Sans"/>
                <a:cs typeface="IBM Plex Sans"/>
                <a:sym typeface="IBM Plex Sans"/>
              </a:rPr>
              <a:t>Customer Summary:</a:t>
            </a:r>
            <a:endParaRPr sz="1300" b="1">
              <a:solidFill>
                <a:srgbClr val="888B8D"/>
              </a:solidFill>
              <a:latin typeface="IBM Plex Sans"/>
              <a:ea typeface="IBM Plex Sans"/>
              <a:cs typeface="IBM Plex Sans"/>
              <a:sym typeface="IBM Plex Sans"/>
            </a:endParaRPr>
          </a:p>
        </p:txBody>
      </p:sp>
      <p:sp>
        <p:nvSpPr>
          <p:cNvPr id="1825" name="Google Shape;1825;p148"/>
          <p:cNvSpPr txBox="1"/>
          <p:nvPr/>
        </p:nvSpPr>
        <p:spPr>
          <a:xfrm>
            <a:off x="305850" y="4847850"/>
            <a:ext cx="3474300" cy="173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000">
                <a:solidFill>
                  <a:schemeClr val="dk1"/>
                </a:solidFill>
                <a:latin typeface="IBM Plex Sans"/>
                <a:ea typeface="IBM Plex Sans"/>
                <a:cs typeface="IBM Plex Sans"/>
                <a:sym typeface="IBM Plex Sans"/>
              </a:rPr>
              <a:t>*not an external reference</a:t>
            </a:r>
            <a:endParaRPr sz="1000">
              <a:solidFill>
                <a:schemeClr val="dk1"/>
              </a:solidFill>
              <a:latin typeface="IBM Plex Sans"/>
              <a:ea typeface="IBM Plex Sans"/>
              <a:cs typeface="IBM Plex Sans"/>
              <a:sym typeface="IBM Plex Sans"/>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0">
  <p:cSld>
    <p:spTree>
      <p:nvGrpSpPr>
        <p:cNvPr id="1" name="Shape 1829"/>
        <p:cNvGrpSpPr/>
        <p:nvPr/>
      </p:nvGrpSpPr>
      <p:grpSpPr>
        <a:xfrm>
          <a:off x="0" y="0"/>
          <a:ext cx="0" cy="0"/>
          <a:chOff x="0" y="0"/>
          <a:chExt cx="0" cy="0"/>
        </a:xfrm>
      </p:grpSpPr>
      <p:sp>
        <p:nvSpPr>
          <p:cNvPr id="1830" name="Google Shape;1830;p149"/>
          <p:cNvSpPr txBox="1"/>
          <p:nvPr/>
        </p:nvSpPr>
        <p:spPr>
          <a:xfrm>
            <a:off x="357200" y="876075"/>
            <a:ext cx="3339000" cy="23628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100" b="1">
                <a:solidFill>
                  <a:schemeClr val="accent1"/>
                </a:solidFill>
                <a:latin typeface="IBM Plex Sans"/>
                <a:ea typeface="IBM Plex Sans"/>
                <a:cs typeface="IBM Plex Sans"/>
                <a:sym typeface="IBM Plex Sans"/>
              </a:rPr>
              <a:t>Summarized Pitch (“Elevator Pitch”)</a:t>
            </a:r>
            <a:endParaRPr sz="1100" b="1">
              <a:solidFill>
                <a:schemeClr val="accent1"/>
              </a:solidFill>
              <a:latin typeface="IBM Plex Sans"/>
              <a:ea typeface="IBM Plex Sans"/>
              <a:cs typeface="IBM Plex Sans"/>
              <a:sym typeface="IBM Plex Sans"/>
            </a:endParaRPr>
          </a:p>
          <a:p>
            <a:pPr marL="171450" lvl="0" indent="-171450" algn="l" rtl="0">
              <a:lnSpc>
                <a:spcPct val="150000"/>
              </a:lnSpc>
              <a:spcBef>
                <a:spcPts val="0"/>
              </a:spcBef>
              <a:spcAft>
                <a:spcPts val="0"/>
              </a:spcAft>
              <a:buClr>
                <a:schemeClr val="lt1"/>
              </a:buClr>
              <a:buSzPts val="900"/>
              <a:buFont typeface="IBM Plex Sans"/>
              <a:buChar char="●"/>
            </a:pPr>
            <a:r>
              <a:rPr lang="en" sz="900" u="sng">
                <a:solidFill>
                  <a:schemeClr val="lt1"/>
                </a:solidFill>
                <a:latin typeface="IBM Plex Sans"/>
                <a:ea typeface="IBM Plex Sans"/>
                <a:cs typeface="IBM Plex Sans"/>
                <a:sym typeface="IBM Plex Sans"/>
              </a:rPr>
              <a:t>AI </a:t>
            </a:r>
            <a:r>
              <a:rPr lang="en" sz="900">
                <a:solidFill>
                  <a:schemeClr val="lt1"/>
                </a:solidFill>
                <a:latin typeface="IBM Plex Sans"/>
                <a:ea typeface="IBM Plex Sans"/>
                <a:cs typeface="IBM Plex Sans"/>
                <a:sym typeface="IBM Plex Sans"/>
              </a:rPr>
              <a:t>is disrupting businesses and business models </a:t>
            </a:r>
            <a:endParaRPr sz="900">
              <a:solidFill>
                <a:schemeClr val="lt1"/>
              </a:solidFill>
              <a:latin typeface="IBM Plex Sans"/>
              <a:ea typeface="IBM Plex Sans"/>
              <a:cs typeface="IBM Plex Sans"/>
              <a:sym typeface="IBM Plex Sans"/>
            </a:endParaRPr>
          </a:p>
          <a:p>
            <a:pPr marL="171450" lvl="0" indent="-171450" algn="l" rtl="0">
              <a:lnSpc>
                <a:spcPct val="150000"/>
              </a:lnSpc>
              <a:spcBef>
                <a:spcPts val="0"/>
              </a:spcBef>
              <a:spcAft>
                <a:spcPts val="0"/>
              </a:spcAft>
              <a:buClr>
                <a:schemeClr val="lt1"/>
              </a:buClr>
              <a:buSzPts val="900"/>
              <a:buFont typeface="IBM Plex Sans"/>
              <a:buChar char="●"/>
            </a:pPr>
            <a:r>
              <a:rPr lang="en" sz="900" b="1" u="sng">
                <a:solidFill>
                  <a:schemeClr val="lt1"/>
                </a:solidFill>
                <a:latin typeface="IBM Plex Sans"/>
                <a:ea typeface="IBM Plex Sans"/>
                <a:cs typeface="IBM Plex Sans"/>
                <a:sym typeface="IBM Plex Sans"/>
              </a:rPr>
              <a:t>CIO/CTO</a:t>
            </a:r>
            <a:r>
              <a:rPr lang="en" sz="900" u="sng">
                <a:solidFill>
                  <a:schemeClr val="lt1"/>
                </a:solidFill>
                <a:latin typeface="IBM Plex Sans"/>
                <a:ea typeface="IBM Plex Sans"/>
                <a:cs typeface="IBM Plex Sans"/>
                <a:sym typeface="IBM Plex Sans"/>
              </a:rPr>
              <a:t> </a:t>
            </a:r>
            <a:r>
              <a:rPr lang="en" sz="900">
                <a:solidFill>
                  <a:schemeClr val="lt1"/>
                </a:solidFill>
                <a:latin typeface="IBM Plex Sans"/>
                <a:ea typeface="IBM Plex Sans"/>
                <a:cs typeface="IBM Plex Sans"/>
                <a:sym typeface="IBM Plex Sans"/>
              </a:rPr>
              <a:t>are investing in AI but face challenges - fragmented AI, tech debt, and complexity (compounding) </a:t>
            </a:r>
            <a:endParaRPr sz="900">
              <a:solidFill>
                <a:schemeClr val="lt1"/>
              </a:solidFill>
              <a:latin typeface="IBM Plex Sans"/>
              <a:ea typeface="IBM Plex Sans"/>
              <a:cs typeface="IBM Plex Sans"/>
              <a:sym typeface="IBM Plex Sans"/>
            </a:endParaRPr>
          </a:p>
          <a:p>
            <a:pPr marL="171450" lvl="0" indent="-171450" algn="l" rtl="0">
              <a:lnSpc>
                <a:spcPct val="150000"/>
              </a:lnSpc>
              <a:spcBef>
                <a:spcPts val="0"/>
              </a:spcBef>
              <a:spcAft>
                <a:spcPts val="0"/>
              </a:spcAft>
              <a:buClr>
                <a:schemeClr val="lt1"/>
              </a:buClr>
              <a:buSzPts val="900"/>
              <a:buFont typeface="IBM Plex Sans"/>
              <a:buChar char="●"/>
            </a:pPr>
            <a:r>
              <a:rPr lang="en" sz="900">
                <a:solidFill>
                  <a:schemeClr val="lt1"/>
                </a:solidFill>
                <a:latin typeface="IBM Plex Sans"/>
                <a:ea typeface="IBM Plex Sans"/>
                <a:cs typeface="IBM Plex Sans"/>
                <a:sym typeface="IBM Plex Sans"/>
              </a:rPr>
              <a:t>Companies are unable to unlock</a:t>
            </a:r>
            <a:r>
              <a:rPr lang="en" sz="900" b="1">
                <a:solidFill>
                  <a:schemeClr val="lt1"/>
                </a:solidFill>
                <a:latin typeface="IBM Plex Sans"/>
                <a:ea typeface="IBM Plex Sans"/>
                <a:cs typeface="IBM Plex Sans"/>
                <a:sym typeface="IBM Plex Sans"/>
              </a:rPr>
              <a:t> </a:t>
            </a:r>
            <a:r>
              <a:rPr lang="en" sz="900" b="1" u="sng">
                <a:solidFill>
                  <a:schemeClr val="lt1"/>
                </a:solidFill>
                <a:latin typeface="IBM Plex Sans"/>
                <a:ea typeface="IBM Plex Sans"/>
                <a:cs typeface="IBM Plex Sans"/>
                <a:sym typeface="IBM Plex Sans"/>
              </a:rPr>
              <a:t>value</a:t>
            </a:r>
            <a:endParaRPr sz="900" b="1" u="sng">
              <a:solidFill>
                <a:schemeClr val="lt1"/>
              </a:solidFill>
              <a:latin typeface="IBM Plex Sans"/>
              <a:ea typeface="IBM Plex Sans"/>
              <a:cs typeface="IBM Plex Sans"/>
              <a:sym typeface="IBM Plex Sans"/>
            </a:endParaRPr>
          </a:p>
          <a:p>
            <a:pPr marL="171450" lvl="0" indent="-171450" algn="l" rtl="0">
              <a:lnSpc>
                <a:spcPct val="150000"/>
              </a:lnSpc>
              <a:spcBef>
                <a:spcPts val="0"/>
              </a:spcBef>
              <a:spcAft>
                <a:spcPts val="0"/>
              </a:spcAft>
              <a:buClr>
                <a:schemeClr val="lt1"/>
              </a:buClr>
              <a:buSzPts val="900"/>
              <a:buFont typeface="IBM Plex Sans"/>
              <a:buChar char="●"/>
            </a:pPr>
            <a:r>
              <a:rPr lang="en" sz="900" b="1">
                <a:solidFill>
                  <a:schemeClr val="lt1"/>
                </a:solidFill>
                <a:latin typeface="IBM Plex Sans"/>
                <a:ea typeface="IBM Plex Sans"/>
                <a:cs typeface="IBM Plex Sans"/>
                <a:sym typeface="IBM Plex Sans"/>
              </a:rPr>
              <a:t>Camunda can help -</a:t>
            </a:r>
            <a:r>
              <a:rPr lang="en" sz="900">
                <a:solidFill>
                  <a:schemeClr val="lt1"/>
                </a:solidFill>
                <a:latin typeface="IBM Plex Sans"/>
                <a:ea typeface="IBM Plex Sans"/>
                <a:cs typeface="IBM Plex Sans"/>
                <a:sym typeface="IBM Plex Sans"/>
              </a:rPr>
              <a:t> work with your existing tech and unlock value. </a:t>
            </a:r>
            <a:endParaRPr sz="900">
              <a:solidFill>
                <a:schemeClr val="lt1"/>
              </a:solidFill>
              <a:latin typeface="IBM Plex Sans"/>
              <a:ea typeface="IBM Plex Sans"/>
              <a:cs typeface="IBM Plex Sans"/>
              <a:sym typeface="IBM Plex Sans"/>
            </a:endParaRPr>
          </a:p>
          <a:p>
            <a:pPr marL="171450" lvl="0" indent="-171450" algn="l" rtl="0">
              <a:lnSpc>
                <a:spcPct val="150000"/>
              </a:lnSpc>
              <a:spcBef>
                <a:spcPts val="0"/>
              </a:spcBef>
              <a:spcAft>
                <a:spcPts val="0"/>
              </a:spcAft>
              <a:buClr>
                <a:schemeClr val="lt1"/>
              </a:buClr>
              <a:buSzPts val="900"/>
              <a:buFont typeface="IBM Plex Sans"/>
              <a:buChar char="●"/>
            </a:pPr>
            <a:r>
              <a:rPr lang="en" sz="900">
                <a:solidFill>
                  <a:schemeClr val="lt1"/>
                </a:solidFill>
                <a:latin typeface="IBM Plex Sans"/>
                <a:ea typeface="IBM Plex Sans"/>
                <a:cs typeface="IBM Plex Sans"/>
                <a:sym typeface="IBM Plex Sans"/>
              </a:rPr>
              <a:t>Our </a:t>
            </a:r>
            <a:r>
              <a:rPr lang="en" sz="900" u="sng">
                <a:solidFill>
                  <a:schemeClr val="lt1"/>
                </a:solidFill>
                <a:latin typeface="IBM Plex Sans"/>
                <a:ea typeface="IBM Plex Sans"/>
                <a:cs typeface="IBM Plex Sans"/>
                <a:sym typeface="IBM Plex Sans"/>
              </a:rPr>
              <a:t>unique value proposition </a:t>
            </a:r>
            <a:r>
              <a:rPr lang="en" sz="900">
                <a:solidFill>
                  <a:schemeClr val="lt1"/>
                </a:solidFill>
                <a:latin typeface="IBM Plex Sans"/>
                <a:ea typeface="IBM Plex Sans"/>
                <a:cs typeface="IBM Plex Sans"/>
                <a:sym typeface="IBM Plex Sans"/>
              </a:rPr>
              <a:t>is a composable, open, collaborative, scalable and intelligent PO&amp;A.</a:t>
            </a:r>
            <a:endParaRPr/>
          </a:p>
          <a:p>
            <a:pPr marL="171450" lvl="0" indent="-171450" algn="l" rtl="0">
              <a:lnSpc>
                <a:spcPct val="150000"/>
              </a:lnSpc>
              <a:spcBef>
                <a:spcPts val="0"/>
              </a:spcBef>
              <a:spcAft>
                <a:spcPts val="0"/>
              </a:spcAft>
              <a:buClr>
                <a:schemeClr val="lt1"/>
              </a:buClr>
              <a:buSzPts val="900"/>
              <a:buFont typeface="IBM Plex Sans"/>
              <a:buChar char="●"/>
            </a:pPr>
            <a:r>
              <a:rPr lang="en" sz="900">
                <a:solidFill>
                  <a:schemeClr val="lt1"/>
                </a:solidFill>
                <a:latin typeface="IBM Plex Sans"/>
                <a:ea typeface="IBM Plex Sans"/>
                <a:cs typeface="IBM Plex Sans"/>
                <a:sym typeface="IBM Plex Sans"/>
              </a:rPr>
              <a:t>Camunda helps you realize value today and be ready for tomorrow – </a:t>
            </a:r>
            <a:r>
              <a:rPr lang="en" sz="900" u="sng">
                <a:solidFill>
                  <a:schemeClr val="lt1"/>
                </a:solidFill>
                <a:latin typeface="IBM Plex Sans"/>
                <a:ea typeface="IBM Plex Sans"/>
                <a:cs typeface="IBM Plex Sans"/>
                <a:sym typeface="IBM Plex Sans"/>
              </a:rPr>
              <a:t>future-proof process architecture</a:t>
            </a:r>
            <a:endParaRPr/>
          </a:p>
        </p:txBody>
      </p:sp>
      <p:sp>
        <p:nvSpPr>
          <p:cNvPr id="1831" name="Google Shape;1831;p149"/>
          <p:cNvSpPr txBox="1"/>
          <p:nvPr/>
        </p:nvSpPr>
        <p:spPr>
          <a:xfrm>
            <a:off x="327500" y="163425"/>
            <a:ext cx="8119200" cy="615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2800" b="1">
                <a:solidFill>
                  <a:schemeClr val="accent1"/>
                </a:solidFill>
                <a:latin typeface="IBM Plex Sans"/>
                <a:ea typeface="IBM Plex Sans"/>
                <a:cs typeface="IBM Plex Sans"/>
                <a:sym typeface="IBM Plex Sans"/>
              </a:rPr>
              <a:t>2025 </a:t>
            </a:r>
            <a:r>
              <a:rPr lang="en" sz="2800" b="1">
                <a:solidFill>
                  <a:schemeClr val="hlink"/>
                </a:solidFill>
                <a:latin typeface="IBM Plex Sans"/>
                <a:ea typeface="IBM Plex Sans"/>
                <a:cs typeface="IBM Plex Sans"/>
                <a:sym typeface="IBM Plex Sans"/>
              </a:rPr>
              <a:t>Messaging | Internal Guidance</a:t>
            </a:r>
            <a:endParaRPr/>
          </a:p>
        </p:txBody>
      </p:sp>
      <p:pic>
        <p:nvPicPr>
          <p:cNvPr id="1832" name="Google Shape;1832;p149"/>
          <p:cNvPicPr preferRelativeResize="0"/>
          <p:nvPr/>
        </p:nvPicPr>
        <p:blipFill>
          <a:blip r:embed="rId3">
            <a:alphaModFix/>
          </a:blip>
          <a:stretch>
            <a:fillRect/>
          </a:stretch>
        </p:blipFill>
        <p:spPr>
          <a:xfrm>
            <a:off x="3794575" y="956425"/>
            <a:ext cx="5186701" cy="2808512"/>
          </a:xfrm>
          <a:prstGeom prst="rect">
            <a:avLst/>
          </a:prstGeom>
          <a:noFill/>
          <a:ln>
            <a:noFill/>
          </a:ln>
        </p:spPr>
      </p:pic>
      <p:sp>
        <p:nvSpPr>
          <p:cNvPr id="1833" name="Google Shape;1833;p149"/>
          <p:cNvSpPr/>
          <p:nvPr/>
        </p:nvSpPr>
        <p:spPr>
          <a:xfrm>
            <a:off x="8686802" y="1456453"/>
            <a:ext cx="249474" cy="242839"/>
          </a:xfrm>
          <a:custGeom>
            <a:avLst/>
            <a:gdLst/>
            <a:ahLst/>
            <a:cxnLst/>
            <a:rect l="l" t="t" r="r" b="b"/>
            <a:pathLst>
              <a:path w="372350" h="376494" extrusionOk="0">
                <a:moveTo>
                  <a:pt x="186175" y="376494"/>
                </a:moveTo>
                <a:lnTo>
                  <a:pt x="186175" y="376494"/>
                </a:lnTo>
                <a:cubicBezTo>
                  <a:pt x="83420" y="376494"/>
                  <a:pt x="0" y="292246"/>
                  <a:pt x="0" y="188385"/>
                </a:cubicBezTo>
                <a:cubicBezTo>
                  <a:pt x="0" y="138389"/>
                  <a:pt x="19612" y="90602"/>
                  <a:pt x="54416" y="55245"/>
                </a:cubicBezTo>
                <a:cubicBezTo>
                  <a:pt x="89221" y="19888"/>
                  <a:pt x="136731" y="0"/>
                  <a:pt x="186175" y="0"/>
                </a:cubicBezTo>
                <a:cubicBezTo>
                  <a:pt x="288931" y="0"/>
                  <a:pt x="372351" y="84249"/>
                  <a:pt x="372351" y="188109"/>
                </a:cubicBezTo>
                <a:cubicBezTo>
                  <a:pt x="372351" y="291969"/>
                  <a:pt x="288931" y="376218"/>
                  <a:pt x="186175" y="376218"/>
                </a:cubicBezTo>
                <a:close/>
              </a:path>
            </a:pathLst>
          </a:custGeom>
          <a:solidFill>
            <a:srgbClr val="0A7DDA"/>
          </a:solidFill>
          <a:ln w="19050" cap="flat" cmpd="sng">
            <a:solidFill>
              <a:srgbClr val="F7F7F7"/>
            </a:solidFill>
            <a:prstDash val="solid"/>
            <a:miter lim="8000"/>
            <a:headEnd type="none" w="sm" len="sm"/>
            <a:tailEnd type="none" w="sm" len="sm"/>
          </a:ln>
        </p:spPr>
        <p:txBody>
          <a:bodyPr spcFirstLastPara="1" wrap="square" lIns="91400" tIns="45700" rIns="91400" bIns="45700" anchor="ctr" anchorCtr="0">
            <a:noAutofit/>
          </a:bodyPr>
          <a:lstStyle/>
          <a:p>
            <a:pPr marL="0" marR="0" lvl="0" indent="0" algn="ctr" rtl="0">
              <a:lnSpc>
                <a:spcPct val="100000"/>
              </a:lnSpc>
              <a:spcBef>
                <a:spcPts val="0"/>
              </a:spcBef>
              <a:spcAft>
                <a:spcPts val="0"/>
              </a:spcAft>
              <a:buClr>
                <a:srgbClr val="000000"/>
              </a:buClr>
              <a:buSzPts val="1900"/>
              <a:buFont typeface="IBM Plex Sans"/>
              <a:buNone/>
            </a:pPr>
            <a:r>
              <a:rPr lang="en" sz="900" b="1">
                <a:solidFill>
                  <a:srgbClr val="F7F7F7"/>
                </a:solidFill>
              </a:rPr>
              <a:t>1</a:t>
            </a:r>
            <a:endParaRPr sz="900" b="1" i="0" u="none" strike="noStrike" cap="none">
              <a:solidFill>
                <a:srgbClr val="F7F7F7"/>
              </a:solidFill>
            </a:endParaRPr>
          </a:p>
        </p:txBody>
      </p:sp>
      <p:sp>
        <p:nvSpPr>
          <p:cNvPr id="1834" name="Google Shape;1834;p149"/>
          <p:cNvSpPr/>
          <p:nvPr/>
        </p:nvSpPr>
        <p:spPr>
          <a:xfrm>
            <a:off x="8731802" y="2704353"/>
            <a:ext cx="249474" cy="242839"/>
          </a:xfrm>
          <a:custGeom>
            <a:avLst/>
            <a:gdLst/>
            <a:ahLst/>
            <a:cxnLst/>
            <a:rect l="l" t="t" r="r" b="b"/>
            <a:pathLst>
              <a:path w="372350" h="376494" extrusionOk="0">
                <a:moveTo>
                  <a:pt x="186175" y="376494"/>
                </a:moveTo>
                <a:lnTo>
                  <a:pt x="186175" y="376494"/>
                </a:lnTo>
                <a:cubicBezTo>
                  <a:pt x="83420" y="376494"/>
                  <a:pt x="0" y="292246"/>
                  <a:pt x="0" y="188385"/>
                </a:cubicBezTo>
                <a:cubicBezTo>
                  <a:pt x="0" y="138389"/>
                  <a:pt x="19612" y="90602"/>
                  <a:pt x="54416" y="55245"/>
                </a:cubicBezTo>
                <a:cubicBezTo>
                  <a:pt x="89221" y="19888"/>
                  <a:pt x="136731" y="0"/>
                  <a:pt x="186175" y="0"/>
                </a:cubicBezTo>
                <a:cubicBezTo>
                  <a:pt x="288931" y="0"/>
                  <a:pt x="372351" y="84249"/>
                  <a:pt x="372351" y="188109"/>
                </a:cubicBezTo>
                <a:cubicBezTo>
                  <a:pt x="372351" y="291969"/>
                  <a:pt x="288931" y="376218"/>
                  <a:pt x="186175" y="376218"/>
                </a:cubicBezTo>
                <a:close/>
              </a:path>
            </a:pathLst>
          </a:custGeom>
          <a:solidFill>
            <a:srgbClr val="0A7DDA"/>
          </a:solidFill>
          <a:ln w="19050" cap="flat" cmpd="sng">
            <a:solidFill>
              <a:srgbClr val="FFFFFF"/>
            </a:solidFill>
            <a:prstDash val="solid"/>
            <a:miter lim="8000"/>
            <a:headEnd type="none" w="sm" len="sm"/>
            <a:tailEnd type="none" w="sm" len="sm"/>
          </a:ln>
        </p:spPr>
        <p:txBody>
          <a:bodyPr spcFirstLastPara="1" wrap="square" lIns="91400" tIns="45700" rIns="91400" bIns="45700" anchor="ctr" anchorCtr="0">
            <a:noAutofit/>
          </a:bodyPr>
          <a:lstStyle/>
          <a:p>
            <a:pPr marL="0" marR="0" lvl="0" indent="0" algn="ctr" rtl="0">
              <a:lnSpc>
                <a:spcPct val="100000"/>
              </a:lnSpc>
              <a:spcBef>
                <a:spcPts val="0"/>
              </a:spcBef>
              <a:spcAft>
                <a:spcPts val="0"/>
              </a:spcAft>
              <a:buClr>
                <a:srgbClr val="000000"/>
              </a:buClr>
              <a:buSzPts val="1900"/>
              <a:buFont typeface="IBM Plex Sans"/>
              <a:buNone/>
            </a:pPr>
            <a:r>
              <a:rPr lang="en" sz="900" b="1">
                <a:solidFill>
                  <a:srgbClr val="F7F7F7"/>
                </a:solidFill>
              </a:rPr>
              <a:t>2</a:t>
            </a:r>
            <a:endParaRPr sz="900" b="1" i="0" u="none" strike="noStrike" cap="none">
              <a:solidFill>
                <a:srgbClr val="F7F7F7"/>
              </a:solidFill>
            </a:endParaRPr>
          </a:p>
        </p:txBody>
      </p:sp>
      <p:cxnSp>
        <p:nvCxnSpPr>
          <p:cNvPr id="1835" name="Google Shape;1835;p149"/>
          <p:cNvCxnSpPr/>
          <p:nvPr/>
        </p:nvCxnSpPr>
        <p:spPr>
          <a:xfrm rot="10800000" flipH="1">
            <a:off x="425350" y="762900"/>
            <a:ext cx="6063000" cy="37200"/>
          </a:xfrm>
          <a:prstGeom prst="straightConnector1">
            <a:avLst/>
          </a:prstGeom>
          <a:noFill/>
          <a:ln w="9525" cap="flat" cmpd="sng">
            <a:solidFill>
              <a:schemeClr val="accent1"/>
            </a:solidFill>
            <a:prstDash val="solid"/>
            <a:round/>
            <a:headEnd type="none" w="med" len="med"/>
            <a:tailEnd type="none" w="med" len="med"/>
          </a:ln>
        </p:spPr>
      </p:cxn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839"/>
        <p:cNvGrpSpPr/>
        <p:nvPr/>
      </p:nvGrpSpPr>
      <p:grpSpPr>
        <a:xfrm>
          <a:off x="0" y="0"/>
          <a:ext cx="0" cy="0"/>
          <a:chOff x="0" y="0"/>
          <a:chExt cx="0" cy="0"/>
        </a:xfrm>
      </p:grpSpPr>
      <p:sp>
        <p:nvSpPr>
          <p:cNvPr id="1840" name="Google Shape;1840;p150"/>
          <p:cNvSpPr txBox="1">
            <a:spLocks noGrp="1"/>
          </p:cNvSpPr>
          <p:nvPr>
            <p:ph type="ctrTitle"/>
          </p:nvPr>
        </p:nvSpPr>
        <p:spPr>
          <a:xfrm>
            <a:off x="457200" y="1152475"/>
            <a:ext cx="7729500" cy="1644600"/>
          </a:xfrm>
          <a:prstGeom prst="rect">
            <a:avLst/>
          </a:prstGeom>
        </p:spPr>
        <p:txBody>
          <a:bodyPr spcFirstLastPara="1" wrap="square" lIns="0" tIns="0" rIns="0" bIns="0" anchor="b" anchorCtr="0">
            <a:normAutofit/>
          </a:bodyPr>
          <a:lstStyle/>
          <a:p>
            <a:pPr marL="0" lvl="0" indent="0" algn="l" rtl="0">
              <a:spcBef>
                <a:spcPts val="0"/>
              </a:spcBef>
              <a:spcAft>
                <a:spcPts val="0"/>
              </a:spcAft>
              <a:buNone/>
            </a:pPr>
            <a:r>
              <a:rPr lang="en"/>
              <a:t>Building the </a:t>
            </a:r>
            <a:br>
              <a:rPr lang="en"/>
            </a:br>
            <a:r>
              <a:rPr lang="en"/>
              <a:t>AI-Native Enterprise</a:t>
            </a:r>
            <a:endParaRPr/>
          </a:p>
        </p:txBody>
      </p:sp>
      <p:sp>
        <p:nvSpPr>
          <p:cNvPr id="1841" name="Google Shape;1841;p150"/>
          <p:cNvSpPr txBox="1">
            <a:spLocks noGrp="1"/>
          </p:cNvSpPr>
          <p:nvPr>
            <p:ph type="subTitle" idx="2"/>
          </p:nvPr>
        </p:nvSpPr>
        <p:spPr>
          <a:xfrm>
            <a:off x="457200" y="4236325"/>
            <a:ext cx="4563900" cy="792600"/>
          </a:xfrm>
          <a:prstGeom prst="rect">
            <a:avLst/>
          </a:prstGeom>
        </p:spPr>
        <p:txBody>
          <a:bodyPr spcFirstLastPara="1" wrap="square" lIns="0" tIns="0" rIns="0" bIns="0" anchor="t" anchorCtr="0">
            <a:normAutofit/>
          </a:bodyPr>
          <a:lstStyle/>
          <a:p>
            <a:pPr marL="0" lvl="0" indent="0" algn="l" rtl="0">
              <a:spcBef>
                <a:spcPts val="0"/>
              </a:spcBef>
              <a:spcAft>
                <a:spcPts val="0"/>
              </a:spcAft>
              <a:buNone/>
            </a:pPr>
            <a:r>
              <a:rPr lang="en"/>
              <a:t>Date</a:t>
            </a:r>
            <a:endParaRPr/>
          </a:p>
        </p:txBody>
      </p:sp>
      <p:sp>
        <p:nvSpPr>
          <p:cNvPr id="1842" name="Google Shape;1842;p150"/>
          <p:cNvSpPr/>
          <p:nvPr/>
        </p:nvSpPr>
        <p:spPr>
          <a:xfrm>
            <a:off x="7101525" y="414400"/>
            <a:ext cx="1802100" cy="659100"/>
          </a:xfrm>
          <a:prstGeom prst="bracketPair">
            <a:avLst/>
          </a:prstGeom>
          <a:noFill/>
          <a:ln w="9525" cap="flat" cmpd="sng">
            <a:solidFill>
              <a:srgbClr val="434343"/>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rgbClr val="0072CE"/>
                </a:solidFill>
              </a:rPr>
              <a:t>Company Logo</a:t>
            </a:r>
            <a:endParaRPr>
              <a:solidFill>
                <a:srgbClr val="0072CE"/>
              </a:solidFill>
            </a:endParaRPr>
          </a:p>
        </p:txBody>
      </p:sp>
      <p:sp>
        <p:nvSpPr>
          <p:cNvPr id="1843" name="Google Shape;1843;p150"/>
          <p:cNvSpPr txBox="1"/>
          <p:nvPr/>
        </p:nvSpPr>
        <p:spPr>
          <a:xfrm>
            <a:off x="457200" y="2986525"/>
            <a:ext cx="6508800" cy="7926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sz="1800">
                <a:solidFill>
                  <a:srgbClr val="FFFFFF"/>
                </a:solidFill>
                <a:latin typeface="IBM Plex Sans Light"/>
                <a:ea typeface="IBM Plex Sans Light"/>
                <a:cs typeface="IBM Plex Sans Light"/>
                <a:sym typeface="IBM Plex Sans Light"/>
              </a:rPr>
              <a:t>Bring standardization and flexibility together </a:t>
            </a:r>
            <a:br>
              <a:rPr lang="en" sz="1800">
                <a:solidFill>
                  <a:srgbClr val="FFFFFF"/>
                </a:solidFill>
                <a:latin typeface="IBM Plex Sans Light"/>
                <a:ea typeface="IBM Plex Sans Light"/>
                <a:cs typeface="IBM Plex Sans Light"/>
                <a:sym typeface="IBM Plex Sans Light"/>
              </a:rPr>
            </a:br>
            <a:r>
              <a:rPr lang="en" sz="1800">
                <a:solidFill>
                  <a:srgbClr val="FFFFFF"/>
                </a:solidFill>
                <a:latin typeface="IBM Plex Sans Light"/>
                <a:ea typeface="IBM Plex Sans Light"/>
                <a:cs typeface="IBM Plex Sans Light"/>
                <a:sym typeface="IBM Plex Sans Light"/>
              </a:rPr>
              <a:t>to power the next era of total experience</a:t>
            </a:r>
            <a:endParaRPr sz="1800">
              <a:solidFill>
                <a:srgbClr val="FFFFFF"/>
              </a:solidFill>
              <a:latin typeface="IBM Plex Sans Light"/>
              <a:ea typeface="IBM Plex Sans Light"/>
              <a:cs typeface="IBM Plex Sans Light"/>
              <a:sym typeface="IBM Plex Sans Light"/>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848"/>
        <p:cNvGrpSpPr/>
        <p:nvPr/>
      </p:nvGrpSpPr>
      <p:grpSpPr>
        <a:xfrm>
          <a:off x="0" y="0"/>
          <a:ext cx="0" cy="0"/>
          <a:chOff x="0" y="0"/>
          <a:chExt cx="0" cy="0"/>
        </a:xfrm>
      </p:grpSpPr>
      <p:pic>
        <p:nvPicPr>
          <p:cNvPr id="1849" name="Google Shape;1849;p151"/>
          <p:cNvPicPr preferRelativeResize="0"/>
          <p:nvPr/>
        </p:nvPicPr>
        <p:blipFill>
          <a:blip r:embed="rId3">
            <a:alphaModFix/>
          </a:blip>
          <a:stretch>
            <a:fillRect/>
          </a:stretch>
        </p:blipFill>
        <p:spPr>
          <a:xfrm>
            <a:off x="4046618" y="1152475"/>
            <a:ext cx="5097381" cy="3991025"/>
          </a:xfrm>
          <a:prstGeom prst="rect">
            <a:avLst/>
          </a:prstGeom>
          <a:noFill/>
          <a:ln>
            <a:noFill/>
          </a:ln>
        </p:spPr>
      </p:pic>
      <p:sp>
        <p:nvSpPr>
          <p:cNvPr id="1850" name="Google Shape;1850;p151"/>
          <p:cNvSpPr txBox="1"/>
          <p:nvPr/>
        </p:nvSpPr>
        <p:spPr>
          <a:xfrm>
            <a:off x="305850" y="4667100"/>
            <a:ext cx="39486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800">
                <a:solidFill>
                  <a:schemeClr val="lt1"/>
                </a:solidFill>
                <a:latin typeface="IBM Plex Sans"/>
                <a:ea typeface="IBM Plex Sans"/>
                <a:cs typeface="IBM Plex Sans"/>
                <a:sym typeface="IBM Plex Sans"/>
              </a:rPr>
              <a:t>Source:</a:t>
            </a:r>
            <a:r>
              <a:rPr lang="en" sz="600">
                <a:solidFill>
                  <a:schemeClr val="lt1"/>
                </a:solidFill>
                <a:latin typeface="IBM Plex Sans"/>
                <a:ea typeface="IBM Plex Sans"/>
                <a:cs typeface="IBM Plex Sans"/>
                <a:sym typeface="IBM Plex Sans"/>
              </a:rPr>
              <a:t> </a:t>
            </a:r>
            <a:r>
              <a:rPr lang="en" sz="800" i="1">
                <a:solidFill>
                  <a:schemeClr val="lt1"/>
                </a:solidFill>
                <a:latin typeface="IBM Plex Sans"/>
                <a:ea typeface="IBM Plex Sans"/>
                <a:cs typeface="IBM Plex Sans"/>
                <a:sym typeface="IBM Plex Sans"/>
              </a:rPr>
              <a:t>AI: Built to scale,</a:t>
            </a:r>
            <a:r>
              <a:rPr lang="en" sz="800">
                <a:solidFill>
                  <a:schemeClr val="lt1"/>
                </a:solidFill>
                <a:latin typeface="IBM Plex Sans"/>
                <a:ea typeface="IBM Plex Sans"/>
                <a:cs typeface="IBM Plex Sans"/>
                <a:sym typeface="IBM Plex Sans"/>
              </a:rPr>
              <a:t> Accenture, 2024 </a:t>
            </a:r>
            <a:endParaRPr sz="600" i="1">
              <a:solidFill>
                <a:schemeClr val="lt1"/>
              </a:solidFill>
              <a:latin typeface="IBM Plex Sans"/>
              <a:ea typeface="IBM Plex Sans"/>
              <a:cs typeface="IBM Plex Sans"/>
              <a:sym typeface="IBM Plex Sans"/>
            </a:endParaRPr>
          </a:p>
          <a:p>
            <a:pPr marL="0" lvl="0" indent="0" algn="l" rtl="0">
              <a:spcBef>
                <a:spcPts val="0"/>
              </a:spcBef>
              <a:spcAft>
                <a:spcPts val="0"/>
              </a:spcAft>
              <a:buNone/>
            </a:pPr>
            <a:endParaRPr sz="600">
              <a:solidFill>
                <a:schemeClr val="lt1"/>
              </a:solidFill>
              <a:latin typeface="IBM Plex Sans"/>
              <a:ea typeface="IBM Plex Sans"/>
              <a:cs typeface="IBM Plex Sans"/>
              <a:sym typeface="IBM Plex Sans"/>
            </a:endParaRPr>
          </a:p>
        </p:txBody>
      </p:sp>
      <p:sp>
        <p:nvSpPr>
          <p:cNvPr id="1851" name="Google Shape;1851;p151"/>
          <p:cNvSpPr txBox="1"/>
          <p:nvPr/>
        </p:nvSpPr>
        <p:spPr>
          <a:xfrm>
            <a:off x="953400" y="1334932"/>
            <a:ext cx="3545700" cy="10020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100"/>
              </a:spcBef>
              <a:spcAft>
                <a:spcPts val="0"/>
              </a:spcAft>
              <a:buNone/>
            </a:pPr>
            <a:r>
              <a:rPr lang="en" sz="5900" b="1">
                <a:solidFill>
                  <a:srgbClr val="FFF56F"/>
                </a:solidFill>
                <a:latin typeface="IBM Plex Mono"/>
                <a:ea typeface="IBM Plex Mono"/>
                <a:cs typeface="IBM Plex Mono"/>
                <a:sym typeface="IBM Plex Mono"/>
              </a:rPr>
              <a:t>84%</a:t>
            </a:r>
            <a:r>
              <a:rPr lang="en" sz="5900" b="1">
                <a:solidFill>
                  <a:srgbClr val="FFF56F"/>
                </a:solidFill>
                <a:latin typeface="IBM Plex Sans"/>
                <a:ea typeface="IBM Plex Sans"/>
                <a:cs typeface="IBM Plex Sans"/>
                <a:sym typeface="IBM Plex Sans"/>
              </a:rPr>
              <a:t>   </a:t>
            </a:r>
            <a:endParaRPr sz="5900" b="1">
              <a:solidFill>
                <a:srgbClr val="FFF56F"/>
              </a:solidFill>
              <a:latin typeface="IBM Plex Mono"/>
              <a:ea typeface="IBM Plex Mono"/>
              <a:cs typeface="IBM Plex Mono"/>
              <a:sym typeface="IBM Plex Mono"/>
            </a:endParaRPr>
          </a:p>
        </p:txBody>
      </p:sp>
      <p:sp>
        <p:nvSpPr>
          <p:cNvPr id="1852" name="Google Shape;1852;p151"/>
          <p:cNvSpPr txBox="1">
            <a:spLocks noGrp="1"/>
          </p:cNvSpPr>
          <p:nvPr>
            <p:ph type="title"/>
          </p:nvPr>
        </p:nvSpPr>
        <p:spPr>
          <a:xfrm>
            <a:off x="457200" y="249175"/>
            <a:ext cx="8229600" cy="903300"/>
          </a:xfrm>
          <a:prstGeom prst="rect">
            <a:avLst/>
          </a:prstGeom>
        </p:spPr>
        <p:txBody>
          <a:bodyPr spcFirstLastPara="1" wrap="square" lIns="0" tIns="0" rIns="0" bIns="0" anchor="t" anchorCtr="0">
            <a:normAutofit/>
          </a:bodyPr>
          <a:lstStyle/>
          <a:p>
            <a:pPr marL="0" lvl="0" indent="0" algn="l" rtl="0">
              <a:spcBef>
                <a:spcPts val="0"/>
              </a:spcBef>
              <a:spcAft>
                <a:spcPts val="0"/>
              </a:spcAft>
              <a:buNone/>
            </a:pPr>
            <a:r>
              <a:rPr lang="en" sz="2800">
                <a:solidFill>
                  <a:srgbClr val="F7F7F7"/>
                </a:solidFill>
              </a:rPr>
              <a:t>Technology is evolving faster than ever</a:t>
            </a:r>
            <a:endParaRPr sz="2800" b="0">
              <a:solidFill>
                <a:srgbClr val="F7F7F7"/>
              </a:solidFill>
            </a:endParaRPr>
          </a:p>
        </p:txBody>
      </p:sp>
      <p:sp>
        <p:nvSpPr>
          <p:cNvPr id="1853" name="Google Shape;1853;p151"/>
          <p:cNvSpPr/>
          <p:nvPr/>
        </p:nvSpPr>
        <p:spPr>
          <a:xfrm>
            <a:off x="536800" y="1197350"/>
            <a:ext cx="170700" cy="2745600"/>
          </a:xfrm>
          <a:prstGeom prst="rect">
            <a:avLst/>
          </a:prstGeom>
          <a:solidFill>
            <a:srgbClr val="28089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BM Plex Sans"/>
              <a:ea typeface="IBM Plex Sans"/>
              <a:cs typeface="IBM Plex Sans"/>
              <a:sym typeface="IBM Plex Sans"/>
            </a:endParaRPr>
          </a:p>
        </p:txBody>
      </p:sp>
      <p:sp>
        <p:nvSpPr>
          <p:cNvPr id="1854" name="Google Shape;1854;p151"/>
          <p:cNvSpPr txBox="1"/>
          <p:nvPr/>
        </p:nvSpPr>
        <p:spPr>
          <a:xfrm flipH="1">
            <a:off x="1060025" y="2221768"/>
            <a:ext cx="3831000" cy="1598400"/>
          </a:xfrm>
          <a:prstGeom prst="rect">
            <a:avLst/>
          </a:prstGeom>
          <a:noFill/>
          <a:ln>
            <a:noFill/>
          </a:ln>
        </p:spPr>
        <p:txBody>
          <a:bodyPr spcFirstLastPara="1" wrap="square" lIns="0" tIns="0" rIns="0" bIns="0" anchor="t" anchorCtr="0">
            <a:noAutofit/>
          </a:bodyPr>
          <a:lstStyle/>
          <a:p>
            <a:pPr marL="0" marR="0" lvl="0" indent="0" algn="l" rtl="0">
              <a:lnSpc>
                <a:spcPct val="115000"/>
              </a:lnSpc>
              <a:spcBef>
                <a:spcPts val="100"/>
              </a:spcBef>
              <a:spcAft>
                <a:spcPts val="0"/>
              </a:spcAft>
              <a:buNone/>
            </a:pPr>
            <a:r>
              <a:rPr lang="en" sz="2500" b="1">
                <a:solidFill>
                  <a:schemeClr val="lt1"/>
                </a:solidFill>
                <a:latin typeface="IBM Plex Sans"/>
                <a:ea typeface="IBM Plex Sans"/>
                <a:cs typeface="IBM Plex Sans"/>
                <a:sym typeface="IBM Plex Sans"/>
              </a:rPr>
              <a:t>of executives</a:t>
            </a:r>
            <a:br>
              <a:rPr lang="en" sz="1800">
                <a:solidFill>
                  <a:schemeClr val="lt1"/>
                </a:solidFill>
                <a:latin typeface="IBM Plex Sans"/>
                <a:ea typeface="IBM Plex Sans"/>
                <a:cs typeface="IBM Plex Sans"/>
                <a:sym typeface="IBM Plex Sans"/>
              </a:rPr>
            </a:br>
            <a:r>
              <a:rPr lang="en" sz="2100">
                <a:solidFill>
                  <a:schemeClr val="lt1"/>
                </a:solidFill>
                <a:latin typeface="IBM Plex Sans"/>
                <a:ea typeface="IBM Plex Sans"/>
                <a:cs typeface="IBM Plex Sans"/>
                <a:sym typeface="IBM Plex Sans"/>
              </a:rPr>
              <a:t>believe they won’t achieve </a:t>
            </a:r>
            <a:br>
              <a:rPr lang="en" sz="2100">
                <a:solidFill>
                  <a:schemeClr val="lt1"/>
                </a:solidFill>
                <a:latin typeface="IBM Plex Sans"/>
                <a:ea typeface="IBM Plex Sans"/>
                <a:cs typeface="IBM Plex Sans"/>
                <a:sym typeface="IBM Plex Sans"/>
              </a:rPr>
            </a:br>
            <a:r>
              <a:rPr lang="en" sz="2100">
                <a:solidFill>
                  <a:schemeClr val="lt1"/>
                </a:solidFill>
                <a:latin typeface="IBM Plex Sans"/>
                <a:ea typeface="IBM Plex Sans"/>
                <a:cs typeface="IBM Plex Sans"/>
                <a:sym typeface="IBM Plex Sans"/>
              </a:rPr>
              <a:t>their growth objectives </a:t>
            </a:r>
            <a:br>
              <a:rPr lang="en" sz="2100">
                <a:solidFill>
                  <a:schemeClr val="lt1"/>
                </a:solidFill>
                <a:latin typeface="IBM Plex Sans"/>
                <a:ea typeface="IBM Plex Sans"/>
                <a:cs typeface="IBM Plex Sans"/>
                <a:sym typeface="IBM Plex Sans"/>
              </a:rPr>
            </a:br>
            <a:r>
              <a:rPr lang="en" sz="2300" b="1" i="1">
                <a:solidFill>
                  <a:schemeClr val="lt1"/>
                </a:solidFill>
                <a:latin typeface="IBM Plex Sans"/>
                <a:ea typeface="IBM Plex Sans"/>
                <a:cs typeface="IBM Plex Sans"/>
                <a:sym typeface="IBM Plex Sans"/>
              </a:rPr>
              <a:t>unless they scale AI</a:t>
            </a:r>
            <a:endParaRPr sz="2500" b="1" i="1">
              <a:solidFill>
                <a:schemeClr val="lt1"/>
              </a:solidFill>
              <a:latin typeface="IBM Plex Sans"/>
              <a:ea typeface="IBM Plex Sans"/>
              <a:cs typeface="IBM Plex Sans"/>
              <a:sym typeface="IBM Plex Sans"/>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0">
  <p:cSld>
    <p:spTree>
      <p:nvGrpSpPr>
        <p:cNvPr id="1" name="Shape 1858"/>
        <p:cNvGrpSpPr/>
        <p:nvPr/>
      </p:nvGrpSpPr>
      <p:grpSpPr>
        <a:xfrm>
          <a:off x="0" y="0"/>
          <a:ext cx="0" cy="0"/>
          <a:chOff x="0" y="0"/>
          <a:chExt cx="0" cy="0"/>
        </a:xfrm>
      </p:grpSpPr>
      <p:sp>
        <p:nvSpPr>
          <p:cNvPr id="1859" name="Google Shape;1859;p152"/>
          <p:cNvSpPr txBox="1">
            <a:spLocks noGrp="1"/>
          </p:cNvSpPr>
          <p:nvPr>
            <p:ph type="title"/>
          </p:nvPr>
        </p:nvSpPr>
        <p:spPr>
          <a:xfrm>
            <a:off x="457200" y="38100"/>
            <a:ext cx="8229600" cy="903300"/>
          </a:xfrm>
          <a:prstGeom prst="rect">
            <a:avLst/>
          </a:prstGeom>
        </p:spPr>
        <p:txBody>
          <a:bodyPr spcFirstLastPara="1" wrap="square" lIns="0" tIns="0" rIns="0" bIns="0" anchor="ctr" anchorCtr="0">
            <a:normAutofit/>
          </a:bodyPr>
          <a:lstStyle/>
          <a:p>
            <a:pPr marL="0" lvl="0" indent="0" algn="l" rtl="0">
              <a:spcBef>
                <a:spcPts val="0"/>
              </a:spcBef>
              <a:spcAft>
                <a:spcPts val="0"/>
              </a:spcAft>
              <a:buNone/>
            </a:pPr>
            <a:r>
              <a:rPr lang="en" sz="2900"/>
              <a:t>Moving towards autonomous actions</a:t>
            </a:r>
            <a:endParaRPr sz="2900"/>
          </a:p>
        </p:txBody>
      </p:sp>
      <p:sp>
        <p:nvSpPr>
          <p:cNvPr id="1860" name="Google Shape;1860;p152"/>
          <p:cNvSpPr txBox="1"/>
          <p:nvPr/>
        </p:nvSpPr>
        <p:spPr>
          <a:xfrm>
            <a:off x="1477675" y="2048100"/>
            <a:ext cx="1713000" cy="274500"/>
          </a:xfrm>
          <a:prstGeom prst="rect">
            <a:avLst/>
          </a:prstGeom>
          <a:noFill/>
          <a:ln>
            <a:noFill/>
          </a:ln>
        </p:spPr>
        <p:txBody>
          <a:bodyPr spcFirstLastPara="1" wrap="square" lIns="0" tIns="0" rIns="0" bIns="0" anchor="t" anchorCtr="0">
            <a:noAutofit/>
          </a:bodyPr>
          <a:lstStyle/>
          <a:p>
            <a:pPr marL="0" lvl="0" indent="0" algn="ctr" rtl="0">
              <a:spcBef>
                <a:spcPts val="0"/>
              </a:spcBef>
              <a:spcAft>
                <a:spcPts val="0"/>
              </a:spcAft>
              <a:buClr>
                <a:schemeClr val="dk1"/>
              </a:buClr>
              <a:buSzPts val="1100"/>
              <a:buFont typeface="Arial"/>
              <a:buNone/>
            </a:pPr>
            <a:r>
              <a:rPr lang="en" b="1">
                <a:solidFill>
                  <a:schemeClr val="accent4"/>
                </a:solidFill>
                <a:latin typeface="IBM Plex Sans"/>
                <a:ea typeface="IBM Plex Sans"/>
                <a:cs typeface="IBM Plex Sans"/>
                <a:sym typeface="IBM Plex Sans"/>
              </a:rPr>
              <a:t>Deterministic Process Flows</a:t>
            </a:r>
            <a:endParaRPr b="1">
              <a:solidFill>
                <a:schemeClr val="accent4"/>
              </a:solidFill>
              <a:latin typeface="IBM Plex Sans"/>
              <a:ea typeface="IBM Plex Sans"/>
              <a:cs typeface="IBM Plex Sans"/>
              <a:sym typeface="IBM Plex Sans"/>
            </a:endParaRPr>
          </a:p>
          <a:p>
            <a:pPr marL="0" lvl="0" indent="0" algn="ctr" rtl="0">
              <a:spcBef>
                <a:spcPts val="0"/>
              </a:spcBef>
              <a:spcAft>
                <a:spcPts val="0"/>
              </a:spcAft>
              <a:buClr>
                <a:schemeClr val="dk1"/>
              </a:buClr>
              <a:buSzPts val="1100"/>
              <a:buFont typeface="Arial"/>
              <a:buNone/>
            </a:pPr>
            <a:endParaRPr sz="1200">
              <a:solidFill>
                <a:srgbClr val="FFFFFF"/>
              </a:solidFill>
              <a:latin typeface="IBM Plex Sans"/>
              <a:ea typeface="IBM Plex Sans"/>
              <a:cs typeface="IBM Plex Sans"/>
              <a:sym typeface="IBM Plex Sans"/>
            </a:endParaRPr>
          </a:p>
        </p:txBody>
      </p:sp>
      <p:sp>
        <p:nvSpPr>
          <p:cNvPr id="1861" name="Google Shape;1861;p152"/>
          <p:cNvSpPr txBox="1"/>
          <p:nvPr/>
        </p:nvSpPr>
        <p:spPr>
          <a:xfrm>
            <a:off x="843275" y="3122925"/>
            <a:ext cx="354900" cy="1734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sz="1100">
                <a:solidFill>
                  <a:schemeClr val="accent4"/>
                </a:solidFill>
                <a:latin typeface="IBM Plex Sans Medium"/>
                <a:ea typeface="IBM Plex Sans Medium"/>
                <a:cs typeface="IBM Plex Sans Medium"/>
                <a:sym typeface="IBM Plex Sans Medium"/>
              </a:rPr>
              <a:t>RPA</a:t>
            </a:r>
            <a:endParaRPr sz="1100">
              <a:solidFill>
                <a:schemeClr val="accent4"/>
              </a:solidFill>
              <a:latin typeface="IBM Plex Sans Medium"/>
              <a:ea typeface="IBM Plex Sans Medium"/>
              <a:cs typeface="IBM Plex Sans Medium"/>
              <a:sym typeface="IBM Plex Sans Medium"/>
            </a:endParaRPr>
          </a:p>
          <a:p>
            <a:pPr marL="0" lvl="0" indent="0" algn="l" rtl="0">
              <a:spcBef>
                <a:spcPts val="0"/>
              </a:spcBef>
              <a:spcAft>
                <a:spcPts val="0"/>
              </a:spcAft>
              <a:buNone/>
            </a:pPr>
            <a:endParaRPr sz="1100">
              <a:solidFill>
                <a:schemeClr val="accent4"/>
              </a:solidFill>
              <a:latin typeface="IBM Plex Sans Medium"/>
              <a:ea typeface="IBM Plex Sans Medium"/>
              <a:cs typeface="IBM Plex Sans Medium"/>
              <a:sym typeface="IBM Plex Sans Medium"/>
            </a:endParaRPr>
          </a:p>
        </p:txBody>
      </p:sp>
      <p:sp>
        <p:nvSpPr>
          <p:cNvPr id="1862" name="Google Shape;1862;p152"/>
          <p:cNvSpPr txBox="1"/>
          <p:nvPr/>
        </p:nvSpPr>
        <p:spPr>
          <a:xfrm>
            <a:off x="3540200" y="3503575"/>
            <a:ext cx="648300" cy="2148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Clr>
                <a:schemeClr val="dk1"/>
              </a:buClr>
              <a:buSzPts val="1100"/>
              <a:buFont typeface="Arial"/>
              <a:buNone/>
            </a:pPr>
            <a:r>
              <a:rPr lang="en" sz="1100">
                <a:solidFill>
                  <a:schemeClr val="accent4"/>
                </a:solidFill>
                <a:latin typeface="IBM Plex Sans Medium"/>
                <a:ea typeface="IBM Plex Sans Medium"/>
                <a:cs typeface="IBM Plex Sans Medium"/>
                <a:sym typeface="IBM Plex Sans Medium"/>
              </a:rPr>
              <a:t>Low Code</a:t>
            </a:r>
            <a:endParaRPr sz="1100">
              <a:solidFill>
                <a:schemeClr val="accent4"/>
              </a:solidFill>
              <a:latin typeface="IBM Plex Sans Medium"/>
              <a:ea typeface="IBM Plex Sans Medium"/>
              <a:cs typeface="IBM Plex Sans Medium"/>
              <a:sym typeface="IBM Plex Sans Medium"/>
            </a:endParaRPr>
          </a:p>
        </p:txBody>
      </p:sp>
      <p:sp>
        <p:nvSpPr>
          <p:cNvPr id="1863" name="Google Shape;1863;p152"/>
          <p:cNvSpPr txBox="1"/>
          <p:nvPr/>
        </p:nvSpPr>
        <p:spPr>
          <a:xfrm>
            <a:off x="5505300" y="2048100"/>
            <a:ext cx="2022300" cy="544800"/>
          </a:xfrm>
          <a:prstGeom prst="rect">
            <a:avLst/>
          </a:prstGeom>
          <a:noFill/>
          <a:ln>
            <a:noFill/>
          </a:ln>
        </p:spPr>
        <p:txBody>
          <a:bodyPr spcFirstLastPara="1" wrap="square" lIns="0" tIns="0" rIns="0" bIns="0" anchor="t" anchorCtr="0">
            <a:noAutofit/>
          </a:bodyPr>
          <a:lstStyle/>
          <a:p>
            <a:pPr marL="0" lvl="0" indent="0" algn="ctr" rtl="0">
              <a:spcBef>
                <a:spcPts val="0"/>
              </a:spcBef>
              <a:spcAft>
                <a:spcPts val="0"/>
              </a:spcAft>
              <a:buClr>
                <a:schemeClr val="dk1"/>
              </a:buClr>
              <a:buSzPts val="1100"/>
              <a:buFont typeface="Arial"/>
              <a:buNone/>
            </a:pPr>
            <a:r>
              <a:rPr lang="en" b="1">
                <a:solidFill>
                  <a:schemeClr val="accent4"/>
                </a:solidFill>
                <a:latin typeface="IBM Plex Sans"/>
                <a:ea typeface="IBM Plex Sans"/>
                <a:cs typeface="IBM Plex Sans"/>
                <a:sym typeface="IBM Plex Sans"/>
              </a:rPr>
              <a:t>Dynamic </a:t>
            </a:r>
            <a:br>
              <a:rPr lang="en" b="1">
                <a:solidFill>
                  <a:schemeClr val="accent4"/>
                </a:solidFill>
                <a:latin typeface="IBM Plex Sans"/>
                <a:ea typeface="IBM Plex Sans"/>
                <a:cs typeface="IBM Plex Sans"/>
                <a:sym typeface="IBM Plex Sans"/>
              </a:rPr>
            </a:br>
            <a:r>
              <a:rPr lang="en" b="1">
                <a:solidFill>
                  <a:schemeClr val="accent4"/>
                </a:solidFill>
                <a:latin typeface="IBM Plex Sans"/>
                <a:ea typeface="IBM Plex Sans"/>
                <a:cs typeface="IBM Plex Sans"/>
                <a:sym typeface="IBM Plex Sans"/>
              </a:rPr>
              <a:t>Process Flows</a:t>
            </a:r>
            <a:endParaRPr>
              <a:solidFill>
                <a:srgbClr val="FFFFFF"/>
              </a:solidFill>
              <a:latin typeface="IBM Plex Sans"/>
              <a:ea typeface="IBM Plex Sans"/>
              <a:cs typeface="IBM Plex Sans"/>
              <a:sym typeface="IBM Plex Sans"/>
            </a:endParaRPr>
          </a:p>
        </p:txBody>
      </p:sp>
      <p:sp>
        <p:nvSpPr>
          <p:cNvPr id="1864" name="Google Shape;1864;p152"/>
          <p:cNvSpPr txBox="1"/>
          <p:nvPr/>
        </p:nvSpPr>
        <p:spPr>
          <a:xfrm>
            <a:off x="7470750" y="1161700"/>
            <a:ext cx="1293900" cy="400200"/>
          </a:xfrm>
          <a:prstGeom prst="rect">
            <a:avLst/>
          </a:prstGeom>
          <a:noFill/>
          <a:ln>
            <a:noFill/>
          </a:ln>
        </p:spPr>
        <p:txBody>
          <a:bodyPr spcFirstLastPara="1" wrap="square" lIns="91425" tIns="91425" rIns="91425" bIns="91425" anchor="t" anchorCtr="0">
            <a:spAutoFit/>
          </a:bodyPr>
          <a:lstStyle/>
          <a:p>
            <a:pPr marL="0" lvl="0" indent="0" algn="r" rtl="0">
              <a:spcBef>
                <a:spcPts val="0"/>
              </a:spcBef>
              <a:spcAft>
                <a:spcPts val="0"/>
              </a:spcAft>
              <a:buNone/>
            </a:pPr>
            <a:r>
              <a:rPr lang="en" b="1">
                <a:solidFill>
                  <a:srgbClr val="280892"/>
                </a:solidFill>
                <a:latin typeface="IBM Plex Sans"/>
                <a:ea typeface="IBM Plex Sans"/>
                <a:cs typeface="IBM Plex Sans"/>
                <a:sym typeface="IBM Plex Sans"/>
              </a:rPr>
              <a:t>Dynamic</a:t>
            </a:r>
            <a:endParaRPr b="1">
              <a:solidFill>
                <a:srgbClr val="280892"/>
              </a:solidFill>
              <a:latin typeface="IBM Plex Sans"/>
              <a:ea typeface="IBM Plex Sans"/>
              <a:cs typeface="IBM Plex Sans"/>
              <a:sym typeface="IBM Plex Sans"/>
            </a:endParaRPr>
          </a:p>
        </p:txBody>
      </p:sp>
      <p:sp>
        <p:nvSpPr>
          <p:cNvPr id="1865" name="Google Shape;1865;p152"/>
          <p:cNvSpPr/>
          <p:nvPr/>
        </p:nvSpPr>
        <p:spPr>
          <a:xfrm>
            <a:off x="435025" y="2712050"/>
            <a:ext cx="8480400" cy="279900"/>
          </a:xfrm>
          <a:prstGeom prst="stripedRightArrow">
            <a:avLst>
              <a:gd name="adj1" fmla="val 50000"/>
              <a:gd name="adj2" fmla="val 80198"/>
            </a:avLst>
          </a:prstGeom>
          <a:gradFill>
            <a:gsLst>
              <a:gs pos="0">
                <a:srgbClr val="280892"/>
              </a:gs>
              <a:gs pos="16000">
                <a:srgbClr val="6967FF"/>
              </a:gs>
              <a:gs pos="36000">
                <a:srgbClr val="78A9FF"/>
              </a:gs>
              <a:gs pos="68000">
                <a:schemeClr val="accent1"/>
              </a:gs>
              <a:gs pos="100000">
                <a:schemeClr val="accent1"/>
              </a:gs>
            </a:gsLst>
            <a:lin ang="10800025"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BM Plex Sans"/>
              <a:ea typeface="IBM Plex Sans"/>
              <a:cs typeface="IBM Plex Sans"/>
              <a:sym typeface="IBM Plex Sans"/>
            </a:endParaRPr>
          </a:p>
        </p:txBody>
      </p:sp>
      <p:sp>
        <p:nvSpPr>
          <p:cNvPr id="1866" name="Google Shape;1866;p152"/>
          <p:cNvSpPr txBox="1"/>
          <p:nvPr/>
        </p:nvSpPr>
        <p:spPr>
          <a:xfrm>
            <a:off x="435025" y="1161704"/>
            <a:ext cx="15954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b="1">
                <a:solidFill>
                  <a:schemeClr val="accent1"/>
                </a:solidFill>
                <a:latin typeface="IBM Plex Sans"/>
                <a:ea typeface="IBM Plex Sans"/>
                <a:cs typeface="IBM Plex Sans"/>
                <a:sym typeface="IBM Plex Sans"/>
              </a:rPr>
              <a:t>Rules Based</a:t>
            </a:r>
            <a:endParaRPr b="1">
              <a:solidFill>
                <a:schemeClr val="accent1"/>
              </a:solidFill>
              <a:latin typeface="IBM Plex Sans"/>
              <a:ea typeface="IBM Plex Sans"/>
              <a:cs typeface="IBM Plex Sans"/>
              <a:sym typeface="IBM Plex Sans"/>
            </a:endParaRPr>
          </a:p>
        </p:txBody>
      </p:sp>
      <p:sp>
        <p:nvSpPr>
          <p:cNvPr id="1867" name="Google Shape;1867;p152"/>
          <p:cNvSpPr txBox="1"/>
          <p:nvPr/>
        </p:nvSpPr>
        <p:spPr>
          <a:xfrm>
            <a:off x="1545400" y="3503575"/>
            <a:ext cx="797400" cy="2148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Clr>
                <a:schemeClr val="dk1"/>
              </a:buClr>
              <a:buSzPts val="1100"/>
              <a:buFont typeface="Arial"/>
              <a:buNone/>
            </a:pPr>
            <a:r>
              <a:rPr lang="en" sz="1100">
                <a:solidFill>
                  <a:schemeClr val="accent4"/>
                </a:solidFill>
                <a:latin typeface="IBM Plex Sans Medium"/>
                <a:ea typeface="IBM Plex Sans Medium"/>
                <a:cs typeface="IBM Plex Sans Medium"/>
                <a:sym typeface="IBM Plex Sans Medium"/>
              </a:rPr>
              <a:t>Decisioning</a:t>
            </a:r>
            <a:endParaRPr sz="1100">
              <a:solidFill>
                <a:schemeClr val="accent4"/>
              </a:solidFill>
              <a:latin typeface="IBM Plex Sans Medium"/>
              <a:ea typeface="IBM Plex Sans Medium"/>
              <a:cs typeface="IBM Plex Sans Medium"/>
              <a:sym typeface="IBM Plex Sans Medium"/>
            </a:endParaRPr>
          </a:p>
          <a:p>
            <a:pPr marL="0" lvl="0" indent="0" algn="l" rtl="0">
              <a:spcBef>
                <a:spcPts val="0"/>
              </a:spcBef>
              <a:spcAft>
                <a:spcPts val="0"/>
              </a:spcAft>
              <a:buClr>
                <a:schemeClr val="dk1"/>
              </a:buClr>
              <a:buSzPts val="1100"/>
              <a:buFont typeface="Arial"/>
              <a:buNone/>
            </a:pPr>
            <a:endParaRPr sz="1100">
              <a:solidFill>
                <a:schemeClr val="accent4"/>
              </a:solidFill>
              <a:latin typeface="IBM Plex Sans Medium"/>
              <a:ea typeface="IBM Plex Sans Medium"/>
              <a:cs typeface="IBM Plex Sans Medium"/>
              <a:sym typeface="IBM Plex Sans Medium"/>
            </a:endParaRPr>
          </a:p>
        </p:txBody>
      </p:sp>
      <p:sp>
        <p:nvSpPr>
          <p:cNvPr id="1868" name="Google Shape;1868;p152"/>
          <p:cNvSpPr txBox="1"/>
          <p:nvPr/>
        </p:nvSpPr>
        <p:spPr>
          <a:xfrm>
            <a:off x="2766475" y="3122925"/>
            <a:ext cx="424200" cy="1734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Clr>
                <a:schemeClr val="dk1"/>
              </a:buClr>
              <a:buSzPts val="1100"/>
              <a:buFont typeface="Arial"/>
              <a:buNone/>
            </a:pPr>
            <a:r>
              <a:rPr lang="en" sz="1100">
                <a:solidFill>
                  <a:schemeClr val="accent4"/>
                </a:solidFill>
                <a:latin typeface="IBM Plex Sans Medium"/>
                <a:ea typeface="IBM Plex Sans Medium"/>
                <a:cs typeface="IBM Plex Sans Medium"/>
                <a:sym typeface="IBM Plex Sans Medium"/>
              </a:rPr>
              <a:t>iPaaS</a:t>
            </a:r>
            <a:endParaRPr sz="1100">
              <a:solidFill>
                <a:schemeClr val="accent4"/>
              </a:solidFill>
              <a:latin typeface="IBM Plex Sans Medium"/>
              <a:ea typeface="IBM Plex Sans Medium"/>
              <a:cs typeface="IBM Plex Sans Medium"/>
              <a:sym typeface="IBM Plex Sans Medium"/>
            </a:endParaRPr>
          </a:p>
        </p:txBody>
      </p:sp>
      <p:sp>
        <p:nvSpPr>
          <p:cNvPr id="1869" name="Google Shape;1869;p152"/>
          <p:cNvSpPr txBox="1"/>
          <p:nvPr/>
        </p:nvSpPr>
        <p:spPr>
          <a:xfrm>
            <a:off x="4894000" y="3122925"/>
            <a:ext cx="424200" cy="1734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Clr>
                <a:schemeClr val="dk1"/>
              </a:buClr>
              <a:buSzPts val="1100"/>
              <a:buFont typeface="Arial"/>
              <a:buNone/>
            </a:pPr>
            <a:r>
              <a:rPr lang="en" sz="1100">
                <a:solidFill>
                  <a:schemeClr val="accent4"/>
                </a:solidFill>
                <a:latin typeface="IBM Plex Sans Medium"/>
                <a:ea typeface="IBM Plex Sans Medium"/>
                <a:cs typeface="IBM Plex Sans Medium"/>
                <a:sym typeface="IBM Plex Sans Medium"/>
              </a:rPr>
              <a:t>BPM</a:t>
            </a:r>
            <a:endParaRPr sz="1100">
              <a:solidFill>
                <a:schemeClr val="accent4"/>
              </a:solidFill>
              <a:latin typeface="IBM Plex Sans Medium"/>
              <a:ea typeface="IBM Plex Sans Medium"/>
              <a:cs typeface="IBM Plex Sans Medium"/>
              <a:sym typeface="IBM Plex Sans Medium"/>
            </a:endParaRPr>
          </a:p>
        </p:txBody>
      </p:sp>
      <p:sp>
        <p:nvSpPr>
          <p:cNvPr id="1870" name="Google Shape;1870;p152"/>
          <p:cNvSpPr txBox="1"/>
          <p:nvPr/>
        </p:nvSpPr>
        <p:spPr>
          <a:xfrm>
            <a:off x="6132200" y="3524275"/>
            <a:ext cx="1293900" cy="1734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Clr>
                <a:schemeClr val="dk1"/>
              </a:buClr>
              <a:buSzPts val="1100"/>
              <a:buFont typeface="Arial"/>
              <a:buNone/>
            </a:pPr>
            <a:r>
              <a:rPr lang="en" sz="1100">
                <a:solidFill>
                  <a:schemeClr val="accent4"/>
                </a:solidFill>
                <a:latin typeface="IBM Plex Sans Medium"/>
                <a:ea typeface="IBM Plex Sans Medium"/>
                <a:cs typeface="IBM Plex Sans Medium"/>
                <a:sym typeface="IBM Plex Sans Medium"/>
              </a:rPr>
              <a:t>Case Management</a:t>
            </a:r>
            <a:endParaRPr sz="1100">
              <a:solidFill>
                <a:schemeClr val="accent4"/>
              </a:solidFill>
              <a:latin typeface="IBM Plex Sans Medium"/>
              <a:ea typeface="IBM Plex Sans Medium"/>
              <a:cs typeface="IBM Plex Sans Medium"/>
              <a:sym typeface="IBM Plex Sans Medium"/>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874"/>
        <p:cNvGrpSpPr/>
        <p:nvPr/>
      </p:nvGrpSpPr>
      <p:grpSpPr>
        <a:xfrm>
          <a:off x="0" y="0"/>
          <a:ext cx="0" cy="0"/>
          <a:chOff x="0" y="0"/>
          <a:chExt cx="0" cy="0"/>
        </a:xfrm>
      </p:grpSpPr>
      <p:sp>
        <p:nvSpPr>
          <p:cNvPr id="1875" name="Google Shape;1875;p153"/>
          <p:cNvSpPr/>
          <p:nvPr/>
        </p:nvSpPr>
        <p:spPr>
          <a:xfrm>
            <a:off x="609325" y="1600200"/>
            <a:ext cx="3449700" cy="3264000"/>
          </a:xfrm>
          <a:prstGeom prst="roundRect">
            <a:avLst>
              <a:gd name="adj" fmla="val 16667"/>
            </a:avLst>
          </a:prstGeom>
          <a:noFill/>
          <a:ln w="19050" cap="flat" cmpd="sng">
            <a:solidFill>
              <a:srgbClr val="FF6900"/>
            </a:solidFill>
            <a:prstDash val="dot"/>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BM Plex Sans"/>
              <a:ea typeface="IBM Plex Sans"/>
              <a:cs typeface="IBM Plex Sans"/>
              <a:sym typeface="IBM Plex Sans"/>
            </a:endParaRPr>
          </a:p>
        </p:txBody>
      </p:sp>
      <p:sp>
        <p:nvSpPr>
          <p:cNvPr id="1876" name="Google Shape;1876;p153"/>
          <p:cNvSpPr/>
          <p:nvPr/>
        </p:nvSpPr>
        <p:spPr>
          <a:xfrm>
            <a:off x="4268250" y="1600200"/>
            <a:ext cx="4496400" cy="3264000"/>
          </a:xfrm>
          <a:prstGeom prst="roundRect">
            <a:avLst>
              <a:gd name="adj" fmla="val 16667"/>
            </a:avLst>
          </a:prstGeom>
          <a:noFill/>
          <a:ln w="19050" cap="flat" cmpd="sng">
            <a:solidFill>
              <a:srgbClr val="280892"/>
            </a:solidFill>
            <a:prstDash val="dot"/>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BM Plex Sans"/>
              <a:ea typeface="IBM Plex Sans"/>
              <a:cs typeface="IBM Plex Sans"/>
              <a:sym typeface="IBM Plex Sans"/>
            </a:endParaRPr>
          </a:p>
        </p:txBody>
      </p:sp>
      <p:sp>
        <p:nvSpPr>
          <p:cNvPr id="1877" name="Google Shape;1877;p153"/>
          <p:cNvSpPr txBox="1"/>
          <p:nvPr/>
        </p:nvSpPr>
        <p:spPr>
          <a:xfrm>
            <a:off x="4929925" y="4095300"/>
            <a:ext cx="3337800" cy="655800"/>
          </a:xfrm>
          <a:prstGeom prst="rect">
            <a:avLst/>
          </a:prstGeom>
          <a:noFill/>
          <a:ln>
            <a:noFill/>
          </a:ln>
        </p:spPr>
        <p:txBody>
          <a:bodyPr spcFirstLastPara="1" wrap="square" lIns="91425" tIns="91425" rIns="91425" bIns="91425" anchor="t" anchorCtr="0">
            <a:spAutoFit/>
          </a:bodyPr>
          <a:lstStyle/>
          <a:p>
            <a:pPr marL="0" lvl="0" indent="0" algn="ctr" rtl="0">
              <a:lnSpc>
                <a:spcPct val="90000"/>
              </a:lnSpc>
              <a:spcBef>
                <a:spcPts val="0"/>
              </a:spcBef>
              <a:spcAft>
                <a:spcPts val="0"/>
              </a:spcAft>
              <a:buNone/>
            </a:pPr>
            <a:r>
              <a:rPr lang="en" sz="1700" b="1" i="1">
                <a:solidFill>
                  <a:schemeClr val="accent4"/>
                </a:solidFill>
                <a:latin typeface="IBM Plex Sans"/>
                <a:ea typeface="IBM Plex Sans"/>
                <a:cs typeface="IBM Plex Sans"/>
                <a:sym typeface="IBM Plex Sans"/>
              </a:rPr>
              <a:t>Scaled Value</a:t>
            </a:r>
            <a:r>
              <a:rPr lang="en" sz="1700" i="1">
                <a:solidFill>
                  <a:schemeClr val="accent4"/>
                </a:solidFill>
                <a:latin typeface="IBM Plex Sans Medium"/>
                <a:ea typeface="IBM Plex Sans Medium"/>
                <a:cs typeface="IBM Plex Sans Medium"/>
                <a:sym typeface="IBM Plex Sans Medium"/>
              </a:rPr>
              <a:t>: </a:t>
            </a:r>
            <a:endParaRPr sz="1700" i="1">
              <a:solidFill>
                <a:schemeClr val="accent4"/>
              </a:solidFill>
              <a:latin typeface="IBM Plex Sans Medium"/>
              <a:ea typeface="IBM Plex Sans Medium"/>
              <a:cs typeface="IBM Plex Sans Medium"/>
              <a:sym typeface="IBM Plex Sans Medium"/>
            </a:endParaRPr>
          </a:p>
          <a:p>
            <a:pPr marL="0" lvl="0" indent="0" algn="ctr" rtl="0">
              <a:lnSpc>
                <a:spcPct val="90000"/>
              </a:lnSpc>
              <a:spcBef>
                <a:spcPts val="0"/>
              </a:spcBef>
              <a:spcAft>
                <a:spcPts val="0"/>
              </a:spcAft>
              <a:buNone/>
            </a:pPr>
            <a:r>
              <a:rPr lang="en" sz="1700" i="1">
                <a:solidFill>
                  <a:schemeClr val="accent4"/>
                </a:solidFill>
                <a:latin typeface="IBM Plex Sans Medium"/>
                <a:ea typeface="IBM Plex Sans Medium"/>
                <a:cs typeface="IBM Plex Sans Medium"/>
                <a:sym typeface="IBM Plex Sans Medium"/>
              </a:rPr>
              <a:t>complexity &amp; risk </a:t>
            </a:r>
            <a:endParaRPr sz="1700"/>
          </a:p>
        </p:txBody>
      </p:sp>
      <p:sp>
        <p:nvSpPr>
          <p:cNvPr id="1878" name="Google Shape;1878;p153"/>
          <p:cNvSpPr txBox="1">
            <a:spLocks noGrp="1"/>
          </p:cNvSpPr>
          <p:nvPr>
            <p:ph type="title"/>
          </p:nvPr>
        </p:nvSpPr>
        <p:spPr>
          <a:xfrm>
            <a:off x="457200" y="38100"/>
            <a:ext cx="8229600" cy="903300"/>
          </a:xfrm>
          <a:prstGeom prst="rect">
            <a:avLst/>
          </a:prstGeom>
        </p:spPr>
        <p:txBody>
          <a:bodyPr spcFirstLastPara="1" wrap="square" lIns="0" tIns="0" rIns="0" bIns="0" anchor="ctr" anchorCtr="0">
            <a:normAutofit/>
          </a:bodyPr>
          <a:lstStyle/>
          <a:p>
            <a:pPr marL="0" lvl="0" indent="0" algn="l" rtl="0">
              <a:spcBef>
                <a:spcPts val="0"/>
              </a:spcBef>
              <a:spcAft>
                <a:spcPts val="0"/>
              </a:spcAft>
              <a:buNone/>
            </a:pPr>
            <a:r>
              <a:rPr lang="en" sz="2900"/>
              <a:t>Moving towards autonomous actions</a:t>
            </a:r>
            <a:endParaRPr sz="2900"/>
          </a:p>
        </p:txBody>
      </p:sp>
      <p:sp>
        <p:nvSpPr>
          <p:cNvPr id="1879" name="Google Shape;1879;p153"/>
          <p:cNvSpPr txBox="1"/>
          <p:nvPr/>
        </p:nvSpPr>
        <p:spPr>
          <a:xfrm>
            <a:off x="1477675" y="2048100"/>
            <a:ext cx="1713000" cy="274500"/>
          </a:xfrm>
          <a:prstGeom prst="rect">
            <a:avLst/>
          </a:prstGeom>
          <a:noFill/>
          <a:ln>
            <a:noFill/>
          </a:ln>
        </p:spPr>
        <p:txBody>
          <a:bodyPr spcFirstLastPara="1" wrap="square" lIns="0" tIns="0" rIns="0" bIns="0" anchor="t" anchorCtr="0">
            <a:noAutofit/>
          </a:bodyPr>
          <a:lstStyle/>
          <a:p>
            <a:pPr marL="0" lvl="0" indent="0" algn="ctr" rtl="0">
              <a:spcBef>
                <a:spcPts val="0"/>
              </a:spcBef>
              <a:spcAft>
                <a:spcPts val="0"/>
              </a:spcAft>
              <a:buClr>
                <a:schemeClr val="dk1"/>
              </a:buClr>
              <a:buSzPts val="1100"/>
              <a:buFont typeface="Arial"/>
              <a:buNone/>
            </a:pPr>
            <a:r>
              <a:rPr lang="en" b="1">
                <a:solidFill>
                  <a:schemeClr val="accent4"/>
                </a:solidFill>
                <a:latin typeface="IBM Plex Sans"/>
                <a:ea typeface="IBM Plex Sans"/>
                <a:cs typeface="IBM Plex Sans"/>
                <a:sym typeface="IBM Plex Sans"/>
              </a:rPr>
              <a:t>Early Artificial Intelligence</a:t>
            </a:r>
            <a:endParaRPr b="1">
              <a:solidFill>
                <a:schemeClr val="accent4"/>
              </a:solidFill>
              <a:latin typeface="IBM Plex Sans"/>
              <a:ea typeface="IBM Plex Sans"/>
              <a:cs typeface="IBM Plex Sans"/>
              <a:sym typeface="IBM Plex Sans"/>
            </a:endParaRPr>
          </a:p>
          <a:p>
            <a:pPr marL="0" lvl="0" indent="0" algn="ctr" rtl="0">
              <a:spcBef>
                <a:spcPts val="0"/>
              </a:spcBef>
              <a:spcAft>
                <a:spcPts val="0"/>
              </a:spcAft>
              <a:buClr>
                <a:schemeClr val="dk1"/>
              </a:buClr>
              <a:buSzPts val="1100"/>
              <a:buFont typeface="Arial"/>
              <a:buNone/>
            </a:pPr>
            <a:endParaRPr sz="1200">
              <a:solidFill>
                <a:srgbClr val="FFFFFF"/>
              </a:solidFill>
              <a:latin typeface="IBM Plex Sans"/>
              <a:ea typeface="IBM Plex Sans"/>
              <a:cs typeface="IBM Plex Sans"/>
              <a:sym typeface="IBM Plex Sans"/>
            </a:endParaRPr>
          </a:p>
        </p:txBody>
      </p:sp>
      <p:sp>
        <p:nvSpPr>
          <p:cNvPr id="1880" name="Google Shape;1880;p153"/>
          <p:cNvSpPr txBox="1"/>
          <p:nvPr/>
        </p:nvSpPr>
        <p:spPr>
          <a:xfrm>
            <a:off x="843275" y="3121050"/>
            <a:ext cx="1143600" cy="1734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sz="1100">
                <a:solidFill>
                  <a:schemeClr val="accent4"/>
                </a:solidFill>
                <a:latin typeface="IBM Plex Sans Medium"/>
                <a:ea typeface="IBM Plex Sans Medium"/>
                <a:cs typeface="IBM Plex Sans Medium"/>
                <a:sym typeface="IBM Plex Sans Medium"/>
              </a:rPr>
              <a:t>Machine Learning</a:t>
            </a:r>
            <a:endParaRPr sz="1100">
              <a:solidFill>
                <a:schemeClr val="accent4"/>
              </a:solidFill>
              <a:latin typeface="IBM Plex Sans Medium"/>
              <a:ea typeface="IBM Plex Sans Medium"/>
              <a:cs typeface="IBM Plex Sans Medium"/>
              <a:sym typeface="IBM Plex Sans Medium"/>
            </a:endParaRPr>
          </a:p>
          <a:p>
            <a:pPr marL="0" lvl="0" indent="0" algn="l" rtl="0">
              <a:spcBef>
                <a:spcPts val="0"/>
              </a:spcBef>
              <a:spcAft>
                <a:spcPts val="0"/>
              </a:spcAft>
              <a:buNone/>
            </a:pPr>
            <a:endParaRPr sz="1100">
              <a:solidFill>
                <a:schemeClr val="accent4"/>
              </a:solidFill>
              <a:latin typeface="IBM Plex Sans Medium"/>
              <a:ea typeface="IBM Plex Sans Medium"/>
              <a:cs typeface="IBM Plex Sans Medium"/>
              <a:sym typeface="IBM Plex Sans Medium"/>
            </a:endParaRPr>
          </a:p>
        </p:txBody>
      </p:sp>
      <p:sp>
        <p:nvSpPr>
          <p:cNvPr id="1881" name="Google Shape;1881;p153"/>
          <p:cNvSpPr txBox="1"/>
          <p:nvPr/>
        </p:nvSpPr>
        <p:spPr>
          <a:xfrm>
            <a:off x="2890225" y="3489188"/>
            <a:ext cx="1143600" cy="2148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Clr>
                <a:schemeClr val="dk1"/>
              </a:buClr>
              <a:buSzPts val="1100"/>
              <a:buFont typeface="Arial"/>
              <a:buNone/>
            </a:pPr>
            <a:r>
              <a:rPr lang="en" sz="1100">
                <a:solidFill>
                  <a:schemeClr val="accent4"/>
                </a:solidFill>
                <a:latin typeface="IBM Plex Sans Medium"/>
                <a:ea typeface="IBM Plex Sans Medium"/>
                <a:cs typeface="IBM Plex Sans Medium"/>
                <a:sym typeface="IBM Plex Sans Medium"/>
              </a:rPr>
              <a:t>Neural Networks</a:t>
            </a:r>
            <a:endParaRPr sz="1100">
              <a:solidFill>
                <a:schemeClr val="accent4"/>
              </a:solidFill>
              <a:latin typeface="IBM Plex Sans Medium"/>
              <a:ea typeface="IBM Plex Sans Medium"/>
              <a:cs typeface="IBM Plex Sans Medium"/>
              <a:sym typeface="IBM Plex Sans Medium"/>
            </a:endParaRPr>
          </a:p>
        </p:txBody>
      </p:sp>
      <p:sp>
        <p:nvSpPr>
          <p:cNvPr id="1882" name="Google Shape;1882;p153"/>
          <p:cNvSpPr txBox="1"/>
          <p:nvPr/>
        </p:nvSpPr>
        <p:spPr>
          <a:xfrm>
            <a:off x="7132016" y="2048100"/>
            <a:ext cx="1509600" cy="422700"/>
          </a:xfrm>
          <a:prstGeom prst="rect">
            <a:avLst/>
          </a:prstGeom>
          <a:noFill/>
          <a:ln>
            <a:noFill/>
          </a:ln>
        </p:spPr>
        <p:txBody>
          <a:bodyPr spcFirstLastPara="1" wrap="square" lIns="0" tIns="0" rIns="0" bIns="0" anchor="t" anchorCtr="0">
            <a:noAutofit/>
          </a:bodyPr>
          <a:lstStyle/>
          <a:p>
            <a:pPr marL="0" lvl="0" indent="0" algn="ctr" rtl="0">
              <a:spcBef>
                <a:spcPts val="0"/>
              </a:spcBef>
              <a:spcAft>
                <a:spcPts val="0"/>
              </a:spcAft>
              <a:buClr>
                <a:schemeClr val="dk1"/>
              </a:buClr>
              <a:buSzPts val="1100"/>
              <a:buFont typeface="Arial"/>
              <a:buNone/>
            </a:pPr>
            <a:r>
              <a:rPr lang="en" b="1">
                <a:solidFill>
                  <a:schemeClr val="accent4"/>
                </a:solidFill>
                <a:latin typeface="IBM Plex Sans"/>
                <a:ea typeface="IBM Plex Sans"/>
                <a:cs typeface="IBM Plex Sans"/>
                <a:sym typeface="IBM Plex Sans"/>
              </a:rPr>
              <a:t>Agentic</a:t>
            </a:r>
            <a:br>
              <a:rPr lang="en" b="1">
                <a:solidFill>
                  <a:schemeClr val="accent4"/>
                </a:solidFill>
                <a:latin typeface="IBM Plex Sans"/>
                <a:ea typeface="IBM Plex Sans"/>
                <a:cs typeface="IBM Plex Sans"/>
                <a:sym typeface="IBM Plex Sans"/>
              </a:rPr>
            </a:br>
            <a:r>
              <a:rPr lang="en" b="1">
                <a:solidFill>
                  <a:schemeClr val="accent4"/>
                </a:solidFill>
                <a:latin typeface="IBM Plex Sans"/>
                <a:ea typeface="IBM Plex Sans"/>
                <a:cs typeface="IBM Plex Sans"/>
                <a:sym typeface="IBM Plex Sans"/>
              </a:rPr>
              <a:t>Systems</a:t>
            </a:r>
            <a:endParaRPr>
              <a:solidFill>
                <a:srgbClr val="FFFFFF"/>
              </a:solidFill>
              <a:latin typeface="IBM Plex Sans"/>
              <a:ea typeface="IBM Plex Sans"/>
              <a:cs typeface="IBM Plex Sans"/>
              <a:sym typeface="IBM Plex Sans"/>
            </a:endParaRPr>
          </a:p>
        </p:txBody>
      </p:sp>
      <p:sp>
        <p:nvSpPr>
          <p:cNvPr id="1883" name="Google Shape;1883;p153"/>
          <p:cNvSpPr txBox="1"/>
          <p:nvPr/>
        </p:nvSpPr>
        <p:spPr>
          <a:xfrm>
            <a:off x="7311475" y="3121050"/>
            <a:ext cx="1113300" cy="544800"/>
          </a:xfrm>
          <a:prstGeom prst="rect">
            <a:avLst/>
          </a:prstGeom>
          <a:noFill/>
          <a:ln>
            <a:noFill/>
          </a:ln>
        </p:spPr>
        <p:txBody>
          <a:bodyPr spcFirstLastPara="1" wrap="square" lIns="0" tIns="0" rIns="0" bIns="0" anchor="t" anchorCtr="0">
            <a:noAutofit/>
          </a:bodyPr>
          <a:lstStyle/>
          <a:p>
            <a:pPr marL="0" lvl="0" indent="0" algn="ctr" rtl="0">
              <a:spcBef>
                <a:spcPts val="0"/>
              </a:spcBef>
              <a:spcAft>
                <a:spcPts val="0"/>
              </a:spcAft>
              <a:buNone/>
            </a:pPr>
            <a:r>
              <a:rPr lang="en" sz="1300">
                <a:solidFill>
                  <a:schemeClr val="accent4"/>
                </a:solidFill>
                <a:latin typeface="IBM Plex Sans Medium"/>
                <a:ea typeface="IBM Plex Sans Medium"/>
                <a:cs typeface="IBM Plex Sans Medium"/>
                <a:sym typeface="IBM Plex Sans Medium"/>
              </a:rPr>
              <a:t>Autonomous Operations</a:t>
            </a:r>
            <a:endParaRPr sz="1300">
              <a:solidFill>
                <a:schemeClr val="accent4"/>
              </a:solidFill>
              <a:latin typeface="IBM Plex Sans Medium"/>
              <a:ea typeface="IBM Plex Sans Medium"/>
              <a:cs typeface="IBM Plex Sans Medium"/>
              <a:sym typeface="IBM Plex Sans Medium"/>
            </a:endParaRPr>
          </a:p>
        </p:txBody>
      </p:sp>
      <p:sp>
        <p:nvSpPr>
          <p:cNvPr id="1884" name="Google Shape;1884;p153"/>
          <p:cNvSpPr txBox="1"/>
          <p:nvPr/>
        </p:nvSpPr>
        <p:spPr>
          <a:xfrm>
            <a:off x="764575" y="4258750"/>
            <a:ext cx="3105600" cy="422700"/>
          </a:xfrm>
          <a:prstGeom prst="rect">
            <a:avLst/>
          </a:prstGeom>
          <a:noFill/>
          <a:ln>
            <a:noFill/>
          </a:ln>
        </p:spPr>
        <p:txBody>
          <a:bodyPr spcFirstLastPara="1" wrap="square" lIns="91425" tIns="91425" rIns="91425" bIns="91425" anchor="t" anchorCtr="0">
            <a:spAutoFit/>
          </a:bodyPr>
          <a:lstStyle/>
          <a:p>
            <a:pPr marL="0" lvl="0" indent="0" algn="ctr" rtl="0">
              <a:lnSpc>
                <a:spcPct val="90000"/>
              </a:lnSpc>
              <a:spcBef>
                <a:spcPts val="0"/>
              </a:spcBef>
              <a:spcAft>
                <a:spcPts val="0"/>
              </a:spcAft>
              <a:buNone/>
            </a:pPr>
            <a:r>
              <a:rPr lang="en" sz="1717" b="1" i="1">
                <a:solidFill>
                  <a:schemeClr val="accent4"/>
                </a:solidFill>
                <a:latin typeface="IBM Plex Sans"/>
                <a:ea typeface="IBM Plex Sans"/>
                <a:cs typeface="IBM Plex Sans"/>
                <a:sym typeface="IBM Plex Sans"/>
              </a:rPr>
              <a:t>Localized</a:t>
            </a:r>
            <a:r>
              <a:rPr lang="en" sz="1717" i="1">
                <a:solidFill>
                  <a:schemeClr val="accent4"/>
                </a:solidFill>
                <a:latin typeface="IBM Plex Sans Medium"/>
                <a:ea typeface="IBM Plex Sans Medium"/>
                <a:cs typeface="IBM Plex Sans Medium"/>
                <a:sym typeface="IBM Plex Sans Medium"/>
              </a:rPr>
              <a:t> </a:t>
            </a:r>
            <a:r>
              <a:rPr lang="en" sz="1717" b="1" i="1">
                <a:solidFill>
                  <a:schemeClr val="accent4"/>
                </a:solidFill>
                <a:latin typeface="IBM Plex Sans"/>
                <a:ea typeface="IBM Plex Sans"/>
                <a:cs typeface="IBM Plex Sans"/>
                <a:sym typeface="IBM Plex Sans"/>
              </a:rPr>
              <a:t>Value</a:t>
            </a:r>
            <a:endParaRPr sz="1200" b="1"/>
          </a:p>
        </p:txBody>
      </p:sp>
      <p:sp>
        <p:nvSpPr>
          <p:cNvPr id="1885" name="Google Shape;1885;p153"/>
          <p:cNvSpPr txBox="1"/>
          <p:nvPr/>
        </p:nvSpPr>
        <p:spPr>
          <a:xfrm>
            <a:off x="5812625" y="2048092"/>
            <a:ext cx="1293900" cy="544800"/>
          </a:xfrm>
          <a:prstGeom prst="rect">
            <a:avLst/>
          </a:prstGeom>
          <a:noFill/>
          <a:ln>
            <a:noFill/>
          </a:ln>
        </p:spPr>
        <p:txBody>
          <a:bodyPr spcFirstLastPara="1" wrap="square" lIns="0" tIns="0" rIns="0" bIns="0" anchor="t" anchorCtr="0">
            <a:noAutofit/>
          </a:bodyPr>
          <a:lstStyle/>
          <a:p>
            <a:pPr marL="0" lvl="0" indent="0" algn="ctr" rtl="0">
              <a:spcBef>
                <a:spcPts val="0"/>
              </a:spcBef>
              <a:spcAft>
                <a:spcPts val="0"/>
              </a:spcAft>
              <a:buClr>
                <a:schemeClr val="dk1"/>
              </a:buClr>
              <a:buSzPts val="1100"/>
              <a:buFont typeface="Arial"/>
              <a:buNone/>
            </a:pPr>
            <a:r>
              <a:rPr lang="en" b="1">
                <a:solidFill>
                  <a:schemeClr val="accent4"/>
                </a:solidFill>
                <a:latin typeface="IBM Plex Sans"/>
                <a:ea typeface="IBM Plex Sans"/>
                <a:cs typeface="IBM Plex Sans"/>
                <a:sym typeface="IBM Plex Sans"/>
              </a:rPr>
              <a:t>Generative </a:t>
            </a:r>
            <a:br>
              <a:rPr lang="en" b="1">
                <a:solidFill>
                  <a:schemeClr val="accent4"/>
                </a:solidFill>
                <a:latin typeface="IBM Plex Sans"/>
                <a:ea typeface="IBM Plex Sans"/>
                <a:cs typeface="IBM Plex Sans"/>
                <a:sym typeface="IBM Plex Sans"/>
              </a:rPr>
            </a:br>
            <a:r>
              <a:rPr lang="en" b="1">
                <a:solidFill>
                  <a:schemeClr val="accent4"/>
                </a:solidFill>
                <a:latin typeface="IBM Plex Sans"/>
                <a:ea typeface="IBM Plex Sans"/>
                <a:cs typeface="IBM Plex Sans"/>
                <a:sym typeface="IBM Plex Sans"/>
              </a:rPr>
              <a:t>AI</a:t>
            </a:r>
            <a:endParaRPr>
              <a:solidFill>
                <a:srgbClr val="FFFFFF"/>
              </a:solidFill>
              <a:latin typeface="IBM Plex Sans"/>
              <a:ea typeface="IBM Plex Sans"/>
              <a:cs typeface="IBM Plex Sans"/>
              <a:sym typeface="IBM Plex Sans"/>
            </a:endParaRPr>
          </a:p>
        </p:txBody>
      </p:sp>
      <p:sp>
        <p:nvSpPr>
          <p:cNvPr id="1886" name="Google Shape;1886;p153"/>
          <p:cNvSpPr txBox="1"/>
          <p:nvPr/>
        </p:nvSpPr>
        <p:spPr>
          <a:xfrm>
            <a:off x="6042175" y="3121050"/>
            <a:ext cx="1113300" cy="445200"/>
          </a:xfrm>
          <a:prstGeom prst="rect">
            <a:avLst/>
          </a:prstGeom>
          <a:noFill/>
          <a:ln>
            <a:noFill/>
          </a:ln>
        </p:spPr>
        <p:txBody>
          <a:bodyPr spcFirstLastPara="1" wrap="square" lIns="0" tIns="0" rIns="0" bIns="0" anchor="t" anchorCtr="0">
            <a:noAutofit/>
          </a:bodyPr>
          <a:lstStyle/>
          <a:p>
            <a:pPr marL="0" lvl="0" indent="0" algn="ctr" rtl="0">
              <a:spcBef>
                <a:spcPts val="0"/>
              </a:spcBef>
              <a:spcAft>
                <a:spcPts val="0"/>
              </a:spcAft>
              <a:buNone/>
            </a:pPr>
            <a:r>
              <a:rPr lang="en" sz="1300">
                <a:solidFill>
                  <a:schemeClr val="accent4"/>
                </a:solidFill>
                <a:latin typeface="IBM Plex Sans Medium"/>
                <a:ea typeface="IBM Plex Sans Medium"/>
                <a:cs typeface="IBM Plex Sans Medium"/>
                <a:sym typeface="IBM Plex Sans Medium"/>
              </a:rPr>
              <a:t>Personal Productivity</a:t>
            </a:r>
            <a:endParaRPr sz="1300">
              <a:solidFill>
                <a:srgbClr val="FFFFFF"/>
              </a:solidFill>
              <a:latin typeface="IBM Plex Sans Medium"/>
              <a:ea typeface="IBM Plex Sans Medium"/>
              <a:cs typeface="IBM Plex Sans Medium"/>
              <a:sym typeface="IBM Plex Sans Medium"/>
            </a:endParaRPr>
          </a:p>
        </p:txBody>
      </p:sp>
      <p:sp>
        <p:nvSpPr>
          <p:cNvPr id="1887" name="Google Shape;1887;p153"/>
          <p:cNvSpPr txBox="1"/>
          <p:nvPr/>
        </p:nvSpPr>
        <p:spPr>
          <a:xfrm>
            <a:off x="7470750" y="1009300"/>
            <a:ext cx="1293900" cy="554100"/>
          </a:xfrm>
          <a:prstGeom prst="rect">
            <a:avLst/>
          </a:prstGeom>
          <a:noFill/>
          <a:ln>
            <a:noFill/>
          </a:ln>
        </p:spPr>
        <p:txBody>
          <a:bodyPr spcFirstLastPara="1" wrap="square" lIns="91425" tIns="91425" rIns="91425" bIns="91425" anchor="t" anchorCtr="0">
            <a:spAutoFit/>
          </a:bodyPr>
          <a:lstStyle/>
          <a:p>
            <a:pPr marL="0" lvl="0" indent="0" algn="r" rtl="0">
              <a:spcBef>
                <a:spcPts val="0"/>
              </a:spcBef>
              <a:spcAft>
                <a:spcPts val="0"/>
              </a:spcAft>
              <a:buNone/>
            </a:pPr>
            <a:r>
              <a:rPr lang="en" sz="1200" b="1">
                <a:solidFill>
                  <a:srgbClr val="280892"/>
                </a:solidFill>
                <a:latin typeface="IBM Plex Sans"/>
                <a:ea typeface="IBM Plex Sans"/>
                <a:cs typeface="IBM Plex Sans"/>
                <a:sym typeface="IBM Plex Sans"/>
              </a:rPr>
              <a:t>GREATER</a:t>
            </a:r>
            <a:br>
              <a:rPr lang="en" sz="1200" b="1">
                <a:solidFill>
                  <a:srgbClr val="280892"/>
                </a:solidFill>
                <a:latin typeface="IBM Plex Sans"/>
                <a:ea typeface="IBM Plex Sans"/>
                <a:cs typeface="IBM Plex Sans"/>
                <a:sym typeface="IBM Plex Sans"/>
              </a:rPr>
            </a:br>
            <a:r>
              <a:rPr lang="en" sz="1200" b="1">
                <a:solidFill>
                  <a:srgbClr val="280892"/>
                </a:solidFill>
                <a:latin typeface="IBM Plex Sans"/>
                <a:ea typeface="IBM Plex Sans"/>
                <a:cs typeface="IBM Plex Sans"/>
                <a:sym typeface="IBM Plex Sans"/>
              </a:rPr>
              <a:t>AUTONOMY</a:t>
            </a:r>
            <a:endParaRPr sz="1200" b="1">
              <a:solidFill>
                <a:srgbClr val="280892"/>
              </a:solidFill>
              <a:latin typeface="IBM Plex Sans"/>
              <a:ea typeface="IBM Plex Sans"/>
              <a:cs typeface="IBM Plex Sans"/>
              <a:sym typeface="IBM Plex Sans"/>
            </a:endParaRPr>
          </a:p>
        </p:txBody>
      </p:sp>
      <p:sp>
        <p:nvSpPr>
          <p:cNvPr id="1888" name="Google Shape;1888;p153"/>
          <p:cNvSpPr/>
          <p:nvPr/>
        </p:nvSpPr>
        <p:spPr>
          <a:xfrm>
            <a:off x="435025" y="2712050"/>
            <a:ext cx="8480400" cy="279900"/>
          </a:xfrm>
          <a:prstGeom prst="stripedRightArrow">
            <a:avLst>
              <a:gd name="adj1" fmla="val 50000"/>
              <a:gd name="adj2" fmla="val 80198"/>
            </a:avLst>
          </a:prstGeom>
          <a:gradFill>
            <a:gsLst>
              <a:gs pos="0">
                <a:srgbClr val="280892"/>
              </a:gs>
              <a:gs pos="16000">
                <a:srgbClr val="6967FF"/>
              </a:gs>
              <a:gs pos="36000">
                <a:srgbClr val="78A9FF"/>
              </a:gs>
              <a:gs pos="68000">
                <a:schemeClr val="accent1"/>
              </a:gs>
              <a:gs pos="100000">
                <a:schemeClr val="accent1"/>
              </a:gs>
            </a:gsLst>
            <a:lin ang="10800025"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BM Plex Sans"/>
              <a:ea typeface="IBM Plex Sans"/>
              <a:cs typeface="IBM Plex Sans"/>
              <a:sym typeface="IBM Plex Sans"/>
            </a:endParaRPr>
          </a:p>
        </p:txBody>
      </p:sp>
      <p:sp>
        <p:nvSpPr>
          <p:cNvPr id="1889" name="Google Shape;1889;p153"/>
          <p:cNvSpPr txBox="1"/>
          <p:nvPr/>
        </p:nvSpPr>
        <p:spPr>
          <a:xfrm>
            <a:off x="435025" y="1009300"/>
            <a:ext cx="1945500" cy="554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200" b="1">
                <a:solidFill>
                  <a:schemeClr val="accent1"/>
                </a:solidFill>
                <a:latin typeface="IBM Plex Sans"/>
                <a:ea typeface="IBM Plex Sans"/>
                <a:cs typeface="IBM Plex Sans"/>
                <a:sym typeface="IBM Plex Sans"/>
              </a:rPr>
              <a:t>INCREASING </a:t>
            </a:r>
            <a:br>
              <a:rPr lang="en" sz="1200" b="1">
                <a:solidFill>
                  <a:schemeClr val="accent1"/>
                </a:solidFill>
                <a:latin typeface="IBM Plex Sans"/>
                <a:ea typeface="IBM Plex Sans"/>
                <a:cs typeface="IBM Plex Sans"/>
                <a:sym typeface="IBM Plex Sans"/>
              </a:rPr>
            </a:br>
            <a:r>
              <a:rPr lang="en" sz="1200" b="1">
                <a:solidFill>
                  <a:schemeClr val="accent1"/>
                </a:solidFill>
                <a:latin typeface="IBM Plex Sans"/>
                <a:ea typeface="IBM Plex Sans"/>
                <a:cs typeface="IBM Plex Sans"/>
                <a:sym typeface="IBM Plex Sans"/>
              </a:rPr>
              <a:t>HUMAN OVERSIGHT</a:t>
            </a:r>
            <a:endParaRPr sz="1200" b="1">
              <a:solidFill>
                <a:schemeClr val="accent1"/>
              </a:solidFill>
              <a:latin typeface="IBM Plex Sans"/>
              <a:ea typeface="IBM Plex Sans"/>
              <a:cs typeface="IBM Plex Sans"/>
              <a:sym typeface="IBM Plex Sans"/>
            </a:endParaRPr>
          </a:p>
        </p:txBody>
      </p:sp>
      <p:sp>
        <p:nvSpPr>
          <p:cNvPr id="1890" name="Google Shape;1890;p153"/>
          <p:cNvSpPr txBox="1"/>
          <p:nvPr/>
        </p:nvSpPr>
        <p:spPr>
          <a:xfrm>
            <a:off x="1344900" y="3517950"/>
            <a:ext cx="1143600" cy="2148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Clr>
                <a:schemeClr val="dk1"/>
              </a:buClr>
              <a:buSzPts val="1100"/>
              <a:buFont typeface="Arial"/>
              <a:buNone/>
            </a:pPr>
            <a:r>
              <a:rPr lang="en" sz="1100">
                <a:solidFill>
                  <a:schemeClr val="accent4"/>
                </a:solidFill>
                <a:latin typeface="IBM Plex Sans Medium"/>
                <a:ea typeface="IBM Plex Sans Medium"/>
                <a:cs typeface="IBM Plex Sans Medium"/>
                <a:sym typeface="IBM Plex Sans Medium"/>
              </a:rPr>
              <a:t>Computer Vision</a:t>
            </a:r>
            <a:endParaRPr sz="1100">
              <a:solidFill>
                <a:schemeClr val="accent4"/>
              </a:solidFill>
              <a:latin typeface="IBM Plex Sans Medium"/>
              <a:ea typeface="IBM Plex Sans Medium"/>
              <a:cs typeface="IBM Plex Sans Medium"/>
              <a:sym typeface="IBM Plex Sans Medium"/>
            </a:endParaRPr>
          </a:p>
        </p:txBody>
      </p:sp>
      <p:sp>
        <p:nvSpPr>
          <p:cNvPr id="1891" name="Google Shape;1891;p153"/>
          <p:cNvSpPr txBox="1"/>
          <p:nvPr/>
        </p:nvSpPr>
        <p:spPr>
          <a:xfrm>
            <a:off x="2561925" y="3124800"/>
            <a:ext cx="1143600" cy="1734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Clr>
                <a:schemeClr val="dk1"/>
              </a:buClr>
              <a:buSzPts val="1100"/>
              <a:buFont typeface="Arial"/>
              <a:buNone/>
            </a:pPr>
            <a:r>
              <a:rPr lang="en" sz="1100">
                <a:solidFill>
                  <a:schemeClr val="accent4"/>
                </a:solidFill>
                <a:latin typeface="IBM Plex Sans Medium"/>
                <a:ea typeface="IBM Plex Sans Medium"/>
                <a:cs typeface="IBM Plex Sans Medium"/>
                <a:sym typeface="IBM Plex Sans Medium"/>
              </a:rPr>
              <a:t>Chatbots</a:t>
            </a:r>
            <a:endParaRPr sz="1100">
              <a:solidFill>
                <a:schemeClr val="accent4"/>
              </a:solidFill>
              <a:latin typeface="IBM Plex Sans Medium"/>
              <a:ea typeface="IBM Plex Sans Medium"/>
              <a:cs typeface="IBM Plex Sans Medium"/>
              <a:sym typeface="IBM Plex Sans Medium"/>
            </a:endParaRPr>
          </a:p>
        </p:txBody>
      </p:sp>
      <p:sp>
        <p:nvSpPr>
          <p:cNvPr id="1892" name="Google Shape;1892;p153"/>
          <p:cNvSpPr txBox="1"/>
          <p:nvPr/>
        </p:nvSpPr>
        <p:spPr>
          <a:xfrm>
            <a:off x="3717775" y="3124800"/>
            <a:ext cx="1143600" cy="1734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Clr>
                <a:schemeClr val="dk1"/>
              </a:buClr>
              <a:buSzPts val="1100"/>
              <a:buFont typeface="Arial"/>
              <a:buNone/>
            </a:pPr>
            <a:r>
              <a:rPr lang="en" sz="1100">
                <a:solidFill>
                  <a:schemeClr val="accent4"/>
                </a:solidFill>
                <a:latin typeface="IBM Plex Sans Medium"/>
                <a:ea typeface="IBM Plex Sans Medium"/>
                <a:cs typeface="IBM Plex Sans Medium"/>
                <a:sym typeface="IBM Plex Sans Medium"/>
              </a:rPr>
              <a:t>Deep Learning</a:t>
            </a:r>
            <a:endParaRPr sz="1100">
              <a:solidFill>
                <a:schemeClr val="accent4"/>
              </a:solidFill>
              <a:latin typeface="IBM Plex Sans Medium"/>
              <a:ea typeface="IBM Plex Sans Medium"/>
              <a:cs typeface="IBM Plex Sans Medium"/>
              <a:sym typeface="IBM Plex Sans Medium"/>
            </a:endParaRPr>
          </a:p>
        </p:txBody>
      </p:sp>
      <p:sp>
        <p:nvSpPr>
          <p:cNvPr id="1893" name="Google Shape;1893;p153"/>
          <p:cNvSpPr txBox="1"/>
          <p:nvPr/>
        </p:nvSpPr>
        <p:spPr>
          <a:xfrm>
            <a:off x="4359350" y="3489200"/>
            <a:ext cx="1143600" cy="1734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Clr>
                <a:schemeClr val="dk1"/>
              </a:buClr>
              <a:buSzPts val="1100"/>
              <a:buFont typeface="Arial"/>
              <a:buNone/>
            </a:pPr>
            <a:r>
              <a:rPr lang="en" sz="1100">
                <a:solidFill>
                  <a:schemeClr val="accent4"/>
                </a:solidFill>
                <a:latin typeface="IBM Plex Sans Medium"/>
                <a:ea typeface="IBM Plex Sans Medium"/>
                <a:cs typeface="IBM Plex Sans Medium"/>
                <a:sym typeface="IBM Plex Sans Medium"/>
              </a:rPr>
              <a:t>Natural Language</a:t>
            </a:r>
            <a:endParaRPr sz="1100">
              <a:solidFill>
                <a:schemeClr val="accent4"/>
              </a:solidFill>
              <a:latin typeface="IBM Plex Sans Medium"/>
              <a:ea typeface="IBM Plex Sans Medium"/>
              <a:cs typeface="IBM Plex Sans Medium"/>
              <a:sym typeface="IBM Plex Sans Medium"/>
            </a:endParaRPr>
          </a:p>
        </p:txBody>
      </p:sp>
    </p:spTree>
  </p:cSld>
  <p:clrMapOvr>
    <a:masterClrMapping/>
  </p:clrMapOvr>
  <p:transition spd="med">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897"/>
        <p:cNvGrpSpPr/>
        <p:nvPr/>
      </p:nvGrpSpPr>
      <p:grpSpPr>
        <a:xfrm>
          <a:off x="0" y="0"/>
          <a:ext cx="0" cy="0"/>
          <a:chOff x="0" y="0"/>
          <a:chExt cx="0" cy="0"/>
        </a:xfrm>
      </p:grpSpPr>
      <p:sp>
        <p:nvSpPr>
          <p:cNvPr id="1898" name="Google Shape;1898;p154"/>
          <p:cNvSpPr txBox="1">
            <a:spLocks noGrp="1"/>
          </p:cNvSpPr>
          <p:nvPr>
            <p:ph type="title"/>
          </p:nvPr>
        </p:nvSpPr>
        <p:spPr>
          <a:xfrm>
            <a:off x="457200" y="266700"/>
            <a:ext cx="8229600" cy="903300"/>
          </a:xfrm>
          <a:prstGeom prst="rect">
            <a:avLst/>
          </a:prstGeom>
        </p:spPr>
        <p:txBody>
          <a:bodyPr spcFirstLastPara="1" wrap="square" lIns="0" tIns="0" rIns="0" bIns="0" anchor="t" anchorCtr="0">
            <a:normAutofit/>
          </a:bodyPr>
          <a:lstStyle/>
          <a:p>
            <a:pPr marL="0" lvl="0" indent="0" algn="l" rtl="0">
              <a:spcBef>
                <a:spcPts val="0"/>
              </a:spcBef>
              <a:spcAft>
                <a:spcPts val="0"/>
              </a:spcAft>
              <a:buNone/>
            </a:pPr>
            <a:r>
              <a:rPr lang="en" sz="2800"/>
              <a:t>What are AI Agents?</a:t>
            </a:r>
            <a:endParaRPr sz="2100" b="0"/>
          </a:p>
        </p:txBody>
      </p:sp>
      <p:sp>
        <p:nvSpPr>
          <p:cNvPr id="1899" name="Google Shape;1899;p154"/>
          <p:cNvSpPr txBox="1">
            <a:spLocks noGrp="1"/>
          </p:cNvSpPr>
          <p:nvPr>
            <p:ph type="sldNum" idx="12"/>
          </p:nvPr>
        </p:nvSpPr>
        <p:spPr>
          <a:xfrm>
            <a:off x="8366700" y="4805546"/>
            <a:ext cx="548700" cy="2154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fld id="{00000000-1234-1234-1234-123412341234}" type="slidenum">
              <a:rPr lang="en"/>
              <a:t>11</a:t>
            </a:fld>
            <a:endParaRPr/>
          </a:p>
        </p:txBody>
      </p:sp>
      <p:sp>
        <p:nvSpPr>
          <p:cNvPr id="1900" name="Google Shape;1900;p154"/>
          <p:cNvSpPr txBox="1">
            <a:spLocks noGrp="1"/>
          </p:cNvSpPr>
          <p:nvPr>
            <p:ph type="body" idx="1"/>
          </p:nvPr>
        </p:nvSpPr>
        <p:spPr>
          <a:xfrm>
            <a:off x="457200" y="1355150"/>
            <a:ext cx="2966400" cy="3416400"/>
          </a:xfrm>
          <a:prstGeom prst="rect">
            <a:avLst/>
          </a:prstGeom>
        </p:spPr>
        <p:txBody>
          <a:bodyPr spcFirstLastPara="1" wrap="square" lIns="0" tIns="0" rIns="0" bIns="0" anchor="t" anchorCtr="0">
            <a:normAutofit/>
          </a:bodyPr>
          <a:lstStyle/>
          <a:p>
            <a:pPr marL="0" lvl="0" indent="0" algn="l" rtl="0">
              <a:spcBef>
                <a:spcPts val="0"/>
              </a:spcBef>
              <a:spcAft>
                <a:spcPts val="1200"/>
              </a:spcAft>
              <a:buNone/>
            </a:pPr>
            <a:r>
              <a:rPr lang="en" sz="1800"/>
              <a:t>“Systems of foundation models, rules, architectures, and tools which enable software to </a:t>
            </a:r>
            <a:r>
              <a:rPr lang="en" sz="1800" b="1" i="1"/>
              <a:t>flexibly plan </a:t>
            </a:r>
            <a:r>
              <a:rPr lang="en" sz="1800" i="1"/>
              <a:t>and</a:t>
            </a:r>
            <a:r>
              <a:rPr lang="en" sz="1800" b="1" i="1"/>
              <a:t> adapt to resolve goals </a:t>
            </a:r>
            <a:br>
              <a:rPr lang="en" sz="1800" b="1" i="1"/>
            </a:br>
            <a:r>
              <a:rPr lang="en" sz="1800" b="1" i="1"/>
              <a:t>by taking action</a:t>
            </a:r>
            <a:r>
              <a:rPr lang="en" sz="1800"/>
              <a:t> in their environment, </a:t>
            </a:r>
            <a:br>
              <a:rPr lang="en" sz="1800"/>
            </a:br>
            <a:r>
              <a:rPr lang="en" sz="1800" b="1" i="1"/>
              <a:t>with</a:t>
            </a:r>
            <a:r>
              <a:rPr lang="en" sz="1800"/>
              <a:t> </a:t>
            </a:r>
            <a:r>
              <a:rPr lang="en" sz="1800" b="1" i="1"/>
              <a:t>increasing levels </a:t>
            </a:r>
            <a:br>
              <a:rPr lang="en" sz="1800" b="1" i="1"/>
            </a:br>
            <a:r>
              <a:rPr lang="en" sz="1800" b="1" i="1"/>
              <a:t>of autonomy</a:t>
            </a:r>
            <a:r>
              <a:rPr lang="en" sz="1800"/>
              <a:t>.”</a:t>
            </a:r>
            <a:endParaRPr/>
          </a:p>
        </p:txBody>
      </p:sp>
      <p:sp>
        <p:nvSpPr>
          <p:cNvPr id="1901" name="Google Shape;1901;p154"/>
          <p:cNvSpPr txBox="1"/>
          <p:nvPr/>
        </p:nvSpPr>
        <p:spPr>
          <a:xfrm>
            <a:off x="305850" y="4667100"/>
            <a:ext cx="5306700" cy="276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600">
                <a:solidFill>
                  <a:schemeClr val="lt1"/>
                </a:solidFill>
                <a:latin typeface="IBM Plex Sans"/>
                <a:ea typeface="IBM Plex Sans"/>
                <a:cs typeface="IBM Plex Sans"/>
                <a:sym typeface="IBM Plex Sans"/>
              </a:rPr>
              <a:t>Source: Agentic AI Is Rising And Will Reforge Businesses That Embrace It, Forrester, 2025</a:t>
            </a:r>
            <a:endParaRPr sz="600">
              <a:solidFill>
                <a:schemeClr val="lt1"/>
              </a:solidFill>
              <a:latin typeface="IBM Plex Sans"/>
              <a:ea typeface="IBM Plex Sans"/>
              <a:cs typeface="IBM Plex Sans"/>
              <a:sym typeface="IBM Plex Sans"/>
            </a:endParaRPr>
          </a:p>
        </p:txBody>
      </p:sp>
      <p:grpSp>
        <p:nvGrpSpPr>
          <p:cNvPr id="1902" name="Google Shape;1902;p154"/>
          <p:cNvGrpSpPr/>
          <p:nvPr/>
        </p:nvGrpSpPr>
        <p:grpSpPr>
          <a:xfrm>
            <a:off x="3641550" y="1093792"/>
            <a:ext cx="5192822" cy="3254543"/>
            <a:chOff x="1112888" y="446993"/>
            <a:chExt cx="6514644" cy="4082979"/>
          </a:xfrm>
        </p:grpSpPr>
        <p:sp>
          <p:nvSpPr>
            <p:cNvPr id="1903" name="Google Shape;1903;p154"/>
            <p:cNvSpPr/>
            <p:nvPr/>
          </p:nvSpPr>
          <p:spPr>
            <a:xfrm>
              <a:off x="1112888" y="755072"/>
              <a:ext cx="6481500" cy="3774900"/>
            </a:xfrm>
            <a:prstGeom prst="roundRect">
              <a:avLst>
                <a:gd name="adj" fmla="val 7871"/>
              </a:avLst>
            </a:prstGeom>
            <a:solidFill>
              <a:srgbClr val="280892">
                <a:alpha val="52530"/>
              </a:srgbClr>
            </a:solidFill>
            <a:ln w="38100" cap="flat" cmpd="sng">
              <a:solidFill>
                <a:srgbClr val="6967FF"/>
              </a:solidFill>
              <a:prstDash val="solid"/>
              <a:round/>
              <a:headEnd type="none" w="sm" len="sm"/>
              <a:tailEnd type="none" w="sm" len="sm"/>
            </a:ln>
          </p:spPr>
          <p:txBody>
            <a:bodyPr spcFirstLastPara="1" wrap="square" lIns="91425" tIns="91425" rIns="91425" bIns="91425" anchor="t" anchorCtr="0">
              <a:noAutofit/>
            </a:bodyPr>
            <a:lstStyle/>
            <a:p>
              <a:pPr marL="0" lvl="0" indent="0" algn="ctr" rtl="0">
                <a:spcBef>
                  <a:spcPts val="0"/>
                </a:spcBef>
                <a:spcAft>
                  <a:spcPts val="0"/>
                </a:spcAft>
                <a:buNone/>
              </a:pPr>
              <a:endParaRPr>
                <a:latin typeface="IBM Plex Sans"/>
                <a:ea typeface="IBM Plex Sans"/>
                <a:cs typeface="IBM Plex Sans"/>
                <a:sym typeface="IBM Plex Sans"/>
              </a:endParaRPr>
            </a:p>
          </p:txBody>
        </p:sp>
        <p:sp>
          <p:nvSpPr>
            <p:cNvPr id="1904" name="Google Shape;1904;p154"/>
            <p:cNvSpPr/>
            <p:nvPr/>
          </p:nvSpPr>
          <p:spPr>
            <a:xfrm>
              <a:off x="3162270" y="446993"/>
              <a:ext cx="2469000" cy="627000"/>
            </a:xfrm>
            <a:prstGeom prst="roundRect">
              <a:avLst>
                <a:gd name="adj" fmla="val 10038"/>
              </a:avLst>
            </a:prstGeom>
            <a:solidFill>
              <a:srgbClr val="6967F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BM Plex Sans"/>
                <a:ea typeface="IBM Plex Sans"/>
                <a:cs typeface="IBM Plex Sans"/>
                <a:sym typeface="IBM Plex Sans"/>
              </a:endParaRPr>
            </a:p>
          </p:txBody>
        </p:sp>
        <p:sp>
          <p:nvSpPr>
            <p:cNvPr id="1905" name="Google Shape;1905;p154"/>
            <p:cNvSpPr txBox="1"/>
            <p:nvPr/>
          </p:nvSpPr>
          <p:spPr>
            <a:xfrm>
              <a:off x="3350975" y="475805"/>
              <a:ext cx="2099400" cy="5793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800">
                  <a:solidFill>
                    <a:srgbClr val="FFFFFF"/>
                  </a:solidFill>
                  <a:latin typeface="IBM Plex Mono SemiBold"/>
                  <a:ea typeface="IBM Plex Mono SemiBold"/>
                  <a:cs typeface="IBM Plex Mono SemiBold"/>
                  <a:sym typeface="IBM Plex Mono SemiBold"/>
                </a:rPr>
                <a:t>AI Agent</a:t>
              </a:r>
              <a:endParaRPr sz="1800">
                <a:solidFill>
                  <a:srgbClr val="FFFFFF"/>
                </a:solidFill>
                <a:latin typeface="IBM Plex Mono SemiBold"/>
                <a:ea typeface="IBM Plex Mono SemiBold"/>
                <a:cs typeface="IBM Plex Mono SemiBold"/>
                <a:sym typeface="IBM Plex Mono SemiBold"/>
              </a:endParaRPr>
            </a:p>
          </p:txBody>
        </p:sp>
        <p:sp>
          <p:nvSpPr>
            <p:cNvPr id="1906" name="Google Shape;1906;p154"/>
            <p:cNvSpPr/>
            <p:nvPr/>
          </p:nvSpPr>
          <p:spPr>
            <a:xfrm>
              <a:off x="1745132" y="1558534"/>
              <a:ext cx="83733" cy="24767"/>
            </a:xfrm>
            <a:custGeom>
              <a:avLst/>
              <a:gdLst/>
              <a:ahLst/>
              <a:cxnLst/>
              <a:rect l="l" t="t" r="r" b="b"/>
              <a:pathLst>
                <a:path w="42995" h="12701" extrusionOk="0">
                  <a:moveTo>
                    <a:pt x="0" y="0"/>
                  </a:moveTo>
                  <a:lnTo>
                    <a:pt x="0" y="12700"/>
                  </a:lnTo>
                  <a:lnTo>
                    <a:pt x="42995" y="12700"/>
                  </a:lnTo>
                  <a:lnTo>
                    <a:pt x="42995"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7" name="Google Shape;1907;p154"/>
            <p:cNvSpPr/>
            <p:nvPr/>
          </p:nvSpPr>
          <p:spPr>
            <a:xfrm>
              <a:off x="1745132" y="1496105"/>
              <a:ext cx="42512" cy="24767"/>
            </a:xfrm>
            <a:custGeom>
              <a:avLst/>
              <a:gdLst/>
              <a:ahLst/>
              <a:cxnLst/>
              <a:rect l="l" t="t" r="r" b="b"/>
              <a:pathLst>
                <a:path w="21829" h="12701" extrusionOk="0">
                  <a:moveTo>
                    <a:pt x="0" y="1"/>
                  </a:moveTo>
                  <a:lnTo>
                    <a:pt x="0" y="12701"/>
                  </a:lnTo>
                  <a:lnTo>
                    <a:pt x="21828" y="12701"/>
                  </a:lnTo>
                  <a:lnTo>
                    <a:pt x="21828"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8" name="Google Shape;1908;p154"/>
            <p:cNvSpPr/>
            <p:nvPr/>
          </p:nvSpPr>
          <p:spPr>
            <a:xfrm>
              <a:off x="1814435" y="1536864"/>
              <a:ext cx="68018" cy="68106"/>
            </a:xfrm>
            <a:custGeom>
              <a:avLst/>
              <a:gdLst/>
              <a:ahLst/>
              <a:cxnLst/>
              <a:rect l="l" t="t" r="r" b="b"/>
              <a:pathLst>
                <a:path w="34926" h="34926" extrusionOk="0">
                  <a:moveTo>
                    <a:pt x="17463" y="12701"/>
                  </a:moveTo>
                  <a:lnTo>
                    <a:pt x="18389" y="12833"/>
                  </a:lnTo>
                  <a:lnTo>
                    <a:pt x="19315" y="13097"/>
                  </a:lnTo>
                  <a:lnTo>
                    <a:pt x="20109" y="13494"/>
                  </a:lnTo>
                  <a:lnTo>
                    <a:pt x="20770" y="14156"/>
                  </a:lnTo>
                  <a:lnTo>
                    <a:pt x="21432" y="14817"/>
                  </a:lnTo>
                  <a:lnTo>
                    <a:pt x="21829" y="15611"/>
                  </a:lnTo>
                  <a:lnTo>
                    <a:pt x="22093" y="16537"/>
                  </a:lnTo>
                  <a:lnTo>
                    <a:pt x="22226" y="17463"/>
                  </a:lnTo>
                  <a:lnTo>
                    <a:pt x="22093" y="18521"/>
                  </a:lnTo>
                  <a:lnTo>
                    <a:pt x="21829" y="19315"/>
                  </a:lnTo>
                  <a:lnTo>
                    <a:pt x="21432" y="20109"/>
                  </a:lnTo>
                  <a:lnTo>
                    <a:pt x="20770" y="20903"/>
                  </a:lnTo>
                  <a:lnTo>
                    <a:pt x="20109" y="21432"/>
                  </a:lnTo>
                  <a:lnTo>
                    <a:pt x="19315" y="21829"/>
                  </a:lnTo>
                  <a:lnTo>
                    <a:pt x="18389" y="22226"/>
                  </a:lnTo>
                  <a:lnTo>
                    <a:pt x="16537" y="22226"/>
                  </a:lnTo>
                  <a:lnTo>
                    <a:pt x="15611" y="21829"/>
                  </a:lnTo>
                  <a:lnTo>
                    <a:pt x="14817" y="21432"/>
                  </a:lnTo>
                  <a:lnTo>
                    <a:pt x="14023" y="20903"/>
                  </a:lnTo>
                  <a:lnTo>
                    <a:pt x="13494" y="20109"/>
                  </a:lnTo>
                  <a:lnTo>
                    <a:pt x="13097" y="19315"/>
                  </a:lnTo>
                  <a:lnTo>
                    <a:pt x="12833" y="18521"/>
                  </a:lnTo>
                  <a:lnTo>
                    <a:pt x="12701" y="17463"/>
                  </a:lnTo>
                  <a:lnTo>
                    <a:pt x="12833" y="16537"/>
                  </a:lnTo>
                  <a:lnTo>
                    <a:pt x="13097" y="15611"/>
                  </a:lnTo>
                  <a:lnTo>
                    <a:pt x="13494" y="14817"/>
                  </a:lnTo>
                  <a:lnTo>
                    <a:pt x="14023" y="14156"/>
                  </a:lnTo>
                  <a:lnTo>
                    <a:pt x="14817" y="13494"/>
                  </a:lnTo>
                  <a:lnTo>
                    <a:pt x="15611" y="13097"/>
                  </a:lnTo>
                  <a:lnTo>
                    <a:pt x="16537" y="12833"/>
                  </a:lnTo>
                  <a:lnTo>
                    <a:pt x="17463" y="12701"/>
                  </a:lnTo>
                  <a:close/>
                  <a:moveTo>
                    <a:pt x="17463" y="1"/>
                  </a:moveTo>
                  <a:lnTo>
                    <a:pt x="15611" y="133"/>
                  </a:lnTo>
                  <a:lnTo>
                    <a:pt x="13891" y="397"/>
                  </a:lnTo>
                  <a:lnTo>
                    <a:pt x="12304" y="794"/>
                  </a:lnTo>
                  <a:lnTo>
                    <a:pt x="10716" y="1456"/>
                  </a:lnTo>
                  <a:lnTo>
                    <a:pt x="9129" y="2117"/>
                  </a:lnTo>
                  <a:lnTo>
                    <a:pt x="7674" y="3043"/>
                  </a:lnTo>
                  <a:lnTo>
                    <a:pt x="6351" y="3969"/>
                  </a:lnTo>
                  <a:lnTo>
                    <a:pt x="5160" y="5160"/>
                  </a:lnTo>
                  <a:lnTo>
                    <a:pt x="3969" y="6351"/>
                  </a:lnTo>
                  <a:lnTo>
                    <a:pt x="2911" y="7806"/>
                  </a:lnTo>
                  <a:lnTo>
                    <a:pt x="2117" y="9129"/>
                  </a:lnTo>
                  <a:lnTo>
                    <a:pt x="1324" y="10716"/>
                  </a:lnTo>
                  <a:lnTo>
                    <a:pt x="794" y="12304"/>
                  </a:lnTo>
                  <a:lnTo>
                    <a:pt x="397" y="14024"/>
                  </a:lnTo>
                  <a:lnTo>
                    <a:pt x="133" y="15743"/>
                  </a:lnTo>
                  <a:lnTo>
                    <a:pt x="1" y="17463"/>
                  </a:lnTo>
                  <a:lnTo>
                    <a:pt x="133" y="19315"/>
                  </a:lnTo>
                  <a:lnTo>
                    <a:pt x="397" y="21035"/>
                  </a:lnTo>
                  <a:lnTo>
                    <a:pt x="794" y="22622"/>
                  </a:lnTo>
                  <a:lnTo>
                    <a:pt x="1324" y="24342"/>
                  </a:lnTo>
                  <a:lnTo>
                    <a:pt x="2117" y="25797"/>
                  </a:lnTo>
                  <a:lnTo>
                    <a:pt x="2911" y="27253"/>
                  </a:lnTo>
                  <a:lnTo>
                    <a:pt x="3969" y="28576"/>
                  </a:lnTo>
                  <a:lnTo>
                    <a:pt x="5160" y="29899"/>
                  </a:lnTo>
                  <a:lnTo>
                    <a:pt x="6351" y="30957"/>
                  </a:lnTo>
                  <a:lnTo>
                    <a:pt x="7674" y="32015"/>
                  </a:lnTo>
                  <a:lnTo>
                    <a:pt x="9129" y="32809"/>
                  </a:lnTo>
                  <a:lnTo>
                    <a:pt x="10716" y="33603"/>
                  </a:lnTo>
                  <a:lnTo>
                    <a:pt x="12304" y="34132"/>
                  </a:lnTo>
                  <a:lnTo>
                    <a:pt x="13891" y="34661"/>
                  </a:lnTo>
                  <a:lnTo>
                    <a:pt x="15611" y="34926"/>
                  </a:lnTo>
                  <a:lnTo>
                    <a:pt x="19183" y="34926"/>
                  </a:lnTo>
                  <a:lnTo>
                    <a:pt x="20903" y="34661"/>
                  </a:lnTo>
                  <a:lnTo>
                    <a:pt x="22622" y="34132"/>
                  </a:lnTo>
                  <a:lnTo>
                    <a:pt x="24210" y="33603"/>
                  </a:lnTo>
                  <a:lnTo>
                    <a:pt x="25797" y="32809"/>
                  </a:lnTo>
                  <a:lnTo>
                    <a:pt x="27253" y="32015"/>
                  </a:lnTo>
                  <a:lnTo>
                    <a:pt x="28576" y="30957"/>
                  </a:lnTo>
                  <a:lnTo>
                    <a:pt x="29766" y="29899"/>
                  </a:lnTo>
                  <a:lnTo>
                    <a:pt x="30957" y="28576"/>
                  </a:lnTo>
                  <a:lnTo>
                    <a:pt x="31883" y="27253"/>
                  </a:lnTo>
                  <a:lnTo>
                    <a:pt x="32809" y="25797"/>
                  </a:lnTo>
                  <a:lnTo>
                    <a:pt x="33470" y="24342"/>
                  </a:lnTo>
                  <a:lnTo>
                    <a:pt x="34132" y="22622"/>
                  </a:lnTo>
                  <a:lnTo>
                    <a:pt x="34529" y="21035"/>
                  </a:lnTo>
                  <a:lnTo>
                    <a:pt x="34793" y="19315"/>
                  </a:lnTo>
                  <a:lnTo>
                    <a:pt x="34926" y="17463"/>
                  </a:lnTo>
                  <a:lnTo>
                    <a:pt x="34793" y="15743"/>
                  </a:lnTo>
                  <a:lnTo>
                    <a:pt x="34529" y="14024"/>
                  </a:lnTo>
                  <a:lnTo>
                    <a:pt x="34132" y="12304"/>
                  </a:lnTo>
                  <a:lnTo>
                    <a:pt x="33470" y="10716"/>
                  </a:lnTo>
                  <a:lnTo>
                    <a:pt x="32809" y="9129"/>
                  </a:lnTo>
                  <a:lnTo>
                    <a:pt x="31883" y="7806"/>
                  </a:lnTo>
                  <a:lnTo>
                    <a:pt x="30957" y="6351"/>
                  </a:lnTo>
                  <a:lnTo>
                    <a:pt x="29766" y="5160"/>
                  </a:lnTo>
                  <a:lnTo>
                    <a:pt x="28576" y="3969"/>
                  </a:lnTo>
                  <a:lnTo>
                    <a:pt x="27253" y="3043"/>
                  </a:lnTo>
                  <a:lnTo>
                    <a:pt x="25797" y="2117"/>
                  </a:lnTo>
                  <a:lnTo>
                    <a:pt x="24210" y="1456"/>
                  </a:lnTo>
                  <a:lnTo>
                    <a:pt x="22622" y="794"/>
                  </a:lnTo>
                  <a:lnTo>
                    <a:pt x="20903" y="397"/>
                  </a:lnTo>
                  <a:lnTo>
                    <a:pt x="19183" y="133"/>
                  </a:lnTo>
                  <a:lnTo>
                    <a:pt x="17463"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9" name="Google Shape;1909;p154"/>
            <p:cNvSpPr/>
            <p:nvPr/>
          </p:nvSpPr>
          <p:spPr>
            <a:xfrm>
              <a:off x="1839169" y="1561629"/>
              <a:ext cx="18552" cy="18576"/>
            </a:xfrm>
            <a:custGeom>
              <a:avLst/>
              <a:gdLst/>
              <a:ahLst/>
              <a:cxnLst/>
              <a:rect l="l" t="t" r="r" b="b"/>
              <a:pathLst>
                <a:path w="9526" h="9526" fill="none" extrusionOk="0">
                  <a:moveTo>
                    <a:pt x="4763" y="1"/>
                  </a:moveTo>
                  <a:lnTo>
                    <a:pt x="4763" y="1"/>
                  </a:lnTo>
                  <a:lnTo>
                    <a:pt x="5689" y="133"/>
                  </a:lnTo>
                  <a:lnTo>
                    <a:pt x="6615" y="397"/>
                  </a:lnTo>
                  <a:lnTo>
                    <a:pt x="7409" y="794"/>
                  </a:lnTo>
                  <a:lnTo>
                    <a:pt x="8070" y="1456"/>
                  </a:lnTo>
                  <a:lnTo>
                    <a:pt x="8732" y="2117"/>
                  </a:lnTo>
                  <a:lnTo>
                    <a:pt x="9129" y="2911"/>
                  </a:lnTo>
                  <a:lnTo>
                    <a:pt x="9393" y="3837"/>
                  </a:lnTo>
                  <a:lnTo>
                    <a:pt x="9526" y="4763"/>
                  </a:lnTo>
                  <a:lnTo>
                    <a:pt x="9526" y="4763"/>
                  </a:lnTo>
                  <a:lnTo>
                    <a:pt x="9393" y="5821"/>
                  </a:lnTo>
                  <a:lnTo>
                    <a:pt x="9129" y="6615"/>
                  </a:lnTo>
                  <a:lnTo>
                    <a:pt x="8732" y="7409"/>
                  </a:lnTo>
                  <a:lnTo>
                    <a:pt x="8070" y="8203"/>
                  </a:lnTo>
                  <a:lnTo>
                    <a:pt x="7409" y="8732"/>
                  </a:lnTo>
                  <a:lnTo>
                    <a:pt x="6615" y="9129"/>
                  </a:lnTo>
                  <a:lnTo>
                    <a:pt x="5689" y="9526"/>
                  </a:lnTo>
                  <a:lnTo>
                    <a:pt x="4763" y="9526"/>
                  </a:lnTo>
                  <a:lnTo>
                    <a:pt x="4763" y="9526"/>
                  </a:lnTo>
                  <a:lnTo>
                    <a:pt x="3837" y="9526"/>
                  </a:lnTo>
                  <a:lnTo>
                    <a:pt x="2911" y="9129"/>
                  </a:lnTo>
                  <a:lnTo>
                    <a:pt x="2117" y="8732"/>
                  </a:lnTo>
                  <a:lnTo>
                    <a:pt x="1323" y="8203"/>
                  </a:lnTo>
                  <a:lnTo>
                    <a:pt x="794" y="7409"/>
                  </a:lnTo>
                  <a:lnTo>
                    <a:pt x="397" y="6615"/>
                  </a:lnTo>
                  <a:lnTo>
                    <a:pt x="133" y="5821"/>
                  </a:lnTo>
                  <a:lnTo>
                    <a:pt x="1" y="4763"/>
                  </a:lnTo>
                  <a:lnTo>
                    <a:pt x="1" y="4763"/>
                  </a:lnTo>
                  <a:lnTo>
                    <a:pt x="133" y="3837"/>
                  </a:lnTo>
                  <a:lnTo>
                    <a:pt x="397" y="2911"/>
                  </a:lnTo>
                  <a:lnTo>
                    <a:pt x="794" y="2117"/>
                  </a:lnTo>
                  <a:lnTo>
                    <a:pt x="1323" y="1456"/>
                  </a:lnTo>
                  <a:lnTo>
                    <a:pt x="2117" y="794"/>
                  </a:lnTo>
                  <a:lnTo>
                    <a:pt x="2911" y="397"/>
                  </a:lnTo>
                  <a:lnTo>
                    <a:pt x="3837" y="133"/>
                  </a:lnTo>
                  <a:lnTo>
                    <a:pt x="4763" y="1"/>
                  </a:lnTo>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0" name="Google Shape;1910;p154"/>
            <p:cNvSpPr/>
            <p:nvPr/>
          </p:nvSpPr>
          <p:spPr>
            <a:xfrm>
              <a:off x="1814435" y="1536864"/>
              <a:ext cx="68018" cy="68106"/>
            </a:xfrm>
            <a:custGeom>
              <a:avLst/>
              <a:gdLst/>
              <a:ahLst/>
              <a:cxnLst/>
              <a:rect l="l" t="t" r="r" b="b"/>
              <a:pathLst>
                <a:path w="34926" h="34926" fill="none" extrusionOk="0">
                  <a:moveTo>
                    <a:pt x="17463" y="1"/>
                  </a:moveTo>
                  <a:lnTo>
                    <a:pt x="17463" y="1"/>
                  </a:lnTo>
                  <a:lnTo>
                    <a:pt x="15611" y="133"/>
                  </a:lnTo>
                  <a:lnTo>
                    <a:pt x="13891" y="397"/>
                  </a:lnTo>
                  <a:lnTo>
                    <a:pt x="12304" y="794"/>
                  </a:lnTo>
                  <a:lnTo>
                    <a:pt x="10716" y="1456"/>
                  </a:lnTo>
                  <a:lnTo>
                    <a:pt x="9129" y="2117"/>
                  </a:lnTo>
                  <a:lnTo>
                    <a:pt x="7674" y="3043"/>
                  </a:lnTo>
                  <a:lnTo>
                    <a:pt x="6351" y="3969"/>
                  </a:lnTo>
                  <a:lnTo>
                    <a:pt x="5160" y="5160"/>
                  </a:lnTo>
                  <a:lnTo>
                    <a:pt x="3969" y="6351"/>
                  </a:lnTo>
                  <a:lnTo>
                    <a:pt x="2911" y="7806"/>
                  </a:lnTo>
                  <a:lnTo>
                    <a:pt x="2117" y="9129"/>
                  </a:lnTo>
                  <a:lnTo>
                    <a:pt x="1324" y="10716"/>
                  </a:lnTo>
                  <a:lnTo>
                    <a:pt x="794" y="12304"/>
                  </a:lnTo>
                  <a:lnTo>
                    <a:pt x="397" y="14024"/>
                  </a:lnTo>
                  <a:lnTo>
                    <a:pt x="133" y="15743"/>
                  </a:lnTo>
                  <a:lnTo>
                    <a:pt x="1" y="17463"/>
                  </a:lnTo>
                  <a:lnTo>
                    <a:pt x="1" y="17463"/>
                  </a:lnTo>
                  <a:lnTo>
                    <a:pt x="133" y="19315"/>
                  </a:lnTo>
                  <a:lnTo>
                    <a:pt x="397" y="21035"/>
                  </a:lnTo>
                  <a:lnTo>
                    <a:pt x="794" y="22622"/>
                  </a:lnTo>
                  <a:lnTo>
                    <a:pt x="1324" y="24342"/>
                  </a:lnTo>
                  <a:lnTo>
                    <a:pt x="2117" y="25797"/>
                  </a:lnTo>
                  <a:lnTo>
                    <a:pt x="2911" y="27253"/>
                  </a:lnTo>
                  <a:lnTo>
                    <a:pt x="3969" y="28576"/>
                  </a:lnTo>
                  <a:lnTo>
                    <a:pt x="5160" y="29899"/>
                  </a:lnTo>
                  <a:lnTo>
                    <a:pt x="6351" y="30957"/>
                  </a:lnTo>
                  <a:lnTo>
                    <a:pt x="7674" y="32015"/>
                  </a:lnTo>
                  <a:lnTo>
                    <a:pt x="9129" y="32809"/>
                  </a:lnTo>
                  <a:lnTo>
                    <a:pt x="10716" y="33603"/>
                  </a:lnTo>
                  <a:lnTo>
                    <a:pt x="12304" y="34132"/>
                  </a:lnTo>
                  <a:lnTo>
                    <a:pt x="13891" y="34661"/>
                  </a:lnTo>
                  <a:lnTo>
                    <a:pt x="15611" y="34926"/>
                  </a:lnTo>
                  <a:lnTo>
                    <a:pt x="17463" y="34926"/>
                  </a:lnTo>
                  <a:lnTo>
                    <a:pt x="17463" y="34926"/>
                  </a:lnTo>
                  <a:lnTo>
                    <a:pt x="19183" y="34926"/>
                  </a:lnTo>
                  <a:lnTo>
                    <a:pt x="20903" y="34661"/>
                  </a:lnTo>
                  <a:lnTo>
                    <a:pt x="22622" y="34132"/>
                  </a:lnTo>
                  <a:lnTo>
                    <a:pt x="24210" y="33603"/>
                  </a:lnTo>
                  <a:lnTo>
                    <a:pt x="25797" y="32809"/>
                  </a:lnTo>
                  <a:lnTo>
                    <a:pt x="27253" y="32015"/>
                  </a:lnTo>
                  <a:lnTo>
                    <a:pt x="28576" y="30957"/>
                  </a:lnTo>
                  <a:lnTo>
                    <a:pt x="29766" y="29899"/>
                  </a:lnTo>
                  <a:lnTo>
                    <a:pt x="30957" y="28576"/>
                  </a:lnTo>
                  <a:lnTo>
                    <a:pt x="31883" y="27253"/>
                  </a:lnTo>
                  <a:lnTo>
                    <a:pt x="32809" y="25797"/>
                  </a:lnTo>
                  <a:lnTo>
                    <a:pt x="33470" y="24342"/>
                  </a:lnTo>
                  <a:lnTo>
                    <a:pt x="34132" y="22622"/>
                  </a:lnTo>
                  <a:lnTo>
                    <a:pt x="34529" y="21035"/>
                  </a:lnTo>
                  <a:lnTo>
                    <a:pt x="34793" y="19315"/>
                  </a:lnTo>
                  <a:lnTo>
                    <a:pt x="34926" y="17463"/>
                  </a:lnTo>
                  <a:lnTo>
                    <a:pt x="34926" y="17463"/>
                  </a:lnTo>
                  <a:lnTo>
                    <a:pt x="34793" y="15743"/>
                  </a:lnTo>
                  <a:lnTo>
                    <a:pt x="34529" y="14024"/>
                  </a:lnTo>
                  <a:lnTo>
                    <a:pt x="34132" y="12304"/>
                  </a:lnTo>
                  <a:lnTo>
                    <a:pt x="33470" y="10716"/>
                  </a:lnTo>
                  <a:lnTo>
                    <a:pt x="32809" y="9129"/>
                  </a:lnTo>
                  <a:lnTo>
                    <a:pt x="31883" y="7806"/>
                  </a:lnTo>
                  <a:lnTo>
                    <a:pt x="30957" y="6351"/>
                  </a:lnTo>
                  <a:lnTo>
                    <a:pt x="29766" y="5160"/>
                  </a:lnTo>
                  <a:lnTo>
                    <a:pt x="28576" y="3969"/>
                  </a:lnTo>
                  <a:lnTo>
                    <a:pt x="27253" y="3043"/>
                  </a:lnTo>
                  <a:lnTo>
                    <a:pt x="25797" y="2117"/>
                  </a:lnTo>
                  <a:lnTo>
                    <a:pt x="24210" y="1456"/>
                  </a:lnTo>
                  <a:lnTo>
                    <a:pt x="22622" y="794"/>
                  </a:lnTo>
                  <a:lnTo>
                    <a:pt x="20903" y="397"/>
                  </a:lnTo>
                  <a:lnTo>
                    <a:pt x="19183" y="133"/>
                  </a:lnTo>
                  <a:lnTo>
                    <a:pt x="17463" y="1"/>
                  </a:lnTo>
                  <a:lnTo>
                    <a:pt x="17463" y="1"/>
                  </a:lnTo>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1" name="Google Shape;1911;p154"/>
            <p:cNvSpPr/>
            <p:nvPr/>
          </p:nvSpPr>
          <p:spPr>
            <a:xfrm>
              <a:off x="1861842" y="1600582"/>
              <a:ext cx="68018" cy="68106"/>
            </a:xfrm>
            <a:custGeom>
              <a:avLst/>
              <a:gdLst/>
              <a:ahLst/>
              <a:cxnLst/>
              <a:rect l="l" t="t" r="r" b="b"/>
              <a:pathLst>
                <a:path w="34926" h="34926" extrusionOk="0">
                  <a:moveTo>
                    <a:pt x="18521" y="12701"/>
                  </a:moveTo>
                  <a:lnTo>
                    <a:pt x="19315" y="13098"/>
                  </a:lnTo>
                  <a:lnTo>
                    <a:pt x="20241" y="13494"/>
                  </a:lnTo>
                  <a:lnTo>
                    <a:pt x="20902" y="14024"/>
                  </a:lnTo>
                  <a:lnTo>
                    <a:pt x="21431" y="14817"/>
                  </a:lnTo>
                  <a:lnTo>
                    <a:pt x="21961" y="15611"/>
                  </a:lnTo>
                  <a:lnTo>
                    <a:pt x="22225" y="16405"/>
                  </a:lnTo>
                  <a:lnTo>
                    <a:pt x="22225" y="17463"/>
                  </a:lnTo>
                  <a:lnTo>
                    <a:pt x="22225" y="18389"/>
                  </a:lnTo>
                  <a:lnTo>
                    <a:pt x="21961" y="19315"/>
                  </a:lnTo>
                  <a:lnTo>
                    <a:pt x="21431" y="20109"/>
                  </a:lnTo>
                  <a:lnTo>
                    <a:pt x="20902" y="20770"/>
                  </a:lnTo>
                  <a:lnTo>
                    <a:pt x="20241" y="21432"/>
                  </a:lnTo>
                  <a:lnTo>
                    <a:pt x="19315" y="21829"/>
                  </a:lnTo>
                  <a:lnTo>
                    <a:pt x="18521" y="22093"/>
                  </a:lnTo>
                  <a:lnTo>
                    <a:pt x="17463" y="22226"/>
                  </a:lnTo>
                  <a:lnTo>
                    <a:pt x="16537" y="22093"/>
                  </a:lnTo>
                  <a:lnTo>
                    <a:pt x="15611" y="21829"/>
                  </a:lnTo>
                  <a:lnTo>
                    <a:pt x="14817" y="21432"/>
                  </a:lnTo>
                  <a:lnTo>
                    <a:pt x="14155" y="20770"/>
                  </a:lnTo>
                  <a:lnTo>
                    <a:pt x="13626" y="20109"/>
                  </a:lnTo>
                  <a:lnTo>
                    <a:pt x="13097" y="19315"/>
                  </a:lnTo>
                  <a:lnTo>
                    <a:pt x="12832" y="18389"/>
                  </a:lnTo>
                  <a:lnTo>
                    <a:pt x="12700" y="17463"/>
                  </a:lnTo>
                  <a:lnTo>
                    <a:pt x="12832" y="16405"/>
                  </a:lnTo>
                  <a:lnTo>
                    <a:pt x="13097" y="15611"/>
                  </a:lnTo>
                  <a:lnTo>
                    <a:pt x="13626" y="14817"/>
                  </a:lnTo>
                  <a:lnTo>
                    <a:pt x="14155" y="14024"/>
                  </a:lnTo>
                  <a:lnTo>
                    <a:pt x="14817" y="13494"/>
                  </a:lnTo>
                  <a:lnTo>
                    <a:pt x="15611" y="13098"/>
                  </a:lnTo>
                  <a:lnTo>
                    <a:pt x="16537" y="12701"/>
                  </a:lnTo>
                  <a:close/>
                  <a:moveTo>
                    <a:pt x="15743" y="1"/>
                  </a:moveTo>
                  <a:lnTo>
                    <a:pt x="14023" y="265"/>
                  </a:lnTo>
                  <a:lnTo>
                    <a:pt x="12303" y="794"/>
                  </a:lnTo>
                  <a:lnTo>
                    <a:pt x="10716" y="1324"/>
                  </a:lnTo>
                  <a:lnTo>
                    <a:pt x="9261" y="2117"/>
                  </a:lnTo>
                  <a:lnTo>
                    <a:pt x="7805" y="2911"/>
                  </a:lnTo>
                  <a:lnTo>
                    <a:pt x="6350" y="3969"/>
                  </a:lnTo>
                  <a:lnTo>
                    <a:pt x="5160" y="5028"/>
                  </a:lnTo>
                  <a:lnTo>
                    <a:pt x="4101" y="6351"/>
                  </a:lnTo>
                  <a:lnTo>
                    <a:pt x="3043" y="7674"/>
                  </a:lnTo>
                  <a:lnTo>
                    <a:pt x="2117" y="9129"/>
                  </a:lnTo>
                  <a:lnTo>
                    <a:pt x="1455" y="10584"/>
                  </a:lnTo>
                  <a:lnTo>
                    <a:pt x="794" y="12171"/>
                  </a:lnTo>
                  <a:lnTo>
                    <a:pt x="397" y="13891"/>
                  </a:lnTo>
                  <a:lnTo>
                    <a:pt x="133" y="15611"/>
                  </a:lnTo>
                  <a:lnTo>
                    <a:pt x="0" y="17463"/>
                  </a:lnTo>
                  <a:lnTo>
                    <a:pt x="133" y="19183"/>
                  </a:lnTo>
                  <a:lnTo>
                    <a:pt x="397" y="20903"/>
                  </a:lnTo>
                  <a:lnTo>
                    <a:pt x="794" y="22623"/>
                  </a:lnTo>
                  <a:lnTo>
                    <a:pt x="1455" y="24210"/>
                  </a:lnTo>
                  <a:lnTo>
                    <a:pt x="2117" y="25798"/>
                  </a:lnTo>
                  <a:lnTo>
                    <a:pt x="3043" y="27120"/>
                  </a:lnTo>
                  <a:lnTo>
                    <a:pt x="4101" y="28576"/>
                  </a:lnTo>
                  <a:lnTo>
                    <a:pt x="5160" y="29766"/>
                  </a:lnTo>
                  <a:lnTo>
                    <a:pt x="6350" y="30957"/>
                  </a:lnTo>
                  <a:lnTo>
                    <a:pt x="7805" y="31883"/>
                  </a:lnTo>
                  <a:lnTo>
                    <a:pt x="9261" y="32809"/>
                  </a:lnTo>
                  <a:lnTo>
                    <a:pt x="10716" y="33470"/>
                  </a:lnTo>
                  <a:lnTo>
                    <a:pt x="12303" y="34132"/>
                  </a:lnTo>
                  <a:lnTo>
                    <a:pt x="14023" y="34529"/>
                  </a:lnTo>
                  <a:lnTo>
                    <a:pt x="15743" y="34793"/>
                  </a:lnTo>
                  <a:lnTo>
                    <a:pt x="17463" y="34926"/>
                  </a:lnTo>
                  <a:lnTo>
                    <a:pt x="19315" y="34793"/>
                  </a:lnTo>
                  <a:lnTo>
                    <a:pt x="21035" y="34529"/>
                  </a:lnTo>
                  <a:lnTo>
                    <a:pt x="22754" y="34132"/>
                  </a:lnTo>
                  <a:lnTo>
                    <a:pt x="24342" y="33470"/>
                  </a:lnTo>
                  <a:lnTo>
                    <a:pt x="25797" y="32809"/>
                  </a:lnTo>
                  <a:lnTo>
                    <a:pt x="27252" y="31883"/>
                  </a:lnTo>
                  <a:lnTo>
                    <a:pt x="28575" y="30957"/>
                  </a:lnTo>
                  <a:lnTo>
                    <a:pt x="29898" y="29766"/>
                  </a:lnTo>
                  <a:lnTo>
                    <a:pt x="30956" y="28576"/>
                  </a:lnTo>
                  <a:lnTo>
                    <a:pt x="32015" y="27120"/>
                  </a:lnTo>
                  <a:lnTo>
                    <a:pt x="32808" y="25798"/>
                  </a:lnTo>
                  <a:lnTo>
                    <a:pt x="33602" y="24210"/>
                  </a:lnTo>
                  <a:lnTo>
                    <a:pt x="34131" y="22623"/>
                  </a:lnTo>
                  <a:lnTo>
                    <a:pt x="34661" y="20903"/>
                  </a:lnTo>
                  <a:lnTo>
                    <a:pt x="34925" y="19183"/>
                  </a:lnTo>
                  <a:lnTo>
                    <a:pt x="34925" y="17463"/>
                  </a:lnTo>
                  <a:lnTo>
                    <a:pt x="34925" y="15611"/>
                  </a:lnTo>
                  <a:lnTo>
                    <a:pt x="34661" y="13891"/>
                  </a:lnTo>
                  <a:lnTo>
                    <a:pt x="34131" y="12171"/>
                  </a:lnTo>
                  <a:lnTo>
                    <a:pt x="33602" y="10584"/>
                  </a:lnTo>
                  <a:lnTo>
                    <a:pt x="32808" y="9129"/>
                  </a:lnTo>
                  <a:lnTo>
                    <a:pt x="32015" y="7674"/>
                  </a:lnTo>
                  <a:lnTo>
                    <a:pt x="30956" y="6351"/>
                  </a:lnTo>
                  <a:lnTo>
                    <a:pt x="29898" y="5028"/>
                  </a:lnTo>
                  <a:lnTo>
                    <a:pt x="28575" y="3969"/>
                  </a:lnTo>
                  <a:lnTo>
                    <a:pt x="27252" y="2911"/>
                  </a:lnTo>
                  <a:lnTo>
                    <a:pt x="25797" y="2117"/>
                  </a:lnTo>
                  <a:lnTo>
                    <a:pt x="24342" y="1324"/>
                  </a:lnTo>
                  <a:lnTo>
                    <a:pt x="22754" y="794"/>
                  </a:lnTo>
                  <a:lnTo>
                    <a:pt x="21035" y="265"/>
                  </a:lnTo>
                  <a:lnTo>
                    <a:pt x="19315"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2" name="Google Shape;1912;p154"/>
            <p:cNvSpPr/>
            <p:nvPr/>
          </p:nvSpPr>
          <p:spPr>
            <a:xfrm>
              <a:off x="1886575" y="1625347"/>
              <a:ext cx="18552" cy="18576"/>
            </a:xfrm>
            <a:custGeom>
              <a:avLst/>
              <a:gdLst/>
              <a:ahLst/>
              <a:cxnLst/>
              <a:rect l="l" t="t" r="r" b="b"/>
              <a:pathLst>
                <a:path w="9526" h="9526" fill="none" extrusionOk="0">
                  <a:moveTo>
                    <a:pt x="4763" y="1"/>
                  </a:moveTo>
                  <a:lnTo>
                    <a:pt x="4763" y="1"/>
                  </a:lnTo>
                  <a:lnTo>
                    <a:pt x="5821" y="1"/>
                  </a:lnTo>
                  <a:lnTo>
                    <a:pt x="6615" y="398"/>
                  </a:lnTo>
                  <a:lnTo>
                    <a:pt x="7541" y="794"/>
                  </a:lnTo>
                  <a:lnTo>
                    <a:pt x="8202" y="1324"/>
                  </a:lnTo>
                  <a:lnTo>
                    <a:pt x="8731" y="2117"/>
                  </a:lnTo>
                  <a:lnTo>
                    <a:pt x="9261" y="2911"/>
                  </a:lnTo>
                  <a:lnTo>
                    <a:pt x="9525" y="3705"/>
                  </a:lnTo>
                  <a:lnTo>
                    <a:pt x="9525" y="4763"/>
                  </a:lnTo>
                  <a:lnTo>
                    <a:pt x="9525" y="4763"/>
                  </a:lnTo>
                  <a:lnTo>
                    <a:pt x="9525" y="5689"/>
                  </a:lnTo>
                  <a:lnTo>
                    <a:pt x="9261" y="6615"/>
                  </a:lnTo>
                  <a:lnTo>
                    <a:pt x="8731" y="7409"/>
                  </a:lnTo>
                  <a:lnTo>
                    <a:pt x="8202" y="8070"/>
                  </a:lnTo>
                  <a:lnTo>
                    <a:pt x="7541" y="8732"/>
                  </a:lnTo>
                  <a:lnTo>
                    <a:pt x="6615" y="9129"/>
                  </a:lnTo>
                  <a:lnTo>
                    <a:pt x="5821" y="9393"/>
                  </a:lnTo>
                  <a:lnTo>
                    <a:pt x="4763" y="9526"/>
                  </a:lnTo>
                  <a:lnTo>
                    <a:pt x="4763" y="9526"/>
                  </a:lnTo>
                  <a:lnTo>
                    <a:pt x="3837" y="9393"/>
                  </a:lnTo>
                  <a:lnTo>
                    <a:pt x="2911" y="9129"/>
                  </a:lnTo>
                  <a:lnTo>
                    <a:pt x="2117" y="8732"/>
                  </a:lnTo>
                  <a:lnTo>
                    <a:pt x="1455" y="8070"/>
                  </a:lnTo>
                  <a:lnTo>
                    <a:pt x="926" y="7409"/>
                  </a:lnTo>
                  <a:lnTo>
                    <a:pt x="397" y="6615"/>
                  </a:lnTo>
                  <a:lnTo>
                    <a:pt x="132" y="5689"/>
                  </a:lnTo>
                  <a:lnTo>
                    <a:pt x="0" y="4763"/>
                  </a:lnTo>
                  <a:lnTo>
                    <a:pt x="0" y="4763"/>
                  </a:lnTo>
                  <a:lnTo>
                    <a:pt x="132" y="3705"/>
                  </a:lnTo>
                  <a:lnTo>
                    <a:pt x="397" y="2911"/>
                  </a:lnTo>
                  <a:lnTo>
                    <a:pt x="926" y="2117"/>
                  </a:lnTo>
                  <a:lnTo>
                    <a:pt x="1455" y="1324"/>
                  </a:lnTo>
                  <a:lnTo>
                    <a:pt x="2117" y="794"/>
                  </a:lnTo>
                  <a:lnTo>
                    <a:pt x="2911" y="398"/>
                  </a:lnTo>
                  <a:lnTo>
                    <a:pt x="3837" y="1"/>
                  </a:lnTo>
                  <a:lnTo>
                    <a:pt x="4763" y="1"/>
                  </a:lnTo>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3" name="Google Shape;1913;p154"/>
            <p:cNvSpPr/>
            <p:nvPr/>
          </p:nvSpPr>
          <p:spPr>
            <a:xfrm>
              <a:off x="1861842" y="1600582"/>
              <a:ext cx="68018" cy="68106"/>
            </a:xfrm>
            <a:custGeom>
              <a:avLst/>
              <a:gdLst/>
              <a:ahLst/>
              <a:cxnLst/>
              <a:rect l="l" t="t" r="r" b="b"/>
              <a:pathLst>
                <a:path w="34926" h="34926" fill="none" extrusionOk="0">
                  <a:moveTo>
                    <a:pt x="17463" y="1"/>
                  </a:moveTo>
                  <a:lnTo>
                    <a:pt x="17463" y="1"/>
                  </a:lnTo>
                  <a:lnTo>
                    <a:pt x="15743" y="1"/>
                  </a:lnTo>
                  <a:lnTo>
                    <a:pt x="14023" y="265"/>
                  </a:lnTo>
                  <a:lnTo>
                    <a:pt x="12303" y="794"/>
                  </a:lnTo>
                  <a:lnTo>
                    <a:pt x="10716" y="1324"/>
                  </a:lnTo>
                  <a:lnTo>
                    <a:pt x="9261" y="2117"/>
                  </a:lnTo>
                  <a:lnTo>
                    <a:pt x="7805" y="2911"/>
                  </a:lnTo>
                  <a:lnTo>
                    <a:pt x="6350" y="3969"/>
                  </a:lnTo>
                  <a:lnTo>
                    <a:pt x="5160" y="5028"/>
                  </a:lnTo>
                  <a:lnTo>
                    <a:pt x="4101" y="6351"/>
                  </a:lnTo>
                  <a:lnTo>
                    <a:pt x="3043" y="7674"/>
                  </a:lnTo>
                  <a:lnTo>
                    <a:pt x="2117" y="9129"/>
                  </a:lnTo>
                  <a:lnTo>
                    <a:pt x="1455" y="10584"/>
                  </a:lnTo>
                  <a:lnTo>
                    <a:pt x="794" y="12171"/>
                  </a:lnTo>
                  <a:lnTo>
                    <a:pt x="397" y="13891"/>
                  </a:lnTo>
                  <a:lnTo>
                    <a:pt x="133" y="15611"/>
                  </a:lnTo>
                  <a:lnTo>
                    <a:pt x="0" y="17463"/>
                  </a:lnTo>
                  <a:lnTo>
                    <a:pt x="0" y="17463"/>
                  </a:lnTo>
                  <a:lnTo>
                    <a:pt x="133" y="19183"/>
                  </a:lnTo>
                  <a:lnTo>
                    <a:pt x="397" y="20903"/>
                  </a:lnTo>
                  <a:lnTo>
                    <a:pt x="794" y="22623"/>
                  </a:lnTo>
                  <a:lnTo>
                    <a:pt x="1455" y="24210"/>
                  </a:lnTo>
                  <a:lnTo>
                    <a:pt x="2117" y="25798"/>
                  </a:lnTo>
                  <a:lnTo>
                    <a:pt x="3043" y="27120"/>
                  </a:lnTo>
                  <a:lnTo>
                    <a:pt x="4101" y="28576"/>
                  </a:lnTo>
                  <a:lnTo>
                    <a:pt x="5160" y="29766"/>
                  </a:lnTo>
                  <a:lnTo>
                    <a:pt x="6350" y="30957"/>
                  </a:lnTo>
                  <a:lnTo>
                    <a:pt x="7805" y="31883"/>
                  </a:lnTo>
                  <a:lnTo>
                    <a:pt x="9261" y="32809"/>
                  </a:lnTo>
                  <a:lnTo>
                    <a:pt x="10716" y="33470"/>
                  </a:lnTo>
                  <a:lnTo>
                    <a:pt x="12303" y="34132"/>
                  </a:lnTo>
                  <a:lnTo>
                    <a:pt x="14023" y="34529"/>
                  </a:lnTo>
                  <a:lnTo>
                    <a:pt x="15743" y="34793"/>
                  </a:lnTo>
                  <a:lnTo>
                    <a:pt x="17463" y="34926"/>
                  </a:lnTo>
                  <a:lnTo>
                    <a:pt x="17463" y="34926"/>
                  </a:lnTo>
                  <a:lnTo>
                    <a:pt x="19315" y="34793"/>
                  </a:lnTo>
                  <a:lnTo>
                    <a:pt x="21035" y="34529"/>
                  </a:lnTo>
                  <a:lnTo>
                    <a:pt x="22754" y="34132"/>
                  </a:lnTo>
                  <a:lnTo>
                    <a:pt x="24342" y="33470"/>
                  </a:lnTo>
                  <a:lnTo>
                    <a:pt x="25797" y="32809"/>
                  </a:lnTo>
                  <a:lnTo>
                    <a:pt x="27252" y="31883"/>
                  </a:lnTo>
                  <a:lnTo>
                    <a:pt x="28575" y="30957"/>
                  </a:lnTo>
                  <a:lnTo>
                    <a:pt x="29898" y="29766"/>
                  </a:lnTo>
                  <a:lnTo>
                    <a:pt x="30956" y="28576"/>
                  </a:lnTo>
                  <a:lnTo>
                    <a:pt x="32015" y="27120"/>
                  </a:lnTo>
                  <a:lnTo>
                    <a:pt x="32808" y="25798"/>
                  </a:lnTo>
                  <a:lnTo>
                    <a:pt x="33602" y="24210"/>
                  </a:lnTo>
                  <a:lnTo>
                    <a:pt x="34131" y="22623"/>
                  </a:lnTo>
                  <a:lnTo>
                    <a:pt x="34661" y="20903"/>
                  </a:lnTo>
                  <a:lnTo>
                    <a:pt x="34925" y="19183"/>
                  </a:lnTo>
                  <a:lnTo>
                    <a:pt x="34925" y="17463"/>
                  </a:lnTo>
                  <a:lnTo>
                    <a:pt x="34925" y="17463"/>
                  </a:lnTo>
                  <a:lnTo>
                    <a:pt x="34925" y="15611"/>
                  </a:lnTo>
                  <a:lnTo>
                    <a:pt x="34661" y="13891"/>
                  </a:lnTo>
                  <a:lnTo>
                    <a:pt x="34131" y="12171"/>
                  </a:lnTo>
                  <a:lnTo>
                    <a:pt x="33602" y="10584"/>
                  </a:lnTo>
                  <a:lnTo>
                    <a:pt x="32808" y="9129"/>
                  </a:lnTo>
                  <a:lnTo>
                    <a:pt x="32015" y="7674"/>
                  </a:lnTo>
                  <a:lnTo>
                    <a:pt x="30956" y="6351"/>
                  </a:lnTo>
                  <a:lnTo>
                    <a:pt x="29898" y="5028"/>
                  </a:lnTo>
                  <a:lnTo>
                    <a:pt x="28575" y="3969"/>
                  </a:lnTo>
                  <a:lnTo>
                    <a:pt x="27252" y="2911"/>
                  </a:lnTo>
                  <a:lnTo>
                    <a:pt x="25797" y="2117"/>
                  </a:lnTo>
                  <a:lnTo>
                    <a:pt x="24342" y="1324"/>
                  </a:lnTo>
                  <a:lnTo>
                    <a:pt x="22754" y="794"/>
                  </a:lnTo>
                  <a:lnTo>
                    <a:pt x="21035" y="265"/>
                  </a:lnTo>
                  <a:lnTo>
                    <a:pt x="19315" y="1"/>
                  </a:lnTo>
                  <a:lnTo>
                    <a:pt x="17463" y="1"/>
                  </a:lnTo>
                  <a:lnTo>
                    <a:pt x="17463" y="1"/>
                  </a:lnTo>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4" name="Google Shape;1914;p154"/>
            <p:cNvSpPr/>
            <p:nvPr/>
          </p:nvSpPr>
          <p:spPr>
            <a:xfrm>
              <a:off x="1762909" y="1474436"/>
              <a:ext cx="68018" cy="68104"/>
            </a:xfrm>
            <a:custGeom>
              <a:avLst/>
              <a:gdLst/>
              <a:ahLst/>
              <a:cxnLst/>
              <a:rect l="l" t="t" r="r" b="b"/>
              <a:pathLst>
                <a:path w="34926" h="34925" extrusionOk="0">
                  <a:moveTo>
                    <a:pt x="18389" y="12700"/>
                  </a:moveTo>
                  <a:lnTo>
                    <a:pt x="19315" y="12965"/>
                  </a:lnTo>
                  <a:lnTo>
                    <a:pt x="20109" y="13494"/>
                  </a:lnTo>
                  <a:lnTo>
                    <a:pt x="20770" y="14023"/>
                  </a:lnTo>
                  <a:lnTo>
                    <a:pt x="21432" y="14684"/>
                  </a:lnTo>
                  <a:lnTo>
                    <a:pt x="21828" y="15610"/>
                  </a:lnTo>
                  <a:lnTo>
                    <a:pt x="22093" y="16404"/>
                  </a:lnTo>
                  <a:lnTo>
                    <a:pt x="22225" y="17463"/>
                  </a:lnTo>
                  <a:lnTo>
                    <a:pt x="22093" y="18389"/>
                  </a:lnTo>
                  <a:lnTo>
                    <a:pt x="21828" y="19315"/>
                  </a:lnTo>
                  <a:lnTo>
                    <a:pt x="21432" y="20108"/>
                  </a:lnTo>
                  <a:lnTo>
                    <a:pt x="20770" y="20770"/>
                  </a:lnTo>
                  <a:lnTo>
                    <a:pt x="20109" y="21299"/>
                  </a:lnTo>
                  <a:lnTo>
                    <a:pt x="19315" y="21828"/>
                  </a:lnTo>
                  <a:lnTo>
                    <a:pt x="18389" y="22093"/>
                  </a:lnTo>
                  <a:lnTo>
                    <a:pt x="17463" y="22225"/>
                  </a:lnTo>
                  <a:lnTo>
                    <a:pt x="16537" y="22093"/>
                  </a:lnTo>
                  <a:lnTo>
                    <a:pt x="15611" y="21828"/>
                  </a:lnTo>
                  <a:lnTo>
                    <a:pt x="14817" y="21299"/>
                  </a:lnTo>
                  <a:lnTo>
                    <a:pt x="14023" y="20770"/>
                  </a:lnTo>
                  <a:lnTo>
                    <a:pt x="13494" y="20108"/>
                  </a:lnTo>
                  <a:lnTo>
                    <a:pt x="13097" y="19315"/>
                  </a:lnTo>
                  <a:lnTo>
                    <a:pt x="12833" y="18389"/>
                  </a:lnTo>
                  <a:lnTo>
                    <a:pt x="12700" y="17463"/>
                  </a:lnTo>
                  <a:lnTo>
                    <a:pt x="12833" y="16404"/>
                  </a:lnTo>
                  <a:lnTo>
                    <a:pt x="13097" y="15610"/>
                  </a:lnTo>
                  <a:lnTo>
                    <a:pt x="13494" y="14684"/>
                  </a:lnTo>
                  <a:lnTo>
                    <a:pt x="14023" y="14023"/>
                  </a:lnTo>
                  <a:lnTo>
                    <a:pt x="14817" y="13494"/>
                  </a:lnTo>
                  <a:lnTo>
                    <a:pt x="15611" y="12965"/>
                  </a:lnTo>
                  <a:lnTo>
                    <a:pt x="16537" y="12700"/>
                  </a:lnTo>
                  <a:close/>
                  <a:moveTo>
                    <a:pt x="15611" y="0"/>
                  </a:moveTo>
                  <a:lnTo>
                    <a:pt x="13891" y="265"/>
                  </a:lnTo>
                  <a:lnTo>
                    <a:pt x="12303" y="794"/>
                  </a:lnTo>
                  <a:lnTo>
                    <a:pt x="10716" y="1323"/>
                  </a:lnTo>
                  <a:lnTo>
                    <a:pt x="9128" y="2117"/>
                  </a:lnTo>
                  <a:lnTo>
                    <a:pt x="7673" y="2910"/>
                  </a:lnTo>
                  <a:lnTo>
                    <a:pt x="6350" y="3969"/>
                  </a:lnTo>
                  <a:lnTo>
                    <a:pt x="5160" y="5027"/>
                  </a:lnTo>
                  <a:lnTo>
                    <a:pt x="3969" y="6350"/>
                  </a:lnTo>
                  <a:lnTo>
                    <a:pt x="2911" y="7673"/>
                  </a:lnTo>
                  <a:lnTo>
                    <a:pt x="2117" y="9128"/>
                  </a:lnTo>
                  <a:lnTo>
                    <a:pt x="1323" y="10583"/>
                  </a:lnTo>
                  <a:lnTo>
                    <a:pt x="794" y="12171"/>
                  </a:lnTo>
                  <a:lnTo>
                    <a:pt x="397" y="13891"/>
                  </a:lnTo>
                  <a:lnTo>
                    <a:pt x="133" y="15610"/>
                  </a:lnTo>
                  <a:lnTo>
                    <a:pt x="0" y="17463"/>
                  </a:lnTo>
                  <a:lnTo>
                    <a:pt x="133" y="19182"/>
                  </a:lnTo>
                  <a:lnTo>
                    <a:pt x="397" y="20902"/>
                  </a:lnTo>
                  <a:lnTo>
                    <a:pt x="794" y="22622"/>
                  </a:lnTo>
                  <a:lnTo>
                    <a:pt x="1323" y="24209"/>
                  </a:lnTo>
                  <a:lnTo>
                    <a:pt x="2117" y="25665"/>
                  </a:lnTo>
                  <a:lnTo>
                    <a:pt x="2911" y="27120"/>
                  </a:lnTo>
                  <a:lnTo>
                    <a:pt x="3969" y="28443"/>
                  </a:lnTo>
                  <a:lnTo>
                    <a:pt x="5160" y="29766"/>
                  </a:lnTo>
                  <a:lnTo>
                    <a:pt x="6350" y="30824"/>
                  </a:lnTo>
                  <a:lnTo>
                    <a:pt x="7673" y="31882"/>
                  </a:lnTo>
                  <a:lnTo>
                    <a:pt x="9128" y="32808"/>
                  </a:lnTo>
                  <a:lnTo>
                    <a:pt x="10716" y="33470"/>
                  </a:lnTo>
                  <a:lnTo>
                    <a:pt x="12303" y="34131"/>
                  </a:lnTo>
                  <a:lnTo>
                    <a:pt x="13891" y="34528"/>
                  </a:lnTo>
                  <a:lnTo>
                    <a:pt x="15611" y="34793"/>
                  </a:lnTo>
                  <a:lnTo>
                    <a:pt x="17463" y="34925"/>
                  </a:lnTo>
                  <a:lnTo>
                    <a:pt x="19183" y="34793"/>
                  </a:lnTo>
                  <a:lnTo>
                    <a:pt x="20902" y="34528"/>
                  </a:lnTo>
                  <a:lnTo>
                    <a:pt x="22622" y="34131"/>
                  </a:lnTo>
                  <a:lnTo>
                    <a:pt x="24210" y="33470"/>
                  </a:lnTo>
                  <a:lnTo>
                    <a:pt x="25797" y="32808"/>
                  </a:lnTo>
                  <a:lnTo>
                    <a:pt x="27252" y="31882"/>
                  </a:lnTo>
                  <a:lnTo>
                    <a:pt x="28575" y="30824"/>
                  </a:lnTo>
                  <a:lnTo>
                    <a:pt x="29766" y="29766"/>
                  </a:lnTo>
                  <a:lnTo>
                    <a:pt x="30957" y="28443"/>
                  </a:lnTo>
                  <a:lnTo>
                    <a:pt x="31883" y="27120"/>
                  </a:lnTo>
                  <a:lnTo>
                    <a:pt x="32809" y="25665"/>
                  </a:lnTo>
                  <a:lnTo>
                    <a:pt x="33470" y="24209"/>
                  </a:lnTo>
                  <a:lnTo>
                    <a:pt x="34132" y="22622"/>
                  </a:lnTo>
                  <a:lnTo>
                    <a:pt x="34528" y="20902"/>
                  </a:lnTo>
                  <a:lnTo>
                    <a:pt x="34793" y="19182"/>
                  </a:lnTo>
                  <a:lnTo>
                    <a:pt x="34925" y="17463"/>
                  </a:lnTo>
                  <a:lnTo>
                    <a:pt x="34793" y="15610"/>
                  </a:lnTo>
                  <a:lnTo>
                    <a:pt x="34528" y="13891"/>
                  </a:lnTo>
                  <a:lnTo>
                    <a:pt x="34132" y="12171"/>
                  </a:lnTo>
                  <a:lnTo>
                    <a:pt x="33470" y="10583"/>
                  </a:lnTo>
                  <a:lnTo>
                    <a:pt x="32809" y="9128"/>
                  </a:lnTo>
                  <a:lnTo>
                    <a:pt x="31883" y="7673"/>
                  </a:lnTo>
                  <a:lnTo>
                    <a:pt x="30957" y="6350"/>
                  </a:lnTo>
                  <a:lnTo>
                    <a:pt x="29766" y="5027"/>
                  </a:lnTo>
                  <a:lnTo>
                    <a:pt x="28575" y="3969"/>
                  </a:lnTo>
                  <a:lnTo>
                    <a:pt x="27252" y="2910"/>
                  </a:lnTo>
                  <a:lnTo>
                    <a:pt x="25797" y="2117"/>
                  </a:lnTo>
                  <a:lnTo>
                    <a:pt x="24210" y="1323"/>
                  </a:lnTo>
                  <a:lnTo>
                    <a:pt x="22622" y="794"/>
                  </a:lnTo>
                  <a:lnTo>
                    <a:pt x="20902" y="265"/>
                  </a:lnTo>
                  <a:lnTo>
                    <a:pt x="19183"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5" name="Google Shape;1915;p154"/>
            <p:cNvSpPr/>
            <p:nvPr/>
          </p:nvSpPr>
          <p:spPr>
            <a:xfrm>
              <a:off x="1787642" y="1499201"/>
              <a:ext cx="18552" cy="18574"/>
            </a:xfrm>
            <a:custGeom>
              <a:avLst/>
              <a:gdLst/>
              <a:ahLst/>
              <a:cxnLst/>
              <a:rect l="l" t="t" r="r" b="b"/>
              <a:pathLst>
                <a:path w="9526" h="9525" fill="none" extrusionOk="0">
                  <a:moveTo>
                    <a:pt x="4763" y="0"/>
                  </a:moveTo>
                  <a:lnTo>
                    <a:pt x="4763" y="0"/>
                  </a:lnTo>
                  <a:lnTo>
                    <a:pt x="5689" y="0"/>
                  </a:lnTo>
                  <a:lnTo>
                    <a:pt x="6615" y="265"/>
                  </a:lnTo>
                  <a:lnTo>
                    <a:pt x="7409" y="794"/>
                  </a:lnTo>
                  <a:lnTo>
                    <a:pt x="8070" y="1323"/>
                  </a:lnTo>
                  <a:lnTo>
                    <a:pt x="8732" y="1984"/>
                  </a:lnTo>
                  <a:lnTo>
                    <a:pt x="9128" y="2910"/>
                  </a:lnTo>
                  <a:lnTo>
                    <a:pt x="9393" y="3704"/>
                  </a:lnTo>
                  <a:lnTo>
                    <a:pt x="9525" y="4763"/>
                  </a:lnTo>
                  <a:lnTo>
                    <a:pt x="9525" y="4763"/>
                  </a:lnTo>
                  <a:lnTo>
                    <a:pt x="9393" y="5689"/>
                  </a:lnTo>
                  <a:lnTo>
                    <a:pt x="9128" y="6615"/>
                  </a:lnTo>
                  <a:lnTo>
                    <a:pt x="8732" y="7408"/>
                  </a:lnTo>
                  <a:lnTo>
                    <a:pt x="8070" y="8070"/>
                  </a:lnTo>
                  <a:lnTo>
                    <a:pt x="7409" y="8599"/>
                  </a:lnTo>
                  <a:lnTo>
                    <a:pt x="6615" y="9128"/>
                  </a:lnTo>
                  <a:lnTo>
                    <a:pt x="5689" y="9393"/>
                  </a:lnTo>
                  <a:lnTo>
                    <a:pt x="4763" y="9525"/>
                  </a:lnTo>
                  <a:lnTo>
                    <a:pt x="4763" y="9525"/>
                  </a:lnTo>
                  <a:lnTo>
                    <a:pt x="3837" y="9393"/>
                  </a:lnTo>
                  <a:lnTo>
                    <a:pt x="2911" y="9128"/>
                  </a:lnTo>
                  <a:lnTo>
                    <a:pt x="2117" y="8599"/>
                  </a:lnTo>
                  <a:lnTo>
                    <a:pt x="1323" y="8070"/>
                  </a:lnTo>
                  <a:lnTo>
                    <a:pt x="794" y="7408"/>
                  </a:lnTo>
                  <a:lnTo>
                    <a:pt x="397" y="6615"/>
                  </a:lnTo>
                  <a:lnTo>
                    <a:pt x="133" y="5689"/>
                  </a:lnTo>
                  <a:lnTo>
                    <a:pt x="0" y="4763"/>
                  </a:lnTo>
                  <a:lnTo>
                    <a:pt x="0" y="4763"/>
                  </a:lnTo>
                  <a:lnTo>
                    <a:pt x="133" y="3704"/>
                  </a:lnTo>
                  <a:lnTo>
                    <a:pt x="397" y="2910"/>
                  </a:lnTo>
                  <a:lnTo>
                    <a:pt x="794" y="1984"/>
                  </a:lnTo>
                  <a:lnTo>
                    <a:pt x="1323" y="1323"/>
                  </a:lnTo>
                  <a:lnTo>
                    <a:pt x="2117" y="794"/>
                  </a:lnTo>
                  <a:lnTo>
                    <a:pt x="2911" y="265"/>
                  </a:lnTo>
                  <a:lnTo>
                    <a:pt x="3837" y="0"/>
                  </a:lnTo>
                  <a:lnTo>
                    <a:pt x="4763" y="0"/>
                  </a:lnTo>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6" name="Google Shape;1916;p154"/>
            <p:cNvSpPr/>
            <p:nvPr/>
          </p:nvSpPr>
          <p:spPr>
            <a:xfrm>
              <a:off x="1762909" y="1474436"/>
              <a:ext cx="68018" cy="68104"/>
            </a:xfrm>
            <a:custGeom>
              <a:avLst/>
              <a:gdLst/>
              <a:ahLst/>
              <a:cxnLst/>
              <a:rect l="l" t="t" r="r" b="b"/>
              <a:pathLst>
                <a:path w="34926" h="34925" fill="none" extrusionOk="0">
                  <a:moveTo>
                    <a:pt x="17463" y="0"/>
                  </a:moveTo>
                  <a:lnTo>
                    <a:pt x="17463" y="0"/>
                  </a:lnTo>
                  <a:lnTo>
                    <a:pt x="15611" y="0"/>
                  </a:lnTo>
                  <a:lnTo>
                    <a:pt x="13891" y="265"/>
                  </a:lnTo>
                  <a:lnTo>
                    <a:pt x="12303" y="794"/>
                  </a:lnTo>
                  <a:lnTo>
                    <a:pt x="10716" y="1323"/>
                  </a:lnTo>
                  <a:lnTo>
                    <a:pt x="9128" y="2117"/>
                  </a:lnTo>
                  <a:lnTo>
                    <a:pt x="7673" y="2910"/>
                  </a:lnTo>
                  <a:lnTo>
                    <a:pt x="6350" y="3969"/>
                  </a:lnTo>
                  <a:lnTo>
                    <a:pt x="5160" y="5027"/>
                  </a:lnTo>
                  <a:lnTo>
                    <a:pt x="3969" y="6350"/>
                  </a:lnTo>
                  <a:lnTo>
                    <a:pt x="2911" y="7673"/>
                  </a:lnTo>
                  <a:lnTo>
                    <a:pt x="2117" y="9128"/>
                  </a:lnTo>
                  <a:lnTo>
                    <a:pt x="1323" y="10583"/>
                  </a:lnTo>
                  <a:lnTo>
                    <a:pt x="794" y="12171"/>
                  </a:lnTo>
                  <a:lnTo>
                    <a:pt x="397" y="13891"/>
                  </a:lnTo>
                  <a:lnTo>
                    <a:pt x="133" y="15610"/>
                  </a:lnTo>
                  <a:lnTo>
                    <a:pt x="0" y="17463"/>
                  </a:lnTo>
                  <a:lnTo>
                    <a:pt x="0" y="17463"/>
                  </a:lnTo>
                  <a:lnTo>
                    <a:pt x="133" y="19182"/>
                  </a:lnTo>
                  <a:lnTo>
                    <a:pt x="397" y="20902"/>
                  </a:lnTo>
                  <a:lnTo>
                    <a:pt x="794" y="22622"/>
                  </a:lnTo>
                  <a:lnTo>
                    <a:pt x="1323" y="24209"/>
                  </a:lnTo>
                  <a:lnTo>
                    <a:pt x="2117" y="25665"/>
                  </a:lnTo>
                  <a:lnTo>
                    <a:pt x="2911" y="27120"/>
                  </a:lnTo>
                  <a:lnTo>
                    <a:pt x="3969" y="28443"/>
                  </a:lnTo>
                  <a:lnTo>
                    <a:pt x="5160" y="29766"/>
                  </a:lnTo>
                  <a:lnTo>
                    <a:pt x="6350" y="30824"/>
                  </a:lnTo>
                  <a:lnTo>
                    <a:pt x="7673" y="31882"/>
                  </a:lnTo>
                  <a:lnTo>
                    <a:pt x="9128" y="32808"/>
                  </a:lnTo>
                  <a:lnTo>
                    <a:pt x="10716" y="33470"/>
                  </a:lnTo>
                  <a:lnTo>
                    <a:pt x="12303" y="34131"/>
                  </a:lnTo>
                  <a:lnTo>
                    <a:pt x="13891" y="34528"/>
                  </a:lnTo>
                  <a:lnTo>
                    <a:pt x="15611" y="34793"/>
                  </a:lnTo>
                  <a:lnTo>
                    <a:pt x="17463" y="34925"/>
                  </a:lnTo>
                  <a:lnTo>
                    <a:pt x="17463" y="34925"/>
                  </a:lnTo>
                  <a:lnTo>
                    <a:pt x="19183" y="34793"/>
                  </a:lnTo>
                  <a:lnTo>
                    <a:pt x="20902" y="34528"/>
                  </a:lnTo>
                  <a:lnTo>
                    <a:pt x="22622" y="34131"/>
                  </a:lnTo>
                  <a:lnTo>
                    <a:pt x="24210" y="33470"/>
                  </a:lnTo>
                  <a:lnTo>
                    <a:pt x="25797" y="32808"/>
                  </a:lnTo>
                  <a:lnTo>
                    <a:pt x="27252" y="31882"/>
                  </a:lnTo>
                  <a:lnTo>
                    <a:pt x="28575" y="30824"/>
                  </a:lnTo>
                  <a:lnTo>
                    <a:pt x="29766" y="29766"/>
                  </a:lnTo>
                  <a:lnTo>
                    <a:pt x="30957" y="28443"/>
                  </a:lnTo>
                  <a:lnTo>
                    <a:pt x="31883" y="27120"/>
                  </a:lnTo>
                  <a:lnTo>
                    <a:pt x="32809" y="25665"/>
                  </a:lnTo>
                  <a:lnTo>
                    <a:pt x="33470" y="24209"/>
                  </a:lnTo>
                  <a:lnTo>
                    <a:pt x="34132" y="22622"/>
                  </a:lnTo>
                  <a:lnTo>
                    <a:pt x="34528" y="20902"/>
                  </a:lnTo>
                  <a:lnTo>
                    <a:pt x="34793" y="19182"/>
                  </a:lnTo>
                  <a:lnTo>
                    <a:pt x="34925" y="17463"/>
                  </a:lnTo>
                  <a:lnTo>
                    <a:pt x="34925" y="17463"/>
                  </a:lnTo>
                  <a:lnTo>
                    <a:pt x="34793" y="15610"/>
                  </a:lnTo>
                  <a:lnTo>
                    <a:pt x="34528" y="13891"/>
                  </a:lnTo>
                  <a:lnTo>
                    <a:pt x="34132" y="12171"/>
                  </a:lnTo>
                  <a:lnTo>
                    <a:pt x="33470" y="10583"/>
                  </a:lnTo>
                  <a:lnTo>
                    <a:pt x="32809" y="9128"/>
                  </a:lnTo>
                  <a:lnTo>
                    <a:pt x="31883" y="7673"/>
                  </a:lnTo>
                  <a:lnTo>
                    <a:pt x="30957" y="6350"/>
                  </a:lnTo>
                  <a:lnTo>
                    <a:pt x="29766" y="5027"/>
                  </a:lnTo>
                  <a:lnTo>
                    <a:pt x="28575" y="3969"/>
                  </a:lnTo>
                  <a:lnTo>
                    <a:pt x="27252" y="2910"/>
                  </a:lnTo>
                  <a:lnTo>
                    <a:pt x="25797" y="2117"/>
                  </a:lnTo>
                  <a:lnTo>
                    <a:pt x="24210" y="1323"/>
                  </a:lnTo>
                  <a:lnTo>
                    <a:pt x="22622" y="794"/>
                  </a:lnTo>
                  <a:lnTo>
                    <a:pt x="20902" y="265"/>
                  </a:lnTo>
                  <a:lnTo>
                    <a:pt x="19183" y="0"/>
                  </a:lnTo>
                  <a:lnTo>
                    <a:pt x="17463" y="0"/>
                  </a:lnTo>
                  <a:lnTo>
                    <a:pt x="17463" y="0"/>
                  </a:lnTo>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7" name="Google Shape;1917;p154"/>
            <p:cNvSpPr/>
            <p:nvPr/>
          </p:nvSpPr>
          <p:spPr>
            <a:xfrm>
              <a:off x="1745132" y="1774194"/>
              <a:ext cx="84506" cy="24767"/>
            </a:xfrm>
            <a:custGeom>
              <a:avLst/>
              <a:gdLst/>
              <a:ahLst/>
              <a:cxnLst/>
              <a:rect l="l" t="t" r="r" b="b"/>
              <a:pathLst>
                <a:path w="43392" h="12701" extrusionOk="0">
                  <a:moveTo>
                    <a:pt x="0" y="1"/>
                  </a:moveTo>
                  <a:lnTo>
                    <a:pt x="0" y="12701"/>
                  </a:lnTo>
                  <a:lnTo>
                    <a:pt x="43392" y="12701"/>
                  </a:lnTo>
                  <a:lnTo>
                    <a:pt x="43392"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8" name="Google Shape;1918;p154"/>
            <p:cNvSpPr/>
            <p:nvPr/>
          </p:nvSpPr>
          <p:spPr>
            <a:xfrm>
              <a:off x="1728385" y="1710219"/>
              <a:ext cx="24735" cy="151172"/>
            </a:xfrm>
            <a:custGeom>
              <a:avLst/>
              <a:gdLst/>
              <a:ahLst/>
              <a:cxnLst/>
              <a:rect l="l" t="t" r="r" b="b"/>
              <a:pathLst>
                <a:path w="12701" h="77524" extrusionOk="0">
                  <a:moveTo>
                    <a:pt x="0" y="1"/>
                  </a:moveTo>
                  <a:lnTo>
                    <a:pt x="0" y="77524"/>
                  </a:lnTo>
                  <a:lnTo>
                    <a:pt x="12700" y="77524"/>
                  </a:lnTo>
                  <a:lnTo>
                    <a:pt x="12700"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9" name="Google Shape;1919;p154"/>
            <p:cNvSpPr/>
            <p:nvPr/>
          </p:nvSpPr>
          <p:spPr>
            <a:xfrm>
              <a:off x="1728385" y="1496105"/>
              <a:ext cx="24735" cy="150914"/>
            </a:xfrm>
            <a:custGeom>
              <a:avLst/>
              <a:gdLst/>
              <a:ahLst/>
              <a:cxnLst/>
              <a:rect l="l" t="t" r="r" b="b"/>
              <a:pathLst>
                <a:path w="12701" h="77392" extrusionOk="0">
                  <a:moveTo>
                    <a:pt x="0" y="1"/>
                  </a:moveTo>
                  <a:lnTo>
                    <a:pt x="0" y="77391"/>
                  </a:lnTo>
                  <a:lnTo>
                    <a:pt x="12700" y="77391"/>
                  </a:lnTo>
                  <a:lnTo>
                    <a:pt x="12700"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0" name="Google Shape;1920;p154"/>
            <p:cNvSpPr/>
            <p:nvPr/>
          </p:nvSpPr>
          <p:spPr>
            <a:xfrm>
              <a:off x="1745132" y="1710219"/>
              <a:ext cx="127789" cy="24767"/>
            </a:xfrm>
            <a:custGeom>
              <a:avLst/>
              <a:gdLst/>
              <a:ahLst/>
              <a:cxnLst/>
              <a:rect l="l" t="t" r="r" b="b"/>
              <a:pathLst>
                <a:path w="65617" h="12701" extrusionOk="0">
                  <a:moveTo>
                    <a:pt x="0" y="1"/>
                  </a:moveTo>
                  <a:lnTo>
                    <a:pt x="0" y="12701"/>
                  </a:lnTo>
                  <a:lnTo>
                    <a:pt x="65617" y="12701"/>
                  </a:lnTo>
                  <a:lnTo>
                    <a:pt x="65617"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1" name="Google Shape;1921;p154"/>
            <p:cNvSpPr/>
            <p:nvPr/>
          </p:nvSpPr>
          <p:spPr>
            <a:xfrm>
              <a:off x="1745132" y="1622252"/>
              <a:ext cx="127789" cy="24767"/>
            </a:xfrm>
            <a:custGeom>
              <a:avLst/>
              <a:gdLst/>
              <a:ahLst/>
              <a:cxnLst/>
              <a:rect l="l" t="t" r="r" b="b"/>
              <a:pathLst>
                <a:path w="65617" h="12701" extrusionOk="0">
                  <a:moveTo>
                    <a:pt x="0" y="0"/>
                  </a:moveTo>
                  <a:lnTo>
                    <a:pt x="0" y="12700"/>
                  </a:lnTo>
                  <a:lnTo>
                    <a:pt x="65617" y="12700"/>
                  </a:lnTo>
                  <a:lnTo>
                    <a:pt x="65617"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2" name="Google Shape;1922;p154"/>
            <p:cNvSpPr/>
            <p:nvPr/>
          </p:nvSpPr>
          <p:spPr>
            <a:xfrm>
              <a:off x="1745132" y="1836624"/>
              <a:ext cx="32979" cy="24767"/>
            </a:xfrm>
            <a:custGeom>
              <a:avLst/>
              <a:gdLst/>
              <a:ahLst/>
              <a:cxnLst/>
              <a:rect l="l" t="t" r="r" b="b"/>
              <a:pathLst>
                <a:path w="16934" h="12701" extrusionOk="0">
                  <a:moveTo>
                    <a:pt x="0" y="1"/>
                  </a:moveTo>
                  <a:lnTo>
                    <a:pt x="0" y="12701"/>
                  </a:lnTo>
                  <a:lnTo>
                    <a:pt x="16934" y="12701"/>
                  </a:lnTo>
                  <a:lnTo>
                    <a:pt x="16934"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3" name="Google Shape;1923;p154"/>
            <p:cNvSpPr/>
            <p:nvPr/>
          </p:nvSpPr>
          <p:spPr>
            <a:xfrm>
              <a:off x="1815209" y="1752526"/>
              <a:ext cx="68018" cy="68106"/>
            </a:xfrm>
            <a:custGeom>
              <a:avLst/>
              <a:gdLst/>
              <a:ahLst/>
              <a:cxnLst/>
              <a:rect l="l" t="t" r="r" b="b"/>
              <a:pathLst>
                <a:path w="34926" h="34926" extrusionOk="0">
                  <a:moveTo>
                    <a:pt x="18389" y="12700"/>
                  </a:moveTo>
                  <a:lnTo>
                    <a:pt x="19315" y="13097"/>
                  </a:lnTo>
                  <a:lnTo>
                    <a:pt x="20109" y="13494"/>
                  </a:lnTo>
                  <a:lnTo>
                    <a:pt x="20770" y="14023"/>
                  </a:lnTo>
                  <a:lnTo>
                    <a:pt x="21432" y="14817"/>
                  </a:lnTo>
                  <a:lnTo>
                    <a:pt x="21829" y="15611"/>
                  </a:lnTo>
                  <a:lnTo>
                    <a:pt x="22093" y="16405"/>
                  </a:lnTo>
                  <a:lnTo>
                    <a:pt x="22225" y="17463"/>
                  </a:lnTo>
                  <a:lnTo>
                    <a:pt x="22093" y="18389"/>
                  </a:lnTo>
                  <a:lnTo>
                    <a:pt x="21829" y="19315"/>
                  </a:lnTo>
                  <a:lnTo>
                    <a:pt x="21432" y="20109"/>
                  </a:lnTo>
                  <a:lnTo>
                    <a:pt x="20770" y="20770"/>
                  </a:lnTo>
                  <a:lnTo>
                    <a:pt x="20109" y="21432"/>
                  </a:lnTo>
                  <a:lnTo>
                    <a:pt x="19315" y="21829"/>
                  </a:lnTo>
                  <a:lnTo>
                    <a:pt x="18389" y="22093"/>
                  </a:lnTo>
                  <a:lnTo>
                    <a:pt x="17463" y="22225"/>
                  </a:lnTo>
                  <a:lnTo>
                    <a:pt x="16405" y="22093"/>
                  </a:lnTo>
                  <a:lnTo>
                    <a:pt x="15611" y="21829"/>
                  </a:lnTo>
                  <a:lnTo>
                    <a:pt x="14817" y="21432"/>
                  </a:lnTo>
                  <a:lnTo>
                    <a:pt x="14023" y="20770"/>
                  </a:lnTo>
                  <a:lnTo>
                    <a:pt x="13494" y="20109"/>
                  </a:lnTo>
                  <a:lnTo>
                    <a:pt x="13097" y="19315"/>
                  </a:lnTo>
                  <a:lnTo>
                    <a:pt x="12700" y="18389"/>
                  </a:lnTo>
                  <a:lnTo>
                    <a:pt x="12700" y="17463"/>
                  </a:lnTo>
                  <a:lnTo>
                    <a:pt x="12700" y="16405"/>
                  </a:lnTo>
                  <a:lnTo>
                    <a:pt x="13097" y="15611"/>
                  </a:lnTo>
                  <a:lnTo>
                    <a:pt x="13494" y="14817"/>
                  </a:lnTo>
                  <a:lnTo>
                    <a:pt x="14023" y="14023"/>
                  </a:lnTo>
                  <a:lnTo>
                    <a:pt x="14817" y="13494"/>
                  </a:lnTo>
                  <a:lnTo>
                    <a:pt x="15611" y="13097"/>
                  </a:lnTo>
                  <a:lnTo>
                    <a:pt x="16405" y="12700"/>
                  </a:lnTo>
                  <a:close/>
                  <a:moveTo>
                    <a:pt x="15611" y="0"/>
                  </a:moveTo>
                  <a:lnTo>
                    <a:pt x="13891" y="265"/>
                  </a:lnTo>
                  <a:lnTo>
                    <a:pt x="12304" y="794"/>
                  </a:lnTo>
                  <a:lnTo>
                    <a:pt x="10584" y="1323"/>
                  </a:lnTo>
                  <a:lnTo>
                    <a:pt x="9129" y="2117"/>
                  </a:lnTo>
                  <a:lnTo>
                    <a:pt x="7673" y="2911"/>
                  </a:lnTo>
                  <a:lnTo>
                    <a:pt x="6350" y="3969"/>
                  </a:lnTo>
                  <a:lnTo>
                    <a:pt x="5028" y="5028"/>
                  </a:lnTo>
                  <a:lnTo>
                    <a:pt x="3969" y="6350"/>
                  </a:lnTo>
                  <a:lnTo>
                    <a:pt x="2911" y="7673"/>
                  </a:lnTo>
                  <a:lnTo>
                    <a:pt x="2117" y="9129"/>
                  </a:lnTo>
                  <a:lnTo>
                    <a:pt x="1323" y="10584"/>
                  </a:lnTo>
                  <a:lnTo>
                    <a:pt x="794" y="12304"/>
                  </a:lnTo>
                  <a:lnTo>
                    <a:pt x="265" y="13891"/>
                  </a:lnTo>
                  <a:lnTo>
                    <a:pt x="0" y="15611"/>
                  </a:lnTo>
                  <a:lnTo>
                    <a:pt x="0" y="17463"/>
                  </a:lnTo>
                  <a:lnTo>
                    <a:pt x="0" y="19183"/>
                  </a:lnTo>
                  <a:lnTo>
                    <a:pt x="265" y="20903"/>
                  </a:lnTo>
                  <a:lnTo>
                    <a:pt x="794" y="22622"/>
                  </a:lnTo>
                  <a:lnTo>
                    <a:pt x="1323" y="24210"/>
                  </a:lnTo>
                  <a:lnTo>
                    <a:pt x="2117" y="25797"/>
                  </a:lnTo>
                  <a:lnTo>
                    <a:pt x="2911" y="27120"/>
                  </a:lnTo>
                  <a:lnTo>
                    <a:pt x="3969" y="28575"/>
                  </a:lnTo>
                  <a:lnTo>
                    <a:pt x="5028" y="29766"/>
                  </a:lnTo>
                  <a:lnTo>
                    <a:pt x="6350" y="30957"/>
                  </a:lnTo>
                  <a:lnTo>
                    <a:pt x="7673" y="31883"/>
                  </a:lnTo>
                  <a:lnTo>
                    <a:pt x="9129" y="32809"/>
                  </a:lnTo>
                  <a:lnTo>
                    <a:pt x="10584" y="33470"/>
                  </a:lnTo>
                  <a:lnTo>
                    <a:pt x="12304" y="34132"/>
                  </a:lnTo>
                  <a:lnTo>
                    <a:pt x="13891" y="34529"/>
                  </a:lnTo>
                  <a:lnTo>
                    <a:pt x="15611" y="34793"/>
                  </a:lnTo>
                  <a:lnTo>
                    <a:pt x="17463" y="34925"/>
                  </a:lnTo>
                  <a:lnTo>
                    <a:pt x="19183" y="34793"/>
                  </a:lnTo>
                  <a:lnTo>
                    <a:pt x="20903" y="34529"/>
                  </a:lnTo>
                  <a:lnTo>
                    <a:pt x="22622" y="34132"/>
                  </a:lnTo>
                  <a:lnTo>
                    <a:pt x="24210" y="33470"/>
                  </a:lnTo>
                  <a:lnTo>
                    <a:pt x="25797" y="32809"/>
                  </a:lnTo>
                  <a:lnTo>
                    <a:pt x="27120" y="31883"/>
                  </a:lnTo>
                  <a:lnTo>
                    <a:pt x="28575" y="30957"/>
                  </a:lnTo>
                  <a:lnTo>
                    <a:pt x="29766" y="29766"/>
                  </a:lnTo>
                  <a:lnTo>
                    <a:pt x="30957" y="28575"/>
                  </a:lnTo>
                  <a:lnTo>
                    <a:pt x="31883" y="27120"/>
                  </a:lnTo>
                  <a:lnTo>
                    <a:pt x="32809" y="25797"/>
                  </a:lnTo>
                  <a:lnTo>
                    <a:pt x="33470" y="24210"/>
                  </a:lnTo>
                  <a:lnTo>
                    <a:pt x="34132" y="22622"/>
                  </a:lnTo>
                  <a:lnTo>
                    <a:pt x="34529" y="20903"/>
                  </a:lnTo>
                  <a:lnTo>
                    <a:pt x="34793" y="19183"/>
                  </a:lnTo>
                  <a:lnTo>
                    <a:pt x="34925" y="17463"/>
                  </a:lnTo>
                  <a:lnTo>
                    <a:pt x="34793" y="15611"/>
                  </a:lnTo>
                  <a:lnTo>
                    <a:pt x="34529" y="13891"/>
                  </a:lnTo>
                  <a:lnTo>
                    <a:pt x="34132" y="12304"/>
                  </a:lnTo>
                  <a:lnTo>
                    <a:pt x="33470" y="10584"/>
                  </a:lnTo>
                  <a:lnTo>
                    <a:pt x="32809" y="9129"/>
                  </a:lnTo>
                  <a:lnTo>
                    <a:pt x="31883" y="7673"/>
                  </a:lnTo>
                  <a:lnTo>
                    <a:pt x="30957" y="6350"/>
                  </a:lnTo>
                  <a:lnTo>
                    <a:pt x="29766" y="5028"/>
                  </a:lnTo>
                  <a:lnTo>
                    <a:pt x="28575" y="3969"/>
                  </a:lnTo>
                  <a:lnTo>
                    <a:pt x="27120" y="2911"/>
                  </a:lnTo>
                  <a:lnTo>
                    <a:pt x="25797" y="2117"/>
                  </a:lnTo>
                  <a:lnTo>
                    <a:pt x="24210" y="1323"/>
                  </a:lnTo>
                  <a:lnTo>
                    <a:pt x="22622" y="794"/>
                  </a:lnTo>
                  <a:lnTo>
                    <a:pt x="20903" y="265"/>
                  </a:lnTo>
                  <a:lnTo>
                    <a:pt x="19183"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4" name="Google Shape;1924;p154"/>
            <p:cNvSpPr/>
            <p:nvPr/>
          </p:nvSpPr>
          <p:spPr>
            <a:xfrm>
              <a:off x="1839942" y="1777291"/>
              <a:ext cx="18552" cy="18576"/>
            </a:xfrm>
            <a:custGeom>
              <a:avLst/>
              <a:gdLst/>
              <a:ahLst/>
              <a:cxnLst/>
              <a:rect l="l" t="t" r="r" b="b"/>
              <a:pathLst>
                <a:path w="9526" h="9526" fill="none" extrusionOk="0">
                  <a:moveTo>
                    <a:pt x="4763" y="0"/>
                  </a:moveTo>
                  <a:lnTo>
                    <a:pt x="4763" y="0"/>
                  </a:lnTo>
                  <a:lnTo>
                    <a:pt x="5689" y="0"/>
                  </a:lnTo>
                  <a:lnTo>
                    <a:pt x="6615" y="397"/>
                  </a:lnTo>
                  <a:lnTo>
                    <a:pt x="7409" y="794"/>
                  </a:lnTo>
                  <a:lnTo>
                    <a:pt x="8070" y="1323"/>
                  </a:lnTo>
                  <a:lnTo>
                    <a:pt x="8732" y="2117"/>
                  </a:lnTo>
                  <a:lnTo>
                    <a:pt x="9129" y="2911"/>
                  </a:lnTo>
                  <a:lnTo>
                    <a:pt x="9393" y="3705"/>
                  </a:lnTo>
                  <a:lnTo>
                    <a:pt x="9525" y="4763"/>
                  </a:lnTo>
                  <a:lnTo>
                    <a:pt x="9525" y="4763"/>
                  </a:lnTo>
                  <a:lnTo>
                    <a:pt x="9393" y="5689"/>
                  </a:lnTo>
                  <a:lnTo>
                    <a:pt x="9129" y="6615"/>
                  </a:lnTo>
                  <a:lnTo>
                    <a:pt x="8732" y="7409"/>
                  </a:lnTo>
                  <a:lnTo>
                    <a:pt x="8070" y="8070"/>
                  </a:lnTo>
                  <a:lnTo>
                    <a:pt x="7409" y="8732"/>
                  </a:lnTo>
                  <a:lnTo>
                    <a:pt x="6615" y="9129"/>
                  </a:lnTo>
                  <a:lnTo>
                    <a:pt x="5689" y="9393"/>
                  </a:lnTo>
                  <a:lnTo>
                    <a:pt x="4763" y="9525"/>
                  </a:lnTo>
                  <a:lnTo>
                    <a:pt x="4763" y="9525"/>
                  </a:lnTo>
                  <a:lnTo>
                    <a:pt x="3705" y="9393"/>
                  </a:lnTo>
                  <a:lnTo>
                    <a:pt x="2911" y="9129"/>
                  </a:lnTo>
                  <a:lnTo>
                    <a:pt x="2117" y="8732"/>
                  </a:lnTo>
                  <a:lnTo>
                    <a:pt x="1323" y="8070"/>
                  </a:lnTo>
                  <a:lnTo>
                    <a:pt x="794" y="7409"/>
                  </a:lnTo>
                  <a:lnTo>
                    <a:pt x="397" y="6615"/>
                  </a:lnTo>
                  <a:lnTo>
                    <a:pt x="0" y="5689"/>
                  </a:lnTo>
                  <a:lnTo>
                    <a:pt x="0" y="4763"/>
                  </a:lnTo>
                  <a:lnTo>
                    <a:pt x="0" y="4763"/>
                  </a:lnTo>
                  <a:lnTo>
                    <a:pt x="0" y="3705"/>
                  </a:lnTo>
                  <a:lnTo>
                    <a:pt x="397" y="2911"/>
                  </a:lnTo>
                  <a:lnTo>
                    <a:pt x="794" y="2117"/>
                  </a:lnTo>
                  <a:lnTo>
                    <a:pt x="1323" y="1323"/>
                  </a:lnTo>
                  <a:lnTo>
                    <a:pt x="2117" y="794"/>
                  </a:lnTo>
                  <a:lnTo>
                    <a:pt x="2911" y="397"/>
                  </a:lnTo>
                  <a:lnTo>
                    <a:pt x="3705" y="0"/>
                  </a:lnTo>
                  <a:lnTo>
                    <a:pt x="4763" y="0"/>
                  </a:lnTo>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5" name="Google Shape;1925;p154"/>
            <p:cNvSpPr/>
            <p:nvPr/>
          </p:nvSpPr>
          <p:spPr>
            <a:xfrm>
              <a:off x="1815209" y="1752526"/>
              <a:ext cx="68018" cy="68106"/>
            </a:xfrm>
            <a:custGeom>
              <a:avLst/>
              <a:gdLst/>
              <a:ahLst/>
              <a:cxnLst/>
              <a:rect l="l" t="t" r="r" b="b"/>
              <a:pathLst>
                <a:path w="34926" h="34926" fill="none" extrusionOk="0">
                  <a:moveTo>
                    <a:pt x="17463" y="0"/>
                  </a:moveTo>
                  <a:lnTo>
                    <a:pt x="17463" y="0"/>
                  </a:lnTo>
                  <a:lnTo>
                    <a:pt x="15611" y="0"/>
                  </a:lnTo>
                  <a:lnTo>
                    <a:pt x="13891" y="265"/>
                  </a:lnTo>
                  <a:lnTo>
                    <a:pt x="12304" y="794"/>
                  </a:lnTo>
                  <a:lnTo>
                    <a:pt x="10584" y="1323"/>
                  </a:lnTo>
                  <a:lnTo>
                    <a:pt x="9129" y="2117"/>
                  </a:lnTo>
                  <a:lnTo>
                    <a:pt x="7673" y="2911"/>
                  </a:lnTo>
                  <a:lnTo>
                    <a:pt x="6350" y="3969"/>
                  </a:lnTo>
                  <a:lnTo>
                    <a:pt x="5028" y="5028"/>
                  </a:lnTo>
                  <a:lnTo>
                    <a:pt x="3969" y="6350"/>
                  </a:lnTo>
                  <a:lnTo>
                    <a:pt x="2911" y="7673"/>
                  </a:lnTo>
                  <a:lnTo>
                    <a:pt x="2117" y="9129"/>
                  </a:lnTo>
                  <a:lnTo>
                    <a:pt x="1323" y="10584"/>
                  </a:lnTo>
                  <a:lnTo>
                    <a:pt x="794" y="12304"/>
                  </a:lnTo>
                  <a:lnTo>
                    <a:pt x="265" y="13891"/>
                  </a:lnTo>
                  <a:lnTo>
                    <a:pt x="0" y="15611"/>
                  </a:lnTo>
                  <a:lnTo>
                    <a:pt x="0" y="17463"/>
                  </a:lnTo>
                  <a:lnTo>
                    <a:pt x="0" y="17463"/>
                  </a:lnTo>
                  <a:lnTo>
                    <a:pt x="0" y="19183"/>
                  </a:lnTo>
                  <a:lnTo>
                    <a:pt x="265" y="20903"/>
                  </a:lnTo>
                  <a:lnTo>
                    <a:pt x="794" y="22622"/>
                  </a:lnTo>
                  <a:lnTo>
                    <a:pt x="1323" y="24210"/>
                  </a:lnTo>
                  <a:lnTo>
                    <a:pt x="2117" y="25797"/>
                  </a:lnTo>
                  <a:lnTo>
                    <a:pt x="2911" y="27120"/>
                  </a:lnTo>
                  <a:lnTo>
                    <a:pt x="3969" y="28575"/>
                  </a:lnTo>
                  <a:lnTo>
                    <a:pt x="5028" y="29766"/>
                  </a:lnTo>
                  <a:lnTo>
                    <a:pt x="6350" y="30957"/>
                  </a:lnTo>
                  <a:lnTo>
                    <a:pt x="7673" y="31883"/>
                  </a:lnTo>
                  <a:lnTo>
                    <a:pt x="9129" y="32809"/>
                  </a:lnTo>
                  <a:lnTo>
                    <a:pt x="10584" y="33470"/>
                  </a:lnTo>
                  <a:lnTo>
                    <a:pt x="12304" y="34132"/>
                  </a:lnTo>
                  <a:lnTo>
                    <a:pt x="13891" y="34529"/>
                  </a:lnTo>
                  <a:lnTo>
                    <a:pt x="15611" y="34793"/>
                  </a:lnTo>
                  <a:lnTo>
                    <a:pt x="17463" y="34925"/>
                  </a:lnTo>
                  <a:lnTo>
                    <a:pt x="17463" y="34925"/>
                  </a:lnTo>
                  <a:lnTo>
                    <a:pt x="19183" y="34793"/>
                  </a:lnTo>
                  <a:lnTo>
                    <a:pt x="20903" y="34529"/>
                  </a:lnTo>
                  <a:lnTo>
                    <a:pt x="22622" y="34132"/>
                  </a:lnTo>
                  <a:lnTo>
                    <a:pt x="24210" y="33470"/>
                  </a:lnTo>
                  <a:lnTo>
                    <a:pt x="25797" y="32809"/>
                  </a:lnTo>
                  <a:lnTo>
                    <a:pt x="27120" y="31883"/>
                  </a:lnTo>
                  <a:lnTo>
                    <a:pt x="28575" y="30957"/>
                  </a:lnTo>
                  <a:lnTo>
                    <a:pt x="29766" y="29766"/>
                  </a:lnTo>
                  <a:lnTo>
                    <a:pt x="30957" y="28575"/>
                  </a:lnTo>
                  <a:lnTo>
                    <a:pt x="31883" y="27120"/>
                  </a:lnTo>
                  <a:lnTo>
                    <a:pt x="32809" y="25797"/>
                  </a:lnTo>
                  <a:lnTo>
                    <a:pt x="33470" y="24210"/>
                  </a:lnTo>
                  <a:lnTo>
                    <a:pt x="34132" y="22622"/>
                  </a:lnTo>
                  <a:lnTo>
                    <a:pt x="34529" y="20903"/>
                  </a:lnTo>
                  <a:lnTo>
                    <a:pt x="34793" y="19183"/>
                  </a:lnTo>
                  <a:lnTo>
                    <a:pt x="34925" y="17463"/>
                  </a:lnTo>
                  <a:lnTo>
                    <a:pt x="34925" y="17463"/>
                  </a:lnTo>
                  <a:lnTo>
                    <a:pt x="34793" y="15611"/>
                  </a:lnTo>
                  <a:lnTo>
                    <a:pt x="34529" y="13891"/>
                  </a:lnTo>
                  <a:lnTo>
                    <a:pt x="34132" y="12304"/>
                  </a:lnTo>
                  <a:lnTo>
                    <a:pt x="33470" y="10584"/>
                  </a:lnTo>
                  <a:lnTo>
                    <a:pt x="32809" y="9129"/>
                  </a:lnTo>
                  <a:lnTo>
                    <a:pt x="31883" y="7673"/>
                  </a:lnTo>
                  <a:lnTo>
                    <a:pt x="30957" y="6350"/>
                  </a:lnTo>
                  <a:lnTo>
                    <a:pt x="29766" y="5028"/>
                  </a:lnTo>
                  <a:lnTo>
                    <a:pt x="28575" y="3969"/>
                  </a:lnTo>
                  <a:lnTo>
                    <a:pt x="27120" y="2911"/>
                  </a:lnTo>
                  <a:lnTo>
                    <a:pt x="25797" y="2117"/>
                  </a:lnTo>
                  <a:lnTo>
                    <a:pt x="24210" y="1323"/>
                  </a:lnTo>
                  <a:lnTo>
                    <a:pt x="22622" y="794"/>
                  </a:lnTo>
                  <a:lnTo>
                    <a:pt x="20903" y="265"/>
                  </a:lnTo>
                  <a:lnTo>
                    <a:pt x="19183" y="0"/>
                  </a:lnTo>
                  <a:lnTo>
                    <a:pt x="17463" y="0"/>
                  </a:lnTo>
                  <a:lnTo>
                    <a:pt x="17463" y="0"/>
                  </a:lnTo>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6" name="Google Shape;1926;p154"/>
            <p:cNvSpPr/>
            <p:nvPr/>
          </p:nvSpPr>
          <p:spPr>
            <a:xfrm>
              <a:off x="1862615" y="1688808"/>
              <a:ext cx="68016" cy="68106"/>
            </a:xfrm>
            <a:custGeom>
              <a:avLst/>
              <a:gdLst/>
              <a:ahLst/>
              <a:cxnLst/>
              <a:rect l="l" t="t" r="r" b="b"/>
              <a:pathLst>
                <a:path w="34925" h="34926" extrusionOk="0">
                  <a:moveTo>
                    <a:pt x="17463" y="12700"/>
                  </a:moveTo>
                  <a:lnTo>
                    <a:pt x="18389" y="12833"/>
                  </a:lnTo>
                  <a:lnTo>
                    <a:pt x="19315" y="13097"/>
                  </a:lnTo>
                  <a:lnTo>
                    <a:pt x="20108" y="13494"/>
                  </a:lnTo>
                  <a:lnTo>
                    <a:pt x="20902" y="14156"/>
                  </a:lnTo>
                  <a:lnTo>
                    <a:pt x="21431" y="14817"/>
                  </a:lnTo>
                  <a:lnTo>
                    <a:pt x="21828" y="15611"/>
                  </a:lnTo>
                  <a:lnTo>
                    <a:pt x="22093" y="16537"/>
                  </a:lnTo>
                  <a:lnTo>
                    <a:pt x="22225" y="17463"/>
                  </a:lnTo>
                  <a:lnTo>
                    <a:pt x="22093" y="18521"/>
                  </a:lnTo>
                  <a:lnTo>
                    <a:pt x="21828" y="19315"/>
                  </a:lnTo>
                  <a:lnTo>
                    <a:pt x="21431" y="20109"/>
                  </a:lnTo>
                  <a:lnTo>
                    <a:pt x="20902" y="20902"/>
                  </a:lnTo>
                  <a:lnTo>
                    <a:pt x="20108" y="21432"/>
                  </a:lnTo>
                  <a:lnTo>
                    <a:pt x="19315" y="21829"/>
                  </a:lnTo>
                  <a:lnTo>
                    <a:pt x="18389" y="22225"/>
                  </a:lnTo>
                  <a:lnTo>
                    <a:pt x="16537" y="22225"/>
                  </a:lnTo>
                  <a:lnTo>
                    <a:pt x="15610" y="21829"/>
                  </a:lnTo>
                  <a:lnTo>
                    <a:pt x="14817" y="21432"/>
                  </a:lnTo>
                  <a:lnTo>
                    <a:pt x="14155" y="20902"/>
                  </a:lnTo>
                  <a:lnTo>
                    <a:pt x="13494" y="20109"/>
                  </a:lnTo>
                  <a:lnTo>
                    <a:pt x="13097" y="19315"/>
                  </a:lnTo>
                  <a:lnTo>
                    <a:pt x="12832" y="18521"/>
                  </a:lnTo>
                  <a:lnTo>
                    <a:pt x="12700" y="17463"/>
                  </a:lnTo>
                  <a:lnTo>
                    <a:pt x="12832" y="16537"/>
                  </a:lnTo>
                  <a:lnTo>
                    <a:pt x="13097" y="15611"/>
                  </a:lnTo>
                  <a:lnTo>
                    <a:pt x="13494" y="14817"/>
                  </a:lnTo>
                  <a:lnTo>
                    <a:pt x="14155" y="14156"/>
                  </a:lnTo>
                  <a:lnTo>
                    <a:pt x="14817" y="13494"/>
                  </a:lnTo>
                  <a:lnTo>
                    <a:pt x="15610" y="13097"/>
                  </a:lnTo>
                  <a:lnTo>
                    <a:pt x="16537" y="12833"/>
                  </a:lnTo>
                  <a:lnTo>
                    <a:pt x="17463" y="12700"/>
                  </a:lnTo>
                  <a:close/>
                  <a:moveTo>
                    <a:pt x="17463" y="0"/>
                  </a:moveTo>
                  <a:lnTo>
                    <a:pt x="15743" y="133"/>
                  </a:lnTo>
                  <a:lnTo>
                    <a:pt x="14023" y="397"/>
                  </a:lnTo>
                  <a:lnTo>
                    <a:pt x="12303" y="794"/>
                  </a:lnTo>
                  <a:lnTo>
                    <a:pt x="10716" y="1456"/>
                  </a:lnTo>
                  <a:lnTo>
                    <a:pt x="9128" y="2117"/>
                  </a:lnTo>
                  <a:lnTo>
                    <a:pt x="7673" y="3043"/>
                  </a:lnTo>
                  <a:lnTo>
                    <a:pt x="6350" y="3969"/>
                  </a:lnTo>
                  <a:lnTo>
                    <a:pt x="5159" y="5160"/>
                  </a:lnTo>
                  <a:lnTo>
                    <a:pt x="3969" y="6350"/>
                  </a:lnTo>
                  <a:lnTo>
                    <a:pt x="3043" y="7806"/>
                  </a:lnTo>
                  <a:lnTo>
                    <a:pt x="2117" y="9129"/>
                  </a:lnTo>
                  <a:lnTo>
                    <a:pt x="1455" y="10716"/>
                  </a:lnTo>
                  <a:lnTo>
                    <a:pt x="794" y="12304"/>
                  </a:lnTo>
                  <a:lnTo>
                    <a:pt x="397" y="14023"/>
                  </a:lnTo>
                  <a:lnTo>
                    <a:pt x="132" y="15743"/>
                  </a:lnTo>
                  <a:lnTo>
                    <a:pt x="0" y="17463"/>
                  </a:lnTo>
                  <a:lnTo>
                    <a:pt x="132" y="19315"/>
                  </a:lnTo>
                  <a:lnTo>
                    <a:pt x="397" y="21035"/>
                  </a:lnTo>
                  <a:lnTo>
                    <a:pt x="794" y="22755"/>
                  </a:lnTo>
                  <a:lnTo>
                    <a:pt x="1455" y="24342"/>
                  </a:lnTo>
                  <a:lnTo>
                    <a:pt x="2117" y="25797"/>
                  </a:lnTo>
                  <a:lnTo>
                    <a:pt x="3043" y="27252"/>
                  </a:lnTo>
                  <a:lnTo>
                    <a:pt x="3969" y="28575"/>
                  </a:lnTo>
                  <a:lnTo>
                    <a:pt x="5159" y="29898"/>
                  </a:lnTo>
                  <a:lnTo>
                    <a:pt x="6350" y="30957"/>
                  </a:lnTo>
                  <a:lnTo>
                    <a:pt x="7673" y="32015"/>
                  </a:lnTo>
                  <a:lnTo>
                    <a:pt x="9128" y="32809"/>
                  </a:lnTo>
                  <a:lnTo>
                    <a:pt x="10716" y="33602"/>
                  </a:lnTo>
                  <a:lnTo>
                    <a:pt x="12303" y="34132"/>
                  </a:lnTo>
                  <a:lnTo>
                    <a:pt x="14023" y="34661"/>
                  </a:lnTo>
                  <a:lnTo>
                    <a:pt x="15743" y="34925"/>
                  </a:lnTo>
                  <a:lnTo>
                    <a:pt x="19315" y="34925"/>
                  </a:lnTo>
                  <a:lnTo>
                    <a:pt x="21034" y="34661"/>
                  </a:lnTo>
                  <a:lnTo>
                    <a:pt x="22622" y="34132"/>
                  </a:lnTo>
                  <a:lnTo>
                    <a:pt x="24342" y="33602"/>
                  </a:lnTo>
                  <a:lnTo>
                    <a:pt x="25797" y="32809"/>
                  </a:lnTo>
                  <a:lnTo>
                    <a:pt x="27252" y="32015"/>
                  </a:lnTo>
                  <a:lnTo>
                    <a:pt x="28575" y="30957"/>
                  </a:lnTo>
                  <a:lnTo>
                    <a:pt x="29898" y="29898"/>
                  </a:lnTo>
                  <a:lnTo>
                    <a:pt x="30956" y="28575"/>
                  </a:lnTo>
                  <a:lnTo>
                    <a:pt x="32015" y="27252"/>
                  </a:lnTo>
                  <a:lnTo>
                    <a:pt x="32808" y="25797"/>
                  </a:lnTo>
                  <a:lnTo>
                    <a:pt x="33602" y="24342"/>
                  </a:lnTo>
                  <a:lnTo>
                    <a:pt x="34131" y="22755"/>
                  </a:lnTo>
                  <a:lnTo>
                    <a:pt x="34660" y="21035"/>
                  </a:lnTo>
                  <a:lnTo>
                    <a:pt x="34925" y="19315"/>
                  </a:lnTo>
                  <a:lnTo>
                    <a:pt x="34925" y="17463"/>
                  </a:lnTo>
                  <a:lnTo>
                    <a:pt x="34925" y="15743"/>
                  </a:lnTo>
                  <a:lnTo>
                    <a:pt x="34660" y="14023"/>
                  </a:lnTo>
                  <a:lnTo>
                    <a:pt x="34131" y="12304"/>
                  </a:lnTo>
                  <a:lnTo>
                    <a:pt x="33602" y="10716"/>
                  </a:lnTo>
                  <a:lnTo>
                    <a:pt x="32808" y="9129"/>
                  </a:lnTo>
                  <a:lnTo>
                    <a:pt x="32015" y="7806"/>
                  </a:lnTo>
                  <a:lnTo>
                    <a:pt x="30956" y="6350"/>
                  </a:lnTo>
                  <a:lnTo>
                    <a:pt x="29898" y="5160"/>
                  </a:lnTo>
                  <a:lnTo>
                    <a:pt x="28575" y="3969"/>
                  </a:lnTo>
                  <a:lnTo>
                    <a:pt x="27252" y="3043"/>
                  </a:lnTo>
                  <a:lnTo>
                    <a:pt x="25797" y="2117"/>
                  </a:lnTo>
                  <a:lnTo>
                    <a:pt x="24342" y="1456"/>
                  </a:lnTo>
                  <a:lnTo>
                    <a:pt x="22622" y="794"/>
                  </a:lnTo>
                  <a:lnTo>
                    <a:pt x="21034" y="397"/>
                  </a:lnTo>
                  <a:lnTo>
                    <a:pt x="19315" y="133"/>
                  </a:lnTo>
                  <a:lnTo>
                    <a:pt x="17463"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7" name="Google Shape;1927;p154"/>
            <p:cNvSpPr/>
            <p:nvPr/>
          </p:nvSpPr>
          <p:spPr>
            <a:xfrm>
              <a:off x="1887348" y="1713573"/>
              <a:ext cx="18552" cy="18576"/>
            </a:xfrm>
            <a:custGeom>
              <a:avLst/>
              <a:gdLst/>
              <a:ahLst/>
              <a:cxnLst/>
              <a:rect l="l" t="t" r="r" b="b"/>
              <a:pathLst>
                <a:path w="9526" h="9526" fill="none" extrusionOk="0">
                  <a:moveTo>
                    <a:pt x="4763" y="0"/>
                  </a:moveTo>
                  <a:lnTo>
                    <a:pt x="4763" y="0"/>
                  </a:lnTo>
                  <a:lnTo>
                    <a:pt x="5689" y="133"/>
                  </a:lnTo>
                  <a:lnTo>
                    <a:pt x="6615" y="397"/>
                  </a:lnTo>
                  <a:lnTo>
                    <a:pt x="7408" y="794"/>
                  </a:lnTo>
                  <a:lnTo>
                    <a:pt x="8202" y="1456"/>
                  </a:lnTo>
                  <a:lnTo>
                    <a:pt x="8731" y="2117"/>
                  </a:lnTo>
                  <a:lnTo>
                    <a:pt x="9128" y="2911"/>
                  </a:lnTo>
                  <a:lnTo>
                    <a:pt x="9393" y="3837"/>
                  </a:lnTo>
                  <a:lnTo>
                    <a:pt x="9525" y="4763"/>
                  </a:lnTo>
                  <a:lnTo>
                    <a:pt x="9525" y="4763"/>
                  </a:lnTo>
                  <a:lnTo>
                    <a:pt x="9393" y="5821"/>
                  </a:lnTo>
                  <a:lnTo>
                    <a:pt x="9128" y="6615"/>
                  </a:lnTo>
                  <a:lnTo>
                    <a:pt x="8731" y="7409"/>
                  </a:lnTo>
                  <a:lnTo>
                    <a:pt x="8202" y="8202"/>
                  </a:lnTo>
                  <a:lnTo>
                    <a:pt x="7408" y="8732"/>
                  </a:lnTo>
                  <a:lnTo>
                    <a:pt x="6615" y="9129"/>
                  </a:lnTo>
                  <a:lnTo>
                    <a:pt x="5689" y="9525"/>
                  </a:lnTo>
                  <a:lnTo>
                    <a:pt x="4763" y="9525"/>
                  </a:lnTo>
                  <a:lnTo>
                    <a:pt x="4763" y="9525"/>
                  </a:lnTo>
                  <a:lnTo>
                    <a:pt x="3837" y="9525"/>
                  </a:lnTo>
                  <a:lnTo>
                    <a:pt x="2910" y="9129"/>
                  </a:lnTo>
                  <a:lnTo>
                    <a:pt x="2117" y="8732"/>
                  </a:lnTo>
                  <a:lnTo>
                    <a:pt x="1455" y="8202"/>
                  </a:lnTo>
                  <a:lnTo>
                    <a:pt x="794" y="7409"/>
                  </a:lnTo>
                  <a:lnTo>
                    <a:pt x="397" y="6615"/>
                  </a:lnTo>
                  <a:lnTo>
                    <a:pt x="132" y="5821"/>
                  </a:lnTo>
                  <a:lnTo>
                    <a:pt x="0" y="4763"/>
                  </a:lnTo>
                  <a:lnTo>
                    <a:pt x="0" y="4763"/>
                  </a:lnTo>
                  <a:lnTo>
                    <a:pt x="132" y="3837"/>
                  </a:lnTo>
                  <a:lnTo>
                    <a:pt x="397" y="2911"/>
                  </a:lnTo>
                  <a:lnTo>
                    <a:pt x="794" y="2117"/>
                  </a:lnTo>
                  <a:lnTo>
                    <a:pt x="1455" y="1456"/>
                  </a:lnTo>
                  <a:lnTo>
                    <a:pt x="2117" y="794"/>
                  </a:lnTo>
                  <a:lnTo>
                    <a:pt x="2910" y="397"/>
                  </a:lnTo>
                  <a:lnTo>
                    <a:pt x="3837" y="133"/>
                  </a:lnTo>
                  <a:lnTo>
                    <a:pt x="4763" y="0"/>
                  </a:lnTo>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8" name="Google Shape;1928;p154"/>
            <p:cNvSpPr/>
            <p:nvPr/>
          </p:nvSpPr>
          <p:spPr>
            <a:xfrm>
              <a:off x="1862615" y="1688808"/>
              <a:ext cx="68016" cy="68106"/>
            </a:xfrm>
            <a:custGeom>
              <a:avLst/>
              <a:gdLst/>
              <a:ahLst/>
              <a:cxnLst/>
              <a:rect l="l" t="t" r="r" b="b"/>
              <a:pathLst>
                <a:path w="34925" h="34926" fill="none" extrusionOk="0">
                  <a:moveTo>
                    <a:pt x="17463" y="0"/>
                  </a:moveTo>
                  <a:lnTo>
                    <a:pt x="17463" y="0"/>
                  </a:lnTo>
                  <a:lnTo>
                    <a:pt x="15743" y="133"/>
                  </a:lnTo>
                  <a:lnTo>
                    <a:pt x="14023" y="397"/>
                  </a:lnTo>
                  <a:lnTo>
                    <a:pt x="12303" y="794"/>
                  </a:lnTo>
                  <a:lnTo>
                    <a:pt x="10716" y="1456"/>
                  </a:lnTo>
                  <a:lnTo>
                    <a:pt x="9128" y="2117"/>
                  </a:lnTo>
                  <a:lnTo>
                    <a:pt x="7673" y="3043"/>
                  </a:lnTo>
                  <a:lnTo>
                    <a:pt x="6350" y="3969"/>
                  </a:lnTo>
                  <a:lnTo>
                    <a:pt x="5159" y="5160"/>
                  </a:lnTo>
                  <a:lnTo>
                    <a:pt x="3969" y="6350"/>
                  </a:lnTo>
                  <a:lnTo>
                    <a:pt x="3043" y="7806"/>
                  </a:lnTo>
                  <a:lnTo>
                    <a:pt x="2117" y="9129"/>
                  </a:lnTo>
                  <a:lnTo>
                    <a:pt x="1455" y="10716"/>
                  </a:lnTo>
                  <a:lnTo>
                    <a:pt x="794" y="12304"/>
                  </a:lnTo>
                  <a:lnTo>
                    <a:pt x="397" y="14023"/>
                  </a:lnTo>
                  <a:lnTo>
                    <a:pt x="132" y="15743"/>
                  </a:lnTo>
                  <a:lnTo>
                    <a:pt x="0" y="17463"/>
                  </a:lnTo>
                  <a:lnTo>
                    <a:pt x="0" y="17463"/>
                  </a:lnTo>
                  <a:lnTo>
                    <a:pt x="132" y="19315"/>
                  </a:lnTo>
                  <a:lnTo>
                    <a:pt x="397" y="21035"/>
                  </a:lnTo>
                  <a:lnTo>
                    <a:pt x="794" y="22755"/>
                  </a:lnTo>
                  <a:lnTo>
                    <a:pt x="1455" y="24342"/>
                  </a:lnTo>
                  <a:lnTo>
                    <a:pt x="2117" y="25797"/>
                  </a:lnTo>
                  <a:lnTo>
                    <a:pt x="3043" y="27252"/>
                  </a:lnTo>
                  <a:lnTo>
                    <a:pt x="3969" y="28575"/>
                  </a:lnTo>
                  <a:lnTo>
                    <a:pt x="5159" y="29898"/>
                  </a:lnTo>
                  <a:lnTo>
                    <a:pt x="6350" y="30957"/>
                  </a:lnTo>
                  <a:lnTo>
                    <a:pt x="7673" y="32015"/>
                  </a:lnTo>
                  <a:lnTo>
                    <a:pt x="9128" y="32809"/>
                  </a:lnTo>
                  <a:lnTo>
                    <a:pt x="10716" y="33602"/>
                  </a:lnTo>
                  <a:lnTo>
                    <a:pt x="12303" y="34132"/>
                  </a:lnTo>
                  <a:lnTo>
                    <a:pt x="14023" y="34661"/>
                  </a:lnTo>
                  <a:lnTo>
                    <a:pt x="15743" y="34925"/>
                  </a:lnTo>
                  <a:lnTo>
                    <a:pt x="17463" y="34925"/>
                  </a:lnTo>
                  <a:lnTo>
                    <a:pt x="17463" y="34925"/>
                  </a:lnTo>
                  <a:lnTo>
                    <a:pt x="19315" y="34925"/>
                  </a:lnTo>
                  <a:lnTo>
                    <a:pt x="21034" y="34661"/>
                  </a:lnTo>
                  <a:lnTo>
                    <a:pt x="22622" y="34132"/>
                  </a:lnTo>
                  <a:lnTo>
                    <a:pt x="24342" y="33602"/>
                  </a:lnTo>
                  <a:lnTo>
                    <a:pt x="25797" y="32809"/>
                  </a:lnTo>
                  <a:lnTo>
                    <a:pt x="27252" y="32015"/>
                  </a:lnTo>
                  <a:lnTo>
                    <a:pt x="28575" y="30957"/>
                  </a:lnTo>
                  <a:lnTo>
                    <a:pt x="29898" y="29898"/>
                  </a:lnTo>
                  <a:lnTo>
                    <a:pt x="30956" y="28575"/>
                  </a:lnTo>
                  <a:lnTo>
                    <a:pt x="32015" y="27252"/>
                  </a:lnTo>
                  <a:lnTo>
                    <a:pt x="32808" y="25797"/>
                  </a:lnTo>
                  <a:lnTo>
                    <a:pt x="33602" y="24342"/>
                  </a:lnTo>
                  <a:lnTo>
                    <a:pt x="34131" y="22755"/>
                  </a:lnTo>
                  <a:lnTo>
                    <a:pt x="34660" y="21035"/>
                  </a:lnTo>
                  <a:lnTo>
                    <a:pt x="34925" y="19315"/>
                  </a:lnTo>
                  <a:lnTo>
                    <a:pt x="34925" y="17463"/>
                  </a:lnTo>
                  <a:lnTo>
                    <a:pt x="34925" y="17463"/>
                  </a:lnTo>
                  <a:lnTo>
                    <a:pt x="34925" y="15743"/>
                  </a:lnTo>
                  <a:lnTo>
                    <a:pt x="34660" y="14023"/>
                  </a:lnTo>
                  <a:lnTo>
                    <a:pt x="34131" y="12304"/>
                  </a:lnTo>
                  <a:lnTo>
                    <a:pt x="33602" y="10716"/>
                  </a:lnTo>
                  <a:lnTo>
                    <a:pt x="32808" y="9129"/>
                  </a:lnTo>
                  <a:lnTo>
                    <a:pt x="32015" y="7806"/>
                  </a:lnTo>
                  <a:lnTo>
                    <a:pt x="30956" y="6350"/>
                  </a:lnTo>
                  <a:lnTo>
                    <a:pt x="29898" y="5160"/>
                  </a:lnTo>
                  <a:lnTo>
                    <a:pt x="28575" y="3969"/>
                  </a:lnTo>
                  <a:lnTo>
                    <a:pt x="27252" y="3043"/>
                  </a:lnTo>
                  <a:lnTo>
                    <a:pt x="25797" y="2117"/>
                  </a:lnTo>
                  <a:lnTo>
                    <a:pt x="24342" y="1456"/>
                  </a:lnTo>
                  <a:lnTo>
                    <a:pt x="22622" y="794"/>
                  </a:lnTo>
                  <a:lnTo>
                    <a:pt x="21034" y="397"/>
                  </a:lnTo>
                  <a:lnTo>
                    <a:pt x="19315" y="133"/>
                  </a:lnTo>
                  <a:lnTo>
                    <a:pt x="17463" y="0"/>
                  </a:lnTo>
                  <a:lnTo>
                    <a:pt x="17463" y="0"/>
                  </a:lnTo>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9" name="Google Shape;1929;p154"/>
            <p:cNvSpPr/>
            <p:nvPr/>
          </p:nvSpPr>
          <p:spPr>
            <a:xfrm>
              <a:off x="1763682" y="1814955"/>
              <a:ext cx="68018" cy="68104"/>
            </a:xfrm>
            <a:custGeom>
              <a:avLst/>
              <a:gdLst/>
              <a:ahLst/>
              <a:cxnLst/>
              <a:rect l="l" t="t" r="r" b="b"/>
              <a:pathLst>
                <a:path w="34926" h="34925" extrusionOk="0">
                  <a:moveTo>
                    <a:pt x="17463" y="12700"/>
                  </a:moveTo>
                  <a:lnTo>
                    <a:pt x="18389" y="12832"/>
                  </a:lnTo>
                  <a:lnTo>
                    <a:pt x="19315" y="13097"/>
                  </a:lnTo>
                  <a:lnTo>
                    <a:pt x="20108" y="13626"/>
                  </a:lnTo>
                  <a:lnTo>
                    <a:pt x="20770" y="14155"/>
                  </a:lnTo>
                  <a:lnTo>
                    <a:pt x="21431" y="14817"/>
                  </a:lnTo>
                  <a:lnTo>
                    <a:pt x="21828" y="15610"/>
                  </a:lnTo>
                  <a:lnTo>
                    <a:pt x="22093" y="16536"/>
                  </a:lnTo>
                  <a:lnTo>
                    <a:pt x="22225" y="17463"/>
                  </a:lnTo>
                  <a:lnTo>
                    <a:pt x="22093" y="18521"/>
                  </a:lnTo>
                  <a:lnTo>
                    <a:pt x="21828" y="19315"/>
                  </a:lnTo>
                  <a:lnTo>
                    <a:pt x="21431" y="20241"/>
                  </a:lnTo>
                  <a:lnTo>
                    <a:pt x="20770" y="20902"/>
                  </a:lnTo>
                  <a:lnTo>
                    <a:pt x="20108" y="21431"/>
                  </a:lnTo>
                  <a:lnTo>
                    <a:pt x="19315" y="21960"/>
                  </a:lnTo>
                  <a:lnTo>
                    <a:pt x="18389" y="22225"/>
                  </a:lnTo>
                  <a:lnTo>
                    <a:pt x="16404" y="22225"/>
                  </a:lnTo>
                  <a:lnTo>
                    <a:pt x="15611" y="21960"/>
                  </a:lnTo>
                  <a:lnTo>
                    <a:pt x="14817" y="21431"/>
                  </a:lnTo>
                  <a:lnTo>
                    <a:pt x="14023" y="20902"/>
                  </a:lnTo>
                  <a:lnTo>
                    <a:pt x="13494" y="20241"/>
                  </a:lnTo>
                  <a:lnTo>
                    <a:pt x="13097" y="19315"/>
                  </a:lnTo>
                  <a:lnTo>
                    <a:pt x="12700" y="18521"/>
                  </a:lnTo>
                  <a:lnTo>
                    <a:pt x="12700" y="17463"/>
                  </a:lnTo>
                  <a:lnTo>
                    <a:pt x="12700" y="16536"/>
                  </a:lnTo>
                  <a:lnTo>
                    <a:pt x="13097" y="15610"/>
                  </a:lnTo>
                  <a:lnTo>
                    <a:pt x="13494" y="14817"/>
                  </a:lnTo>
                  <a:lnTo>
                    <a:pt x="14023" y="14155"/>
                  </a:lnTo>
                  <a:lnTo>
                    <a:pt x="14817" y="13626"/>
                  </a:lnTo>
                  <a:lnTo>
                    <a:pt x="15611" y="13097"/>
                  </a:lnTo>
                  <a:lnTo>
                    <a:pt x="16404" y="12832"/>
                  </a:lnTo>
                  <a:lnTo>
                    <a:pt x="17463" y="12700"/>
                  </a:lnTo>
                  <a:close/>
                  <a:moveTo>
                    <a:pt x="17463" y="0"/>
                  </a:moveTo>
                  <a:lnTo>
                    <a:pt x="15611" y="132"/>
                  </a:lnTo>
                  <a:lnTo>
                    <a:pt x="13891" y="397"/>
                  </a:lnTo>
                  <a:lnTo>
                    <a:pt x="12303" y="794"/>
                  </a:lnTo>
                  <a:lnTo>
                    <a:pt x="10584" y="1455"/>
                  </a:lnTo>
                  <a:lnTo>
                    <a:pt x="9128" y="2117"/>
                  </a:lnTo>
                  <a:lnTo>
                    <a:pt x="7673" y="3043"/>
                  </a:lnTo>
                  <a:lnTo>
                    <a:pt x="6350" y="4101"/>
                  </a:lnTo>
                  <a:lnTo>
                    <a:pt x="5027" y="5159"/>
                  </a:lnTo>
                  <a:lnTo>
                    <a:pt x="3969" y="6482"/>
                  </a:lnTo>
                  <a:lnTo>
                    <a:pt x="2911" y="7805"/>
                  </a:lnTo>
                  <a:lnTo>
                    <a:pt x="2117" y="9260"/>
                  </a:lnTo>
                  <a:lnTo>
                    <a:pt x="1323" y="10716"/>
                  </a:lnTo>
                  <a:lnTo>
                    <a:pt x="794" y="12303"/>
                  </a:lnTo>
                  <a:lnTo>
                    <a:pt x="265" y="14023"/>
                  </a:lnTo>
                  <a:lnTo>
                    <a:pt x="0" y="15743"/>
                  </a:lnTo>
                  <a:lnTo>
                    <a:pt x="0" y="17463"/>
                  </a:lnTo>
                  <a:lnTo>
                    <a:pt x="0" y="19315"/>
                  </a:lnTo>
                  <a:lnTo>
                    <a:pt x="265" y="21034"/>
                  </a:lnTo>
                  <a:lnTo>
                    <a:pt x="794" y="22754"/>
                  </a:lnTo>
                  <a:lnTo>
                    <a:pt x="1323" y="24342"/>
                  </a:lnTo>
                  <a:lnTo>
                    <a:pt x="2117" y="25797"/>
                  </a:lnTo>
                  <a:lnTo>
                    <a:pt x="2911" y="27252"/>
                  </a:lnTo>
                  <a:lnTo>
                    <a:pt x="3969" y="28575"/>
                  </a:lnTo>
                  <a:lnTo>
                    <a:pt x="5027" y="29898"/>
                  </a:lnTo>
                  <a:lnTo>
                    <a:pt x="6350" y="30956"/>
                  </a:lnTo>
                  <a:lnTo>
                    <a:pt x="7673" y="32015"/>
                  </a:lnTo>
                  <a:lnTo>
                    <a:pt x="9128" y="32808"/>
                  </a:lnTo>
                  <a:lnTo>
                    <a:pt x="10584" y="33602"/>
                  </a:lnTo>
                  <a:lnTo>
                    <a:pt x="12303" y="34131"/>
                  </a:lnTo>
                  <a:lnTo>
                    <a:pt x="13891" y="34660"/>
                  </a:lnTo>
                  <a:lnTo>
                    <a:pt x="15611" y="34925"/>
                  </a:lnTo>
                  <a:lnTo>
                    <a:pt x="19182" y="34925"/>
                  </a:lnTo>
                  <a:lnTo>
                    <a:pt x="20902" y="34660"/>
                  </a:lnTo>
                  <a:lnTo>
                    <a:pt x="22622" y="34131"/>
                  </a:lnTo>
                  <a:lnTo>
                    <a:pt x="24210" y="33602"/>
                  </a:lnTo>
                  <a:lnTo>
                    <a:pt x="25797" y="32808"/>
                  </a:lnTo>
                  <a:lnTo>
                    <a:pt x="27120" y="32015"/>
                  </a:lnTo>
                  <a:lnTo>
                    <a:pt x="28575" y="30956"/>
                  </a:lnTo>
                  <a:lnTo>
                    <a:pt x="29766" y="29898"/>
                  </a:lnTo>
                  <a:lnTo>
                    <a:pt x="30956" y="28575"/>
                  </a:lnTo>
                  <a:lnTo>
                    <a:pt x="31882" y="27252"/>
                  </a:lnTo>
                  <a:lnTo>
                    <a:pt x="32808" y="25797"/>
                  </a:lnTo>
                  <a:lnTo>
                    <a:pt x="33470" y="24342"/>
                  </a:lnTo>
                  <a:lnTo>
                    <a:pt x="34131" y="22754"/>
                  </a:lnTo>
                  <a:lnTo>
                    <a:pt x="34528" y="21034"/>
                  </a:lnTo>
                  <a:lnTo>
                    <a:pt x="34793" y="19315"/>
                  </a:lnTo>
                  <a:lnTo>
                    <a:pt x="34925" y="17463"/>
                  </a:lnTo>
                  <a:lnTo>
                    <a:pt x="34793" y="15743"/>
                  </a:lnTo>
                  <a:lnTo>
                    <a:pt x="34528" y="14023"/>
                  </a:lnTo>
                  <a:lnTo>
                    <a:pt x="34131" y="12303"/>
                  </a:lnTo>
                  <a:lnTo>
                    <a:pt x="33470" y="10716"/>
                  </a:lnTo>
                  <a:lnTo>
                    <a:pt x="32808" y="9260"/>
                  </a:lnTo>
                  <a:lnTo>
                    <a:pt x="31882" y="7805"/>
                  </a:lnTo>
                  <a:lnTo>
                    <a:pt x="30956" y="6482"/>
                  </a:lnTo>
                  <a:lnTo>
                    <a:pt x="29766" y="5159"/>
                  </a:lnTo>
                  <a:lnTo>
                    <a:pt x="28575" y="4101"/>
                  </a:lnTo>
                  <a:lnTo>
                    <a:pt x="27120" y="3043"/>
                  </a:lnTo>
                  <a:lnTo>
                    <a:pt x="25797" y="2117"/>
                  </a:lnTo>
                  <a:lnTo>
                    <a:pt x="24210" y="1455"/>
                  </a:lnTo>
                  <a:lnTo>
                    <a:pt x="22622" y="794"/>
                  </a:lnTo>
                  <a:lnTo>
                    <a:pt x="20902" y="397"/>
                  </a:lnTo>
                  <a:lnTo>
                    <a:pt x="19182" y="132"/>
                  </a:lnTo>
                  <a:lnTo>
                    <a:pt x="17463"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0" name="Google Shape;1930;p154"/>
            <p:cNvSpPr/>
            <p:nvPr/>
          </p:nvSpPr>
          <p:spPr>
            <a:xfrm>
              <a:off x="1788415" y="1839720"/>
              <a:ext cx="18552" cy="18574"/>
            </a:xfrm>
            <a:custGeom>
              <a:avLst/>
              <a:gdLst/>
              <a:ahLst/>
              <a:cxnLst/>
              <a:rect l="l" t="t" r="r" b="b"/>
              <a:pathLst>
                <a:path w="9526" h="9525" fill="none" extrusionOk="0">
                  <a:moveTo>
                    <a:pt x="4763" y="0"/>
                  </a:moveTo>
                  <a:lnTo>
                    <a:pt x="4763" y="0"/>
                  </a:lnTo>
                  <a:lnTo>
                    <a:pt x="5689" y="132"/>
                  </a:lnTo>
                  <a:lnTo>
                    <a:pt x="6615" y="397"/>
                  </a:lnTo>
                  <a:lnTo>
                    <a:pt x="7408" y="926"/>
                  </a:lnTo>
                  <a:lnTo>
                    <a:pt x="8070" y="1455"/>
                  </a:lnTo>
                  <a:lnTo>
                    <a:pt x="8731" y="2117"/>
                  </a:lnTo>
                  <a:lnTo>
                    <a:pt x="9128" y="2910"/>
                  </a:lnTo>
                  <a:lnTo>
                    <a:pt x="9393" y="3836"/>
                  </a:lnTo>
                  <a:lnTo>
                    <a:pt x="9525" y="4763"/>
                  </a:lnTo>
                  <a:lnTo>
                    <a:pt x="9525" y="4763"/>
                  </a:lnTo>
                  <a:lnTo>
                    <a:pt x="9393" y="5821"/>
                  </a:lnTo>
                  <a:lnTo>
                    <a:pt x="9128" y="6615"/>
                  </a:lnTo>
                  <a:lnTo>
                    <a:pt x="8731" y="7541"/>
                  </a:lnTo>
                  <a:lnTo>
                    <a:pt x="8070" y="8202"/>
                  </a:lnTo>
                  <a:lnTo>
                    <a:pt x="7408" y="8731"/>
                  </a:lnTo>
                  <a:lnTo>
                    <a:pt x="6615" y="9260"/>
                  </a:lnTo>
                  <a:lnTo>
                    <a:pt x="5689" y="9525"/>
                  </a:lnTo>
                  <a:lnTo>
                    <a:pt x="4763" y="9525"/>
                  </a:lnTo>
                  <a:lnTo>
                    <a:pt x="4763" y="9525"/>
                  </a:lnTo>
                  <a:lnTo>
                    <a:pt x="3704" y="9525"/>
                  </a:lnTo>
                  <a:lnTo>
                    <a:pt x="2911" y="9260"/>
                  </a:lnTo>
                  <a:lnTo>
                    <a:pt x="2117" y="8731"/>
                  </a:lnTo>
                  <a:lnTo>
                    <a:pt x="1323" y="8202"/>
                  </a:lnTo>
                  <a:lnTo>
                    <a:pt x="794" y="7541"/>
                  </a:lnTo>
                  <a:lnTo>
                    <a:pt x="397" y="6615"/>
                  </a:lnTo>
                  <a:lnTo>
                    <a:pt x="0" y="5821"/>
                  </a:lnTo>
                  <a:lnTo>
                    <a:pt x="0" y="4763"/>
                  </a:lnTo>
                  <a:lnTo>
                    <a:pt x="0" y="4763"/>
                  </a:lnTo>
                  <a:lnTo>
                    <a:pt x="0" y="3836"/>
                  </a:lnTo>
                  <a:lnTo>
                    <a:pt x="397" y="2910"/>
                  </a:lnTo>
                  <a:lnTo>
                    <a:pt x="794" y="2117"/>
                  </a:lnTo>
                  <a:lnTo>
                    <a:pt x="1323" y="1455"/>
                  </a:lnTo>
                  <a:lnTo>
                    <a:pt x="2117" y="926"/>
                  </a:lnTo>
                  <a:lnTo>
                    <a:pt x="2911" y="397"/>
                  </a:lnTo>
                  <a:lnTo>
                    <a:pt x="3704" y="132"/>
                  </a:lnTo>
                  <a:lnTo>
                    <a:pt x="4763" y="0"/>
                  </a:lnTo>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1" name="Google Shape;1931;p154"/>
            <p:cNvSpPr/>
            <p:nvPr/>
          </p:nvSpPr>
          <p:spPr>
            <a:xfrm>
              <a:off x="1763682" y="1814955"/>
              <a:ext cx="68018" cy="68104"/>
            </a:xfrm>
            <a:custGeom>
              <a:avLst/>
              <a:gdLst/>
              <a:ahLst/>
              <a:cxnLst/>
              <a:rect l="l" t="t" r="r" b="b"/>
              <a:pathLst>
                <a:path w="34926" h="34925" fill="none" extrusionOk="0">
                  <a:moveTo>
                    <a:pt x="17463" y="0"/>
                  </a:moveTo>
                  <a:lnTo>
                    <a:pt x="17463" y="0"/>
                  </a:lnTo>
                  <a:lnTo>
                    <a:pt x="15611" y="132"/>
                  </a:lnTo>
                  <a:lnTo>
                    <a:pt x="13891" y="397"/>
                  </a:lnTo>
                  <a:lnTo>
                    <a:pt x="12303" y="794"/>
                  </a:lnTo>
                  <a:lnTo>
                    <a:pt x="10584" y="1455"/>
                  </a:lnTo>
                  <a:lnTo>
                    <a:pt x="9128" y="2117"/>
                  </a:lnTo>
                  <a:lnTo>
                    <a:pt x="7673" y="3043"/>
                  </a:lnTo>
                  <a:lnTo>
                    <a:pt x="6350" y="4101"/>
                  </a:lnTo>
                  <a:lnTo>
                    <a:pt x="5027" y="5159"/>
                  </a:lnTo>
                  <a:lnTo>
                    <a:pt x="3969" y="6482"/>
                  </a:lnTo>
                  <a:lnTo>
                    <a:pt x="2911" y="7805"/>
                  </a:lnTo>
                  <a:lnTo>
                    <a:pt x="2117" y="9260"/>
                  </a:lnTo>
                  <a:lnTo>
                    <a:pt x="1323" y="10716"/>
                  </a:lnTo>
                  <a:lnTo>
                    <a:pt x="794" y="12303"/>
                  </a:lnTo>
                  <a:lnTo>
                    <a:pt x="265" y="14023"/>
                  </a:lnTo>
                  <a:lnTo>
                    <a:pt x="0" y="15743"/>
                  </a:lnTo>
                  <a:lnTo>
                    <a:pt x="0" y="17463"/>
                  </a:lnTo>
                  <a:lnTo>
                    <a:pt x="0" y="17463"/>
                  </a:lnTo>
                  <a:lnTo>
                    <a:pt x="0" y="19315"/>
                  </a:lnTo>
                  <a:lnTo>
                    <a:pt x="265" y="21034"/>
                  </a:lnTo>
                  <a:lnTo>
                    <a:pt x="794" y="22754"/>
                  </a:lnTo>
                  <a:lnTo>
                    <a:pt x="1323" y="24342"/>
                  </a:lnTo>
                  <a:lnTo>
                    <a:pt x="2117" y="25797"/>
                  </a:lnTo>
                  <a:lnTo>
                    <a:pt x="2911" y="27252"/>
                  </a:lnTo>
                  <a:lnTo>
                    <a:pt x="3969" y="28575"/>
                  </a:lnTo>
                  <a:lnTo>
                    <a:pt x="5027" y="29898"/>
                  </a:lnTo>
                  <a:lnTo>
                    <a:pt x="6350" y="30956"/>
                  </a:lnTo>
                  <a:lnTo>
                    <a:pt x="7673" y="32015"/>
                  </a:lnTo>
                  <a:lnTo>
                    <a:pt x="9128" y="32808"/>
                  </a:lnTo>
                  <a:lnTo>
                    <a:pt x="10584" y="33602"/>
                  </a:lnTo>
                  <a:lnTo>
                    <a:pt x="12303" y="34131"/>
                  </a:lnTo>
                  <a:lnTo>
                    <a:pt x="13891" y="34660"/>
                  </a:lnTo>
                  <a:lnTo>
                    <a:pt x="15611" y="34925"/>
                  </a:lnTo>
                  <a:lnTo>
                    <a:pt x="17463" y="34925"/>
                  </a:lnTo>
                  <a:lnTo>
                    <a:pt x="17463" y="34925"/>
                  </a:lnTo>
                  <a:lnTo>
                    <a:pt x="19182" y="34925"/>
                  </a:lnTo>
                  <a:lnTo>
                    <a:pt x="20902" y="34660"/>
                  </a:lnTo>
                  <a:lnTo>
                    <a:pt x="22622" y="34131"/>
                  </a:lnTo>
                  <a:lnTo>
                    <a:pt x="24210" y="33602"/>
                  </a:lnTo>
                  <a:lnTo>
                    <a:pt x="25797" y="32808"/>
                  </a:lnTo>
                  <a:lnTo>
                    <a:pt x="27120" y="32015"/>
                  </a:lnTo>
                  <a:lnTo>
                    <a:pt x="28575" y="30956"/>
                  </a:lnTo>
                  <a:lnTo>
                    <a:pt x="29766" y="29898"/>
                  </a:lnTo>
                  <a:lnTo>
                    <a:pt x="30956" y="28575"/>
                  </a:lnTo>
                  <a:lnTo>
                    <a:pt x="31882" y="27252"/>
                  </a:lnTo>
                  <a:lnTo>
                    <a:pt x="32808" y="25797"/>
                  </a:lnTo>
                  <a:lnTo>
                    <a:pt x="33470" y="24342"/>
                  </a:lnTo>
                  <a:lnTo>
                    <a:pt x="34131" y="22754"/>
                  </a:lnTo>
                  <a:lnTo>
                    <a:pt x="34528" y="21034"/>
                  </a:lnTo>
                  <a:lnTo>
                    <a:pt x="34793" y="19315"/>
                  </a:lnTo>
                  <a:lnTo>
                    <a:pt x="34925" y="17463"/>
                  </a:lnTo>
                  <a:lnTo>
                    <a:pt x="34925" y="17463"/>
                  </a:lnTo>
                  <a:lnTo>
                    <a:pt x="34793" y="15743"/>
                  </a:lnTo>
                  <a:lnTo>
                    <a:pt x="34528" y="14023"/>
                  </a:lnTo>
                  <a:lnTo>
                    <a:pt x="34131" y="12303"/>
                  </a:lnTo>
                  <a:lnTo>
                    <a:pt x="33470" y="10716"/>
                  </a:lnTo>
                  <a:lnTo>
                    <a:pt x="32808" y="9260"/>
                  </a:lnTo>
                  <a:lnTo>
                    <a:pt x="31882" y="7805"/>
                  </a:lnTo>
                  <a:lnTo>
                    <a:pt x="30956" y="6482"/>
                  </a:lnTo>
                  <a:lnTo>
                    <a:pt x="29766" y="5159"/>
                  </a:lnTo>
                  <a:lnTo>
                    <a:pt x="28575" y="4101"/>
                  </a:lnTo>
                  <a:lnTo>
                    <a:pt x="27120" y="3043"/>
                  </a:lnTo>
                  <a:lnTo>
                    <a:pt x="25797" y="2117"/>
                  </a:lnTo>
                  <a:lnTo>
                    <a:pt x="24210" y="1455"/>
                  </a:lnTo>
                  <a:lnTo>
                    <a:pt x="22622" y="794"/>
                  </a:lnTo>
                  <a:lnTo>
                    <a:pt x="20902" y="397"/>
                  </a:lnTo>
                  <a:lnTo>
                    <a:pt x="19182" y="132"/>
                  </a:lnTo>
                  <a:lnTo>
                    <a:pt x="17463" y="0"/>
                  </a:lnTo>
                  <a:lnTo>
                    <a:pt x="17463" y="0"/>
                  </a:lnTo>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2" name="Google Shape;1932;p154"/>
            <p:cNvSpPr/>
            <p:nvPr/>
          </p:nvSpPr>
          <p:spPr>
            <a:xfrm>
              <a:off x="1507075" y="1496105"/>
              <a:ext cx="182923" cy="365028"/>
            </a:xfrm>
            <a:custGeom>
              <a:avLst/>
              <a:gdLst/>
              <a:ahLst/>
              <a:cxnLst/>
              <a:rect l="l" t="t" r="r" b="b"/>
              <a:pathLst>
                <a:path w="93927" h="187194" extrusionOk="0">
                  <a:moveTo>
                    <a:pt x="74745" y="1"/>
                  </a:moveTo>
                  <a:lnTo>
                    <a:pt x="74745" y="21829"/>
                  </a:lnTo>
                  <a:lnTo>
                    <a:pt x="70114" y="23284"/>
                  </a:lnTo>
                  <a:lnTo>
                    <a:pt x="65617" y="24871"/>
                  </a:lnTo>
                  <a:lnTo>
                    <a:pt x="61251" y="26856"/>
                  </a:lnTo>
                  <a:lnTo>
                    <a:pt x="57018" y="29105"/>
                  </a:lnTo>
                  <a:lnTo>
                    <a:pt x="41539" y="13627"/>
                  </a:lnTo>
                  <a:lnTo>
                    <a:pt x="13494" y="41143"/>
                  </a:lnTo>
                  <a:lnTo>
                    <a:pt x="29104" y="56621"/>
                  </a:lnTo>
                  <a:lnTo>
                    <a:pt x="26855" y="60855"/>
                  </a:lnTo>
                  <a:lnTo>
                    <a:pt x="24871" y="65088"/>
                  </a:lnTo>
                  <a:lnTo>
                    <a:pt x="23151" y="69586"/>
                  </a:lnTo>
                  <a:lnTo>
                    <a:pt x="21696" y="74084"/>
                  </a:lnTo>
                  <a:lnTo>
                    <a:pt x="0" y="74084"/>
                  </a:lnTo>
                  <a:lnTo>
                    <a:pt x="0" y="113242"/>
                  </a:lnTo>
                  <a:lnTo>
                    <a:pt x="21431" y="113374"/>
                  </a:lnTo>
                  <a:lnTo>
                    <a:pt x="22886" y="117872"/>
                  </a:lnTo>
                  <a:lnTo>
                    <a:pt x="24474" y="122370"/>
                  </a:lnTo>
                  <a:lnTo>
                    <a:pt x="26458" y="126604"/>
                  </a:lnTo>
                  <a:lnTo>
                    <a:pt x="28707" y="130837"/>
                  </a:lnTo>
                  <a:lnTo>
                    <a:pt x="13494" y="145918"/>
                  </a:lnTo>
                  <a:lnTo>
                    <a:pt x="41275" y="173699"/>
                  </a:lnTo>
                  <a:lnTo>
                    <a:pt x="56488" y="158751"/>
                  </a:lnTo>
                  <a:lnTo>
                    <a:pt x="60722" y="160999"/>
                  </a:lnTo>
                  <a:lnTo>
                    <a:pt x="64955" y="162984"/>
                  </a:lnTo>
                  <a:lnTo>
                    <a:pt x="69453" y="164704"/>
                  </a:lnTo>
                  <a:lnTo>
                    <a:pt x="74083" y="166027"/>
                  </a:lnTo>
                  <a:lnTo>
                    <a:pt x="73951" y="187193"/>
                  </a:lnTo>
                  <a:lnTo>
                    <a:pt x="93927" y="187193"/>
                  </a:lnTo>
                  <a:lnTo>
                    <a:pt x="93927" y="145521"/>
                  </a:lnTo>
                  <a:lnTo>
                    <a:pt x="91281" y="145389"/>
                  </a:lnTo>
                  <a:lnTo>
                    <a:pt x="88635" y="145257"/>
                  </a:lnTo>
                  <a:lnTo>
                    <a:pt x="85989" y="144860"/>
                  </a:lnTo>
                  <a:lnTo>
                    <a:pt x="83476" y="144463"/>
                  </a:lnTo>
                  <a:lnTo>
                    <a:pt x="80962" y="143934"/>
                  </a:lnTo>
                  <a:lnTo>
                    <a:pt x="78449" y="143140"/>
                  </a:lnTo>
                  <a:lnTo>
                    <a:pt x="76068" y="142346"/>
                  </a:lnTo>
                  <a:lnTo>
                    <a:pt x="73686" y="141420"/>
                  </a:lnTo>
                  <a:lnTo>
                    <a:pt x="71437" y="140362"/>
                  </a:lnTo>
                  <a:lnTo>
                    <a:pt x="69188" y="139304"/>
                  </a:lnTo>
                  <a:lnTo>
                    <a:pt x="66939" y="137981"/>
                  </a:lnTo>
                  <a:lnTo>
                    <a:pt x="64823" y="136658"/>
                  </a:lnTo>
                  <a:lnTo>
                    <a:pt x="62838" y="135203"/>
                  </a:lnTo>
                  <a:lnTo>
                    <a:pt x="60854" y="133615"/>
                  </a:lnTo>
                  <a:lnTo>
                    <a:pt x="59002" y="132028"/>
                  </a:lnTo>
                  <a:lnTo>
                    <a:pt x="57150" y="130308"/>
                  </a:lnTo>
                  <a:lnTo>
                    <a:pt x="55430" y="128456"/>
                  </a:lnTo>
                  <a:lnTo>
                    <a:pt x="53843" y="126604"/>
                  </a:lnTo>
                  <a:lnTo>
                    <a:pt x="52255" y="124619"/>
                  </a:lnTo>
                  <a:lnTo>
                    <a:pt x="50800" y="122635"/>
                  </a:lnTo>
                  <a:lnTo>
                    <a:pt x="49477" y="120518"/>
                  </a:lnTo>
                  <a:lnTo>
                    <a:pt x="48286" y="118402"/>
                  </a:lnTo>
                  <a:lnTo>
                    <a:pt x="47096" y="116153"/>
                  </a:lnTo>
                  <a:lnTo>
                    <a:pt x="46037" y="113771"/>
                  </a:lnTo>
                  <a:lnTo>
                    <a:pt x="45111" y="111390"/>
                  </a:lnTo>
                  <a:lnTo>
                    <a:pt x="44318" y="109009"/>
                  </a:lnTo>
                  <a:lnTo>
                    <a:pt x="43656" y="106628"/>
                  </a:lnTo>
                  <a:lnTo>
                    <a:pt x="42995" y="104114"/>
                  </a:lnTo>
                  <a:lnTo>
                    <a:pt x="42598" y="101468"/>
                  </a:lnTo>
                  <a:lnTo>
                    <a:pt x="42201" y="98955"/>
                  </a:lnTo>
                  <a:lnTo>
                    <a:pt x="42069" y="96309"/>
                  </a:lnTo>
                  <a:lnTo>
                    <a:pt x="41936" y="93531"/>
                  </a:lnTo>
                  <a:lnTo>
                    <a:pt x="42069" y="90885"/>
                  </a:lnTo>
                  <a:lnTo>
                    <a:pt x="42201" y="88239"/>
                  </a:lnTo>
                  <a:lnTo>
                    <a:pt x="42598" y="85726"/>
                  </a:lnTo>
                  <a:lnTo>
                    <a:pt x="42995" y="83080"/>
                  </a:lnTo>
                  <a:lnTo>
                    <a:pt x="43656" y="80566"/>
                  </a:lnTo>
                  <a:lnTo>
                    <a:pt x="44318" y="78185"/>
                  </a:lnTo>
                  <a:lnTo>
                    <a:pt x="45111" y="75804"/>
                  </a:lnTo>
                  <a:lnTo>
                    <a:pt x="46037" y="73422"/>
                  </a:lnTo>
                  <a:lnTo>
                    <a:pt x="47096" y="71041"/>
                  </a:lnTo>
                  <a:lnTo>
                    <a:pt x="48286" y="68792"/>
                  </a:lnTo>
                  <a:lnTo>
                    <a:pt x="49477" y="66676"/>
                  </a:lnTo>
                  <a:lnTo>
                    <a:pt x="50800" y="64559"/>
                  </a:lnTo>
                  <a:lnTo>
                    <a:pt x="52255" y="62574"/>
                  </a:lnTo>
                  <a:lnTo>
                    <a:pt x="53843" y="60590"/>
                  </a:lnTo>
                  <a:lnTo>
                    <a:pt x="55430" y="58738"/>
                  </a:lnTo>
                  <a:lnTo>
                    <a:pt x="57150" y="56886"/>
                  </a:lnTo>
                  <a:lnTo>
                    <a:pt x="59002" y="55166"/>
                  </a:lnTo>
                  <a:lnTo>
                    <a:pt x="60854" y="53579"/>
                  </a:lnTo>
                  <a:lnTo>
                    <a:pt x="62838" y="51991"/>
                  </a:lnTo>
                  <a:lnTo>
                    <a:pt x="64823" y="50536"/>
                  </a:lnTo>
                  <a:lnTo>
                    <a:pt x="66939" y="49213"/>
                  </a:lnTo>
                  <a:lnTo>
                    <a:pt x="69188" y="47890"/>
                  </a:lnTo>
                  <a:lnTo>
                    <a:pt x="71437" y="46832"/>
                  </a:lnTo>
                  <a:lnTo>
                    <a:pt x="73686" y="45773"/>
                  </a:lnTo>
                  <a:lnTo>
                    <a:pt x="76068" y="44847"/>
                  </a:lnTo>
                  <a:lnTo>
                    <a:pt x="78449" y="44054"/>
                  </a:lnTo>
                  <a:lnTo>
                    <a:pt x="80962" y="43260"/>
                  </a:lnTo>
                  <a:lnTo>
                    <a:pt x="83476" y="42731"/>
                  </a:lnTo>
                  <a:lnTo>
                    <a:pt x="85989" y="42334"/>
                  </a:lnTo>
                  <a:lnTo>
                    <a:pt x="88635" y="41937"/>
                  </a:lnTo>
                  <a:lnTo>
                    <a:pt x="91281" y="41805"/>
                  </a:lnTo>
                  <a:lnTo>
                    <a:pt x="93927" y="41672"/>
                  </a:lnTo>
                  <a:lnTo>
                    <a:pt x="93927"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3" name="Google Shape;1933;p154"/>
            <p:cNvSpPr/>
            <p:nvPr/>
          </p:nvSpPr>
          <p:spPr>
            <a:xfrm>
              <a:off x="1542186" y="3775916"/>
              <a:ext cx="159700" cy="152300"/>
            </a:xfrm>
            <a:custGeom>
              <a:avLst/>
              <a:gdLst/>
              <a:ahLst/>
              <a:cxnLst/>
              <a:rect l="l" t="t" r="r" b="b"/>
              <a:pathLst>
                <a:path w="6388" h="6092" extrusionOk="0">
                  <a:moveTo>
                    <a:pt x="6388" y="0"/>
                  </a:moveTo>
                  <a:lnTo>
                    <a:pt x="1602" y="1497"/>
                  </a:lnTo>
                  <a:lnTo>
                    <a:pt x="2356" y="2292"/>
                  </a:lnTo>
                  <a:lnTo>
                    <a:pt x="0" y="4510"/>
                  </a:lnTo>
                  <a:lnTo>
                    <a:pt x="753" y="5306"/>
                  </a:lnTo>
                  <a:lnTo>
                    <a:pt x="1496" y="6091"/>
                  </a:lnTo>
                  <a:lnTo>
                    <a:pt x="3852" y="3884"/>
                  </a:lnTo>
                  <a:lnTo>
                    <a:pt x="4595" y="4680"/>
                  </a:lnTo>
                  <a:lnTo>
                    <a:pt x="6388"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4" name="Google Shape;1934;p154"/>
            <p:cNvSpPr/>
            <p:nvPr/>
          </p:nvSpPr>
          <p:spPr>
            <a:xfrm>
              <a:off x="1537136" y="3578291"/>
              <a:ext cx="363450" cy="363175"/>
            </a:xfrm>
            <a:custGeom>
              <a:avLst/>
              <a:gdLst/>
              <a:ahLst/>
              <a:cxnLst/>
              <a:rect l="l" t="t" r="r" b="b"/>
              <a:pathLst>
                <a:path w="14538" h="14527" extrusionOk="0">
                  <a:moveTo>
                    <a:pt x="7269" y="0"/>
                  </a:moveTo>
                  <a:lnTo>
                    <a:pt x="6898" y="11"/>
                  </a:lnTo>
                  <a:lnTo>
                    <a:pt x="6526" y="32"/>
                  </a:lnTo>
                  <a:lnTo>
                    <a:pt x="6165" y="85"/>
                  </a:lnTo>
                  <a:lnTo>
                    <a:pt x="5805" y="149"/>
                  </a:lnTo>
                  <a:lnTo>
                    <a:pt x="5454" y="223"/>
                  </a:lnTo>
                  <a:lnTo>
                    <a:pt x="5115" y="329"/>
                  </a:lnTo>
                  <a:lnTo>
                    <a:pt x="4775" y="435"/>
                  </a:lnTo>
                  <a:lnTo>
                    <a:pt x="4446" y="573"/>
                  </a:lnTo>
                  <a:lnTo>
                    <a:pt x="4118" y="711"/>
                  </a:lnTo>
                  <a:lnTo>
                    <a:pt x="3810" y="881"/>
                  </a:lnTo>
                  <a:lnTo>
                    <a:pt x="3502" y="1051"/>
                  </a:lnTo>
                  <a:lnTo>
                    <a:pt x="3205" y="1242"/>
                  </a:lnTo>
                  <a:lnTo>
                    <a:pt x="2929" y="1444"/>
                  </a:lnTo>
                  <a:lnTo>
                    <a:pt x="2653" y="1656"/>
                  </a:lnTo>
                  <a:lnTo>
                    <a:pt x="2388" y="1889"/>
                  </a:lnTo>
                  <a:lnTo>
                    <a:pt x="2133" y="2133"/>
                  </a:lnTo>
                  <a:lnTo>
                    <a:pt x="1889" y="2377"/>
                  </a:lnTo>
                  <a:lnTo>
                    <a:pt x="1666" y="2643"/>
                  </a:lnTo>
                  <a:lnTo>
                    <a:pt x="1454" y="2918"/>
                  </a:lnTo>
                  <a:lnTo>
                    <a:pt x="1242" y="3205"/>
                  </a:lnTo>
                  <a:lnTo>
                    <a:pt x="1062" y="3502"/>
                  </a:lnTo>
                  <a:lnTo>
                    <a:pt x="881" y="3799"/>
                  </a:lnTo>
                  <a:lnTo>
                    <a:pt x="722" y="4117"/>
                  </a:lnTo>
                  <a:lnTo>
                    <a:pt x="573" y="4436"/>
                  </a:lnTo>
                  <a:lnTo>
                    <a:pt x="446" y="4765"/>
                  </a:lnTo>
                  <a:lnTo>
                    <a:pt x="329" y="5104"/>
                  </a:lnTo>
                  <a:lnTo>
                    <a:pt x="234" y="5454"/>
                  </a:lnTo>
                  <a:lnTo>
                    <a:pt x="149" y="5805"/>
                  </a:lnTo>
                  <a:lnTo>
                    <a:pt x="85" y="6155"/>
                  </a:lnTo>
                  <a:lnTo>
                    <a:pt x="43" y="6526"/>
                  </a:lnTo>
                  <a:lnTo>
                    <a:pt x="11" y="6887"/>
                  </a:lnTo>
                  <a:lnTo>
                    <a:pt x="0" y="7269"/>
                  </a:lnTo>
                  <a:lnTo>
                    <a:pt x="1093" y="7269"/>
                  </a:lnTo>
                  <a:lnTo>
                    <a:pt x="1104" y="6951"/>
                  </a:lnTo>
                  <a:lnTo>
                    <a:pt x="1125" y="6632"/>
                  </a:lnTo>
                  <a:lnTo>
                    <a:pt x="1168" y="6324"/>
                  </a:lnTo>
                  <a:lnTo>
                    <a:pt x="1221" y="6017"/>
                  </a:lnTo>
                  <a:lnTo>
                    <a:pt x="1295" y="5720"/>
                  </a:lnTo>
                  <a:lnTo>
                    <a:pt x="1369" y="5433"/>
                  </a:lnTo>
                  <a:lnTo>
                    <a:pt x="1475" y="5147"/>
                  </a:lnTo>
                  <a:lnTo>
                    <a:pt x="1582" y="4860"/>
                  </a:lnTo>
                  <a:lnTo>
                    <a:pt x="1709" y="4584"/>
                  </a:lnTo>
                  <a:lnTo>
                    <a:pt x="1847" y="4319"/>
                  </a:lnTo>
                  <a:lnTo>
                    <a:pt x="1995" y="4064"/>
                  </a:lnTo>
                  <a:lnTo>
                    <a:pt x="2154" y="3810"/>
                  </a:lnTo>
                  <a:lnTo>
                    <a:pt x="2324" y="3576"/>
                  </a:lnTo>
                  <a:lnTo>
                    <a:pt x="2505" y="3343"/>
                  </a:lnTo>
                  <a:lnTo>
                    <a:pt x="2706" y="3120"/>
                  </a:lnTo>
                  <a:lnTo>
                    <a:pt x="2908" y="2897"/>
                  </a:lnTo>
                  <a:lnTo>
                    <a:pt x="3120" y="2696"/>
                  </a:lnTo>
                  <a:lnTo>
                    <a:pt x="3343" y="2505"/>
                  </a:lnTo>
                  <a:lnTo>
                    <a:pt x="3576" y="2314"/>
                  </a:lnTo>
                  <a:lnTo>
                    <a:pt x="3820" y="2144"/>
                  </a:lnTo>
                  <a:lnTo>
                    <a:pt x="4075" y="1985"/>
                  </a:lnTo>
                  <a:lnTo>
                    <a:pt x="4330" y="1836"/>
                  </a:lnTo>
                  <a:lnTo>
                    <a:pt x="4595" y="1698"/>
                  </a:lnTo>
                  <a:lnTo>
                    <a:pt x="4871" y="1581"/>
                  </a:lnTo>
                  <a:lnTo>
                    <a:pt x="5147" y="1465"/>
                  </a:lnTo>
                  <a:lnTo>
                    <a:pt x="5433" y="1369"/>
                  </a:lnTo>
                  <a:lnTo>
                    <a:pt x="5730" y="1284"/>
                  </a:lnTo>
                  <a:lnTo>
                    <a:pt x="6027" y="1221"/>
                  </a:lnTo>
                  <a:lnTo>
                    <a:pt x="6335" y="1157"/>
                  </a:lnTo>
                  <a:lnTo>
                    <a:pt x="6643" y="1125"/>
                  </a:lnTo>
                  <a:lnTo>
                    <a:pt x="6951" y="1093"/>
                  </a:lnTo>
                  <a:lnTo>
                    <a:pt x="7587" y="1093"/>
                  </a:lnTo>
                  <a:lnTo>
                    <a:pt x="7895" y="1125"/>
                  </a:lnTo>
                  <a:lnTo>
                    <a:pt x="8203" y="1157"/>
                  </a:lnTo>
                  <a:lnTo>
                    <a:pt x="8510" y="1221"/>
                  </a:lnTo>
                  <a:lnTo>
                    <a:pt x="8807" y="1284"/>
                  </a:lnTo>
                  <a:lnTo>
                    <a:pt x="9105" y="1369"/>
                  </a:lnTo>
                  <a:lnTo>
                    <a:pt x="9391" y="1465"/>
                  </a:lnTo>
                  <a:lnTo>
                    <a:pt x="9667" y="1581"/>
                  </a:lnTo>
                  <a:lnTo>
                    <a:pt x="9943" y="1698"/>
                  </a:lnTo>
                  <a:lnTo>
                    <a:pt x="10208" y="1836"/>
                  </a:lnTo>
                  <a:lnTo>
                    <a:pt x="10463" y="1985"/>
                  </a:lnTo>
                  <a:lnTo>
                    <a:pt x="10717" y="2144"/>
                  </a:lnTo>
                  <a:lnTo>
                    <a:pt x="10961" y="2314"/>
                  </a:lnTo>
                  <a:lnTo>
                    <a:pt x="11195" y="2505"/>
                  </a:lnTo>
                  <a:lnTo>
                    <a:pt x="11418" y="2696"/>
                  </a:lnTo>
                  <a:lnTo>
                    <a:pt x="11630" y="2897"/>
                  </a:lnTo>
                  <a:lnTo>
                    <a:pt x="11832" y="3120"/>
                  </a:lnTo>
                  <a:lnTo>
                    <a:pt x="12033" y="3343"/>
                  </a:lnTo>
                  <a:lnTo>
                    <a:pt x="12214" y="3576"/>
                  </a:lnTo>
                  <a:lnTo>
                    <a:pt x="12383" y="3810"/>
                  </a:lnTo>
                  <a:lnTo>
                    <a:pt x="12543" y="4064"/>
                  </a:lnTo>
                  <a:lnTo>
                    <a:pt x="12691" y="4319"/>
                  </a:lnTo>
                  <a:lnTo>
                    <a:pt x="12829" y="4584"/>
                  </a:lnTo>
                  <a:lnTo>
                    <a:pt x="12956" y="4860"/>
                  </a:lnTo>
                  <a:lnTo>
                    <a:pt x="13062" y="5147"/>
                  </a:lnTo>
                  <a:lnTo>
                    <a:pt x="13169" y="5433"/>
                  </a:lnTo>
                  <a:lnTo>
                    <a:pt x="13243" y="5720"/>
                  </a:lnTo>
                  <a:lnTo>
                    <a:pt x="13317" y="6017"/>
                  </a:lnTo>
                  <a:lnTo>
                    <a:pt x="13370" y="6324"/>
                  </a:lnTo>
                  <a:lnTo>
                    <a:pt x="13413" y="6632"/>
                  </a:lnTo>
                  <a:lnTo>
                    <a:pt x="13434" y="6951"/>
                  </a:lnTo>
                  <a:lnTo>
                    <a:pt x="13444" y="7269"/>
                  </a:lnTo>
                  <a:lnTo>
                    <a:pt x="13434" y="7577"/>
                  </a:lnTo>
                  <a:lnTo>
                    <a:pt x="13413" y="7895"/>
                  </a:lnTo>
                  <a:lnTo>
                    <a:pt x="13370" y="8203"/>
                  </a:lnTo>
                  <a:lnTo>
                    <a:pt x="13317" y="8510"/>
                  </a:lnTo>
                  <a:lnTo>
                    <a:pt x="13243" y="8807"/>
                  </a:lnTo>
                  <a:lnTo>
                    <a:pt x="13169" y="9094"/>
                  </a:lnTo>
                  <a:lnTo>
                    <a:pt x="13062" y="9380"/>
                  </a:lnTo>
                  <a:lnTo>
                    <a:pt x="12956" y="9667"/>
                  </a:lnTo>
                  <a:lnTo>
                    <a:pt x="12829" y="9943"/>
                  </a:lnTo>
                  <a:lnTo>
                    <a:pt x="12691" y="10208"/>
                  </a:lnTo>
                  <a:lnTo>
                    <a:pt x="12543" y="10463"/>
                  </a:lnTo>
                  <a:lnTo>
                    <a:pt x="12383" y="10717"/>
                  </a:lnTo>
                  <a:lnTo>
                    <a:pt x="12214" y="10951"/>
                  </a:lnTo>
                  <a:lnTo>
                    <a:pt x="12033" y="11184"/>
                  </a:lnTo>
                  <a:lnTo>
                    <a:pt x="11832" y="11407"/>
                  </a:lnTo>
                  <a:lnTo>
                    <a:pt x="11630" y="11630"/>
                  </a:lnTo>
                  <a:lnTo>
                    <a:pt x="11418" y="11831"/>
                  </a:lnTo>
                  <a:lnTo>
                    <a:pt x="11195" y="12022"/>
                  </a:lnTo>
                  <a:lnTo>
                    <a:pt x="10961" y="12213"/>
                  </a:lnTo>
                  <a:lnTo>
                    <a:pt x="10717" y="12383"/>
                  </a:lnTo>
                  <a:lnTo>
                    <a:pt x="10463" y="12542"/>
                  </a:lnTo>
                  <a:lnTo>
                    <a:pt x="10208" y="12691"/>
                  </a:lnTo>
                  <a:lnTo>
                    <a:pt x="9943" y="12829"/>
                  </a:lnTo>
                  <a:lnTo>
                    <a:pt x="9667" y="12946"/>
                  </a:lnTo>
                  <a:lnTo>
                    <a:pt x="9391" y="13062"/>
                  </a:lnTo>
                  <a:lnTo>
                    <a:pt x="9105" y="13158"/>
                  </a:lnTo>
                  <a:lnTo>
                    <a:pt x="8807" y="13243"/>
                  </a:lnTo>
                  <a:lnTo>
                    <a:pt x="8510" y="13306"/>
                  </a:lnTo>
                  <a:lnTo>
                    <a:pt x="8203" y="13370"/>
                  </a:lnTo>
                  <a:lnTo>
                    <a:pt x="7895" y="13402"/>
                  </a:lnTo>
                  <a:lnTo>
                    <a:pt x="7587" y="13434"/>
                  </a:lnTo>
                  <a:lnTo>
                    <a:pt x="7269" y="13434"/>
                  </a:lnTo>
                  <a:lnTo>
                    <a:pt x="7269" y="14527"/>
                  </a:lnTo>
                  <a:lnTo>
                    <a:pt x="7640" y="14516"/>
                  </a:lnTo>
                  <a:lnTo>
                    <a:pt x="8012" y="14495"/>
                  </a:lnTo>
                  <a:lnTo>
                    <a:pt x="8372" y="14442"/>
                  </a:lnTo>
                  <a:lnTo>
                    <a:pt x="8733" y="14378"/>
                  </a:lnTo>
                  <a:lnTo>
                    <a:pt x="9083" y="14304"/>
                  </a:lnTo>
                  <a:lnTo>
                    <a:pt x="9423" y="14198"/>
                  </a:lnTo>
                  <a:lnTo>
                    <a:pt x="9762" y="14092"/>
                  </a:lnTo>
                  <a:lnTo>
                    <a:pt x="10091" y="13954"/>
                  </a:lnTo>
                  <a:lnTo>
                    <a:pt x="10420" y="13816"/>
                  </a:lnTo>
                  <a:lnTo>
                    <a:pt x="10728" y="13646"/>
                  </a:lnTo>
                  <a:lnTo>
                    <a:pt x="11036" y="13476"/>
                  </a:lnTo>
                  <a:lnTo>
                    <a:pt x="11333" y="13285"/>
                  </a:lnTo>
                  <a:lnTo>
                    <a:pt x="11609" y="13084"/>
                  </a:lnTo>
                  <a:lnTo>
                    <a:pt x="11885" y="12871"/>
                  </a:lnTo>
                  <a:lnTo>
                    <a:pt x="12150" y="12638"/>
                  </a:lnTo>
                  <a:lnTo>
                    <a:pt x="12405" y="12394"/>
                  </a:lnTo>
                  <a:lnTo>
                    <a:pt x="12649" y="12150"/>
                  </a:lnTo>
                  <a:lnTo>
                    <a:pt x="12871" y="11885"/>
                  </a:lnTo>
                  <a:lnTo>
                    <a:pt x="13084" y="11609"/>
                  </a:lnTo>
                  <a:lnTo>
                    <a:pt x="13296" y="11322"/>
                  </a:lnTo>
                  <a:lnTo>
                    <a:pt x="13476" y="11025"/>
                  </a:lnTo>
                  <a:lnTo>
                    <a:pt x="13657" y="10728"/>
                  </a:lnTo>
                  <a:lnTo>
                    <a:pt x="13816" y="10410"/>
                  </a:lnTo>
                  <a:lnTo>
                    <a:pt x="13964" y="10091"/>
                  </a:lnTo>
                  <a:lnTo>
                    <a:pt x="14092" y="9762"/>
                  </a:lnTo>
                  <a:lnTo>
                    <a:pt x="14208" y="9423"/>
                  </a:lnTo>
                  <a:lnTo>
                    <a:pt x="14304" y="9073"/>
                  </a:lnTo>
                  <a:lnTo>
                    <a:pt x="14389" y="8723"/>
                  </a:lnTo>
                  <a:lnTo>
                    <a:pt x="14452" y="8372"/>
                  </a:lnTo>
                  <a:lnTo>
                    <a:pt x="14495" y="8001"/>
                  </a:lnTo>
                  <a:lnTo>
                    <a:pt x="14527" y="7640"/>
                  </a:lnTo>
                  <a:lnTo>
                    <a:pt x="14537" y="7269"/>
                  </a:lnTo>
                  <a:lnTo>
                    <a:pt x="14527" y="6887"/>
                  </a:lnTo>
                  <a:lnTo>
                    <a:pt x="14495" y="6526"/>
                  </a:lnTo>
                  <a:lnTo>
                    <a:pt x="14452" y="6155"/>
                  </a:lnTo>
                  <a:lnTo>
                    <a:pt x="14389" y="5805"/>
                  </a:lnTo>
                  <a:lnTo>
                    <a:pt x="14304" y="5454"/>
                  </a:lnTo>
                  <a:lnTo>
                    <a:pt x="14208" y="5104"/>
                  </a:lnTo>
                  <a:lnTo>
                    <a:pt x="14092" y="4765"/>
                  </a:lnTo>
                  <a:lnTo>
                    <a:pt x="13964" y="4436"/>
                  </a:lnTo>
                  <a:lnTo>
                    <a:pt x="13816" y="4117"/>
                  </a:lnTo>
                  <a:lnTo>
                    <a:pt x="13657" y="3799"/>
                  </a:lnTo>
                  <a:lnTo>
                    <a:pt x="13476" y="3502"/>
                  </a:lnTo>
                  <a:lnTo>
                    <a:pt x="13296" y="3205"/>
                  </a:lnTo>
                  <a:lnTo>
                    <a:pt x="13084" y="2918"/>
                  </a:lnTo>
                  <a:lnTo>
                    <a:pt x="12871" y="2643"/>
                  </a:lnTo>
                  <a:lnTo>
                    <a:pt x="12649" y="2377"/>
                  </a:lnTo>
                  <a:lnTo>
                    <a:pt x="12405" y="2133"/>
                  </a:lnTo>
                  <a:lnTo>
                    <a:pt x="12150" y="1889"/>
                  </a:lnTo>
                  <a:lnTo>
                    <a:pt x="11885" y="1656"/>
                  </a:lnTo>
                  <a:lnTo>
                    <a:pt x="11609" y="1444"/>
                  </a:lnTo>
                  <a:lnTo>
                    <a:pt x="11333" y="1242"/>
                  </a:lnTo>
                  <a:lnTo>
                    <a:pt x="11036" y="1051"/>
                  </a:lnTo>
                  <a:lnTo>
                    <a:pt x="10728" y="881"/>
                  </a:lnTo>
                  <a:lnTo>
                    <a:pt x="10420" y="711"/>
                  </a:lnTo>
                  <a:lnTo>
                    <a:pt x="10091" y="573"/>
                  </a:lnTo>
                  <a:lnTo>
                    <a:pt x="9762" y="435"/>
                  </a:lnTo>
                  <a:lnTo>
                    <a:pt x="9423" y="329"/>
                  </a:lnTo>
                  <a:lnTo>
                    <a:pt x="9083" y="223"/>
                  </a:lnTo>
                  <a:lnTo>
                    <a:pt x="8733" y="149"/>
                  </a:lnTo>
                  <a:lnTo>
                    <a:pt x="8372" y="85"/>
                  </a:lnTo>
                  <a:lnTo>
                    <a:pt x="8012" y="32"/>
                  </a:lnTo>
                  <a:lnTo>
                    <a:pt x="7640" y="11"/>
                  </a:lnTo>
                  <a:lnTo>
                    <a:pt x="7269" y="0"/>
                  </a:lnTo>
                  <a:close/>
                </a:path>
              </a:pathLst>
            </a:custGeom>
            <a:solidFill>
              <a:schemeClr val="lt2"/>
            </a:solidFill>
            <a:ln w="2125" cap="rnd"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5" name="Google Shape;1935;p154"/>
            <p:cNvSpPr/>
            <p:nvPr/>
          </p:nvSpPr>
          <p:spPr>
            <a:xfrm>
              <a:off x="1605836" y="3646991"/>
              <a:ext cx="226050" cy="225775"/>
            </a:xfrm>
            <a:custGeom>
              <a:avLst/>
              <a:gdLst/>
              <a:ahLst/>
              <a:cxnLst/>
              <a:rect l="l" t="t" r="r" b="b"/>
              <a:pathLst>
                <a:path w="9042" h="9031" extrusionOk="0">
                  <a:moveTo>
                    <a:pt x="4287" y="1"/>
                  </a:moveTo>
                  <a:lnTo>
                    <a:pt x="4065" y="22"/>
                  </a:lnTo>
                  <a:lnTo>
                    <a:pt x="3831" y="54"/>
                  </a:lnTo>
                  <a:lnTo>
                    <a:pt x="3608" y="96"/>
                  </a:lnTo>
                  <a:lnTo>
                    <a:pt x="3396" y="139"/>
                  </a:lnTo>
                  <a:lnTo>
                    <a:pt x="3184" y="202"/>
                  </a:lnTo>
                  <a:lnTo>
                    <a:pt x="2972" y="277"/>
                  </a:lnTo>
                  <a:lnTo>
                    <a:pt x="2770" y="351"/>
                  </a:lnTo>
                  <a:lnTo>
                    <a:pt x="2569" y="446"/>
                  </a:lnTo>
                  <a:lnTo>
                    <a:pt x="2367" y="542"/>
                  </a:lnTo>
                  <a:lnTo>
                    <a:pt x="2176" y="658"/>
                  </a:lnTo>
                  <a:lnTo>
                    <a:pt x="1996" y="775"/>
                  </a:lnTo>
                  <a:lnTo>
                    <a:pt x="1826" y="903"/>
                  </a:lnTo>
                  <a:lnTo>
                    <a:pt x="1645" y="1030"/>
                  </a:lnTo>
                  <a:lnTo>
                    <a:pt x="1486" y="1178"/>
                  </a:lnTo>
                  <a:lnTo>
                    <a:pt x="1327" y="1327"/>
                  </a:lnTo>
                  <a:lnTo>
                    <a:pt x="1179" y="1476"/>
                  </a:lnTo>
                  <a:lnTo>
                    <a:pt x="1041" y="1645"/>
                  </a:lnTo>
                  <a:lnTo>
                    <a:pt x="903" y="1815"/>
                  </a:lnTo>
                  <a:lnTo>
                    <a:pt x="775" y="1995"/>
                  </a:lnTo>
                  <a:lnTo>
                    <a:pt x="659" y="2176"/>
                  </a:lnTo>
                  <a:lnTo>
                    <a:pt x="552" y="2367"/>
                  </a:lnTo>
                  <a:lnTo>
                    <a:pt x="446" y="2558"/>
                  </a:lnTo>
                  <a:lnTo>
                    <a:pt x="361" y="2759"/>
                  </a:lnTo>
                  <a:lnTo>
                    <a:pt x="277" y="2961"/>
                  </a:lnTo>
                  <a:lnTo>
                    <a:pt x="213" y="3173"/>
                  </a:lnTo>
                  <a:lnTo>
                    <a:pt x="149" y="3385"/>
                  </a:lnTo>
                  <a:lnTo>
                    <a:pt x="96" y="3608"/>
                  </a:lnTo>
                  <a:lnTo>
                    <a:pt x="54" y="3831"/>
                  </a:lnTo>
                  <a:lnTo>
                    <a:pt x="33" y="4054"/>
                  </a:lnTo>
                  <a:lnTo>
                    <a:pt x="11" y="4287"/>
                  </a:lnTo>
                  <a:lnTo>
                    <a:pt x="1" y="4521"/>
                  </a:lnTo>
                  <a:lnTo>
                    <a:pt x="680" y="4521"/>
                  </a:lnTo>
                  <a:lnTo>
                    <a:pt x="690" y="4319"/>
                  </a:lnTo>
                  <a:lnTo>
                    <a:pt x="701" y="4128"/>
                  </a:lnTo>
                  <a:lnTo>
                    <a:pt x="733" y="3927"/>
                  </a:lnTo>
                  <a:lnTo>
                    <a:pt x="765" y="3746"/>
                  </a:lnTo>
                  <a:lnTo>
                    <a:pt x="807" y="3555"/>
                  </a:lnTo>
                  <a:lnTo>
                    <a:pt x="860" y="3375"/>
                  </a:lnTo>
                  <a:lnTo>
                    <a:pt x="913" y="3194"/>
                  </a:lnTo>
                  <a:lnTo>
                    <a:pt x="988" y="3025"/>
                  </a:lnTo>
                  <a:lnTo>
                    <a:pt x="1062" y="2855"/>
                  </a:lnTo>
                  <a:lnTo>
                    <a:pt x="1147" y="2685"/>
                  </a:lnTo>
                  <a:lnTo>
                    <a:pt x="1242" y="2526"/>
                  </a:lnTo>
                  <a:lnTo>
                    <a:pt x="1338" y="2367"/>
                  </a:lnTo>
                  <a:lnTo>
                    <a:pt x="1444" y="2218"/>
                  </a:lnTo>
                  <a:lnTo>
                    <a:pt x="1560" y="2080"/>
                  </a:lnTo>
                  <a:lnTo>
                    <a:pt x="1677" y="1932"/>
                  </a:lnTo>
                  <a:lnTo>
                    <a:pt x="1805" y="1804"/>
                  </a:lnTo>
                  <a:lnTo>
                    <a:pt x="1942" y="1677"/>
                  </a:lnTo>
                  <a:lnTo>
                    <a:pt x="2080" y="1560"/>
                  </a:lnTo>
                  <a:lnTo>
                    <a:pt x="2229" y="1444"/>
                  </a:lnTo>
                  <a:lnTo>
                    <a:pt x="2378" y="1338"/>
                  </a:lnTo>
                  <a:lnTo>
                    <a:pt x="2537" y="1231"/>
                  </a:lnTo>
                  <a:lnTo>
                    <a:pt x="2696" y="1147"/>
                  </a:lnTo>
                  <a:lnTo>
                    <a:pt x="2855" y="1062"/>
                  </a:lnTo>
                  <a:lnTo>
                    <a:pt x="3025" y="977"/>
                  </a:lnTo>
                  <a:lnTo>
                    <a:pt x="3205" y="913"/>
                  </a:lnTo>
                  <a:lnTo>
                    <a:pt x="3386" y="849"/>
                  </a:lnTo>
                  <a:lnTo>
                    <a:pt x="3566" y="796"/>
                  </a:lnTo>
                  <a:lnTo>
                    <a:pt x="3746" y="754"/>
                  </a:lnTo>
                  <a:lnTo>
                    <a:pt x="3937" y="722"/>
                  </a:lnTo>
                  <a:lnTo>
                    <a:pt x="4128" y="701"/>
                  </a:lnTo>
                  <a:lnTo>
                    <a:pt x="4319" y="680"/>
                  </a:lnTo>
                  <a:lnTo>
                    <a:pt x="4723" y="680"/>
                  </a:lnTo>
                  <a:lnTo>
                    <a:pt x="4914" y="701"/>
                  </a:lnTo>
                  <a:lnTo>
                    <a:pt x="5105" y="722"/>
                  </a:lnTo>
                  <a:lnTo>
                    <a:pt x="5296" y="754"/>
                  </a:lnTo>
                  <a:lnTo>
                    <a:pt x="5476" y="796"/>
                  </a:lnTo>
                  <a:lnTo>
                    <a:pt x="5656" y="849"/>
                  </a:lnTo>
                  <a:lnTo>
                    <a:pt x="5837" y="913"/>
                  </a:lnTo>
                  <a:lnTo>
                    <a:pt x="6017" y="977"/>
                  </a:lnTo>
                  <a:lnTo>
                    <a:pt x="6187" y="1062"/>
                  </a:lnTo>
                  <a:lnTo>
                    <a:pt x="6346" y="1147"/>
                  </a:lnTo>
                  <a:lnTo>
                    <a:pt x="6505" y="1231"/>
                  </a:lnTo>
                  <a:lnTo>
                    <a:pt x="6664" y="1338"/>
                  </a:lnTo>
                  <a:lnTo>
                    <a:pt x="6813" y="1444"/>
                  </a:lnTo>
                  <a:lnTo>
                    <a:pt x="6961" y="1560"/>
                  </a:lnTo>
                  <a:lnTo>
                    <a:pt x="7099" y="1677"/>
                  </a:lnTo>
                  <a:lnTo>
                    <a:pt x="7237" y="1804"/>
                  </a:lnTo>
                  <a:lnTo>
                    <a:pt x="7365" y="1932"/>
                  </a:lnTo>
                  <a:lnTo>
                    <a:pt x="7481" y="2080"/>
                  </a:lnTo>
                  <a:lnTo>
                    <a:pt x="7598" y="2218"/>
                  </a:lnTo>
                  <a:lnTo>
                    <a:pt x="7704" y="2367"/>
                  </a:lnTo>
                  <a:lnTo>
                    <a:pt x="7800" y="2526"/>
                  </a:lnTo>
                  <a:lnTo>
                    <a:pt x="7895" y="2685"/>
                  </a:lnTo>
                  <a:lnTo>
                    <a:pt x="7980" y="2855"/>
                  </a:lnTo>
                  <a:lnTo>
                    <a:pt x="8054" y="3025"/>
                  </a:lnTo>
                  <a:lnTo>
                    <a:pt x="8129" y="3194"/>
                  </a:lnTo>
                  <a:lnTo>
                    <a:pt x="8182" y="3375"/>
                  </a:lnTo>
                  <a:lnTo>
                    <a:pt x="8235" y="3555"/>
                  </a:lnTo>
                  <a:lnTo>
                    <a:pt x="8277" y="3746"/>
                  </a:lnTo>
                  <a:lnTo>
                    <a:pt x="8309" y="3927"/>
                  </a:lnTo>
                  <a:lnTo>
                    <a:pt x="8341" y="4128"/>
                  </a:lnTo>
                  <a:lnTo>
                    <a:pt x="8351" y="4319"/>
                  </a:lnTo>
                  <a:lnTo>
                    <a:pt x="8362" y="4521"/>
                  </a:lnTo>
                  <a:lnTo>
                    <a:pt x="8351" y="4712"/>
                  </a:lnTo>
                  <a:lnTo>
                    <a:pt x="8341" y="4903"/>
                  </a:lnTo>
                  <a:lnTo>
                    <a:pt x="8309" y="5104"/>
                  </a:lnTo>
                  <a:lnTo>
                    <a:pt x="8277" y="5285"/>
                  </a:lnTo>
                  <a:lnTo>
                    <a:pt x="8235" y="5476"/>
                  </a:lnTo>
                  <a:lnTo>
                    <a:pt x="8182" y="5656"/>
                  </a:lnTo>
                  <a:lnTo>
                    <a:pt x="8129" y="5837"/>
                  </a:lnTo>
                  <a:lnTo>
                    <a:pt x="8054" y="6006"/>
                  </a:lnTo>
                  <a:lnTo>
                    <a:pt x="7980" y="6176"/>
                  </a:lnTo>
                  <a:lnTo>
                    <a:pt x="7895" y="6346"/>
                  </a:lnTo>
                  <a:lnTo>
                    <a:pt x="7800" y="6505"/>
                  </a:lnTo>
                  <a:lnTo>
                    <a:pt x="7704" y="6664"/>
                  </a:lnTo>
                  <a:lnTo>
                    <a:pt x="7598" y="6813"/>
                  </a:lnTo>
                  <a:lnTo>
                    <a:pt x="7481" y="6951"/>
                  </a:lnTo>
                  <a:lnTo>
                    <a:pt x="7365" y="7099"/>
                  </a:lnTo>
                  <a:lnTo>
                    <a:pt x="7237" y="7227"/>
                  </a:lnTo>
                  <a:lnTo>
                    <a:pt x="7099" y="7354"/>
                  </a:lnTo>
                  <a:lnTo>
                    <a:pt x="6961" y="7471"/>
                  </a:lnTo>
                  <a:lnTo>
                    <a:pt x="6813" y="7587"/>
                  </a:lnTo>
                  <a:lnTo>
                    <a:pt x="6664" y="7693"/>
                  </a:lnTo>
                  <a:lnTo>
                    <a:pt x="6505" y="7800"/>
                  </a:lnTo>
                  <a:lnTo>
                    <a:pt x="6346" y="7884"/>
                  </a:lnTo>
                  <a:lnTo>
                    <a:pt x="6187" y="7969"/>
                  </a:lnTo>
                  <a:lnTo>
                    <a:pt x="6017" y="8054"/>
                  </a:lnTo>
                  <a:lnTo>
                    <a:pt x="5837" y="8118"/>
                  </a:lnTo>
                  <a:lnTo>
                    <a:pt x="5656" y="8182"/>
                  </a:lnTo>
                  <a:lnTo>
                    <a:pt x="5476" y="8235"/>
                  </a:lnTo>
                  <a:lnTo>
                    <a:pt x="5296" y="8277"/>
                  </a:lnTo>
                  <a:lnTo>
                    <a:pt x="5105" y="8309"/>
                  </a:lnTo>
                  <a:lnTo>
                    <a:pt x="4914" y="8330"/>
                  </a:lnTo>
                  <a:lnTo>
                    <a:pt x="4723" y="8351"/>
                  </a:lnTo>
                  <a:lnTo>
                    <a:pt x="4521" y="8351"/>
                  </a:lnTo>
                  <a:lnTo>
                    <a:pt x="4521" y="9030"/>
                  </a:lnTo>
                  <a:lnTo>
                    <a:pt x="4754" y="9030"/>
                  </a:lnTo>
                  <a:lnTo>
                    <a:pt x="4977" y="9009"/>
                  </a:lnTo>
                  <a:lnTo>
                    <a:pt x="5211" y="8977"/>
                  </a:lnTo>
                  <a:lnTo>
                    <a:pt x="5433" y="8935"/>
                  </a:lnTo>
                  <a:lnTo>
                    <a:pt x="5646" y="8892"/>
                  </a:lnTo>
                  <a:lnTo>
                    <a:pt x="5858" y="8829"/>
                  </a:lnTo>
                  <a:lnTo>
                    <a:pt x="6070" y="8755"/>
                  </a:lnTo>
                  <a:lnTo>
                    <a:pt x="6272" y="8680"/>
                  </a:lnTo>
                  <a:lnTo>
                    <a:pt x="6473" y="8585"/>
                  </a:lnTo>
                  <a:lnTo>
                    <a:pt x="6675" y="8489"/>
                  </a:lnTo>
                  <a:lnTo>
                    <a:pt x="6866" y="8373"/>
                  </a:lnTo>
                  <a:lnTo>
                    <a:pt x="7046" y="8256"/>
                  </a:lnTo>
                  <a:lnTo>
                    <a:pt x="7216" y="8128"/>
                  </a:lnTo>
                  <a:lnTo>
                    <a:pt x="7396" y="8001"/>
                  </a:lnTo>
                  <a:lnTo>
                    <a:pt x="7556" y="7853"/>
                  </a:lnTo>
                  <a:lnTo>
                    <a:pt x="7715" y="7704"/>
                  </a:lnTo>
                  <a:lnTo>
                    <a:pt x="7863" y="7556"/>
                  </a:lnTo>
                  <a:lnTo>
                    <a:pt x="8001" y="7386"/>
                  </a:lnTo>
                  <a:lnTo>
                    <a:pt x="8139" y="7216"/>
                  </a:lnTo>
                  <a:lnTo>
                    <a:pt x="8267" y="7036"/>
                  </a:lnTo>
                  <a:lnTo>
                    <a:pt x="8383" y="6855"/>
                  </a:lnTo>
                  <a:lnTo>
                    <a:pt x="8489" y="6664"/>
                  </a:lnTo>
                  <a:lnTo>
                    <a:pt x="8595" y="6473"/>
                  </a:lnTo>
                  <a:lnTo>
                    <a:pt x="8680" y="6272"/>
                  </a:lnTo>
                  <a:lnTo>
                    <a:pt x="8765" y="6070"/>
                  </a:lnTo>
                  <a:lnTo>
                    <a:pt x="8829" y="5858"/>
                  </a:lnTo>
                  <a:lnTo>
                    <a:pt x="8893" y="5646"/>
                  </a:lnTo>
                  <a:lnTo>
                    <a:pt x="8946" y="5423"/>
                  </a:lnTo>
                  <a:lnTo>
                    <a:pt x="8988" y="5200"/>
                  </a:lnTo>
                  <a:lnTo>
                    <a:pt x="9009" y="4977"/>
                  </a:lnTo>
                  <a:lnTo>
                    <a:pt x="9031" y="4744"/>
                  </a:lnTo>
                  <a:lnTo>
                    <a:pt x="9041" y="4521"/>
                  </a:lnTo>
                  <a:lnTo>
                    <a:pt x="9031" y="4287"/>
                  </a:lnTo>
                  <a:lnTo>
                    <a:pt x="9009" y="4054"/>
                  </a:lnTo>
                  <a:lnTo>
                    <a:pt x="8988" y="3831"/>
                  </a:lnTo>
                  <a:lnTo>
                    <a:pt x="8946" y="3608"/>
                  </a:lnTo>
                  <a:lnTo>
                    <a:pt x="8893" y="3385"/>
                  </a:lnTo>
                  <a:lnTo>
                    <a:pt x="8829" y="3173"/>
                  </a:lnTo>
                  <a:lnTo>
                    <a:pt x="8765" y="2961"/>
                  </a:lnTo>
                  <a:lnTo>
                    <a:pt x="8680" y="2759"/>
                  </a:lnTo>
                  <a:lnTo>
                    <a:pt x="8595" y="2558"/>
                  </a:lnTo>
                  <a:lnTo>
                    <a:pt x="8489" y="2367"/>
                  </a:lnTo>
                  <a:lnTo>
                    <a:pt x="8383" y="2176"/>
                  </a:lnTo>
                  <a:lnTo>
                    <a:pt x="8267" y="1995"/>
                  </a:lnTo>
                  <a:lnTo>
                    <a:pt x="8139" y="1815"/>
                  </a:lnTo>
                  <a:lnTo>
                    <a:pt x="8001" y="1645"/>
                  </a:lnTo>
                  <a:lnTo>
                    <a:pt x="7863" y="1476"/>
                  </a:lnTo>
                  <a:lnTo>
                    <a:pt x="7715" y="1327"/>
                  </a:lnTo>
                  <a:lnTo>
                    <a:pt x="7556" y="1178"/>
                  </a:lnTo>
                  <a:lnTo>
                    <a:pt x="7396" y="1030"/>
                  </a:lnTo>
                  <a:lnTo>
                    <a:pt x="7216" y="903"/>
                  </a:lnTo>
                  <a:lnTo>
                    <a:pt x="7046" y="775"/>
                  </a:lnTo>
                  <a:lnTo>
                    <a:pt x="6866" y="658"/>
                  </a:lnTo>
                  <a:lnTo>
                    <a:pt x="6675" y="542"/>
                  </a:lnTo>
                  <a:lnTo>
                    <a:pt x="6473" y="446"/>
                  </a:lnTo>
                  <a:lnTo>
                    <a:pt x="6272" y="351"/>
                  </a:lnTo>
                  <a:lnTo>
                    <a:pt x="6070" y="277"/>
                  </a:lnTo>
                  <a:lnTo>
                    <a:pt x="5858" y="202"/>
                  </a:lnTo>
                  <a:lnTo>
                    <a:pt x="5646" y="139"/>
                  </a:lnTo>
                  <a:lnTo>
                    <a:pt x="5433" y="96"/>
                  </a:lnTo>
                  <a:lnTo>
                    <a:pt x="5211" y="54"/>
                  </a:lnTo>
                  <a:lnTo>
                    <a:pt x="4977" y="22"/>
                  </a:lnTo>
                  <a:lnTo>
                    <a:pt x="4754" y="1"/>
                  </a:lnTo>
                  <a:close/>
                </a:path>
              </a:pathLst>
            </a:custGeom>
            <a:solidFill>
              <a:schemeClr val="lt2"/>
            </a:solidFill>
            <a:ln w="1050" cap="rnd"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6" name="Google Shape;1936;p154"/>
            <p:cNvSpPr/>
            <p:nvPr/>
          </p:nvSpPr>
          <p:spPr>
            <a:xfrm>
              <a:off x="1663661" y="3704566"/>
              <a:ext cx="110375" cy="110625"/>
            </a:xfrm>
            <a:custGeom>
              <a:avLst/>
              <a:gdLst/>
              <a:ahLst/>
              <a:cxnLst/>
              <a:rect l="l" t="t" r="r" b="b"/>
              <a:pathLst>
                <a:path w="4415" h="4425" extrusionOk="0">
                  <a:moveTo>
                    <a:pt x="2208" y="0"/>
                  </a:moveTo>
                  <a:lnTo>
                    <a:pt x="1985" y="11"/>
                  </a:lnTo>
                  <a:lnTo>
                    <a:pt x="1762" y="43"/>
                  </a:lnTo>
                  <a:lnTo>
                    <a:pt x="1550" y="96"/>
                  </a:lnTo>
                  <a:lnTo>
                    <a:pt x="1348" y="170"/>
                  </a:lnTo>
                  <a:lnTo>
                    <a:pt x="1157" y="265"/>
                  </a:lnTo>
                  <a:lnTo>
                    <a:pt x="977" y="382"/>
                  </a:lnTo>
                  <a:lnTo>
                    <a:pt x="797" y="509"/>
                  </a:lnTo>
                  <a:lnTo>
                    <a:pt x="648" y="647"/>
                  </a:lnTo>
                  <a:lnTo>
                    <a:pt x="500" y="807"/>
                  </a:lnTo>
                  <a:lnTo>
                    <a:pt x="372" y="976"/>
                  </a:lnTo>
                  <a:lnTo>
                    <a:pt x="266" y="1157"/>
                  </a:lnTo>
                  <a:lnTo>
                    <a:pt x="171" y="1348"/>
                  </a:lnTo>
                  <a:lnTo>
                    <a:pt x="96" y="1560"/>
                  </a:lnTo>
                  <a:lnTo>
                    <a:pt x="43" y="1772"/>
                  </a:lnTo>
                  <a:lnTo>
                    <a:pt x="11" y="1984"/>
                  </a:lnTo>
                  <a:lnTo>
                    <a:pt x="1" y="2218"/>
                  </a:lnTo>
                  <a:lnTo>
                    <a:pt x="330" y="2218"/>
                  </a:lnTo>
                  <a:lnTo>
                    <a:pt x="340" y="2016"/>
                  </a:lnTo>
                  <a:lnTo>
                    <a:pt x="362" y="1836"/>
                  </a:lnTo>
                  <a:lnTo>
                    <a:pt x="415" y="1655"/>
                  </a:lnTo>
                  <a:lnTo>
                    <a:pt x="478" y="1486"/>
                  </a:lnTo>
                  <a:lnTo>
                    <a:pt x="553" y="1316"/>
                  </a:lnTo>
                  <a:lnTo>
                    <a:pt x="648" y="1167"/>
                  </a:lnTo>
                  <a:lnTo>
                    <a:pt x="754" y="1019"/>
                  </a:lnTo>
                  <a:lnTo>
                    <a:pt x="882" y="881"/>
                  </a:lnTo>
                  <a:lnTo>
                    <a:pt x="1009" y="764"/>
                  </a:lnTo>
                  <a:lnTo>
                    <a:pt x="1157" y="658"/>
                  </a:lnTo>
                  <a:lnTo>
                    <a:pt x="1317" y="563"/>
                  </a:lnTo>
                  <a:lnTo>
                    <a:pt x="1476" y="478"/>
                  </a:lnTo>
                  <a:lnTo>
                    <a:pt x="1646" y="414"/>
                  </a:lnTo>
                  <a:lnTo>
                    <a:pt x="1826" y="372"/>
                  </a:lnTo>
                  <a:lnTo>
                    <a:pt x="2017" y="340"/>
                  </a:lnTo>
                  <a:lnTo>
                    <a:pt x="2208" y="329"/>
                  </a:lnTo>
                  <a:lnTo>
                    <a:pt x="2399" y="340"/>
                  </a:lnTo>
                  <a:lnTo>
                    <a:pt x="2590" y="372"/>
                  </a:lnTo>
                  <a:lnTo>
                    <a:pt x="2770" y="414"/>
                  </a:lnTo>
                  <a:lnTo>
                    <a:pt x="2940" y="478"/>
                  </a:lnTo>
                  <a:lnTo>
                    <a:pt x="3099" y="563"/>
                  </a:lnTo>
                  <a:lnTo>
                    <a:pt x="3258" y="658"/>
                  </a:lnTo>
                  <a:lnTo>
                    <a:pt x="3407" y="764"/>
                  </a:lnTo>
                  <a:lnTo>
                    <a:pt x="3534" y="881"/>
                  </a:lnTo>
                  <a:lnTo>
                    <a:pt x="3662" y="1019"/>
                  </a:lnTo>
                  <a:lnTo>
                    <a:pt x="3768" y="1167"/>
                  </a:lnTo>
                  <a:lnTo>
                    <a:pt x="3863" y="1316"/>
                  </a:lnTo>
                  <a:lnTo>
                    <a:pt x="3937" y="1486"/>
                  </a:lnTo>
                  <a:lnTo>
                    <a:pt x="4001" y="1655"/>
                  </a:lnTo>
                  <a:lnTo>
                    <a:pt x="4054" y="1836"/>
                  </a:lnTo>
                  <a:lnTo>
                    <a:pt x="4075" y="2016"/>
                  </a:lnTo>
                  <a:lnTo>
                    <a:pt x="4086" y="2218"/>
                  </a:lnTo>
                  <a:lnTo>
                    <a:pt x="4075" y="2409"/>
                  </a:lnTo>
                  <a:lnTo>
                    <a:pt x="4054" y="2589"/>
                  </a:lnTo>
                  <a:lnTo>
                    <a:pt x="4001" y="2770"/>
                  </a:lnTo>
                  <a:lnTo>
                    <a:pt x="3937" y="2939"/>
                  </a:lnTo>
                  <a:lnTo>
                    <a:pt x="3863" y="3109"/>
                  </a:lnTo>
                  <a:lnTo>
                    <a:pt x="3768" y="3258"/>
                  </a:lnTo>
                  <a:lnTo>
                    <a:pt x="3662" y="3406"/>
                  </a:lnTo>
                  <a:lnTo>
                    <a:pt x="3534" y="3544"/>
                  </a:lnTo>
                  <a:lnTo>
                    <a:pt x="3407" y="3661"/>
                  </a:lnTo>
                  <a:lnTo>
                    <a:pt x="3258" y="3767"/>
                  </a:lnTo>
                  <a:lnTo>
                    <a:pt x="3099" y="3862"/>
                  </a:lnTo>
                  <a:lnTo>
                    <a:pt x="2940" y="3947"/>
                  </a:lnTo>
                  <a:lnTo>
                    <a:pt x="2770" y="4011"/>
                  </a:lnTo>
                  <a:lnTo>
                    <a:pt x="2590" y="4053"/>
                  </a:lnTo>
                  <a:lnTo>
                    <a:pt x="2399" y="4085"/>
                  </a:lnTo>
                  <a:lnTo>
                    <a:pt x="2208" y="4096"/>
                  </a:lnTo>
                  <a:lnTo>
                    <a:pt x="2208" y="4425"/>
                  </a:lnTo>
                  <a:lnTo>
                    <a:pt x="2431" y="4414"/>
                  </a:lnTo>
                  <a:lnTo>
                    <a:pt x="2654" y="4382"/>
                  </a:lnTo>
                  <a:lnTo>
                    <a:pt x="2866" y="4329"/>
                  </a:lnTo>
                  <a:lnTo>
                    <a:pt x="3067" y="4255"/>
                  </a:lnTo>
                  <a:lnTo>
                    <a:pt x="3258" y="4160"/>
                  </a:lnTo>
                  <a:lnTo>
                    <a:pt x="3439" y="4043"/>
                  </a:lnTo>
                  <a:lnTo>
                    <a:pt x="3619" y="3916"/>
                  </a:lnTo>
                  <a:lnTo>
                    <a:pt x="3768" y="3778"/>
                  </a:lnTo>
                  <a:lnTo>
                    <a:pt x="3916" y="3618"/>
                  </a:lnTo>
                  <a:lnTo>
                    <a:pt x="4044" y="3449"/>
                  </a:lnTo>
                  <a:lnTo>
                    <a:pt x="4150" y="3268"/>
                  </a:lnTo>
                  <a:lnTo>
                    <a:pt x="4245" y="3077"/>
                  </a:lnTo>
                  <a:lnTo>
                    <a:pt x="4319" y="2865"/>
                  </a:lnTo>
                  <a:lnTo>
                    <a:pt x="4373" y="2653"/>
                  </a:lnTo>
                  <a:lnTo>
                    <a:pt x="4404" y="2441"/>
                  </a:lnTo>
                  <a:lnTo>
                    <a:pt x="4415" y="2218"/>
                  </a:lnTo>
                  <a:lnTo>
                    <a:pt x="4404" y="1984"/>
                  </a:lnTo>
                  <a:lnTo>
                    <a:pt x="4373" y="1772"/>
                  </a:lnTo>
                  <a:lnTo>
                    <a:pt x="4319" y="1560"/>
                  </a:lnTo>
                  <a:lnTo>
                    <a:pt x="4245" y="1348"/>
                  </a:lnTo>
                  <a:lnTo>
                    <a:pt x="4150" y="1157"/>
                  </a:lnTo>
                  <a:lnTo>
                    <a:pt x="4044" y="976"/>
                  </a:lnTo>
                  <a:lnTo>
                    <a:pt x="3916" y="807"/>
                  </a:lnTo>
                  <a:lnTo>
                    <a:pt x="3768" y="647"/>
                  </a:lnTo>
                  <a:lnTo>
                    <a:pt x="3619" y="509"/>
                  </a:lnTo>
                  <a:lnTo>
                    <a:pt x="3439" y="382"/>
                  </a:lnTo>
                  <a:lnTo>
                    <a:pt x="3258" y="265"/>
                  </a:lnTo>
                  <a:lnTo>
                    <a:pt x="3067" y="170"/>
                  </a:lnTo>
                  <a:lnTo>
                    <a:pt x="2866" y="96"/>
                  </a:lnTo>
                  <a:lnTo>
                    <a:pt x="2654" y="43"/>
                  </a:lnTo>
                  <a:lnTo>
                    <a:pt x="2431" y="11"/>
                  </a:lnTo>
                  <a:lnTo>
                    <a:pt x="2208" y="0"/>
                  </a:lnTo>
                  <a:close/>
                </a:path>
              </a:pathLst>
            </a:custGeom>
            <a:solidFill>
              <a:schemeClr val="lt2"/>
            </a:solidFill>
            <a:ln w="1050" cap="rnd"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7" name="Google Shape;1937;p154"/>
            <p:cNvSpPr/>
            <p:nvPr/>
          </p:nvSpPr>
          <p:spPr>
            <a:xfrm>
              <a:off x="1536375" y="2548075"/>
              <a:ext cx="364938" cy="365199"/>
            </a:xfrm>
            <a:custGeom>
              <a:avLst/>
              <a:gdLst/>
              <a:ahLst/>
              <a:cxnLst/>
              <a:rect l="l" t="t" r="r" b="b"/>
              <a:pathLst>
                <a:path w="16800" h="16812" extrusionOk="0">
                  <a:moveTo>
                    <a:pt x="11683" y="1144"/>
                  </a:moveTo>
                  <a:lnTo>
                    <a:pt x="11943" y="1168"/>
                  </a:lnTo>
                  <a:lnTo>
                    <a:pt x="9184" y="3926"/>
                  </a:lnTo>
                  <a:lnTo>
                    <a:pt x="12874" y="7616"/>
                  </a:lnTo>
                  <a:lnTo>
                    <a:pt x="15633" y="4858"/>
                  </a:lnTo>
                  <a:lnTo>
                    <a:pt x="15656" y="5117"/>
                  </a:lnTo>
                  <a:lnTo>
                    <a:pt x="15656" y="5376"/>
                  </a:lnTo>
                  <a:lnTo>
                    <a:pt x="15656" y="5589"/>
                  </a:lnTo>
                  <a:lnTo>
                    <a:pt x="15645" y="5801"/>
                  </a:lnTo>
                  <a:lnTo>
                    <a:pt x="15609" y="6013"/>
                  </a:lnTo>
                  <a:lnTo>
                    <a:pt x="15574" y="6225"/>
                  </a:lnTo>
                  <a:lnTo>
                    <a:pt x="15527" y="6426"/>
                  </a:lnTo>
                  <a:lnTo>
                    <a:pt x="15468" y="6626"/>
                  </a:lnTo>
                  <a:lnTo>
                    <a:pt x="15409" y="6827"/>
                  </a:lnTo>
                  <a:lnTo>
                    <a:pt x="15326" y="7015"/>
                  </a:lnTo>
                  <a:lnTo>
                    <a:pt x="15244" y="7204"/>
                  </a:lnTo>
                  <a:lnTo>
                    <a:pt x="15150" y="7392"/>
                  </a:lnTo>
                  <a:lnTo>
                    <a:pt x="15043" y="7569"/>
                  </a:lnTo>
                  <a:lnTo>
                    <a:pt x="14937" y="7734"/>
                  </a:lnTo>
                  <a:lnTo>
                    <a:pt x="14819" y="7899"/>
                  </a:lnTo>
                  <a:lnTo>
                    <a:pt x="14690" y="8064"/>
                  </a:lnTo>
                  <a:lnTo>
                    <a:pt x="14560" y="8218"/>
                  </a:lnTo>
                  <a:lnTo>
                    <a:pt x="14419" y="8371"/>
                  </a:lnTo>
                  <a:lnTo>
                    <a:pt x="14277" y="8501"/>
                  </a:lnTo>
                  <a:lnTo>
                    <a:pt x="14124" y="8642"/>
                  </a:lnTo>
                  <a:lnTo>
                    <a:pt x="13959" y="8760"/>
                  </a:lnTo>
                  <a:lnTo>
                    <a:pt x="13794" y="8878"/>
                  </a:lnTo>
                  <a:lnTo>
                    <a:pt x="13617" y="8996"/>
                  </a:lnTo>
                  <a:lnTo>
                    <a:pt x="13440" y="9090"/>
                  </a:lnTo>
                  <a:lnTo>
                    <a:pt x="13263" y="9184"/>
                  </a:lnTo>
                  <a:lnTo>
                    <a:pt x="13075" y="9279"/>
                  </a:lnTo>
                  <a:lnTo>
                    <a:pt x="12886" y="9349"/>
                  </a:lnTo>
                  <a:lnTo>
                    <a:pt x="12686" y="9420"/>
                  </a:lnTo>
                  <a:lnTo>
                    <a:pt x="12485" y="9479"/>
                  </a:lnTo>
                  <a:lnTo>
                    <a:pt x="12285" y="9526"/>
                  </a:lnTo>
                  <a:lnTo>
                    <a:pt x="12072" y="9562"/>
                  </a:lnTo>
                  <a:lnTo>
                    <a:pt x="11860" y="9585"/>
                  </a:lnTo>
                  <a:lnTo>
                    <a:pt x="11648" y="9597"/>
                  </a:lnTo>
                  <a:lnTo>
                    <a:pt x="11424" y="9609"/>
                  </a:lnTo>
                  <a:lnTo>
                    <a:pt x="11212" y="9597"/>
                  </a:lnTo>
                  <a:lnTo>
                    <a:pt x="11000" y="9585"/>
                  </a:lnTo>
                  <a:lnTo>
                    <a:pt x="10787" y="9562"/>
                  </a:lnTo>
                  <a:lnTo>
                    <a:pt x="10575" y="9526"/>
                  </a:lnTo>
                  <a:lnTo>
                    <a:pt x="10375" y="9479"/>
                  </a:lnTo>
                  <a:lnTo>
                    <a:pt x="10174" y="9420"/>
                  </a:lnTo>
                  <a:lnTo>
                    <a:pt x="9974" y="9349"/>
                  </a:lnTo>
                  <a:lnTo>
                    <a:pt x="9785" y="9279"/>
                  </a:lnTo>
                  <a:lnTo>
                    <a:pt x="9597" y="9184"/>
                  </a:lnTo>
                  <a:lnTo>
                    <a:pt x="9408" y="9090"/>
                  </a:lnTo>
                  <a:lnTo>
                    <a:pt x="9231" y="8996"/>
                  </a:lnTo>
                  <a:lnTo>
                    <a:pt x="9066" y="8878"/>
                  </a:lnTo>
                  <a:lnTo>
                    <a:pt x="8901" y="8760"/>
                  </a:lnTo>
                  <a:lnTo>
                    <a:pt x="8736" y="8642"/>
                  </a:lnTo>
                  <a:lnTo>
                    <a:pt x="8583" y="8501"/>
                  </a:lnTo>
                  <a:lnTo>
                    <a:pt x="8441" y="8371"/>
                  </a:lnTo>
                  <a:lnTo>
                    <a:pt x="8300" y="8218"/>
                  </a:lnTo>
                  <a:lnTo>
                    <a:pt x="8158" y="8064"/>
                  </a:lnTo>
                  <a:lnTo>
                    <a:pt x="8041" y="7899"/>
                  </a:lnTo>
                  <a:lnTo>
                    <a:pt x="7923" y="7734"/>
                  </a:lnTo>
                  <a:lnTo>
                    <a:pt x="7805" y="7569"/>
                  </a:lnTo>
                  <a:lnTo>
                    <a:pt x="7710" y="7392"/>
                  </a:lnTo>
                  <a:lnTo>
                    <a:pt x="7616" y="7204"/>
                  </a:lnTo>
                  <a:lnTo>
                    <a:pt x="7534" y="7015"/>
                  </a:lnTo>
                  <a:lnTo>
                    <a:pt x="7451" y="6827"/>
                  </a:lnTo>
                  <a:lnTo>
                    <a:pt x="7380" y="6626"/>
                  </a:lnTo>
                  <a:lnTo>
                    <a:pt x="7333" y="6426"/>
                  </a:lnTo>
                  <a:lnTo>
                    <a:pt x="7286" y="6225"/>
                  </a:lnTo>
                  <a:lnTo>
                    <a:pt x="7239" y="6013"/>
                  </a:lnTo>
                  <a:lnTo>
                    <a:pt x="7215" y="5801"/>
                  </a:lnTo>
                  <a:lnTo>
                    <a:pt x="7203" y="5589"/>
                  </a:lnTo>
                  <a:lnTo>
                    <a:pt x="7192" y="5376"/>
                  </a:lnTo>
                  <a:lnTo>
                    <a:pt x="7203" y="5152"/>
                  </a:lnTo>
                  <a:lnTo>
                    <a:pt x="7215" y="4940"/>
                  </a:lnTo>
                  <a:lnTo>
                    <a:pt x="7239" y="4728"/>
                  </a:lnTo>
                  <a:lnTo>
                    <a:pt x="7286" y="4516"/>
                  </a:lnTo>
                  <a:lnTo>
                    <a:pt x="7333" y="4315"/>
                  </a:lnTo>
                  <a:lnTo>
                    <a:pt x="7380" y="4115"/>
                  </a:lnTo>
                  <a:lnTo>
                    <a:pt x="7451" y="3915"/>
                  </a:lnTo>
                  <a:lnTo>
                    <a:pt x="7534" y="3726"/>
                  </a:lnTo>
                  <a:lnTo>
                    <a:pt x="7616" y="3537"/>
                  </a:lnTo>
                  <a:lnTo>
                    <a:pt x="7710" y="3361"/>
                  </a:lnTo>
                  <a:lnTo>
                    <a:pt x="7805" y="3184"/>
                  </a:lnTo>
                  <a:lnTo>
                    <a:pt x="7923" y="3007"/>
                  </a:lnTo>
                  <a:lnTo>
                    <a:pt x="8041" y="2842"/>
                  </a:lnTo>
                  <a:lnTo>
                    <a:pt x="8158" y="2677"/>
                  </a:lnTo>
                  <a:lnTo>
                    <a:pt x="8300" y="2523"/>
                  </a:lnTo>
                  <a:lnTo>
                    <a:pt x="8441" y="2382"/>
                  </a:lnTo>
                  <a:lnTo>
                    <a:pt x="8583" y="2241"/>
                  </a:lnTo>
                  <a:lnTo>
                    <a:pt x="8736" y="2111"/>
                  </a:lnTo>
                  <a:lnTo>
                    <a:pt x="8901" y="1981"/>
                  </a:lnTo>
                  <a:lnTo>
                    <a:pt x="9066" y="1863"/>
                  </a:lnTo>
                  <a:lnTo>
                    <a:pt x="9231" y="1757"/>
                  </a:lnTo>
                  <a:lnTo>
                    <a:pt x="9408" y="1651"/>
                  </a:lnTo>
                  <a:lnTo>
                    <a:pt x="9597" y="1557"/>
                  </a:lnTo>
                  <a:lnTo>
                    <a:pt x="9785" y="1474"/>
                  </a:lnTo>
                  <a:lnTo>
                    <a:pt x="9974" y="1392"/>
                  </a:lnTo>
                  <a:lnTo>
                    <a:pt x="10174" y="1333"/>
                  </a:lnTo>
                  <a:lnTo>
                    <a:pt x="10375" y="1274"/>
                  </a:lnTo>
                  <a:lnTo>
                    <a:pt x="10575" y="1227"/>
                  </a:lnTo>
                  <a:lnTo>
                    <a:pt x="10787" y="1191"/>
                  </a:lnTo>
                  <a:lnTo>
                    <a:pt x="11000" y="1168"/>
                  </a:lnTo>
                  <a:lnTo>
                    <a:pt x="11212" y="1144"/>
                  </a:lnTo>
                  <a:close/>
                  <a:moveTo>
                    <a:pt x="6590" y="8135"/>
                  </a:moveTo>
                  <a:lnTo>
                    <a:pt x="8665" y="10210"/>
                  </a:lnTo>
                  <a:lnTo>
                    <a:pt x="3690" y="15197"/>
                  </a:lnTo>
                  <a:lnTo>
                    <a:pt x="1604" y="13122"/>
                  </a:lnTo>
                  <a:lnTo>
                    <a:pt x="6590" y="8135"/>
                  </a:lnTo>
                  <a:close/>
                  <a:moveTo>
                    <a:pt x="11153" y="1"/>
                  </a:moveTo>
                  <a:lnTo>
                    <a:pt x="10882" y="24"/>
                  </a:lnTo>
                  <a:lnTo>
                    <a:pt x="10611" y="60"/>
                  </a:lnTo>
                  <a:lnTo>
                    <a:pt x="10351" y="107"/>
                  </a:lnTo>
                  <a:lnTo>
                    <a:pt x="10092" y="166"/>
                  </a:lnTo>
                  <a:lnTo>
                    <a:pt x="9833" y="236"/>
                  </a:lnTo>
                  <a:lnTo>
                    <a:pt x="9585" y="331"/>
                  </a:lnTo>
                  <a:lnTo>
                    <a:pt x="9337" y="425"/>
                  </a:lnTo>
                  <a:lnTo>
                    <a:pt x="9102" y="531"/>
                  </a:lnTo>
                  <a:lnTo>
                    <a:pt x="8866" y="649"/>
                  </a:lnTo>
                  <a:lnTo>
                    <a:pt x="8642" y="779"/>
                  </a:lnTo>
                  <a:lnTo>
                    <a:pt x="8430" y="920"/>
                  </a:lnTo>
                  <a:lnTo>
                    <a:pt x="8217" y="1073"/>
                  </a:lnTo>
                  <a:lnTo>
                    <a:pt x="8017" y="1227"/>
                  </a:lnTo>
                  <a:lnTo>
                    <a:pt x="7817" y="1392"/>
                  </a:lnTo>
                  <a:lnTo>
                    <a:pt x="7628" y="1580"/>
                  </a:lnTo>
                  <a:lnTo>
                    <a:pt x="7451" y="1757"/>
                  </a:lnTo>
                  <a:lnTo>
                    <a:pt x="7286" y="1958"/>
                  </a:lnTo>
                  <a:lnTo>
                    <a:pt x="7121" y="2158"/>
                  </a:lnTo>
                  <a:lnTo>
                    <a:pt x="6968" y="2370"/>
                  </a:lnTo>
                  <a:lnTo>
                    <a:pt x="6838" y="2594"/>
                  </a:lnTo>
                  <a:lnTo>
                    <a:pt x="6708" y="2818"/>
                  </a:lnTo>
                  <a:lnTo>
                    <a:pt x="6590" y="3042"/>
                  </a:lnTo>
                  <a:lnTo>
                    <a:pt x="6473" y="3278"/>
                  </a:lnTo>
                  <a:lnTo>
                    <a:pt x="6378" y="3526"/>
                  </a:lnTo>
                  <a:lnTo>
                    <a:pt x="6296" y="3773"/>
                  </a:lnTo>
                  <a:lnTo>
                    <a:pt x="6225" y="4032"/>
                  </a:lnTo>
                  <a:lnTo>
                    <a:pt x="6166" y="4292"/>
                  </a:lnTo>
                  <a:lnTo>
                    <a:pt x="6119" y="4551"/>
                  </a:lnTo>
                  <a:lnTo>
                    <a:pt x="6084" y="4822"/>
                  </a:lnTo>
                  <a:lnTo>
                    <a:pt x="6060" y="5094"/>
                  </a:lnTo>
                  <a:lnTo>
                    <a:pt x="6060" y="5376"/>
                  </a:lnTo>
                  <a:lnTo>
                    <a:pt x="6072" y="5754"/>
                  </a:lnTo>
                  <a:lnTo>
                    <a:pt x="6107" y="6131"/>
                  </a:lnTo>
                  <a:lnTo>
                    <a:pt x="6178" y="6496"/>
                  </a:lnTo>
                  <a:lnTo>
                    <a:pt x="6260" y="6850"/>
                  </a:lnTo>
                  <a:lnTo>
                    <a:pt x="0" y="13122"/>
                  </a:lnTo>
                  <a:lnTo>
                    <a:pt x="3690" y="16812"/>
                  </a:lnTo>
                  <a:lnTo>
                    <a:pt x="9950" y="10540"/>
                  </a:lnTo>
                  <a:lnTo>
                    <a:pt x="10304" y="10634"/>
                  </a:lnTo>
                  <a:lnTo>
                    <a:pt x="10670" y="10693"/>
                  </a:lnTo>
                  <a:lnTo>
                    <a:pt x="11047" y="10729"/>
                  </a:lnTo>
                  <a:lnTo>
                    <a:pt x="11424" y="10752"/>
                  </a:lnTo>
                  <a:lnTo>
                    <a:pt x="11707" y="10741"/>
                  </a:lnTo>
                  <a:lnTo>
                    <a:pt x="11978" y="10717"/>
                  </a:lnTo>
                  <a:lnTo>
                    <a:pt x="12249" y="10682"/>
                  </a:lnTo>
                  <a:lnTo>
                    <a:pt x="12509" y="10634"/>
                  </a:lnTo>
                  <a:lnTo>
                    <a:pt x="12768" y="10575"/>
                  </a:lnTo>
                  <a:lnTo>
                    <a:pt x="13027" y="10505"/>
                  </a:lnTo>
                  <a:lnTo>
                    <a:pt x="13275" y="10422"/>
                  </a:lnTo>
                  <a:lnTo>
                    <a:pt x="13523" y="10328"/>
                  </a:lnTo>
                  <a:lnTo>
                    <a:pt x="13758" y="10222"/>
                  </a:lnTo>
                  <a:lnTo>
                    <a:pt x="13982" y="10092"/>
                  </a:lnTo>
                  <a:lnTo>
                    <a:pt x="14218" y="9974"/>
                  </a:lnTo>
                  <a:lnTo>
                    <a:pt x="14430" y="9833"/>
                  </a:lnTo>
                  <a:lnTo>
                    <a:pt x="14643" y="9680"/>
                  </a:lnTo>
                  <a:lnTo>
                    <a:pt x="14843" y="9514"/>
                  </a:lnTo>
                  <a:lnTo>
                    <a:pt x="15043" y="9349"/>
                  </a:lnTo>
                  <a:lnTo>
                    <a:pt x="15232" y="9173"/>
                  </a:lnTo>
                  <a:lnTo>
                    <a:pt x="15409" y="8984"/>
                  </a:lnTo>
                  <a:lnTo>
                    <a:pt x="15574" y="8795"/>
                  </a:lnTo>
                  <a:lnTo>
                    <a:pt x="15739" y="8583"/>
                  </a:lnTo>
                  <a:lnTo>
                    <a:pt x="15880" y="8371"/>
                  </a:lnTo>
                  <a:lnTo>
                    <a:pt x="16022" y="8159"/>
                  </a:lnTo>
                  <a:lnTo>
                    <a:pt x="16152" y="7935"/>
                  </a:lnTo>
                  <a:lnTo>
                    <a:pt x="16269" y="7699"/>
                  </a:lnTo>
                  <a:lnTo>
                    <a:pt x="16376" y="7463"/>
                  </a:lnTo>
                  <a:lnTo>
                    <a:pt x="16482" y="7216"/>
                  </a:lnTo>
                  <a:lnTo>
                    <a:pt x="16564" y="6968"/>
                  </a:lnTo>
                  <a:lnTo>
                    <a:pt x="16635" y="6720"/>
                  </a:lnTo>
                  <a:lnTo>
                    <a:pt x="16694" y="6449"/>
                  </a:lnTo>
                  <a:lnTo>
                    <a:pt x="16741" y="6190"/>
                  </a:lnTo>
                  <a:lnTo>
                    <a:pt x="16776" y="5919"/>
                  </a:lnTo>
                  <a:lnTo>
                    <a:pt x="16800" y="5648"/>
                  </a:lnTo>
                  <a:lnTo>
                    <a:pt x="16800" y="5376"/>
                  </a:lnTo>
                  <a:lnTo>
                    <a:pt x="16788" y="4987"/>
                  </a:lnTo>
                  <a:lnTo>
                    <a:pt x="16753" y="4622"/>
                  </a:lnTo>
                  <a:lnTo>
                    <a:pt x="16682" y="4256"/>
                  </a:lnTo>
                  <a:lnTo>
                    <a:pt x="16600" y="3891"/>
                  </a:lnTo>
                  <a:lnTo>
                    <a:pt x="16505" y="3596"/>
                  </a:lnTo>
                  <a:lnTo>
                    <a:pt x="16387" y="3313"/>
                  </a:lnTo>
                  <a:lnTo>
                    <a:pt x="16269" y="3030"/>
                  </a:lnTo>
                  <a:lnTo>
                    <a:pt x="16116" y="2759"/>
                  </a:lnTo>
                  <a:lnTo>
                    <a:pt x="15279" y="3608"/>
                  </a:lnTo>
                  <a:lnTo>
                    <a:pt x="12874" y="6001"/>
                  </a:lnTo>
                  <a:lnTo>
                    <a:pt x="10799" y="3926"/>
                  </a:lnTo>
                  <a:lnTo>
                    <a:pt x="13192" y="1533"/>
                  </a:lnTo>
                  <a:lnTo>
                    <a:pt x="14041" y="684"/>
                  </a:lnTo>
                  <a:lnTo>
                    <a:pt x="13770" y="543"/>
                  </a:lnTo>
                  <a:lnTo>
                    <a:pt x="13487" y="413"/>
                  </a:lnTo>
                  <a:lnTo>
                    <a:pt x="13204" y="295"/>
                  </a:lnTo>
                  <a:lnTo>
                    <a:pt x="12910" y="201"/>
                  </a:lnTo>
                  <a:lnTo>
                    <a:pt x="12544" y="118"/>
                  </a:lnTo>
                  <a:lnTo>
                    <a:pt x="12179" y="48"/>
                  </a:lnTo>
                  <a:lnTo>
                    <a:pt x="11813" y="12"/>
                  </a:lnTo>
                  <a:lnTo>
                    <a:pt x="11424"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8" name="Google Shape;1938;p154"/>
            <p:cNvSpPr/>
            <p:nvPr/>
          </p:nvSpPr>
          <p:spPr>
            <a:xfrm>
              <a:off x="6707293" y="2670869"/>
              <a:ext cx="56024" cy="56023"/>
            </a:xfrm>
            <a:custGeom>
              <a:avLst/>
              <a:gdLst/>
              <a:ahLst/>
              <a:cxnLst/>
              <a:rect l="l" t="t" r="r" b="b"/>
              <a:pathLst>
                <a:path w="33004" h="33003" extrusionOk="0">
                  <a:moveTo>
                    <a:pt x="14900" y="0"/>
                  </a:moveTo>
                  <a:lnTo>
                    <a:pt x="13138" y="320"/>
                  </a:lnTo>
                  <a:lnTo>
                    <a:pt x="11536" y="641"/>
                  </a:lnTo>
                  <a:lnTo>
                    <a:pt x="10094" y="1282"/>
                  </a:lnTo>
                  <a:lnTo>
                    <a:pt x="8652" y="1923"/>
                  </a:lnTo>
                  <a:lnTo>
                    <a:pt x="7210" y="2724"/>
                  </a:lnTo>
                  <a:lnTo>
                    <a:pt x="6089" y="3685"/>
                  </a:lnTo>
                  <a:lnTo>
                    <a:pt x="4807" y="4806"/>
                  </a:lnTo>
                  <a:lnTo>
                    <a:pt x="3846" y="5928"/>
                  </a:lnTo>
                  <a:lnTo>
                    <a:pt x="2885" y="7209"/>
                  </a:lnTo>
                  <a:lnTo>
                    <a:pt x="1923" y="8651"/>
                  </a:lnTo>
                  <a:lnTo>
                    <a:pt x="1283" y="10093"/>
                  </a:lnTo>
                  <a:lnTo>
                    <a:pt x="802" y="11535"/>
                  </a:lnTo>
                  <a:lnTo>
                    <a:pt x="321" y="13137"/>
                  </a:lnTo>
                  <a:lnTo>
                    <a:pt x="161" y="14739"/>
                  </a:lnTo>
                  <a:lnTo>
                    <a:pt x="1" y="16501"/>
                  </a:lnTo>
                  <a:lnTo>
                    <a:pt x="161" y="18103"/>
                  </a:lnTo>
                  <a:lnTo>
                    <a:pt x="321" y="19705"/>
                  </a:lnTo>
                  <a:lnTo>
                    <a:pt x="802" y="21307"/>
                  </a:lnTo>
                  <a:lnTo>
                    <a:pt x="1283" y="22910"/>
                  </a:lnTo>
                  <a:lnTo>
                    <a:pt x="1923" y="24351"/>
                  </a:lnTo>
                  <a:lnTo>
                    <a:pt x="2885" y="25633"/>
                  </a:lnTo>
                  <a:lnTo>
                    <a:pt x="3846" y="26915"/>
                  </a:lnTo>
                  <a:lnTo>
                    <a:pt x="4807" y="28196"/>
                  </a:lnTo>
                  <a:lnTo>
                    <a:pt x="6089" y="29158"/>
                  </a:lnTo>
                  <a:lnTo>
                    <a:pt x="7210" y="30119"/>
                  </a:lnTo>
                  <a:lnTo>
                    <a:pt x="8652" y="30920"/>
                  </a:lnTo>
                  <a:lnTo>
                    <a:pt x="10094" y="31721"/>
                  </a:lnTo>
                  <a:lnTo>
                    <a:pt x="11536" y="32202"/>
                  </a:lnTo>
                  <a:lnTo>
                    <a:pt x="13138" y="32682"/>
                  </a:lnTo>
                  <a:lnTo>
                    <a:pt x="14900" y="32842"/>
                  </a:lnTo>
                  <a:lnTo>
                    <a:pt x="16502" y="33003"/>
                  </a:lnTo>
                  <a:lnTo>
                    <a:pt x="18264" y="32842"/>
                  </a:lnTo>
                  <a:lnTo>
                    <a:pt x="19866" y="32682"/>
                  </a:lnTo>
                  <a:lnTo>
                    <a:pt x="21468" y="32202"/>
                  </a:lnTo>
                  <a:lnTo>
                    <a:pt x="22910" y="31721"/>
                  </a:lnTo>
                  <a:lnTo>
                    <a:pt x="24352" y="30920"/>
                  </a:lnTo>
                  <a:lnTo>
                    <a:pt x="25794" y="30119"/>
                  </a:lnTo>
                  <a:lnTo>
                    <a:pt x="27076" y="29158"/>
                  </a:lnTo>
                  <a:lnTo>
                    <a:pt x="28197" y="28196"/>
                  </a:lnTo>
                  <a:lnTo>
                    <a:pt x="29319" y="26915"/>
                  </a:lnTo>
                  <a:lnTo>
                    <a:pt x="30280" y="25633"/>
                  </a:lnTo>
                  <a:lnTo>
                    <a:pt x="31081" y="24351"/>
                  </a:lnTo>
                  <a:lnTo>
                    <a:pt x="31722" y="22910"/>
                  </a:lnTo>
                  <a:lnTo>
                    <a:pt x="32362" y="21307"/>
                  </a:lnTo>
                  <a:lnTo>
                    <a:pt x="32683" y="19705"/>
                  </a:lnTo>
                  <a:lnTo>
                    <a:pt x="33003" y="18103"/>
                  </a:lnTo>
                  <a:lnTo>
                    <a:pt x="33003" y="16501"/>
                  </a:lnTo>
                  <a:lnTo>
                    <a:pt x="33003" y="14739"/>
                  </a:lnTo>
                  <a:lnTo>
                    <a:pt x="32683" y="13137"/>
                  </a:lnTo>
                  <a:lnTo>
                    <a:pt x="32362" y="11535"/>
                  </a:lnTo>
                  <a:lnTo>
                    <a:pt x="31722" y="10093"/>
                  </a:lnTo>
                  <a:lnTo>
                    <a:pt x="31081" y="8651"/>
                  </a:lnTo>
                  <a:lnTo>
                    <a:pt x="30280" y="7209"/>
                  </a:lnTo>
                  <a:lnTo>
                    <a:pt x="29319" y="5928"/>
                  </a:lnTo>
                  <a:lnTo>
                    <a:pt x="28197" y="4806"/>
                  </a:lnTo>
                  <a:lnTo>
                    <a:pt x="27076" y="3685"/>
                  </a:lnTo>
                  <a:lnTo>
                    <a:pt x="25794" y="2724"/>
                  </a:lnTo>
                  <a:lnTo>
                    <a:pt x="24352" y="1923"/>
                  </a:lnTo>
                  <a:lnTo>
                    <a:pt x="22910" y="1282"/>
                  </a:lnTo>
                  <a:lnTo>
                    <a:pt x="21468" y="641"/>
                  </a:lnTo>
                  <a:lnTo>
                    <a:pt x="19866" y="320"/>
                  </a:lnTo>
                  <a:lnTo>
                    <a:pt x="18264"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9" name="Google Shape;1939;p154"/>
            <p:cNvSpPr/>
            <p:nvPr/>
          </p:nvSpPr>
          <p:spPr>
            <a:xfrm>
              <a:off x="6955311" y="2670869"/>
              <a:ext cx="56024" cy="56023"/>
            </a:xfrm>
            <a:custGeom>
              <a:avLst/>
              <a:gdLst/>
              <a:ahLst/>
              <a:cxnLst/>
              <a:rect l="l" t="t" r="r" b="b"/>
              <a:pathLst>
                <a:path w="33004" h="33003" extrusionOk="0">
                  <a:moveTo>
                    <a:pt x="14740" y="0"/>
                  </a:moveTo>
                  <a:lnTo>
                    <a:pt x="13138" y="320"/>
                  </a:lnTo>
                  <a:lnTo>
                    <a:pt x="11536" y="641"/>
                  </a:lnTo>
                  <a:lnTo>
                    <a:pt x="10094" y="1282"/>
                  </a:lnTo>
                  <a:lnTo>
                    <a:pt x="8652" y="1923"/>
                  </a:lnTo>
                  <a:lnTo>
                    <a:pt x="7210" y="2724"/>
                  </a:lnTo>
                  <a:lnTo>
                    <a:pt x="5928" y="3685"/>
                  </a:lnTo>
                  <a:lnTo>
                    <a:pt x="4807" y="4806"/>
                  </a:lnTo>
                  <a:lnTo>
                    <a:pt x="3685" y="5928"/>
                  </a:lnTo>
                  <a:lnTo>
                    <a:pt x="2724" y="7209"/>
                  </a:lnTo>
                  <a:lnTo>
                    <a:pt x="1923" y="8651"/>
                  </a:lnTo>
                  <a:lnTo>
                    <a:pt x="1282" y="10093"/>
                  </a:lnTo>
                  <a:lnTo>
                    <a:pt x="642" y="11535"/>
                  </a:lnTo>
                  <a:lnTo>
                    <a:pt x="321" y="13137"/>
                  </a:lnTo>
                  <a:lnTo>
                    <a:pt x="1" y="14739"/>
                  </a:lnTo>
                  <a:lnTo>
                    <a:pt x="1" y="16501"/>
                  </a:lnTo>
                  <a:lnTo>
                    <a:pt x="1" y="18103"/>
                  </a:lnTo>
                  <a:lnTo>
                    <a:pt x="321" y="19705"/>
                  </a:lnTo>
                  <a:lnTo>
                    <a:pt x="642" y="21307"/>
                  </a:lnTo>
                  <a:lnTo>
                    <a:pt x="1282" y="22910"/>
                  </a:lnTo>
                  <a:lnTo>
                    <a:pt x="1923" y="24351"/>
                  </a:lnTo>
                  <a:lnTo>
                    <a:pt x="2724" y="25633"/>
                  </a:lnTo>
                  <a:lnTo>
                    <a:pt x="3685" y="26915"/>
                  </a:lnTo>
                  <a:lnTo>
                    <a:pt x="4807" y="28196"/>
                  </a:lnTo>
                  <a:lnTo>
                    <a:pt x="5928" y="29158"/>
                  </a:lnTo>
                  <a:lnTo>
                    <a:pt x="7210" y="30119"/>
                  </a:lnTo>
                  <a:lnTo>
                    <a:pt x="8652" y="30920"/>
                  </a:lnTo>
                  <a:lnTo>
                    <a:pt x="10094" y="31721"/>
                  </a:lnTo>
                  <a:lnTo>
                    <a:pt x="11536" y="32202"/>
                  </a:lnTo>
                  <a:lnTo>
                    <a:pt x="13138" y="32682"/>
                  </a:lnTo>
                  <a:lnTo>
                    <a:pt x="14740" y="32842"/>
                  </a:lnTo>
                  <a:lnTo>
                    <a:pt x="16502" y="33003"/>
                  </a:lnTo>
                  <a:lnTo>
                    <a:pt x="18104" y="32842"/>
                  </a:lnTo>
                  <a:lnTo>
                    <a:pt x="19866" y="32682"/>
                  </a:lnTo>
                  <a:lnTo>
                    <a:pt x="21468" y="32202"/>
                  </a:lnTo>
                  <a:lnTo>
                    <a:pt x="22910" y="31721"/>
                  </a:lnTo>
                  <a:lnTo>
                    <a:pt x="24352" y="30920"/>
                  </a:lnTo>
                  <a:lnTo>
                    <a:pt x="25794" y="30119"/>
                  </a:lnTo>
                  <a:lnTo>
                    <a:pt x="26915" y="29158"/>
                  </a:lnTo>
                  <a:lnTo>
                    <a:pt x="28197" y="28196"/>
                  </a:lnTo>
                  <a:lnTo>
                    <a:pt x="29158" y="26915"/>
                  </a:lnTo>
                  <a:lnTo>
                    <a:pt x="30119" y="25633"/>
                  </a:lnTo>
                  <a:lnTo>
                    <a:pt x="31081" y="24351"/>
                  </a:lnTo>
                  <a:lnTo>
                    <a:pt x="31721" y="22910"/>
                  </a:lnTo>
                  <a:lnTo>
                    <a:pt x="32202" y="21307"/>
                  </a:lnTo>
                  <a:lnTo>
                    <a:pt x="32683" y="19705"/>
                  </a:lnTo>
                  <a:lnTo>
                    <a:pt x="32843" y="18103"/>
                  </a:lnTo>
                  <a:lnTo>
                    <a:pt x="33003" y="16501"/>
                  </a:lnTo>
                  <a:lnTo>
                    <a:pt x="32843" y="14739"/>
                  </a:lnTo>
                  <a:lnTo>
                    <a:pt x="32683" y="13137"/>
                  </a:lnTo>
                  <a:lnTo>
                    <a:pt x="32202" y="11535"/>
                  </a:lnTo>
                  <a:lnTo>
                    <a:pt x="31721" y="10093"/>
                  </a:lnTo>
                  <a:lnTo>
                    <a:pt x="31081" y="8651"/>
                  </a:lnTo>
                  <a:lnTo>
                    <a:pt x="30119" y="7209"/>
                  </a:lnTo>
                  <a:lnTo>
                    <a:pt x="29158" y="5928"/>
                  </a:lnTo>
                  <a:lnTo>
                    <a:pt x="28197" y="4806"/>
                  </a:lnTo>
                  <a:lnTo>
                    <a:pt x="26915" y="3685"/>
                  </a:lnTo>
                  <a:lnTo>
                    <a:pt x="25794" y="2724"/>
                  </a:lnTo>
                  <a:lnTo>
                    <a:pt x="24352" y="1923"/>
                  </a:lnTo>
                  <a:lnTo>
                    <a:pt x="22910" y="1282"/>
                  </a:lnTo>
                  <a:lnTo>
                    <a:pt x="21468" y="641"/>
                  </a:lnTo>
                  <a:lnTo>
                    <a:pt x="19866" y="320"/>
                  </a:lnTo>
                  <a:lnTo>
                    <a:pt x="18104"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0" name="Google Shape;1940;p154"/>
            <p:cNvSpPr/>
            <p:nvPr/>
          </p:nvSpPr>
          <p:spPr>
            <a:xfrm>
              <a:off x="6784799" y="2670869"/>
              <a:ext cx="56023" cy="56023"/>
            </a:xfrm>
            <a:custGeom>
              <a:avLst/>
              <a:gdLst/>
              <a:ahLst/>
              <a:cxnLst/>
              <a:rect l="l" t="t" r="r" b="b"/>
              <a:pathLst>
                <a:path w="33003" h="33003" extrusionOk="0">
                  <a:moveTo>
                    <a:pt x="1" y="0"/>
                  </a:moveTo>
                  <a:lnTo>
                    <a:pt x="1" y="33003"/>
                  </a:lnTo>
                  <a:lnTo>
                    <a:pt x="33003" y="33003"/>
                  </a:lnTo>
                  <a:lnTo>
                    <a:pt x="33003"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1" name="Google Shape;1941;p154"/>
            <p:cNvSpPr/>
            <p:nvPr/>
          </p:nvSpPr>
          <p:spPr>
            <a:xfrm>
              <a:off x="6857953" y="2659174"/>
              <a:ext cx="79412" cy="79139"/>
            </a:xfrm>
            <a:custGeom>
              <a:avLst/>
              <a:gdLst/>
              <a:ahLst/>
              <a:cxnLst/>
              <a:rect l="l" t="t" r="r" b="b"/>
              <a:pathLst>
                <a:path w="46782" h="46621" extrusionOk="0">
                  <a:moveTo>
                    <a:pt x="23391" y="0"/>
                  </a:moveTo>
                  <a:lnTo>
                    <a:pt x="1" y="23390"/>
                  </a:lnTo>
                  <a:lnTo>
                    <a:pt x="23391" y="46620"/>
                  </a:lnTo>
                  <a:lnTo>
                    <a:pt x="46781" y="23390"/>
                  </a:lnTo>
                  <a:lnTo>
                    <a:pt x="2339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2" name="Google Shape;1942;p154"/>
            <p:cNvSpPr/>
            <p:nvPr/>
          </p:nvSpPr>
          <p:spPr>
            <a:xfrm>
              <a:off x="6638763" y="2550939"/>
              <a:ext cx="441102" cy="355711"/>
            </a:xfrm>
            <a:custGeom>
              <a:avLst/>
              <a:gdLst/>
              <a:ahLst/>
              <a:cxnLst/>
              <a:rect l="l" t="t" r="r" b="b"/>
              <a:pathLst>
                <a:path w="259854" h="209550" extrusionOk="0">
                  <a:moveTo>
                    <a:pt x="241911" y="17943"/>
                  </a:moveTo>
                  <a:lnTo>
                    <a:pt x="241911" y="156201"/>
                  </a:lnTo>
                  <a:lnTo>
                    <a:pt x="17943" y="156201"/>
                  </a:lnTo>
                  <a:lnTo>
                    <a:pt x="17943" y="17943"/>
                  </a:lnTo>
                  <a:close/>
                  <a:moveTo>
                    <a:pt x="0" y="0"/>
                  </a:moveTo>
                  <a:lnTo>
                    <a:pt x="0" y="174144"/>
                  </a:lnTo>
                  <a:lnTo>
                    <a:pt x="112625" y="174144"/>
                  </a:lnTo>
                  <a:lnTo>
                    <a:pt x="104134" y="190005"/>
                  </a:lnTo>
                  <a:lnTo>
                    <a:pt x="79142" y="190005"/>
                  </a:lnTo>
                  <a:lnTo>
                    <a:pt x="79142" y="209550"/>
                  </a:lnTo>
                  <a:lnTo>
                    <a:pt x="180712" y="209550"/>
                  </a:lnTo>
                  <a:lnTo>
                    <a:pt x="180712" y="190005"/>
                  </a:lnTo>
                  <a:lnTo>
                    <a:pt x="155880" y="190005"/>
                  </a:lnTo>
                  <a:lnTo>
                    <a:pt x="147710" y="174144"/>
                  </a:lnTo>
                  <a:lnTo>
                    <a:pt x="259854" y="174144"/>
                  </a:lnTo>
                  <a:lnTo>
                    <a:pt x="259854"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3" name="Google Shape;1943;p154"/>
            <p:cNvSpPr/>
            <p:nvPr/>
          </p:nvSpPr>
          <p:spPr>
            <a:xfrm>
              <a:off x="5393861" y="1634661"/>
              <a:ext cx="71544" cy="71330"/>
            </a:xfrm>
            <a:custGeom>
              <a:avLst/>
              <a:gdLst/>
              <a:ahLst/>
              <a:cxnLst/>
              <a:rect l="l" t="t" r="r" b="b"/>
              <a:pathLst>
                <a:path w="41961" h="41836" extrusionOk="0">
                  <a:moveTo>
                    <a:pt x="20980" y="1"/>
                  </a:moveTo>
                  <a:lnTo>
                    <a:pt x="18857" y="126"/>
                  </a:lnTo>
                  <a:lnTo>
                    <a:pt x="16734" y="375"/>
                  </a:lnTo>
                  <a:lnTo>
                    <a:pt x="14736" y="1000"/>
                  </a:lnTo>
                  <a:lnTo>
                    <a:pt x="12863" y="1624"/>
                  </a:lnTo>
                  <a:lnTo>
                    <a:pt x="10990" y="2498"/>
                  </a:lnTo>
                  <a:lnTo>
                    <a:pt x="9241" y="3622"/>
                  </a:lnTo>
                  <a:lnTo>
                    <a:pt x="7618" y="4746"/>
                  </a:lnTo>
                  <a:lnTo>
                    <a:pt x="6119" y="6120"/>
                  </a:lnTo>
                  <a:lnTo>
                    <a:pt x="4746" y="7618"/>
                  </a:lnTo>
                  <a:lnTo>
                    <a:pt x="3622" y="9242"/>
                  </a:lnTo>
                  <a:lnTo>
                    <a:pt x="2498" y="10990"/>
                  </a:lnTo>
                  <a:lnTo>
                    <a:pt x="1624" y="12863"/>
                  </a:lnTo>
                  <a:lnTo>
                    <a:pt x="999" y="14737"/>
                  </a:lnTo>
                  <a:lnTo>
                    <a:pt x="500" y="16735"/>
                  </a:lnTo>
                  <a:lnTo>
                    <a:pt x="125" y="18858"/>
                  </a:lnTo>
                  <a:lnTo>
                    <a:pt x="0" y="20981"/>
                  </a:lnTo>
                  <a:lnTo>
                    <a:pt x="125" y="23104"/>
                  </a:lnTo>
                  <a:lnTo>
                    <a:pt x="500" y="25102"/>
                  </a:lnTo>
                  <a:lnTo>
                    <a:pt x="999" y="27225"/>
                  </a:lnTo>
                  <a:lnTo>
                    <a:pt x="1624" y="29098"/>
                  </a:lnTo>
                  <a:lnTo>
                    <a:pt x="2498" y="30971"/>
                  </a:lnTo>
                  <a:lnTo>
                    <a:pt x="3622" y="32595"/>
                  </a:lnTo>
                  <a:lnTo>
                    <a:pt x="4746" y="34218"/>
                  </a:lnTo>
                  <a:lnTo>
                    <a:pt x="6119" y="35717"/>
                  </a:lnTo>
                  <a:lnTo>
                    <a:pt x="7618" y="37090"/>
                  </a:lnTo>
                  <a:lnTo>
                    <a:pt x="9241" y="38339"/>
                  </a:lnTo>
                  <a:lnTo>
                    <a:pt x="10990" y="39338"/>
                  </a:lnTo>
                  <a:lnTo>
                    <a:pt x="12863" y="40212"/>
                  </a:lnTo>
                  <a:lnTo>
                    <a:pt x="14736" y="40962"/>
                  </a:lnTo>
                  <a:lnTo>
                    <a:pt x="16734" y="41461"/>
                  </a:lnTo>
                  <a:lnTo>
                    <a:pt x="18857" y="41836"/>
                  </a:lnTo>
                  <a:lnTo>
                    <a:pt x="23103" y="41836"/>
                  </a:lnTo>
                  <a:lnTo>
                    <a:pt x="25226" y="41461"/>
                  </a:lnTo>
                  <a:lnTo>
                    <a:pt x="27224" y="40962"/>
                  </a:lnTo>
                  <a:lnTo>
                    <a:pt x="29097" y="40212"/>
                  </a:lnTo>
                  <a:lnTo>
                    <a:pt x="30971" y="39338"/>
                  </a:lnTo>
                  <a:lnTo>
                    <a:pt x="32719" y="38339"/>
                  </a:lnTo>
                  <a:lnTo>
                    <a:pt x="34217" y="37090"/>
                  </a:lnTo>
                  <a:lnTo>
                    <a:pt x="35716" y="35717"/>
                  </a:lnTo>
                  <a:lnTo>
                    <a:pt x="37090" y="34218"/>
                  </a:lnTo>
                  <a:lnTo>
                    <a:pt x="38339" y="32595"/>
                  </a:lnTo>
                  <a:lnTo>
                    <a:pt x="39338" y="30971"/>
                  </a:lnTo>
                  <a:lnTo>
                    <a:pt x="40212" y="29098"/>
                  </a:lnTo>
                  <a:lnTo>
                    <a:pt x="40961" y="27225"/>
                  </a:lnTo>
                  <a:lnTo>
                    <a:pt x="41461" y="25102"/>
                  </a:lnTo>
                  <a:lnTo>
                    <a:pt x="41835" y="23104"/>
                  </a:lnTo>
                  <a:lnTo>
                    <a:pt x="41960" y="20981"/>
                  </a:lnTo>
                  <a:lnTo>
                    <a:pt x="41835" y="18858"/>
                  </a:lnTo>
                  <a:lnTo>
                    <a:pt x="41461" y="16735"/>
                  </a:lnTo>
                  <a:lnTo>
                    <a:pt x="40961" y="14737"/>
                  </a:lnTo>
                  <a:lnTo>
                    <a:pt x="40212" y="12863"/>
                  </a:lnTo>
                  <a:lnTo>
                    <a:pt x="39338" y="10990"/>
                  </a:lnTo>
                  <a:lnTo>
                    <a:pt x="38339" y="9242"/>
                  </a:lnTo>
                  <a:lnTo>
                    <a:pt x="37090" y="7618"/>
                  </a:lnTo>
                  <a:lnTo>
                    <a:pt x="35716" y="6120"/>
                  </a:lnTo>
                  <a:lnTo>
                    <a:pt x="34217" y="4746"/>
                  </a:lnTo>
                  <a:lnTo>
                    <a:pt x="32719" y="3622"/>
                  </a:lnTo>
                  <a:lnTo>
                    <a:pt x="30971" y="2498"/>
                  </a:lnTo>
                  <a:lnTo>
                    <a:pt x="29097" y="1624"/>
                  </a:lnTo>
                  <a:lnTo>
                    <a:pt x="27224" y="1000"/>
                  </a:lnTo>
                  <a:lnTo>
                    <a:pt x="25226" y="375"/>
                  </a:lnTo>
                  <a:lnTo>
                    <a:pt x="23103" y="126"/>
                  </a:lnTo>
                  <a:lnTo>
                    <a:pt x="20980"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4" name="Google Shape;1944;p154"/>
            <p:cNvSpPr/>
            <p:nvPr/>
          </p:nvSpPr>
          <p:spPr>
            <a:xfrm>
              <a:off x="5310608" y="1594844"/>
              <a:ext cx="237836" cy="151177"/>
            </a:xfrm>
            <a:custGeom>
              <a:avLst/>
              <a:gdLst/>
              <a:ahLst/>
              <a:cxnLst/>
              <a:rect l="l" t="t" r="r" b="b"/>
              <a:pathLst>
                <a:path w="139493" h="88667" extrusionOk="0">
                  <a:moveTo>
                    <a:pt x="69809" y="8868"/>
                  </a:moveTo>
                  <a:lnTo>
                    <a:pt x="71557" y="8992"/>
                  </a:lnTo>
                  <a:lnTo>
                    <a:pt x="73431" y="9117"/>
                  </a:lnTo>
                  <a:lnTo>
                    <a:pt x="75179" y="9367"/>
                  </a:lnTo>
                  <a:lnTo>
                    <a:pt x="76927" y="9617"/>
                  </a:lnTo>
                  <a:lnTo>
                    <a:pt x="78676" y="9991"/>
                  </a:lnTo>
                  <a:lnTo>
                    <a:pt x="80299" y="10491"/>
                  </a:lnTo>
                  <a:lnTo>
                    <a:pt x="81923" y="11115"/>
                  </a:lnTo>
                  <a:lnTo>
                    <a:pt x="83546" y="11740"/>
                  </a:lnTo>
                  <a:lnTo>
                    <a:pt x="85169" y="12364"/>
                  </a:lnTo>
                  <a:lnTo>
                    <a:pt x="86668" y="13238"/>
                  </a:lnTo>
                  <a:lnTo>
                    <a:pt x="88167" y="13988"/>
                  </a:lnTo>
                  <a:lnTo>
                    <a:pt x="89540" y="14987"/>
                  </a:lnTo>
                  <a:lnTo>
                    <a:pt x="90914" y="15986"/>
                  </a:lnTo>
                  <a:lnTo>
                    <a:pt x="92288" y="16985"/>
                  </a:lnTo>
                  <a:lnTo>
                    <a:pt x="93536" y="18109"/>
                  </a:lnTo>
                  <a:lnTo>
                    <a:pt x="94785" y="19233"/>
                  </a:lnTo>
                  <a:lnTo>
                    <a:pt x="95909" y="20481"/>
                  </a:lnTo>
                  <a:lnTo>
                    <a:pt x="97033" y="21855"/>
                  </a:lnTo>
                  <a:lnTo>
                    <a:pt x="98157" y="23104"/>
                  </a:lnTo>
                  <a:lnTo>
                    <a:pt x="99156" y="24478"/>
                  </a:lnTo>
                  <a:lnTo>
                    <a:pt x="100030" y="25976"/>
                  </a:lnTo>
                  <a:lnTo>
                    <a:pt x="100904" y="27475"/>
                  </a:lnTo>
                  <a:lnTo>
                    <a:pt x="101654" y="28973"/>
                  </a:lnTo>
                  <a:lnTo>
                    <a:pt x="102403" y="30597"/>
                  </a:lnTo>
                  <a:lnTo>
                    <a:pt x="103027" y="32095"/>
                  </a:lnTo>
                  <a:lnTo>
                    <a:pt x="103527" y="33844"/>
                  </a:lnTo>
                  <a:lnTo>
                    <a:pt x="104026" y="35467"/>
                  </a:lnTo>
                  <a:lnTo>
                    <a:pt x="104401" y="37215"/>
                  </a:lnTo>
                  <a:lnTo>
                    <a:pt x="104776" y="38964"/>
                  </a:lnTo>
                  <a:lnTo>
                    <a:pt x="105025" y="40712"/>
                  </a:lnTo>
                  <a:lnTo>
                    <a:pt x="105150" y="42460"/>
                  </a:lnTo>
                  <a:lnTo>
                    <a:pt x="105150" y="44334"/>
                  </a:lnTo>
                  <a:lnTo>
                    <a:pt x="105150" y="46082"/>
                  </a:lnTo>
                  <a:lnTo>
                    <a:pt x="105025" y="47955"/>
                  </a:lnTo>
                  <a:lnTo>
                    <a:pt x="104776" y="49704"/>
                  </a:lnTo>
                  <a:lnTo>
                    <a:pt x="104401" y="51452"/>
                  </a:lnTo>
                  <a:lnTo>
                    <a:pt x="104026" y="53075"/>
                  </a:lnTo>
                  <a:lnTo>
                    <a:pt x="103527" y="54824"/>
                  </a:lnTo>
                  <a:lnTo>
                    <a:pt x="103027" y="56447"/>
                  </a:lnTo>
                  <a:lnTo>
                    <a:pt x="102403" y="58071"/>
                  </a:lnTo>
                  <a:lnTo>
                    <a:pt x="101654" y="59569"/>
                  </a:lnTo>
                  <a:lnTo>
                    <a:pt x="100904" y="61193"/>
                  </a:lnTo>
                  <a:lnTo>
                    <a:pt x="100030" y="62691"/>
                  </a:lnTo>
                  <a:lnTo>
                    <a:pt x="99156" y="64065"/>
                  </a:lnTo>
                  <a:lnTo>
                    <a:pt x="98157" y="65439"/>
                  </a:lnTo>
                  <a:lnTo>
                    <a:pt x="97033" y="66812"/>
                  </a:lnTo>
                  <a:lnTo>
                    <a:pt x="96034" y="68061"/>
                  </a:lnTo>
                  <a:lnTo>
                    <a:pt x="94785" y="69310"/>
                  </a:lnTo>
                  <a:lnTo>
                    <a:pt x="93536" y="70434"/>
                  </a:lnTo>
                  <a:lnTo>
                    <a:pt x="92288" y="71558"/>
                  </a:lnTo>
                  <a:lnTo>
                    <a:pt x="90914" y="72682"/>
                  </a:lnTo>
                  <a:lnTo>
                    <a:pt x="89540" y="73681"/>
                  </a:lnTo>
                  <a:lnTo>
                    <a:pt x="88167" y="74555"/>
                  </a:lnTo>
                  <a:lnTo>
                    <a:pt x="86668" y="75429"/>
                  </a:lnTo>
                  <a:lnTo>
                    <a:pt x="85169" y="76178"/>
                  </a:lnTo>
                  <a:lnTo>
                    <a:pt x="83546" y="76928"/>
                  </a:lnTo>
                  <a:lnTo>
                    <a:pt x="81923" y="77552"/>
                  </a:lnTo>
                  <a:lnTo>
                    <a:pt x="80299" y="78051"/>
                  </a:lnTo>
                  <a:lnTo>
                    <a:pt x="78676" y="78551"/>
                  </a:lnTo>
                  <a:lnTo>
                    <a:pt x="76927" y="78926"/>
                  </a:lnTo>
                  <a:lnTo>
                    <a:pt x="75179" y="79300"/>
                  </a:lnTo>
                  <a:lnTo>
                    <a:pt x="73431" y="79550"/>
                  </a:lnTo>
                  <a:lnTo>
                    <a:pt x="71557" y="79675"/>
                  </a:lnTo>
                  <a:lnTo>
                    <a:pt x="67936" y="79675"/>
                  </a:lnTo>
                  <a:lnTo>
                    <a:pt x="66188" y="79550"/>
                  </a:lnTo>
                  <a:lnTo>
                    <a:pt x="64439" y="79300"/>
                  </a:lnTo>
                  <a:lnTo>
                    <a:pt x="62691" y="78926"/>
                  </a:lnTo>
                  <a:lnTo>
                    <a:pt x="60943" y="78551"/>
                  </a:lnTo>
                  <a:lnTo>
                    <a:pt x="59319" y="78051"/>
                  </a:lnTo>
                  <a:lnTo>
                    <a:pt x="57571" y="77552"/>
                  </a:lnTo>
                  <a:lnTo>
                    <a:pt x="56072" y="76928"/>
                  </a:lnTo>
                  <a:lnTo>
                    <a:pt x="54449" y="76178"/>
                  </a:lnTo>
                  <a:lnTo>
                    <a:pt x="52950" y="75429"/>
                  </a:lnTo>
                  <a:lnTo>
                    <a:pt x="51452" y="74555"/>
                  </a:lnTo>
                  <a:lnTo>
                    <a:pt x="50078" y="73681"/>
                  </a:lnTo>
                  <a:lnTo>
                    <a:pt x="48579" y="72682"/>
                  </a:lnTo>
                  <a:lnTo>
                    <a:pt x="47331" y="71558"/>
                  </a:lnTo>
                  <a:lnTo>
                    <a:pt x="45957" y="70434"/>
                  </a:lnTo>
                  <a:lnTo>
                    <a:pt x="44833" y="69310"/>
                  </a:lnTo>
                  <a:lnTo>
                    <a:pt x="43584" y="68061"/>
                  </a:lnTo>
                  <a:lnTo>
                    <a:pt x="42460" y="66812"/>
                  </a:lnTo>
                  <a:lnTo>
                    <a:pt x="41461" y="65439"/>
                  </a:lnTo>
                  <a:lnTo>
                    <a:pt x="40462" y="64065"/>
                  </a:lnTo>
                  <a:lnTo>
                    <a:pt x="39588" y="62691"/>
                  </a:lnTo>
                  <a:lnTo>
                    <a:pt x="38714" y="61193"/>
                  </a:lnTo>
                  <a:lnTo>
                    <a:pt x="37840" y="59569"/>
                  </a:lnTo>
                  <a:lnTo>
                    <a:pt x="37215" y="58071"/>
                  </a:lnTo>
                  <a:lnTo>
                    <a:pt x="36591" y="56447"/>
                  </a:lnTo>
                  <a:lnTo>
                    <a:pt x="35967" y="54824"/>
                  </a:lnTo>
                  <a:lnTo>
                    <a:pt x="35467" y="53075"/>
                  </a:lnTo>
                  <a:lnTo>
                    <a:pt x="35092" y="51452"/>
                  </a:lnTo>
                  <a:lnTo>
                    <a:pt x="34843" y="49704"/>
                  </a:lnTo>
                  <a:lnTo>
                    <a:pt x="34593" y="47955"/>
                  </a:lnTo>
                  <a:lnTo>
                    <a:pt x="34468" y="46082"/>
                  </a:lnTo>
                  <a:lnTo>
                    <a:pt x="34343" y="44334"/>
                  </a:lnTo>
                  <a:lnTo>
                    <a:pt x="34468" y="42460"/>
                  </a:lnTo>
                  <a:lnTo>
                    <a:pt x="34593" y="40712"/>
                  </a:lnTo>
                  <a:lnTo>
                    <a:pt x="34843" y="38964"/>
                  </a:lnTo>
                  <a:lnTo>
                    <a:pt x="35092" y="37215"/>
                  </a:lnTo>
                  <a:lnTo>
                    <a:pt x="35467" y="35467"/>
                  </a:lnTo>
                  <a:lnTo>
                    <a:pt x="35967" y="33844"/>
                  </a:lnTo>
                  <a:lnTo>
                    <a:pt x="36591" y="32095"/>
                  </a:lnTo>
                  <a:lnTo>
                    <a:pt x="37215" y="30597"/>
                  </a:lnTo>
                  <a:lnTo>
                    <a:pt x="37840" y="28973"/>
                  </a:lnTo>
                  <a:lnTo>
                    <a:pt x="38714" y="27475"/>
                  </a:lnTo>
                  <a:lnTo>
                    <a:pt x="39588" y="25976"/>
                  </a:lnTo>
                  <a:lnTo>
                    <a:pt x="40462" y="24478"/>
                  </a:lnTo>
                  <a:lnTo>
                    <a:pt x="41461" y="23104"/>
                  </a:lnTo>
                  <a:lnTo>
                    <a:pt x="42460" y="21855"/>
                  </a:lnTo>
                  <a:lnTo>
                    <a:pt x="43584" y="20481"/>
                  </a:lnTo>
                  <a:lnTo>
                    <a:pt x="44833" y="19233"/>
                  </a:lnTo>
                  <a:lnTo>
                    <a:pt x="45957" y="18109"/>
                  </a:lnTo>
                  <a:lnTo>
                    <a:pt x="47331" y="16985"/>
                  </a:lnTo>
                  <a:lnTo>
                    <a:pt x="48579" y="15986"/>
                  </a:lnTo>
                  <a:lnTo>
                    <a:pt x="50078" y="14987"/>
                  </a:lnTo>
                  <a:lnTo>
                    <a:pt x="51452" y="13988"/>
                  </a:lnTo>
                  <a:lnTo>
                    <a:pt x="52950" y="13238"/>
                  </a:lnTo>
                  <a:lnTo>
                    <a:pt x="54449" y="12364"/>
                  </a:lnTo>
                  <a:lnTo>
                    <a:pt x="56072" y="11740"/>
                  </a:lnTo>
                  <a:lnTo>
                    <a:pt x="57571" y="11115"/>
                  </a:lnTo>
                  <a:lnTo>
                    <a:pt x="59319" y="10491"/>
                  </a:lnTo>
                  <a:lnTo>
                    <a:pt x="60943" y="9991"/>
                  </a:lnTo>
                  <a:lnTo>
                    <a:pt x="62691" y="9617"/>
                  </a:lnTo>
                  <a:lnTo>
                    <a:pt x="64439" y="9367"/>
                  </a:lnTo>
                  <a:lnTo>
                    <a:pt x="66188" y="9117"/>
                  </a:lnTo>
                  <a:lnTo>
                    <a:pt x="67936" y="8992"/>
                  </a:lnTo>
                  <a:lnTo>
                    <a:pt x="69809" y="8868"/>
                  </a:lnTo>
                  <a:close/>
                  <a:moveTo>
                    <a:pt x="66312" y="1"/>
                  </a:moveTo>
                  <a:lnTo>
                    <a:pt x="62941" y="376"/>
                  </a:lnTo>
                  <a:lnTo>
                    <a:pt x="59569" y="875"/>
                  </a:lnTo>
                  <a:lnTo>
                    <a:pt x="56322" y="1624"/>
                  </a:lnTo>
                  <a:lnTo>
                    <a:pt x="53200" y="2499"/>
                  </a:lnTo>
                  <a:lnTo>
                    <a:pt x="49953" y="3498"/>
                  </a:lnTo>
                  <a:lnTo>
                    <a:pt x="46956" y="4746"/>
                  </a:lnTo>
                  <a:lnTo>
                    <a:pt x="43959" y="5995"/>
                  </a:lnTo>
                  <a:lnTo>
                    <a:pt x="40962" y="7494"/>
                  </a:lnTo>
                  <a:lnTo>
                    <a:pt x="38090" y="8992"/>
                  </a:lnTo>
                  <a:lnTo>
                    <a:pt x="35342" y="10616"/>
                  </a:lnTo>
                  <a:lnTo>
                    <a:pt x="32720" y="12364"/>
                  </a:lnTo>
                  <a:lnTo>
                    <a:pt x="30097" y="14112"/>
                  </a:lnTo>
                  <a:lnTo>
                    <a:pt x="27600" y="15861"/>
                  </a:lnTo>
                  <a:lnTo>
                    <a:pt x="25227" y="17734"/>
                  </a:lnTo>
                  <a:lnTo>
                    <a:pt x="22979" y="19607"/>
                  </a:lnTo>
                  <a:lnTo>
                    <a:pt x="18608" y="23229"/>
                  </a:lnTo>
                  <a:lnTo>
                    <a:pt x="14862" y="26850"/>
                  </a:lnTo>
                  <a:lnTo>
                    <a:pt x="11490" y="30347"/>
                  </a:lnTo>
                  <a:lnTo>
                    <a:pt x="8618" y="33469"/>
                  </a:lnTo>
                  <a:lnTo>
                    <a:pt x="6370" y="36092"/>
                  </a:lnTo>
                  <a:lnTo>
                    <a:pt x="4622" y="38214"/>
                  </a:lnTo>
                  <a:lnTo>
                    <a:pt x="2873" y="40462"/>
                  </a:lnTo>
                  <a:lnTo>
                    <a:pt x="1" y="44334"/>
                  </a:lnTo>
                  <a:lnTo>
                    <a:pt x="2873" y="48205"/>
                  </a:lnTo>
                  <a:lnTo>
                    <a:pt x="4622" y="50328"/>
                  </a:lnTo>
                  <a:lnTo>
                    <a:pt x="6370" y="52576"/>
                  </a:lnTo>
                  <a:lnTo>
                    <a:pt x="8618" y="55198"/>
                  </a:lnTo>
                  <a:lnTo>
                    <a:pt x="11490" y="58320"/>
                  </a:lnTo>
                  <a:lnTo>
                    <a:pt x="14862" y="61692"/>
                  </a:lnTo>
                  <a:lnTo>
                    <a:pt x="18608" y="65314"/>
                  </a:lnTo>
                  <a:lnTo>
                    <a:pt x="22979" y="69060"/>
                  </a:lnTo>
                  <a:lnTo>
                    <a:pt x="25227" y="70933"/>
                  </a:lnTo>
                  <a:lnTo>
                    <a:pt x="27600" y="72682"/>
                  </a:lnTo>
                  <a:lnTo>
                    <a:pt x="30097" y="74555"/>
                  </a:lnTo>
                  <a:lnTo>
                    <a:pt x="32720" y="76303"/>
                  </a:lnTo>
                  <a:lnTo>
                    <a:pt x="35342" y="77927"/>
                  </a:lnTo>
                  <a:lnTo>
                    <a:pt x="38090" y="79550"/>
                  </a:lnTo>
                  <a:lnTo>
                    <a:pt x="40962" y="81173"/>
                  </a:lnTo>
                  <a:lnTo>
                    <a:pt x="43959" y="82547"/>
                  </a:lnTo>
                  <a:lnTo>
                    <a:pt x="46956" y="83921"/>
                  </a:lnTo>
                  <a:lnTo>
                    <a:pt x="49953" y="85045"/>
                  </a:lnTo>
                  <a:lnTo>
                    <a:pt x="53200" y="86044"/>
                  </a:lnTo>
                  <a:lnTo>
                    <a:pt x="56322" y="86918"/>
                  </a:lnTo>
                  <a:lnTo>
                    <a:pt x="59569" y="87667"/>
                  </a:lnTo>
                  <a:lnTo>
                    <a:pt x="62941" y="88167"/>
                  </a:lnTo>
                  <a:lnTo>
                    <a:pt x="66312" y="88541"/>
                  </a:lnTo>
                  <a:lnTo>
                    <a:pt x="69809" y="88666"/>
                  </a:lnTo>
                  <a:lnTo>
                    <a:pt x="73181" y="88541"/>
                  </a:lnTo>
                  <a:lnTo>
                    <a:pt x="76553" y="88167"/>
                  </a:lnTo>
                  <a:lnTo>
                    <a:pt x="79924" y="87667"/>
                  </a:lnTo>
                  <a:lnTo>
                    <a:pt x="83171" y="86918"/>
                  </a:lnTo>
                  <a:lnTo>
                    <a:pt x="86418" y="86044"/>
                  </a:lnTo>
                  <a:lnTo>
                    <a:pt x="89540" y="85045"/>
                  </a:lnTo>
                  <a:lnTo>
                    <a:pt x="92662" y="83921"/>
                  </a:lnTo>
                  <a:lnTo>
                    <a:pt x="95659" y="82547"/>
                  </a:lnTo>
                  <a:lnTo>
                    <a:pt x="98532" y="81173"/>
                  </a:lnTo>
                  <a:lnTo>
                    <a:pt x="101404" y="79550"/>
                  </a:lnTo>
                  <a:lnTo>
                    <a:pt x="104151" y="77927"/>
                  </a:lnTo>
                  <a:lnTo>
                    <a:pt x="106899" y="76303"/>
                  </a:lnTo>
                  <a:lnTo>
                    <a:pt x="109521" y="74555"/>
                  </a:lnTo>
                  <a:lnTo>
                    <a:pt x="111894" y="72682"/>
                  </a:lnTo>
                  <a:lnTo>
                    <a:pt x="114391" y="70933"/>
                  </a:lnTo>
                  <a:lnTo>
                    <a:pt x="116639" y="69060"/>
                  </a:lnTo>
                  <a:lnTo>
                    <a:pt x="120885" y="65314"/>
                  </a:lnTo>
                  <a:lnTo>
                    <a:pt x="124757" y="61692"/>
                  </a:lnTo>
                  <a:lnTo>
                    <a:pt x="128128" y="58320"/>
                  </a:lnTo>
                  <a:lnTo>
                    <a:pt x="130876" y="55198"/>
                  </a:lnTo>
                  <a:lnTo>
                    <a:pt x="133248" y="52576"/>
                  </a:lnTo>
                  <a:lnTo>
                    <a:pt x="134997" y="50328"/>
                  </a:lnTo>
                  <a:lnTo>
                    <a:pt x="136745" y="48205"/>
                  </a:lnTo>
                  <a:lnTo>
                    <a:pt x="139492" y="44334"/>
                  </a:lnTo>
                  <a:lnTo>
                    <a:pt x="136745" y="40462"/>
                  </a:lnTo>
                  <a:lnTo>
                    <a:pt x="134997" y="38214"/>
                  </a:lnTo>
                  <a:lnTo>
                    <a:pt x="133248" y="36092"/>
                  </a:lnTo>
                  <a:lnTo>
                    <a:pt x="130876" y="33469"/>
                  </a:lnTo>
                  <a:lnTo>
                    <a:pt x="128128" y="30347"/>
                  </a:lnTo>
                  <a:lnTo>
                    <a:pt x="124757" y="26850"/>
                  </a:lnTo>
                  <a:lnTo>
                    <a:pt x="120885" y="23229"/>
                  </a:lnTo>
                  <a:lnTo>
                    <a:pt x="116639" y="19607"/>
                  </a:lnTo>
                  <a:lnTo>
                    <a:pt x="114391" y="17734"/>
                  </a:lnTo>
                  <a:lnTo>
                    <a:pt x="111894" y="15861"/>
                  </a:lnTo>
                  <a:lnTo>
                    <a:pt x="109521" y="14112"/>
                  </a:lnTo>
                  <a:lnTo>
                    <a:pt x="106899" y="12364"/>
                  </a:lnTo>
                  <a:lnTo>
                    <a:pt x="104151" y="10616"/>
                  </a:lnTo>
                  <a:lnTo>
                    <a:pt x="101404" y="8992"/>
                  </a:lnTo>
                  <a:lnTo>
                    <a:pt x="98532" y="7494"/>
                  </a:lnTo>
                  <a:lnTo>
                    <a:pt x="95659" y="5995"/>
                  </a:lnTo>
                  <a:lnTo>
                    <a:pt x="92662" y="4746"/>
                  </a:lnTo>
                  <a:lnTo>
                    <a:pt x="89540" y="3498"/>
                  </a:lnTo>
                  <a:lnTo>
                    <a:pt x="86418" y="2499"/>
                  </a:lnTo>
                  <a:lnTo>
                    <a:pt x="83171" y="1624"/>
                  </a:lnTo>
                  <a:lnTo>
                    <a:pt x="79924" y="875"/>
                  </a:lnTo>
                  <a:lnTo>
                    <a:pt x="76553" y="376"/>
                  </a:lnTo>
                  <a:lnTo>
                    <a:pt x="7318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5" name="Google Shape;1945;p154"/>
            <p:cNvSpPr/>
            <p:nvPr/>
          </p:nvSpPr>
          <p:spPr>
            <a:xfrm>
              <a:off x="5333178" y="1500096"/>
              <a:ext cx="262532" cy="118811"/>
            </a:xfrm>
            <a:custGeom>
              <a:avLst/>
              <a:gdLst/>
              <a:ahLst/>
              <a:cxnLst/>
              <a:rect l="l" t="t" r="r" b="b"/>
              <a:pathLst>
                <a:path w="153978" h="69684" extrusionOk="0">
                  <a:moveTo>
                    <a:pt x="137494" y="47455"/>
                  </a:moveTo>
                  <a:lnTo>
                    <a:pt x="138493" y="47704"/>
                  </a:lnTo>
                  <a:lnTo>
                    <a:pt x="139367" y="48204"/>
                  </a:lnTo>
                  <a:lnTo>
                    <a:pt x="139742" y="48454"/>
                  </a:lnTo>
                  <a:lnTo>
                    <a:pt x="140366" y="48953"/>
                  </a:lnTo>
                  <a:lnTo>
                    <a:pt x="140865" y="49578"/>
                  </a:lnTo>
                  <a:lnTo>
                    <a:pt x="141365" y="50202"/>
                  </a:lnTo>
                  <a:lnTo>
                    <a:pt x="141615" y="50951"/>
                  </a:lnTo>
                  <a:lnTo>
                    <a:pt x="141865" y="51701"/>
                  </a:lnTo>
                  <a:lnTo>
                    <a:pt x="141865" y="52575"/>
                  </a:lnTo>
                  <a:lnTo>
                    <a:pt x="141865" y="53324"/>
                  </a:lnTo>
                  <a:lnTo>
                    <a:pt x="141615" y="54198"/>
                  </a:lnTo>
                  <a:lnTo>
                    <a:pt x="141240" y="55072"/>
                  </a:lnTo>
                  <a:lnTo>
                    <a:pt x="140865" y="55697"/>
                  </a:lnTo>
                  <a:lnTo>
                    <a:pt x="140366" y="56196"/>
                  </a:lnTo>
                  <a:lnTo>
                    <a:pt x="139866" y="56696"/>
                  </a:lnTo>
                  <a:lnTo>
                    <a:pt x="139242" y="57071"/>
                  </a:lnTo>
                  <a:lnTo>
                    <a:pt x="138618" y="57320"/>
                  </a:lnTo>
                  <a:lnTo>
                    <a:pt x="137868" y="57445"/>
                  </a:lnTo>
                  <a:lnTo>
                    <a:pt x="137244" y="57570"/>
                  </a:lnTo>
                  <a:lnTo>
                    <a:pt x="136495" y="57570"/>
                  </a:lnTo>
                  <a:lnTo>
                    <a:pt x="135620" y="57445"/>
                  </a:lnTo>
                  <a:lnTo>
                    <a:pt x="134746" y="57071"/>
                  </a:lnTo>
                  <a:lnTo>
                    <a:pt x="134247" y="56946"/>
                  </a:lnTo>
                  <a:lnTo>
                    <a:pt x="133498" y="56321"/>
                  </a:lnTo>
                  <a:lnTo>
                    <a:pt x="132873" y="55697"/>
                  </a:lnTo>
                  <a:lnTo>
                    <a:pt x="132374" y="54948"/>
                  </a:lnTo>
                  <a:lnTo>
                    <a:pt x="131999" y="54073"/>
                  </a:lnTo>
                  <a:lnTo>
                    <a:pt x="131874" y="53199"/>
                  </a:lnTo>
                  <a:lnTo>
                    <a:pt x="131749" y="52325"/>
                  </a:lnTo>
                  <a:lnTo>
                    <a:pt x="131999" y="51451"/>
                  </a:lnTo>
                  <a:lnTo>
                    <a:pt x="132249" y="50577"/>
                  </a:lnTo>
                  <a:lnTo>
                    <a:pt x="132374" y="50202"/>
                  </a:lnTo>
                  <a:lnTo>
                    <a:pt x="132498" y="50077"/>
                  </a:lnTo>
                  <a:lnTo>
                    <a:pt x="132873" y="49453"/>
                  </a:lnTo>
                  <a:lnTo>
                    <a:pt x="133373" y="48828"/>
                  </a:lnTo>
                  <a:lnTo>
                    <a:pt x="133997" y="48329"/>
                  </a:lnTo>
                  <a:lnTo>
                    <a:pt x="134621" y="47954"/>
                  </a:lnTo>
                  <a:lnTo>
                    <a:pt x="135246" y="47704"/>
                  </a:lnTo>
                  <a:lnTo>
                    <a:pt x="135995" y="47580"/>
                  </a:lnTo>
                  <a:lnTo>
                    <a:pt x="136744" y="47455"/>
                  </a:lnTo>
                  <a:close/>
                  <a:moveTo>
                    <a:pt x="54823" y="0"/>
                  </a:moveTo>
                  <a:lnTo>
                    <a:pt x="49453" y="250"/>
                  </a:lnTo>
                  <a:lnTo>
                    <a:pt x="44208" y="749"/>
                  </a:lnTo>
                  <a:lnTo>
                    <a:pt x="38963" y="1499"/>
                  </a:lnTo>
                  <a:lnTo>
                    <a:pt x="33843" y="2622"/>
                  </a:lnTo>
                  <a:lnTo>
                    <a:pt x="29722" y="3622"/>
                  </a:lnTo>
                  <a:lnTo>
                    <a:pt x="25601" y="4870"/>
                  </a:lnTo>
                  <a:lnTo>
                    <a:pt x="21605" y="6244"/>
                  </a:lnTo>
                  <a:lnTo>
                    <a:pt x="17733" y="7743"/>
                  </a:lnTo>
                  <a:lnTo>
                    <a:pt x="13862" y="9491"/>
                  </a:lnTo>
                  <a:lnTo>
                    <a:pt x="10116" y="11364"/>
                  </a:lnTo>
                  <a:lnTo>
                    <a:pt x="6369" y="13362"/>
                  </a:lnTo>
                  <a:lnTo>
                    <a:pt x="2748" y="15610"/>
                  </a:lnTo>
                  <a:lnTo>
                    <a:pt x="0" y="17358"/>
                  </a:lnTo>
                  <a:lnTo>
                    <a:pt x="7618" y="28223"/>
                  </a:lnTo>
                  <a:lnTo>
                    <a:pt x="9991" y="26724"/>
                  </a:lnTo>
                  <a:lnTo>
                    <a:pt x="13113" y="24726"/>
                  </a:lnTo>
                  <a:lnTo>
                    <a:pt x="16360" y="22978"/>
                  </a:lnTo>
                  <a:lnTo>
                    <a:pt x="19607" y="21355"/>
                  </a:lnTo>
                  <a:lnTo>
                    <a:pt x="22978" y="19981"/>
                  </a:lnTo>
                  <a:lnTo>
                    <a:pt x="26350" y="18607"/>
                  </a:lnTo>
                  <a:lnTo>
                    <a:pt x="29722" y="17483"/>
                  </a:lnTo>
                  <a:lnTo>
                    <a:pt x="33218" y="16359"/>
                  </a:lnTo>
                  <a:lnTo>
                    <a:pt x="36840" y="15485"/>
                  </a:lnTo>
                  <a:lnTo>
                    <a:pt x="41336" y="14611"/>
                  </a:lnTo>
                  <a:lnTo>
                    <a:pt x="45831" y="13862"/>
                  </a:lnTo>
                  <a:lnTo>
                    <a:pt x="50452" y="13487"/>
                  </a:lnTo>
                  <a:lnTo>
                    <a:pt x="54948" y="13237"/>
                  </a:lnTo>
                  <a:lnTo>
                    <a:pt x="59568" y="13362"/>
                  </a:lnTo>
                  <a:lnTo>
                    <a:pt x="64189" y="13612"/>
                  </a:lnTo>
                  <a:lnTo>
                    <a:pt x="68809" y="14236"/>
                  </a:lnTo>
                  <a:lnTo>
                    <a:pt x="73305" y="14986"/>
                  </a:lnTo>
                  <a:lnTo>
                    <a:pt x="77926" y="16110"/>
                  </a:lnTo>
                  <a:lnTo>
                    <a:pt x="82297" y="17358"/>
                  </a:lnTo>
                  <a:lnTo>
                    <a:pt x="86667" y="18857"/>
                  </a:lnTo>
                  <a:lnTo>
                    <a:pt x="90913" y="20605"/>
                  </a:lnTo>
                  <a:lnTo>
                    <a:pt x="95159" y="22479"/>
                  </a:lnTo>
                  <a:lnTo>
                    <a:pt x="99155" y="24726"/>
                  </a:lnTo>
                  <a:lnTo>
                    <a:pt x="103027" y="27099"/>
                  </a:lnTo>
                  <a:lnTo>
                    <a:pt x="106898" y="29722"/>
                  </a:lnTo>
                  <a:lnTo>
                    <a:pt x="108896" y="31220"/>
                  </a:lnTo>
                  <a:lnTo>
                    <a:pt x="111019" y="32844"/>
                  </a:lnTo>
                  <a:lnTo>
                    <a:pt x="113017" y="34592"/>
                  </a:lnTo>
                  <a:lnTo>
                    <a:pt x="114890" y="36340"/>
                  </a:lnTo>
                  <a:lnTo>
                    <a:pt x="116764" y="38089"/>
                  </a:lnTo>
                  <a:lnTo>
                    <a:pt x="118637" y="39962"/>
                  </a:lnTo>
                  <a:lnTo>
                    <a:pt x="120385" y="41835"/>
                  </a:lnTo>
                  <a:lnTo>
                    <a:pt x="122133" y="43833"/>
                  </a:lnTo>
                  <a:lnTo>
                    <a:pt x="121634" y="44832"/>
                  </a:lnTo>
                  <a:lnTo>
                    <a:pt x="121134" y="45831"/>
                  </a:lnTo>
                  <a:lnTo>
                    <a:pt x="120760" y="46955"/>
                  </a:lnTo>
                  <a:lnTo>
                    <a:pt x="120385" y="47954"/>
                  </a:lnTo>
                  <a:lnTo>
                    <a:pt x="119886" y="50202"/>
                  </a:lnTo>
                  <a:lnTo>
                    <a:pt x="119761" y="52450"/>
                  </a:lnTo>
                  <a:lnTo>
                    <a:pt x="119886" y="54698"/>
                  </a:lnTo>
                  <a:lnTo>
                    <a:pt x="120260" y="56821"/>
                  </a:lnTo>
                  <a:lnTo>
                    <a:pt x="120635" y="57945"/>
                  </a:lnTo>
                  <a:lnTo>
                    <a:pt x="121009" y="59069"/>
                  </a:lnTo>
                  <a:lnTo>
                    <a:pt x="121509" y="60068"/>
                  </a:lnTo>
                  <a:lnTo>
                    <a:pt x="122009" y="61067"/>
                  </a:lnTo>
                  <a:lnTo>
                    <a:pt x="122633" y="62066"/>
                  </a:lnTo>
                  <a:lnTo>
                    <a:pt x="123257" y="62940"/>
                  </a:lnTo>
                  <a:lnTo>
                    <a:pt x="124756" y="64688"/>
                  </a:lnTo>
                  <a:lnTo>
                    <a:pt x="126504" y="66062"/>
                  </a:lnTo>
                  <a:lnTo>
                    <a:pt x="128253" y="67311"/>
                  </a:lnTo>
                  <a:lnTo>
                    <a:pt x="130251" y="68310"/>
                  </a:lnTo>
                  <a:lnTo>
                    <a:pt x="132374" y="69059"/>
                  </a:lnTo>
                  <a:lnTo>
                    <a:pt x="134621" y="69559"/>
                  </a:lnTo>
                  <a:lnTo>
                    <a:pt x="135745" y="69559"/>
                  </a:lnTo>
                  <a:lnTo>
                    <a:pt x="136869" y="69683"/>
                  </a:lnTo>
                  <a:lnTo>
                    <a:pt x="139117" y="69559"/>
                  </a:lnTo>
                  <a:lnTo>
                    <a:pt x="141240" y="69059"/>
                  </a:lnTo>
                  <a:lnTo>
                    <a:pt x="143363" y="68310"/>
                  </a:lnTo>
                  <a:lnTo>
                    <a:pt x="145361" y="67311"/>
                  </a:lnTo>
                  <a:lnTo>
                    <a:pt x="146860" y="66437"/>
                  </a:lnTo>
                  <a:lnTo>
                    <a:pt x="148109" y="65438"/>
                  </a:lnTo>
                  <a:lnTo>
                    <a:pt x="149357" y="64189"/>
                  </a:lnTo>
                  <a:lnTo>
                    <a:pt x="150481" y="62940"/>
                  </a:lnTo>
                  <a:lnTo>
                    <a:pt x="151355" y="61566"/>
                  </a:lnTo>
                  <a:lnTo>
                    <a:pt x="152230" y="60068"/>
                  </a:lnTo>
                  <a:lnTo>
                    <a:pt x="152854" y="58569"/>
                  </a:lnTo>
                  <a:lnTo>
                    <a:pt x="153354" y="56946"/>
                  </a:lnTo>
                  <a:lnTo>
                    <a:pt x="153728" y="55322"/>
                  </a:lnTo>
                  <a:lnTo>
                    <a:pt x="153978" y="53574"/>
                  </a:lnTo>
                  <a:lnTo>
                    <a:pt x="153978" y="51950"/>
                  </a:lnTo>
                  <a:lnTo>
                    <a:pt x="153853" y="50327"/>
                  </a:lnTo>
                  <a:lnTo>
                    <a:pt x="153478" y="48704"/>
                  </a:lnTo>
                  <a:lnTo>
                    <a:pt x="153104" y="47080"/>
                  </a:lnTo>
                  <a:lnTo>
                    <a:pt x="152479" y="45457"/>
                  </a:lnTo>
                  <a:lnTo>
                    <a:pt x="151605" y="43958"/>
                  </a:lnTo>
                  <a:lnTo>
                    <a:pt x="151106" y="42959"/>
                  </a:lnTo>
                  <a:lnTo>
                    <a:pt x="150356" y="42085"/>
                  </a:lnTo>
                  <a:lnTo>
                    <a:pt x="148858" y="40461"/>
                  </a:lnTo>
                  <a:lnTo>
                    <a:pt x="147234" y="38963"/>
                  </a:lnTo>
                  <a:lnTo>
                    <a:pt x="145361" y="37714"/>
                  </a:lnTo>
                  <a:lnTo>
                    <a:pt x="143363" y="36715"/>
                  </a:lnTo>
                  <a:lnTo>
                    <a:pt x="141240" y="35966"/>
                  </a:lnTo>
                  <a:lnTo>
                    <a:pt x="139117" y="35591"/>
                  </a:lnTo>
                  <a:lnTo>
                    <a:pt x="137993" y="35466"/>
                  </a:lnTo>
                  <a:lnTo>
                    <a:pt x="136869" y="35466"/>
                  </a:lnTo>
                  <a:lnTo>
                    <a:pt x="134746" y="35591"/>
                  </a:lnTo>
                  <a:lnTo>
                    <a:pt x="132748" y="35966"/>
                  </a:lnTo>
                  <a:lnTo>
                    <a:pt x="130750" y="33468"/>
                  </a:lnTo>
                  <a:lnTo>
                    <a:pt x="128627" y="31220"/>
                  </a:lnTo>
                  <a:lnTo>
                    <a:pt x="126504" y="28972"/>
                  </a:lnTo>
                  <a:lnTo>
                    <a:pt x="124256" y="26849"/>
                  </a:lnTo>
                  <a:lnTo>
                    <a:pt x="121884" y="24726"/>
                  </a:lnTo>
                  <a:lnTo>
                    <a:pt x="119511" y="22728"/>
                  </a:lnTo>
                  <a:lnTo>
                    <a:pt x="117138" y="20855"/>
                  </a:lnTo>
                  <a:lnTo>
                    <a:pt x="114641" y="18982"/>
                  </a:lnTo>
                  <a:lnTo>
                    <a:pt x="110270" y="15985"/>
                  </a:lnTo>
                  <a:lnTo>
                    <a:pt x="105774" y="13237"/>
                  </a:lnTo>
                  <a:lnTo>
                    <a:pt x="101029" y="10615"/>
                  </a:lnTo>
                  <a:lnTo>
                    <a:pt x="96283" y="8367"/>
                  </a:lnTo>
                  <a:lnTo>
                    <a:pt x="91413" y="6369"/>
                  </a:lnTo>
                  <a:lnTo>
                    <a:pt x="86418" y="4745"/>
                  </a:lnTo>
                  <a:lnTo>
                    <a:pt x="81173" y="3247"/>
                  </a:lnTo>
                  <a:lnTo>
                    <a:pt x="75928" y="1998"/>
                  </a:lnTo>
                  <a:lnTo>
                    <a:pt x="70683" y="1124"/>
                  </a:lnTo>
                  <a:lnTo>
                    <a:pt x="65438" y="500"/>
                  </a:lnTo>
                  <a:lnTo>
                    <a:pt x="60068" y="125"/>
                  </a:lnTo>
                  <a:lnTo>
                    <a:pt x="54823"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6" name="Google Shape;1946;p154"/>
            <p:cNvSpPr/>
            <p:nvPr/>
          </p:nvSpPr>
          <p:spPr>
            <a:xfrm>
              <a:off x="5401738" y="1656806"/>
              <a:ext cx="197379" cy="200573"/>
            </a:xfrm>
            <a:custGeom>
              <a:avLst/>
              <a:gdLst/>
              <a:ahLst/>
              <a:cxnLst/>
              <a:rect l="l" t="t" r="r" b="b"/>
              <a:pathLst>
                <a:path w="115765" h="117638" extrusionOk="0">
                  <a:moveTo>
                    <a:pt x="17109" y="95409"/>
                  </a:moveTo>
                  <a:lnTo>
                    <a:pt x="17734" y="95534"/>
                  </a:lnTo>
                  <a:lnTo>
                    <a:pt x="18608" y="95659"/>
                  </a:lnTo>
                  <a:lnTo>
                    <a:pt x="19607" y="96159"/>
                  </a:lnTo>
                  <a:lnTo>
                    <a:pt x="19982" y="96408"/>
                  </a:lnTo>
                  <a:lnTo>
                    <a:pt x="20606" y="96908"/>
                  </a:lnTo>
                  <a:lnTo>
                    <a:pt x="21106" y="97532"/>
                  </a:lnTo>
                  <a:lnTo>
                    <a:pt x="21605" y="98157"/>
                  </a:lnTo>
                  <a:lnTo>
                    <a:pt x="21855" y="98906"/>
                  </a:lnTo>
                  <a:lnTo>
                    <a:pt x="22105" y="99655"/>
                  </a:lnTo>
                  <a:lnTo>
                    <a:pt x="22105" y="100529"/>
                  </a:lnTo>
                  <a:lnTo>
                    <a:pt x="22105" y="101279"/>
                  </a:lnTo>
                  <a:lnTo>
                    <a:pt x="21855" y="102153"/>
                  </a:lnTo>
                  <a:lnTo>
                    <a:pt x="21480" y="103027"/>
                  </a:lnTo>
                  <a:lnTo>
                    <a:pt x="21106" y="103651"/>
                  </a:lnTo>
                  <a:lnTo>
                    <a:pt x="20606" y="104151"/>
                  </a:lnTo>
                  <a:lnTo>
                    <a:pt x="20107" y="104526"/>
                  </a:lnTo>
                  <a:lnTo>
                    <a:pt x="19607" y="104900"/>
                  </a:lnTo>
                  <a:lnTo>
                    <a:pt x="18983" y="105150"/>
                  </a:lnTo>
                  <a:lnTo>
                    <a:pt x="18358" y="105400"/>
                  </a:lnTo>
                  <a:lnTo>
                    <a:pt x="17734" y="105525"/>
                  </a:lnTo>
                  <a:lnTo>
                    <a:pt x="16735" y="105525"/>
                  </a:lnTo>
                  <a:lnTo>
                    <a:pt x="15736" y="105400"/>
                  </a:lnTo>
                  <a:lnTo>
                    <a:pt x="14986" y="105025"/>
                  </a:lnTo>
                  <a:lnTo>
                    <a:pt x="14737" y="105025"/>
                  </a:lnTo>
                  <a:lnTo>
                    <a:pt x="13363" y="107648"/>
                  </a:lnTo>
                  <a:lnTo>
                    <a:pt x="14612" y="104900"/>
                  </a:lnTo>
                  <a:lnTo>
                    <a:pt x="14487" y="104900"/>
                  </a:lnTo>
                  <a:lnTo>
                    <a:pt x="13738" y="104401"/>
                  </a:lnTo>
                  <a:lnTo>
                    <a:pt x="13113" y="103651"/>
                  </a:lnTo>
                  <a:lnTo>
                    <a:pt x="12614" y="102902"/>
                  </a:lnTo>
                  <a:lnTo>
                    <a:pt x="12239" y="102028"/>
                  </a:lnTo>
                  <a:lnTo>
                    <a:pt x="12114" y="101154"/>
                  </a:lnTo>
                  <a:lnTo>
                    <a:pt x="11989" y="100280"/>
                  </a:lnTo>
                  <a:lnTo>
                    <a:pt x="12239" y="99281"/>
                  </a:lnTo>
                  <a:lnTo>
                    <a:pt x="12489" y="98406"/>
                  </a:lnTo>
                  <a:lnTo>
                    <a:pt x="12614" y="98281"/>
                  </a:lnTo>
                  <a:lnTo>
                    <a:pt x="12739" y="98032"/>
                  </a:lnTo>
                  <a:lnTo>
                    <a:pt x="13113" y="97407"/>
                  </a:lnTo>
                  <a:lnTo>
                    <a:pt x="13488" y="96908"/>
                  </a:lnTo>
                  <a:lnTo>
                    <a:pt x="13987" y="96533"/>
                  </a:lnTo>
                  <a:lnTo>
                    <a:pt x="14487" y="96159"/>
                  </a:lnTo>
                  <a:lnTo>
                    <a:pt x="15111" y="95784"/>
                  </a:lnTo>
                  <a:lnTo>
                    <a:pt x="15736" y="95659"/>
                  </a:lnTo>
                  <a:lnTo>
                    <a:pt x="16360" y="95534"/>
                  </a:lnTo>
                  <a:lnTo>
                    <a:pt x="17109" y="95409"/>
                  </a:lnTo>
                  <a:close/>
                  <a:moveTo>
                    <a:pt x="115515" y="0"/>
                  </a:moveTo>
                  <a:lnTo>
                    <a:pt x="102278" y="750"/>
                  </a:lnTo>
                  <a:lnTo>
                    <a:pt x="102403" y="3747"/>
                  </a:lnTo>
                  <a:lnTo>
                    <a:pt x="102528" y="6369"/>
                  </a:lnTo>
                  <a:lnTo>
                    <a:pt x="102528" y="8992"/>
                  </a:lnTo>
                  <a:lnTo>
                    <a:pt x="102403" y="11614"/>
                  </a:lnTo>
                  <a:lnTo>
                    <a:pt x="102278" y="14362"/>
                  </a:lnTo>
                  <a:lnTo>
                    <a:pt x="102028" y="16984"/>
                  </a:lnTo>
                  <a:lnTo>
                    <a:pt x="101778" y="19731"/>
                  </a:lnTo>
                  <a:lnTo>
                    <a:pt x="101279" y="22354"/>
                  </a:lnTo>
                  <a:lnTo>
                    <a:pt x="100779" y="25101"/>
                  </a:lnTo>
                  <a:lnTo>
                    <a:pt x="99905" y="29222"/>
                  </a:lnTo>
                  <a:lnTo>
                    <a:pt x="98781" y="33219"/>
                  </a:lnTo>
                  <a:lnTo>
                    <a:pt x="97283" y="37589"/>
                  </a:lnTo>
                  <a:lnTo>
                    <a:pt x="95534" y="41960"/>
                  </a:lnTo>
                  <a:lnTo>
                    <a:pt x="93661" y="46081"/>
                  </a:lnTo>
                  <a:lnTo>
                    <a:pt x="91538" y="50202"/>
                  </a:lnTo>
                  <a:lnTo>
                    <a:pt x="89165" y="54199"/>
                  </a:lnTo>
                  <a:lnTo>
                    <a:pt x="86543" y="57945"/>
                  </a:lnTo>
                  <a:lnTo>
                    <a:pt x="83796" y="61567"/>
                  </a:lnTo>
                  <a:lnTo>
                    <a:pt x="80923" y="65188"/>
                  </a:lnTo>
                  <a:lnTo>
                    <a:pt x="77801" y="68435"/>
                  </a:lnTo>
                  <a:lnTo>
                    <a:pt x="74430" y="71682"/>
                  </a:lnTo>
                  <a:lnTo>
                    <a:pt x="71058" y="74679"/>
                  </a:lnTo>
                  <a:lnTo>
                    <a:pt x="67436" y="77551"/>
                  </a:lnTo>
                  <a:lnTo>
                    <a:pt x="63565" y="80174"/>
                  </a:lnTo>
                  <a:lnTo>
                    <a:pt x="59694" y="82547"/>
                  </a:lnTo>
                  <a:lnTo>
                    <a:pt x="55573" y="84794"/>
                  </a:lnTo>
                  <a:lnTo>
                    <a:pt x="51327" y="86917"/>
                  </a:lnTo>
                  <a:lnTo>
                    <a:pt x="46706" y="88791"/>
                  </a:lnTo>
                  <a:lnTo>
                    <a:pt x="42086" y="90414"/>
                  </a:lnTo>
                  <a:lnTo>
                    <a:pt x="37215" y="91788"/>
                  </a:lnTo>
                  <a:lnTo>
                    <a:pt x="32345" y="92912"/>
                  </a:lnTo>
                  <a:lnTo>
                    <a:pt x="31845" y="91913"/>
                  </a:lnTo>
                  <a:lnTo>
                    <a:pt x="31221" y="90789"/>
                  </a:lnTo>
                  <a:lnTo>
                    <a:pt x="30472" y="89914"/>
                  </a:lnTo>
                  <a:lnTo>
                    <a:pt x="29722" y="88915"/>
                  </a:lnTo>
                  <a:lnTo>
                    <a:pt x="28848" y="88166"/>
                  </a:lnTo>
                  <a:lnTo>
                    <a:pt x="27974" y="87292"/>
                  </a:lnTo>
                  <a:lnTo>
                    <a:pt x="27100" y="86668"/>
                  </a:lnTo>
                  <a:lnTo>
                    <a:pt x="26101" y="85918"/>
                  </a:lnTo>
                  <a:lnTo>
                    <a:pt x="25102" y="85419"/>
                  </a:lnTo>
                  <a:lnTo>
                    <a:pt x="24103" y="84919"/>
                  </a:lnTo>
                  <a:lnTo>
                    <a:pt x="22979" y="84420"/>
                  </a:lnTo>
                  <a:lnTo>
                    <a:pt x="21855" y="84045"/>
                  </a:lnTo>
                  <a:lnTo>
                    <a:pt x="20731" y="83795"/>
                  </a:lnTo>
                  <a:lnTo>
                    <a:pt x="19482" y="83546"/>
                  </a:lnTo>
                  <a:lnTo>
                    <a:pt x="18233" y="83421"/>
                  </a:lnTo>
                  <a:lnTo>
                    <a:pt x="15361" y="83421"/>
                  </a:lnTo>
                  <a:lnTo>
                    <a:pt x="13738" y="83670"/>
                  </a:lnTo>
                  <a:lnTo>
                    <a:pt x="12114" y="84170"/>
                  </a:lnTo>
                  <a:lnTo>
                    <a:pt x="10616" y="84669"/>
                  </a:lnTo>
                  <a:lnTo>
                    <a:pt x="9117" y="85419"/>
                  </a:lnTo>
                  <a:lnTo>
                    <a:pt x="7743" y="86168"/>
                  </a:lnTo>
                  <a:lnTo>
                    <a:pt x="6495" y="87167"/>
                  </a:lnTo>
                  <a:lnTo>
                    <a:pt x="5246" y="88166"/>
                  </a:lnTo>
                  <a:lnTo>
                    <a:pt x="4247" y="89290"/>
                  </a:lnTo>
                  <a:lnTo>
                    <a:pt x="3248" y="90539"/>
                  </a:lnTo>
                  <a:lnTo>
                    <a:pt x="2374" y="91913"/>
                  </a:lnTo>
                  <a:lnTo>
                    <a:pt x="1624" y="93286"/>
                  </a:lnTo>
                  <a:lnTo>
                    <a:pt x="1000" y="94785"/>
                  </a:lnTo>
                  <a:lnTo>
                    <a:pt x="500" y="96408"/>
                  </a:lnTo>
                  <a:lnTo>
                    <a:pt x="126" y="98032"/>
                  </a:lnTo>
                  <a:lnTo>
                    <a:pt x="1" y="99655"/>
                  </a:lnTo>
                  <a:lnTo>
                    <a:pt x="1" y="100030"/>
                  </a:lnTo>
                  <a:lnTo>
                    <a:pt x="1" y="100529"/>
                  </a:lnTo>
                  <a:lnTo>
                    <a:pt x="1" y="102278"/>
                  </a:lnTo>
                  <a:lnTo>
                    <a:pt x="251" y="103901"/>
                  </a:lnTo>
                  <a:lnTo>
                    <a:pt x="750" y="105649"/>
                  </a:lnTo>
                  <a:lnTo>
                    <a:pt x="1250" y="107148"/>
                  </a:lnTo>
                  <a:lnTo>
                    <a:pt x="1999" y="108647"/>
                  </a:lnTo>
                  <a:lnTo>
                    <a:pt x="2873" y="110020"/>
                  </a:lnTo>
                  <a:lnTo>
                    <a:pt x="3872" y="111394"/>
                  </a:lnTo>
                  <a:lnTo>
                    <a:pt x="4996" y="112643"/>
                  </a:lnTo>
                  <a:lnTo>
                    <a:pt x="6245" y="113767"/>
                  </a:lnTo>
                  <a:lnTo>
                    <a:pt x="7494" y="114641"/>
                  </a:lnTo>
                  <a:lnTo>
                    <a:pt x="8867" y="115515"/>
                  </a:lnTo>
                  <a:lnTo>
                    <a:pt x="10366" y="116264"/>
                  </a:lnTo>
                  <a:lnTo>
                    <a:pt x="11989" y="116889"/>
                  </a:lnTo>
                  <a:lnTo>
                    <a:pt x="13613" y="117263"/>
                  </a:lnTo>
                  <a:lnTo>
                    <a:pt x="15361" y="117513"/>
                  </a:lnTo>
                  <a:lnTo>
                    <a:pt x="17109" y="117638"/>
                  </a:lnTo>
                  <a:lnTo>
                    <a:pt x="18358" y="117513"/>
                  </a:lnTo>
                  <a:lnTo>
                    <a:pt x="19732" y="117388"/>
                  </a:lnTo>
                  <a:lnTo>
                    <a:pt x="20981" y="117138"/>
                  </a:lnTo>
                  <a:lnTo>
                    <a:pt x="22354" y="116764"/>
                  </a:lnTo>
                  <a:lnTo>
                    <a:pt x="23478" y="116389"/>
                  </a:lnTo>
                  <a:lnTo>
                    <a:pt x="24727" y="115765"/>
                  </a:lnTo>
                  <a:lnTo>
                    <a:pt x="25851" y="115140"/>
                  </a:lnTo>
                  <a:lnTo>
                    <a:pt x="26975" y="114516"/>
                  </a:lnTo>
                  <a:lnTo>
                    <a:pt x="27974" y="113642"/>
                  </a:lnTo>
                  <a:lnTo>
                    <a:pt x="28973" y="112768"/>
                  </a:lnTo>
                  <a:lnTo>
                    <a:pt x="29847" y="111893"/>
                  </a:lnTo>
                  <a:lnTo>
                    <a:pt x="30721" y="110894"/>
                  </a:lnTo>
                  <a:lnTo>
                    <a:pt x="31471" y="109771"/>
                  </a:lnTo>
                  <a:lnTo>
                    <a:pt x="32095" y="108647"/>
                  </a:lnTo>
                  <a:lnTo>
                    <a:pt x="32719" y="107523"/>
                  </a:lnTo>
                  <a:lnTo>
                    <a:pt x="33219" y="106274"/>
                  </a:lnTo>
                  <a:lnTo>
                    <a:pt x="36216" y="105649"/>
                  </a:lnTo>
                  <a:lnTo>
                    <a:pt x="39213" y="105025"/>
                  </a:lnTo>
                  <a:lnTo>
                    <a:pt x="42335" y="104151"/>
                  </a:lnTo>
                  <a:lnTo>
                    <a:pt x="45208" y="103277"/>
                  </a:lnTo>
                  <a:lnTo>
                    <a:pt x="48205" y="102403"/>
                  </a:lnTo>
                  <a:lnTo>
                    <a:pt x="51077" y="101279"/>
                  </a:lnTo>
                  <a:lnTo>
                    <a:pt x="53949" y="100155"/>
                  </a:lnTo>
                  <a:lnTo>
                    <a:pt x="56821" y="99031"/>
                  </a:lnTo>
                  <a:lnTo>
                    <a:pt x="61692" y="96658"/>
                  </a:lnTo>
                  <a:lnTo>
                    <a:pt x="66312" y="94036"/>
                  </a:lnTo>
                  <a:lnTo>
                    <a:pt x="70933" y="91163"/>
                  </a:lnTo>
                  <a:lnTo>
                    <a:pt x="75304" y="88166"/>
                  </a:lnTo>
                  <a:lnTo>
                    <a:pt x="79425" y="84919"/>
                  </a:lnTo>
                  <a:lnTo>
                    <a:pt x="83421" y="81423"/>
                  </a:lnTo>
                  <a:lnTo>
                    <a:pt x="87292" y="77801"/>
                  </a:lnTo>
                  <a:lnTo>
                    <a:pt x="90914" y="73930"/>
                  </a:lnTo>
                  <a:lnTo>
                    <a:pt x="94286" y="69809"/>
                  </a:lnTo>
                  <a:lnTo>
                    <a:pt x="97408" y="65563"/>
                  </a:lnTo>
                  <a:lnTo>
                    <a:pt x="100405" y="61192"/>
                  </a:lnTo>
                  <a:lnTo>
                    <a:pt x="103027" y="56696"/>
                  </a:lnTo>
                  <a:lnTo>
                    <a:pt x="105525" y="51951"/>
                  </a:lnTo>
                  <a:lnTo>
                    <a:pt x="107773" y="47080"/>
                  </a:lnTo>
                  <a:lnTo>
                    <a:pt x="109771" y="42210"/>
                  </a:lnTo>
                  <a:lnTo>
                    <a:pt x="111519" y="37090"/>
                  </a:lnTo>
                  <a:lnTo>
                    <a:pt x="112768" y="32344"/>
                  </a:lnTo>
                  <a:lnTo>
                    <a:pt x="113767" y="27724"/>
                  </a:lnTo>
                  <a:lnTo>
                    <a:pt x="114391" y="24602"/>
                  </a:lnTo>
                  <a:lnTo>
                    <a:pt x="114891" y="21480"/>
                  </a:lnTo>
                  <a:lnTo>
                    <a:pt x="115265" y="18358"/>
                  </a:lnTo>
                  <a:lnTo>
                    <a:pt x="115515" y="15361"/>
                  </a:lnTo>
                  <a:lnTo>
                    <a:pt x="115765" y="12239"/>
                  </a:lnTo>
                  <a:lnTo>
                    <a:pt x="115765" y="9117"/>
                  </a:lnTo>
                  <a:lnTo>
                    <a:pt x="115765" y="6119"/>
                  </a:lnTo>
                  <a:lnTo>
                    <a:pt x="115640" y="2997"/>
                  </a:lnTo>
                  <a:lnTo>
                    <a:pt x="115515"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7" name="Google Shape;1947;p154"/>
            <p:cNvSpPr/>
            <p:nvPr/>
          </p:nvSpPr>
          <p:spPr>
            <a:xfrm>
              <a:off x="5258869" y="1562268"/>
              <a:ext cx="107100" cy="261682"/>
            </a:xfrm>
            <a:custGeom>
              <a:avLst/>
              <a:gdLst/>
              <a:ahLst/>
              <a:cxnLst/>
              <a:rect l="l" t="t" r="r" b="b"/>
              <a:pathLst>
                <a:path w="62815" h="153479" extrusionOk="0">
                  <a:moveTo>
                    <a:pt x="19107" y="11989"/>
                  </a:moveTo>
                  <a:lnTo>
                    <a:pt x="19856" y="12114"/>
                  </a:lnTo>
                  <a:lnTo>
                    <a:pt x="20605" y="12114"/>
                  </a:lnTo>
                  <a:lnTo>
                    <a:pt x="21355" y="12363"/>
                  </a:lnTo>
                  <a:lnTo>
                    <a:pt x="21979" y="12613"/>
                  </a:lnTo>
                  <a:lnTo>
                    <a:pt x="22354" y="12988"/>
                  </a:lnTo>
                  <a:lnTo>
                    <a:pt x="22978" y="13487"/>
                  </a:lnTo>
                  <a:lnTo>
                    <a:pt x="23602" y="14112"/>
                  </a:lnTo>
                  <a:lnTo>
                    <a:pt x="23977" y="14736"/>
                  </a:lnTo>
                  <a:lnTo>
                    <a:pt x="24352" y="15485"/>
                  </a:lnTo>
                  <a:lnTo>
                    <a:pt x="24477" y="16360"/>
                  </a:lnTo>
                  <a:lnTo>
                    <a:pt x="24601" y="17109"/>
                  </a:lnTo>
                  <a:lnTo>
                    <a:pt x="24477" y="17983"/>
                  </a:lnTo>
                  <a:lnTo>
                    <a:pt x="24227" y="18732"/>
                  </a:lnTo>
                  <a:lnTo>
                    <a:pt x="23852" y="19606"/>
                  </a:lnTo>
                  <a:lnTo>
                    <a:pt x="23478" y="20231"/>
                  </a:lnTo>
                  <a:lnTo>
                    <a:pt x="23103" y="20730"/>
                  </a:lnTo>
                  <a:lnTo>
                    <a:pt x="22603" y="21105"/>
                  </a:lnTo>
                  <a:lnTo>
                    <a:pt x="21979" y="21480"/>
                  </a:lnTo>
                  <a:lnTo>
                    <a:pt x="21479" y="21729"/>
                  </a:lnTo>
                  <a:lnTo>
                    <a:pt x="20855" y="21979"/>
                  </a:lnTo>
                  <a:lnTo>
                    <a:pt x="20231" y="22104"/>
                  </a:lnTo>
                  <a:lnTo>
                    <a:pt x="19107" y="22104"/>
                  </a:lnTo>
                  <a:lnTo>
                    <a:pt x="18233" y="21979"/>
                  </a:lnTo>
                  <a:lnTo>
                    <a:pt x="17358" y="21605"/>
                  </a:lnTo>
                  <a:lnTo>
                    <a:pt x="16859" y="21480"/>
                  </a:lnTo>
                  <a:lnTo>
                    <a:pt x="16110" y="20855"/>
                  </a:lnTo>
                  <a:lnTo>
                    <a:pt x="15485" y="20106"/>
                  </a:lnTo>
                  <a:lnTo>
                    <a:pt x="14986" y="19232"/>
                  </a:lnTo>
                  <a:lnTo>
                    <a:pt x="14611" y="18358"/>
                  </a:lnTo>
                  <a:lnTo>
                    <a:pt x="14486" y="17484"/>
                  </a:lnTo>
                  <a:lnTo>
                    <a:pt x="14486" y="16484"/>
                  </a:lnTo>
                  <a:lnTo>
                    <a:pt x="14736" y="15485"/>
                  </a:lnTo>
                  <a:lnTo>
                    <a:pt x="15111" y="14611"/>
                  </a:lnTo>
                  <a:lnTo>
                    <a:pt x="15485" y="14112"/>
                  </a:lnTo>
                  <a:lnTo>
                    <a:pt x="15860" y="13612"/>
                  </a:lnTo>
                  <a:lnTo>
                    <a:pt x="16359" y="13113"/>
                  </a:lnTo>
                  <a:lnTo>
                    <a:pt x="16859" y="12863"/>
                  </a:lnTo>
                  <a:lnTo>
                    <a:pt x="17358" y="12488"/>
                  </a:lnTo>
                  <a:lnTo>
                    <a:pt x="17858" y="12239"/>
                  </a:lnTo>
                  <a:lnTo>
                    <a:pt x="18482" y="12114"/>
                  </a:lnTo>
                  <a:lnTo>
                    <a:pt x="19107" y="11989"/>
                  </a:lnTo>
                  <a:close/>
                  <a:moveTo>
                    <a:pt x="18357" y="0"/>
                  </a:moveTo>
                  <a:lnTo>
                    <a:pt x="17234" y="125"/>
                  </a:lnTo>
                  <a:lnTo>
                    <a:pt x="14986" y="625"/>
                  </a:lnTo>
                  <a:lnTo>
                    <a:pt x="12988" y="1249"/>
                  </a:lnTo>
                  <a:lnTo>
                    <a:pt x="10989" y="2248"/>
                  </a:lnTo>
                  <a:lnTo>
                    <a:pt x="9116" y="3497"/>
                  </a:lnTo>
                  <a:lnTo>
                    <a:pt x="7368" y="4995"/>
                  </a:lnTo>
                  <a:lnTo>
                    <a:pt x="5869" y="6744"/>
                  </a:lnTo>
                  <a:lnTo>
                    <a:pt x="5245" y="7618"/>
                  </a:lnTo>
                  <a:lnTo>
                    <a:pt x="4621" y="8617"/>
                  </a:lnTo>
                  <a:lnTo>
                    <a:pt x="4371" y="9116"/>
                  </a:lnTo>
                  <a:lnTo>
                    <a:pt x="4246" y="9366"/>
                  </a:lnTo>
                  <a:lnTo>
                    <a:pt x="3746" y="10490"/>
                  </a:lnTo>
                  <a:lnTo>
                    <a:pt x="3247" y="11739"/>
                  </a:lnTo>
                  <a:lnTo>
                    <a:pt x="2872" y="12863"/>
                  </a:lnTo>
                  <a:lnTo>
                    <a:pt x="2622" y="14112"/>
                  </a:lnTo>
                  <a:lnTo>
                    <a:pt x="2498" y="15361"/>
                  </a:lnTo>
                  <a:lnTo>
                    <a:pt x="2373" y="16609"/>
                  </a:lnTo>
                  <a:lnTo>
                    <a:pt x="2373" y="17858"/>
                  </a:lnTo>
                  <a:lnTo>
                    <a:pt x="2498" y="19107"/>
                  </a:lnTo>
                  <a:lnTo>
                    <a:pt x="2747" y="20356"/>
                  </a:lnTo>
                  <a:lnTo>
                    <a:pt x="2997" y="21480"/>
                  </a:lnTo>
                  <a:lnTo>
                    <a:pt x="3372" y="22729"/>
                  </a:lnTo>
                  <a:lnTo>
                    <a:pt x="3746" y="23852"/>
                  </a:lnTo>
                  <a:lnTo>
                    <a:pt x="4371" y="24976"/>
                  </a:lnTo>
                  <a:lnTo>
                    <a:pt x="4870" y="26100"/>
                  </a:lnTo>
                  <a:lnTo>
                    <a:pt x="5620" y="27099"/>
                  </a:lnTo>
                  <a:lnTo>
                    <a:pt x="6369" y="28098"/>
                  </a:lnTo>
                  <a:lnTo>
                    <a:pt x="5120" y="31845"/>
                  </a:lnTo>
                  <a:lnTo>
                    <a:pt x="3871" y="35716"/>
                  </a:lnTo>
                  <a:lnTo>
                    <a:pt x="2872" y="39587"/>
                  </a:lnTo>
                  <a:lnTo>
                    <a:pt x="1998" y="43584"/>
                  </a:lnTo>
                  <a:lnTo>
                    <a:pt x="1124" y="48329"/>
                  </a:lnTo>
                  <a:lnTo>
                    <a:pt x="500" y="53199"/>
                  </a:lnTo>
                  <a:lnTo>
                    <a:pt x="125" y="58444"/>
                  </a:lnTo>
                  <a:lnTo>
                    <a:pt x="0" y="63814"/>
                  </a:lnTo>
                  <a:lnTo>
                    <a:pt x="125" y="69184"/>
                  </a:lnTo>
                  <a:lnTo>
                    <a:pt x="624" y="74429"/>
                  </a:lnTo>
                  <a:lnTo>
                    <a:pt x="1374" y="79674"/>
                  </a:lnTo>
                  <a:lnTo>
                    <a:pt x="2373" y="84919"/>
                  </a:lnTo>
                  <a:lnTo>
                    <a:pt x="3622" y="90039"/>
                  </a:lnTo>
                  <a:lnTo>
                    <a:pt x="5120" y="95035"/>
                  </a:lnTo>
                  <a:lnTo>
                    <a:pt x="6993" y="100030"/>
                  </a:lnTo>
                  <a:lnTo>
                    <a:pt x="8991" y="104900"/>
                  </a:lnTo>
                  <a:lnTo>
                    <a:pt x="11364" y="109646"/>
                  </a:lnTo>
                  <a:lnTo>
                    <a:pt x="13987" y="114266"/>
                  </a:lnTo>
                  <a:lnTo>
                    <a:pt x="16859" y="118762"/>
                  </a:lnTo>
                  <a:lnTo>
                    <a:pt x="19856" y="123133"/>
                  </a:lnTo>
                  <a:lnTo>
                    <a:pt x="23228" y="127379"/>
                  </a:lnTo>
                  <a:lnTo>
                    <a:pt x="26849" y="131375"/>
                  </a:lnTo>
                  <a:lnTo>
                    <a:pt x="29722" y="134497"/>
                  </a:lnTo>
                  <a:lnTo>
                    <a:pt x="32844" y="137494"/>
                  </a:lnTo>
                  <a:lnTo>
                    <a:pt x="36090" y="140241"/>
                  </a:lnTo>
                  <a:lnTo>
                    <a:pt x="39462" y="142864"/>
                  </a:lnTo>
                  <a:lnTo>
                    <a:pt x="42959" y="145486"/>
                  </a:lnTo>
                  <a:lnTo>
                    <a:pt x="46456" y="147859"/>
                  </a:lnTo>
                  <a:lnTo>
                    <a:pt x="50202" y="149982"/>
                  </a:lnTo>
                  <a:lnTo>
                    <a:pt x="53948" y="152105"/>
                  </a:lnTo>
                  <a:lnTo>
                    <a:pt x="56696" y="153479"/>
                  </a:lnTo>
                  <a:lnTo>
                    <a:pt x="62815" y="141740"/>
                  </a:lnTo>
                  <a:lnTo>
                    <a:pt x="60068" y="140366"/>
                  </a:lnTo>
                  <a:lnTo>
                    <a:pt x="56821" y="138493"/>
                  </a:lnTo>
                  <a:lnTo>
                    <a:pt x="53574" y="136620"/>
                  </a:lnTo>
                  <a:lnTo>
                    <a:pt x="50452" y="134497"/>
                  </a:lnTo>
                  <a:lnTo>
                    <a:pt x="47455" y="132374"/>
                  </a:lnTo>
                  <a:lnTo>
                    <a:pt x="44582" y="130001"/>
                  </a:lnTo>
                  <a:lnTo>
                    <a:pt x="41835" y="127628"/>
                  </a:lnTo>
                  <a:lnTo>
                    <a:pt x="39088" y="125006"/>
                  </a:lnTo>
                  <a:lnTo>
                    <a:pt x="36465" y="122383"/>
                  </a:lnTo>
                  <a:lnTo>
                    <a:pt x="33468" y="118887"/>
                  </a:lnTo>
                  <a:lnTo>
                    <a:pt x="30471" y="115265"/>
                  </a:lnTo>
                  <a:lnTo>
                    <a:pt x="27848" y="111394"/>
                  </a:lnTo>
                  <a:lnTo>
                    <a:pt x="25351" y="107523"/>
                  </a:lnTo>
                  <a:lnTo>
                    <a:pt x="23103" y="103526"/>
                  </a:lnTo>
                  <a:lnTo>
                    <a:pt x="21105" y="99405"/>
                  </a:lnTo>
                  <a:lnTo>
                    <a:pt x="19356" y="95159"/>
                  </a:lnTo>
                  <a:lnTo>
                    <a:pt x="17733" y="90913"/>
                  </a:lnTo>
                  <a:lnTo>
                    <a:pt x="16359" y="86543"/>
                  </a:lnTo>
                  <a:lnTo>
                    <a:pt x="15235" y="82047"/>
                  </a:lnTo>
                  <a:lnTo>
                    <a:pt x="14361" y="77551"/>
                  </a:lnTo>
                  <a:lnTo>
                    <a:pt x="13737" y="73055"/>
                  </a:lnTo>
                  <a:lnTo>
                    <a:pt x="13362" y="68435"/>
                  </a:lnTo>
                  <a:lnTo>
                    <a:pt x="13237" y="63814"/>
                  </a:lnTo>
                  <a:lnTo>
                    <a:pt x="13362" y="59194"/>
                  </a:lnTo>
                  <a:lnTo>
                    <a:pt x="13612" y="54573"/>
                  </a:lnTo>
                  <a:lnTo>
                    <a:pt x="14236" y="50452"/>
                  </a:lnTo>
                  <a:lnTo>
                    <a:pt x="14986" y="46206"/>
                  </a:lnTo>
                  <a:lnTo>
                    <a:pt x="15610" y="43209"/>
                  </a:lnTo>
                  <a:lnTo>
                    <a:pt x="16484" y="40087"/>
                  </a:lnTo>
                  <a:lnTo>
                    <a:pt x="17358" y="37090"/>
                  </a:lnTo>
                  <a:lnTo>
                    <a:pt x="18357" y="34093"/>
                  </a:lnTo>
                  <a:lnTo>
                    <a:pt x="20480" y="34093"/>
                  </a:lnTo>
                  <a:lnTo>
                    <a:pt x="22603" y="33843"/>
                  </a:lnTo>
                  <a:lnTo>
                    <a:pt x="24726" y="33343"/>
                  </a:lnTo>
                  <a:lnTo>
                    <a:pt x="26600" y="32594"/>
                  </a:lnTo>
                  <a:lnTo>
                    <a:pt x="28473" y="31595"/>
                  </a:lnTo>
                  <a:lnTo>
                    <a:pt x="30221" y="30471"/>
                  </a:lnTo>
                  <a:lnTo>
                    <a:pt x="31720" y="29097"/>
                  </a:lnTo>
                  <a:lnTo>
                    <a:pt x="33093" y="27474"/>
                  </a:lnTo>
                  <a:lnTo>
                    <a:pt x="34342" y="25726"/>
                  </a:lnTo>
                  <a:lnTo>
                    <a:pt x="35091" y="24227"/>
                  </a:lnTo>
                  <a:lnTo>
                    <a:pt x="35716" y="22604"/>
                  </a:lnTo>
                  <a:lnTo>
                    <a:pt x="36090" y="21230"/>
                  </a:lnTo>
                  <a:lnTo>
                    <a:pt x="36340" y="19856"/>
                  </a:lnTo>
                  <a:lnTo>
                    <a:pt x="36590" y="18483"/>
                  </a:lnTo>
                  <a:lnTo>
                    <a:pt x="36590" y="17109"/>
                  </a:lnTo>
                  <a:lnTo>
                    <a:pt x="36590" y="15735"/>
                  </a:lnTo>
                  <a:lnTo>
                    <a:pt x="36340" y="14361"/>
                  </a:lnTo>
                  <a:lnTo>
                    <a:pt x="36090" y="12988"/>
                  </a:lnTo>
                  <a:lnTo>
                    <a:pt x="35716" y="11739"/>
                  </a:lnTo>
                  <a:lnTo>
                    <a:pt x="35216" y="10490"/>
                  </a:lnTo>
                  <a:lnTo>
                    <a:pt x="34592" y="9241"/>
                  </a:lnTo>
                  <a:lnTo>
                    <a:pt x="33967" y="7993"/>
                  </a:lnTo>
                  <a:lnTo>
                    <a:pt x="33218" y="6869"/>
                  </a:lnTo>
                  <a:lnTo>
                    <a:pt x="32344" y="5745"/>
                  </a:lnTo>
                  <a:lnTo>
                    <a:pt x="31345" y="4746"/>
                  </a:lnTo>
                  <a:lnTo>
                    <a:pt x="30221" y="3872"/>
                  </a:lnTo>
                  <a:lnTo>
                    <a:pt x="29097" y="2997"/>
                  </a:lnTo>
                  <a:lnTo>
                    <a:pt x="28473" y="2498"/>
                  </a:lnTo>
                  <a:lnTo>
                    <a:pt x="28098" y="2248"/>
                  </a:lnTo>
                  <a:lnTo>
                    <a:pt x="26100" y="1374"/>
                  </a:lnTo>
                  <a:lnTo>
                    <a:pt x="24102" y="625"/>
                  </a:lnTo>
                  <a:lnTo>
                    <a:pt x="22104" y="125"/>
                  </a:lnTo>
                  <a:lnTo>
                    <a:pt x="1998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8" name="Google Shape;1948;p154"/>
            <p:cNvSpPr/>
            <p:nvPr/>
          </p:nvSpPr>
          <p:spPr>
            <a:xfrm>
              <a:off x="3692836" y="2341317"/>
              <a:ext cx="238355" cy="260599"/>
            </a:xfrm>
            <a:custGeom>
              <a:avLst/>
              <a:gdLst/>
              <a:ahLst/>
              <a:cxnLst/>
              <a:rect l="l" t="t" r="r" b="b"/>
              <a:pathLst>
                <a:path w="84150" h="91922" extrusionOk="0">
                  <a:moveTo>
                    <a:pt x="42150" y="13901"/>
                  </a:moveTo>
                  <a:lnTo>
                    <a:pt x="44840" y="22719"/>
                  </a:lnTo>
                  <a:lnTo>
                    <a:pt x="45288" y="24214"/>
                  </a:lnTo>
                  <a:lnTo>
                    <a:pt x="45886" y="25858"/>
                  </a:lnTo>
                  <a:lnTo>
                    <a:pt x="47381" y="28847"/>
                  </a:lnTo>
                  <a:lnTo>
                    <a:pt x="49174" y="31538"/>
                  </a:lnTo>
                  <a:lnTo>
                    <a:pt x="51267" y="34078"/>
                  </a:lnTo>
                  <a:lnTo>
                    <a:pt x="53509" y="36470"/>
                  </a:lnTo>
                  <a:lnTo>
                    <a:pt x="56050" y="38562"/>
                  </a:lnTo>
                  <a:lnTo>
                    <a:pt x="58890" y="40356"/>
                  </a:lnTo>
                  <a:lnTo>
                    <a:pt x="60384" y="41253"/>
                  </a:lnTo>
                  <a:lnTo>
                    <a:pt x="61879" y="41851"/>
                  </a:lnTo>
                  <a:lnTo>
                    <a:pt x="70996" y="45886"/>
                  </a:lnTo>
                  <a:lnTo>
                    <a:pt x="61879" y="50071"/>
                  </a:lnTo>
                  <a:lnTo>
                    <a:pt x="60384" y="50669"/>
                  </a:lnTo>
                  <a:lnTo>
                    <a:pt x="58890" y="51566"/>
                  </a:lnTo>
                  <a:lnTo>
                    <a:pt x="56050" y="53359"/>
                  </a:lnTo>
                  <a:lnTo>
                    <a:pt x="53509" y="55452"/>
                  </a:lnTo>
                  <a:lnTo>
                    <a:pt x="51267" y="57694"/>
                  </a:lnTo>
                  <a:lnTo>
                    <a:pt x="49174" y="60384"/>
                  </a:lnTo>
                  <a:lnTo>
                    <a:pt x="47381" y="63075"/>
                  </a:lnTo>
                  <a:lnTo>
                    <a:pt x="45886" y="66064"/>
                  </a:lnTo>
                  <a:lnTo>
                    <a:pt x="45288" y="67708"/>
                  </a:lnTo>
                  <a:lnTo>
                    <a:pt x="44840" y="69203"/>
                  </a:lnTo>
                  <a:lnTo>
                    <a:pt x="42150" y="78021"/>
                  </a:lnTo>
                  <a:lnTo>
                    <a:pt x="39310" y="69203"/>
                  </a:lnTo>
                  <a:lnTo>
                    <a:pt x="38861" y="67708"/>
                  </a:lnTo>
                  <a:lnTo>
                    <a:pt x="38264" y="66064"/>
                  </a:lnTo>
                  <a:lnTo>
                    <a:pt x="36769" y="63075"/>
                  </a:lnTo>
                  <a:lnTo>
                    <a:pt x="34975" y="60384"/>
                  </a:lnTo>
                  <a:lnTo>
                    <a:pt x="32883" y="57694"/>
                  </a:lnTo>
                  <a:lnTo>
                    <a:pt x="30641" y="55452"/>
                  </a:lnTo>
                  <a:lnTo>
                    <a:pt x="28100" y="53359"/>
                  </a:lnTo>
                  <a:lnTo>
                    <a:pt x="25260" y="51566"/>
                  </a:lnTo>
                  <a:lnTo>
                    <a:pt x="23765" y="50669"/>
                  </a:lnTo>
                  <a:lnTo>
                    <a:pt x="22271" y="50071"/>
                  </a:lnTo>
                  <a:lnTo>
                    <a:pt x="13153" y="45886"/>
                  </a:lnTo>
                  <a:lnTo>
                    <a:pt x="22271" y="41851"/>
                  </a:lnTo>
                  <a:lnTo>
                    <a:pt x="23765" y="41253"/>
                  </a:lnTo>
                  <a:lnTo>
                    <a:pt x="25260" y="40356"/>
                  </a:lnTo>
                  <a:lnTo>
                    <a:pt x="28100" y="38562"/>
                  </a:lnTo>
                  <a:lnTo>
                    <a:pt x="30641" y="36470"/>
                  </a:lnTo>
                  <a:lnTo>
                    <a:pt x="32883" y="34078"/>
                  </a:lnTo>
                  <a:lnTo>
                    <a:pt x="34975" y="31538"/>
                  </a:lnTo>
                  <a:lnTo>
                    <a:pt x="36769" y="28847"/>
                  </a:lnTo>
                  <a:lnTo>
                    <a:pt x="38264" y="25858"/>
                  </a:lnTo>
                  <a:lnTo>
                    <a:pt x="38861" y="24214"/>
                  </a:lnTo>
                  <a:lnTo>
                    <a:pt x="39310" y="22719"/>
                  </a:lnTo>
                  <a:lnTo>
                    <a:pt x="42150" y="13901"/>
                  </a:lnTo>
                  <a:close/>
                  <a:moveTo>
                    <a:pt x="42150" y="0"/>
                  </a:moveTo>
                  <a:lnTo>
                    <a:pt x="40207" y="150"/>
                  </a:lnTo>
                  <a:lnTo>
                    <a:pt x="38562" y="598"/>
                  </a:lnTo>
                  <a:lnTo>
                    <a:pt x="36918" y="1196"/>
                  </a:lnTo>
                  <a:lnTo>
                    <a:pt x="35424" y="2093"/>
                  </a:lnTo>
                  <a:lnTo>
                    <a:pt x="34079" y="3289"/>
                  </a:lnTo>
                  <a:lnTo>
                    <a:pt x="33032" y="4634"/>
                  </a:lnTo>
                  <a:lnTo>
                    <a:pt x="32135" y="6128"/>
                  </a:lnTo>
                  <a:lnTo>
                    <a:pt x="31388" y="7773"/>
                  </a:lnTo>
                  <a:lnTo>
                    <a:pt x="27950" y="19132"/>
                  </a:lnTo>
                  <a:lnTo>
                    <a:pt x="27203" y="21075"/>
                  </a:lnTo>
                  <a:lnTo>
                    <a:pt x="26306" y="22869"/>
                  </a:lnTo>
                  <a:lnTo>
                    <a:pt x="25260" y="24662"/>
                  </a:lnTo>
                  <a:lnTo>
                    <a:pt x="23915" y="26157"/>
                  </a:lnTo>
                  <a:lnTo>
                    <a:pt x="22570" y="27651"/>
                  </a:lnTo>
                  <a:lnTo>
                    <a:pt x="20926" y="28847"/>
                  </a:lnTo>
                  <a:lnTo>
                    <a:pt x="19282" y="30043"/>
                  </a:lnTo>
                  <a:lnTo>
                    <a:pt x="17488" y="30940"/>
                  </a:lnTo>
                  <a:lnTo>
                    <a:pt x="6577" y="35723"/>
                  </a:lnTo>
                  <a:lnTo>
                    <a:pt x="5232" y="36470"/>
                  </a:lnTo>
                  <a:lnTo>
                    <a:pt x="3887" y="37516"/>
                  </a:lnTo>
                  <a:lnTo>
                    <a:pt x="2691" y="38562"/>
                  </a:lnTo>
                  <a:lnTo>
                    <a:pt x="1794" y="39908"/>
                  </a:lnTo>
                  <a:lnTo>
                    <a:pt x="1047" y="41253"/>
                  </a:lnTo>
                  <a:lnTo>
                    <a:pt x="449" y="42747"/>
                  </a:lnTo>
                  <a:lnTo>
                    <a:pt x="150" y="44242"/>
                  </a:lnTo>
                  <a:lnTo>
                    <a:pt x="1" y="45886"/>
                  </a:lnTo>
                  <a:lnTo>
                    <a:pt x="150" y="47530"/>
                  </a:lnTo>
                  <a:lnTo>
                    <a:pt x="449" y="49174"/>
                  </a:lnTo>
                  <a:lnTo>
                    <a:pt x="1047" y="50669"/>
                  </a:lnTo>
                  <a:lnTo>
                    <a:pt x="1794" y="52014"/>
                  </a:lnTo>
                  <a:lnTo>
                    <a:pt x="2691" y="53359"/>
                  </a:lnTo>
                  <a:lnTo>
                    <a:pt x="3887" y="54406"/>
                  </a:lnTo>
                  <a:lnTo>
                    <a:pt x="5232" y="55302"/>
                  </a:lnTo>
                  <a:lnTo>
                    <a:pt x="6577" y="56199"/>
                  </a:lnTo>
                  <a:lnTo>
                    <a:pt x="17488" y="60982"/>
                  </a:lnTo>
                  <a:lnTo>
                    <a:pt x="19282" y="61879"/>
                  </a:lnTo>
                  <a:lnTo>
                    <a:pt x="20926" y="62925"/>
                  </a:lnTo>
                  <a:lnTo>
                    <a:pt x="22570" y="64270"/>
                  </a:lnTo>
                  <a:lnTo>
                    <a:pt x="23915" y="65765"/>
                  </a:lnTo>
                  <a:lnTo>
                    <a:pt x="25260" y="67260"/>
                  </a:lnTo>
                  <a:lnTo>
                    <a:pt x="26306" y="69053"/>
                  </a:lnTo>
                  <a:lnTo>
                    <a:pt x="27203" y="70847"/>
                  </a:lnTo>
                  <a:lnTo>
                    <a:pt x="27950" y="72790"/>
                  </a:lnTo>
                  <a:lnTo>
                    <a:pt x="31388" y="84000"/>
                  </a:lnTo>
                  <a:lnTo>
                    <a:pt x="32135" y="85793"/>
                  </a:lnTo>
                  <a:lnTo>
                    <a:pt x="33032" y="87288"/>
                  </a:lnTo>
                  <a:lnTo>
                    <a:pt x="34079" y="88633"/>
                  </a:lnTo>
                  <a:lnTo>
                    <a:pt x="35424" y="89829"/>
                  </a:lnTo>
                  <a:lnTo>
                    <a:pt x="36918" y="90726"/>
                  </a:lnTo>
                  <a:lnTo>
                    <a:pt x="38562" y="91324"/>
                  </a:lnTo>
                  <a:lnTo>
                    <a:pt x="40207" y="91772"/>
                  </a:lnTo>
                  <a:lnTo>
                    <a:pt x="42150" y="91921"/>
                  </a:lnTo>
                  <a:lnTo>
                    <a:pt x="43943" y="91772"/>
                  </a:lnTo>
                  <a:lnTo>
                    <a:pt x="45587" y="91324"/>
                  </a:lnTo>
                  <a:lnTo>
                    <a:pt x="47231" y="90726"/>
                  </a:lnTo>
                  <a:lnTo>
                    <a:pt x="48726" y="89829"/>
                  </a:lnTo>
                  <a:lnTo>
                    <a:pt x="50071" y="88633"/>
                  </a:lnTo>
                  <a:lnTo>
                    <a:pt x="51117" y="87288"/>
                  </a:lnTo>
                  <a:lnTo>
                    <a:pt x="52014" y="85793"/>
                  </a:lnTo>
                  <a:lnTo>
                    <a:pt x="52762" y="84000"/>
                  </a:lnTo>
                  <a:lnTo>
                    <a:pt x="56199" y="72790"/>
                  </a:lnTo>
                  <a:lnTo>
                    <a:pt x="56947" y="70847"/>
                  </a:lnTo>
                  <a:lnTo>
                    <a:pt x="57843" y="69053"/>
                  </a:lnTo>
                  <a:lnTo>
                    <a:pt x="58890" y="67260"/>
                  </a:lnTo>
                  <a:lnTo>
                    <a:pt x="60235" y="65765"/>
                  </a:lnTo>
                  <a:lnTo>
                    <a:pt x="61580" y="64270"/>
                  </a:lnTo>
                  <a:lnTo>
                    <a:pt x="63224" y="62925"/>
                  </a:lnTo>
                  <a:lnTo>
                    <a:pt x="64868" y="61879"/>
                  </a:lnTo>
                  <a:lnTo>
                    <a:pt x="66662" y="60982"/>
                  </a:lnTo>
                  <a:lnTo>
                    <a:pt x="77573" y="56199"/>
                  </a:lnTo>
                  <a:lnTo>
                    <a:pt x="78918" y="55302"/>
                  </a:lnTo>
                  <a:lnTo>
                    <a:pt x="80263" y="54406"/>
                  </a:lnTo>
                  <a:lnTo>
                    <a:pt x="81459" y="53359"/>
                  </a:lnTo>
                  <a:lnTo>
                    <a:pt x="82356" y="52014"/>
                  </a:lnTo>
                  <a:lnTo>
                    <a:pt x="83103" y="50669"/>
                  </a:lnTo>
                  <a:lnTo>
                    <a:pt x="83701" y="49174"/>
                  </a:lnTo>
                  <a:lnTo>
                    <a:pt x="84000" y="47530"/>
                  </a:lnTo>
                  <a:lnTo>
                    <a:pt x="84149" y="45886"/>
                  </a:lnTo>
                  <a:lnTo>
                    <a:pt x="84000" y="44242"/>
                  </a:lnTo>
                  <a:lnTo>
                    <a:pt x="83701" y="42747"/>
                  </a:lnTo>
                  <a:lnTo>
                    <a:pt x="83103" y="41253"/>
                  </a:lnTo>
                  <a:lnTo>
                    <a:pt x="82356" y="39908"/>
                  </a:lnTo>
                  <a:lnTo>
                    <a:pt x="81459" y="38562"/>
                  </a:lnTo>
                  <a:lnTo>
                    <a:pt x="80263" y="37516"/>
                  </a:lnTo>
                  <a:lnTo>
                    <a:pt x="78918" y="36470"/>
                  </a:lnTo>
                  <a:lnTo>
                    <a:pt x="77573" y="35723"/>
                  </a:lnTo>
                  <a:lnTo>
                    <a:pt x="66662" y="30940"/>
                  </a:lnTo>
                  <a:lnTo>
                    <a:pt x="64868" y="30043"/>
                  </a:lnTo>
                  <a:lnTo>
                    <a:pt x="63224" y="28847"/>
                  </a:lnTo>
                  <a:lnTo>
                    <a:pt x="61580" y="27651"/>
                  </a:lnTo>
                  <a:lnTo>
                    <a:pt x="60235" y="26157"/>
                  </a:lnTo>
                  <a:lnTo>
                    <a:pt x="58890" y="24662"/>
                  </a:lnTo>
                  <a:lnTo>
                    <a:pt x="57843" y="22869"/>
                  </a:lnTo>
                  <a:lnTo>
                    <a:pt x="56947" y="21075"/>
                  </a:lnTo>
                  <a:lnTo>
                    <a:pt x="56199" y="19132"/>
                  </a:lnTo>
                  <a:lnTo>
                    <a:pt x="52762" y="7773"/>
                  </a:lnTo>
                  <a:lnTo>
                    <a:pt x="52014" y="6128"/>
                  </a:lnTo>
                  <a:lnTo>
                    <a:pt x="51117" y="4634"/>
                  </a:lnTo>
                  <a:lnTo>
                    <a:pt x="50071" y="3289"/>
                  </a:lnTo>
                  <a:lnTo>
                    <a:pt x="48726" y="2093"/>
                  </a:lnTo>
                  <a:lnTo>
                    <a:pt x="47231" y="1196"/>
                  </a:lnTo>
                  <a:lnTo>
                    <a:pt x="45587" y="598"/>
                  </a:lnTo>
                  <a:lnTo>
                    <a:pt x="43943" y="150"/>
                  </a:lnTo>
                  <a:lnTo>
                    <a:pt x="42150" y="0"/>
                  </a:lnTo>
                  <a:close/>
                </a:path>
              </a:pathLst>
            </a:custGeom>
            <a:solidFill>
              <a:srgbClr val="FFF56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9" name="Google Shape;1949;p154"/>
            <p:cNvSpPr/>
            <p:nvPr/>
          </p:nvSpPr>
          <p:spPr>
            <a:xfrm>
              <a:off x="3562867" y="2255301"/>
              <a:ext cx="441139" cy="594074"/>
            </a:xfrm>
            <a:custGeom>
              <a:avLst/>
              <a:gdLst/>
              <a:ahLst/>
              <a:cxnLst/>
              <a:rect l="l" t="t" r="r" b="b"/>
              <a:pathLst>
                <a:path w="155742" h="209550" extrusionOk="0">
                  <a:moveTo>
                    <a:pt x="140048" y="15694"/>
                  </a:moveTo>
                  <a:lnTo>
                    <a:pt x="140048" y="126298"/>
                  </a:lnTo>
                  <a:lnTo>
                    <a:pt x="116283" y="150511"/>
                  </a:lnTo>
                  <a:lnTo>
                    <a:pt x="116283" y="193856"/>
                  </a:lnTo>
                  <a:lnTo>
                    <a:pt x="80860" y="193856"/>
                  </a:lnTo>
                  <a:lnTo>
                    <a:pt x="80860" y="154995"/>
                  </a:lnTo>
                  <a:lnTo>
                    <a:pt x="33331" y="154995"/>
                  </a:lnTo>
                  <a:lnTo>
                    <a:pt x="33331" y="131828"/>
                  </a:lnTo>
                  <a:lnTo>
                    <a:pt x="33331" y="116284"/>
                  </a:lnTo>
                  <a:lnTo>
                    <a:pt x="18683" y="116284"/>
                  </a:lnTo>
                  <a:lnTo>
                    <a:pt x="34825" y="76227"/>
                  </a:lnTo>
                  <a:lnTo>
                    <a:pt x="34825" y="15694"/>
                  </a:lnTo>
                  <a:close/>
                  <a:moveTo>
                    <a:pt x="17338" y="0"/>
                  </a:moveTo>
                  <a:lnTo>
                    <a:pt x="17338" y="76227"/>
                  </a:lnTo>
                  <a:lnTo>
                    <a:pt x="0" y="116284"/>
                  </a:lnTo>
                  <a:lnTo>
                    <a:pt x="0" y="131828"/>
                  </a:lnTo>
                  <a:lnTo>
                    <a:pt x="17786" y="131828"/>
                  </a:lnTo>
                  <a:lnTo>
                    <a:pt x="17786" y="170689"/>
                  </a:lnTo>
                  <a:lnTo>
                    <a:pt x="65167" y="170689"/>
                  </a:lnTo>
                  <a:lnTo>
                    <a:pt x="65167" y="209550"/>
                  </a:lnTo>
                  <a:lnTo>
                    <a:pt x="131977" y="209550"/>
                  </a:lnTo>
                  <a:lnTo>
                    <a:pt x="131977" y="156789"/>
                  </a:lnTo>
                  <a:lnTo>
                    <a:pt x="155593" y="132576"/>
                  </a:lnTo>
                  <a:lnTo>
                    <a:pt x="155742" y="132576"/>
                  </a:lnTo>
                  <a:lnTo>
                    <a:pt x="155742"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0" name="Google Shape;1950;p154"/>
            <p:cNvSpPr/>
            <p:nvPr/>
          </p:nvSpPr>
          <p:spPr>
            <a:xfrm>
              <a:off x="5373434" y="2673351"/>
              <a:ext cx="110866" cy="110638"/>
            </a:xfrm>
            <a:custGeom>
              <a:avLst/>
              <a:gdLst/>
              <a:ahLst/>
              <a:cxnLst/>
              <a:rect l="l" t="t" r="r" b="b"/>
              <a:pathLst>
                <a:path w="4376" h="4367" extrusionOk="0">
                  <a:moveTo>
                    <a:pt x="2193" y="974"/>
                  </a:moveTo>
                  <a:lnTo>
                    <a:pt x="2311" y="984"/>
                  </a:lnTo>
                  <a:lnTo>
                    <a:pt x="2439" y="1004"/>
                  </a:lnTo>
                  <a:lnTo>
                    <a:pt x="2547" y="1033"/>
                  </a:lnTo>
                  <a:lnTo>
                    <a:pt x="2665" y="1073"/>
                  </a:lnTo>
                  <a:lnTo>
                    <a:pt x="2763" y="1122"/>
                  </a:lnTo>
                  <a:lnTo>
                    <a:pt x="2871" y="1181"/>
                  </a:lnTo>
                  <a:lnTo>
                    <a:pt x="2960" y="1250"/>
                  </a:lnTo>
                  <a:lnTo>
                    <a:pt x="3048" y="1328"/>
                  </a:lnTo>
                  <a:lnTo>
                    <a:pt x="3127" y="1417"/>
                  </a:lnTo>
                  <a:lnTo>
                    <a:pt x="3196" y="1505"/>
                  </a:lnTo>
                  <a:lnTo>
                    <a:pt x="3255" y="1604"/>
                  </a:lnTo>
                  <a:lnTo>
                    <a:pt x="3304" y="1712"/>
                  </a:lnTo>
                  <a:lnTo>
                    <a:pt x="3343" y="1820"/>
                  </a:lnTo>
                  <a:lnTo>
                    <a:pt x="3373" y="1938"/>
                  </a:lnTo>
                  <a:lnTo>
                    <a:pt x="3393" y="2056"/>
                  </a:lnTo>
                  <a:lnTo>
                    <a:pt x="3402" y="2184"/>
                  </a:lnTo>
                  <a:lnTo>
                    <a:pt x="3393" y="2312"/>
                  </a:lnTo>
                  <a:lnTo>
                    <a:pt x="3373" y="2430"/>
                  </a:lnTo>
                  <a:lnTo>
                    <a:pt x="3343" y="2548"/>
                  </a:lnTo>
                  <a:lnTo>
                    <a:pt x="3304" y="2656"/>
                  </a:lnTo>
                  <a:lnTo>
                    <a:pt x="3255" y="2764"/>
                  </a:lnTo>
                  <a:lnTo>
                    <a:pt x="3196" y="2862"/>
                  </a:lnTo>
                  <a:lnTo>
                    <a:pt x="3127" y="2951"/>
                  </a:lnTo>
                  <a:lnTo>
                    <a:pt x="3048" y="3039"/>
                  </a:lnTo>
                  <a:lnTo>
                    <a:pt x="2960" y="3118"/>
                  </a:lnTo>
                  <a:lnTo>
                    <a:pt x="2871" y="3187"/>
                  </a:lnTo>
                  <a:lnTo>
                    <a:pt x="2763" y="3246"/>
                  </a:lnTo>
                  <a:lnTo>
                    <a:pt x="2665" y="3295"/>
                  </a:lnTo>
                  <a:lnTo>
                    <a:pt x="2547" y="3334"/>
                  </a:lnTo>
                  <a:lnTo>
                    <a:pt x="2439" y="3364"/>
                  </a:lnTo>
                  <a:lnTo>
                    <a:pt x="2311" y="3384"/>
                  </a:lnTo>
                  <a:lnTo>
                    <a:pt x="2193" y="3393"/>
                  </a:lnTo>
                  <a:lnTo>
                    <a:pt x="2065" y="3384"/>
                  </a:lnTo>
                  <a:lnTo>
                    <a:pt x="1947" y="3364"/>
                  </a:lnTo>
                  <a:lnTo>
                    <a:pt x="1829" y="3334"/>
                  </a:lnTo>
                  <a:lnTo>
                    <a:pt x="1721" y="3295"/>
                  </a:lnTo>
                  <a:lnTo>
                    <a:pt x="1613" y="3246"/>
                  </a:lnTo>
                  <a:lnTo>
                    <a:pt x="1514" y="3187"/>
                  </a:lnTo>
                  <a:lnTo>
                    <a:pt x="1426" y="3118"/>
                  </a:lnTo>
                  <a:lnTo>
                    <a:pt x="1337" y="3039"/>
                  </a:lnTo>
                  <a:lnTo>
                    <a:pt x="1259" y="2951"/>
                  </a:lnTo>
                  <a:lnTo>
                    <a:pt x="1190" y="2862"/>
                  </a:lnTo>
                  <a:lnTo>
                    <a:pt x="1131" y="2764"/>
                  </a:lnTo>
                  <a:lnTo>
                    <a:pt x="1082" y="2656"/>
                  </a:lnTo>
                  <a:lnTo>
                    <a:pt x="1033" y="2548"/>
                  </a:lnTo>
                  <a:lnTo>
                    <a:pt x="1003" y="2430"/>
                  </a:lnTo>
                  <a:lnTo>
                    <a:pt x="993" y="2312"/>
                  </a:lnTo>
                  <a:lnTo>
                    <a:pt x="983" y="2184"/>
                  </a:lnTo>
                  <a:lnTo>
                    <a:pt x="993" y="2056"/>
                  </a:lnTo>
                  <a:lnTo>
                    <a:pt x="1003" y="1938"/>
                  </a:lnTo>
                  <a:lnTo>
                    <a:pt x="1033" y="1820"/>
                  </a:lnTo>
                  <a:lnTo>
                    <a:pt x="1082" y="1712"/>
                  </a:lnTo>
                  <a:lnTo>
                    <a:pt x="1131" y="1604"/>
                  </a:lnTo>
                  <a:lnTo>
                    <a:pt x="1190" y="1505"/>
                  </a:lnTo>
                  <a:lnTo>
                    <a:pt x="1259" y="1417"/>
                  </a:lnTo>
                  <a:lnTo>
                    <a:pt x="1337" y="1328"/>
                  </a:lnTo>
                  <a:lnTo>
                    <a:pt x="1426" y="1250"/>
                  </a:lnTo>
                  <a:lnTo>
                    <a:pt x="1514" y="1181"/>
                  </a:lnTo>
                  <a:lnTo>
                    <a:pt x="1613" y="1122"/>
                  </a:lnTo>
                  <a:lnTo>
                    <a:pt x="1721" y="1073"/>
                  </a:lnTo>
                  <a:lnTo>
                    <a:pt x="1829" y="1033"/>
                  </a:lnTo>
                  <a:lnTo>
                    <a:pt x="1947" y="1004"/>
                  </a:lnTo>
                  <a:lnTo>
                    <a:pt x="2065" y="984"/>
                  </a:lnTo>
                  <a:lnTo>
                    <a:pt x="2193" y="974"/>
                  </a:lnTo>
                  <a:close/>
                  <a:moveTo>
                    <a:pt x="1731" y="1"/>
                  </a:moveTo>
                  <a:lnTo>
                    <a:pt x="1731" y="493"/>
                  </a:lnTo>
                  <a:lnTo>
                    <a:pt x="1632" y="522"/>
                  </a:lnTo>
                  <a:lnTo>
                    <a:pt x="1524" y="561"/>
                  </a:lnTo>
                  <a:lnTo>
                    <a:pt x="1426" y="611"/>
                  </a:lnTo>
                  <a:lnTo>
                    <a:pt x="1328" y="660"/>
                  </a:lnTo>
                  <a:lnTo>
                    <a:pt x="983" y="316"/>
                  </a:lnTo>
                  <a:lnTo>
                    <a:pt x="334" y="955"/>
                  </a:lnTo>
                  <a:lnTo>
                    <a:pt x="669" y="1299"/>
                  </a:lnTo>
                  <a:lnTo>
                    <a:pt x="620" y="1397"/>
                  </a:lnTo>
                  <a:lnTo>
                    <a:pt x="570" y="1496"/>
                  </a:lnTo>
                  <a:lnTo>
                    <a:pt x="531" y="1604"/>
                  </a:lnTo>
                  <a:lnTo>
                    <a:pt x="502" y="1702"/>
                  </a:lnTo>
                  <a:lnTo>
                    <a:pt x="0" y="1702"/>
                  </a:lnTo>
                  <a:lnTo>
                    <a:pt x="0" y="2617"/>
                  </a:lnTo>
                  <a:lnTo>
                    <a:pt x="492" y="2617"/>
                  </a:lnTo>
                  <a:lnTo>
                    <a:pt x="531" y="2725"/>
                  </a:lnTo>
                  <a:lnTo>
                    <a:pt x="570" y="2833"/>
                  </a:lnTo>
                  <a:lnTo>
                    <a:pt x="610" y="2931"/>
                  </a:lnTo>
                  <a:lnTo>
                    <a:pt x="659" y="3030"/>
                  </a:lnTo>
                  <a:lnTo>
                    <a:pt x="305" y="3384"/>
                  </a:lnTo>
                  <a:lnTo>
                    <a:pt x="944" y="4033"/>
                  </a:lnTo>
                  <a:lnTo>
                    <a:pt x="1308" y="3679"/>
                  </a:lnTo>
                  <a:lnTo>
                    <a:pt x="1406" y="3728"/>
                  </a:lnTo>
                  <a:lnTo>
                    <a:pt x="1505" y="3777"/>
                  </a:lnTo>
                  <a:lnTo>
                    <a:pt x="1613" y="3816"/>
                  </a:lnTo>
                  <a:lnTo>
                    <a:pt x="1721" y="3846"/>
                  </a:lnTo>
                  <a:lnTo>
                    <a:pt x="1721" y="4367"/>
                  </a:lnTo>
                  <a:lnTo>
                    <a:pt x="2635" y="4367"/>
                  </a:lnTo>
                  <a:lnTo>
                    <a:pt x="2635" y="3856"/>
                  </a:lnTo>
                  <a:lnTo>
                    <a:pt x="2744" y="3826"/>
                  </a:lnTo>
                  <a:lnTo>
                    <a:pt x="2852" y="3787"/>
                  </a:lnTo>
                  <a:lnTo>
                    <a:pt x="2950" y="3738"/>
                  </a:lnTo>
                  <a:lnTo>
                    <a:pt x="3048" y="3688"/>
                  </a:lnTo>
                  <a:lnTo>
                    <a:pt x="3412" y="4042"/>
                  </a:lnTo>
                  <a:lnTo>
                    <a:pt x="4061" y="3403"/>
                  </a:lnTo>
                  <a:lnTo>
                    <a:pt x="3697" y="3039"/>
                  </a:lnTo>
                  <a:lnTo>
                    <a:pt x="3756" y="2951"/>
                  </a:lnTo>
                  <a:lnTo>
                    <a:pt x="3796" y="2843"/>
                  </a:lnTo>
                  <a:lnTo>
                    <a:pt x="3835" y="2744"/>
                  </a:lnTo>
                  <a:lnTo>
                    <a:pt x="3874" y="2636"/>
                  </a:lnTo>
                  <a:lnTo>
                    <a:pt x="4376" y="2636"/>
                  </a:lnTo>
                  <a:lnTo>
                    <a:pt x="4376" y="1722"/>
                  </a:lnTo>
                  <a:lnTo>
                    <a:pt x="3874" y="1722"/>
                  </a:lnTo>
                  <a:lnTo>
                    <a:pt x="3845" y="1623"/>
                  </a:lnTo>
                  <a:lnTo>
                    <a:pt x="3806" y="1515"/>
                  </a:lnTo>
                  <a:lnTo>
                    <a:pt x="3756" y="1417"/>
                  </a:lnTo>
                  <a:lnTo>
                    <a:pt x="3707" y="1319"/>
                  </a:lnTo>
                  <a:lnTo>
                    <a:pt x="4061" y="965"/>
                  </a:lnTo>
                  <a:lnTo>
                    <a:pt x="3412" y="316"/>
                  </a:lnTo>
                  <a:lnTo>
                    <a:pt x="3068" y="670"/>
                  </a:lnTo>
                  <a:lnTo>
                    <a:pt x="2960" y="611"/>
                  </a:lnTo>
                  <a:lnTo>
                    <a:pt x="2862" y="571"/>
                  </a:lnTo>
                  <a:lnTo>
                    <a:pt x="2763" y="532"/>
                  </a:lnTo>
                  <a:lnTo>
                    <a:pt x="2655" y="493"/>
                  </a:lnTo>
                  <a:lnTo>
                    <a:pt x="2655"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1" name="Google Shape;1951;p154"/>
            <p:cNvSpPr/>
            <p:nvPr/>
          </p:nvSpPr>
          <p:spPr>
            <a:xfrm>
              <a:off x="5235662" y="2550781"/>
              <a:ext cx="386663" cy="356033"/>
            </a:xfrm>
            <a:custGeom>
              <a:avLst/>
              <a:gdLst/>
              <a:ahLst/>
              <a:cxnLst/>
              <a:rect l="l" t="t" r="r" b="b"/>
              <a:pathLst>
                <a:path w="15262" h="14053" extrusionOk="0">
                  <a:moveTo>
                    <a:pt x="10955" y="3688"/>
                  </a:moveTo>
                  <a:lnTo>
                    <a:pt x="10955" y="10355"/>
                  </a:lnTo>
                  <a:lnTo>
                    <a:pt x="4297" y="10355"/>
                  </a:lnTo>
                  <a:lnTo>
                    <a:pt x="4297" y="3688"/>
                  </a:lnTo>
                  <a:close/>
                  <a:moveTo>
                    <a:pt x="3344" y="1"/>
                  </a:moveTo>
                  <a:lnTo>
                    <a:pt x="3245" y="11"/>
                  </a:lnTo>
                  <a:lnTo>
                    <a:pt x="3147" y="21"/>
                  </a:lnTo>
                  <a:lnTo>
                    <a:pt x="3058" y="50"/>
                  </a:lnTo>
                  <a:lnTo>
                    <a:pt x="2970" y="80"/>
                  </a:lnTo>
                  <a:lnTo>
                    <a:pt x="2891" y="119"/>
                  </a:lnTo>
                  <a:lnTo>
                    <a:pt x="2813" y="168"/>
                  </a:lnTo>
                  <a:lnTo>
                    <a:pt x="2734" y="217"/>
                  </a:lnTo>
                  <a:lnTo>
                    <a:pt x="2675" y="286"/>
                  </a:lnTo>
                  <a:lnTo>
                    <a:pt x="2606" y="355"/>
                  </a:lnTo>
                  <a:lnTo>
                    <a:pt x="2557" y="424"/>
                  </a:lnTo>
                  <a:lnTo>
                    <a:pt x="2508" y="502"/>
                  </a:lnTo>
                  <a:lnTo>
                    <a:pt x="2468" y="581"/>
                  </a:lnTo>
                  <a:lnTo>
                    <a:pt x="2439" y="670"/>
                  </a:lnTo>
                  <a:lnTo>
                    <a:pt x="2409" y="768"/>
                  </a:lnTo>
                  <a:lnTo>
                    <a:pt x="2400" y="856"/>
                  </a:lnTo>
                  <a:lnTo>
                    <a:pt x="2390" y="955"/>
                  </a:lnTo>
                  <a:lnTo>
                    <a:pt x="2400" y="1053"/>
                  </a:lnTo>
                  <a:lnTo>
                    <a:pt x="2409" y="1151"/>
                  </a:lnTo>
                  <a:lnTo>
                    <a:pt x="2439" y="1240"/>
                  </a:lnTo>
                  <a:lnTo>
                    <a:pt x="2468" y="1328"/>
                  </a:lnTo>
                  <a:lnTo>
                    <a:pt x="2508" y="1407"/>
                  </a:lnTo>
                  <a:lnTo>
                    <a:pt x="2557" y="1486"/>
                  </a:lnTo>
                  <a:lnTo>
                    <a:pt x="2606" y="1564"/>
                  </a:lnTo>
                  <a:lnTo>
                    <a:pt x="2675" y="1623"/>
                  </a:lnTo>
                  <a:lnTo>
                    <a:pt x="2734" y="1692"/>
                  </a:lnTo>
                  <a:lnTo>
                    <a:pt x="2813" y="1741"/>
                  </a:lnTo>
                  <a:lnTo>
                    <a:pt x="2891" y="1791"/>
                  </a:lnTo>
                  <a:lnTo>
                    <a:pt x="2970" y="1830"/>
                  </a:lnTo>
                  <a:lnTo>
                    <a:pt x="3058" y="1859"/>
                  </a:lnTo>
                  <a:lnTo>
                    <a:pt x="3147" y="1889"/>
                  </a:lnTo>
                  <a:lnTo>
                    <a:pt x="3245" y="1899"/>
                  </a:lnTo>
                  <a:lnTo>
                    <a:pt x="3344" y="1909"/>
                  </a:lnTo>
                  <a:lnTo>
                    <a:pt x="3471" y="1899"/>
                  </a:lnTo>
                  <a:lnTo>
                    <a:pt x="3599" y="1869"/>
                  </a:lnTo>
                  <a:lnTo>
                    <a:pt x="3717" y="1830"/>
                  </a:lnTo>
                  <a:lnTo>
                    <a:pt x="3825" y="1771"/>
                  </a:lnTo>
                  <a:lnTo>
                    <a:pt x="3924" y="1702"/>
                  </a:lnTo>
                  <a:lnTo>
                    <a:pt x="4022" y="1623"/>
                  </a:lnTo>
                  <a:lnTo>
                    <a:pt x="4101" y="1535"/>
                  </a:lnTo>
                  <a:lnTo>
                    <a:pt x="4170" y="1427"/>
                  </a:lnTo>
                  <a:lnTo>
                    <a:pt x="5241" y="1427"/>
                  </a:lnTo>
                  <a:lnTo>
                    <a:pt x="5241" y="2744"/>
                  </a:lnTo>
                  <a:lnTo>
                    <a:pt x="3344" y="2744"/>
                  </a:lnTo>
                  <a:lnTo>
                    <a:pt x="3344" y="4642"/>
                  </a:lnTo>
                  <a:lnTo>
                    <a:pt x="1770" y="4642"/>
                  </a:lnTo>
                  <a:lnTo>
                    <a:pt x="1701" y="4544"/>
                  </a:lnTo>
                  <a:lnTo>
                    <a:pt x="1623" y="4446"/>
                  </a:lnTo>
                  <a:lnTo>
                    <a:pt x="1534" y="4367"/>
                  </a:lnTo>
                  <a:lnTo>
                    <a:pt x="1436" y="4298"/>
                  </a:lnTo>
                  <a:lnTo>
                    <a:pt x="1318" y="4239"/>
                  </a:lnTo>
                  <a:lnTo>
                    <a:pt x="1200" y="4200"/>
                  </a:lnTo>
                  <a:lnTo>
                    <a:pt x="1082" y="4180"/>
                  </a:lnTo>
                  <a:lnTo>
                    <a:pt x="944" y="4170"/>
                  </a:lnTo>
                  <a:lnTo>
                    <a:pt x="856" y="4170"/>
                  </a:lnTo>
                  <a:lnTo>
                    <a:pt x="757" y="4190"/>
                  </a:lnTo>
                  <a:lnTo>
                    <a:pt x="669" y="4210"/>
                  </a:lnTo>
                  <a:lnTo>
                    <a:pt x="580" y="4239"/>
                  </a:lnTo>
                  <a:lnTo>
                    <a:pt x="492" y="4278"/>
                  </a:lnTo>
                  <a:lnTo>
                    <a:pt x="413" y="4328"/>
                  </a:lnTo>
                  <a:lnTo>
                    <a:pt x="344" y="4387"/>
                  </a:lnTo>
                  <a:lnTo>
                    <a:pt x="275" y="4446"/>
                  </a:lnTo>
                  <a:lnTo>
                    <a:pt x="216" y="4514"/>
                  </a:lnTo>
                  <a:lnTo>
                    <a:pt x="157" y="4583"/>
                  </a:lnTo>
                  <a:lnTo>
                    <a:pt x="108" y="4662"/>
                  </a:lnTo>
                  <a:lnTo>
                    <a:pt x="69" y="4750"/>
                  </a:lnTo>
                  <a:lnTo>
                    <a:pt x="39" y="4839"/>
                  </a:lnTo>
                  <a:lnTo>
                    <a:pt x="20" y="4927"/>
                  </a:lnTo>
                  <a:lnTo>
                    <a:pt x="0" y="5026"/>
                  </a:lnTo>
                  <a:lnTo>
                    <a:pt x="0" y="5124"/>
                  </a:lnTo>
                  <a:lnTo>
                    <a:pt x="0" y="5213"/>
                  </a:lnTo>
                  <a:lnTo>
                    <a:pt x="20" y="5311"/>
                  </a:lnTo>
                  <a:lnTo>
                    <a:pt x="39" y="5399"/>
                  </a:lnTo>
                  <a:lnTo>
                    <a:pt x="69" y="5488"/>
                  </a:lnTo>
                  <a:lnTo>
                    <a:pt x="108" y="5576"/>
                  </a:lnTo>
                  <a:lnTo>
                    <a:pt x="157" y="5655"/>
                  </a:lnTo>
                  <a:lnTo>
                    <a:pt x="216" y="5724"/>
                  </a:lnTo>
                  <a:lnTo>
                    <a:pt x="275" y="5793"/>
                  </a:lnTo>
                  <a:lnTo>
                    <a:pt x="344" y="5852"/>
                  </a:lnTo>
                  <a:lnTo>
                    <a:pt x="413" y="5911"/>
                  </a:lnTo>
                  <a:lnTo>
                    <a:pt x="492" y="5960"/>
                  </a:lnTo>
                  <a:lnTo>
                    <a:pt x="580" y="5999"/>
                  </a:lnTo>
                  <a:lnTo>
                    <a:pt x="669" y="6029"/>
                  </a:lnTo>
                  <a:lnTo>
                    <a:pt x="757" y="6048"/>
                  </a:lnTo>
                  <a:lnTo>
                    <a:pt x="856" y="6068"/>
                  </a:lnTo>
                  <a:lnTo>
                    <a:pt x="944" y="6068"/>
                  </a:lnTo>
                  <a:lnTo>
                    <a:pt x="1082" y="6058"/>
                  </a:lnTo>
                  <a:lnTo>
                    <a:pt x="1200" y="6039"/>
                  </a:lnTo>
                  <a:lnTo>
                    <a:pt x="1318" y="5999"/>
                  </a:lnTo>
                  <a:lnTo>
                    <a:pt x="1436" y="5940"/>
                  </a:lnTo>
                  <a:lnTo>
                    <a:pt x="1534" y="5871"/>
                  </a:lnTo>
                  <a:lnTo>
                    <a:pt x="1623" y="5793"/>
                  </a:lnTo>
                  <a:lnTo>
                    <a:pt x="1701" y="5694"/>
                  </a:lnTo>
                  <a:lnTo>
                    <a:pt x="1770" y="5596"/>
                  </a:lnTo>
                  <a:lnTo>
                    <a:pt x="3344" y="5596"/>
                  </a:lnTo>
                  <a:lnTo>
                    <a:pt x="3344" y="8448"/>
                  </a:lnTo>
                  <a:lnTo>
                    <a:pt x="1770" y="8448"/>
                  </a:lnTo>
                  <a:lnTo>
                    <a:pt x="1701" y="8349"/>
                  </a:lnTo>
                  <a:lnTo>
                    <a:pt x="1623" y="8251"/>
                  </a:lnTo>
                  <a:lnTo>
                    <a:pt x="1534" y="8172"/>
                  </a:lnTo>
                  <a:lnTo>
                    <a:pt x="1436" y="8104"/>
                  </a:lnTo>
                  <a:lnTo>
                    <a:pt x="1318" y="8045"/>
                  </a:lnTo>
                  <a:lnTo>
                    <a:pt x="1200" y="8005"/>
                  </a:lnTo>
                  <a:lnTo>
                    <a:pt x="1082" y="7986"/>
                  </a:lnTo>
                  <a:lnTo>
                    <a:pt x="944" y="7976"/>
                  </a:lnTo>
                  <a:lnTo>
                    <a:pt x="856" y="7976"/>
                  </a:lnTo>
                  <a:lnTo>
                    <a:pt x="757" y="7995"/>
                  </a:lnTo>
                  <a:lnTo>
                    <a:pt x="669" y="8015"/>
                  </a:lnTo>
                  <a:lnTo>
                    <a:pt x="580" y="8045"/>
                  </a:lnTo>
                  <a:lnTo>
                    <a:pt x="492" y="8084"/>
                  </a:lnTo>
                  <a:lnTo>
                    <a:pt x="413" y="8133"/>
                  </a:lnTo>
                  <a:lnTo>
                    <a:pt x="344" y="8192"/>
                  </a:lnTo>
                  <a:lnTo>
                    <a:pt x="275" y="8251"/>
                  </a:lnTo>
                  <a:lnTo>
                    <a:pt x="216" y="8320"/>
                  </a:lnTo>
                  <a:lnTo>
                    <a:pt x="157" y="8389"/>
                  </a:lnTo>
                  <a:lnTo>
                    <a:pt x="108" y="8467"/>
                  </a:lnTo>
                  <a:lnTo>
                    <a:pt x="69" y="8556"/>
                  </a:lnTo>
                  <a:lnTo>
                    <a:pt x="39" y="8644"/>
                  </a:lnTo>
                  <a:lnTo>
                    <a:pt x="20" y="8733"/>
                  </a:lnTo>
                  <a:lnTo>
                    <a:pt x="0" y="8831"/>
                  </a:lnTo>
                  <a:lnTo>
                    <a:pt x="0" y="8930"/>
                  </a:lnTo>
                  <a:lnTo>
                    <a:pt x="0" y="9018"/>
                  </a:lnTo>
                  <a:lnTo>
                    <a:pt x="20" y="9116"/>
                  </a:lnTo>
                  <a:lnTo>
                    <a:pt x="39" y="9205"/>
                  </a:lnTo>
                  <a:lnTo>
                    <a:pt x="69" y="9293"/>
                  </a:lnTo>
                  <a:lnTo>
                    <a:pt x="108" y="9382"/>
                  </a:lnTo>
                  <a:lnTo>
                    <a:pt x="157" y="9461"/>
                  </a:lnTo>
                  <a:lnTo>
                    <a:pt x="216" y="9529"/>
                  </a:lnTo>
                  <a:lnTo>
                    <a:pt x="275" y="9598"/>
                  </a:lnTo>
                  <a:lnTo>
                    <a:pt x="344" y="9657"/>
                  </a:lnTo>
                  <a:lnTo>
                    <a:pt x="413" y="9716"/>
                  </a:lnTo>
                  <a:lnTo>
                    <a:pt x="492" y="9765"/>
                  </a:lnTo>
                  <a:lnTo>
                    <a:pt x="580" y="9805"/>
                  </a:lnTo>
                  <a:lnTo>
                    <a:pt x="669" y="9834"/>
                  </a:lnTo>
                  <a:lnTo>
                    <a:pt x="757" y="9854"/>
                  </a:lnTo>
                  <a:lnTo>
                    <a:pt x="856" y="9874"/>
                  </a:lnTo>
                  <a:lnTo>
                    <a:pt x="944" y="9874"/>
                  </a:lnTo>
                  <a:lnTo>
                    <a:pt x="1082" y="9864"/>
                  </a:lnTo>
                  <a:lnTo>
                    <a:pt x="1200" y="9844"/>
                  </a:lnTo>
                  <a:lnTo>
                    <a:pt x="1318" y="9805"/>
                  </a:lnTo>
                  <a:lnTo>
                    <a:pt x="1436" y="9746"/>
                  </a:lnTo>
                  <a:lnTo>
                    <a:pt x="1534" y="9677"/>
                  </a:lnTo>
                  <a:lnTo>
                    <a:pt x="1623" y="9598"/>
                  </a:lnTo>
                  <a:lnTo>
                    <a:pt x="1701" y="9500"/>
                  </a:lnTo>
                  <a:lnTo>
                    <a:pt x="1770" y="9402"/>
                  </a:lnTo>
                  <a:lnTo>
                    <a:pt x="3344" y="9402"/>
                  </a:lnTo>
                  <a:lnTo>
                    <a:pt x="3344" y="11299"/>
                  </a:lnTo>
                  <a:lnTo>
                    <a:pt x="5241" y="11299"/>
                  </a:lnTo>
                  <a:lnTo>
                    <a:pt x="5241" y="12617"/>
                  </a:lnTo>
                  <a:lnTo>
                    <a:pt x="4170" y="12617"/>
                  </a:lnTo>
                  <a:lnTo>
                    <a:pt x="4101" y="12519"/>
                  </a:lnTo>
                  <a:lnTo>
                    <a:pt x="4022" y="12430"/>
                  </a:lnTo>
                  <a:lnTo>
                    <a:pt x="3924" y="12342"/>
                  </a:lnTo>
                  <a:lnTo>
                    <a:pt x="3825" y="12273"/>
                  </a:lnTo>
                  <a:lnTo>
                    <a:pt x="3717" y="12224"/>
                  </a:lnTo>
                  <a:lnTo>
                    <a:pt x="3599" y="12184"/>
                  </a:lnTo>
                  <a:lnTo>
                    <a:pt x="3471" y="12155"/>
                  </a:lnTo>
                  <a:lnTo>
                    <a:pt x="3344" y="12145"/>
                  </a:lnTo>
                  <a:lnTo>
                    <a:pt x="3245" y="12155"/>
                  </a:lnTo>
                  <a:lnTo>
                    <a:pt x="3147" y="12165"/>
                  </a:lnTo>
                  <a:lnTo>
                    <a:pt x="3058" y="12184"/>
                  </a:lnTo>
                  <a:lnTo>
                    <a:pt x="2970" y="12224"/>
                  </a:lnTo>
                  <a:lnTo>
                    <a:pt x="2891" y="12263"/>
                  </a:lnTo>
                  <a:lnTo>
                    <a:pt x="2813" y="12312"/>
                  </a:lnTo>
                  <a:lnTo>
                    <a:pt x="2734" y="12361"/>
                  </a:lnTo>
                  <a:lnTo>
                    <a:pt x="2675" y="12420"/>
                  </a:lnTo>
                  <a:lnTo>
                    <a:pt x="2606" y="12489"/>
                  </a:lnTo>
                  <a:lnTo>
                    <a:pt x="2557" y="12568"/>
                  </a:lnTo>
                  <a:lnTo>
                    <a:pt x="2508" y="12647"/>
                  </a:lnTo>
                  <a:lnTo>
                    <a:pt x="2468" y="12725"/>
                  </a:lnTo>
                  <a:lnTo>
                    <a:pt x="2439" y="12814"/>
                  </a:lnTo>
                  <a:lnTo>
                    <a:pt x="2409" y="12902"/>
                  </a:lnTo>
                  <a:lnTo>
                    <a:pt x="2400" y="13001"/>
                  </a:lnTo>
                  <a:lnTo>
                    <a:pt x="2390" y="13099"/>
                  </a:lnTo>
                  <a:lnTo>
                    <a:pt x="2400" y="13197"/>
                  </a:lnTo>
                  <a:lnTo>
                    <a:pt x="2409" y="13286"/>
                  </a:lnTo>
                  <a:lnTo>
                    <a:pt x="2439" y="13384"/>
                  </a:lnTo>
                  <a:lnTo>
                    <a:pt x="2468" y="13473"/>
                  </a:lnTo>
                  <a:lnTo>
                    <a:pt x="2508" y="13551"/>
                  </a:lnTo>
                  <a:lnTo>
                    <a:pt x="2557" y="13630"/>
                  </a:lnTo>
                  <a:lnTo>
                    <a:pt x="2606" y="13699"/>
                  </a:lnTo>
                  <a:lnTo>
                    <a:pt x="2675" y="13768"/>
                  </a:lnTo>
                  <a:lnTo>
                    <a:pt x="2734" y="13836"/>
                  </a:lnTo>
                  <a:lnTo>
                    <a:pt x="2813" y="13886"/>
                  </a:lnTo>
                  <a:lnTo>
                    <a:pt x="2891" y="13935"/>
                  </a:lnTo>
                  <a:lnTo>
                    <a:pt x="2970" y="13974"/>
                  </a:lnTo>
                  <a:lnTo>
                    <a:pt x="3058" y="14004"/>
                  </a:lnTo>
                  <a:lnTo>
                    <a:pt x="3147" y="14033"/>
                  </a:lnTo>
                  <a:lnTo>
                    <a:pt x="3245" y="14043"/>
                  </a:lnTo>
                  <a:lnTo>
                    <a:pt x="3344" y="14053"/>
                  </a:lnTo>
                  <a:lnTo>
                    <a:pt x="3471" y="14043"/>
                  </a:lnTo>
                  <a:lnTo>
                    <a:pt x="3599" y="14013"/>
                  </a:lnTo>
                  <a:lnTo>
                    <a:pt x="3717" y="13974"/>
                  </a:lnTo>
                  <a:lnTo>
                    <a:pt x="3825" y="13915"/>
                  </a:lnTo>
                  <a:lnTo>
                    <a:pt x="3924" y="13846"/>
                  </a:lnTo>
                  <a:lnTo>
                    <a:pt x="4022" y="13768"/>
                  </a:lnTo>
                  <a:lnTo>
                    <a:pt x="4101" y="13679"/>
                  </a:lnTo>
                  <a:lnTo>
                    <a:pt x="4170" y="13571"/>
                  </a:lnTo>
                  <a:lnTo>
                    <a:pt x="6195" y="13571"/>
                  </a:lnTo>
                  <a:lnTo>
                    <a:pt x="6195" y="12617"/>
                  </a:lnTo>
                  <a:lnTo>
                    <a:pt x="6195" y="11299"/>
                  </a:lnTo>
                  <a:lnTo>
                    <a:pt x="9057" y="11299"/>
                  </a:lnTo>
                  <a:lnTo>
                    <a:pt x="9057" y="12617"/>
                  </a:lnTo>
                  <a:lnTo>
                    <a:pt x="9057" y="13571"/>
                  </a:lnTo>
                  <a:lnTo>
                    <a:pt x="11082" y="13571"/>
                  </a:lnTo>
                  <a:lnTo>
                    <a:pt x="11151" y="13679"/>
                  </a:lnTo>
                  <a:lnTo>
                    <a:pt x="11230" y="13768"/>
                  </a:lnTo>
                  <a:lnTo>
                    <a:pt x="11328" y="13846"/>
                  </a:lnTo>
                  <a:lnTo>
                    <a:pt x="11427" y="13915"/>
                  </a:lnTo>
                  <a:lnTo>
                    <a:pt x="11535" y="13974"/>
                  </a:lnTo>
                  <a:lnTo>
                    <a:pt x="11653" y="14013"/>
                  </a:lnTo>
                  <a:lnTo>
                    <a:pt x="11781" y="14043"/>
                  </a:lnTo>
                  <a:lnTo>
                    <a:pt x="11908" y="14053"/>
                  </a:lnTo>
                  <a:lnTo>
                    <a:pt x="12007" y="14043"/>
                  </a:lnTo>
                  <a:lnTo>
                    <a:pt x="12095" y="14033"/>
                  </a:lnTo>
                  <a:lnTo>
                    <a:pt x="12194" y="14004"/>
                  </a:lnTo>
                  <a:lnTo>
                    <a:pt x="12282" y="13974"/>
                  </a:lnTo>
                  <a:lnTo>
                    <a:pt x="12361" y="13935"/>
                  </a:lnTo>
                  <a:lnTo>
                    <a:pt x="12439" y="13886"/>
                  </a:lnTo>
                  <a:lnTo>
                    <a:pt x="12508" y="13836"/>
                  </a:lnTo>
                  <a:lnTo>
                    <a:pt x="12577" y="13768"/>
                  </a:lnTo>
                  <a:lnTo>
                    <a:pt x="12646" y="13699"/>
                  </a:lnTo>
                  <a:lnTo>
                    <a:pt x="12695" y="13630"/>
                  </a:lnTo>
                  <a:lnTo>
                    <a:pt x="12744" y="13551"/>
                  </a:lnTo>
                  <a:lnTo>
                    <a:pt x="12784" y="13473"/>
                  </a:lnTo>
                  <a:lnTo>
                    <a:pt x="12813" y="13384"/>
                  </a:lnTo>
                  <a:lnTo>
                    <a:pt x="12843" y="13286"/>
                  </a:lnTo>
                  <a:lnTo>
                    <a:pt x="12852" y="13197"/>
                  </a:lnTo>
                  <a:lnTo>
                    <a:pt x="12862" y="13099"/>
                  </a:lnTo>
                  <a:lnTo>
                    <a:pt x="12852" y="13001"/>
                  </a:lnTo>
                  <a:lnTo>
                    <a:pt x="12843" y="12902"/>
                  </a:lnTo>
                  <a:lnTo>
                    <a:pt x="12813" y="12814"/>
                  </a:lnTo>
                  <a:lnTo>
                    <a:pt x="12784" y="12725"/>
                  </a:lnTo>
                  <a:lnTo>
                    <a:pt x="12744" y="12647"/>
                  </a:lnTo>
                  <a:lnTo>
                    <a:pt x="12695" y="12568"/>
                  </a:lnTo>
                  <a:lnTo>
                    <a:pt x="12646" y="12489"/>
                  </a:lnTo>
                  <a:lnTo>
                    <a:pt x="12577" y="12420"/>
                  </a:lnTo>
                  <a:lnTo>
                    <a:pt x="12508" y="12361"/>
                  </a:lnTo>
                  <a:lnTo>
                    <a:pt x="12439" y="12312"/>
                  </a:lnTo>
                  <a:lnTo>
                    <a:pt x="12361" y="12263"/>
                  </a:lnTo>
                  <a:lnTo>
                    <a:pt x="12282" y="12224"/>
                  </a:lnTo>
                  <a:lnTo>
                    <a:pt x="12194" y="12184"/>
                  </a:lnTo>
                  <a:lnTo>
                    <a:pt x="12095" y="12165"/>
                  </a:lnTo>
                  <a:lnTo>
                    <a:pt x="12007" y="12155"/>
                  </a:lnTo>
                  <a:lnTo>
                    <a:pt x="11908" y="12145"/>
                  </a:lnTo>
                  <a:lnTo>
                    <a:pt x="11781" y="12155"/>
                  </a:lnTo>
                  <a:lnTo>
                    <a:pt x="11653" y="12184"/>
                  </a:lnTo>
                  <a:lnTo>
                    <a:pt x="11535" y="12224"/>
                  </a:lnTo>
                  <a:lnTo>
                    <a:pt x="11427" y="12273"/>
                  </a:lnTo>
                  <a:lnTo>
                    <a:pt x="11328" y="12342"/>
                  </a:lnTo>
                  <a:lnTo>
                    <a:pt x="11230" y="12430"/>
                  </a:lnTo>
                  <a:lnTo>
                    <a:pt x="11151" y="12519"/>
                  </a:lnTo>
                  <a:lnTo>
                    <a:pt x="11082" y="12617"/>
                  </a:lnTo>
                  <a:lnTo>
                    <a:pt x="10011" y="12617"/>
                  </a:lnTo>
                  <a:lnTo>
                    <a:pt x="10011" y="11299"/>
                  </a:lnTo>
                  <a:lnTo>
                    <a:pt x="11908" y="11299"/>
                  </a:lnTo>
                  <a:lnTo>
                    <a:pt x="11908" y="9402"/>
                  </a:lnTo>
                  <a:lnTo>
                    <a:pt x="13482" y="9402"/>
                  </a:lnTo>
                  <a:lnTo>
                    <a:pt x="13551" y="9500"/>
                  </a:lnTo>
                  <a:lnTo>
                    <a:pt x="13629" y="9598"/>
                  </a:lnTo>
                  <a:lnTo>
                    <a:pt x="13718" y="9677"/>
                  </a:lnTo>
                  <a:lnTo>
                    <a:pt x="13826" y="9746"/>
                  </a:lnTo>
                  <a:lnTo>
                    <a:pt x="13934" y="9805"/>
                  </a:lnTo>
                  <a:lnTo>
                    <a:pt x="14052" y="9844"/>
                  </a:lnTo>
                  <a:lnTo>
                    <a:pt x="14180" y="9864"/>
                  </a:lnTo>
                  <a:lnTo>
                    <a:pt x="14308" y="9874"/>
                  </a:lnTo>
                  <a:lnTo>
                    <a:pt x="14406" y="9874"/>
                  </a:lnTo>
                  <a:lnTo>
                    <a:pt x="14495" y="9854"/>
                  </a:lnTo>
                  <a:lnTo>
                    <a:pt x="14593" y="9834"/>
                  </a:lnTo>
                  <a:lnTo>
                    <a:pt x="14672" y="9805"/>
                  </a:lnTo>
                  <a:lnTo>
                    <a:pt x="14760" y="9765"/>
                  </a:lnTo>
                  <a:lnTo>
                    <a:pt x="14839" y="9716"/>
                  </a:lnTo>
                  <a:lnTo>
                    <a:pt x="14908" y="9657"/>
                  </a:lnTo>
                  <a:lnTo>
                    <a:pt x="14976" y="9598"/>
                  </a:lnTo>
                  <a:lnTo>
                    <a:pt x="15035" y="9529"/>
                  </a:lnTo>
                  <a:lnTo>
                    <a:pt x="15094" y="9461"/>
                  </a:lnTo>
                  <a:lnTo>
                    <a:pt x="15144" y="9382"/>
                  </a:lnTo>
                  <a:lnTo>
                    <a:pt x="15183" y="9293"/>
                  </a:lnTo>
                  <a:lnTo>
                    <a:pt x="15212" y="9205"/>
                  </a:lnTo>
                  <a:lnTo>
                    <a:pt x="15242" y="9116"/>
                  </a:lnTo>
                  <a:lnTo>
                    <a:pt x="15252" y="9018"/>
                  </a:lnTo>
                  <a:lnTo>
                    <a:pt x="15262" y="8930"/>
                  </a:lnTo>
                  <a:lnTo>
                    <a:pt x="15252" y="8831"/>
                  </a:lnTo>
                  <a:lnTo>
                    <a:pt x="15242" y="8733"/>
                  </a:lnTo>
                  <a:lnTo>
                    <a:pt x="15212" y="8644"/>
                  </a:lnTo>
                  <a:lnTo>
                    <a:pt x="15183" y="8556"/>
                  </a:lnTo>
                  <a:lnTo>
                    <a:pt x="15144" y="8467"/>
                  </a:lnTo>
                  <a:lnTo>
                    <a:pt x="15094" y="8389"/>
                  </a:lnTo>
                  <a:lnTo>
                    <a:pt x="15035" y="8320"/>
                  </a:lnTo>
                  <a:lnTo>
                    <a:pt x="14976" y="8251"/>
                  </a:lnTo>
                  <a:lnTo>
                    <a:pt x="14908" y="8192"/>
                  </a:lnTo>
                  <a:lnTo>
                    <a:pt x="14839" y="8133"/>
                  </a:lnTo>
                  <a:lnTo>
                    <a:pt x="14760" y="8084"/>
                  </a:lnTo>
                  <a:lnTo>
                    <a:pt x="14672" y="8045"/>
                  </a:lnTo>
                  <a:lnTo>
                    <a:pt x="14593" y="8015"/>
                  </a:lnTo>
                  <a:lnTo>
                    <a:pt x="14495" y="7995"/>
                  </a:lnTo>
                  <a:lnTo>
                    <a:pt x="14406" y="7976"/>
                  </a:lnTo>
                  <a:lnTo>
                    <a:pt x="14308" y="7976"/>
                  </a:lnTo>
                  <a:lnTo>
                    <a:pt x="14180" y="7986"/>
                  </a:lnTo>
                  <a:lnTo>
                    <a:pt x="14052" y="8005"/>
                  </a:lnTo>
                  <a:lnTo>
                    <a:pt x="13934" y="8045"/>
                  </a:lnTo>
                  <a:lnTo>
                    <a:pt x="13826" y="8104"/>
                  </a:lnTo>
                  <a:lnTo>
                    <a:pt x="13718" y="8172"/>
                  </a:lnTo>
                  <a:lnTo>
                    <a:pt x="13629" y="8251"/>
                  </a:lnTo>
                  <a:lnTo>
                    <a:pt x="13551" y="8349"/>
                  </a:lnTo>
                  <a:lnTo>
                    <a:pt x="13482" y="8448"/>
                  </a:lnTo>
                  <a:lnTo>
                    <a:pt x="11908" y="8448"/>
                  </a:lnTo>
                  <a:lnTo>
                    <a:pt x="11908" y="5596"/>
                  </a:lnTo>
                  <a:lnTo>
                    <a:pt x="13482" y="5596"/>
                  </a:lnTo>
                  <a:lnTo>
                    <a:pt x="13551" y="5694"/>
                  </a:lnTo>
                  <a:lnTo>
                    <a:pt x="13629" y="5793"/>
                  </a:lnTo>
                  <a:lnTo>
                    <a:pt x="13718" y="5871"/>
                  </a:lnTo>
                  <a:lnTo>
                    <a:pt x="13826" y="5940"/>
                  </a:lnTo>
                  <a:lnTo>
                    <a:pt x="13934" y="5999"/>
                  </a:lnTo>
                  <a:lnTo>
                    <a:pt x="14052" y="6039"/>
                  </a:lnTo>
                  <a:lnTo>
                    <a:pt x="14180" y="6058"/>
                  </a:lnTo>
                  <a:lnTo>
                    <a:pt x="14308" y="6068"/>
                  </a:lnTo>
                  <a:lnTo>
                    <a:pt x="14406" y="6068"/>
                  </a:lnTo>
                  <a:lnTo>
                    <a:pt x="14495" y="6048"/>
                  </a:lnTo>
                  <a:lnTo>
                    <a:pt x="14593" y="6029"/>
                  </a:lnTo>
                  <a:lnTo>
                    <a:pt x="14672" y="5999"/>
                  </a:lnTo>
                  <a:lnTo>
                    <a:pt x="14760" y="5960"/>
                  </a:lnTo>
                  <a:lnTo>
                    <a:pt x="14839" y="5911"/>
                  </a:lnTo>
                  <a:lnTo>
                    <a:pt x="14908" y="5852"/>
                  </a:lnTo>
                  <a:lnTo>
                    <a:pt x="14976" y="5793"/>
                  </a:lnTo>
                  <a:lnTo>
                    <a:pt x="15035" y="5724"/>
                  </a:lnTo>
                  <a:lnTo>
                    <a:pt x="15094" y="5655"/>
                  </a:lnTo>
                  <a:lnTo>
                    <a:pt x="15144" y="5576"/>
                  </a:lnTo>
                  <a:lnTo>
                    <a:pt x="15183" y="5488"/>
                  </a:lnTo>
                  <a:lnTo>
                    <a:pt x="15212" y="5399"/>
                  </a:lnTo>
                  <a:lnTo>
                    <a:pt x="15242" y="5311"/>
                  </a:lnTo>
                  <a:lnTo>
                    <a:pt x="15252" y="5213"/>
                  </a:lnTo>
                  <a:lnTo>
                    <a:pt x="15262" y="5124"/>
                  </a:lnTo>
                  <a:lnTo>
                    <a:pt x="15252" y="5026"/>
                  </a:lnTo>
                  <a:lnTo>
                    <a:pt x="15242" y="4927"/>
                  </a:lnTo>
                  <a:lnTo>
                    <a:pt x="15212" y="4839"/>
                  </a:lnTo>
                  <a:lnTo>
                    <a:pt x="15183" y="4750"/>
                  </a:lnTo>
                  <a:lnTo>
                    <a:pt x="15144" y="4662"/>
                  </a:lnTo>
                  <a:lnTo>
                    <a:pt x="15094" y="4583"/>
                  </a:lnTo>
                  <a:lnTo>
                    <a:pt x="15035" y="4514"/>
                  </a:lnTo>
                  <a:lnTo>
                    <a:pt x="14976" y="4446"/>
                  </a:lnTo>
                  <a:lnTo>
                    <a:pt x="14908" y="4387"/>
                  </a:lnTo>
                  <a:lnTo>
                    <a:pt x="14839" y="4328"/>
                  </a:lnTo>
                  <a:lnTo>
                    <a:pt x="14760" y="4278"/>
                  </a:lnTo>
                  <a:lnTo>
                    <a:pt x="14672" y="4239"/>
                  </a:lnTo>
                  <a:lnTo>
                    <a:pt x="14593" y="4210"/>
                  </a:lnTo>
                  <a:lnTo>
                    <a:pt x="14495" y="4190"/>
                  </a:lnTo>
                  <a:lnTo>
                    <a:pt x="14406" y="4170"/>
                  </a:lnTo>
                  <a:lnTo>
                    <a:pt x="14308" y="4170"/>
                  </a:lnTo>
                  <a:lnTo>
                    <a:pt x="14180" y="4180"/>
                  </a:lnTo>
                  <a:lnTo>
                    <a:pt x="14052" y="4200"/>
                  </a:lnTo>
                  <a:lnTo>
                    <a:pt x="13934" y="4239"/>
                  </a:lnTo>
                  <a:lnTo>
                    <a:pt x="13826" y="4298"/>
                  </a:lnTo>
                  <a:lnTo>
                    <a:pt x="13718" y="4367"/>
                  </a:lnTo>
                  <a:lnTo>
                    <a:pt x="13629" y="4446"/>
                  </a:lnTo>
                  <a:lnTo>
                    <a:pt x="13551" y="4544"/>
                  </a:lnTo>
                  <a:lnTo>
                    <a:pt x="13482" y="4642"/>
                  </a:lnTo>
                  <a:lnTo>
                    <a:pt x="11908" y="4642"/>
                  </a:lnTo>
                  <a:lnTo>
                    <a:pt x="11908" y="2744"/>
                  </a:lnTo>
                  <a:lnTo>
                    <a:pt x="10011" y="2744"/>
                  </a:lnTo>
                  <a:lnTo>
                    <a:pt x="10011" y="1427"/>
                  </a:lnTo>
                  <a:lnTo>
                    <a:pt x="11082" y="1427"/>
                  </a:lnTo>
                  <a:lnTo>
                    <a:pt x="11151" y="1535"/>
                  </a:lnTo>
                  <a:lnTo>
                    <a:pt x="11230" y="1623"/>
                  </a:lnTo>
                  <a:lnTo>
                    <a:pt x="11328" y="1702"/>
                  </a:lnTo>
                  <a:lnTo>
                    <a:pt x="11427" y="1771"/>
                  </a:lnTo>
                  <a:lnTo>
                    <a:pt x="11535" y="1830"/>
                  </a:lnTo>
                  <a:lnTo>
                    <a:pt x="11653" y="1869"/>
                  </a:lnTo>
                  <a:lnTo>
                    <a:pt x="11781" y="1899"/>
                  </a:lnTo>
                  <a:lnTo>
                    <a:pt x="11908" y="1909"/>
                  </a:lnTo>
                  <a:lnTo>
                    <a:pt x="12007" y="1899"/>
                  </a:lnTo>
                  <a:lnTo>
                    <a:pt x="12095" y="1889"/>
                  </a:lnTo>
                  <a:lnTo>
                    <a:pt x="12194" y="1859"/>
                  </a:lnTo>
                  <a:lnTo>
                    <a:pt x="12282" y="1830"/>
                  </a:lnTo>
                  <a:lnTo>
                    <a:pt x="12361" y="1791"/>
                  </a:lnTo>
                  <a:lnTo>
                    <a:pt x="12439" y="1741"/>
                  </a:lnTo>
                  <a:lnTo>
                    <a:pt x="12508" y="1692"/>
                  </a:lnTo>
                  <a:lnTo>
                    <a:pt x="12577" y="1623"/>
                  </a:lnTo>
                  <a:lnTo>
                    <a:pt x="12646" y="1564"/>
                  </a:lnTo>
                  <a:lnTo>
                    <a:pt x="12695" y="1486"/>
                  </a:lnTo>
                  <a:lnTo>
                    <a:pt x="12744" y="1407"/>
                  </a:lnTo>
                  <a:lnTo>
                    <a:pt x="12784" y="1328"/>
                  </a:lnTo>
                  <a:lnTo>
                    <a:pt x="12813" y="1240"/>
                  </a:lnTo>
                  <a:lnTo>
                    <a:pt x="12843" y="1151"/>
                  </a:lnTo>
                  <a:lnTo>
                    <a:pt x="12852" y="1053"/>
                  </a:lnTo>
                  <a:lnTo>
                    <a:pt x="12862" y="955"/>
                  </a:lnTo>
                  <a:lnTo>
                    <a:pt x="12852" y="856"/>
                  </a:lnTo>
                  <a:lnTo>
                    <a:pt x="12843" y="768"/>
                  </a:lnTo>
                  <a:lnTo>
                    <a:pt x="12813" y="670"/>
                  </a:lnTo>
                  <a:lnTo>
                    <a:pt x="12784" y="581"/>
                  </a:lnTo>
                  <a:lnTo>
                    <a:pt x="12744" y="502"/>
                  </a:lnTo>
                  <a:lnTo>
                    <a:pt x="12695" y="424"/>
                  </a:lnTo>
                  <a:lnTo>
                    <a:pt x="12646" y="355"/>
                  </a:lnTo>
                  <a:lnTo>
                    <a:pt x="12577" y="286"/>
                  </a:lnTo>
                  <a:lnTo>
                    <a:pt x="12508" y="217"/>
                  </a:lnTo>
                  <a:lnTo>
                    <a:pt x="12439" y="168"/>
                  </a:lnTo>
                  <a:lnTo>
                    <a:pt x="12361" y="119"/>
                  </a:lnTo>
                  <a:lnTo>
                    <a:pt x="12282" y="80"/>
                  </a:lnTo>
                  <a:lnTo>
                    <a:pt x="12194" y="50"/>
                  </a:lnTo>
                  <a:lnTo>
                    <a:pt x="12095" y="21"/>
                  </a:lnTo>
                  <a:lnTo>
                    <a:pt x="12007" y="11"/>
                  </a:lnTo>
                  <a:lnTo>
                    <a:pt x="11908" y="1"/>
                  </a:lnTo>
                  <a:lnTo>
                    <a:pt x="11781" y="11"/>
                  </a:lnTo>
                  <a:lnTo>
                    <a:pt x="11653" y="40"/>
                  </a:lnTo>
                  <a:lnTo>
                    <a:pt x="11535" y="80"/>
                  </a:lnTo>
                  <a:lnTo>
                    <a:pt x="11427" y="139"/>
                  </a:lnTo>
                  <a:lnTo>
                    <a:pt x="11328" y="207"/>
                  </a:lnTo>
                  <a:lnTo>
                    <a:pt x="11230" y="286"/>
                  </a:lnTo>
                  <a:lnTo>
                    <a:pt x="11151" y="375"/>
                  </a:lnTo>
                  <a:lnTo>
                    <a:pt x="11082" y="483"/>
                  </a:lnTo>
                  <a:lnTo>
                    <a:pt x="9057" y="483"/>
                  </a:lnTo>
                  <a:lnTo>
                    <a:pt x="9057" y="1427"/>
                  </a:lnTo>
                  <a:lnTo>
                    <a:pt x="9057" y="2744"/>
                  </a:lnTo>
                  <a:lnTo>
                    <a:pt x="6195" y="2744"/>
                  </a:lnTo>
                  <a:lnTo>
                    <a:pt x="6195" y="483"/>
                  </a:lnTo>
                  <a:lnTo>
                    <a:pt x="4170" y="483"/>
                  </a:lnTo>
                  <a:lnTo>
                    <a:pt x="4101" y="375"/>
                  </a:lnTo>
                  <a:lnTo>
                    <a:pt x="4022" y="286"/>
                  </a:lnTo>
                  <a:lnTo>
                    <a:pt x="3924" y="207"/>
                  </a:lnTo>
                  <a:lnTo>
                    <a:pt x="3825" y="139"/>
                  </a:lnTo>
                  <a:lnTo>
                    <a:pt x="3717" y="80"/>
                  </a:lnTo>
                  <a:lnTo>
                    <a:pt x="3599" y="40"/>
                  </a:lnTo>
                  <a:lnTo>
                    <a:pt x="3471" y="11"/>
                  </a:lnTo>
                  <a:lnTo>
                    <a:pt x="3344"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2" name="Google Shape;1952;p154"/>
            <p:cNvSpPr txBox="1"/>
            <p:nvPr/>
          </p:nvSpPr>
          <p:spPr>
            <a:xfrm>
              <a:off x="1233828" y="1883052"/>
              <a:ext cx="969900" cy="4440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100">
                  <a:solidFill>
                    <a:srgbClr val="FFFFFF"/>
                  </a:solidFill>
                  <a:latin typeface="IBM Plex Sans SemiBold"/>
                  <a:ea typeface="IBM Plex Sans SemiBold"/>
                  <a:cs typeface="IBM Plex Sans SemiBold"/>
                  <a:sym typeface="IBM Plex Sans SemiBold"/>
                </a:rPr>
                <a:t>Memory</a:t>
              </a:r>
              <a:endParaRPr sz="1100">
                <a:solidFill>
                  <a:srgbClr val="FFFFFF"/>
                </a:solidFill>
                <a:latin typeface="IBM Plex Sans SemiBold"/>
                <a:ea typeface="IBM Plex Sans SemiBold"/>
                <a:cs typeface="IBM Plex Sans SemiBold"/>
                <a:sym typeface="IBM Plex Sans SemiBold"/>
              </a:endParaRPr>
            </a:p>
          </p:txBody>
        </p:sp>
        <p:sp>
          <p:nvSpPr>
            <p:cNvPr id="1953" name="Google Shape;1953;p154"/>
            <p:cNvSpPr txBox="1"/>
            <p:nvPr/>
          </p:nvSpPr>
          <p:spPr>
            <a:xfrm>
              <a:off x="1366649" y="2906659"/>
              <a:ext cx="704400" cy="4440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100">
                  <a:solidFill>
                    <a:srgbClr val="FFFFFF"/>
                  </a:solidFill>
                  <a:latin typeface="IBM Plex Sans SemiBold"/>
                  <a:ea typeface="IBM Plex Sans SemiBold"/>
                  <a:cs typeface="IBM Plex Sans SemiBold"/>
                  <a:sym typeface="IBM Plex Sans SemiBold"/>
                </a:rPr>
                <a:t>Tools</a:t>
              </a:r>
              <a:endParaRPr sz="1100">
                <a:solidFill>
                  <a:srgbClr val="FFFFFF"/>
                </a:solidFill>
                <a:latin typeface="IBM Plex Sans SemiBold"/>
                <a:ea typeface="IBM Plex Sans SemiBold"/>
                <a:cs typeface="IBM Plex Sans SemiBold"/>
                <a:sym typeface="IBM Plex Sans SemiBold"/>
              </a:endParaRPr>
            </a:p>
          </p:txBody>
        </p:sp>
        <p:sp>
          <p:nvSpPr>
            <p:cNvPr id="1954" name="Google Shape;1954;p154"/>
            <p:cNvSpPr txBox="1"/>
            <p:nvPr/>
          </p:nvSpPr>
          <p:spPr>
            <a:xfrm>
              <a:off x="1366649" y="3941484"/>
              <a:ext cx="704400" cy="4440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100">
                  <a:solidFill>
                    <a:srgbClr val="FFFFFF"/>
                  </a:solidFill>
                  <a:latin typeface="IBM Plex Sans SemiBold"/>
                  <a:ea typeface="IBM Plex Sans SemiBold"/>
                  <a:cs typeface="IBM Plex Sans SemiBold"/>
                  <a:sym typeface="IBM Plex Sans SemiBold"/>
                </a:rPr>
                <a:t>Goals</a:t>
              </a:r>
              <a:endParaRPr sz="1100">
                <a:solidFill>
                  <a:srgbClr val="FFFFFF"/>
                </a:solidFill>
                <a:latin typeface="IBM Plex Sans SemiBold"/>
                <a:ea typeface="IBM Plex Sans SemiBold"/>
                <a:cs typeface="IBM Plex Sans SemiBold"/>
                <a:sym typeface="IBM Plex Sans SemiBold"/>
              </a:endParaRPr>
            </a:p>
          </p:txBody>
        </p:sp>
        <p:sp>
          <p:nvSpPr>
            <p:cNvPr id="1955" name="Google Shape;1955;p154"/>
            <p:cNvSpPr txBox="1"/>
            <p:nvPr/>
          </p:nvSpPr>
          <p:spPr>
            <a:xfrm>
              <a:off x="4660814" y="1883052"/>
              <a:ext cx="1536300" cy="4440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100">
                  <a:solidFill>
                    <a:srgbClr val="FFFFFF"/>
                  </a:solidFill>
                  <a:latin typeface="IBM Plex Sans SemiBold"/>
                  <a:ea typeface="IBM Plex Sans SemiBold"/>
                  <a:cs typeface="IBM Plex Sans SemiBold"/>
                  <a:sym typeface="IBM Plex Sans SemiBold"/>
                </a:rPr>
                <a:t>Observation</a:t>
              </a:r>
              <a:endParaRPr sz="1100">
                <a:solidFill>
                  <a:srgbClr val="FFFFFF"/>
                </a:solidFill>
                <a:latin typeface="IBM Plex Sans SemiBold"/>
                <a:ea typeface="IBM Plex Sans SemiBold"/>
                <a:cs typeface="IBM Plex Sans SemiBold"/>
                <a:sym typeface="IBM Plex Sans SemiBold"/>
              </a:endParaRPr>
            </a:p>
          </p:txBody>
        </p:sp>
        <p:sp>
          <p:nvSpPr>
            <p:cNvPr id="1956" name="Google Shape;1956;p154"/>
            <p:cNvSpPr txBox="1"/>
            <p:nvPr/>
          </p:nvSpPr>
          <p:spPr>
            <a:xfrm>
              <a:off x="4893300" y="2906650"/>
              <a:ext cx="1071300" cy="4440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100">
                  <a:solidFill>
                    <a:srgbClr val="FFFFFF"/>
                  </a:solidFill>
                  <a:latin typeface="IBM Plex Sans SemiBold"/>
                  <a:ea typeface="IBM Plex Sans SemiBold"/>
                  <a:cs typeface="IBM Plex Sans SemiBold"/>
                  <a:sym typeface="IBM Plex Sans SemiBold"/>
                </a:rPr>
                <a:t>Actions</a:t>
              </a:r>
              <a:endParaRPr sz="1100">
                <a:solidFill>
                  <a:srgbClr val="FFFFFF"/>
                </a:solidFill>
                <a:latin typeface="IBM Plex Sans SemiBold"/>
                <a:ea typeface="IBM Plex Sans SemiBold"/>
                <a:cs typeface="IBM Plex Sans SemiBold"/>
                <a:sym typeface="IBM Plex Sans SemiBold"/>
              </a:endParaRPr>
            </a:p>
          </p:txBody>
        </p:sp>
        <p:sp>
          <p:nvSpPr>
            <p:cNvPr id="1957" name="Google Shape;1957;p154"/>
            <p:cNvSpPr txBox="1"/>
            <p:nvPr/>
          </p:nvSpPr>
          <p:spPr>
            <a:xfrm>
              <a:off x="6091232" y="2906637"/>
              <a:ext cx="1536300" cy="4440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100">
                  <a:solidFill>
                    <a:srgbClr val="FFFFFF"/>
                  </a:solidFill>
                  <a:latin typeface="IBM Plex Sans SemiBold"/>
                  <a:ea typeface="IBM Plex Sans SemiBold"/>
                  <a:cs typeface="IBM Plex Sans SemiBold"/>
                  <a:sym typeface="IBM Plex Sans SemiBold"/>
                </a:rPr>
                <a:t>Environment</a:t>
              </a:r>
              <a:endParaRPr sz="1100">
                <a:solidFill>
                  <a:srgbClr val="FFFFFF"/>
                </a:solidFill>
                <a:latin typeface="IBM Plex Sans SemiBold"/>
                <a:ea typeface="IBM Plex Sans SemiBold"/>
                <a:cs typeface="IBM Plex Sans SemiBold"/>
                <a:sym typeface="IBM Plex Sans SemiBold"/>
              </a:endParaRPr>
            </a:p>
          </p:txBody>
        </p:sp>
        <p:sp>
          <p:nvSpPr>
            <p:cNvPr id="1958" name="Google Shape;1958;p154"/>
            <p:cNvSpPr txBox="1"/>
            <p:nvPr/>
          </p:nvSpPr>
          <p:spPr>
            <a:xfrm>
              <a:off x="3015302" y="2906637"/>
              <a:ext cx="1536300" cy="4440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100">
                  <a:solidFill>
                    <a:srgbClr val="FFFFFF"/>
                  </a:solidFill>
                  <a:latin typeface="IBM Plex Sans SemiBold"/>
                  <a:ea typeface="IBM Plex Sans SemiBold"/>
                  <a:cs typeface="IBM Plex Sans SemiBold"/>
                  <a:sym typeface="IBM Plex Sans SemiBold"/>
                </a:rPr>
                <a:t>Agent Brain</a:t>
              </a:r>
              <a:endParaRPr sz="1100">
                <a:solidFill>
                  <a:srgbClr val="FFFFFF"/>
                </a:solidFill>
                <a:latin typeface="IBM Plex Sans SemiBold"/>
                <a:ea typeface="IBM Plex Sans SemiBold"/>
                <a:cs typeface="IBM Plex Sans SemiBold"/>
                <a:sym typeface="IBM Plex Sans SemiBold"/>
              </a:endParaRPr>
            </a:p>
          </p:txBody>
        </p:sp>
        <p:cxnSp>
          <p:nvCxnSpPr>
            <p:cNvPr id="1959" name="Google Shape;1959;p154"/>
            <p:cNvCxnSpPr/>
            <p:nvPr/>
          </p:nvCxnSpPr>
          <p:spPr>
            <a:xfrm>
              <a:off x="2617075" y="1661150"/>
              <a:ext cx="0" cy="2111400"/>
            </a:xfrm>
            <a:prstGeom prst="straightConnector1">
              <a:avLst/>
            </a:prstGeom>
            <a:noFill/>
            <a:ln w="28575" cap="flat" cmpd="sng">
              <a:solidFill>
                <a:srgbClr val="78A9FF"/>
              </a:solidFill>
              <a:prstDash val="solid"/>
              <a:round/>
              <a:headEnd type="none" w="med" len="med"/>
              <a:tailEnd type="none" w="med" len="med"/>
            </a:ln>
          </p:spPr>
        </p:cxnSp>
        <p:cxnSp>
          <p:nvCxnSpPr>
            <p:cNvPr id="1960" name="Google Shape;1960;p154"/>
            <p:cNvCxnSpPr/>
            <p:nvPr/>
          </p:nvCxnSpPr>
          <p:spPr>
            <a:xfrm>
              <a:off x="2080700" y="1673800"/>
              <a:ext cx="545700" cy="0"/>
            </a:xfrm>
            <a:prstGeom prst="straightConnector1">
              <a:avLst/>
            </a:prstGeom>
            <a:noFill/>
            <a:ln w="28575" cap="flat" cmpd="sng">
              <a:solidFill>
                <a:srgbClr val="78A9FF"/>
              </a:solidFill>
              <a:prstDash val="solid"/>
              <a:round/>
              <a:headEnd type="none" w="med" len="med"/>
              <a:tailEnd type="none" w="med" len="med"/>
            </a:ln>
          </p:spPr>
        </p:cxnSp>
        <p:cxnSp>
          <p:nvCxnSpPr>
            <p:cNvPr id="1961" name="Google Shape;1961;p154"/>
            <p:cNvCxnSpPr/>
            <p:nvPr/>
          </p:nvCxnSpPr>
          <p:spPr>
            <a:xfrm>
              <a:off x="2080700" y="2714100"/>
              <a:ext cx="545700" cy="0"/>
            </a:xfrm>
            <a:prstGeom prst="straightConnector1">
              <a:avLst/>
            </a:prstGeom>
            <a:noFill/>
            <a:ln w="28575" cap="flat" cmpd="sng">
              <a:solidFill>
                <a:srgbClr val="78A9FF"/>
              </a:solidFill>
              <a:prstDash val="solid"/>
              <a:round/>
              <a:headEnd type="none" w="med" len="med"/>
              <a:tailEnd type="none" w="med" len="med"/>
            </a:ln>
          </p:spPr>
        </p:cxnSp>
        <p:cxnSp>
          <p:nvCxnSpPr>
            <p:cNvPr id="1962" name="Google Shape;1962;p154"/>
            <p:cNvCxnSpPr/>
            <p:nvPr/>
          </p:nvCxnSpPr>
          <p:spPr>
            <a:xfrm>
              <a:off x="2080700" y="3759888"/>
              <a:ext cx="545700" cy="0"/>
            </a:xfrm>
            <a:prstGeom prst="straightConnector1">
              <a:avLst/>
            </a:prstGeom>
            <a:noFill/>
            <a:ln w="28575" cap="flat" cmpd="sng">
              <a:solidFill>
                <a:srgbClr val="78A9FF"/>
              </a:solidFill>
              <a:prstDash val="solid"/>
              <a:round/>
              <a:headEnd type="none" w="med" len="med"/>
              <a:tailEnd type="none" w="med" len="med"/>
            </a:ln>
          </p:spPr>
        </p:cxnSp>
        <p:cxnSp>
          <p:nvCxnSpPr>
            <p:cNvPr id="1963" name="Google Shape;1963;p154"/>
            <p:cNvCxnSpPr/>
            <p:nvPr/>
          </p:nvCxnSpPr>
          <p:spPr>
            <a:xfrm>
              <a:off x="2617075" y="2714100"/>
              <a:ext cx="545700" cy="0"/>
            </a:xfrm>
            <a:prstGeom prst="straightConnector1">
              <a:avLst/>
            </a:prstGeom>
            <a:noFill/>
            <a:ln w="28575" cap="flat" cmpd="sng">
              <a:solidFill>
                <a:srgbClr val="78A9FF"/>
              </a:solidFill>
              <a:prstDash val="solid"/>
              <a:round/>
              <a:headEnd type="none" w="med" len="med"/>
              <a:tailEnd type="stealth" w="med" len="med"/>
            </a:ln>
          </p:spPr>
        </p:cxnSp>
        <p:cxnSp>
          <p:nvCxnSpPr>
            <p:cNvPr id="1964" name="Google Shape;1964;p154"/>
            <p:cNvCxnSpPr/>
            <p:nvPr/>
          </p:nvCxnSpPr>
          <p:spPr>
            <a:xfrm>
              <a:off x="4404100" y="2714100"/>
              <a:ext cx="545700" cy="0"/>
            </a:xfrm>
            <a:prstGeom prst="straightConnector1">
              <a:avLst/>
            </a:prstGeom>
            <a:noFill/>
            <a:ln w="28575" cap="flat" cmpd="sng">
              <a:solidFill>
                <a:srgbClr val="78A9FF"/>
              </a:solidFill>
              <a:prstDash val="solid"/>
              <a:round/>
              <a:headEnd type="none" w="med" len="med"/>
              <a:tailEnd type="stealth" w="med" len="med"/>
            </a:ln>
          </p:spPr>
        </p:cxnSp>
        <p:cxnSp>
          <p:nvCxnSpPr>
            <p:cNvPr id="1965" name="Google Shape;1965;p154"/>
            <p:cNvCxnSpPr/>
            <p:nvPr/>
          </p:nvCxnSpPr>
          <p:spPr>
            <a:xfrm>
              <a:off x="5857700" y="2714100"/>
              <a:ext cx="545700" cy="0"/>
            </a:xfrm>
            <a:prstGeom prst="straightConnector1">
              <a:avLst/>
            </a:prstGeom>
            <a:noFill/>
            <a:ln w="28575" cap="flat" cmpd="sng">
              <a:solidFill>
                <a:srgbClr val="78A9FF"/>
              </a:solidFill>
              <a:prstDash val="solid"/>
              <a:round/>
              <a:headEnd type="none" w="med" len="med"/>
              <a:tailEnd type="stealth" w="med" len="med"/>
            </a:ln>
          </p:spPr>
        </p:cxnSp>
        <p:cxnSp>
          <p:nvCxnSpPr>
            <p:cNvPr id="1966" name="Google Shape;1966;p154"/>
            <p:cNvCxnSpPr/>
            <p:nvPr/>
          </p:nvCxnSpPr>
          <p:spPr>
            <a:xfrm rot="10800000">
              <a:off x="3778775" y="1692175"/>
              <a:ext cx="1273500" cy="0"/>
            </a:xfrm>
            <a:prstGeom prst="straightConnector1">
              <a:avLst/>
            </a:prstGeom>
            <a:noFill/>
            <a:ln w="28575" cap="flat" cmpd="sng">
              <a:solidFill>
                <a:srgbClr val="78A9FF"/>
              </a:solidFill>
              <a:prstDash val="solid"/>
              <a:round/>
              <a:headEnd type="none" w="med" len="med"/>
              <a:tailEnd type="none" w="med" len="med"/>
            </a:ln>
          </p:spPr>
        </p:cxnSp>
        <p:cxnSp>
          <p:nvCxnSpPr>
            <p:cNvPr id="1967" name="Google Shape;1967;p154"/>
            <p:cNvCxnSpPr/>
            <p:nvPr/>
          </p:nvCxnSpPr>
          <p:spPr>
            <a:xfrm rot="10800000">
              <a:off x="5808775" y="1692175"/>
              <a:ext cx="1054200" cy="0"/>
            </a:xfrm>
            <a:prstGeom prst="straightConnector1">
              <a:avLst/>
            </a:prstGeom>
            <a:noFill/>
            <a:ln w="28575" cap="flat" cmpd="sng">
              <a:solidFill>
                <a:srgbClr val="78A9FF"/>
              </a:solidFill>
              <a:prstDash val="solid"/>
              <a:round/>
              <a:headEnd type="none" w="med" len="med"/>
              <a:tailEnd type="none" w="med" len="med"/>
            </a:ln>
          </p:spPr>
        </p:cxnSp>
        <p:cxnSp>
          <p:nvCxnSpPr>
            <p:cNvPr id="1968" name="Google Shape;1968;p154"/>
            <p:cNvCxnSpPr/>
            <p:nvPr/>
          </p:nvCxnSpPr>
          <p:spPr>
            <a:xfrm>
              <a:off x="3783438" y="1678575"/>
              <a:ext cx="0" cy="335700"/>
            </a:xfrm>
            <a:prstGeom prst="straightConnector1">
              <a:avLst/>
            </a:prstGeom>
            <a:noFill/>
            <a:ln w="28575" cap="flat" cmpd="sng">
              <a:solidFill>
                <a:srgbClr val="78A9FF"/>
              </a:solidFill>
              <a:prstDash val="solid"/>
              <a:round/>
              <a:headEnd type="none" w="med" len="med"/>
              <a:tailEnd type="stealth" w="med" len="med"/>
            </a:ln>
          </p:spPr>
        </p:cxnSp>
        <p:cxnSp>
          <p:nvCxnSpPr>
            <p:cNvPr id="1969" name="Google Shape;1969;p154"/>
            <p:cNvCxnSpPr/>
            <p:nvPr/>
          </p:nvCxnSpPr>
          <p:spPr>
            <a:xfrm>
              <a:off x="6859325" y="1678250"/>
              <a:ext cx="0" cy="744000"/>
            </a:xfrm>
            <a:prstGeom prst="straightConnector1">
              <a:avLst/>
            </a:prstGeom>
            <a:noFill/>
            <a:ln w="28575" cap="flat" cmpd="sng">
              <a:solidFill>
                <a:srgbClr val="78A9FF"/>
              </a:solidFill>
              <a:prstDash val="solid"/>
              <a:round/>
              <a:headEnd type="none" w="med" len="med"/>
              <a:tailEnd type="none" w="med" len="med"/>
            </a:ln>
          </p:spPr>
        </p:cxnSp>
      </p:gr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973"/>
        <p:cNvGrpSpPr/>
        <p:nvPr/>
      </p:nvGrpSpPr>
      <p:grpSpPr>
        <a:xfrm>
          <a:off x="0" y="0"/>
          <a:ext cx="0" cy="0"/>
          <a:chOff x="0" y="0"/>
          <a:chExt cx="0" cy="0"/>
        </a:xfrm>
      </p:grpSpPr>
      <p:pic>
        <p:nvPicPr>
          <p:cNvPr id="1974" name="Google Shape;1974;p155"/>
          <p:cNvPicPr preferRelativeResize="0"/>
          <p:nvPr/>
        </p:nvPicPr>
        <p:blipFill rotWithShape="1">
          <a:blip r:embed="rId3">
            <a:alphaModFix/>
          </a:blip>
          <a:srcRect/>
          <a:stretch/>
        </p:blipFill>
        <p:spPr>
          <a:xfrm>
            <a:off x="2664325" y="1225651"/>
            <a:ext cx="3783602" cy="3283898"/>
          </a:xfrm>
          <a:prstGeom prst="rect">
            <a:avLst/>
          </a:prstGeom>
          <a:noFill/>
          <a:ln>
            <a:noFill/>
          </a:ln>
        </p:spPr>
      </p:pic>
      <p:sp>
        <p:nvSpPr>
          <p:cNvPr id="1975" name="Google Shape;1975;p155"/>
          <p:cNvSpPr txBox="1">
            <a:spLocks noGrp="1"/>
          </p:cNvSpPr>
          <p:nvPr>
            <p:ph type="title"/>
          </p:nvPr>
        </p:nvSpPr>
        <p:spPr>
          <a:xfrm>
            <a:off x="408439" y="298725"/>
            <a:ext cx="8295600" cy="1181400"/>
          </a:xfrm>
          <a:prstGeom prst="rect">
            <a:avLst/>
          </a:prstGeom>
          <a:noFill/>
          <a:ln>
            <a:noFill/>
          </a:ln>
        </p:spPr>
        <p:txBody>
          <a:bodyPr spcFirstLastPara="1" wrap="square" lIns="0" tIns="0" rIns="0" bIns="0" anchor="t" anchorCtr="0">
            <a:noAutofit/>
          </a:bodyPr>
          <a:lstStyle/>
          <a:p>
            <a:pPr marL="0" lvl="0" indent="0" algn="ctr" rtl="0">
              <a:lnSpc>
                <a:spcPct val="100000"/>
              </a:lnSpc>
              <a:spcBef>
                <a:spcPts val="0"/>
              </a:spcBef>
              <a:spcAft>
                <a:spcPts val="0"/>
              </a:spcAft>
              <a:buSzPts val="990"/>
              <a:buNone/>
            </a:pPr>
            <a:r>
              <a:rPr lang="en" sz="3459" i="1"/>
              <a:t>Agentic Orchestration</a:t>
            </a:r>
            <a:endParaRPr sz="3459" i="1"/>
          </a:p>
          <a:p>
            <a:pPr marL="0" lvl="0" indent="0" algn="ctr" rtl="0">
              <a:lnSpc>
                <a:spcPct val="100000"/>
              </a:lnSpc>
              <a:spcBef>
                <a:spcPts val="0"/>
              </a:spcBef>
              <a:spcAft>
                <a:spcPts val="0"/>
              </a:spcAft>
              <a:buSzPts val="990"/>
              <a:buNone/>
            </a:pPr>
            <a:r>
              <a:rPr lang="en" sz="1760" b="0"/>
              <a:t>Coordinating intelligent agents, systems, and people</a:t>
            </a:r>
            <a:endParaRPr sz="1760" b="0"/>
          </a:p>
        </p:txBody>
      </p:sp>
      <p:sp>
        <p:nvSpPr>
          <p:cNvPr id="1976" name="Google Shape;1976;p155"/>
          <p:cNvSpPr txBox="1"/>
          <p:nvPr/>
        </p:nvSpPr>
        <p:spPr>
          <a:xfrm>
            <a:off x="525951" y="2560987"/>
            <a:ext cx="1918500" cy="624900"/>
          </a:xfrm>
          <a:prstGeom prst="rect">
            <a:avLst/>
          </a:prstGeom>
          <a:noFill/>
          <a:ln>
            <a:noFill/>
          </a:ln>
        </p:spPr>
        <p:txBody>
          <a:bodyPr spcFirstLastPara="1" wrap="square" lIns="91425" tIns="91425" rIns="91425" bIns="91425" anchor="ctr" anchorCtr="0">
            <a:noAutofit/>
          </a:bodyPr>
          <a:lstStyle/>
          <a:p>
            <a:pPr marL="0" marR="0" lvl="0" indent="0" algn="r" rtl="0">
              <a:lnSpc>
                <a:spcPct val="115000"/>
              </a:lnSpc>
              <a:spcBef>
                <a:spcPts val="0"/>
              </a:spcBef>
              <a:spcAft>
                <a:spcPts val="0"/>
              </a:spcAft>
              <a:buClr>
                <a:srgbClr val="000000"/>
              </a:buClr>
              <a:buSzPts val="1300"/>
              <a:buFont typeface="Arial"/>
              <a:buNone/>
            </a:pPr>
            <a:r>
              <a:rPr lang="en" sz="1500" b="1" i="0" u="none" strike="noStrike" cap="none">
                <a:solidFill>
                  <a:schemeClr val="dk1"/>
                </a:solidFill>
                <a:latin typeface="IBM Plex Mono"/>
                <a:ea typeface="IBM Plex Mono"/>
                <a:cs typeface="IBM Plex Mono"/>
                <a:sym typeface="IBM Plex Mono"/>
              </a:rPr>
              <a:t>Deterministic</a:t>
            </a:r>
            <a:r>
              <a:rPr lang="en" sz="1300" b="0" i="0" u="none" strike="noStrike" cap="none">
                <a:solidFill>
                  <a:schemeClr val="dk1"/>
                </a:solidFill>
                <a:latin typeface="IBM Plex Mono"/>
                <a:ea typeface="IBM Plex Mono"/>
                <a:cs typeface="IBM Plex Mono"/>
                <a:sym typeface="IBM Plex Mono"/>
              </a:rPr>
              <a:t> Orchestration</a:t>
            </a:r>
            <a:endParaRPr sz="1300" b="0" i="0" u="none" strike="noStrike" cap="none">
              <a:solidFill>
                <a:schemeClr val="dk1"/>
              </a:solidFill>
              <a:latin typeface="IBM Plex Mono"/>
              <a:ea typeface="IBM Plex Mono"/>
              <a:cs typeface="IBM Plex Mono"/>
              <a:sym typeface="IBM Plex Mono"/>
            </a:endParaRPr>
          </a:p>
        </p:txBody>
      </p:sp>
      <p:sp>
        <p:nvSpPr>
          <p:cNvPr id="1977" name="Google Shape;1977;p155"/>
          <p:cNvSpPr txBox="1"/>
          <p:nvPr/>
        </p:nvSpPr>
        <p:spPr>
          <a:xfrm>
            <a:off x="6667805" y="2560975"/>
            <a:ext cx="1612500" cy="624900"/>
          </a:xfrm>
          <a:prstGeom prst="rect">
            <a:avLst/>
          </a:prstGeom>
          <a:noFill/>
          <a:ln>
            <a:noFill/>
          </a:ln>
        </p:spPr>
        <p:txBody>
          <a:bodyPr spcFirstLastPara="1" wrap="square" lIns="91425" tIns="91425" rIns="91425" bIns="91425" anchor="ctr" anchorCtr="0">
            <a:noAutofit/>
          </a:bodyPr>
          <a:lstStyle/>
          <a:p>
            <a:pPr marL="0" marR="0" lvl="0" indent="0" algn="l" rtl="0">
              <a:lnSpc>
                <a:spcPct val="115000"/>
              </a:lnSpc>
              <a:spcBef>
                <a:spcPts val="0"/>
              </a:spcBef>
              <a:spcAft>
                <a:spcPts val="0"/>
              </a:spcAft>
              <a:buClr>
                <a:srgbClr val="000000"/>
              </a:buClr>
              <a:buSzPts val="1300"/>
              <a:buFont typeface="Arial"/>
              <a:buNone/>
            </a:pPr>
            <a:r>
              <a:rPr lang="en" sz="1500" b="1" i="0" u="none" strike="noStrike" cap="none">
                <a:solidFill>
                  <a:schemeClr val="dk1"/>
                </a:solidFill>
                <a:latin typeface="IBM Plex Mono"/>
                <a:ea typeface="IBM Plex Mono"/>
                <a:cs typeface="IBM Plex Mono"/>
                <a:sym typeface="IBM Plex Mono"/>
              </a:rPr>
              <a:t>Dynamic</a:t>
            </a:r>
            <a:endParaRPr sz="1500" b="1" i="0" u="none" strike="noStrike" cap="none">
              <a:solidFill>
                <a:schemeClr val="dk1"/>
              </a:solidFill>
              <a:latin typeface="IBM Plex Mono"/>
              <a:ea typeface="IBM Plex Mono"/>
              <a:cs typeface="IBM Plex Mono"/>
              <a:sym typeface="IBM Plex Mono"/>
            </a:endParaRPr>
          </a:p>
          <a:p>
            <a:pPr marL="0" marR="0" lvl="0" indent="0" algn="l" rtl="0">
              <a:lnSpc>
                <a:spcPct val="115000"/>
              </a:lnSpc>
              <a:spcBef>
                <a:spcPts val="0"/>
              </a:spcBef>
              <a:spcAft>
                <a:spcPts val="0"/>
              </a:spcAft>
              <a:buClr>
                <a:srgbClr val="000000"/>
              </a:buClr>
              <a:buSzPts val="1100"/>
              <a:buFont typeface="Arial"/>
              <a:buNone/>
            </a:pPr>
            <a:r>
              <a:rPr lang="en" sz="1300" b="0" i="0" u="none" strike="noStrike" cap="none">
                <a:solidFill>
                  <a:schemeClr val="dk1"/>
                </a:solidFill>
                <a:latin typeface="IBM Plex Mono"/>
                <a:ea typeface="IBM Plex Mono"/>
                <a:cs typeface="IBM Plex Mono"/>
                <a:sym typeface="IBM Plex Mono"/>
              </a:rPr>
              <a:t>Orchestration</a:t>
            </a:r>
            <a:endParaRPr sz="1300" b="0" i="0" u="none" strike="noStrike" cap="none">
              <a:solidFill>
                <a:schemeClr val="dk1"/>
              </a:solidFill>
              <a:latin typeface="IBM Plex Mono"/>
              <a:ea typeface="IBM Plex Mono"/>
              <a:cs typeface="IBM Plex Mono"/>
              <a:sym typeface="IBM Plex Mono"/>
            </a:endParaRPr>
          </a:p>
        </p:txBody>
      </p:sp>
      <p:grpSp>
        <p:nvGrpSpPr>
          <p:cNvPr id="1978" name="Google Shape;1978;p155"/>
          <p:cNvGrpSpPr/>
          <p:nvPr/>
        </p:nvGrpSpPr>
        <p:grpSpPr>
          <a:xfrm>
            <a:off x="4385191" y="2637482"/>
            <a:ext cx="341854" cy="459962"/>
            <a:chOff x="1863225" y="238125"/>
            <a:chExt cx="3893550" cy="5238750"/>
          </a:xfrm>
        </p:grpSpPr>
        <p:sp>
          <p:nvSpPr>
            <p:cNvPr id="1979" name="Google Shape;1979;p155"/>
            <p:cNvSpPr/>
            <p:nvPr/>
          </p:nvSpPr>
          <p:spPr>
            <a:xfrm>
              <a:off x="3010350" y="996650"/>
              <a:ext cx="2103750" cy="2298050"/>
            </a:xfrm>
            <a:custGeom>
              <a:avLst/>
              <a:gdLst/>
              <a:ahLst/>
              <a:cxnLst/>
              <a:rect l="l" t="t" r="r" b="b"/>
              <a:pathLst>
                <a:path w="84150" h="91922" extrusionOk="0">
                  <a:moveTo>
                    <a:pt x="42150" y="13901"/>
                  </a:moveTo>
                  <a:lnTo>
                    <a:pt x="44840" y="22719"/>
                  </a:lnTo>
                  <a:lnTo>
                    <a:pt x="45288" y="24214"/>
                  </a:lnTo>
                  <a:lnTo>
                    <a:pt x="45886" y="25858"/>
                  </a:lnTo>
                  <a:lnTo>
                    <a:pt x="47381" y="28847"/>
                  </a:lnTo>
                  <a:lnTo>
                    <a:pt x="49174" y="31538"/>
                  </a:lnTo>
                  <a:lnTo>
                    <a:pt x="51267" y="34078"/>
                  </a:lnTo>
                  <a:lnTo>
                    <a:pt x="53509" y="36470"/>
                  </a:lnTo>
                  <a:lnTo>
                    <a:pt x="56050" y="38562"/>
                  </a:lnTo>
                  <a:lnTo>
                    <a:pt x="58890" y="40356"/>
                  </a:lnTo>
                  <a:lnTo>
                    <a:pt x="60384" y="41253"/>
                  </a:lnTo>
                  <a:lnTo>
                    <a:pt x="61879" y="41851"/>
                  </a:lnTo>
                  <a:lnTo>
                    <a:pt x="70996" y="45886"/>
                  </a:lnTo>
                  <a:lnTo>
                    <a:pt x="61879" y="50071"/>
                  </a:lnTo>
                  <a:lnTo>
                    <a:pt x="60384" y="50669"/>
                  </a:lnTo>
                  <a:lnTo>
                    <a:pt x="58890" y="51566"/>
                  </a:lnTo>
                  <a:lnTo>
                    <a:pt x="56050" y="53359"/>
                  </a:lnTo>
                  <a:lnTo>
                    <a:pt x="53509" y="55452"/>
                  </a:lnTo>
                  <a:lnTo>
                    <a:pt x="51267" y="57694"/>
                  </a:lnTo>
                  <a:lnTo>
                    <a:pt x="49174" y="60384"/>
                  </a:lnTo>
                  <a:lnTo>
                    <a:pt x="47381" y="63075"/>
                  </a:lnTo>
                  <a:lnTo>
                    <a:pt x="45886" y="66064"/>
                  </a:lnTo>
                  <a:lnTo>
                    <a:pt x="45288" y="67708"/>
                  </a:lnTo>
                  <a:lnTo>
                    <a:pt x="44840" y="69203"/>
                  </a:lnTo>
                  <a:lnTo>
                    <a:pt x="42150" y="78021"/>
                  </a:lnTo>
                  <a:lnTo>
                    <a:pt x="39310" y="69203"/>
                  </a:lnTo>
                  <a:lnTo>
                    <a:pt x="38861" y="67708"/>
                  </a:lnTo>
                  <a:lnTo>
                    <a:pt x="38264" y="66064"/>
                  </a:lnTo>
                  <a:lnTo>
                    <a:pt x="36769" y="63075"/>
                  </a:lnTo>
                  <a:lnTo>
                    <a:pt x="34975" y="60384"/>
                  </a:lnTo>
                  <a:lnTo>
                    <a:pt x="32883" y="57694"/>
                  </a:lnTo>
                  <a:lnTo>
                    <a:pt x="30641" y="55452"/>
                  </a:lnTo>
                  <a:lnTo>
                    <a:pt x="28100" y="53359"/>
                  </a:lnTo>
                  <a:lnTo>
                    <a:pt x="25260" y="51566"/>
                  </a:lnTo>
                  <a:lnTo>
                    <a:pt x="23765" y="50669"/>
                  </a:lnTo>
                  <a:lnTo>
                    <a:pt x="22271" y="50071"/>
                  </a:lnTo>
                  <a:lnTo>
                    <a:pt x="13153" y="45886"/>
                  </a:lnTo>
                  <a:lnTo>
                    <a:pt x="22271" y="41851"/>
                  </a:lnTo>
                  <a:lnTo>
                    <a:pt x="23765" y="41253"/>
                  </a:lnTo>
                  <a:lnTo>
                    <a:pt x="25260" y="40356"/>
                  </a:lnTo>
                  <a:lnTo>
                    <a:pt x="28100" y="38562"/>
                  </a:lnTo>
                  <a:lnTo>
                    <a:pt x="30641" y="36470"/>
                  </a:lnTo>
                  <a:lnTo>
                    <a:pt x="32883" y="34078"/>
                  </a:lnTo>
                  <a:lnTo>
                    <a:pt x="34975" y="31538"/>
                  </a:lnTo>
                  <a:lnTo>
                    <a:pt x="36769" y="28847"/>
                  </a:lnTo>
                  <a:lnTo>
                    <a:pt x="38264" y="25858"/>
                  </a:lnTo>
                  <a:lnTo>
                    <a:pt x="38861" y="24214"/>
                  </a:lnTo>
                  <a:lnTo>
                    <a:pt x="39310" y="22719"/>
                  </a:lnTo>
                  <a:lnTo>
                    <a:pt x="42150" y="13901"/>
                  </a:lnTo>
                  <a:close/>
                  <a:moveTo>
                    <a:pt x="42150" y="0"/>
                  </a:moveTo>
                  <a:lnTo>
                    <a:pt x="40207" y="150"/>
                  </a:lnTo>
                  <a:lnTo>
                    <a:pt x="38562" y="598"/>
                  </a:lnTo>
                  <a:lnTo>
                    <a:pt x="36918" y="1196"/>
                  </a:lnTo>
                  <a:lnTo>
                    <a:pt x="35424" y="2093"/>
                  </a:lnTo>
                  <a:lnTo>
                    <a:pt x="34079" y="3289"/>
                  </a:lnTo>
                  <a:lnTo>
                    <a:pt x="33032" y="4634"/>
                  </a:lnTo>
                  <a:lnTo>
                    <a:pt x="32135" y="6128"/>
                  </a:lnTo>
                  <a:lnTo>
                    <a:pt x="31388" y="7773"/>
                  </a:lnTo>
                  <a:lnTo>
                    <a:pt x="27950" y="19132"/>
                  </a:lnTo>
                  <a:lnTo>
                    <a:pt x="27203" y="21075"/>
                  </a:lnTo>
                  <a:lnTo>
                    <a:pt x="26306" y="22869"/>
                  </a:lnTo>
                  <a:lnTo>
                    <a:pt x="25260" y="24662"/>
                  </a:lnTo>
                  <a:lnTo>
                    <a:pt x="23915" y="26157"/>
                  </a:lnTo>
                  <a:lnTo>
                    <a:pt x="22570" y="27651"/>
                  </a:lnTo>
                  <a:lnTo>
                    <a:pt x="20926" y="28847"/>
                  </a:lnTo>
                  <a:lnTo>
                    <a:pt x="19282" y="30043"/>
                  </a:lnTo>
                  <a:lnTo>
                    <a:pt x="17488" y="30940"/>
                  </a:lnTo>
                  <a:lnTo>
                    <a:pt x="6577" y="35723"/>
                  </a:lnTo>
                  <a:lnTo>
                    <a:pt x="5232" y="36470"/>
                  </a:lnTo>
                  <a:lnTo>
                    <a:pt x="3887" y="37516"/>
                  </a:lnTo>
                  <a:lnTo>
                    <a:pt x="2691" y="38562"/>
                  </a:lnTo>
                  <a:lnTo>
                    <a:pt x="1794" y="39908"/>
                  </a:lnTo>
                  <a:lnTo>
                    <a:pt x="1047" y="41253"/>
                  </a:lnTo>
                  <a:lnTo>
                    <a:pt x="449" y="42747"/>
                  </a:lnTo>
                  <a:lnTo>
                    <a:pt x="150" y="44242"/>
                  </a:lnTo>
                  <a:lnTo>
                    <a:pt x="1" y="45886"/>
                  </a:lnTo>
                  <a:lnTo>
                    <a:pt x="150" y="47530"/>
                  </a:lnTo>
                  <a:lnTo>
                    <a:pt x="449" y="49174"/>
                  </a:lnTo>
                  <a:lnTo>
                    <a:pt x="1047" y="50669"/>
                  </a:lnTo>
                  <a:lnTo>
                    <a:pt x="1794" y="52014"/>
                  </a:lnTo>
                  <a:lnTo>
                    <a:pt x="2691" y="53359"/>
                  </a:lnTo>
                  <a:lnTo>
                    <a:pt x="3887" y="54406"/>
                  </a:lnTo>
                  <a:lnTo>
                    <a:pt x="5232" y="55302"/>
                  </a:lnTo>
                  <a:lnTo>
                    <a:pt x="6577" y="56199"/>
                  </a:lnTo>
                  <a:lnTo>
                    <a:pt x="17488" y="60982"/>
                  </a:lnTo>
                  <a:lnTo>
                    <a:pt x="19282" y="61879"/>
                  </a:lnTo>
                  <a:lnTo>
                    <a:pt x="20926" y="62925"/>
                  </a:lnTo>
                  <a:lnTo>
                    <a:pt x="22570" y="64270"/>
                  </a:lnTo>
                  <a:lnTo>
                    <a:pt x="23915" y="65765"/>
                  </a:lnTo>
                  <a:lnTo>
                    <a:pt x="25260" y="67260"/>
                  </a:lnTo>
                  <a:lnTo>
                    <a:pt x="26306" y="69053"/>
                  </a:lnTo>
                  <a:lnTo>
                    <a:pt x="27203" y="70847"/>
                  </a:lnTo>
                  <a:lnTo>
                    <a:pt x="27950" y="72790"/>
                  </a:lnTo>
                  <a:lnTo>
                    <a:pt x="31388" y="84000"/>
                  </a:lnTo>
                  <a:lnTo>
                    <a:pt x="32135" y="85793"/>
                  </a:lnTo>
                  <a:lnTo>
                    <a:pt x="33032" y="87288"/>
                  </a:lnTo>
                  <a:lnTo>
                    <a:pt x="34079" y="88633"/>
                  </a:lnTo>
                  <a:lnTo>
                    <a:pt x="35424" y="89829"/>
                  </a:lnTo>
                  <a:lnTo>
                    <a:pt x="36918" y="90726"/>
                  </a:lnTo>
                  <a:lnTo>
                    <a:pt x="38562" y="91324"/>
                  </a:lnTo>
                  <a:lnTo>
                    <a:pt x="40207" y="91772"/>
                  </a:lnTo>
                  <a:lnTo>
                    <a:pt x="42150" y="91921"/>
                  </a:lnTo>
                  <a:lnTo>
                    <a:pt x="43943" y="91772"/>
                  </a:lnTo>
                  <a:lnTo>
                    <a:pt x="45587" y="91324"/>
                  </a:lnTo>
                  <a:lnTo>
                    <a:pt x="47231" y="90726"/>
                  </a:lnTo>
                  <a:lnTo>
                    <a:pt x="48726" y="89829"/>
                  </a:lnTo>
                  <a:lnTo>
                    <a:pt x="50071" y="88633"/>
                  </a:lnTo>
                  <a:lnTo>
                    <a:pt x="51117" y="87288"/>
                  </a:lnTo>
                  <a:lnTo>
                    <a:pt x="52014" y="85793"/>
                  </a:lnTo>
                  <a:lnTo>
                    <a:pt x="52762" y="84000"/>
                  </a:lnTo>
                  <a:lnTo>
                    <a:pt x="56199" y="72790"/>
                  </a:lnTo>
                  <a:lnTo>
                    <a:pt x="56947" y="70847"/>
                  </a:lnTo>
                  <a:lnTo>
                    <a:pt x="57843" y="69053"/>
                  </a:lnTo>
                  <a:lnTo>
                    <a:pt x="58890" y="67260"/>
                  </a:lnTo>
                  <a:lnTo>
                    <a:pt x="60235" y="65765"/>
                  </a:lnTo>
                  <a:lnTo>
                    <a:pt x="61580" y="64270"/>
                  </a:lnTo>
                  <a:lnTo>
                    <a:pt x="63224" y="62925"/>
                  </a:lnTo>
                  <a:lnTo>
                    <a:pt x="64868" y="61879"/>
                  </a:lnTo>
                  <a:lnTo>
                    <a:pt x="66662" y="60982"/>
                  </a:lnTo>
                  <a:lnTo>
                    <a:pt x="77573" y="56199"/>
                  </a:lnTo>
                  <a:lnTo>
                    <a:pt x="78918" y="55302"/>
                  </a:lnTo>
                  <a:lnTo>
                    <a:pt x="80263" y="54406"/>
                  </a:lnTo>
                  <a:lnTo>
                    <a:pt x="81459" y="53359"/>
                  </a:lnTo>
                  <a:lnTo>
                    <a:pt x="82356" y="52014"/>
                  </a:lnTo>
                  <a:lnTo>
                    <a:pt x="83103" y="50669"/>
                  </a:lnTo>
                  <a:lnTo>
                    <a:pt x="83701" y="49174"/>
                  </a:lnTo>
                  <a:lnTo>
                    <a:pt x="84000" y="47530"/>
                  </a:lnTo>
                  <a:lnTo>
                    <a:pt x="84149" y="45886"/>
                  </a:lnTo>
                  <a:lnTo>
                    <a:pt x="84000" y="44242"/>
                  </a:lnTo>
                  <a:lnTo>
                    <a:pt x="83701" y="42747"/>
                  </a:lnTo>
                  <a:lnTo>
                    <a:pt x="83103" y="41253"/>
                  </a:lnTo>
                  <a:lnTo>
                    <a:pt x="82356" y="39908"/>
                  </a:lnTo>
                  <a:lnTo>
                    <a:pt x="81459" y="38562"/>
                  </a:lnTo>
                  <a:lnTo>
                    <a:pt x="80263" y="37516"/>
                  </a:lnTo>
                  <a:lnTo>
                    <a:pt x="78918" y="36470"/>
                  </a:lnTo>
                  <a:lnTo>
                    <a:pt x="77573" y="35723"/>
                  </a:lnTo>
                  <a:lnTo>
                    <a:pt x="66662" y="30940"/>
                  </a:lnTo>
                  <a:lnTo>
                    <a:pt x="64868" y="30043"/>
                  </a:lnTo>
                  <a:lnTo>
                    <a:pt x="63224" y="28847"/>
                  </a:lnTo>
                  <a:lnTo>
                    <a:pt x="61580" y="27651"/>
                  </a:lnTo>
                  <a:lnTo>
                    <a:pt x="60235" y="26157"/>
                  </a:lnTo>
                  <a:lnTo>
                    <a:pt x="58890" y="24662"/>
                  </a:lnTo>
                  <a:lnTo>
                    <a:pt x="57843" y="22869"/>
                  </a:lnTo>
                  <a:lnTo>
                    <a:pt x="56947" y="21075"/>
                  </a:lnTo>
                  <a:lnTo>
                    <a:pt x="56199" y="19132"/>
                  </a:lnTo>
                  <a:lnTo>
                    <a:pt x="52762" y="7773"/>
                  </a:lnTo>
                  <a:lnTo>
                    <a:pt x="52014" y="6128"/>
                  </a:lnTo>
                  <a:lnTo>
                    <a:pt x="51117" y="4634"/>
                  </a:lnTo>
                  <a:lnTo>
                    <a:pt x="50071" y="3289"/>
                  </a:lnTo>
                  <a:lnTo>
                    <a:pt x="48726" y="2093"/>
                  </a:lnTo>
                  <a:lnTo>
                    <a:pt x="47231" y="1196"/>
                  </a:lnTo>
                  <a:lnTo>
                    <a:pt x="45587" y="598"/>
                  </a:lnTo>
                  <a:lnTo>
                    <a:pt x="43943" y="150"/>
                  </a:lnTo>
                  <a:lnTo>
                    <a:pt x="42150" y="0"/>
                  </a:lnTo>
                  <a:close/>
                </a:path>
              </a:pathLst>
            </a:custGeom>
            <a:solidFill>
              <a:srgbClr val="FFF56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80" name="Google Shape;1980;p155"/>
            <p:cNvSpPr/>
            <p:nvPr/>
          </p:nvSpPr>
          <p:spPr>
            <a:xfrm>
              <a:off x="1863225" y="238125"/>
              <a:ext cx="3893550" cy="5238750"/>
            </a:xfrm>
            <a:custGeom>
              <a:avLst/>
              <a:gdLst/>
              <a:ahLst/>
              <a:cxnLst/>
              <a:rect l="l" t="t" r="r" b="b"/>
              <a:pathLst>
                <a:path w="155742" h="209550" extrusionOk="0">
                  <a:moveTo>
                    <a:pt x="140048" y="15694"/>
                  </a:moveTo>
                  <a:lnTo>
                    <a:pt x="140048" y="126298"/>
                  </a:lnTo>
                  <a:lnTo>
                    <a:pt x="116283" y="150511"/>
                  </a:lnTo>
                  <a:lnTo>
                    <a:pt x="116283" y="193856"/>
                  </a:lnTo>
                  <a:lnTo>
                    <a:pt x="80860" y="193856"/>
                  </a:lnTo>
                  <a:lnTo>
                    <a:pt x="80860" y="154995"/>
                  </a:lnTo>
                  <a:lnTo>
                    <a:pt x="33331" y="154995"/>
                  </a:lnTo>
                  <a:lnTo>
                    <a:pt x="33331" y="131828"/>
                  </a:lnTo>
                  <a:lnTo>
                    <a:pt x="33331" y="116284"/>
                  </a:lnTo>
                  <a:lnTo>
                    <a:pt x="18683" y="116284"/>
                  </a:lnTo>
                  <a:lnTo>
                    <a:pt x="34825" y="76227"/>
                  </a:lnTo>
                  <a:lnTo>
                    <a:pt x="34825" y="15694"/>
                  </a:lnTo>
                  <a:close/>
                  <a:moveTo>
                    <a:pt x="17338" y="0"/>
                  </a:moveTo>
                  <a:lnTo>
                    <a:pt x="17338" y="76227"/>
                  </a:lnTo>
                  <a:lnTo>
                    <a:pt x="0" y="116284"/>
                  </a:lnTo>
                  <a:lnTo>
                    <a:pt x="0" y="131828"/>
                  </a:lnTo>
                  <a:lnTo>
                    <a:pt x="17786" y="131828"/>
                  </a:lnTo>
                  <a:lnTo>
                    <a:pt x="17786" y="170689"/>
                  </a:lnTo>
                  <a:lnTo>
                    <a:pt x="65167" y="170689"/>
                  </a:lnTo>
                  <a:lnTo>
                    <a:pt x="65167" y="209550"/>
                  </a:lnTo>
                  <a:lnTo>
                    <a:pt x="131977" y="209550"/>
                  </a:lnTo>
                  <a:lnTo>
                    <a:pt x="131977" y="156789"/>
                  </a:lnTo>
                  <a:lnTo>
                    <a:pt x="155593" y="132576"/>
                  </a:lnTo>
                  <a:lnTo>
                    <a:pt x="155742" y="132576"/>
                  </a:lnTo>
                  <a:lnTo>
                    <a:pt x="155742" y="0"/>
                  </a:lnTo>
                  <a:close/>
                </a:path>
              </a:pathLst>
            </a:custGeom>
            <a:solidFill>
              <a:srgbClr val="FFF56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Tree>
  </p:cSld>
  <p:clrMapOvr>
    <a:masterClrMapping/>
  </p:clrMapOvr>
  <p:transition spd="med">
    <p:fade thruBlk="1"/>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984"/>
        <p:cNvGrpSpPr/>
        <p:nvPr/>
      </p:nvGrpSpPr>
      <p:grpSpPr>
        <a:xfrm>
          <a:off x="0" y="0"/>
          <a:ext cx="0" cy="0"/>
          <a:chOff x="0" y="0"/>
          <a:chExt cx="0" cy="0"/>
        </a:xfrm>
      </p:grpSpPr>
      <p:grpSp>
        <p:nvGrpSpPr>
          <p:cNvPr id="1985" name="Google Shape;1985;p156"/>
          <p:cNvGrpSpPr/>
          <p:nvPr/>
        </p:nvGrpSpPr>
        <p:grpSpPr>
          <a:xfrm>
            <a:off x="5226094" y="1358416"/>
            <a:ext cx="3220929" cy="2795500"/>
            <a:chOff x="5101325" y="768937"/>
            <a:chExt cx="3406949" cy="2956949"/>
          </a:xfrm>
        </p:grpSpPr>
        <p:pic>
          <p:nvPicPr>
            <p:cNvPr id="1986" name="Google Shape;1986;p156"/>
            <p:cNvPicPr preferRelativeResize="0"/>
            <p:nvPr/>
          </p:nvPicPr>
          <p:blipFill>
            <a:blip r:embed="rId3">
              <a:alphaModFix/>
            </a:blip>
            <a:stretch>
              <a:fillRect/>
            </a:stretch>
          </p:blipFill>
          <p:spPr>
            <a:xfrm>
              <a:off x="5101325" y="768937"/>
              <a:ext cx="3406949" cy="2956949"/>
            </a:xfrm>
            <a:prstGeom prst="rect">
              <a:avLst/>
            </a:prstGeom>
            <a:noFill/>
            <a:ln>
              <a:noFill/>
            </a:ln>
          </p:spPr>
        </p:pic>
        <p:grpSp>
          <p:nvGrpSpPr>
            <p:cNvPr id="1987" name="Google Shape;1987;p156"/>
            <p:cNvGrpSpPr/>
            <p:nvPr/>
          </p:nvGrpSpPr>
          <p:grpSpPr>
            <a:xfrm>
              <a:off x="6650769" y="2040191"/>
              <a:ext cx="307590" cy="413861"/>
              <a:chOff x="1863225" y="238125"/>
              <a:chExt cx="3893550" cy="5238750"/>
            </a:xfrm>
          </p:grpSpPr>
          <p:sp>
            <p:nvSpPr>
              <p:cNvPr id="1988" name="Google Shape;1988;p156"/>
              <p:cNvSpPr/>
              <p:nvPr/>
            </p:nvSpPr>
            <p:spPr>
              <a:xfrm>
                <a:off x="3010350" y="996650"/>
                <a:ext cx="2103750" cy="2298050"/>
              </a:xfrm>
              <a:custGeom>
                <a:avLst/>
                <a:gdLst/>
                <a:ahLst/>
                <a:cxnLst/>
                <a:rect l="l" t="t" r="r" b="b"/>
                <a:pathLst>
                  <a:path w="84150" h="91922" extrusionOk="0">
                    <a:moveTo>
                      <a:pt x="42150" y="13901"/>
                    </a:moveTo>
                    <a:lnTo>
                      <a:pt x="44840" y="22719"/>
                    </a:lnTo>
                    <a:lnTo>
                      <a:pt x="45288" y="24214"/>
                    </a:lnTo>
                    <a:lnTo>
                      <a:pt x="45886" y="25858"/>
                    </a:lnTo>
                    <a:lnTo>
                      <a:pt x="47381" y="28847"/>
                    </a:lnTo>
                    <a:lnTo>
                      <a:pt x="49174" y="31538"/>
                    </a:lnTo>
                    <a:lnTo>
                      <a:pt x="51267" y="34078"/>
                    </a:lnTo>
                    <a:lnTo>
                      <a:pt x="53509" y="36470"/>
                    </a:lnTo>
                    <a:lnTo>
                      <a:pt x="56050" y="38562"/>
                    </a:lnTo>
                    <a:lnTo>
                      <a:pt x="58890" y="40356"/>
                    </a:lnTo>
                    <a:lnTo>
                      <a:pt x="60384" y="41253"/>
                    </a:lnTo>
                    <a:lnTo>
                      <a:pt x="61879" y="41851"/>
                    </a:lnTo>
                    <a:lnTo>
                      <a:pt x="70996" y="45886"/>
                    </a:lnTo>
                    <a:lnTo>
                      <a:pt x="61879" y="50071"/>
                    </a:lnTo>
                    <a:lnTo>
                      <a:pt x="60384" y="50669"/>
                    </a:lnTo>
                    <a:lnTo>
                      <a:pt x="58890" y="51566"/>
                    </a:lnTo>
                    <a:lnTo>
                      <a:pt x="56050" y="53359"/>
                    </a:lnTo>
                    <a:lnTo>
                      <a:pt x="53509" y="55452"/>
                    </a:lnTo>
                    <a:lnTo>
                      <a:pt x="51267" y="57694"/>
                    </a:lnTo>
                    <a:lnTo>
                      <a:pt x="49174" y="60384"/>
                    </a:lnTo>
                    <a:lnTo>
                      <a:pt x="47381" y="63075"/>
                    </a:lnTo>
                    <a:lnTo>
                      <a:pt x="45886" y="66064"/>
                    </a:lnTo>
                    <a:lnTo>
                      <a:pt x="45288" y="67708"/>
                    </a:lnTo>
                    <a:lnTo>
                      <a:pt x="44840" y="69203"/>
                    </a:lnTo>
                    <a:lnTo>
                      <a:pt x="42150" y="78021"/>
                    </a:lnTo>
                    <a:lnTo>
                      <a:pt x="39310" y="69203"/>
                    </a:lnTo>
                    <a:lnTo>
                      <a:pt x="38861" y="67708"/>
                    </a:lnTo>
                    <a:lnTo>
                      <a:pt x="38264" y="66064"/>
                    </a:lnTo>
                    <a:lnTo>
                      <a:pt x="36769" y="63075"/>
                    </a:lnTo>
                    <a:lnTo>
                      <a:pt x="34975" y="60384"/>
                    </a:lnTo>
                    <a:lnTo>
                      <a:pt x="32883" y="57694"/>
                    </a:lnTo>
                    <a:lnTo>
                      <a:pt x="30641" y="55452"/>
                    </a:lnTo>
                    <a:lnTo>
                      <a:pt x="28100" y="53359"/>
                    </a:lnTo>
                    <a:lnTo>
                      <a:pt x="25260" y="51566"/>
                    </a:lnTo>
                    <a:lnTo>
                      <a:pt x="23765" y="50669"/>
                    </a:lnTo>
                    <a:lnTo>
                      <a:pt x="22271" y="50071"/>
                    </a:lnTo>
                    <a:lnTo>
                      <a:pt x="13153" y="45886"/>
                    </a:lnTo>
                    <a:lnTo>
                      <a:pt x="22271" y="41851"/>
                    </a:lnTo>
                    <a:lnTo>
                      <a:pt x="23765" y="41253"/>
                    </a:lnTo>
                    <a:lnTo>
                      <a:pt x="25260" y="40356"/>
                    </a:lnTo>
                    <a:lnTo>
                      <a:pt x="28100" y="38562"/>
                    </a:lnTo>
                    <a:lnTo>
                      <a:pt x="30641" y="36470"/>
                    </a:lnTo>
                    <a:lnTo>
                      <a:pt x="32883" y="34078"/>
                    </a:lnTo>
                    <a:lnTo>
                      <a:pt x="34975" y="31538"/>
                    </a:lnTo>
                    <a:lnTo>
                      <a:pt x="36769" y="28847"/>
                    </a:lnTo>
                    <a:lnTo>
                      <a:pt x="38264" y="25858"/>
                    </a:lnTo>
                    <a:lnTo>
                      <a:pt x="38861" y="24214"/>
                    </a:lnTo>
                    <a:lnTo>
                      <a:pt x="39310" y="22719"/>
                    </a:lnTo>
                    <a:lnTo>
                      <a:pt x="42150" y="13901"/>
                    </a:lnTo>
                    <a:close/>
                    <a:moveTo>
                      <a:pt x="42150" y="0"/>
                    </a:moveTo>
                    <a:lnTo>
                      <a:pt x="40207" y="150"/>
                    </a:lnTo>
                    <a:lnTo>
                      <a:pt x="38562" y="598"/>
                    </a:lnTo>
                    <a:lnTo>
                      <a:pt x="36918" y="1196"/>
                    </a:lnTo>
                    <a:lnTo>
                      <a:pt x="35424" y="2093"/>
                    </a:lnTo>
                    <a:lnTo>
                      <a:pt x="34079" y="3289"/>
                    </a:lnTo>
                    <a:lnTo>
                      <a:pt x="33032" y="4634"/>
                    </a:lnTo>
                    <a:lnTo>
                      <a:pt x="32135" y="6128"/>
                    </a:lnTo>
                    <a:lnTo>
                      <a:pt x="31388" y="7773"/>
                    </a:lnTo>
                    <a:lnTo>
                      <a:pt x="27950" y="19132"/>
                    </a:lnTo>
                    <a:lnTo>
                      <a:pt x="27203" y="21075"/>
                    </a:lnTo>
                    <a:lnTo>
                      <a:pt x="26306" y="22869"/>
                    </a:lnTo>
                    <a:lnTo>
                      <a:pt x="25260" y="24662"/>
                    </a:lnTo>
                    <a:lnTo>
                      <a:pt x="23915" y="26157"/>
                    </a:lnTo>
                    <a:lnTo>
                      <a:pt x="22570" y="27651"/>
                    </a:lnTo>
                    <a:lnTo>
                      <a:pt x="20926" y="28847"/>
                    </a:lnTo>
                    <a:lnTo>
                      <a:pt x="19282" y="30043"/>
                    </a:lnTo>
                    <a:lnTo>
                      <a:pt x="17488" y="30940"/>
                    </a:lnTo>
                    <a:lnTo>
                      <a:pt x="6577" y="35723"/>
                    </a:lnTo>
                    <a:lnTo>
                      <a:pt x="5232" y="36470"/>
                    </a:lnTo>
                    <a:lnTo>
                      <a:pt x="3887" y="37516"/>
                    </a:lnTo>
                    <a:lnTo>
                      <a:pt x="2691" y="38562"/>
                    </a:lnTo>
                    <a:lnTo>
                      <a:pt x="1794" y="39908"/>
                    </a:lnTo>
                    <a:lnTo>
                      <a:pt x="1047" y="41253"/>
                    </a:lnTo>
                    <a:lnTo>
                      <a:pt x="449" y="42747"/>
                    </a:lnTo>
                    <a:lnTo>
                      <a:pt x="150" y="44242"/>
                    </a:lnTo>
                    <a:lnTo>
                      <a:pt x="1" y="45886"/>
                    </a:lnTo>
                    <a:lnTo>
                      <a:pt x="150" y="47530"/>
                    </a:lnTo>
                    <a:lnTo>
                      <a:pt x="449" y="49174"/>
                    </a:lnTo>
                    <a:lnTo>
                      <a:pt x="1047" y="50669"/>
                    </a:lnTo>
                    <a:lnTo>
                      <a:pt x="1794" y="52014"/>
                    </a:lnTo>
                    <a:lnTo>
                      <a:pt x="2691" y="53359"/>
                    </a:lnTo>
                    <a:lnTo>
                      <a:pt x="3887" y="54406"/>
                    </a:lnTo>
                    <a:lnTo>
                      <a:pt x="5232" y="55302"/>
                    </a:lnTo>
                    <a:lnTo>
                      <a:pt x="6577" y="56199"/>
                    </a:lnTo>
                    <a:lnTo>
                      <a:pt x="17488" y="60982"/>
                    </a:lnTo>
                    <a:lnTo>
                      <a:pt x="19282" y="61879"/>
                    </a:lnTo>
                    <a:lnTo>
                      <a:pt x="20926" y="62925"/>
                    </a:lnTo>
                    <a:lnTo>
                      <a:pt x="22570" y="64270"/>
                    </a:lnTo>
                    <a:lnTo>
                      <a:pt x="23915" y="65765"/>
                    </a:lnTo>
                    <a:lnTo>
                      <a:pt x="25260" y="67260"/>
                    </a:lnTo>
                    <a:lnTo>
                      <a:pt x="26306" y="69053"/>
                    </a:lnTo>
                    <a:lnTo>
                      <a:pt x="27203" y="70847"/>
                    </a:lnTo>
                    <a:lnTo>
                      <a:pt x="27950" y="72790"/>
                    </a:lnTo>
                    <a:lnTo>
                      <a:pt x="31388" y="84000"/>
                    </a:lnTo>
                    <a:lnTo>
                      <a:pt x="32135" y="85793"/>
                    </a:lnTo>
                    <a:lnTo>
                      <a:pt x="33032" y="87288"/>
                    </a:lnTo>
                    <a:lnTo>
                      <a:pt x="34079" y="88633"/>
                    </a:lnTo>
                    <a:lnTo>
                      <a:pt x="35424" y="89829"/>
                    </a:lnTo>
                    <a:lnTo>
                      <a:pt x="36918" y="90726"/>
                    </a:lnTo>
                    <a:lnTo>
                      <a:pt x="38562" y="91324"/>
                    </a:lnTo>
                    <a:lnTo>
                      <a:pt x="40207" y="91772"/>
                    </a:lnTo>
                    <a:lnTo>
                      <a:pt x="42150" y="91921"/>
                    </a:lnTo>
                    <a:lnTo>
                      <a:pt x="43943" y="91772"/>
                    </a:lnTo>
                    <a:lnTo>
                      <a:pt x="45587" y="91324"/>
                    </a:lnTo>
                    <a:lnTo>
                      <a:pt x="47231" y="90726"/>
                    </a:lnTo>
                    <a:lnTo>
                      <a:pt x="48726" y="89829"/>
                    </a:lnTo>
                    <a:lnTo>
                      <a:pt x="50071" y="88633"/>
                    </a:lnTo>
                    <a:lnTo>
                      <a:pt x="51117" y="87288"/>
                    </a:lnTo>
                    <a:lnTo>
                      <a:pt x="52014" y="85793"/>
                    </a:lnTo>
                    <a:lnTo>
                      <a:pt x="52762" y="84000"/>
                    </a:lnTo>
                    <a:lnTo>
                      <a:pt x="56199" y="72790"/>
                    </a:lnTo>
                    <a:lnTo>
                      <a:pt x="56947" y="70847"/>
                    </a:lnTo>
                    <a:lnTo>
                      <a:pt x="57843" y="69053"/>
                    </a:lnTo>
                    <a:lnTo>
                      <a:pt x="58890" y="67260"/>
                    </a:lnTo>
                    <a:lnTo>
                      <a:pt x="60235" y="65765"/>
                    </a:lnTo>
                    <a:lnTo>
                      <a:pt x="61580" y="64270"/>
                    </a:lnTo>
                    <a:lnTo>
                      <a:pt x="63224" y="62925"/>
                    </a:lnTo>
                    <a:lnTo>
                      <a:pt x="64868" y="61879"/>
                    </a:lnTo>
                    <a:lnTo>
                      <a:pt x="66662" y="60982"/>
                    </a:lnTo>
                    <a:lnTo>
                      <a:pt x="77573" y="56199"/>
                    </a:lnTo>
                    <a:lnTo>
                      <a:pt x="78918" y="55302"/>
                    </a:lnTo>
                    <a:lnTo>
                      <a:pt x="80263" y="54406"/>
                    </a:lnTo>
                    <a:lnTo>
                      <a:pt x="81459" y="53359"/>
                    </a:lnTo>
                    <a:lnTo>
                      <a:pt x="82356" y="52014"/>
                    </a:lnTo>
                    <a:lnTo>
                      <a:pt x="83103" y="50669"/>
                    </a:lnTo>
                    <a:lnTo>
                      <a:pt x="83701" y="49174"/>
                    </a:lnTo>
                    <a:lnTo>
                      <a:pt x="84000" y="47530"/>
                    </a:lnTo>
                    <a:lnTo>
                      <a:pt x="84149" y="45886"/>
                    </a:lnTo>
                    <a:lnTo>
                      <a:pt x="84000" y="44242"/>
                    </a:lnTo>
                    <a:lnTo>
                      <a:pt x="83701" y="42747"/>
                    </a:lnTo>
                    <a:lnTo>
                      <a:pt x="83103" y="41253"/>
                    </a:lnTo>
                    <a:lnTo>
                      <a:pt x="82356" y="39908"/>
                    </a:lnTo>
                    <a:lnTo>
                      <a:pt x="81459" y="38562"/>
                    </a:lnTo>
                    <a:lnTo>
                      <a:pt x="80263" y="37516"/>
                    </a:lnTo>
                    <a:lnTo>
                      <a:pt x="78918" y="36470"/>
                    </a:lnTo>
                    <a:lnTo>
                      <a:pt x="77573" y="35723"/>
                    </a:lnTo>
                    <a:lnTo>
                      <a:pt x="66662" y="30940"/>
                    </a:lnTo>
                    <a:lnTo>
                      <a:pt x="64868" y="30043"/>
                    </a:lnTo>
                    <a:lnTo>
                      <a:pt x="63224" y="28847"/>
                    </a:lnTo>
                    <a:lnTo>
                      <a:pt x="61580" y="27651"/>
                    </a:lnTo>
                    <a:lnTo>
                      <a:pt x="60235" y="26157"/>
                    </a:lnTo>
                    <a:lnTo>
                      <a:pt x="58890" y="24662"/>
                    </a:lnTo>
                    <a:lnTo>
                      <a:pt x="57843" y="22869"/>
                    </a:lnTo>
                    <a:lnTo>
                      <a:pt x="56947" y="21075"/>
                    </a:lnTo>
                    <a:lnTo>
                      <a:pt x="56199" y="19132"/>
                    </a:lnTo>
                    <a:lnTo>
                      <a:pt x="52762" y="7773"/>
                    </a:lnTo>
                    <a:lnTo>
                      <a:pt x="52014" y="6128"/>
                    </a:lnTo>
                    <a:lnTo>
                      <a:pt x="51117" y="4634"/>
                    </a:lnTo>
                    <a:lnTo>
                      <a:pt x="50071" y="3289"/>
                    </a:lnTo>
                    <a:lnTo>
                      <a:pt x="48726" y="2093"/>
                    </a:lnTo>
                    <a:lnTo>
                      <a:pt x="47231" y="1196"/>
                    </a:lnTo>
                    <a:lnTo>
                      <a:pt x="45587" y="598"/>
                    </a:lnTo>
                    <a:lnTo>
                      <a:pt x="43943" y="150"/>
                    </a:lnTo>
                    <a:lnTo>
                      <a:pt x="42150" y="0"/>
                    </a:lnTo>
                    <a:close/>
                  </a:path>
                </a:pathLst>
              </a:custGeom>
              <a:solidFill>
                <a:srgbClr val="FFF56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9" name="Google Shape;1989;p156"/>
              <p:cNvSpPr/>
              <p:nvPr/>
            </p:nvSpPr>
            <p:spPr>
              <a:xfrm>
                <a:off x="1863225" y="238125"/>
                <a:ext cx="3893550" cy="5238750"/>
              </a:xfrm>
              <a:custGeom>
                <a:avLst/>
                <a:gdLst/>
                <a:ahLst/>
                <a:cxnLst/>
                <a:rect l="l" t="t" r="r" b="b"/>
                <a:pathLst>
                  <a:path w="155742" h="209550" extrusionOk="0">
                    <a:moveTo>
                      <a:pt x="140048" y="15694"/>
                    </a:moveTo>
                    <a:lnTo>
                      <a:pt x="140048" y="126298"/>
                    </a:lnTo>
                    <a:lnTo>
                      <a:pt x="116283" y="150511"/>
                    </a:lnTo>
                    <a:lnTo>
                      <a:pt x="116283" y="193856"/>
                    </a:lnTo>
                    <a:lnTo>
                      <a:pt x="80860" y="193856"/>
                    </a:lnTo>
                    <a:lnTo>
                      <a:pt x="80860" y="154995"/>
                    </a:lnTo>
                    <a:lnTo>
                      <a:pt x="33331" y="154995"/>
                    </a:lnTo>
                    <a:lnTo>
                      <a:pt x="33331" y="131828"/>
                    </a:lnTo>
                    <a:lnTo>
                      <a:pt x="33331" y="116284"/>
                    </a:lnTo>
                    <a:lnTo>
                      <a:pt x="18683" y="116284"/>
                    </a:lnTo>
                    <a:lnTo>
                      <a:pt x="34825" y="76227"/>
                    </a:lnTo>
                    <a:lnTo>
                      <a:pt x="34825" y="15694"/>
                    </a:lnTo>
                    <a:close/>
                    <a:moveTo>
                      <a:pt x="17338" y="0"/>
                    </a:moveTo>
                    <a:lnTo>
                      <a:pt x="17338" y="76227"/>
                    </a:lnTo>
                    <a:lnTo>
                      <a:pt x="0" y="116284"/>
                    </a:lnTo>
                    <a:lnTo>
                      <a:pt x="0" y="131828"/>
                    </a:lnTo>
                    <a:lnTo>
                      <a:pt x="17786" y="131828"/>
                    </a:lnTo>
                    <a:lnTo>
                      <a:pt x="17786" y="170689"/>
                    </a:lnTo>
                    <a:lnTo>
                      <a:pt x="65167" y="170689"/>
                    </a:lnTo>
                    <a:lnTo>
                      <a:pt x="65167" y="209550"/>
                    </a:lnTo>
                    <a:lnTo>
                      <a:pt x="131977" y="209550"/>
                    </a:lnTo>
                    <a:lnTo>
                      <a:pt x="131977" y="156789"/>
                    </a:lnTo>
                    <a:lnTo>
                      <a:pt x="155593" y="132576"/>
                    </a:lnTo>
                    <a:lnTo>
                      <a:pt x="155742" y="132576"/>
                    </a:lnTo>
                    <a:lnTo>
                      <a:pt x="155742" y="0"/>
                    </a:lnTo>
                    <a:close/>
                  </a:path>
                </a:pathLst>
              </a:custGeom>
              <a:solidFill>
                <a:srgbClr val="FFF56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1990" name="Google Shape;1990;p156"/>
          <p:cNvSpPr txBox="1"/>
          <p:nvPr/>
        </p:nvSpPr>
        <p:spPr>
          <a:xfrm>
            <a:off x="368550" y="171749"/>
            <a:ext cx="7624800" cy="1046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2800" b="1">
                <a:solidFill>
                  <a:schemeClr val="dk1"/>
                </a:solidFill>
                <a:latin typeface="IBM Plex Sans"/>
                <a:ea typeface="IBM Plex Sans"/>
                <a:cs typeface="IBM Plex Sans"/>
                <a:sym typeface="IBM Plex Sans"/>
              </a:rPr>
              <a:t>Agentic orchestration powers </a:t>
            </a:r>
            <a:br>
              <a:rPr lang="en" sz="2800" b="1">
                <a:solidFill>
                  <a:schemeClr val="dk1"/>
                </a:solidFill>
                <a:latin typeface="IBM Plex Sans"/>
                <a:ea typeface="IBM Plex Sans"/>
                <a:cs typeface="IBM Plex Sans"/>
                <a:sym typeface="IBM Plex Sans"/>
              </a:rPr>
            </a:br>
            <a:r>
              <a:rPr lang="en" sz="2800" b="1">
                <a:solidFill>
                  <a:schemeClr val="dk1"/>
                </a:solidFill>
                <a:latin typeface="IBM Plex Sans"/>
                <a:ea typeface="IBM Plex Sans"/>
                <a:cs typeface="IBM Plex Sans"/>
                <a:sym typeface="IBM Plex Sans"/>
              </a:rPr>
              <a:t>the AI-native organization</a:t>
            </a:r>
            <a:endParaRPr sz="2800"/>
          </a:p>
        </p:txBody>
      </p:sp>
      <p:sp>
        <p:nvSpPr>
          <p:cNvPr id="1991" name="Google Shape;1991;p156"/>
          <p:cNvSpPr txBox="1"/>
          <p:nvPr/>
        </p:nvSpPr>
        <p:spPr>
          <a:xfrm>
            <a:off x="5558875" y="3163275"/>
            <a:ext cx="1118100" cy="4032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100">
                <a:solidFill>
                  <a:schemeClr val="lt1"/>
                </a:solidFill>
                <a:latin typeface="IBM Plex Sans SemiBold"/>
                <a:ea typeface="IBM Plex Sans SemiBold"/>
                <a:cs typeface="IBM Plex Sans SemiBold"/>
                <a:sym typeface="IBM Plex Sans SemiBold"/>
              </a:rPr>
              <a:t>Deterministic </a:t>
            </a:r>
            <a:endParaRPr sz="1100">
              <a:solidFill>
                <a:schemeClr val="lt1"/>
              </a:solidFill>
              <a:latin typeface="IBM Plex Sans SemiBold"/>
              <a:ea typeface="IBM Plex Sans SemiBold"/>
              <a:cs typeface="IBM Plex Sans SemiBold"/>
              <a:sym typeface="IBM Plex Sans SemiBold"/>
            </a:endParaRPr>
          </a:p>
        </p:txBody>
      </p:sp>
      <p:sp>
        <p:nvSpPr>
          <p:cNvPr id="1992" name="Google Shape;1992;p156"/>
          <p:cNvSpPr txBox="1"/>
          <p:nvPr/>
        </p:nvSpPr>
        <p:spPr>
          <a:xfrm>
            <a:off x="457200" y="1546950"/>
            <a:ext cx="4457700" cy="2992500"/>
          </a:xfrm>
          <a:prstGeom prst="rect">
            <a:avLst/>
          </a:prstGeom>
          <a:noFill/>
          <a:ln>
            <a:noFill/>
          </a:ln>
        </p:spPr>
        <p:txBody>
          <a:bodyPr spcFirstLastPara="1" wrap="square" lIns="91425" tIns="91425" rIns="91425" bIns="91425" anchor="t" anchorCtr="0">
            <a:spAutoFit/>
          </a:bodyPr>
          <a:lstStyle/>
          <a:p>
            <a:pPr marL="457200" lvl="0" indent="-323850" algn="l" rtl="0">
              <a:lnSpc>
                <a:spcPct val="115000"/>
              </a:lnSpc>
              <a:spcBef>
                <a:spcPts val="1000"/>
              </a:spcBef>
              <a:spcAft>
                <a:spcPts val="0"/>
              </a:spcAft>
              <a:buClr>
                <a:schemeClr val="accent5"/>
              </a:buClr>
              <a:buSzPts val="1500"/>
              <a:buFont typeface="IBM Plex Sans"/>
              <a:buChar char="■"/>
            </a:pPr>
            <a:r>
              <a:rPr lang="en" sz="1500" b="1">
                <a:solidFill>
                  <a:srgbClr val="280892"/>
                </a:solidFill>
                <a:latin typeface="IBM Plex Sans"/>
                <a:ea typeface="IBM Plex Sans"/>
                <a:cs typeface="IBM Plex Sans"/>
                <a:sym typeface="IBM Plex Sans"/>
              </a:rPr>
              <a:t>Blends deterministic</a:t>
            </a:r>
            <a:r>
              <a:rPr lang="en" sz="1500">
                <a:solidFill>
                  <a:schemeClr val="dk1"/>
                </a:solidFill>
                <a:latin typeface="IBM Plex Sans"/>
                <a:ea typeface="IBM Plex Sans"/>
                <a:cs typeface="IBM Plex Sans"/>
                <a:sym typeface="IBM Plex Sans"/>
              </a:rPr>
              <a:t> and </a:t>
            </a:r>
            <a:r>
              <a:rPr lang="en" sz="1500" b="1">
                <a:solidFill>
                  <a:srgbClr val="280892"/>
                </a:solidFill>
                <a:latin typeface="IBM Plex Sans"/>
                <a:ea typeface="IBM Plex Sans"/>
                <a:cs typeface="IBM Plex Sans"/>
                <a:sym typeface="IBM Plex Sans"/>
              </a:rPr>
              <a:t>dynamic</a:t>
            </a:r>
            <a:r>
              <a:rPr lang="en" sz="1500">
                <a:solidFill>
                  <a:schemeClr val="dk1"/>
                </a:solidFill>
                <a:latin typeface="IBM Plex Sans"/>
                <a:ea typeface="IBM Plex Sans"/>
                <a:cs typeface="IBM Plex Sans"/>
                <a:sym typeface="IBM Plex Sans"/>
              </a:rPr>
              <a:t> (AI-driven) business processes</a:t>
            </a:r>
            <a:endParaRPr sz="1500">
              <a:solidFill>
                <a:schemeClr val="dk1"/>
              </a:solidFill>
              <a:latin typeface="IBM Plex Sans"/>
              <a:ea typeface="IBM Plex Sans"/>
              <a:cs typeface="IBM Plex Sans"/>
              <a:sym typeface="IBM Plex Sans"/>
            </a:endParaRPr>
          </a:p>
          <a:p>
            <a:pPr marL="457200" lvl="0" indent="-323850" algn="l" rtl="0">
              <a:lnSpc>
                <a:spcPct val="115000"/>
              </a:lnSpc>
              <a:spcBef>
                <a:spcPts val="1400"/>
              </a:spcBef>
              <a:spcAft>
                <a:spcPts val="0"/>
              </a:spcAft>
              <a:buClr>
                <a:schemeClr val="accent5"/>
              </a:buClr>
              <a:buSzPts val="1500"/>
              <a:buFont typeface="IBM Plex Sans"/>
              <a:buChar char="■"/>
            </a:pPr>
            <a:r>
              <a:rPr lang="en" sz="1500">
                <a:solidFill>
                  <a:schemeClr val="dk1"/>
                </a:solidFill>
                <a:latin typeface="IBM Plex Sans"/>
                <a:ea typeface="IBM Plex Sans"/>
                <a:cs typeface="IBM Plex Sans"/>
                <a:sym typeface="IBM Plex Sans"/>
              </a:rPr>
              <a:t>Unites the best of </a:t>
            </a:r>
            <a:r>
              <a:rPr lang="en" sz="1500" b="1">
                <a:solidFill>
                  <a:srgbClr val="280892"/>
                </a:solidFill>
                <a:latin typeface="IBM Plex Sans"/>
                <a:ea typeface="IBM Plex Sans"/>
                <a:cs typeface="IBM Plex Sans"/>
                <a:sym typeface="IBM Plex Sans"/>
              </a:rPr>
              <a:t>humans and machines </a:t>
            </a:r>
            <a:endParaRPr sz="1500">
              <a:solidFill>
                <a:srgbClr val="280892"/>
              </a:solidFill>
              <a:latin typeface="IBM Plex Sans"/>
              <a:ea typeface="IBM Plex Sans"/>
              <a:cs typeface="IBM Plex Sans"/>
              <a:sym typeface="IBM Plex Sans"/>
            </a:endParaRPr>
          </a:p>
          <a:p>
            <a:pPr marL="457200" lvl="0" indent="-323850" algn="l" rtl="0">
              <a:lnSpc>
                <a:spcPct val="115000"/>
              </a:lnSpc>
              <a:spcBef>
                <a:spcPts val="1400"/>
              </a:spcBef>
              <a:spcAft>
                <a:spcPts val="0"/>
              </a:spcAft>
              <a:buClr>
                <a:schemeClr val="accent5"/>
              </a:buClr>
              <a:buSzPts val="1500"/>
              <a:buFont typeface="IBM Plex Sans"/>
              <a:buChar char="■"/>
            </a:pPr>
            <a:r>
              <a:rPr lang="en" sz="1500">
                <a:solidFill>
                  <a:schemeClr val="dk1"/>
                </a:solidFill>
                <a:latin typeface="IBM Plex Sans"/>
                <a:ea typeface="IBM Plex Sans"/>
                <a:cs typeface="IBM Plex Sans"/>
                <a:sym typeface="IBM Plex Sans"/>
              </a:rPr>
              <a:t>Adds </a:t>
            </a:r>
            <a:r>
              <a:rPr lang="en" sz="1500" b="1">
                <a:solidFill>
                  <a:srgbClr val="280892"/>
                </a:solidFill>
                <a:latin typeface="IBM Plex Sans"/>
                <a:ea typeface="IBM Plex Sans"/>
                <a:cs typeface="IBM Plex Sans"/>
                <a:sym typeface="IBM Plex Sans"/>
              </a:rPr>
              <a:t>visibility</a:t>
            </a:r>
            <a:r>
              <a:rPr lang="en" sz="1500">
                <a:solidFill>
                  <a:srgbClr val="280892"/>
                </a:solidFill>
                <a:latin typeface="IBM Plex Sans"/>
                <a:ea typeface="IBM Plex Sans"/>
                <a:cs typeface="IBM Plex Sans"/>
                <a:sym typeface="IBM Plex Sans"/>
              </a:rPr>
              <a:t>, </a:t>
            </a:r>
            <a:r>
              <a:rPr lang="en" sz="1500" b="1">
                <a:solidFill>
                  <a:srgbClr val="280892"/>
                </a:solidFill>
                <a:latin typeface="IBM Plex Sans"/>
                <a:ea typeface="IBM Plex Sans"/>
                <a:cs typeface="IBM Plex Sans"/>
                <a:sym typeface="IBM Plex Sans"/>
              </a:rPr>
              <a:t>auditability</a:t>
            </a:r>
            <a:r>
              <a:rPr lang="en" sz="1500">
                <a:solidFill>
                  <a:schemeClr val="dk1"/>
                </a:solidFill>
                <a:latin typeface="IBM Plex Sans"/>
                <a:ea typeface="IBM Plex Sans"/>
                <a:cs typeface="IBM Plex Sans"/>
                <a:sym typeface="IBM Plex Sans"/>
              </a:rPr>
              <a:t>, and </a:t>
            </a:r>
            <a:r>
              <a:rPr lang="en" sz="1500" b="1">
                <a:solidFill>
                  <a:srgbClr val="280892"/>
                </a:solidFill>
                <a:latin typeface="IBM Plex Sans"/>
                <a:ea typeface="IBM Plex Sans"/>
                <a:cs typeface="IBM Plex Sans"/>
                <a:sym typeface="IBM Plex Sans"/>
              </a:rPr>
              <a:t>guardrails</a:t>
            </a:r>
            <a:endParaRPr sz="1500" b="1">
              <a:solidFill>
                <a:srgbClr val="280892"/>
              </a:solidFill>
              <a:latin typeface="IBM Plex Sans"/>
              <a:ea typeface="IBM Plex Sans"/>
              <a:cs typeface="IBM Plex Sans"/>
              <a:sym typeface="IBM Plex Sans"/>
            </a:endParaRPr>
          </a:p>
          <a:p>
            <a:pPr marL="457200" lvl="0" indent="-323850" algn="l" rtl="0">
              <a:lnSpc>
                <a:spcPct val="115000"/>
              </a:lnSpc>
              <a:spcBef>
                <a:spcPts val="1400"/>
              </a:spcBef>
              <a:spcAft>
                <a:spcPts val="0"/>
              </a:spcAft>
              <a:buClr>
                <a:schemeClr val="accent5"/>
              </a:buClr>
              <a:buSzPts val="1500"/>
              <a:buFont typeface="IBM Plex Sans"/>
              <a:buChar char="■"/>
            </a:pPr>
            <a:r>
              <a:rPr lang="en" sz="1500">
                <a:solidFill>
                  <a:schemeClr val="dk1"/>
                </a:solidFill>
                <a:latin typeface="IBM Plex Sans"/>
                <a:ea typeface="IBM Plex Sans"/>
                <a:cs typeface="IBM Plex Sans"/>
                <a:sym typeface="IBM Plex Sans"/>
              </a:rPr>
              <a:t>Handles </a:t>
            </a:r>
            <a:r>
              <a:rPr lang="en" sz="1500" b="1">
                <a:solidFill>
                  <a:srgbClr val="280892"/>
                </a:solidFill>
                <a:latin typeface="IBM Plex Sans"/>
                <a:ea typeface="IBM Plex Sans"/>
                <a:cs typeface="IBM Plex Sans"/>
                <a:sym typeface="IBM Plex Sans"/>
              </a:rPr>
              <a:t>long-running</a:t>
            </a:r>
            <a:r>
              <a:rPr lang="en" sz="1500">
                <a:solidFill>
                  <a:srgbClr val="280892"/>
                </a:solidFill>
                <a:latin typeface="IBM Plex Sans"/>
                <a:ea typeface="IBM Plex Sans"/>
                <a:cs typeface="IBM Plex Sans"/>
                <a:sym typeface="IBM Plex Sans"/>
              </a:rPr>
              <a:t>, </a:t>
            </a:r>
            <a:r>
              <a:rPr lang="en" sz="1500" b="1">
                <a:solidFill>
                  <a:srgbClr val="280892"/>
                </a:solidFill>
                <a:latin typeface="IBM Plex Sans"/>
                <a:ea typeface="IBM Plex Sans"/>
                <a:cs typeface="IBM Plex Sans"/>
                <a:sym typeface="IBM Plex Sans"/>
              </a:rPr>
              <a:t>complex</a:t>
            </a:r>
            <a:r>
              <a:rPr lang="en" sz="1500">
                <a:solidFill>
                  <a:srgbClr val="280892"/>
                </a:solidFill>
                <a:latin typeface="IBM Plex Sans"/>
                <a:ea typeface="IBM Plex Sans"/>
                <a:cs typeface="IBM Plex Sans"/>
                <a:sym typeface="IBM Plex Sans"/>
              </a:rPr>
              <a:t>,</a:t>
            </a:r>
            <a:r>
              <a:rPr lang="en" sz="1500">
                <a:solidFill>
                  <a:schemeClr val="dk1"/>
                </a:solidFill>
                <a:latin typeface="IBM Plex Sans"/>
                <a:ea typeface="IBM Plex Sans"/>
                <a:cs typeface="IBM Plex Sans"/>
                <a:sym typeface="IBM Plex Sans"/>
              </a:rPr>
              <a:t> and </a:t>
            </a:r>
            <a:r>
              <a:rPr lang="en" sz="1500" b="1">
                <a:solidFill>
                  <a:srgbClr val="280892"/>
                </a:solidFill>
                <a:latin typeface="IBM Plex Sans"/>
                <a:ea typeface="IBM Plex Sans"/>
                <a:cs typeface="IBM Plex Sans"/>
                <a:sym typeface="IBM Plex Sans"/>
              </a:rPr>
              <a:t>high-performance</a:t>
            </a:r>
            <a:r>
              <a:rPr lang="en" sz="1500">
                <a:solidFill>
                  <a:schemeClr val="dk1"/>
                </a:solidFill>
                <a:latin typeface="IBM Plex Sans"/>
                <a:ea typeface="IBM Plex Sans"/>
                <a:cs typeface="IBM Plex Sans"/>
                <a:sym typeface="IBM Plex Sans"/>
              </a:rPr>
              <a:t> processes</a:t>
            </a:r>
            <a:endParaRPr sz="1500">
              <a:solidFill>
                <a:schemeClr val="dk1"/>
              </a:solidFill>
              <a:latin typeface="IBM Plex Sans"/>
              <a:ea typeface="IBM Plex Sans"/>
              <a:cs typeface="IBM Plex Sans"/>
              <a:sym typeface="IBM Plex Sans"/>
            </a:endParaRPr>
          </a:p>
          <a:p>
            <a:pPr marL="457200" lvl="0" indent="-323850" algn="l" rtl="0">
              <a:lnSpc>
                <a:spcPct val="115000"/>
              </a:lnSpc>
              <a:spcBef>
                <a:spcPts val="1400"/>
              </a:spcBef>
              <a:spcAft>
                <a:spcPts val="1400"/>
              </a:spcAft>
              <a:buClr>
                <a:schemeClr val="accent5"/>
              </a:buClr>
              <a:buSzPts val="1500"/>
              <a:buFont typeface="IBM Plex Sans"/>
              <a:buChar char="■"/>
            </a:pPr>
            <a:r>
              <a:rPr lang="en" sz="1500">
                <a:solidFill>
                  <a:schemeClr val="dk1"/>
                </a:solidFill>
                <a:latin typeface="IBM Plex Sans"/>
                <a:ea typeface="IBM Plex Sans"/>
                <a:cs typeface="IBM Plex Sans"/>
                <a:sym typeface="IBM Plex Sans"/>
              </a:rPr>
              <a:t>Provides</a:t>
            </a:r>
            <a:r>
              <a:rPr lang="en" sz="1500" b="1">
                <a:solidFill>
                  <a:schemeClr val="dk1"/>
                </a:solidFill>
                <a:latin typeface="IBM Plex Sans"/>
                <a:ea typeface="IBM Plex Sans"/>
                <a:cs typeface="IBM Plex Sans"/>
                <a:sym typeface="IBM Plex Sans"/>
              </a:rPr>
              <a:t> </a:t>
            </a:r>
            <a:r>
              <a:rPr lang="en" sz="1500" b="1">
                <a:solidFill>
                  <a:srgbClr val="280892"/>
                </a:solidFill>
                <a:latin typeface="IBM Plex Sans"/>
                <a:ea typeface="IBM Plex Sans"/>
                <a:cs typeface="IBM Plex Sans"/>
                <a:sym typeface="IBM Plex Sans"/>
              </a:rPr>
              <a:t>flexible foundation</a:t>
            </a:r>
            <a:r>
              <a:rPr lang="en" sz="1500" b="1">
                <a:solidFill>
                  <a:schemeClr val="dk1"/>
                </a:solidFill>
                <a:latin typeface="IBM Plex Sans"/>
                <a:ea typeface="IBM Plex Sans"/>
                <a:cs typeface="IBM Plex Sans"/>
                <a:sym typeface="IBM Plex Sans"/>
              </a:rPr>
              <a:t> </a:t>
            </a:r>
            <a:r>
              <a:rPr lang="en" sz="1500">
                <a:solidFill>
                  <a:schemeClr val="dk1"/>
                </a:solidFill>
                <a:latin typeface="IBM Plex Sans"/>
                <a:ea typeface="IBM Plex Sans"/>
                <a:cs typeface="IBM Plex Sans"/>
                <a:sym typeface="IBM Plex Sans"/>
              </a:rPr>
              <a:t>to adapt to changing technology and business needs</a:t>
            </a:r>
            <a:endParaRPr sz="1500">
              <a:solidFill>
                <a:schemeClr val="dk1"/>
              </a:solidFill>
              <a:latin typeface="IBM Plex Sans"/>
              <a:ea typeface="IBM Plex Sans"/>
              <a:cs typeface="IBM Plex Sans"/>
              <a:sym typeface="IBM Plex Sans"/>
            </a:endParaRPr>
          </a:p>
        </p:txBody>
      </p:sp>
      <p:sp>
        <p:nvSpPr>
          <p:cNvPr id="1993" name="Google Shape;1993;p156"/>
          <p:cNvSpPr txBox="1"/>
          <p:nvPr/>
        </p:nvSpPr>
        <p:spPr>
          <a:xfrm>
            <a:off x="7287750" y="3163275"/>
            <a:ext cx="760200" cy="4032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r>
              <a:rPr lang="en" sz="1100">
                <a:solidFill>
                  <a:schemeClr val="lt1"/>
                </a:solidFill>
                <a:latin typeface="IBM Plex Sans SemiBold"/>
                <a:ea typeface="IBM Plex Sans SemiBold"/>
                <a:cs typeface="IBM Plex Sans SemiBold"/>
                <a:sym typeface="IBM Plex Sans SemiBold"/>
              </a:rPr>
              <a:t>Dynamic </a:t>
            </a:r>
            <a:endParaRPr sz="1100">
              <a:solidFill>
                <a:schemeClr val="lt1"/>
              </a:solidFill>
              <a:latin typeface="IBM Plex Sans SemiBold"/>
              <a:ea typeface="IBM Plex Sans SemiBold"/>
              <a:cs typeface="IBM Plex Sans SemiBold"/>
              <a:sym typeface="IBM Plex Sans SemiBold"/>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997"/>
        <p:cNvGrpSpPr/>
        <p:nvPr/>
      </p:nvGrpSpPr>
      <p:grpSpPr>
        <a:xfrm>
          <a:off x="0" y="0"/>
          <a:ext cx="0" cy="0"/>
          <a:chOff x="0" y="0"/>
          <a:chExt cx="0" cy="0"/>
        </a:xfrm>
      </p:grpSpPr>
      <p:sp>
        <p:nvSpPr>
          <p:cNvPr id="1998" name="Google Shape;1998;p157"/>
          <p:cNvSpPr txBox="1">
            <a:spLocks noGrp="1"/>
          </p:cNvSpPr>
          <p:nvPr>
            <p:ph type="title"/>
          </p:nvPr>
        </p:nvSpPr>
        <p:spPr>
          <a:xfrm>
            <a:off x="457200" y="342900"/>
            <a:ext cx="8229600" cy="903300"/>
          </a:xfrm>
          <a:prstGeom prst="rect">
            <a:avLst/>
          </a:prstGeom>
        </p:spPr>
        <p:txBody>
          <a:bodyPr spcFirstLastPara="1" wrap="square" lIns="0" tIns="0" rIns="0" bIns="0" anchor="t" anchorCtr="0">
            <a:normAutofit/>
          </a:bodyPr>
          <a:lstStyle/>
          <a:p>
            <a:pPr marL="0" lvl="0" indent="0" algn="l" rtl="0">
              <a:spcBef>
                <a:spcPts val="0"/>
              </a:spcBef>
              <a:spcAft>
                <a:spcPts val="0"/>
              </a:spcAft>
              <a:buNone/>
            </a:pPr>
            <a:r>
              <a:rPr lang="en" sz="2800"/>
              <a:t>Challenges for adopting next-era AI </a:t>
            </a:r>
            <a:endParaRPr sz="2800"/>
          </a:p>
        </p:txBody>
      </p:sp>
      <p:sp>
        <p:nvSpPr>
          <p:cNvPr id="1999" name="Google Shape;1999;p157"/>
          <p:cNvSpPr txBox="1"/>
          <p:nvPr/>
        </p:nvSpPr>
        <p:spPr>
          <a:xfrm>
            <a:off x="437275" y="1345675"/>
            <a:ext cx="2553300" cy="1597800"/>
          </a:xfrm>
          <a:prstGeom prst="rect">
            <a:avLst/>
          </a:prstGeom>
          <a:noFill/>
          <a:ln>
            <a:noFill/>
          </a:ln>
        </p:spPr>
        <p:txBody>
          <a:bodyPr spcFirstLastPara="1" wrap="square" lIns="91425" tIns="91425" rIns="91425" bIns="91425" anchor="t" anchorCtr="0">
            <a:spAutoFit/>
          </a:bodyPr>
          <a:lstStyle/>
          <a:p>
            <a:pPr marL="0" lvl="0" indent="0" algn="ctr" rtl="0">
              <a:lnSpc>
                <a:spcPct val="90000"/>
              </a:lnSpc>
              <a:spcBef>
                <a:spcPts val="100"/>
              </a:spcBef>
              <a:spcAft>
                <a:spcPts val="0"/>
              </a:spcAft>
              <a:buNone/>
            </a:pPr>
            <a:r>
              <a:rPr lang="en" sz="3600" b="1">
                <a:solidFill>
                  <a:srgbClr val="FFF56F"/>
                </a:solidFill>
                <a:latin typeface="IBM Plex Mono"/>
                <a:ea typeface="IBM Plex Mono"/>
                <a:cs typeface="IBM Plex Mono"/>
                <a:sym typeface="IBM Plex Mono"/>
              </a:rPr>
              <a:t>40%</a:t>
            </a:r>
            <a:r>
              <a:rPr lang="en" sz="3600" b="1">
                <a:solidFill>
                  <a:srgbClr val="FFF56F"/>
                </a:solidFill>
                <a:latin typeface="IBM Plex Sans"/>
                <a:ea typeface="IBM Plex Sans"/>
                <a:cs typeface="IBM Plex Sans"/>
                <a:sym typeface="IBM Plex Sans"/>
              </a:rPr>
              <a:t>  </a:t>
            </a:r>
            <a:endParaRPr sz="3600" b="1">
              <a:solidFill>
                <a:schemeClr val="lt1"/>
              </a:solidFill>
              <a:latin typeface="IBM Plex Sans"/>
              <a:ea typeface="IBM Plex Sans"/>
              <a:cs typeface="IBM Plex Sans"/>
              <a:sym typeface="IBM Plex Sans"/>
            </a:endParaRPr>
          </a:p>
          <a:p>
            <a:pPr marL="0" lvl="0" indent="0" algn="ctr" rtl="0">
              <a:lnSpc>
                <a:spcPct val="115000"/>
              </a:lnSpc>
              <a:spcBef>
                <a:spcPts val="0"/>
              </a:spcBef>
              <a:spcAft>
                <a:spcPts val="0"/>
              </a:spcAft>
              <a:buNone/>
            </a:pPr>
            <a:r>
              <a:rPr lang="en" sz="1800">
                <a:solidFill>
                  <a:schemeClr val="lt1"/>
                </a:solidFill>
                <a:latin typeface="IBM Plex Sans"/>
                <a:ea typeface="IBM Plex Sans"/>
                <a:cs typeface="IBM Plex Sans"/>
                <a:sym typeface="IBM Plex Sans"/>
              </a:rPr>
              <a:t>of </a:t>
            </a:r>
            <a:r>
              <a:rPr lang="en" sz="1800" b="1" i="1">
                <a:solidFill>
                  <a:schemeClr val="lt1"/>
                </a:solidFill>
                <a:latin typeface="IBM Plex Sans"/>
                <a:ea typeface="IBM Plex Sans"/>
                <a:cs typeface="IBM Plex Sans"/>
                <a:sym typeface="IBM Plex Sans"/>
              </a:rPr>
              <a:t>agentic AI projects will be scrapped</a:t>
            </a:r>
            <a:r>
              <a:rPr lang="en" sz="1800">
                <a:solidFill>
                  <a:schemeClr val="lt1"/>
                </a:solidFill>
                <a:latin typeface="IBM Plex Sans"/>
                <a:ea typeface="IBM Plex Sans"/>
                <a:cs typeface="IBM Plex Sans"/>
                <a:sym typeface="IBM Plex Sans"/>
              </a:rPr>
              <a:t> by 2027 </a:t>
            </a:r>
            <a:r>
              <a:rPr lang="en">
                <a:solidFill>
                  <a:schemeClr val="lt1"/>
                </a:solidFill>
                <a:latin typeface="IBM Plex Sans"/>
                <a:ea typeface="IBM Plex Sans"/>
                <a:cs typeface="IBM Plex Sans"/>
                <a:sym typeface="IBM Plex Sans"/>
              </a:rPr>
              <a:t>- </a:t>
            </a:r>
            <a:r>
              <a:rPr lang="en" i="1">
                <a:solidFill>
                  <a:schemeClr val="lt1"/>
                </a:solidFill>
                <a:latin typeface="IBM Plex Sans"/>
                <a:ea typeface="IBM Plex Sans"/>
                <a:cs typeface="IBM Plex Sans"/>
                <a:sym typeface="IBM Plex Sans"/>
              </a:rPr>
              <a:t>Gartner</a:t>
            </a:r>
            <a:endParaRPr i="1">
              <a:solidFill>
                <a:schemeClr val="lt1"/>
              </a:solidFill>
              <a:latin typeface="IBM Plex Sans"/>
              <a:ea typeface="IBM Plex Sans"/>
              <a:cs typeface="IBM Plex Sans"/>
              <a:sym typeface="IBM Plex Sans"/>
            </a:endParaRPr>
          </a:p>
        </p:txBody>
      </p:sp>
      <p:sp>
        <p:nvSpPr>
          <p:cNvPr id="2000" name="Google Shape;2000;p157"/>
          <p:cNvSpPr txBox="1"/>
          <p:nvPr/>
        </p:nvSpPr>
        <p:spPr>
          <a:xfrm>
            <a:off x="3269425" y="1345675"/>
            <a:ext cx="2553300" cy="1597800"/>
          </a:xfrm>
          <a:prstGeom prst="rect">
            <a:avLst/>
          </a:prstGeom>
          <a:noFill/>
          <a:ln>
            <a:noFill/>
          </a:ln>
        </p:spPr>
        <p:txBody>
          <a:bodyPr spcFirstLastPara="1" wrap="square" lIns="91425" tIns="91425" rIns="91425" bIns="91425" anchor="t" anchorCtr="0">
            <a:spAutoFit/>
          </a:bodyPr>
          <a:lstStyle/>
          <a:p>
            <a:pPr marL="0" lvl="0" indent="0" algn="ctr" rtl="0">
              <a:lnSpc>
                <a:spcPct val="90000"/>
              </a:lnSpc>
              <a:spcBef>
                <a:spcPts val="100"/>
              </a:spcBef>
              <a:spcAft>
                <a:spcPts val="0"/>
              </a:spcAft>
              <a:buNone/>
            </a:pPr>
            <a:r>
              <a:rPr lang="en" sz="3600" b="1">
                <a:solidFill>
                  <a:srgbClr val="FFF56F"/>
                </a:solidFill>
                <a:latin typeface="IBM Plex Mono"/>
                <a:ea typeface="IBM Plex Mono"/>
                <a:cs typeface="IBM Plex Mono"/>
                <a:sym typeface="IBM Plex Mono"/>
              </a:rPr>
              <a:t>77%</a:t>
            </a:r>
            <a:r>
              <a:rPr lang="en" sz="3600" b="1">
                <a:solidFill>
                  <a:srgbClr val="FFF56F"/>
                </a:solidFill>
                <a:latin typeface="IBM Plex Sans"/>
                <a:ea typeface="IBM Plex Sans"/>
                <a:cs typeface="IBM Plex Sans"/>
                <a:sym typeface="IBM Plex Sans"/>
              </a:rPr>
              <a:t>  </a:t>
            </a:r>
            <a:endParaRPr sz="3600" b="1">
              <a:solidFill>
                <a:schemeClr val="lt1"/>
              </a:solidFill>
              <a:latin typeface="IBM Plex Sans"/>
              <a:ea typeface="IBM Plex Sans"/>
              <a:cs typeface="IBM Plex Sans"/>
              <a:sym typeface="IBM Plex Sans"/>
            </a:endParaRPr>
          </a:p>
          <a:p>
            <a:pPr marL="0" lvl="0" indent="0" algn="ctr" rtl="0">
              <a:lnSpc>
                <a:spcPct val="115000"/>
              </a:lnSpc>
              <a:spcBef>
                <a:spcPts val="0"/>
              </a:spcBef>
              <a:spcAft>
                <a:spcPts val="0"/>
              </a:spcAft>
              <a:buNone/>
            </a:pPr>
            <a:r>
              <a:rPr lang="en" sz="1800">
                <a:solidFill>
                  <a:schemeClr val="lt1"/>
                </a:solidFill>
                <a:latin typeface="IBM Plex Sans"/>
                <a:ea typeface="IBM Plex Sans"/>
                <a:cs typeface="IBM Plex Sans"/>
                <a:sym typeface="IBM Plex Sans"/>
              </a:rPr>
              <a:t>of leaders are </a:t>
            </a:r>
            <a:r>
              <a:rPr lang="en" sz="1800" b="1" i="1">
                <a:solidFill>
                  <a:schemeClr val="lt1"/>
                </a:solidFill>
                <a:latin typeface="IBM Plex Sans"/>
                <a:ea typeface="IBM Plex Sans"/>
                <a:cs typeface="IBM Plex Sans"/>
                <a:sym typeface="IBM Plex Sans"/>
              </a:rPr>
              <a:t>concerned about GenAI risks</a:t>
            </a:r>
            <a:r>
              <a:rPr lang="en" sz="1800">
                <a:solidFill>
                  <a:schemeClr val="lt1"/>
                </a:solidFill>
                <a:latin typeface="IBM Plex Sans"/>
                <a:ea typeface="IBM Plex Sans"/>
                <a:cs typeface="IBM Plex Sans"/>
                <a:sym typeface="IBM Plex Sans"/>
              </a:rPr>
              <a:t> </a:t>
            </a:r>
            <a:r>
              <a:rPr lang="en">
                <a:solidFill>
                  <a:schemeClr val="lt1"/>
                </a:solidFill>
                <a:latin typeface="IBM Plex Sans"/>
                <a:ea typeface="IBM Plex Sans"/>
                <a:cs typeface="IBM Plex Sans"/>
                <a:sym typeface="IBM Plex Sans"/>
              </a:rPr>
              <a:t>- </a:t>
            </a:r>
            <a:r>
              <a:rPr lang="en" i="1">
                <a:solidFill>
                  <a:schemeClr val="lt1"/>
                </a:solidFill>
                <a:latin typeface="IBM Plex Sans"/>
                <a:ea typeface="IBM Plex Sans"/>
                <a:cs typeface="IBM Plex Sans"/>
                <a:sym typeface="IBM Plex Sans"/>
              </a:rPr>
              <a:t>Deloitte</a:t>
            </a:r>
            <a:endParaRPr i="1">
              <a:solidFill>
                <a:schemeClr val="lt1"/>
              </a:solidFill>
              <a:latin typeface="IBM Plex Sans"/>
              <a:ea typeface="IBM Plex Sans"/>
              <a:cs typeface="IBM Plex Sans"/>
              <a:sym typeface="IBM Plex Sans"/>
            </a:endParaRPr>
          </a:p>
        </p:txBody>
      </p:sp>
      <p:sp>
        <p:nvSpPr>
          <p:cNvPr id="2001" name="Google Shape;2001;p157"/>
          <p:cNvSpPr txBox="1"/>
          <p:nvPr/>
        </p:nvSpPr>
        <p:spPr>
          <a:xfrm>
            <a:off x="6101575" y="1345675"/>
            <a:ext cx="2553300" cy="1536000"/>
          </a:xfrm>
          <a:prstGeom prst="rect">
            <a:avLst/>
          </a:prstGeom>
          <a:noFill/>
          <a:ln>
            <a:noFill/>
          </a:ln>
        </p:spPr>
        <p:txBody>
          <a:bodyPr spcFirstLastPara="1" wrap="square" lIns="91425" tIns="91425" rIns="91425" bIns="91425" anchor="t" anchorCtr="0">
            <a:spAutoFit/>
          </a:bodyPr>
          <a:lstStyle/>
          <a:p>
            <a:pPr marL="0" lvl="0" indent="0" algn="ctr" rtl="0">
              <a:lnSpc>
                <a:spcPct val="90000"/>
              </a:lnSpc>
              <a:spcBef>
                <a:spcPts val="100"/>
              </a:spcBef>
              <a:spcAft>
                <a:spcPts val="0"/>
              </a:spcAft>
              <a:buNone/>
            </a:pPr>
            <a:r>
              <a:rPr lang="en" sz="3600" b="1">
                <a:solidFill>
                  <a:srgbClr val="FFF56F"/>
                </a:solidFill>
                <a:latin typeface="IBM Plex Mono"/>
                <a:ea typeface="IBM Plex Mono"/>
                <a:cs typeface="IBM Plex Mono"/>
                <a:sym typeface="IBM Plex Mono"/>
              </a:rPr>
              <a:t>44%</a:t>
            </a:r>
            <a:r>
              <a:rPr lang="en" sz="3600" b="1">
                <a:solidFill>
                  <a:srgbClr val="FFF56F"/>
                </a:solidFill>
                <a:latin typeface="IBM Plex Sans"/>
                <a:ea typeface="IBM Plex Sans"/>
                <a:cs typeface="IBM Plex Sans"/>
                <a:sym typeface="IBM Plex Sans"/>
              </a:rPr>
              <a:t>  </a:t>
            </a:r>
            <a:endParaRPr sz="3600" b="1">
              <a:solidFill>
                <a:schemeClr val="lt1"/>
              </a:solidFill>
              <a:latin typeface="IBM Plex Sans"/>
              <a:ea typeface="IBM Plex Sans"/>
              <a:cs typeface="IBM Plex Sans"/>
              <a:sym typeface="IBM Plex Sans"/>
            </a:endParaRPr>
          </a:p>
          <a:p>
            <a:pPr marL="0" lvl="0" indent="0" algn="ctr" rtl="0">
              <a:lnSpc>
                <a:spcPct val="115000"/>
              </a:lnSpc>
              <a:spcBef>
                <a:spcPts val="0"/>
              </a:spcBef>
              <a:spcAft>
                <a:spcPts val="0"/>
              </a:spcAft>
              <a:buNone/>
            </a:pPr>
            <a:r>
              <a:rPr lang="en" sz="1800">
                <a:solidFill>
                  <a:schemeClr val="lt1"/>
                </a:solidFill>
                <a:latin typeface="IBM Plex Sans"/>
                <a:ea typeface="IBM Plex Sans"/>
                <a:cs typeface="IBM Plex Sans"/>
                <a:sym typeface="IBM Plex Sans"/>
              </a:rPr>
              <a:t>have already seen </a:t>
            </a:r>
            <a:br>
              <a:rPr lang="en" sz="1800">
                <a:solidFill>
                  <a:schemeClr val="lt1"/>
                </a:solidFill>
                <a:latin typeface="IBM Plex Sans"/>
                <a:ea typeface="IBM Plex Sans"/>
                <a:cs typeface="IBM Plex Sans"/>
                <a:sym typeface="IBM Plex Sans"/>
              </a:rPr>
            </a:br>
            <a:r>
              <a:rPr lang="en" sz="1800" b="1" i="1">
                <a:solidFill>
                  <a:schemeClr val="lt1"/>
                </a:solidFill>
                <a:latin typeface="IBM Plex Sans"/>
                <a:ea typeface="IBM Plex Sans"/>
                <a:cs typeface="IBM Plex Sans"/>
                <a:sym typeface="IBM Plex Sans"/>
              </a:rPr>
              <a:t>AI output go wrong </a:t>
            </a:r>
            <a:br>
              <a:rPr lang="en" sz="1800">
                <a:solidFill>
                  <a:schemeClr val="lt1"/>
                </a:solidFill>
                <a:latin typeface="IBM Plex Sans"/>
                <a:ea typeface="IBM Plex Sans"/>
                <a:cs typeface="IBM Plex Sans"/>
                <a:sym typeface="IBM Plex Sans"/>
              </a:rPr>
            </a:br>
            <a:r>
              <a:rPr lang="en">
                <a:solidFill>
                  <a:schemeClr val="lt1"/>
                </a:solidFill>
                <a:latin typeface="IBM Plex Sans"/>
                <a:ea typeface="IBM Plex Sans"/>
                <a:cs typeface="IBM Plex Sans"/>
                <a:sym typeface="IBM Plex Sans"/>
              </a:rPr>
              <a:t>- </a:t>
            </a:r>
            <a:r>
              <a:rPr lang="en" i="1">
                <a:solidFill>
                  <a:schemeClr val="lt1"/>
                </a:solidFill>
                <a:latin typeface="IBM Plex Sans"/>
                <a:ea typeface="IBM Plex Sans"/>
                <a:cs typeface="IBM Plex Sans"/>
                <a:sym typeface="IBM Plex Sans"/>
              </a:rPr>
              <a:t>McKinsey &amp; Co</a:t>
            </a:r>
            <a:endParaRPr i="1">
              <a:solidFill>
                <a:schemeClr val="lt1"/>
              </a:solidFill>
              <a:latin typeface="IBM Plex Sans"/>
              <a:ea typeface="IBM Plex Sans"/>
              <a:cs typeface="IBM Plex Sans"/>
              <a:sym typeface="IBM Plex Sans"/>
            </a:endParaRPr>
          </a:p>
        </p:txBody>
      </p:sp>
      <p:grpSp>
        <p:nvGrpSpPr>
          <p:cNvPr id="2002" name="Google Shape;2002;p157"/>
          <p:cNvGrpSpPr/>
          <p:nvPr/>
        </p:nvGrpSpPr>
        <p:grpSpPr>
          <a:xfrm>
            <a:off x="1066800" y="3347750"/>
            <a:ext cx="6896800" cy="1356000"/>
            <a:chOff x="1066800" y="3347750"/>
            <a:chExt cx="6896800" cy="1356000"/>
          </a:xfrm>
        </p:grpSpPr>
        <p:sp>
          <p:nvSpPr>
            <p:cNvPr id="2003" name="Google Shape;2003;p157"/>
            <p:cNvSpPr txBox="1"/>
            <p:nvPr/>
          </p:nvSpPr>
          <p:spPr>
            <a:xfrm>
              <a:off x="1066800" y="3457375"/>
              <a:ext cx="2906400" cy="9051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100"/>
                </a:spcBef>
                <a:spcAft>
                  <a:spcPts val="0"/>
                </a:spcAft>
                <a:buNone/>
              </a:pPr>
              <a:r>
                <a:rPr lang="en" sz="5000" b="1">
                  <a:solidFill>
                    <a:srgbClr val="FFF56F"/>
                  </a:solidFill>
                  <a:latin typeface="IBM Plex Mono"/>
                  <a:ea typeface="IBM Plex Mono"/>
                  <a:cs typeface="IBM Plex Mono"/>
                  <a:sym typeface="IBM Plex Mono"/>
                </a:rPr>
                <a:t>Only</a:t>
              </a:r>
              <a:r>
                <a:rPr lang="en" sz="2000" b="1">
                  <a:solidFill>
                    <a:srgbClr val="FFF56F"/>
                  </a:solidFill>
                  <a:latin typeface="IBM Plex Mono"/>
                  <a:ea typeface="IBM Plex Mono"/>
                  <a:cs typeface="IBM Plex Mono"/>
                  <a:sym typeface="IBM Plex Mono"/>
                </a:rPr>
                <a:t> </a:t>
              </a:r>
              <a:r>
                <a:rPr lang="en" sz="5200" b="1">
                  <a:solidFill>
                    <a:srgbClr val="FFF56F"/>
                  </a:solidFill>
                  <a:latin typeface="IBM Plex Mono"/>
                  <a:ea typeface="IBM Plex Mono"/>
                  <a:cs typeface="IBM Plex Mono"/>
                  <a:sym typeface="IBM Plex Mono"/>
                </a:rPr>
                <a:t>8%</a:t>
              </a:r>
              <a:r>
                <a:rPr lang="en" sz="5200" b="1">
                  <a:solidFill>
                    <a:srgbClr val="FFF56F"/>
                  </a:solidFill>
                  <a:latin typeface="IBM Plex Sans"/>
                  <a:ea typeface="IBM Plex Sans"/>
                  <a:cs typeface="IBM Plex Sans"/>
                  <a:sym typeface="IBM Plex Sans"/>
                </a:rPr>
                <a:t>  </a:t>
              </a:r>
              <a:endParaRPr sz="5200">
                <a:solidFill>
                  <a:schemeClr val="lt1"/>
                </a:solidFill>
                <a:latin typeface="IBM Plex Sans"/>
                <a:ea typeface="IBM Plex Sans"/>
                <a:cs typeface="IBM Plex Sans"/>
                <a:sym typeface="IBM Plex Sans"/>
              </a:endParaRPr>
            </a:p>
          </p:txBody>
        </p:sp>
        <p:sp>
          <p:nvSpPr>
            <p:cNvPr id="2004" name="Google Shape;2004;p157"/>
            <p:cNvSpPr txBox="1"/>
            <p:nvPr/>
          </p:nvSpPr>
          <p:spPr>
            <a:xfrm>
              <a:off x="3973300" y="3347750"/>
              <a:ext cx="3990300" cy="13560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 sz="1800">
                  <a:solidFill>
                    <a:schemeClr val="lt1"/>
                  </a:solidFill>
                  <a:latin typeface="IBM Plex Sans"/>
                  <a:ea typeface="IBM Plex Sans"/>
                  <a:cs typeface="IBM Plex Sans"/>
                  <a:sym typeface="IBM Plex Sans"/>
                </a:rPr>
                <a:t>are </a:t>
              </a:r>
              <a:r>
                <a:rPr lang="en" sz="1800" b="1" i="1">
                  <a:solidFill>
                    <a:schemeClr val="lt1"/>
                  </a:solidFill>
                  <a:latin typeface="IBM Plex Sans"/>
                  <a:ea typeface="IBM Plex Sans"/>
                  <a:cs typeface="IBM Plex Sans"/>
                  <a:sym typeface="IBM Plex Sans"/>
                </a:rPr>
                <a:t>scaling AI</a:t>
              </a:r>
              <a:r>
                <a:rPr lang="en" sz="1800">
                  <a:solidFill>
                    <a:schemeClr val="lt1"/>
                  </a:solidFill>
                  <a:latin typeface="IBM Plex Sans"/>
                  <a:ea typeface="IBM Plex Sans"/>
                  <a:cs typeface="IBM Plex Sans"/>
                  <a:sym typeface="IBM Plex Sans"/>
                </a:rPr>
                <a:t> at an enterprise level, </a:t>
              </a:r>
              <a:r>
                <a:rPr lang="en" sz="1800" b="1" i="1">
                  <a:solidFill>
                    <a:schemeClr val="lt1"/>
                  </a:solidFill>
                  <a:latin typeface="IBM Plex Sans"/>
                  <a:ea typeface="IBM Plex Sans"/>
                  <a:cs typeface="IBM Plex Sans"/>
                  <a:sym typeface="IBM Plex Sans"/>
                </a:rPr>
                <a:t>embedding the technology</a:t>
              </a:r>
              <a:r>
                <a:rPr lang="en" sz="1800">
                  <a:solidFill>
                    <a:schemeClr val="lt1"/>
                  </a:solidFill>
                  <a:latin typeface="IBM Plex Sans"/>
                  <a:ea typeface="IBM Plex Sans"/>
                  <a:cs typeface="IBM Plex Sans"/>
                  <a:sym typeface="IBM Plex Sans"/>
                </a:rPr>
                <a:t> into </a:t>
              </a:r>
              <a:br>
                <a:rPr lang="en" sz="1800">
                  <a:solidFill>
                    <a:schemeClr val="lt1"/>
                  </a:solidFill>
                  <a:latin typeface="IBM Plex Sans"/>
                  <a:ea typeface="IBM Plex Sans"/>
                  <a:cs typeface="IBM Plex Sans"/>
                  <a:sym typeface="IBM Plex Sans"/>
                </a:rPr>
              </a:br>
              <a:r>
                <a:rPr lang="en" sz="1800" b="1" i="1">
                  <a:solidFill>
                    <a:schemeClr val="lt1"/>
                  </a:solidFill>
                  <a:latin typeface="IBM Plex Sans"/>
                  <a:ea typeface="IBM Plex Sans"/>
                  <a:cs typeface="IBM Plex Sans"/>
                  <a:sym typeface="IBM Plex Sans"/>
                </a:rPr>
                <a:t>core business strategy</a:t>
              </a:r>
              <a:r>
                <a:rPr lang="en" sz="1800">
                  <a:solidFill>
                    <a:schemeClr val="lt1"/>
                  </a:solidFill>
                  <a:latin typeface="IBM Plex Sans"/>
                  <a:ea typeface="IBM Plex Sans"/>
                  <a:cs typeface="IBM Plex Sans"/>
                  <a:sym typeface="IBM Plex Sans"/>
                </a:rPr>
                <a:t>. </a:t>
              </a:r>
              <a:endParaRPr sz="1800">
                <a:solidFill>
                  <a:schemeClr val="lt1"/>
                </a:solidFill>
                <a:latin typeface="IBM Plex Sans"/>
                <a:ea typeface="IBM Plex Sans"/>
                <a:cs typeface="IBM Plex Sans"/>
                <a:sym typeface="IBM Plex Sans"/>
              </a:endParaRPr>
            </a:p>
            <a:p>
              <a:pPr marL="0" lvl="0" indent="0" algn="l" rtl="0">
                <a:lnSpc>
                  <a:spcPct val="115000"/>
                </a:lnSpc>
                <a:spcBef>
                  <a:spcPts val="0"/>
                </a:spcBef>
                <a:spcAft>
                  <a:spcPts val="0"/>
                </a:spcAft>
                <a:buNone/>
              </a:pPr>
              <a:r>
                <a:rPr lang="en">
                  <a:solidFill>
                    <a:schemeClr val="lt1"/>
                  </a:solidFill>
                  <a:latin typeface="IBM Plex Sans"/>
                  <a:ea typeface="IBM Plex Sans"/>
                  <a:cs typeface="IBM Plex Sans"/>
                  <a:sym typeface="IBM Plex Sans"/>
                </a:rPr>
                <a:t>- </a:t>
              </a:r>
              <a:r>
                <a:rPr lang="en" i="1">
                  <a:solidFill>
                    <a:schemeClr val="lt1"/>
                  </a:solidFill>
                  <a:latin typeface="IBM Plex Sans"/>
                  <a:ea typeface="IBM Plex Sans"/>
                  <a:cs typeface="IBM Plex Sans"/>
                  <a:sym typeface="IBM Plex Sans"/>
                </a:rPr>
                <a:t>Accenture</a:t>
              </a:r>
              <a:endParaRPr i="1"/>
            </a:p>
          </p:txBody>
        </p:sp>
      </p:grpSp>
      <p:sp>
        <p:nvSpPr>
          <p:cNvPr id="2005" name="Google Shape;2005;p157"/>
          <p:cNvSpPr txBox="1"/>
          <p:nvPr/>
        </p:nvSpPr>
        <p:spPr>
          <a:xfrm>
            <a:off x="1508380" y="6142475"/>
            <a:ext cx="1459800" cy="9051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100"/>
              </a:spcBef>
              <a:spcAft>
                <a:spcPts val="0"/>
              </a:spcAft>
              <a:buNone/>
            </a:pPr>
            <a:r>
              <a:rPr lang="en" sz="5200" b="1">
                <a:solidFill>
                  <a:srgbClr val="FFF56F"/>
                </a:solidFill>
                <a:latin typeface="IBM Plex Mono"/>
                <a:ea typeface="IBM Plex Mono"/>
                <a:cs typeface="IBM Plex Mono"/>
                <a:sym typeface="IBM Plex Mono"/>
              </a:rPr>
              <a:t>50%</a:t>
            </a:r>
            <a:r>
              <a:rPr lang="en" sz="5200" b="1">
                <a:solidFill>
                  <a:srgbClr val="FFF56F"/>
                </a:solidFill>
                <a:latin typeface="IBM Plex Sans"/>
                <a:ea typeface="IBM Plex Sans"/>
                <a:cs typeface="IBM Plex Sans"/>
                <a:sym typeface="IBM Plex Sans"/>
              </a:rPr>
              <a:t>  </a:t>
            </a:r>
            <a:endParaRPr sz="5200">
              <a:solidFill>
                <a:schemeClr val="lt1"/>
              </a:solidFill>
              <a:latin typeface="IBM Plex Sans"/>
              <a:ea typeface="IBM Plex Sans"/>
              <a:cs typeface="IBM Plex Sans"/>
              <a:sym typeface="IBM Plex Sans"/>
            </a:endParaRPr>
          </a:p>
        </p:txBody>
      </p:sp>
      <p:sp>
        <p:nvSpPr>
          <p:cNvPr id="2006" name="Google Shape;2006;p157"/>
          <p:cNvSpPr txBox="1"/>
          <p:nvPr/>
        </p:nvSpPr>
        <p:spPr>
          <a:xfrm>
            <a:off x="3142975" y="6032850"/>
            <a:ext cx="4562400" cy="1037400"/>
          </a:xfrm>
          <a:prstGeom prst="rect">
            <a:avLst/>
          </a:prstGeom>
          <a:noFill/>
          <a:ln>
            <a:noFill/>
          </a:ln>
          <a:effectLst>
            <a:outerShdw blurRad="57150" dist="19050" dir="5400000" algn="bl" rotWithShape="0">
              <a:srgbClr val="000000">
                <a:alpha val="50000"/>
              </a:srgbClr>
            </a:outerShdw>
          </a:effectLst>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 sz="1800">
                <a:solidFill>
                  <a:schemeClr val="lt1"/>
                </a:solidFill>
                <a:latin typeface="IBM Plex Sans"/>
                <a:ea typeface="IBM Plex Sans"/>
                <a:cs typeface="IBM Plex Sans"/>
                <a:sym typeface="IBM Plex Sans"/>
              </a:rPr>
              <a:t>of CEOs report that </a:t>
            </a:r>
            <a:r>
              <a:rPr lang="en" sz="1800" b="1" i="1">
                <a:solidFill>
                  <a:schemeClr val="lt1"/>
                </a:solidFill>
                <a:latin typeface="IBM Plex Sans"/>
                <a:ea typeface="IBM Plex Sans"/>
                <a:cs typeface="IBM Plex Sans"/>
                <a:sym typeface="IBM Plex Sans"/>
              </a:rPr>
              <a:t>rapid investment </a:t>
            </a:r>
            <a:r>
              <a:rPr lang="en" sz="1800">
                <a:solidFill>
                  <a:schemeClr val="lt1"/>
                </a:solidFill>
                <a:latin typeface="IBM Plex Sans"/>
                <a:ea typeface="IBM Plex Sans"/>
                <a:cs typeface="IBM Plex Sans"/>
                <a:sym typeface="IBM Plex Sans"/>
              </a:rPr>
              <a:t>has</a:t>
            </a:r>
            <a:r>
              <a:rPr lang="en" sz="1800" b="1" i="1">
                <a:solidFill>
                  <a:schemeClr val="lt1"/>
                </a:solidFill>
                <a:latin typeface="IBM Plex Sans"/>
                <a:ea typeface="IBM Plex Sans"/>
                <a:cs typeface="IBM Plex Sans"/>
                <a:sym typeface="IBM Plex Sans"/>
              </a:rPr>
              <a:t> resulted in disconnected technology </a:t>
            </a:r>
            <a:br>
              <a:rPr lang="en" sz="1800">
                <a:solidFill>
                  <a:schemeClr val="lt1"/>
                </a:solidFill>
                <a:latin typeface="IBM Plex Sans"/>
                <a:ea typeface="IBM Plex Sans"/>
                <a:cs typeface="IBM Plex Sans"/>
                <a:sym typeface="IBM Plex Sans"/>
              </a:rPr>
            </a:br>
            <a:r>
              <a:rPr lang="en">
                <a:solidFill>
                  <a:schemeClr val="lt1"/>
                </a:solidFill>
                <a:latin typeface="IBM Plex Sans"/>
                <a:ea typeface="IBM Plex Sans"/>
                <a:cs typeface="IBM Plex Sans"/>
                <a:sym typeface="IBM Plex Sans"/>
              </a:rPr>
              <a:t>- </a:t>
            </a:r>
            <a:r>
              <a:rPr lang="en" i="1">
                <a:solidFill>
                  <a:schemeClr val="lt1"/>
                </a:solidFill>
                <a:latin typeface="IBM Plex Sans"/>
                <a:ea typeface="IBM Plex Sans"/>
                <a:cs typeface="IBM Plex Sans"/>
                <a:sym typeface="IBM Plex Sans"/>
              </a:rPr>
              <a:t>IBM</a:t>
            </a:r>
            <a:endParaRPr i="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0"/>
                                  </p:stCondLst>
                                  <p:childTnLst>
                                    <p:set>
                                      <p:cBhvr>
                                        <p:cTn id="6" dur="1" fill="hold">
                                          <p:stCondLst>
                                            <p:cond delay="0"/>
                                          </p:stCondLst>
                                        </p:cTn>
                                        <p:tgtEl>
                                          <p:spTgt spid="1999"/>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000"/>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00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00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010"/>
        <p:cNvGrpSpPr/>
        <p:nvPr/>
      </p:nvGrpSpPr>
      <p:grpSpPr>
        <a:xfrm>
          <a:off x="0" y="0"/>
          <a:ext cx="0" cy="0"/>
          <a:chOff x="0" y="0"/>
          <a:chExt cx="0" cy="0"/>
        </a:xfrm>
      </p:grpSpPr>
      <p:sp>
        <p:nvSpPr>
          <p:cNvPr id="2011" name="Google Shape;2011;p158"/>
          <p:cNvSpPr/>
          <p:nvPr/>
        </p:nvSpPr>
        <p:spPr>
          <a:xfrm>
            <a:off x="1083150" y="801975"/>
            <a:ext cx="6977700" cy="4091100"/>
          </a:xfrm>
          <a:prstGeom prst="roundRect">
            <a:avLst>
              <a:gd name="adj" fmla="val 6831"/>
            </a:avLst>
          </a:prstGeom>
          <a:solidFill>
            <a:srgbClr val="FFFFF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BM Plex Sans"/>
              <a:ea typeface="IBM Plex Sans"/>
              <a:cs typeface="IBM Plex Sans"/>
              <a:sym typeface="IBM Plex Sans"/>
            </a:endParaRPr>
          </a:p>
        </p:txBody>
      </p:sp>
      <p:sp>
        <p:nvSpPr>
          <p:cNvPr id="2012" name="Google Shape;2012;p158"/>
          <p:cNvSpPr txBox="1">
            <a:spLocks noGrp="1"/>
          </p:cNvSpPr>
          <p:nvPr>
            <p:ph type="title"/>
          </p:nvPr>
        </p:nvSpPr>
        <p:spPr>
          <a:xfrm>
            <a:off x="457200" y="114300"/>
            <a:ext cx="8229600" cy="903300"/>
          </a:xfrm>
          <a:prstGeom prst="rect">
            <a:avLst/>
          </a:prstGeom>
        </p:spPr>
        <p:txBody>
          <a:bodyPr spcFirstLastPara="1" wrap="square" lIns="0" tIns="0" rIns="0" bIns="0" anchor="t" anchorCtr="0">
            <a:normAutofit/>
          </a:bodyPr>
          <a:lstStyle/>
          <a:p>
            <a:pPr marL="0" lvl="0" indent="0" algn="l" rtl="0">
              <a:spcBef>
                <a:spcPts val="0"/>
              </a:spcBef>
              <a:spcAft>
                <a:spcPts val="0"/>
              </a:spcAft>
              <a:buNone/>
            </a:pPr>
            <a:r>
              <a:rPr lang="en" sz="2800"/>
              <a:t>“Just add AI” multiplies fragmentation</a:t>
            </a:r>
            <a:endParaRPr sz="2800"/>
          </a:p>
        </p:txBody>
      </p:sp>
      <p:pic>
        <p:nvPicPr>
          <p:cNvPr id="2013" name="Google Shape;2013;p158"/>
          <p:cNvPicPr preferRelativeResize="0"/>
          <p:nvPr/>
        </p:nvPicPr>
        <p:blipFill>
          <a:blip r:embed="rId3">
            <a:alphaModFix/>
          </a:blip>
          <a:stretch>
            <a:fillRect/>
          </a:stretch>
        </p:blipFill>
        <p:spPr>
          <a:xfrm>
            <a:off x="1312397" y="970775"/>
            <a:ext cx="6550425" cy="373110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017"/>
        <p:cNvGrpSpPr/>
        <p:nvPr/>
      </p:nvGrpSpPr>
      <p:grpSpPr>
        <a:xfrm>
          <a:off x="0" y="0"/>
          <a:ext cx="0" cy="0"/>
          <a:chOff x="0" y="0"/>
          <a:chExt cx="0" cy="0"/>
        </a:xfrm>
      </p:grpSpPr>
      <p:sp>
        <p:nvSpPr>
          <p:cNvPr id="2018" name="Google Shape;2018;p159"/>
          <p:cNvSpPr txBox="1">
            <a:spLocks noGrp="1"/>
          </p:cNvSpPr>
          <p:nvPr>
            <p:ph type="title"/>
          </p:nvPr>
        </p:nvSpPr>
        <p:spPr>
          <a:xfrm>
            <a:off x="457200" y="175000"/>
            <a:ext cx="8229600" cy="7785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n" sz="2800"/>
              <a:t>Fragmentation multiplies inefficiencies</a:t>
            </a:r>
            <a:endParaRPr sz="1300"/>
          </a:p>
        </p:txBody>
      </p:sp>
      <p:sp>
        <p:nvSpPr>
          <p:cNvPr id="2019" name="Google Shape;2019;p159"/>
          <p:cNvSpPr/>
          <p:nvPr/>
        </p:nvSpPr>
        <p:spPr>
          <a:xfrm>
            <a:off x="4138150" y="1166650"/>
            <a:ext cx="4125300" cy="325500"/>
          </a:xfrm>
          <a:prstGeom prst="rect">
            <a:avLst/>
          </a:prstGeom>
          <a:solidFill>
            <a:srgbClr val="D7D7D7"/>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BM Plex Sans"/>
              <a:ea typeface="IBM Plex Sans"/>
              <a:cs typeface="IBM Plex Sans"/>
              <a:sym typeface="IBM Plex Sans"/>
            </a:endParaRPr>
          </a:p>
        </p:txBody>
      </p:sp>
      <p:cxnSp>
        <p:nvCxnSpPr>
          <p:cNvPr id="2020" name="Google Shape;2020;p159"/>
          <p:cNvCxnSpPr>
            <a:stCxn id="2021" idx="2"/>
            <a:endCxn id="2022" idx="3"/>
          </p:cNvCxnSpPr>
          <p:nvPr/>
        </p:nvCxnSpPr>
        <p:spPr>
          <a:xfrm flipH="1">
            <a:off x="3442811" y="1415625"/>
            <a:ext cx="1743300" cy="761700"/>
          </a:xfrm>
          <a:prstGeom prst="straightConnector1">
            <a:avLst/>
          </a:prstGeom>
          <a:noFill/>
          <a:ln w="9525" cap="flat" cmpd="sng">
            <a:solidFill>
              <a:schemeClr val="dk2"/>
            </a:solidFill>
            <a:prstDash val="solid"/>
            <a:round/>
            <a:headEnd type="none" w="med" len="med"/>
            <a:tailEnd type="none" w="med" len="med"/>
          </a:ln>
        </p:spPr>
      </p:cxnSp>
      <p:cxnSp>
        <p:nvCxnSpPr>
          <p:cNvPr id="2023" name="Google Shape;2023;p159"/>
          <p:cNvCxnSpPr>
            <a:stCxn id="2024" idx="2"/>
            <a:endCxn id="2025" idx="0"/>
          </p:cNvCxnSpPr>
          <p:nvPr/>
        </p:nvCxnSpPr>
        <p:spPr>
          <a:xfrm flipH="1">
            <a:off x="4913300" y="3666593"/>
            <a:ext cx="979500" cy="607200"/>
          </a:xfrm>
          <a:prstGeom prst="straightConnector1">
            <a:avLst/>
          </a:prstGeom>
          <a:noFill/>
          <a:ln w="9525" cap="flat" cmpd="sng">
            <a:solidFill>
              <a:schemeClr val="dk2"/>
            </a:solidFill>
            <a:prstDash val="solid"/>
            <a:round/>
            <a:headEnd type="none" w="med" len="med"/>
            <a:tailEnd type="none" w="med" len="med"/>
          </a:ln>
        </p:spPr>
      </p:cxnSp>
      <p:cxnSp>
        <p:nvCxnSpPr>
          <p:cNvPr id="2026" name="Google Shape;2026;p159"/>
          <p:cNvCxnSpPr>
            <a:endCxn id="2027" idx="3"/>
          </p:cNvCxnSpPr>
          <p:nvPr/>
        </p:nvCxnSpPr>
        <p:spPr>
          <a:xfrm rot="-5400000">
            <a:off x="4367400" y="2155946"/>
            <a:ext cx="924900" cy="358200"/>
          </a:xfrm>
          <a:prstGeom prst="bentConnector4">
            <a:avLst>
              <a:gd name="adj1" fmla="val 60619"/>
              <a:gd name="adj2" fmla="val 166478"/>
            </a:avLst>
          </a:prstGeom>
          <a:noFill/>
          <a:ln w="9525" cap="flat" cmpd="sng">
            <a:solidFill>
              <a:schemeClr val="dk2"/>
            </a:solidFill>
            <a:prstDash val="solid"/>
            <a:round/>
            <a:headEnd type="none" w="med" len="med"/>
            <a:tailEnd type="none" w="med" len="med"/>
          </a:ln>
        </p:spPr>
      </p:cxnSp>
      <p:cxnSp>
        <p:nvCxnSpPr>
          <p:cNvPr id="2028" name="Google Shape;2028;p159"/>
          <p:cNvCxnSpPr>
            <a:stCxn id="2029" idx="2"/>
            <a:endCxn id="2022" idx="3"/>
          </p:cNvCxnSpPr>
          <p:nvPr/>
        </p:nvCxnSpPr>
        <p:spPr>
          <a:xfrm rot="5400000">
            <a:off x="3648449" y="1210125"/>
            <a:ext cx="761700" cy="1172700"/>
          </a:xfrm>
          <a:prstGeom prst="bentConnector2">
            <a:avLst/>
          </a:prstGeom>
          <a:noFill/>
          <a:ln w="9525" cap="flat" cmpd="sng">
            <a:solidFill>
              <a:schemeClr val="dk2"/>
            </a:solidFill>
            <a:prstDash val="solid"/>
            <a:round/>
            <a:headEnd type="none" w="med" len="med"/>
            <a:tailEnd type="none" w="med" len="med"/>
          </a:ln>
        </p:spPr>
      </p:cxnSp>
      <p:cxnSp>
        <p:nvCxnSpPr>
          <p:cNvPr id="2030" name="Google Shape;2030;p159"/>
          <p:cNvCxnSpPr>
            <a:stCxn id="2031" idx="2"/>
            <a:endCxn id="2032" idx="0"/>
          </p:cNvCxnSpPr>
          <p:nvPr/>
        </p:nvCxnSpPr>
        <p:spPr>
          <a:xfrm rot="5400000">
            <a:off x="1624711" y="1497825"/>
            <a:ext cx="1208700" cy="1044300"/>
          </a:xfrm>
          <a:prstGeom prst="bentConnector3">
            <a:avLst>
              <a:gd name="adj1" fmla="val 50000"/>
            </a:avLst>
          </a:prstGeom>
          <a:noFill/>
          <a:ln w="9525" cap="flat" cmpd="sng">
            <a:solidFill>
              <a:srgbClr val="FF0000"/>
            </a:solidFill>
            <a:prstDash val="solid"/>
            <a:round/>
            <a:headEnd type="none" w="med" len="med"/>
            <a:tailEnd type="none" w="med" len="med"/>
          </a:ln>
        </p:spPr>
      </p:cxnSp>
      <p:cxnSp>
        <p:nvCxnSpPr>
          <p:cNvPr id="2033" name="Google Shape;2033;p159"/>
          <p:cNvCxnSpPr>
            <a:stCxn id="2034" idx="3"/>
            <a:endCxn id="2032" idx="2"/>
          </p:cNvCxnSpPr>
          <p:nvPr/>
        </p:nvCxnSpPr>
        <p:spPr>
          <a:xfrm rot="10800000" flipH="1">
            <a:off x="1364238" y="2796693"/>
            <a:ext cx="342600" cy="260100"/>
          </a:xfrm>
          <a:prstGeom prst="bentConnector2">
            <a:avLst/>
          </a:prstGeom>
          <a:noFill/>
          <a:ln w="9525" cap="flat" cmpd="sng">
            <a:solidFill>
              <a:schemeClr val="dk2"/>
            </a:solidFill>
            <a:prstDash val="solid"/>
            <a:round/>
            <a:headEnd type="none" w="med" len="med"/>
            <a:tailEnd type="none" w="med" len="med"/>
          </a:ln>
        </p:spPr>
      </p:cxnSp>
      <p:cxnSp>
        <p:nvCxnSpPr>
          <p:cNvPr id="2035" name="Google Shape;2035;p159"/>
          <p:cNvCxnSpPr>
            <a:stCxn id="2036" idx="1"/>
            <a:endCxn id="2037" idx="3"/>
          </p:cNvCxnSpPr>
          <p:nvPr/>
        </p:nvCxnSpPr>
        <p:spPr>
          <a:xfrm rot="10800000">
            <a:off x="2495700" y="3056918"/>
            <a:ext cx="644700" cy="805500"/>
          </a:xfrm>
          <a:prstGeom prst="bentConnector3">
            <a:avLst>
              <a:gd name="adj1" fmla="val 36106"/>
            </a:avLst>
          </a:prstGeom>
          <a:noFill/>
          <a:ln w="9525" cap="flat" cmpd="sng">
            <a:solidFill>
              <a:schemeClr val="dk2"/>
            </a:solidFill>
            <a:prstDash val="solid"/>
            <a:round/>
            <a:headEnd type="none" w="med" len="med"/>
            <a:tailEnd type="none" w="med" len="med"/>
          </a:ln>
        </p:spPr>
      </p:cxnSp>
      <p:sp>
        <p:nvSpPr>
          <p:cNvPr id="2038" name="Google Shape;2038;p159"/>
          <p:cNvSpPr txBox="1"/>
          <p:nvPr/>
        </p:nvSpPr>
        <p:spPr>
          <a:xfrm>
            <a:off x="2967325" y="706722"/>
            <a:ext cx="3251100" cy="3693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200" b="1">
                <a:solidFill>
                  <a:srgbClr val="FF0000"/>
                </a:solidFill>
                <a:latin typeface="IBM Plex Mono"/>
                <a:ea typeface="IBM Plex Mono"/>
                <a:cs typeface="IBM Plex Mono"/>
                <a:sym typeface="IBM Plex Mono"/>
              </a:rPr>
              <a:t>Customer journey</a:t>
            </a:r>
            <a:endParaRPr sz="1200" b="1">
              <a:solidFill>
                <a:srgbClr val="FF0000"/>
              </a:solidFill>
              <a:latin typeface="IBM Plex Mono"/>
              <a:ea typeface="IBM Plex Mono"/>
              <a:cs typeface="IBM Plex Mono"/>
              <a:sym typeface="IBM Plex Mono"/>
            </a:endParaRPr>
          </a:p>
        </p:txBody>
      </p:sp>
      <p:cxnSp>
        <p:nvCxnSpPr>
          <p:cNvPr id="2039" name="Google Shape;2039;p159"/>
          <p:cNvCxnSpPr/>
          <p:nvPr/>
        </p:nvCxnSpPr>
        <p:spPr>
          <a:xfrm>
            <a:off x="968200" y="899750"/>
            <a:ext cx="814200" cy="0"/>
          </a:xfrm>
          <a:prstGeom prst="straightConnector1">
            <a:avLst/>
          </a:prstGeom>
          <a:noFill/>
          <a:ln w="19050" cap="flat" cmpd="sng">
            <a:solidFill>
              <a:srgbClr val="FF0000"/>
            </a:solidFill>
            <a:prstDash val="solid"/>
            <a:round/>
            <a:headEnd type="oval" w="med" len="med"/>
            <a:tailEnd type="triangle" w="med" len="med"/>
          </a:ln>
        </p:spPr>
      </p:cxnSp>
      <p:cxnSp>
        <p:nvCxnSpPr>
          <p:cNvPr id="2040" name="Google Shape;2040;p159"/>
          <p:cNvCxnSpPr>
            <a:stCxn id="2041" idx="3"/>
            <a:endCxn id="2042" idx="0"/>
          </p:cNvCxnSpPr>
          <p:nvPr/>
        </p:nvCxnSpPr>
        <p:spPr>
          <a:xfrm rot="10800000" flipH="1">
            <a:off x="4711450" y="2624180"/>
            <a:ext cx="2244300" cy="14100"/>
          </a:xfrm>
          <a:prstGeom prst="bentConnector4">
            <a:avLst>
              <a:gd name="adj1" fmla="val 34922"/>
              <a:gd name="adj2" fmla="val 2106065"/>
            </a:avLst>
          </a:prstGeom>
          <a:noFill/>
          <a:ln w="9525" cap="flat" cmpd="sng">
            <a:solidFill>
              <a:schemeClr val="dk2"/>
            </a:solidFill>
            <a:prstDash val="solid"/>
            <a:round/>
            <a:headEnd type="none" w="med" len="med"/>
            <a:tailEnd type="none" w="med" len="med"/>
          </a:ln>
        </p:spPr>
      </p:cxnSp>
      <p:cxnSp>
        <p:nvCxnSpPr>
          <p:cNvPr id="2043" name="Google Shape;2043;p159"/>
          <p:cNvCxnSpPr/>
          <p:nvPr/>
        </p:nvCxnSpPr>
        <p:spPr>
          <a:xfrm>
            <a:off x="1893175" y="899750"/>
            <a:ext cx="814200" cy="0"/>
          </a:xfrm>
          <a:prstGeom prst="straightConnector1">
            <a:avLst/>
          </a:prstGeom>
          <a:noFill/>
          <a:ln w="19050" cap="flat" cmpd="sng">
            <a:solidFill>
              <a:srgbClr val="FF0000"/>
            </a:solidFill>
            <a:prstDash val="solid"/>
            <a:round/>
            <a:headEnd type="oval" w="med" len="med"/>
            <a:tailEnd type="triangle" w="med" len="med"/>
          </a:ln>
        </p:spPr>
      </p:cxnSp>
      <p:cxnSp>
        <p:nvCxnSpPr>
          <p:cNvPr id="2044" name="Google Shape;2044;p159"/>
          <p:cNvCxnSpPr/>
          <p:nvPr/>
        </p:nvCxnSpPr>
        <p:spPr>
          <a:xfrm>
            <a:off x="2818150" y="899750"/>
            <a:ext cx="814200" cy="0"/>
          </a:xfrm>
          <a:prstGeom prst="straightConnector1">
            <a:avLst/>
          </a:prstGeom>
          <a:noFill/>
          <a:ln w="19050" cap="flat" cmpd="sng">
            <a:solidFill>
              <a:srgbClr val="FF0000"/>
            </a:solidFill>
            <a:prstDash val="solid"/>
            <a:round/>
            <a:headEnd type="oval" w="med" len="med"/>
            <a:tailEnd type="triangle" w="med" len="med"/>
          </a:ln>
        </p:spPr>
      </p:cxnSp>
      <p:cxnSp>
        <p:nvCxnSpPr>
          <p:cNvPr id="2045" name="Google Shape;2045;p159"/>
          <p:cNvCxnSpPr/>
          <p:nvPr/>
        </p:nvCxnSpPr>
        <p:spPr>
          <a:xfrm>
            <a:off x="5511625" y="899750"/>
            <a:ext cx="814200" cy="0"/>
          </a:xfrm>
          <a:prstGeom prst="straightConnector1">
            <a:avLst/>
          </a:prstGeom>
          <a:noFill/>
          <a:ln w="19050" cap="flat" cmpd="sng">
            <a:solidFill>
              <a:srgbClr val="FF0000"/>
            </a:solidFill>
            <a:prstDash val="solid"/>
            <a:round/>
            <a:headEnd type="oval" w="med" len="med"/>
            <a:tailEnd type="triangle" w="med" len="med"/>
          </a:ln>
        </p:spPr>
      </p:cxnSp>
      <p:cxnSp>
        <p:nvCxnSpPr>
          <p:cNvPr id="2046" name="Google Shape;2046;p159"/>
          <p:cNvCxnSpPr/>
          <p:nvPr/>
        </p:nvCxnSpPr>
        <p:spPr>
          <a:xfrm>
            <a:off x="6436600" y="899750"/>
            <a:ext cx="814200" cy="0"/>
          </a:xfrm>
          <a:prstGeom prst="straightConnector1">
            <a:avLst/>
          </a:prstGeom>
          <a:noFill/>
          <a:ln w="19050" cap="flat" cmpd="sng">
            <a:solidFill>
              <a:srgbClr val="FF0000"/>
            </a:solidFill>
            <a:prstDash val="solid"/>
            <a:round/>
            <a:headEnd type="oval" w="med" len="med"/>
            <a:tailEnd type="triangle" w="med" len="med"/>
          </a:ln>
        </p:spPr>
      </p:cxnSp>
      <p:cxnSp>
        <p:nvCxnSpPr>
          <p:cNvPr id="2047" name="Google Shape;2047;p159"/>
          <p:cNvCxnSpPr/>
          <p:nvPr/>
        </p:nvCxnSpPr>
        <p:spPr>
          <a:xfrm>
            <a:off x="7361575" y="899750"/>
            <a:ext cx="814200" cy="0"/>
          </a:xfrm>
          <a:prstGeom prst="straightConnector1">
            <a:avLst/>
          </a:prstGeom>
          <a:noFill/>
          <a:ln w="19050" cap="flat" cmpd="sng">
            <a:solidFill>
              <a:srgbClr val="FF0000"/>
            </a:solidFill>
            <a:prstDash val="solid"/>
            <a:round/>
            <a:headEnd type="oval" w="med" len="med"/>
            <a:tailEnd type="triangle" w="med" len="med"/>
          </a:ln>
        </p:spPr>
      </p:cxnSp>
      <p:sp>
        <p:nvSpPr>
          <p:cNvPr id="2048" name="Google Shape;2048;p159"/>
          <p:cNvSpPr/>
          <p:nvPr/>
        </p:nvSpPr>
        <p:spPr>
          <a:xfrm>
            <a:off x="1002950" y="1693059"/>
            <a:ext cx="873900" cy="359100"/>
          </a:xfrm>
          <a:prstGeom prst="roundRect">
            <a:avLst>
              <a:gd name="adj" fmla="val 16667"/>
            </a:avLst>
          </a:prstGeom>
          <a:solidFill>
            <a:srgbClr val="FF000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b="1">
                <a:solidFill>
                  <a:schemeClr val="lt1"/>
                </a:solidFill>
                <a:latin typeface="IBM Plex Sans"/>
                <a:ea typeface="IBM Plex Sans"/>
                <a:cs typeface="IBM Plex Sans"/>
                <a:sym typeface="IBM Plex Sans"/>
              </a:rPr>
              <a:t>RPA</a:t>
            </a:r>
            <a:endParaRPr b="1">
              <a:solidFill>
                <a:schemeClr val="lt1"/>
              </a:solidFill>
              <a:latin typeface="IBM Plex Sans"/>
              <a:ea typeface="IBM Plex Sans"/>
              <a:cs typeface="IBM Plex Sans"/>
              <a:sym typeface="IBM Plex Sans"/>
            </a:endParaRPr>
          </a:p>
        </p:txBody>
      </p:sp>
      <p:sp>
        <p:nvSpPr>
          <p:cNvPr id="2022" name="Google Shape;2022;p159"/>
          <p:cNvSpPr/>
          <p:nvPr/>
        </p:nvSpPr>
        <p:spPr>
          <a:xfrm>
            <a:off x="2565100" y="1997846"/>
            <a:ext cx="877800" cy="359100"/>
          </a:xfrm>
          <a:prstGeom prst="roundRect">
            <a:avLst>
              <a:gd name="adj" fmla="val 16667"/>
            </a:avLst>
          </a:prstGeom>
          <a:solidFill>
            <a:srgbClr val="FF000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b="1">
                <a:solidFill>
                  <a:schemeClr val="lt1"/>
                </a:solidFill>
                <a:latin typeface="IBM Plex Sans"/>
                <a:ea typeface="IBM Plex Sans"/>
                <a:cs typeface="IBM Plex Sans"/>
                <a:sym typeface="IBM Plex Sans"/>
              </a:rPr>
              <a:t>ERP</a:t>
            </a:r>
            <a:endParaRPr b="1">
              <a:solidFill>
                <a:schemeClr val="lt1"/>
              </a:solidFill>
              <a:latin typeface="IBM Plex Sans"/>
              <a:ea typeface="IBM Plex Sans"/>
              <a:cs typeface="IBM Plex Sans"/>
              <a:sym typeface="IBM Plex Sans"/>
            </a:endParaRPr>
          </a:p>
        </p:txBody>
      </p:sp>
      <p:sp>
        <p:nvSpPr>
          <p:cNvPr id="2027" name="Google Shape;2027;p159"/>
          <p:cNvSpPr/>
          <p:nvPr/>
        </p:nvSpPr>
        <p:spPr>
          <a:xfrm>
            <a:off x="4131150" y="1693046"/>
            <a:ext cx="877800" cy="359100"/>
          </a:xfrm>
          <a:prstGeom prst="roundRect">
            <a:avLst>
              <a:gd name="adj" fmla="val 16667"/>
            </a:avLst>
          </a:prstGeom>
          <a:solidFill>
            <a:srgbClr val="FF0000"/>
          </a:solidFill>
          <a:ln>
            <a:noFill/>
          </a:ln>
        </p:spPr>
        <p:txBody>
          <a:bodyPr spcFirstLastPara="1" wrap="square" lIns="0" tIns="0" rIns="0" bIns="0" anchor="ctr" anchorCtr="0">
            <a:noAutofit/>
          </a:bodyPr>
          <a:lstStyle/>
          <a:p>
            <a:pPr marL="0" lvl="0" indent="0" algn="ctr" rtl="0">
              <a:spcBef>
                <a:spcPts val="0"/>
              </a:spcBef>
              <a:spcAft>
                <a:spcPts val="0"/>
              </a:spcAft>
              <a:buNone/>
            </a:pPr>
            <a:r>
              <a:rPr lang="en" b="1">
                <a:solidFill>
                  <a:schemeClr val="lt1"/>
                </a:solidFill>
                <a:latin typeface="IBM Plex Sans"/>
                <a:ea typeface="IBM Plex Sans"/>
                <a:cs typeface="IBM Plex Sans"/>
                <a:sym typeface="IBM Plex Sans"/>
              </a:rPr>
              <a:t>CRM</a:t>
            </a:r>
            <a:endParaRPr b="1">
              <a:solidFill>
                <a:schemeClr val="lt1"/>
              </a:solidFill>
              <a:latin typeface="IBM Plex Sans"/>
              <a:ea typeface="IBM Plex Sans"/>
              <a:cs typeface="IBM Plex Sans"/>
              <a:sym typeface="IBM Plex Sans"/>
            </a:endParaRPr>
          </a:p>
        </p:txBody>
      </p:sp>
      <p:sp>
        <p:nvSpPr>
          <p:cNvPr id="2049" name="Google Shape;2049;p159"/>
          <p:cNvSpPr/>
          <p:nvPr/>
        </p:nvSpPr>
        <p:spPr>
          <a:xfrm>
            <a:off x="5697200" y="1997846"/>
            <a:ext cx="877800" cy="359100"/>
          </a:xfrm>
          <a:prstGeom prst="roundRect">
            <a:avLst>
              <a:gd name="adj" fmla="val 16667"/>
            </a:avLst>
          </a:prstGeom>
          <a:solidFill>
            <a:srgbClr val="FF0000"/>
          </a:solidFill>
          <a:ln>
            <a:noFill/>
          </a:ln>
        </p:spPr>
        <p:txBody>
          <a:bodyPr spcFirstLastPara="1" wrap="square" lIns="0" tIns="0" rIns="0" bIns="0" anchor="ctr" anchorCtr="0">
            <a:noAutofit/>
          </a:bodyPr>
          <a:lstStyle/>
          <a:p>
            <a:pPr marL="0" lvl="0" indent="0" algn="ctr" rtl="0">
              <a:spcBef>
                <a:spcPts val="0"/>
              </a:spcBef>
              <a:spcAft>
                <a:spcPts val="0"/>
              </a:spcAft>
              <a:buNone/>
            </a:pPr>
            <a:r>
              <a:rPr lang="en" b="1">
                <a:solidFill>
                  <a:schemeClr val="lt1"/>
                </a:solidFill>
                <a:latin typeface="IBM Plex Sans"/>
                <a:ea typeface="IBM Plex Sans"/>
                <a:cs typeface="IBM Plex Sans"/>
                <a:sym typeface="IBM Plex Sans"/>
              </a:rPr>
              <a:t>AI</a:t>
            </a:r>
            <a:endParaRPr b="1">
              <a:solidFill>
                <a:schemeClr val="lt1"/>
              </a:solidFill>
              <a:latin typeface="IBM Plex Sans"/>
              <a:ea typeface="IBM Plex Sans"/>
              <a:cs typeface="IBM Plex Sans"/>
              <a:sym typeface="IBM Plex Sans"/>
            </a:endParaRPr>
          </a:p>
        </p:txBody>
      </p:sp>
      <p:sp>
        <p:nvSpPr>
          <p:cNvPr id="2050" name="Google Shape;2050;p159"/>
          <p:cNvSpPr/>
          <p:nvPr/>
        </p:nvSpPr>
        <p:spPr>
          <a:xfrm>
            <a:off x="7263250" y="1693046"/>
            <a:ext cx="877800" cy="359100"/>
          </a:xfrm>
          <a:prstGeom prst="roundRect">
            <a:avLst>
              <a:gd name="adj" fmla="val 16667"/>
            </a:avLst>
          </a:prstGeom>
          <a:solidFill>
            <a:srgbClr val="FF0000"/>
          </a:solidFill>
          <a:ln>
            <a:noFill/>
          </a:ln>
        </p:spPr>
        <p:txBody>
          <a:bodyPr spcFirstLastPara="1" wrap="square" lIns="0" tIns="0" rIns="0" bIns="0" anchor="ctr" anchorCtr="0">
            <a:noAutofit/>
          </a:bodyPr>
          <a:lstStyle/>
          <a:p>
            <a:pPr marL="0" lvl="0" indent="0" algn="ctr" rtl="0">
              <a:spcBef>
                <a:spcPts val="0"/>
              </a:spcBef>
              <a:spcAft>
                <a:spcPts val="0"/>
              </a:spcAft>
              <a:buNone/>
            </a:pPr>
            <a:r>
              <a:rPr lang="en" b="1">
                <a:solidFill>
                  <a:schemeClr val="lt1"/>
                </a:solidFill>
                <a:latin typeface="IBM Plex Sans"/>
                <a:ea typeface="IBM Plex Sans"/>
                <a:cs typeface="IBM Plex Sans"/>
                <a:sym typeface="IBM Plex Sans"/>
              </a:rPr>
              <a:t>IDP</a:t>
            </a:r>
            <a:endParaRPr b="1">
              <a:solidFill>
                <a:schemeClr val="lt1"/>
              </a:solidFill>
              <a:latin typeface="IBM Plex Sans"/>
              <a:ea typeface="IBM Plex Sans"/>
              <a:cs typeface="IBM Plex Sans"/>
              <a:sym typeface="IBM Plex Sans"/>
            </a:endParaRPr>
          </a:p>
        </p:txBody>
      </p:sp>
      <p:sp>
        <p:nvSpPr>
          <p:cNvPr id="2051" name="Google Shape;2051;p159"/>
          <p:cNvSpPr/>
          <p:nvPr/>
        </p:nvSpPr>
        <p:spPr>
          <a:xfrm>
            <a:off x="880575" y="1166650"/>
            <a:ext cx="3007800" cy="325500"/>
          </a:xfrm>
          <a:prstGeom prst="rect">
            <a:avLst/>
          </a:prstGeom>
          <a:solidFill>
            <a:srgbClr val="D7D7D7"/>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BM Plex Sans"/>
              <a:ea typeface="IBM Plex Sans"/>
              <a:cs typeface="IBM Plex Sans"/>
              <a:sym typeface="IBM Plex Sans"/>
            </a:endParaRPr>
          </a:p>
        </p:txBody>
      </p:sp>
      <p:sp>
        <p:nvSpPr>
          <p:cNvPr id="2052" name="Google Shape;2052;p159"/>
          <p:cNvSpPr/>
          <p:nvPr/>
        </p:nvSpPr>
        <p:spPr>
          <a:xfrm>
            <a:off x="800275" y="3604855"/>
            <a:ext cx="1468500" cy="830100"/>
          </a:xfrm>
          <a:prstGeom prst="rect">
            <a:avLst/>
          </a:prstGeom>
          <a:solidFill>
            <a:srgbClr val="D7D7D7"/>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BM Plex Sans"/>
              <a:ea typeface="IBM Plex Sans"/>
              <a:cs typeface="IBM Plex Sans"/>
              <a:sym typeface="IBM Plex Sans"/>
            </a:endParaRPr>
          </a:p>
        </p:txBody>
      </p:sp>
      <p:sp>
        <p:nvSpPr>
          <p:cNvPr id="2053" name="Google Shape;2053;p159"/>
          <p:cNvSpPr/>
          <p:nvPr/>
        </p:nvSpPr>
        <p:spPr>
          <a:xfrm>
            <a:off x="1009938" y="1243125"/>
            <a:ext cx="354300" cy="172500"/>
          </a:xfrm>
          <a:prstGeom prst="rect">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BM Plex Sans"/>
              <a:ea typeface="IBM Plex Sans"/>
              <a:cs typeface="IBM Plex Sans"/>
              <a:sym typeface="IBM Plex Sans"/>
            </a:endParaRPr>
          </a:p>
        </p:txBody>
      </p:sp>
      <p:sp>
        <p:nvSpPr>
          <p:cNvPr id="2054" name="Google Shape;2054;p159"/>
          <p:cNvSpPr/>
          <p:nvPr/>
        </p:nvSpPr>
        <p:spPr>
          <a:xfrm>
            <a:off x="1529636" y="1243125"/>
            <a:ext cx="354300" cy="172500"/>
          </a:xfrm>
          <a:prstGeom prst="rect">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BM Plex Sans"/>
              <a:ea typeface="IBM Plex Sans"/>
              <a:cs typeface="IBM Plex Sans"/>
              <a:sym typeface="IBM Plex Sans"/>
            </a:endParaRPr>
          </a:p>
        </p:txBody>
      </p:sp>
      <p:sp>
        <p:nvSpPr>
          <p:cNvPr id="2032" name="Google Shape;2032;p159"/>
          <p:cNvSpPr/>
          <p:nvPr/>
        </p:nvSpPr>
        <p:spPr>
          <a:xfrm>
            <a:off x="1511175" y="2624318"/>
            <a:ext cx="391200" cy="172500"/>
          </a:xfrm>
          <a:prstGeom prst="rect">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BM Plex Sans"/>
              <a:ea typeface="IBM Plex Sans"/>
              <a:cs typeface="IBM Plex Sans"/>
              <a:sym typeface="IBM Plex Sans"/>
            </a:endParaRPr>
          </a:p>
        </p:txBody>
      </p:sp>
      <p:sp>
        <p:nvSpPr>
          <p:cNvPr id="2055" name="Google Shape;2055;p159"/>
          <p:cNvSpPr/>
          <p:nvPr/>
        </p:nvSpPr>
        <p:spPr>
          <a:xfrm>
            <a:off x="1079125" y="3776168"/>
            <a:ext cx="391200" cy="172500"/>
          </a:xfrm>
          <a:prstGeom prst="rect">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BM Plex Sans"/>
              <a:ea typeface="IBM Plex Sans"/>
              <a:cs typeface="IBM Plex Sans"/>
              <a:sym typeface="IBM Plex Sans"/>
            </a:endParaRPr>
          </a:p>
        </p:txBody>
      </p:sp>
      <p:sp>
        <p:nvSpPr>
          <p:cNvPr id="2056" name="Google Shape;2056;p159"/>
          <p:cNvSpPr/>
          <p:nvPr/>
        </p:nvSpPr>
        <p:spPr>
          <a:xfrm>
            <a:off x="1598825" y="3776168"/>
            <a:ext cx="391200" cy="172500"/>
          </a:xfrm>
          <a:prstGeom prst="rect">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BM Plex Sans"/>
              <a:ea typeface="IBM Plex Sans"/>
              <a:cs typeface="IBM Plex Sans"/>
              <a:sym typeface="IBM Plex Sans"/>
            </a:endParaRPr>
          </a:p>
        </p:txBody>
      </p:sp>
      <p:sp>
        <p:nvSpPr>
          <p:cNvPr id="2057" name="Google Shape;2057;p159"/>
          <p:cNvSpPr/>
          <p:nvPr/>
        </p:nvSpPr>
        <p:spPr>
          <a:xfrm>
            <a:off x="1079125" y="4097043"/>
            <a:ext cx="391200" cy="172500"/>
          </a:xfrm>
          <a:prstGeom prst="rect">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BM Plex Sans"/>
              <a:ea typeface="IBM Plex Sans"/>
              <a:cs typeface="IBM Plex Sans"/>
              <a:sym typeface="IBM Plex Sans"/>
            </a:endParaRPr>
          </a:p>
        </p:txBody>
      </p:sp>
      <p:sp>
        <p:nvSpPr>
          <p:cNvPr id="2058" name="Google Shape;2058;p159"/>
          <p:cNvSpPr/>
          <p:nvPr/>
        </p:nvSpPr>
        <p:spPr>
          <a:xfrm>
            <a:off x="1598825" y="4097043"/>
            <a:ext cx="391200" cy="172500"/>
          </a:xfrm>
          <a:prstGeom prst="rect">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BM Plex Sans"/>
              <a:ea typeface="IBM Plex Sans"/>
              <a:cs typeface="IBM Plex Sans"/>
              <a:sym typeface="IBM Plex Sans"/>
            </a:endParaRPr>
          </a:p>
        </p:txBody>
      </p:sp>
      <p:sp>
        <p:nvSpPr>
          <p:cNvPr id="2059" name="Google Shape;2059;p159"/>
          <p:cNvSpPr/>
          <p:nvPr/>
        </p:nvSpPr>
        <p:spPr>
          <a:xfrm>
            <a:off x="800275" y="3494105"/>
            <a:ext cx="573300" cy="172500"/>
          </a:xfrm>
          <a:prstGeom prst="rect">
            <a:avLst/>
          </a:prstGeom>
          <a:solidFill>
            <a:srgbClr val="D7D7D7"/>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BM Plex Sans"/>
              <a:ea typeface="IBM Plex Sans"/>
              <a:cs typeface="IBM Plex Sans"/>
              <a:sym typeface="IBM Plex Sans"/>
            </a:endParaRPr>
          </a:p>
        </p:txBody>
      </p:sp>
      <p:sp>
        <p:nvSpPr>
          <p:cNvPr id="2060" name="Google Shape;2060;p159"/>
          <p:cNvSpPr/>
          <p:nvPr/>
        </p:nvSpPr>
        <p:spPr>
          <a:xfrm>
            <a:off x="2574050" y="2624318"/>
            <a:ext cx="391200" cy="172500"/>
          </a:xfrm>
          <a:prstGeom prst="rect">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BM Plex Sans"/>
              <a:ea typeface="IBM Plex Sans"/>
              <a:cs typeface="IBM Plex Sans"/>
              <a:sym typeface="IBM Plex Sans"/>
            </a:endParaRPr>
          </a:p>
        </p:txBody>
      </p:sp>
      <p:sp>
        <p:nvSpPr>
          <p:cNvPr id="2031" name="Google Shape;2031;p159"/>
          <p:cNvSpPr/>
          <p:nvPr/>
        </p:nvSpPr>
        <p:spPr>
          <a:xfrm>
            <a:off x="2574061" y="1243125"/>
            <a:ext cx="354300" cy="172500"/>
          </a:xfrm>
          <a:prstGeom prst="rect">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BM Plex Sans"/>
              <a:ea typeface="IBM Plex Sans"/>
              <a:cs typeface="IBM Plex Sans"/>
              <a:sym typeface="IBM Plex Sans"/>
            </a:endParaRPr>
          </a:p>
        </p:txBody>
      </p:sp>
      <p:sp>
        <p:nvSpPr>
          <p:cNvPr id="2029" name="Google Shape;2029;p159"/>
          <p:cNvSpPr/>
          <p:nvPr/>
        </p:nvSpPr>
        <p:spPr>
          <a:xfrm>
            <a:off x="4438499" y="1243125"/>
            <a:ext cx="354300" cy="172500"/>
          </a:xfrm>
          <a:prstGeom prst="rect">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BM Plex Sans"/>
              <a:ea typeface="IBM Plex Sans"/>
              <a:cs typeface="IBM Plex Sans"/>
              <a:sym typeface="IBM Plex Sans"/>
            </a:endParaRPr>
          </a:p>
        </p:txBody>
      </p:sp>
      <p:sp>
        <p:nvSpPr>
          <p:cNvPr id="2021" name="Google Shape;2021;p159"/>
          <p:cNvSpPr/>
          <p:nvPr/>
        </p:nvSpPr>
        <p:spPr>
          <a:xfrm>
            <a:off x="5008961" y="1243125"/>
            <a:ext cx="354300" cy="172500"/>
          </a:xfrm>
          <a:prstGeom prst="rect">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BM Plex Sans"/>
              <a:ea typeface="IBM Plex Sans"/>
              <a:cs typeface="IBM Plex Sans"/>
              <a:sym typeface="IBM Plex Sans"/>
            </a:endParaRPr>
          </a:p>
        </p:txBody>
      </p:sp>
      <p:sp>
        <p:nvSpPr>
          <p:cNvPr id="2037" name="Google Shape;2037;p159"/>
          <p:cNvSpPr/>
          <p:nvPr/>
        </p:nvSpPr>
        <p:spPr>
          <a:xfrm>
            <a:off x="1511175" y="2970555"/>
            <a:ext cx="984600" cy="172500"/>
          </a:xfrm>
          <a:prstGeom prst="rect">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BM Plex Sans"/>
              <a:ea typeface="IBM Plex Sans"/>
              <a:cs typeface="IBM Plex Sans"/>
              <a:sym typeface="IBM Plex Sans"/>
            </a:endParaRPr>
          </a:p>
        </p:txBody>
      </p:sp>
      <p:sp>
        <p:nvSpPr>
          <p:cNvPr id="2061" name="Google Shape;2061;p159"/>
          <p:cNvSpPr/>
          <p:nvPr/>
        </p:nvSpPr>
        <p:spPr>
          <a:xfrm>
            <a:off x="2574050" y="3776168"/>
            <a:ext cx="391200" cy="172500"/>
          </a:xfrm>
          <a:prstGeom prst="rect">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BM Plex Sans"/>
              <a:ea typeface="IBM Plex Sans"/>
              <a:cs typeface="IBM Plex Sans"/>
              <a:sym typeface="IBM Plex Sans"/>
            </a:endParaRPr>
          </a:p>
        </p:txBody>
      </p:sp>
      <p:sp>
        <p:nvSpPr>
          <p:cNvPr id="2036" name="Google Shape;2036;p159"/>
          <p:cNvSpPr/>
          <p:nvPr/>
        </p:nvSpPr>
        <p:spPr>
          <a:xfrm>
            <a:off x="3140400" y="3776168"/>
            <a:ext cx="391200" cy="172500"/>
          </a:xfrm>
          <a:prstGeom prst="rect">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BM Plex Sans"/>
              <a:ea typeface="IBM Plex Sans"/>
              <a:cs typeface="IBM Plex Sans"/>
              <a:sym typeface="IBM Plex Sans"/>
            </a:endParaRPr>
          </a:p>
        </p:txBody>
      </p:sp>
      <p:sp>
        <p:nvSpPr>
          <p:cNvPr id="2062" name="Google Shape;2062;p159"/>
          <p:cNvSpPr/>
          <p:nvPr/>
        </p:nvSpPr>
        <p:spPr>
          <a:xfrm>
            <a:off x="3140400" y="2970555"/>
            <a:ext cx="391200" cy="172500"/>
          </a:xfrm>
          <a:prstGeom prst="rect">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BM Plex Sans"/>
              <a:ea typeface="IBM Plex Sans"/>
              <a:cs typeface="IBM Plex Sans"/>
              <a:sym typeface="IBM Plex Sans"/>
            </a:endParaRPr>
          </a:p>
        </p:txBody>
      </p:sp>
      <p:sp>
        <p:nvSpPr>
          <p:cNvPr id="2063" name="Google Shape;2063;p159"/>
          <p:cNvSpPr/>
          <p:nvPr/>
        </p:nvSpPr>
        <p:spPr>
          <a:xfrm>
            <a:off x="4138150" y="2662780"/>
            <a:ext cx="1041300" cy="1285800"/>
          </a:xfrm>
          <a:prstGeom prst="rect">
            <a:avLst/>
          </a:prstGeom>
          <a:solidFill>
            <a:srgbClr val="D7D7D7"/>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BM Plex Sans"/>
              <a:ea typeface="IBM Plex Sans"/>
              <a:cs typeface="IBM Plex Sans"/>
              <a:sym typeface="IBM Plex Sans"/>
            </a:endParaRPr>
          </a:p>
        </p:txBody>
      </p:sp>
      <p:sp>
        <p:nvSpPr>
          <p:cNvPr id="2064" name="Google Shape;2064;p159"/>
          <p:cNvSpPr/>
          <p:nvPr/>
        </p:nvSpPr>
        <p:spPr>
          <a:xfrm>
            <a:off x="4455075" y="2834093"/>
            <a:ext cx="391200" cy="172500"/>
          </a:xfrm>
          <a:prstGeom prst="rect">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BM Plex Sans"/>
              <a:ea typeface="IBM Plex Sans"/>
              <a:cs typeface="IBM Plex Sans"/>
              <a:sym typeface="IBM Plex Sans"/>
            </a:endParaRPr>
          </a:p>
        </p:txBody>
      </p:sp>
      <p:sp>
        <p:nvSpPr>
          <p:cNvPr id="2065" name="Google Shape;2065;p159"/>
          <p:cNvSpPr/>
          <p:nvPr/>
        </p:nvSpPr>
        <p:spPr>
          <a:xfrm>
            <a:off x="4455075" y="3154968"/>
            <a:ext cx="391200" cy="172500"/>
          </a:xfrm>
          <a:prstGeom prst="rect">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BM Plex Sans"/>
              <a:ea typeface="IBM Plex Sans"/>
              <a:cs typeface="IBM Plex Sans"/>
              <a:sym typeface="IBM Plex Sans"/>
            </a:endParaRPr>
          </a:p>
        </p:txBody>
      </p:sp>
      <p:sp>
        <p:nvSpPr>
          <p:cNvPr id="2066" name="Google Shape;2066;p159"/>
          <p:cNvSpPr/>
          <p:nvPr/>
        </p:nvSpPr>
        <p:spPr>
          <a:xfrm>
            <a:off x="4463188" y="3475843"/>
            <a:ext cx="391200" cy="172500"/>
          </a:xfrm>
          <a:prstGeom prst="rect">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BM Plex Sans"/>
              <a:ea typeface="IBM Plex Sans"/>
              <a:cs typeface="IBM Plex Sans"/>
              <a:sym typeface="IBM Plex Sans"/>
            </a:endParaRPr>
          </a:p>
        </p:txBody>
      </p:sp>
      <p:sp>
        <p:nvSpPr>
          <p:cNvPr id="2041" name="Google Shape;2041;p159"/>
          <p:cNvSpPr/>
          <p:nvPr/>
        </p:nvSpPr>
        <p:spPr>
          <a:xfrm>
            <a:off x="4138150" y="2552030"/>
            <a:ext cx="573300" cy="172500"/>
          </a:xfrm>
          <a:prstGeom prst="rect">
            <a:avLst/>
          </a:prstGeom>
          <a:solidFill>
            <a:srgbClr val="D7D7D7"/>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BM Plex Sans"/>
              <a:ea typeface="IBM Plex Sans"/>
              <a:cs typeface="IBM Plex Sans"/>
              <a:sym typeface="IBM Plex Sans"/>
            </a:endParaRPr>
          </a:p>
        </p:txBody>
      </p:sp>
      <p:sp>
        <p:nvSpPr>
          <p:cNvPr id="2024" name="Google Shape;2024;p159"/>
          <p:cNvSpPr/>
          <p:nvPr/>
        </p:nvSpPr>
        <p:spPr>
          <a:xfrm>
            <a:off x="5697200" y="3494093"/>
            <a:ext cx="391200" cy="172500"/>
          </a:xfrm>
          <a:prstGeom prst="rect">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BM Plex Sans"/>
              <a:ea typeface="IBM Plex Sans"/>
              <a:cs typeface="IBM Plex Sans"/>
              <a:sym typeface="IBM Plex Sans"/>
            </a:endParaRPr>
          </a:p>
        </p:txBody>
      </p:sp>
      <p:sp>
        <p:nvSpPr>
          <p:cNvPr id="2025" name="Google Shape;2025;p159"/>
          <p:cNvSpPr/>
          <p:nvPr/>
        </p:nvSpPr>
        <p:spPr>
          <a:xfrm>
            <a:off x="4463200" y="4273905"/>
            <a:ext cx="900000" cy="172500"/>
          </a:xfrm>
          <a:prstGeom prst="rect">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BM Plex Sans"/>
              <a:ea typeface="IBM Plex Sans"/>
              <a:cs typeface="IBM Plex Sans"/>
              <a:sym typeface="IBM Plex Sans"/>
            </a:endParaRPr>
          </a:p>
        </p:txBody>
      </p:sp>
      <p:sp>
        <p:nvSpPr>
          <p:cNvPr id="2067" name="Google Shape;2067;p159"/>
          <p:cNvSpPr/>
          <p:nvPr/>
        </p:nvSpPr>
        <p:spPr>
          <a:xfrm>
            <a:off x="6242136" y="1243125"/>
            <a:ext cx="354300" cy="172500"/>
          </a:xfrm>
          <a:prstGeom prst="rect">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BM Plex Sans"/>
              <a:ea typeface="IBM Plex Sans"/>
              <a:cs typeface="IBM Plex Sans"/>
              <a:sym typeface="IBM Plex Sans"/>
            </a:endParaRPr>
          </a:p>
        </p:txBody>
      </p:sp>
      <p:sp>
        <p:nvSpPr>
          <p:cNvPr id="2068" name="Google Shape;2068;p159"/>
          <p:cNvSpPr/>
          <p:nvPr/>
        </p:nvSpPr>
        <p:spPr>
          <a:xfrm>
            <a:off x="6815786" y="1243125"/>
            <a:ext cx="354300" cy="172500"/>
          </a:xfrm>
          <a:prstGeom prst="rect">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BM Plex Sans"/>
              <a:ea typeface="IBM Plex Sans"/>
              <a:cs typeface="IBM Plex Sans"/>
              <a:sym typeface="IBM Plex Sans"/>
            </a:endParaRPr>
          </a:p>
        </p:txBody>
      </p:sp>
      <p:sp>
        <p:nvSpPr>
          <p:cNvPr id="2069" name="Google Shape;2069;p159"/>
          <p:cNvSpPr/>
          <p:nvPr/>
        </p:nvSpPr>
        <p:spPr>
          <a:xfrm>
            <a:off x="7389436" y="1243125"/>
            <a:ext cx="354300" cy="172500"/>
          </a:xfrm>
          <a:prstGeom prst="rect">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BM Plex Sans"/>
              <a:ea typeface="IBM Plex Sans"/>
              <a:cs typeface="IBM Plex Sans"/>
              <a:sym typeface="IBM Plex Sans"/>
            </a:endParaRPr>
          </a:p>
        </p:txBody>
      </p:sp>
      <p:sp>
        <p:nvSpPr>
          <p:cNvPr id="2070" name="Google Shape;2070;p159"/>
          <p:cNvSpPr/>
          <p:nvPr/>
        </p:nvSpPr>
        <p:spPr>
          <a:xfrm>
            <a:off x="5697200" y="2624318"/>
            <a:ext cx="391200" cy="172500"/>
          </a:xfrm>
          <a:prstGeom prst="rect">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BM Plex Sans"/>
              <a:ea typeface="IBM Plex Sans"/>
              <a:cs typeface="IBM Plex Sans"/>
              <a:sym typeface="IBM Plex Sans"/>
            </a:endParaRPr>
          </a:p>
        </p:txBody>
      </p:sp>
      <p:sp>
        <p:nvSpPr>
          <p:cNvPr id="2042" name="Google Shape;2042;p159"/>
          <p:cNvSpPr/>
          <p:nvPr/>
        </p:nvSpPr>
        <p:spPr>
          <a:xfrm>
            <a:off x="6760075" y="2624318"/>
            <a:ext cx="391200" cy="172500"/>
          </a:xfrm>
          <a:prstGeom prst="rect">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BM Plex Sans"/>
              <a:ea typeface="IBM Plex Sans"/>
              <a:cs typeface="IBM Plex Sans"/>
              <a:sym typeface="IBM Plex Sans"/>
            </a:endParaRPr>
          </a:p>
        </p:txBody>
      </p:sp>
      <p:sp>
        <p:nvSpPr>
          <p:cNvPr id="2071" name="Google Shape;2071;p159"/>
          <p:cNvSpPr/>
          <p:nvPr/>
        </p:nvSpPr>
        <p:spPr>
          <a:xfrm>
            <a:off x="5697200" y="2970555"/>
            <a:ext cx="984600" cy="172500"/>
          </a:xfrm>
          <a:prstGeom prst="rect">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BM Plex Sans"/>
              <a:ea typeface="IBM Plex Sans"/>
              <a:cs typeface="IBM Plex Sans"/>
              <a:sym typeface="IBM Plex Sans"/>
            </a:endParaRPr>
          </a:p>
        </p:txBody>
      </p:sp>
      <p:sp>
        <p:nvSpPr>
          <p:cNvPr id="2072" name="Google Shape;2072;p159"/>
          <p:cNvSpPr/>
          <p:nvPr/>
        </p:nvSpPr>
        <p:spPr>
          <a:xfrm>
            <a:off x="7326425" y="2970550"/>
            <a:ext cx="766200" cy="172500"/>
          </a:xfrm>
          <a:prstGeom prst="rect">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BM Plex Sans"/>
              <a:ea typeface="IBM Plex Sans"/>
              <a:cs typeface="IBM Plex Sans"/>
              <a:sym typeface="IBM Plex Sans"/>
            </a:endParaRPr>
          </a:p>
        </p:txBody>
      </p:sp>
      <p:sp>
        <p:nvSpPr>
          <p:cNvPr id="2073" name="Google Shape;2073;p159"/>
          <p:cNvSpPr/>
          <p:nvPr/>
        </p:nvSpPr>
        <p:spPr>
          <a:xfrm>
            <a:off x="6794950" y="3604855"/>
            <a:ext cx="1468500" cy="830100"/>
          </a:xfrm>
          <a:prstGeom prst="rect">
            <a:avLst/>
          </a:prstGeom>
          <a:solidFill>
            <a:srgbClr val="D7D7D7"/>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BM Plex Sans"/>
              <a:ea typeface="IBM Plex Sans"/>
              <a:cs typeface="IBM Plex Sans"/>
              <a:sym typeface="IBM Plex Sans"/>
            </a:endParaRPr>
          </a:p>
        </p:txBody>
      </p:sp>
      <p:sp>
        <p:nvSpPr>
          <p:cNvPr id="2074" name="Google Shape;2074;p159"/>
          <p:cNvSpPr/>
          <p:nvPr/>
        </p:nvSpPr>
        <p:spPr>
          <a:xfrm>
            <a:off x="7593450" y="3776168"/>
            <a:ext cx="391200" cy="172500"/>
          </a:xfrm>
          <a:prstGeom prst="rect">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BM Plex Sans"/>
              <a:ea typeface="IBM Plex Sans"/>
              <a:cs typeface="IBM Plex Sans"/>
              <a:sym typeface="IBM Plex Sans"/>
            </a:endParaRPr>
          </a:p>
        </p:txBody>
      </p:sp>
      <p:sp>
        <p:nvSpPr>
          <p:cNvPr id="2075" name="Google Shape;2075;p159"/>
          <p:cNvSpPr/>
          <p:nvPr/>
        </p:nvSpPr>
        <p:spPr>
          <a:xfrm>
            <a:off x="7073750" y="4097043"/>
            <a:ext cx="391200" cy="172500"/>
          </a:xfrm>
          <a:prstGeom prst="rect">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BM Plex Sans"/>
              <a:ea typeface="IBM Plex Sans"/>
              <a:cs typeface="IBM Plex Sans"/>
              <a:sym typeface="IBM Plex Sans"/>
            </a:endParaRPr>
          </a:p>
        </p:txBody>
      </p:sp>
      <p:sp>
        <p:nvSpPr>
          <p:cNvPr id="2076" name="Google Shape;2076;p159"/>
          <p:cNvSpPr/>
          <p:nvPr/>
        </p:nvSpPr>
        <p:spPr>
          <a:xfrm>
            <a:off x="7593450" y="4097043"/>
            <a:ext cx="391200" cy="172500"/>
          </a:xfrm>
          <a:prstGeom prst="rect">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BM Plex Sans"/>
              <a:ea typeface="IBM Plex Sans"/>
              <a:cs typeface="IBM Plex Sans"/>
              <a:sym typeface="IBM Plex Sans"/>
            </a:endParaRPr>
          </a:p>
        </p:txBody>
      </p:sp>
      <p:sp>
        <p:nvSpPr>
          <p:cNvPr id="2077" name="Google Shape;2077;p159"/>
          <p:cNvSpPr/>
          <p:nvPr/>
        </p:nvSpPr>
        <p:spPr>
          <a:xfrm>
            <a:off x="6794950" y="3494105"/>
            <a:ext cx="573300" cy="172500"/>
          </a:xfrm>
          <a:prstGeom prst="rect">
            <a:avLst/>
          </a:prstGeom>
          <a:solidFill>
            <a:srgbClr val="D7D7D7"/>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BM Plex Sans"/>
              <a:ea typeface="IBM Plex Sans"/>
              <a:cs typeface="IBM Plex Sans"/>
              <a:sym typeface="IBM Plex Sans"/>
            </a:endParaRPr>
          </a:p>
        </p:txBody>
      </p:sp>
      <p:sp>
        <p:nvSpPr>
          <p:cNvPr id="2078" name="Google Shape;2078;p159"/>
          <p:cNvSpPr/>
          <p:nvPr/>
        </p:nvSpPr>
        <p:spPr>
          <a:xfrm>
            <a:off x="3830150" y="4273893"/>
            <a:ext cx="391200" cy="172500"/>
          </a:xfrm>
          <a:prstGeom prst="rect">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BM Plex Sans"/>
              <a:ea typeface="IBM Plex Sans"/>
              <a:cs typeface="IBM Plex Sans"/>
              <a:sym typeface="IBM Plex Sans"/>
            </a:endParaRPr>
          </a:p>
        </p:txBody>
      </p:sp>
      <p:sp>
        <p:nvSpPr>
          <p:cNvPr id="2034" name="Google Shape;2034;p159"/>
          <p:cNvSpPr/>
          <p:nvPr/>
        </p:nvSpPr>
        <p:spPr>
          <a:xfrm>
            <a:off x="1009938" y="2970543"/>
            <a:ext cx="354300" cy="172500"/>
          </a:xfrm>
          <a:prstGeom prst="rect">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BM Plex Sans"/>
              <a:ea typeface="IBM Plex Sans"/>
              <a:cs typeface="IBM Plex Sans"/>
              <a:sym typeface="IBM Plex Sans"/>
            </a:endParaRPr>
          </a:p>
        </p:txBody>
      </p:sp>
      <p:cxnSp>
        <p:nvCxnSpPr>
          <p:cNvPr id="2079" name="Google Shape;2079;p159"/>
          <p:cNvCxnSpPr>
            <a:stCxn id="2053" idx="2"/>
            <a:endCxn id="2048" idx="0"/>
          </p:cNvCxnSpPr>
          <p:nvPr/>
        </p:nvCxnSpPr>
        <p:spPr>
          <a:xfrm rot="-5400000" flipH="1">
            <a:off x="1174788" y="1427925"/>
            <a:ext cx="277500" cy="252900"/>
          </a:xfrm>
          <a:prstGeom prst="bentConnector3">
            <a:avLst>
              <a:gd name="adj1" fmla="val 49988"/>
            </a:avLst>
          </a:prstGeom>
          <a:noFill/>
          <a:ln w="9525" cap="flat" cmpd="sng">
            <a:solidFill>
              <a:schemeClr val="dk2"/>
            </a:solidFill>
            <a:prstDash val="solid"/>
            <a:round/>
            <a:headEnd type="none" w="med" len="med"/>
            <a:tailEnd type="none" w="med" len="med"/>
          </a:ln>
        </p:spPr>
      </p:cxnSp>
      <p:cxnSp>
        <p:nvCxnSpPr>
          <p:cNvPr id="2080" name="Google Shape;2080;p159"/>
          <p:cNvCxnSpPr>
            <a:stCxn id="2054" idx="2"/>
            <a:endCxn id="2048" idx="3"/>
          </p:cNvCxnSpPr>
          <p:nvPr/>
        </p:nvCxnSpPr>
        <p:spPr>
          <a:xfrm rot="-5400000" flipH="1">
            <a:off x="1563386" y="1559025"/>
            <a:ext cx="456900" cy="170100"/>
          </a:xfrm>
          <a:prstGeom prst="bentConnector4">
            <a:avLst>
              <a:gd name="adj1" fmla="val 30360"/>
              <a:gd name="adj2" fmla="val 239970"/>
            </a:avLst>
          </a:prstGeom>
          <a:noFill/>
          <a:ln w="9525" cap="flat" cmpd="sng">
            <a:solidFill>
              <a:schemeClr val="dk2"/>
            </a:solidFill>
            <a:prstDash val="solid"/>
            <a:round/>
            <a:headEnd type="none" w="med" len="med"/>
            <a:tailEnd type="none" w="med" len="med"/>
          </a:ln>
        </p:spPr>
      </p:cxnSp>
      <p:cxnSp>
        <p:nvCxnSpPr>
          <p:cNvPr id="2081" name="Google Shape;2081;p159"/>
          <p:cNvCxnSpPr>
            <a:stCxn id="2031" idx="2"/>
            <a:endCxn id="2022" idx="0"/>
          </p:cNvCxnSpPr>
          <p:nvPr/>
        </p:nvCxnSpPr>
        <p:spPr>
          <a:xfrm rot="-5400000" flipH="1">
            <a:off x="2586511" y="1580325"/>
            <a:ext cx="582300" cy="252900"/>
          </a:xfrm>
          <a:prstGeom prst="bentConnector3">
            <a:avLst>
              <a:gd name="adj1" fmla="val 49993"/>
            </a:avLst>
          </a:prstGeom>
          <a:noFill/>
          <a:ln w="9525" cap="flat" cmpd="sng">
            <a:solidFill>
              <a:schemeClr val="dk2"/>
            </a:solidFill>
            <a:prstDash val="solid"/>
            <a:round/>
            <a:headEnd type="none" w="med" len="med"/>
            <a:tailEnd type="none" w="med" len="med"/>
          </a:ln>
        </p:spPr>
      </p:cxnSp>
      <p:cxnSp>
        <p:nvCxnSpPr>
          <p:cNvPr id="2082" name="Google Shape;2082;p159"/>
          <p:cNvCxnSpPr>
            <a:stCxn id="2022" idx="2"/>
            <a:endCxn id="2062" idx="0"/>
          </p:cNvCxnSpPr>
          <p:nvPr/>
        </p:nvCxnSpPr>
        <p:spPr>
          <a:xfrm rot="-5400000" flipH="1">
            <a:off x="2863300" y="2497646"/>
            <a:ext cx="613500" cy="332100"/>
          </a:xfrm>
          <a:prstGeom prst="bentConnector3">
            <a:avLst>
              <a:gd name="adj1" fmla="val 50009"/>
            </a:avLst>
          </a:prstGeom>
          <a:noFill/>
          <a:ln w="9525" cap="flat" cmpd="sng">
            <a:solidFill>
              <a:schemeClr val="dk2"/>
            </a:solidFill>
            <a:prstDash val="solid"/>
            <a:round/>
            <a:headEnd type="none" w="med" len="med"/>
            <a:tailEnd type="none" w="med" len="med"/>
          </a:ln>
        </p:spPr>
      </p:cxnSp>
      <p:cxnSp>
        <p:nvCxnSpPr>
          <p:cNvPr id="2083" name="Google Shape;2083;p159"/>
          <p:cNvCxnSpPr>
            <a:stCxn id="2048" idx="2"/>
            <a:endCxn id="2034" idx="0"/>
          </p:cNvCxnSpPr>
          <p:nvPr/>
        </p:nvCxnSpPr>
        <p:spPr>
          <a:xfrm rot="5400000">
            <a:off x="854300" y="2384859"/>
            <a:ext cx="918300" cy="252900"/>
          </a:xfrm>
          <a:prstGeom prst="bentConnector3">
            <a:avLst>
              <a:gd name="adj1" fmla="val 50005"/>
            </a:avLst>
          </a:prstGeom>
          <a:noFill/>
          <a:ln w="9525" cap="flat" cmpd="sng">
            <a:solidFill>
              <a:schemeClr val="dk2"/>
            </a:solidFill>
            <a:prstDash val="solid"/>
            <a:round/>
            <a:headEnd type="none" w="med" len="med"/>
            <a:tailEnd type="none" w="med" len="med"/>
          </a:ln>
        </p:spPr>
      </p:cxnSp>
      <p:cxnSp>
        <p:nvCxnSpPr>
          <p:cNvPr id="2084" name="Google Shape;2084;p159"/>
          <p:cNvCxnSpPr>
            <a:stCxn id="2048" idx="2"/>
            <a:endCxn id="2037" idx="0"/>
          </p:cNvCxnSpPr>
          <p:nvPr/>
        </p:nvCxnSpPr>
        <p:spPr>
          <a:xfrm rot="-5400000" flipH="1">
            <a:off x="1262600" y="2229459"/>
            <a:ext cx="918300" cy="563700"/>
          </a:xfrm>
          <a:prstGeom prst="bentConnector3">
            <a:avLst>
              <a:gd name="adj1" fmla="val 50005"/>
            </a:avLst>
          </a:prstGeom>
          <a:noFill/>
          <a:ln w="9525" cap="flat" cmpd="sng">
            <a:solidFill>
              <a:schemeClr val="dk2"/>
            </a:solidFill>
            <a:prstDash val="solid"/>
            <a:round/>
            <a:headEnd type="none" w="med" len="med"/>
            <a:tailEnd type="none" w="med" len="med"/>
          </a:ln>
        </p:spPr>
      </p:cxnSp>
      <p:cxnSp>
        <p:nvCxnSpPr>
          <p:cNvPr id="2085" name="Google Shape;2085;p159"/>
          <p:cNvCxnSpPr>
            <a:stCxn id="2048" idx="3"/>
            <a:endCxn id="2060" idx="1"/>
          </p:cNvCxnSpPr>
          <p:nvPr/>
        </p:nvCxnSpPr>
        <p:spPr>
          <a:xfrm>
            <a:off x="1876850" y="1872609"/>
            <a:ext cx="697200" cy="837900"/>
          </a:xfrm>
          <a:prstGeom prst="bentConnector3">
            <a:avLst>
              <a:gd name="adj1" fmla="val 50000"/>
            </a:avLst>
          </a:prstGeom>
          <a:noFill/>
          <a:ln w="9525" cap="flat" cmpd="sng">
            <a:solidFill>
              <a:schemeClr val="dk2"/>
            </a:solidFill>
            <a:prstDash val="solid"/>
            <a:round/>
            <a:headEnd type="none" w="med" len="med"/>
            <a:tailEnd type="none" w="med" len="med"/>
          </a:ln>
        </p:spPr>
      </p:cxnSp>
      <p:cxnSp>
        <p:nvCxnSpPr>
          <p:cNvPr id="2086" name="Google Shape;2086;p159"/>
          <p:cNvCxnSpPr>
            <a:stCxn id="2022" idx="2"/>
            <a:endCxn id="2060" idx="0"/>
          </p:cNvCxnSpPr>
          <p:nvPr/>
        </p:nvCxnSpPr>
        <p:spPr>
          <a:xfrm rot="5400000">
            <a:off x="2753200" y="2373446"/>
            <a:ext cx="267300" cy="234300"/>
          </a:xfrm>
          <a:prstGeom prst="bentConnector3">
            <a:avLst>
              <a:gd name="adj1" fmla="val 50013"/>
            </a:avLst>
          </a:prstGeom>
          <a:noFill/>
          <a:ln w="9525" cap="flat" cmpd="sng">
            <a:solidFill>
              <a:schemeClr val="dk2"/>
            </a:solidFill>
            <a:prstDash val="solid"/>
            <a:round/>
            <a:headEnd type="none" w="med" len="med"/>
            <a:tailEnd type="none" w="med" len="med"/>
          </a:ln>
        </p:spPr>
      </p:cxnSp>
      <p:cxnSp>
        <p:nvCxnSpPr>
          <p:cNvPr id="2087" name="Google Shape;2087;p159"/>
          <p:cNvCxnSpPr>
            <a:stCxn id="2060" idx="2"/>
            <a:endCxn id="2037" idx="0"/>
          </p:cNvCxnSpPr>
          <p:nvPr/>
        </p:nvCxnSpPr>
        <p:spPr>
          <a:xfrm rot="5400000">
            <a:off x="2299700" y="2500568"/>
            <a:ext cx="173700" cy="766200"/>
          </a:xfrm>
          <a:prstGeom prst="bentConnector3">
            <a:avLst>
              <a:gd name="adj1" fmla="val 50011"/>
            </a:avLst>
          </a:prstGeom>
          <a:noFill/>
          <a:ln w="9525" cap="flat" cmpd="sng">
            <a:solidFill>
              <a:schemeClr val="dk2"/>
            </a:solidFill>
            <a:prstDash val="solid"/>
            <a:round/>
            <a:headEnd type="none" w="med" len="med"/>
            <a:tailEnd type="none" w="med" len="med"/>
          </a:ln>
        </p:spPr>
      </p:cxnSp>
      <p:cxnSp>
        <p:nvCxnSpPr>
          <p:cNvPr id="2088" name="Google Shape;2088;p159"/>
          <p:cNvCxnSpPr>
            <a:stCxn id="2037" idx="2"/>
            <a:endCxn id="2056" idx="0"/>
          </p:cNvCxnSpPr>
          <p:nvPr/>
        </p:nvCxnSpPr>
        <p:spPr>
          <a:xfrm rot="5400000">
            <a:off x="1582425" y="3355005"/>
            <a:ext cx="633000" cy="209100"/>
          </a:xfrm>
          <a:prstGeom prst="bentConnector3">
            <a:avLst>
              <a:gd name="adj1" fmla="val 50009"/>
            </a:avLst>
          </a:prstGeom>
          <a:noFill/>
          <a:ln w="9525" cap="flat" cmpd="sng">
            <a:solidFill>
              <a:schemeClr val="dk2"/>
            </a:solidFill>
            <a:prstDash val="solid"/>
            <a:round/>
            <a:headEnd type="none" w="med" len="med"/>
            <a:tailEnd type="none" w="med" len="med"/>
          </a:ln>
        </p:spPr>
      </p:cxnSp>
      <p:cxnSp>
        <p:nvCxnSpPr>
          <p:cNvPr id="2089" name="Google Shape;2089;p159"/>
          <p:cNvCxnSpPr>
            <a:stCxn id="2034" idx="2"/>
            <a:endCxn id="2061" idx="0"/>
          </p:cNvCxnSpPr>
          <p:nvPr/>
        </p:nvCxnSpPr>
        <p:spPr>
          <a:xfrm rot="-5400000" flipH="1">
            <a:off x="1661838" y="2668293"/>
            <a:ext cx="633000" cy="1582500"/>
          </a:xfrm>
          <a:prstGeom prst="bentConnector3">
            <a:avLst>
              <a:gd name="adj1" fmla="val 28465"/>
            </a:avLst>
          </a:prstGeom>
          <a:noFill/>
          <a:ln w="9525" cap="flat" cmpd="sng">
            <a:solidFill>
              <a:srgbClr val="FF0000"/>
            </a:solidFill>
            <a:prstDash val="solid"/>
            <a:round/>
            <a:headEnd type="none" w="med" len="med"/>
            <a:tailEnd type="none" w="med" len="med"/>
          </a:ln>
        </p:spPr>
      </p:cxnSp>
      <p:cxnSp>
        <p:nvCxnSpPr>
          <p:cNvPr id="2090" name="Google Shape;2090;p159"/>
          <p:cNvCxnSpPr>
            <a:stCxn id="2060" idx="2"/>
            <a:endCxn id="2036" idx="0"/>
          </p:cNvCxnSpPr>
          <p:nvPr/>
        </p:nvCxnSpPr>
        <p:spPr>
          <a:xfrm rot="-5400000" flipH="1">
            <a:off x="2563100" y="3003368"/>
            <a:ext cx="979500" cy="566400"/>
          </a:xfrm>
          <a:prstGeom prst="bentConnector3">
            <a:avLst>
              <a:gd name="adj1" fmla="val 40948"/>
            </a:avLst>
          </a:prstGeom>
          <a:noFill/>
          <a:ln w="9525" cap="flat" cmpd="sng">
            <a:solidFill>
              <a:schemeClr val="dk2"/>
            </a:solidFill>
            <a:prstDash val="solid"/>
            <a:round/>
            <a:headEnd type="none" w="med" len="med"/>
            <a:tailEnd type="none" w="med" len="med"/>
          </a:ln>
        </p:spPr>
      </p:cxnSp>
      <p:cxnSp>
        <p:nvCxnSpPr>
          <p:cNvPr id="2091" name="Google Shape;2091;p159"/>
          <p:cNvCxnSpPr>
            <a:stCxn id="2060" idx="3"/>
            <a:endCxn id="2062" idx="1"/>
          </p:cNvCxnSpPr>
          <p:nvPr/>
        </p:nvCxnSpPr>
        <p:spPr>
          <a:xfrm>
            <a:off x="2965250" y="2710568"/>
            <a:ext cx="175200" cy="346200"/>
          </a:xfrm>
          <a:prstGeom prst="bentConnector3">
            <a:avLst>
              <a:gd name="adj1" fmla="val 49986"/>
            </a:avLst>
          </a:prstGeom>
          <a:noFill/>
          <a:ln w="9525" cap="flat" cmpd="sng">
            <a:solidFill>
              <a:schemeClr val="dk2"/>
            </a:solidFill>
            <a:prstDash val="solid"/>
            <a:round/>
            <a:headEnd type="none" w="med" len="med"/>
            <a:tailEnd type="none" w="med" len="med"/>
          </a:ln>
        </p:spPr>
      </p:cxnSp>
      <p:cxnSp>
        <p:nvCxnSpPr>
          <p:cNvPr id="2092" name="Google Shape;2092;p159"/>
          <p:cNvCxnSpPr>
            <a:stCxn id="2055" idx="3"/>
            <a:endCxn id="2056" idx="1"/>
          </p:cNvCxnSpPr>
          <p:nvPr/>
        </p:nvCxnSpPr>
        <p:spPr>
          <a:xfrm>
            <a:off x="1470325" y="3862418"/>
            <a:ext cx="128400" cy="600"/>
          </a:xfrm>
          <a:prstGeom prst="bentConnector3">
            <a:avLst>
              <a:gd name="adj1" fmla="val 50039"/>
            </a:avLst>
          </a:prstGeom>
          <a:noFill/>
          <a:ln w="9525" cap="flat" cmpd="sng">
            <a:solidFill>
              <a:schemeClr val="dk2"/>
            </a:solidFill>
            <a:prstDash val="solid"/>
            <a:round/>
            <a:headEnd type="none" w="med" len="med"/>
            <a:tailEnd type="none" w="med" len="med"/>
          </a:ln>
        </p:spPr>
      </p:cxnSp>
      <p:cxnSp>
        <p:nvCxnSpPr>
          <p:cNvPr id="2093" name="Google Shape;2093;p159"/>
          <p:cNvCxnSpPr>
            <a:endCxn id="2057" idx="0"/>
          </p:cNvCxnSpPr>
          <p:nvPr/>
        </p:nvCxnSpPr>
        <p:spPr>
          <a:xfrm rot="-5400000" flipH="1">
            <a:off x="1200175" y="4022493"/>
            <a:ext cx="148500" cy="600"/>
          </a:xfrm>
          <a:prstGeom prst="bentConnector3">
            <a:avLst>
              <a:gd name="adj1" fmla="val 50000"/>
            </a:avLst>
          </a:prstGeom>
          <a:noFill/>
          <a:ln w="9525" cap="flat" cmpd="sng">
            <a:solidFill>
              <a:schemeClr val="dk2"/>
            </a:solidFill>
            <a:prstDash val="solid"/>
            <a:round/>
            <a:headEnd type="none" w="med" len="med"/>
            <a:tailEnd type="none" w="med" len="med"/>
          </a:ln>
        </p:spPr>
      </p:cxnSp>
      <p:cxnSp>
        <p:nvCxnSpPr>
          <p:cNvPr id="2094" name="Google Shape;2094;p159"/>
          <p:cNvCxnSpPr>
            <a:stCxn id="2058" idx="3"/>
            <a:endCxn id="2061" idx="1"/>
          </p:cNvCxnSpPr>
          <p:nvPr/>
        </p:nvCxnSpPr>
        <p:spPr>
          <a:xfrm rot="10800000" flipH="1">
            <a:off x="1990025" y="3862293"/>
            <a:ext cx="584100" cy="321000"/>
          </a:xfrm>
          <a:prstGeom prst="bentConnector3">
            <a:avLst>
              <a:gd name="adj1" fmla="val 69123"/>
            </a:avLst>
          </a:prstGeom>
          <a:noFill/>
          <a:ln w="9525" cap="flat" cmpd="sng">
            <a:solidFill>
              <a:schemeClr val="dk2"/>
            </a:solidFill>
            <a:prstDash val="solid"/>
            <a:round/>
            <a:headEnd type="none" w="med" len="med"/>
            <a:tailEnd type="none" w="med" len="med"/>
          </a:ln>
        </p:spPr>
      </p:cxnSp>
      <p:cxnSp>
        <p:nvCxnSpPr>
          <p:cNvPr id="2095" name="Google Shape;2095;p159"/>
          <p:cNvCxnSpPr>
            <a:stCxn id="2061" idx="0"/>
            <a:endCxn id="2066" idx="1"/>
          </p:cNvCxnSpPr>
          <p:nvPr/>
        </p:nvCxnSpPr>
        <p:spPr>
          <a:xfrm rot="-5400000">
            <a:off x="3509300" y="2822318"/>
            <a:ext cx="214200" cy="1693500"/>
          </a:xfrm>
          <a:prstGeom prst="bentConnector2">
            <a:avLst/>
          </a:prstGeom>
          <a:noFill/>
          <a:ln w="9525" cap="flat" cmpd="sng">
            <a:solidFill>
              <a:schemeClr val="dk2"/>
            </a:solidFill>
            <a:prstDash val="solid"/>
            <a:round/>
            <a:headEnd type="none" w="med" len="med"/>
            <a:tailEnd type="none" w="med" len="med"/>
          </a:ln>
        </p:spPr>
      </p:cxnSp>
      <p:cxnSp>
        <p:nvCxnSpPr>
          <p:cNvPr id="2096" name="Google Shape;2096;p159"/>
          <p:cNvCxnSpPr>
            <a:stCxn id="2064" idx="1"/>
            <a:endCxn id="2062" idx="3"/>
          </p:cNvCxnSpPr>
          <p:nvPr/>
        </p:nvCxnSpPr>
        <p:spPr>
          <a:xfrm flipH="1">
            <a:off x="3531675" y="2920343"/>
            <a:ext cx="923400" cy="136500"/>
          </a:xfrm>
          <a:prstGeom prst="bentConnector3">
            <a:avLst>
              <a:gd name="adj1" fmla="val 59422"/>
            </a:avLst>
          </a:prstGeom>
          <a:noFill/>
          <a:ln w="9525" cap="flat" cmpd="sng">
            <a:solidFill>
              <a:schemeClr val="dk2"/>
            </a:solidFill>
            <a:prstDash val="solid"/>
            <a:round/>
            <a:headEnd type="none" w="med" len="med"/>
            <a:tailEnd type="none" w="med" len="med"/>
          </a:ln>
        </p:spPr>
      </p:cxnSp>
      <p:cxnSp>
        <p:nvCxnSpPr>
          <p:cNvPr id="2097" name="Google Shape;2097;p159"/>
          <p:cNvCxnSpPr>
            <a:stCxn id="2031" idx="3"/>
            <a:endCxn id="2041" idx="1"/>
          </p:cNvCxnSpPr>
          <p:nvPr/>
        </p:nvCxnSpPr>
        <p:spPr>
          <a:xfrm>
            <a:off x="2928361" y="1329375"/>
            <a:ext cx="1209900" cy="1308900"/>
          </a:xfrm>
          <a:prstGeom prst="bentConnector3">
            <a:avLst>
              <a:gd name="adj1" fmla="val 49995"/>
            </a:avLst>
          </a:prstGeom>
          <a:noFill/>
          <a:ln w="9525" cap="flat" cmpd="sng">
            <a:solidFill>
              <a:schemeClr val="dk2"/>
            </a:solidFill>
            <a:prstDash val="solid"/>
            <a:round/>
            <a:headEnd type="none" w="med" len="med"/>
            <a:tailEnd type="none" w="med" len="med"/>
          </a:ln>
        </p:spPr>
      </p:cxnSp>
      <p:cxnSp>
        <p:nvCxnSpPr>
          <p:cNvPr id="2098" name="Google Shape;2098;p159"/>
          <p:cNvCxnSpPr>
            <a:stCxn id="2027" idx="2"/>
            <a:endCxn id="2041" idx="1"/>
          </p:cNvCxnSpPr>
          <p:nvPr/>
        </p:nvCxnSpPr>
        <p:spPr>
          <a:xfrm rot="5400000">
            <a:off x="4060950" y="2129246"/>
            <a:ext cx="586200" cy="432000"/>
          </a:xfrm>
          <a:prstGeom prst="bentConnector4">
            <a:avLst>
              <a:gd name="adj1" fmla="val 42638"/>
              <a:gd name="adj2" fmla="val 155098"/>
            </a:avLst>
          </a:prstGeom>
          <a:noFill/>
          <a:ln w="9525" cap="flat" cmpd="sng">
            <a:solidFill>
              <a:schemeClr val="dk2"/>
            </a:solidFill>
            <a:prstDash val="solid"/>
            <a:round/>
            <a:headEnd type="none" w="med" len="med"/>
            <a:tailEnd type="none" w="med" len="med"/>
          </a:ln>
        </p:spPr>
      </p:cxnSp>
      <p:cxnSp>
        <p:nvCxnSpPr>
          <p:cNvPr id="2099" name="Google Shape;2099;p159"/>
          <p:cNvCxnSpPr>
            <a:stCxn id="2064" idx="2"/>
            <a:endCxn id="2065" idx="0"/>
          </p:cNvCxnSpPr>
          <p:nvPr/>
        </p:nvCxnSpPr>
        <p:spPr>
          <a:xfrm rot="-5400000" flipH="1">
            <a:off x="4576725" y="3080543"/>
            <a:ext cx="148500" cy="600"/>
          </a:xfrm>
          <a:prstGeom prst="bentConnector3">
            <a:avLst>
              <a:gd name="adj1" fmla="val 49958"/>
            </a:avLst>
          </a:prstGeom>
          <a:noFill/>
          <a:ln w="9525" cap="flat" cmpd="sng">
            <a:solidFill>
              <a:schemeClr val="dk2"/>
            </a:solidFill>
            <a:prstDash val="solid"/>
            <a:round/>
            <a:headEnd type="none" w="med" len="med"/>
            <a:tailEnd type="none" w="med" len="med"/>
          </a:ln>
        </p:spPr>
      </p:cxnSp>
      <p:cxnSp>
        <p:nvCxnSpPr>
          <p:cNvPr id="2100" name="Google Shape;2100;p159"/>
          <p:cNvCxnSpPr>
            <a:stCxn id="2062" idx="3"/>
            <a:endCxn id="2078" idx="0"/>
          </p:cNvCxnSpPr>
          <p:nvPr/>
        </p:nvCxnSpPr>
        <p:spPr>
          <a:xfrm>
            <a:off x="3531600" y="3056805"/>
            <a:ext cx="494100" cy="1217100"/>
          </a:xfrm>
          <a:prstGeom prst="bentConnector2">
            <a:avLst/>
          </a:prstGeom>
          <a:noFill/>
          <a:ln w="9525" cap="flat" cmpd="sng">
            <a:solidFill>
              <a:srgbClr val="FF0000"/>
            </a:solidFill>
            <a:prstDash val="solid"/>
            <a:round/>
            <a:headEnd type="none" w="med" len="med"/>
            <a:tailEnd type="none" w="med" len="med"/>
          </a:ln>
        </p:spPr>
      </p:cxnSp>
      <p:cxnSp>
        <p:nvCxnSpPr>
          <p:cNvPr id="2101" name="Google Shape;2101;p159"/>
          <p:cNvCxnSpPr>
            <a:stCxn id="2066" idx="2"/>
            <a:endCxn id="2025" idx="0"/>
          </p:cNvCxnSpPr>
          <p:nvPr/>
        </p:nvCxnSpPr>
        <p:spPr>
          <a:xfrm rot="-5400000" flipH="1">
            <a:off x="4473238" y="3833893"/>
            <a:ext cx="625500" cy="254400"/>
          </a:xfrm>
          <a:prstGeom prst="bentConnector3">
            <a:avLst>
              <a:gd name="adj1" fmla="val 70245"/>
            </a:avLst>
          </a:prstGeom>
          <a:noFill/>
          <a:ln w="9525" cap="flat" cmpd="sng">
            <a:solidFill>
              <a:srgbClr val="FF0000"/>
            </a:solidFill>
            <a:prstDash val="solid"/>
            <a:round/>
            <a:headEnd type="none" w="med" len="med"/>
            <a:tailEnd type="none" w="med" len="med"/>
          </a:ln>
        </p:spPr>
      </p:cxnSp>
      <p:cxnSp>
        <p:nvCxnSpPr>
          <p:cNvPr id="2102" name="Google Shape;2102;p159"/>
          <p:cNvCxnSpPr>
            <a:stCxn id="2078" idx="3"/>
            <a:endCxn id="2025" idx="1"/>
          </p:cNvCxnSpPr>
          <p:nvPr/>
        </p:nvCxnSpPr>
        <p:spPr>
          <a:xfrm>
            <a:off x="4221350" y="4360143"/>
            <a:ext cx="241800" cy="600"/>
          </a:xfrm>
          <a:prstGeom prst="bentConnector3">
            <a:avLst>
              <a:gd name="adj1" fmla="val 50010"/>
            </a:avLst>
          </a:prstGeom>
          <a:noFill/>
          <a:ln w="9525" cap="flat" cmpd="sng">
            <a:solidFill>
              <a:schemeClr val="dk2"/>
            </a:solidFill>
            <a:prstDash val="solid"/>
            <a:round/>
            <a:headEnd type="none" w="med" len="med"/>
            <a:tailEnd type="none" w="med" len="med"/>
          </a:ln>
        </p:spPr>
      </p:cxnSp>
      <p:cxnSp>
        <p:nvCxnSpPr>
          <p:cNvPr id="2103" name="Google Shape;2103;p159"/>
          <p:cNvCxnSpPr>
            <a:stCxn id="2065" idx="3"/>
            <a:endCxn id="2071" idx="1"/>
          </p:cNvCxnSpPr>
          <p:nvPr/>
        </p:nvCxnSpPr>
        <p:spPr>
          <a:xfrm rot="10800000" flipH="1">
            <a:off x="4846275" y="3056718"/>
            <a:ext cx="850800" cy="184500"/>
          </a:xfrm>
          <a:prstGeom prst="bentConnector3">
            <a:avLst>
              <a:gd name="adj1" fmla="val 50007"/>
            </a:avLst>
          </a:prstGeom>
          <a:noFill/>
          <a:ln w="9525" cap="flat" cmpd="sng">
            <a:solidFill>
              <a:schemeClr val="dk2"/>
            </a:solidFill>
            <a:prstDash val="solid"/>
            <a:round/>
            <a:headEnd type="none" w="med" len="med"/>
            <a:tailEnd type="none" w="med" len="med"/>
          </a:ln>
        </p:spPr>
      </p:cxnSp>
      <p:cxnSp>
        <p:nvCxnSpPr>
          <p:cNvPr id="2104" name="Google Shape;2104;p159"/>
          <p:cNvCxnSpPr>
            <a:stCxn id="2070" idx="1"/>
            <a:endCxn id="2066" idx="3"/>
          </p:cNvCxnSpPr>
          <p:nvPr/>
        </p:nvCxnSpPr>
        <p:spPr>
          <a:xfrm flipH="1">
            <a:off x="4854500" y="2710568"/>
            <a:ext cx="842700" cy="851400"/>
          </a:xfrm>
          <a:prstGeom prst="bentConnector3">
            <a:avLst>
              <a:gd name="adj1" fmla="val 32093"/>
            </a:avLst>
          </a:prstGeom>
          <a:noFill/>
          <a:ln w="9525" cap="flat" cmpd="sng">
            <a:solidFill>
              <a:srgbClr val="FF0000"/>
            </a:solidFill>
            <a:prstDash val="solid"/>
            <a:round/>
            <a:headEnd type="none" w="med" len="med"/>
            <a:tailEnd type="none" w="med" len="med"/>
          </a:ln>
        </p:spPr>
      </p:cxnSp>
      <p:cxnSp>
        <p:nvCxnSpPr>
          <p:cNvPr id="2105" name="Google Shape;2105;p159"/>
          <p:cNvCxnSpPr>
            <a:stCxn id="2064" idx="3"/>
            <a:endCxn id="2075" idx="1"/>
          </p:cNvCxnSpPr>
          <p:nvPr/>
        </p:nvCxnSpPr>
        <p:spPr>
          <a:xfrm>
            <a:off x="4846275" y="2920343"/>
            <a:ext cx="2227500" cy="1263000"/>
          </a:xfrm>
          <a:prstGeom prst="bentConnector3">
            <a:avLst>
              <a:gd name="adj1" fmla="val 33374"/>
            </a:avLst>
          </a:prstGeom>
          <a:noFill/>
          <a:ln w="9525" cap="flat" cmpd="sng">
            <a:solidFill>
              <a:schemeClr val="dk2"/>
            </a:solidFill>
            <a:prstDash val="solid"/>
            <a:round/>
            <a:headEnd type="none" w="med" len="med"/>
            <a:tailEnd type="none" w="med" len="med"/>
          </a:ln>
        </p:spPr>
      </p:cxnSp>
      <p:cxnSp>
        <p:nvCxnSpPr>
          <p:cNvPr id="2106" name="Google Shape;2106;p159"/>
          <p:cNvCxnSpPr>
            <a:stCxn id="2070" idx="0"/>
            <a:endCxn id="2049" idx="2"/>
          </p:cNvCxnSpPr>
          <p:nvPr/>
        </p:nvCxnSpPr>
        <p:spPr>
          <a:xfrm rot="-5400000">
            <a:off x="5880800" y="2369018"/>
            <a:ext cx="267300" cy="243300"/>
          </a:xfrm>
          <a:prstGeom prst="bentConnector3">
            <a:avLst>
              <a:gd name="adj1" fmla="val 50013"/>
            </a:avLst>
          </a:prstGeom>
          <a:noFill/>
          <a:ln w="9525" cap="flat" cmpd="sng">
            <a:solidFill>
              <a:schemeClr val="dk2"/>
            </a:solidFill>
            <a:prstDash val="solid"/>
            <a:round/>
            <a:headEnd type="none" w="med" len="med"/>
            <a:tailEnd type="none" w="med" len="med"/>
          </a:ln>
        </p:spPr>
      </p:cxnSp>
      <p:cxnSp>
        <p:nvCxnSpPr>
          <p:cNvPr id="2107" name="Google Shape;2107;p159"/>
          <p:cNvCxnSpPr>
            <a:stCxn id="2027" idx="3"/>
            <a:endCxn id="2021" idx="2"/>
          </p:cNvCxnSpPr>
          <p:nvPr/>
        </p:nvCxnSpPr>
        <p:spPr>
          <a:xfrm rot="10800000" flipH="1">
            <a:off x="5008950" y="1415696"/>
            <a:ext cx="177300" cy="456900"/>
          </a:xfrm>
          <a:prstGeom prst="bentConnector2">
            <a:avLst/>
          </a:prstGeom>
          <a:noFill/>
          <a:ln w="9525" cap="flat" cmpd="sng">
            <a:solidFill>
              <a:schemeClr val="dk2"/>
            </a:solidFill>
            <a:prstDash val="solid"/>
            <a:round/>
            <a:headEnd type="none" w="med" len="med"/>
            <a:tailEnd type="none" w="med" len="med"/>
          </a:ln>
        </p:spPr>
      </p:cxnSp>
      <p:cxnSp>
        <p:nvCxnSpPr>
          <p:cNvPr id="2108" name="Google Shape;2108;p159"/>
          <p:cNvCxnSpPr>
            <a:stCxn id="2053" idx="3"/>
            <a:endCxn id="2054" idx="1"/>
          </p:cNvCxnSpPr>
          <p:nvPr/>
        </p:nvCxnSpPr>
        <p:spPr>
          <a:xfrm>
            <a:off x="1364238" y="1329375"/>
            <a:ext cx="165300" cy="600"/>
          </a:xfrm>
          <a:prstGeom prst="bentConnector3">
            <a:avLst>
              <a:gd name="adj1" fmla="val 50030"/>
            </a:avLst>
          </a:prstGeom>
          <a:noFill/>
          <a:ln w="9525" cap="flat" cmpd="sng">
            <a:solidFill>
              <a:schemeClr val="dk2"/>
            </a:solidFill>
            <a:prstDash val="solid"/>
            <a:round/>
            <a:headEnd type="none" w="med" len="med"/>
            <a:tailEnd type="none" w="med" len="med"/>
          </a:ln>
        </p:spPr>
      </p:cxnSp>
      <p:cxnSp>
        <p:nvCxnSpPr>
          <p:cNvPr id="2109" name="Google Shape;2109;p159"/>
          <p:cNvCxnSpPr>
            <a:stCxn id="2054" idx="3"/>
            <a:endCxn id="2031" idx="1"/>
          </p:cNvCxnSpPr>
          <p:nvPr/>
        </p:nvCxnSpPr>
        <p:spPr>
          <a:xfrm>
            <a:off x="1883936" y="1329375"/>
            <a:ext cx="690000" cy="600"/>
          </a:xfrm>
          <a:prstGeom prst="bentConnector3">
            <a:avLst>
              <a:gd name="adj1" fmla="val 50009"/>
            </a:avLst>
          </a:prstGeom>
          <a:noFill/>
          <a:ln w="9525" cap="flat" cmpd="sng">
            <a:solidFill>
              <a:schemeClr val="dk2"/>
            </a:solidFill>
            <a:prstDash val="solid"/>
            <a:round/>
            <a:headEnd type="none" w="med" len="med"/>
            <a:tailEnd type="none" w="med" len="med"/>
          </a:ln>
        </p:spPr>
      </p:cxnSp>
      <p:cxnSp>
        <p:nvCxnSpPr>
          <p:cNvPr id="2110" name="Google Shape;2110;p159"/>
          <p:cNvCxnSpPr>
            <a:endCxn id="2021" idx="1"/>
          </p:cNvCxnSpPr>
          <p:nvPr/>
        </p:nvCxnSpPr>
        <p:spPr>
          <a:xfrm>
            <a:off x="4792661" y="1328775"/>
            <a:ext cx="216300" cy="600"/>
          </a:xfrm>
          <a:prstGeom prst="bentConnector3">
            <a:avLst>
              <a:gd name="adj1" fmla="val 50000"/>
            </a:avLst>
          </a:prstGeom>
          <a:noFill/>
          <a:ln w="9525" cap="flat" cmpd="sng">
            <a:solidFill>
              <a:schemeClr val="dk2"/>
            </a:solidFill>
            <a:prstDash val="solid"/>
            <a:round/>
            <a:headEnd type="none" w="med" len="med"/>
            <a:tailEnd type="none" w="med" len="med"/>
          </a:ln>
        </p:spPr>
      </p:cxnSp>
      <p:cxnSp>
        <p:nvCxnSpPr>
          <p:cNvPr id="2111" name="Google Shape;2111;p159"/>
          <p:cNvCxnSpPr>
            <a:stCxn id="2067" idx="3"/>
            <a:endCxn id="2068" idx="1"/>
          </p:cNvCxnSpPr>
          <p:nvPr/>
        </p:nvCxnSpPr>
        <p:spPr>
          <a:xfrm>
            <a:off x="6596436" y="1329375"/>
            <a:ext cx="219300" cy="600"/>
          </a:xfrm>
          <a:prstGeom prst="bentConnector3">
            <a:avLst>
              <a:gd name="adj1" fmla="val 50011"/>
            </a:avLst>
          </a:prstGeom>
          <a:noFill/>
          <a:ln w="9525" cap="flat" cmpd="sng">
            <a:solidFill>
              <a:schemeClr val="dk2"/>
            </a:solidFill>
            <a:prstDash val="solid"/>
            <a:round/>
            <a:headEnd type="none" w="med" len="med"/>
            <a:tailEnd type="none" w="med" len="med"/>
          </a:ln>
        </p:spPr>
      </p:cxnSp>
      <p:cxnSp>
        <p:nvCxnSpPr>
          <p:cNvPr id="2112" name="Google Shape;2112;p159"/>
          <p:cNvCxnSpPr>
            <a:stCxn id="2068" idx="3"/>
            <a:endCxn id="2069" idx="1"/>
          </p:cNvCxnSpPr>
          <p:nvPr/>
        </p:nvCxnSpPr>
        <p:spPr>
          <a:xfrm>
            <a:off x="7170086" y="1329375"/>
            <a:ext cx="219300" cy="0"/>
          </a:xfrm>
          <a:prstGeom prst="straightConnector1">
            <a:avLst/>
          </a:prstGeom>
          <a:noFill/>
          <a:ln w="9525" cap="flat" cmpd="sng">
            <a:solidFill>
              <a:schemeClr val="dk2"/>
            </a:solidFill>
            <a:prstDash val="solid"/>
            <a:round/>
            <a:headEnd type="none" w="med" len="med"/>
            <a:tailEnd type="none" w="med" len="med"/>
          </a:ln>
        </p:spPr>
      </p:cxnSp>
      <p:cxnSp>
        <p:nvCxnSpPr>
          <p:cNvPr id="2113" name="Google Shape;2113;p159"/>
          <p:cNvCxnSpPr>
            <a:stCxn id="2071" idx="2"/>
            <a:endCxn id="2024" idx="0"/>
          </p:cNvCxnSpPr>
          <p:nvPr/>
        </p:nvCxnSpPr>
        <p:spPr>
          <a:xfrm rot="5400000">
            <a:off x="5865650" y="3170205"/>
            <a:ext cx="351000" cy="296700"/>
          </a:xfrm>
          <a:prstGeom prst="bentConnector3">
            <a:avLst>
              <a:gd name="adj1" fmla="val 50005"/>
            </a:avLst>
          </a:prstGeom>
          <a:noFill/>
          <a:ln w="9525" cap="flat" cmpd="sng">
            <a:solidFill>
              <a:schemeClr val="dk2"/>
            </a:solidFill>
            <a:prstDash val="solid"/>
            <a:round/>
            <a:headEnd type="none" w="med" len="med"/>
            <a:tailEnd type="none" w="med" len="med"/>
          </a:ln>
        </p:spPr>
      </p:cxnSp>
      <p:cxnSp>
        <p:nvCxnSpPr>
          <p:cNvPr id="2114" name="Google Shape;2114;p159"/>
          <p:cNvCxnSpPr>
            <a:stCxn id="2071" idx="3"/>
            <a:endCxn id="2072" idx="1"/>
          </p:cNvCxnSpPr>
          <p:nvPr/>
        </p:nvCxnSpPr>
        <p:spPr>
          <a:xfrm>
            <a:off x="6681800" y="3056805"/>
            <a:ext cx="644700" cy="600"/>
          </a:xfrm>
          <a:prstGeom prst="bentConnector3">
            <a:avLst>
              <a:gd name="adj1" fmla="val 49994"/>
            </a:avLst>
          </a:prstGeom>
          <a:noFill/>
          <a:ln w="9525" cap="flat" cmpd="sng">
            <a:solidFill>
              <a:schemeClr val="dk2"/>
            </a:solidFill>
            <a:prstDash val="solid"/>
            <a:round/>
            <a:headEnd type="none" w="med" len="med"/>
            <a:tailEnd type="none" w="med" len="med"/>
          </a:ln>
        </p:spPr>
      </p:cxnSp>
      <p:cxnSp>
        <p:nvCxnSpPr>
          <p:cNvPr id="2115" name="Google Shape;2115;p159"/>
          <p:cNvCxnSpPr>
            <a:stCxn id="2070" idx="3"/>
            <a:endCxn id="2071" idx="0"/>
          </p:cNvCxnSpPr>
          <p:nvPr/>
        </p:nvCxnSpPr>
        <p:spPr>
          <a:xfrm>
            <a:off x="6088400" y="2710568"/>
            <a:ext cx="101100" cy="260100"/>
          </a:xfrm>
          <a:prstGeom prst="bentConnector2">
            <a:avLst/>
          </a:prstGeom>
          <a:noFill/>
          <a:ln w="9525" cap="flat" cmpd="sng">
            <a:solidFill>
              <a:schemeClr val="dk2"/>
            </a:solidFill>
            <a:prstDash val="solid"/>
            <a:round/>
            <a:headEnd type="none" w="med" len="med"/>
            <a:tailEnd type="none" w="med" len="med"/>
          </a:ln>
        </p:spPr>
      </p:cxnSp>
      <p:cxnSp>
        <p:nvCxnSpPr>
          <p:cNvPr id="2116" name="Google Shape;2116;p159"/>
          <p:cNvCxnSpPr>
            <a:stCxn id="2042" idx="0"/>
            <a:endCxn id="2050" idx="2"/>
          </p:cNvCxnSpPr>
          <p:nvPr/>
        </p:nvCxnSpPr>
        <p:spPr>
          <a:xfrm rot="-5400000">
            <a:off x="7042825" y="1965068"/>
            <a:ext cx="572100" cy="746400"/>
          </a:xfrm>
          <a:prstGeom prst="bentConnector3">
            <a:avLst>
              <a:gd name="adj1" fmla="val 50006"/>
            </a:avLst>
          </a:prstGeom>
          <a:noFill/>
          <a:ln w="9525" cap="flat" cmpd="sng">
            <a:solidFill>
              <a:schemeClr val="dk2"/>
            </a:solidFill>
            <a:prstDash val="solid"/>
            <a:round/>
            <a:headEnd type="none" w="med" len="med"/>
            <a:tailEnd type="none" w="med" len="med"/>
          </a:ln>
        </p:spPr>
      </p:cxnSp>
      <p:sp>
        <p:nvSpPr>
          <p:cNvPr id="2117" name="Google Shape;2117;p159"/>
          <p:cNvSpPr/>
          <p:nvPr/>
        </p:nvSpPr>
        <p:spPr>
          <a:xfrm>
            <a:off x="7326425" y="2624118"/>
            <a:ext cx="391200" cy="172500"/>
          </a:xfrm>
          <a:prstGeom prst="rect">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BM Plex Sans"/>
              <a:ea typeface="IBM Plex Sans"/>
              <a:cs typeface="IBM Plex Sans"/>
              <a:sym typeface="IBM Plex Sans"/>
            </a:endParaRPr>
          </a:p>
        </p:txBody>
      </p:sp>
      <p:cxnSp>
        <p:nvCxnSpPr>
          <p:cNvPr id="2118" name="Google Shape;2118;p159"/>
          <p:cNvCxnSpPr>
            <a:stCxn id="2117" idx="3"/>
            <a:endCxn id="2072" idx="0"/>
          </p:cNvCxnSpPr>
          <p:nvPr/>
        </p:nvCxnSpPr>
        <p:spPr>
          <a:xfrm flipH="1">
            <a:off x="7709525" y="2710368"/>
            <a:ext cx="8100" cy="260100"/>
          </a:xfrm>
          <a:prstGeom prst="bentConnector4">
            <a:avLst>
              <a:gd name="adj1" fmla="val -2939815"/>
              <a:gd name="adj2" fmla="val 66596"/>
            </a:avLst>
          </a:prstGeom>
          <a:noFill/>
          <a:ln w="9525" cap="flat" cmpd="sng">
            <a:solidFill>
              <a:schemeClr val="dk2"/>
            </a:solidFill>
            <a:prstDash val="solid"/>
            <a:round/>
            <a:headEnd type="none" w="med" len="med"/>
            <a:tailEnd type="none" w="med" len="med"/>
          </a:ln>
        </p:spPr>
      </p:cxnSp>
      <p:cxnSp>
        <p:nvCxnSpPr>
          <p:cNvPr id="2119" name="Google Shape;2119;p159"/>
          <p:cNvCxnSpPr>
            <a:stCxn id="2117" idx="1"/>
            <a:endCxn id="2042" idx="3"/>
          </p:cNvCxnSpPr>
          <p:nvPr/>
        </p:nvCxnSpPr>
        <p:spPr>
          <a:xfrm flipH="1">
            <a:off x="7151225" y="2710368"/>
            <a:ext cx="175200" cy="600"/>
          </a:xfrm>
          <a:prstGeom prst="bentConnector3">
            <a:avLst>
              <a:gd name="adj1" fmla="val 49986"/>
            </a:avLst>
          </a:prstGeom>
          <a:noFill/>
          <a:ln w="9525" cap="flat" cmpd="sng">
            <a:solidFill>
              <a:schemeClr val="dk2"/>
            </a:solidFill>
            <a:prstDash val="solid"/>
            <a:round/>
            <a:headEnd type="none" w="med" len="med"/>
            <a:tailEnd type="none" w="med" len="med"/>
          </a:ln>
        </p:spPr>
      </p:cxnSp>
      <p:cxnSp>
        <p:nvCxnSpPr>
          <p:cNvPr id="2120" name="Google Shape;2120;p159"/>
          <p:cNvCxnSpPr>
            <a:stCxn id="2042" idx="1"/>
            <a:endCxn id="2071" idx="3"/>
          </p:cNvCxnSpPr>
          <p:nvPr/>
        </p:nvCxnSpPr>
        <p:spPr>
          <a:xfrm flipH="1">
            <a:off x="6681775" y="2710568"/>
            <a:ext cx="78300" cy="346200"/>
          </a:xfrm>
          <a:prstGeom prst="bentConnector3">
            <a:avLst>
              <a:gd name="adj1" fmla="val 49984"/>
            </a:avLst>
          </a:prstGeom>
          <a:noFill/>
          <a:ln w="9525" cap="flat" cmpd="sng">
            <a:solidFill>
              <a:schemeClr val="dk2"/>
            </a:solidFill>
            <a:prstDash val="solid"/>
            <a:round/>
            <a:headEnd type="none" w="med" len="med"/>
            <a:tailEnd type="none" w="med" len="med"/>
          </a:ln>
        </p:spPr>
      </p:cxnSp>
      <p:cxnSp>
        <p:nvCxnSpPr>
          <p:cNvPr id="2121" name="Google Shape;2121;p159"/>
          <p:cNvCxnSpPr>
            <a:stCxn id="2049" idx="1"/>
            <a:endCxn id="2027" idx="3"/>
          </p:cNvCxnSpPr>
          <p:nvPr/>
        </p:nvCxnSpPr>
        <p:spPr>
          <a:xfrm rot="10800000">
            <a:off x="5009000" y="1872596"/>
            <a:ext cx="688200" cy="304800"/>
          </a:xfrm>
          <a:prstGeom prst="bentConnector3">
            <a:avLst>
              <a:gd name="adj1" fmla="val 50004"/>
            </a:avLst>
          </a:prstGeom>
          <a:noFill/>
          <a:ln w="9525" cap="flat" cmpd="sng">
            <a:solidFill>
              <a:schemeClr val="dk2"/>
            </a:solidFill>
            <a:prstDash val="solid"/>
            <a:round/>
            <a:headEnd type="none" w="med" len="med"/>
            <a:tailEnd type="none" w="med" len="med"/>
          </a:ln>
        </p:spPr>
      </p:cxnSp>
      <p:cxnSp>
        <p:nvCxnSpPr>
          <p:cNvPr id="2122" name="Google Shape;2122;p159"/>
          <p:cNvCxnSpPr>
            <a:stCxn id="2049" idx="3"/>
            <a:endCxn id="2042" idx="0"/>
          </p:cNvCxnSpPr>
          <p:nvPr/>
        </p:nvCxnSpPr>
        <p:spPr>
          <a:xfrm>
            <a:off x="6575000" y="2177396"/>
            <a:ext cx="380700" cy="447000"/>
          </a:xfrm>
          <a:prstGeom prst="bentConnector2">
            <a:avLst/>
          </a:prstGeom>
          <a:noFill/>
          <a:ln w="9525" cap="flat" cmpd="sng">
            <a:solidFill>
              <a:schemeClr val="dk2"/>
            </a:solidFill>
            <a:prstDash val="solid"/>
            <a:round/>
            <a:headEnd type="none" w="med" len="med"/>
            <a:tailEnd type="none" w="med" len="med"/>
          </a:ln>
        </p:spPr>
      </p:cxnSp>
      <p:cxnSp>
        <p:nvCxnSpPr>
          <p:cNvPr id="2123" name="Google Shape;2123;p159"/>
          <p:cNvCxnSpPr>
            <a:stCxn id="2049" idx="2"/>
            <a:endCxn id="2042" idx="0"/>
          </p:cNvCxnSpPr>
          <p:nvPr/>
        </p:nvCxnSpPr>
        <p:spPr>
          <a:xfrm rot="-5400000" flipH="1">
            <a:off x="6412250" y="2080796"/>
            <a:ext cx="267300" cy="819600"/>
          </a:xfrm>
          <a:prstGeom prst="bentConnector3">
            <a:avLst>
              <a:gd name="adj1" fmla="val 50013"/>
            </a:avLst>
          </a:prstGeom>
          <a:noFill/>
          <a:ln w="9525" cap="flat" cmpd="sng">
            <a:solidFill>
              <a:srgbClr val="FF0000"/>
            </a:solidFill>
            <a:prstDash val="solid"/>
            <a:round/>
            <a:headEnd type="none" w="med" len="med"/>
            <a:tailEnd type="none" w="med" len="med"/>
          </a:ln>
        </p:spPr>
      </p:cxnSp>
      <p:cxnSp>
        <p:nvCxnSpPr>
          <p:cNvPr id="2124" name="Google Shape;2124;p159"/>
          <p:cNvCxnSpPr>
            <a:stCxn id="2071" idx="2"/>
            <a:endCxn id="2125" idx="1"/>
          </p:cNvCxnSpPr>
          <p:nvPr/>
        </p:nvCxnSpPr>
        <p:spPr>
          <a:xfrm rot="-5400000" flipH="1">
            <a:off x="6272000" y="3060555"/>
            <a:ext cx="719400" cy="884400"/>
          </a:xfrm>
          <a:prstGeom prst="bentConnector2">
            <a:avLst/>
          </a:prstGeom>
          <a:noFill/>
          <a:ln w="9525" cap="flat" cmpd="sng">
            <a:solidFill>
              <a:schemeClr val="dk2"/>
            </a:solidFill>
            <a:prstDash val="solid"/>
            <a:round/>
            <a:headEnd type="none" w="med" len="med"/>
            <a:tailEnd type="none" w="med" len="med"/>
          </a:ln>
        </p:spPr>
      </p:cxnSp>
      <p:cxnSp>
        <p:nvCxnSpPr>
          <p:cNvPr id="2126" name="Google Shape;2126;p159"/>
          <p:cNvCxnSpPr>
            <a:stCxn id="2074" idx="1"/>
            <a:endCxn id="2125" idx="3"/>
          </p:cNvCxnSpPr>
          <p:nvPr/>
        </p:nvCxnSpPr>
        <p:spPr>
          <a:xfrm flipH="1">
            <a:off x="7465050" y="3862418"/>
            <a:ext cx="128400" cy="600"/>
          </a:xfrm>
          <a:prstGeom prst="bentConnector3">
            <a:avLst>
              <a:gd name="adj1" fmla="val 50039"/>
            </a:avLst>
          </a:prstGeom>
          <a:noFill/>
          <a:ln w="9525" cap="flat" cmpd="sng">
            <a:solidFill>
              <a:schemeClr val="dk2"/>
            </a:solidFill>
            <a:prstDash val="solid"/>
            <a:round/>
            <a:headEnd type="none" w="med" len="med"/>
            <a:tailEnd type="none" w="med" len="med"/>
          </a:ln>
        </p:spPr>
      </p:cxnSp>
      <p:cxnSp>
        <p:nvCxnSpPr>
          <p:cNvPr id="2127" name="Google Shape;2127;p159"/>
          <p:cNvCxnSpPr>
            <a:stCxn id="2074" idx="2"/>
            <a:endCxn id="2076" idx="0"/>
          </p:cNvCxnSpPr>
          <p:nvPr/>
        </p:nvCxnSpPr>
        <p:spPr>
          <a:xfrm rot="-5400000" flipH="1">
            <a:off x="7715100" y="4022618"/>
            <a:ext cx="148500" cy="600"/>
          </a:xfrm>
          <a:prstGeom prst="bentConnector3">
            <a:avLst>
              <a:gd name="adj1" fmla="val 49958"/>
            </a:avLst>
          </a:prstGeom>
          <a:noFill/>
          <a:ln w="9525" cap="flat" cmpd="sng">
            <a:solidFill>
              <a:schemeClr val="dk2"/>
            </a:solidFill>
            <a:prstDash val="solid"/>
            <a:round/>
            <a:headEnd type="none" w="med" len="med"/>
            <a:tailEnd type="none" w="med" len="med"/>
          </a:ln>
        </p:spPr>
      </p:cxnSp>
      <p:cxnSp>
        <p:nvCxnSpPr>
          <p:cNvPr id="2128" name="Google Shape;2128;p159"/>
          <p:cNvCxnSpPr>
            <a:stCxn id="2036" idx="2"/>
            <a:endCxn id="2078" idx="1"/>
          </p:cNvCxnSpPr>
          <p:nvPr/>
        </p:nvCxnSpPr>
        <p:spPr>
          <a:xfrm rot="-5400000" flipH="1">
            <a:off x="3377250" y="3907418"/>
            <a:ext cx="411600" cy="494100"/>
          </a:xfrm>
          <a:prstGeom prst="bentConnector2">
            <a:avLst/>
          </a:prstGeom>
          <a:noFill/>
          <a:ln w="9525" cap="flat" cmpd="sng">
            <a:solidFill>
              <a:schemeClr val="dk2"/>
            </a:solidFill>
            <a:prstDash val="solid"/>
            <a:round/>
            <a:headEnd type="none" w="med" len="med"/>
            <a:tailEnd type="none" w="med" len="med"/>
          </a:ln>
        </p:spPr>
      </p:cxnSp>
      <p:cxnSp>
        <p:nvCxnSpPr>
          <p:cNvPr id="2129" name="Google Shape;2129;p159"/>
          <p:cNvCxnSpPr>
            <a:stCxn id="2071" idx="2"/>
            <a:endCxn id="2074" idx="0"/>
          </p:cNvCxnSpPr>
          <p:nvPr/>
        </p:nvCxnSpPr>
        <p:spPr>
          <a:xfrm rot="-5400000" flipH="1">
            <a:off x="6672800" y="2659755"/>
            <a:ext cx="633000" cy="1599600"/>
          </a:xfrm>
          <a:prstGeom prst="bentConnector3">
            <a:avLst>
              <a:gd name="adj1" fmla="val 42321"/>
            </a:avLst>
          </a:prstGeom>
          <a:noFill/>
          <a:ln w="9525" cap="flat" cmpd="sng">
            <a:solidFill>
              <a:schemeClr val="dk2"/>
            </a:solidFill>
            <a:prstDash val="solid"/>
            <a:round/>
            <a:headEnd type="none" w="med" len="med"/>
            <a:tailEnd type="none" w="med" len="med"/>
          </a:ln>
        </p:spPr>
      </p:cxnSp>
      <p:cxnSp>
        <p:nvCxnSpPr>
          <p:cNvPr id="2130" name="Google Shape;2130;p159"/>
          <p:cNvCxnSpPr>
            <a:stCxn id="2072" idx="2"/>
            <a:endCxn id="2077" idx="0"/>
          </p:cNvCxnSpPr>
          <p:nvPr/>
        </p:nvCxnSpPr>
        <p:spPr>
          <a:xfrm rot="5400000">
            <a:off x="7220075" y="3004600"/>
            <a:ext cx="351000" cy="627900"/>
          </a:xfrm>
          <a:prstGeom prst="bentConnector3">
            <a:avLst>
              <a:gd name="adj1" fmla="val 50008"/>
            </a:avLst>
          </a:prstGeom>
          <a:noFill/>
          <a:ln w="9525" cap="flat" cmpd="sng">
            <a:solidFill>
              <a:schemeClr val="dk2"/>
            </a:solidFill>
            <a:prstDash val="solid"/>
            <a:round/>
            <a:headEnd type="none" w="med" len="med"/>
            <a:tailEnd type="none" w="med" len="med"/>
          </a:ln>
        </p:spPr>
      </p:cxnSp>
      <p:cxnSp>
        <p:nvCxnSpPr>
          <p:cNvPr id="2131" name="Google Shape;2131;p159"/>
          <p:cNvCxnSpPr>
            <a:stCxn id="2071" idx="2"/>
            <a:endCxn id="2075" idx="0"/>
          </p:cNvCxnSpPr>
          <p:nvPr/>
        </p:nvCxnSpPr>
        <p:spPr>
          <a:xfrm rot="-5400000" flipH="1">
            <a:off x="6252500" y="3080055"/>
            <a:ext cx="954000" cy="1080000"/>
          </a:xfrm>
          <a:prstGeom prst="bentConnector3">
            <a:avLst>
              <a:gd name="adj1" fmla="val 49999"/>
            </a:avLst>
          </a:prstGeom>
          <a:noFill/>
          <a:ln w="9525" cap="flat" cmpd="sng">
            <a:solidFill>
              <a:schemeClr val="dk2"/>
            </a:solidFill>
            <a:prstDash val="solid"/>
            <a:round/>
            <a:headEnd type="none" w="med" len="med"/>
            <a:tailEnd type="none" w="med" len="med"/>
          </a:ln>
        </p:spPr>
      </p:cxnSp>
      <p:sp>
        <p:nvSpPr>
          <p:cNvPr id="2125" name="Google Shape;2125;p159"/>
          <p:cNvSpPr/>
          <p:nvPr/>
        </p:nvSpPr>
        <p:spPr>
          <a:xfrm>
            <a:off x="7073750" y="3776168"/>
            <a:ext cx="391200" cy="172500"/>
          </a:xfrm>
          <a:prstGeom prst="rect">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BM Plex Sans"/>
              <a:ea typeface="IBM Plex Sans"/>
              <a:cs typeface="IBM Plex Sans"/>
              <a:sym typeface="IBM Plex Sans"/>
            </a:endParaRPr>
          </a:p>
        </p:txBody>
      </p:sp>
      <p:cxnSp>
        <p:nvCxnSpPr>
          <p:cNvPr id="2132" name="Google Shape;2132;p159"/>
          <p:cNvCxnSpPr>
            <a:stCxn id="2048" idx="2"/>
            <a:endCxn id="2060" idx="0"/>
          </p:cNvCxnSpPr>
          <p:nvPr/>
        </p:nvCxnSpPr>
        <p:spPr>
          <a:xfrm>
            <a:off x="1439900" y="2052159"/>
            <a:ext cx="1329900" cy="572100"/>
          </a:xfrm>
          <a:prstGeom prst="straightConnector1">
            <a:avLst/>
          </a:prstGeom>
          <a:noFill/>
          <a:ln w="9525" cap="flat" cmpd="sng">
            <a:solidFill>
              <a:schemeClr val="dk2"/>
            </a:solidFill>
            <a:prstDash val="solid"/>
            <a:round/>
            <a:headEnd type="none" w="med" len="med"/>
            <a:tailEnd type="none" w="med" len="med"/>
          </a:ln>
        </p:spPr>
      </p:cxnSp>
      <p:cxnSp>
        <p:nvCxnSpPr>
          <p:cNvPr id="2133" name="Google Shape;2133;p159"/>
          <p:cNvCxnSpPr>
            <a:stCxn id="2022" idx="2"/>
            <a:endCxn id="2037" idx="0"/>
          </p:cNvCxnSpPr>
          <p:nvPr/>
        </p:nvCxnSpPr>
        <p:spPr>
          <a:xfrm flipH="1">
            <a:off x="2003500" y="2356946"/>
            <a:ext cx="1000500" cy="613500"/>
          </a:xfrm>
          <a:prstGeom prst="straightConnector1">
            <a:avLst/>
          </a:prstGeom>
          <a:noFill/>
          <a:ln w="9525" cap="flat" cmpd="sng">
            <a:solidFill>
              <a:schemeClr val="dk2"/>
            </a:solidFill>
            <a:prstDash val="solid"/>
            <a:round/>
            <a:headEnd type="none" w="med" len="med"/>
            <a:tailEnd type="none" w="med" len="med"/>
          </a:ln>
        </p:spPr>
      </p:cxnSp>
      <p:cxnSp>
        <p:nvCxnSpPr>
          <p:cNvPr id="2134" name="Google Shape;2134;p159"/>
          <p:cNvCxnSpPr>
            <a:stCxn id="2027" idx="2"/>
            <a:endCxn id="2062" idx="0"/>
          </p:cNvCxnSpPr>
          <p:nvPr/>
        </p:nvCxnSpPr>
        <p:spPr>
          <a:xfrm flipH="1">
            <a:off x="3336150" y="2052146"/>
            <a:ext cx="1233900" cy="918300"/>
          </a:xfrm>
          <a:prstGeom prst="straightConnector1">
            <a:avLst/>
          </a:prstGeom>
          <a:noFill/>
          <a:ln w="9525" cap="flat" cmpd="sng">
            <a:solidFill>
              <a:schemeClr val="dk2"/>
            </a:solidFill>
            <a:prstDash val="solid"/>
            <a:round/>
            <a:headEnd type="none" w="med" len="med"/>
            <a:tailEnd type="none" w="med" len="med"/>
          </a:ln>
        </p:spPr>
      </p:cxnSp>
      <p:cxnSp>
        <p:nvCxnSpPr>
          <p:cNvPr id="2135" name="Google Shape;2135;p159"/>
          <p:cNvCxnSpPr>
            <a:stCxn id="2062" idx="2"/>
            <a:endCxn id="2078" idx="0"/>
          </p:cNvCxnSpPr>
          <p:nvPr/>
        </p:nvCxnSpPr>
        <p:spPr>
          <a:xfrm>
            <a:off x="3336000" y="3143055"/>
            <a:ext cx="689700" cy="1130700"/>
          </a:xfrm>
          <a:prstGeom prst="straightConnector1">
            <a:avLst/>
          </a:prstGeom>
          <a:noFill/>
          <a:ln w="9525" cap="flat" cmpd="sng">
            <a:solidFill>
              <a:schemeClr val="dk2"/>
            </a:solidFill>
            <a:prstDash val="solid"/>
            <a:round/>
            <a:headEnd type="none" w="med" len="med"/>
            <a:tailEnd type="none" w="med" len="med"/>
          </a:ln>
        </p:spPr>
      </p:cxnSp>
      <p:cxnSp>
        <p:nvCxnSpPr>
          <p:cNvPr id="2136" name="Google Shape;2136;p159"/>
          <p:cNvCxnSpPr>
            <a:stCxn id="2034" idx="2"/>
            <a:endCxn id="2056" idx="0"/>
          </p:cNvCxnSpPr>
          <p:nvPr/>
        </p:nvCxnSpPr>
        <p:spPr>
          <a:xfrm>
            <a:off x="1187088" y="3143043"/>
            <a:ext cx="607200" cy="633000"/>
          </a:xfrm>
          <a:prstGeom prst="straightConnector1">
            <a:avLst/>
          </a:prstGeom>
          <a:noFill/>
          <a:ln w="9525" cap="flat" cmpd="sng">
            <a:solidFill>
              <a:schemeClr val="dk2"/>
            </a:solidFill>
            <a:prstDash val="solid"/>
            <a:round/>
            <a:headEnd type="none" w="med" len="med"/>
            <a:tailEnd type="none" w="med" len="med"/>
          </a:ln>
        </p:spPr>
      </p:cxnSp>
      <p:cxnSp>
        <p:nvCxnSpPr>
          <p:cNvPr id="2137" name="Google Shape;2137;p159"/>
          <p:cNvCxnSpPr>
            <a:stCxn id="2037" idx="2"/>
            <a:endCxn id="2061" idx="0"/>
          </p:cNvCxnSpPr>
          <p:nvPr/>
        </p:nvCxnSpPr>
        <p:spPr>
          <a:xfrm>
            <a:off x="2003475" y="3143055"/>
            <a:ext cx="766200" cy="633000"/>
          </a:xfrm>
          <a:prstGeom prst="straightConnector1">
            <a:avLst/>
          </a:prstGeom>
          <a:noFill/>
          <a:ln w="9525" cap="flat" cmpd="sng">
            <a:solidFill>
              <a:schemeClr val="dk2"/>
            </a:solidFill>
            <a:prstDash val="solid"/>
            <a:round/>
            <a:headEnd type="none" w="med" len="med"/>
            <a:tailEnd type="none" w="med" len="med"/>
          </a:ln>
        </p:spPr>
      </p:cxnSp>
      <p:cxnSp>
        <p:nvCxnSpPr>
          <p:cNvPr id="2138" name="Google Shape;2138;p159"/>
          <p:cNvCxnSpPr>
            <a:stCxn id="2065" idx="1"/>
            <a:endCxn id="2036" idx="0"/>
          </p:cNvCxnSpPr>
          <p:nvPr/>
        </p:nvCxnSpPr>
        <p:spPr>
          <a:xfrm flipH="1">
            <a:off x="3336075" y="3241218"/>
            <a:ext cx="1119000" cy="534900"/>
          </a:xfrm>
          <a:prstGeom prst="straightConnector1">
            <a:avLst/>
          </a:prstGeom>
          <a:noFill/>
          <a:ln w="9525" cap="flat" cmpd="sng">
            <a:solidFill>
              <a:schemeClr val="dk2"/>
            </a:solidFill>
            <a:prstDash val="solid"/>
            <a:round/>
            <a:headEnd type="none" w="med" len="med"/>
            <a:tailEnd type="none" w="med" len="med"/>
          </a:ln>
        </p:spPr>
      </p:cxnSp>
      <p:cxnSp>
        <p:nvCxnSpPr>
          <p:cNvPr id="2139" name="Google Shape;2139;p159"/>
          <p:cNvCxnSpPr>
            <a:stCxn id="2064" idx="3"/>
            <a:endCxn id="2024" idx="0"/>
          </p:cNvCxnSpPr>
          <p:nvPr/>
        </p:nvCxnSpPr>
        <p:spPr>
          <a:xfrm>
            <a:off x="4846275" y="2920343"/>
            <a:ext cx="1046400" cy="573900"/>
          </a:xfrm>
          <a:prstGeom prst="straightConnector1">
            <a:avLst/>
          </a:prstGeom>
          <a:noFill/>
          <a:ln w="9525" cap="flat" cmpd="sng">
            <a:solidFill>
              <a:schemeClr val="dk2"/>
            </a:solidFill>
            <a:prstDash val="solid"/>
            <a:round/>
            <a:headEnd type="none" w="med" len="med"/>
            <a:tailEnd type="none" w="med" len="med"/>
          </a:ln>
        </p:spPr>
      </p:cxnSp>
      <p:cxnSp>
        <p:nvCxnSpPr>
          <p:cNvPr id="2140" name="Google Shape;2140;p159"/>
          <p:cNvCxnSpPr>
            <a:stCxn id="2071" idx="2"/>
            <a:endCxn id="2125" idx="0"/>
          </p:cNvCxnSpPr>
          <p:nvPr/>
        </p:nvCxnSpPr>
        <p:spPr>
          <a:xfrm>
            <a:off x="6189500" y="3143055"/>
            <a:ext cx="1080000" cy="633000"/>
          </a:xfrm>
          <a:prstGeom prst="straightConnector1">
            <a:avLst/>
          </a:prstGeom>
          <a:noFill/>
          <a:ln w="9525" cap="flat" cmpd="sng">
            <a:solidFill>
              <a:schemeClr val="dk2"/>
            </a:solidFill>
            <a:prstDash val="solid"/>
            <a:round/>
            <a:headEnd type="none" w="med" len="med"/>
            <a:tailEnd type="none" w="med" len="med"/>
          </a:ln>
        </p:spPr>
      </p:cxnSp>
      <p:cxnSp>
        <p:nvCxnSpPr>
          <p:cNvPr id="2141" name="Google Shape;2141;p159"/>
          <p:cNvCxnSpPr>
            <a:stCxn id="2072" idx="2"/>
            <a:endCxn id="2024" idx="3"/>
          </p:cNvCxnSpPr>
          <p:nvPr/>
        </p:nvCxnSpPr>
        <p:spPr>
          <a:xfrm flipH="1">
            <a:off x="6088325" y="3143050"/>
            <a:ext cx="1621200" cy="437400"/>
          </a:xfrm>
          <a:prstGeom prst="straightConnector1">
            <a:avLst/>
          </a:prstGeom>
          <a:noFill/>
          <a:ln w="9525" cap="flat" cmpd="sng">
            <a:solidFill>
              <a:srgbClr val="FF0000"/>
            </a:solidFill>
            <a:prstDash val="solid"/>
            <a:round/>
            <a:headEnd type="none" w="med" len="med"/>
            <a:tailEnd type="none" w="med" len="med"/>
          </a:ln>
        </p:spPr>
      </p:cxnSp>
      <p:cxnSp>
        <p:nvCxnSpPr>
          <p:cNvPr id="2142" name="Google Shape;2142;p159"/>
          <p:cNvCxnSpPr>
            <a:stCxn id="2027" idx="2"/>
            <a:endCxn id="2070" idx="0"/>
          </p:cNvCxnSpPr>
          <p:nvPr/>
        </p:nvCxnSpPr>
        <p:spPr>
          <a:xfrm>
            <a:off x="4570050" y="2052146"/>
            <a:ext cx="1322700" cy="572100"/>
          </a:xfrm>
          <a:prstGeom prst="straightConnector1">
            <a:avLst/>
          </a:prstGeom>
          <a:noFill/>
          <a:ln w="9525" cap="flat" cmpd="sng">
            <a:solidFill>
              <a:schemeClr val="dk2"/>
            </a:solidFill>
            <a:prstDash val="solid"/>
            <a:round/>
            <a:headEnd type="none" w="med" len="med"/>
            <a:tailEnd type="none" w="med" len="med"/>
          </a:ln>
        </p:spPr>
      </p:cxnSp>
      <p:cxnSp>
        <p:nvCxnSpPr>
          <p:cNvPr id="2143" name="Google Shape;2143;p159"/>
          <p:cNvCxnSpPr>
            <a:stCxn id="2068" idx="2"/>
            <a:endCxn id="2050" idx="0"/>
          </p:cNvCxnSpPr>
          <p:nvPr/>
        </p:nvCxnSpPr>
        <p:spPr>
          <a:xfrm>
            <a:off x="6992936" y="1415625"/>
            <a:ext cx="709200" cy="277500"/>
          </a:xfrm>
          <a:prstGeom prst="straightConnector1">
            <a:avLst/>
          </a:prstGeom>
          <a:noFill/>
          <a:ln w="9525" cap="flat" cmpd="sng">
            <a:solidFill>
              <a:srgbClr val="FF0000"/>
            </a:solidFill>
            <a:prstDash val="solid"/>
            <a:round/>
            <a:headEnd type="none" w="med" len="med"/>
            <a:tailEnd type="none" w="med" len="med"/>
          </a:ln>
        </p:spPr>
      </p:cxnSp>
      <p:cxnSp>
        <p:nvCxnSpPr>
          <p:cNvPr id="2144" name="Google Shape;2144;p159"/>
          <p:cNvCxnSpPr>
            <a:stCxn id="2117" idx="0"/>
            <a:endCxn id="2050" idx="2"/>
          </p:cNvCxnSpPr>
          <p:nvPr/>
        </p:nvCxnSpPr>
        <p:spPr>
          <a:xfrm rot="10800000" flipH="1">
            <a:off x="7522025" y="2052018"/>
            <a:ext cx="180000" cy="572100"/>
          </a:xfrm>
          <a:prstGeom prst="straightConnector1">
            <a:avLst/>
          </a:prstGeom>
          <a:noFill/>
          <a:ln w="9525" cap="flat" cmpd="sng">
            <a:solidFill>
              <a:schemeClr val="dk2"/>
            </a:solidFill>
            <a:prstDash val="solid"/>
            <a:round/>
            <a:headEnd type="none" w="med" len="med"/>
            <a:tailEnd type="none" w="med" len="med"/>
          </a:ln>
        </p:spPr>
      </p:cxnSp>
      <p:cxnSp>
        <p:nvCxnSpPr>
          <p:cNvPr id="2145" name="Google Shape;2145;p159"/>
          <p:cNvCxnSpPr>
            <a:stCxn id="2042" idx="0"/>
            <a:endCxn id="2067" idx="2"/>
          </p:cNvCxnSpPr>
          <p:nvPr/>
        </p:nvCxnSpPr>
        <p:spPr>
          <a:xfrm rot="10800000">
            <a:off x="6419275" y="1415618"/>
            <a:ext cx="536400" cy="1208700"/>
          </a:xfrm>
          <a:prstGeom prst="straightConnector1">
            <a:avLst/>
          </a:prstGeom>
          <a:noFill/>
          <a:ln w="9525" cap="flat" cmpd="sng">
            <a:solidFill>
              <a:schemeClr val="dk2"/>
            </a:solidFill>
            <a:prstDash val="solid"/>
            <a:round/>
            <a:headEnd type="none" w="med" len="med"/>
            <a:tailEnd type="none" w="med" len="med"/>
          </a:ln>
        </p:spPr>
      </p:cxnSp>
      <p:cxnSp>
        <p:nvCxnSpPr>
          <p:cNvPr id="2146" name="Google Shape;2146;p159"/>
          <p:cNvCxnSpPr>
            <a:stCxn id="2022" idx="3"/>
            <a:endCxn id="2041" idx="0"/>
          </p:cNvCxnSpPr>
          <p:nvPr/>
        </p:nvCxnSpPr>
        <p:spPr>
          <a:xfrm>
            <a:off x="3442900" y="2177396"/>
            <a:ext cx="981900" cy="374700"/>
          </a:xfrm>
          <a:prstGeom prst="straightConnector1">
            <a:avLst/>
          </a:prstGeom>
          <a:noFill/>
          <a:ln w="9525" cap="flat" cmpd="sng">
            <a:solidFill>
              <a:srgbClr val="FF0000"/>
            </a:solidFill>
            <a:prstDash val="solid"/>
            <a:round/>
            <a:headEnd type="none" w="med" len="med"/>
            <a:tailEnd type="none" w="med" len="med"/>
          </a:ln>
        </p:spPr>
      </p:cxnSp>
      <p:cxnSp>
        <p:nvCxnSpPr>
          <p:cNvPr id="2147" name="Google Shape;2147;p159"/>
          <p:cNvCxnSpPr>
            <a:stCxn id="2037" idx="2"/>
            <a:endCxn id="2059" idx="0"/>
          </p:cNvCxnSpPr>
          <p:nvPr/>
        </p:nvCxnSpPr>
        <p:spPr>
          <a:xfrm flipH="1">
            <a:off x="1086975" y="3143055"/>
            <a:ext cx="916500" cy="351000"/>
          </a:xfrm>
          <a:prstGeom prst="straightConnector1">
            <a:avLst/>
          </a:prstGeom>
          <a:noFill/>
          <a:ln w="9525" cap="flat" cmpd="sng">
            <a:solidFill>
              <a:schemeClr val="dk2"/>
            </a:solidFill>
            <a:prstDash val="solid"/>
            <a:round/>
            <a:headEnd type="none" w="med" len="med"/>
            <a:tailEnd type="none" w="med" len="med"/>
          </a:ln>
        </p:spPr>
      </p:cxnSp>
      <p:cxnSp>
        <p:nvCxnSpPr>
          <p:cNvPr id="2148" name="Google Shape;2148;p159"/>
          <p:cNvCxnSpPr>
            <a:stCxn id="2078" idx="0"/>
            <a:endCxn id="2066" idx="2"/>
          </p:cNvCxnSpPr>
          <p:nvPr/>
        </p:nvCxnSpPr>
        <p:spPr>
          <a:xfrm rot="10800000" flipH="1">
            <a:off x="4025750" y="3648393"/>
            <a:ext cx="633000" cy="625500"/>
          </a:xfrm>
          <a:prstGeom prst="straightConnector1">
            <a:avLst/>
          </a:prstGeom>
          <a:noFill/>
          <a:ln w="9525" cap="flat" cmpd="sng">
            <a:solidFill>
              <a:schemeClr val="dk2"/>
            </a:solidFill>
            <a:prstDash val="solid"/>
            <a:round/>
            <a:headEnd type="none" w="med" len="med"/>
            <a:tailEnd type="none" w="med" len="med"/>
          </a:ln>
        </p:spPr>
      </p:cxnSp>
      <p:cxnSp>
        <p:nvCxnSpPr>
          <p:cNvPr id="2149" name="Google Shape;2149;p159"/>
          <p:cNvCxnSpPr>
            <a:stCxn id="2025" idx="3"/>
            <a:endCxn id="2125" idx="1"/>
          </p:cNvCxnSpPr>
          <p:nvPr/>
        </p:nvCxnSpPr>
        <p:spPr>
          <a:xfrm rot="10800000" flipH="1">
            <a:off x="5363200" y="3862455"/>
            <a:ext cx="1710600" cy="497700"/>
          </a:xfrm>
          <a:prstGeom prst="straightConnector1">
            <a:avLst/>
          </a:prstGeom>
          <a:noFill/>
          <a:ln w="9525" cap="flat" cmpd="sng">
            <a:solidFill>
              <a:schemeClr val="dk2"/>
            </a:solidFill>
            <a:prstDash val="solid"/>
            <a:round/>
            <a:headEnd type="none" w="med" len="med"/>
            <a:tailEnd type="none" w="med" len="med"/>
          </a:ln>
        </p:spPr>
      </p:cxnSp>
      <p:cxnSp>
        <p:nvCxnSpPr>
          <p:cNvPr id="2150" name="Google Shape;2150;p159"/>
          <p:cNvCxnSpPr>
            <a:stCxn id="2024" idx="2"/>
            <a:endCxn id="2075" idx="1"/>
          </p:cNvCxnSpPr>
          <p:nvPr/>
        </p:nvCxnSpPr>
        <p:spPr>
          <a:xfrm>
            <a:off x="5892800" y="3666593"/>
            <a:ext cx="1181100" cy="516600"/>
          </a:xfrm>
          <a:prstGeom prst="straightConnector1">
            <a:avLst/>
          </a:prstGeom>
          <a:noFill/>
          <a:ln w="9525" cap="flat" cmpd="sng">
            <a:solidFill>
              <a:schemeClr val="dk2"/>
            </a:solidFill>
            <a:prstDash val="solid"/>
            <a:round/>
            <a:headEnd type="none" w="med" len="med"/>
            <a:tailEnd type="none" w="med" len="med"/>
          </a:ln>
        </p:spPr>
      </p:cxnSp>
      <p:cxnSp>
        <p:nvCxnSpPr>
          <p:cNvPr id="2151" name="Google Shape;2151;p159"/>
          <p:cNvCxnSpPr>
            <a:stCxn id="2042" idx="2"/>
            <a:endCxn id="2074" idx="0"/>
          </p:cNvCxnSpPr>
          <p:nvPr/>
        </p:nvCxnSpPr>
        <p:spPr>
          <a:xfrm>
            <a:off x="6955675" y="2796818"/>
            <a:ext cx="833400" cy="979500"/>
          </a:xfrm>
          <a:prstGeom prst="straightConnector1">
            <a:avLst/>
          </a:prstGeom>
          <a:noFill/>
          <a:ln w="9525" cap="flat" cmpd="sng">
            <a:solidFill>
              <a:schemeClr val="dk2"/>
            </a:solidFill>
            <a:prstDash val="solid"/>
            <a:round/>
            <a:headEnd type="none" w="med" len="med"/>
            <a:tailEnd type="none" w="med" len="med"/>
          </a:ln>
        </p:spPr>
      </p:cxnSp>
      <p:cxnSp>
        <p:nvCxnSpPr>
          <p:cNvPr id="2152" name="Google Shape;2152;p159"/>
          <p:cNvCxnSpPr>
            <a:stCxn id="2056" idx="3"/>
            <a:endCxn id="2060" idx="2"/>
          </p:cNvCxnSpPr>
          <p:nvPr/>
        </p:nvCxnSpPr>
        <p:spPr>
          <a:xfrm rot="10800000" flipH="1">
            <a:off x="1990025" y="2796818"/>
            <a:ext cx="779700" cy="1065600"/>
          </a:xfrm>
          <a:prstGeom prst="straightConnector1">
            <a:avLst/>
          </a:prstGeom>
          <a:noFill/>
          <a:ln w="9525" cap="flat" cmpd="sng">
            <a:solidFill>
              <a:schemeClr val="dk2"/>
            </a:solidFill>
            <a:prstDash val="solid"/>
            <a:round/>
            <a:headEnd type="none" w="med" len="med"/>
            <a:tailEnd type="none" w="med" len="med"/>
          </a:ln>
        </p:spPr>
      </p:cxnSp>
      <p:grpSp>
        <p:nvGrpSpPr>
          <p:cNvPr id="2153" name="Google Shape;2153;p159"/>
          <p:cNvGrpSpPr/>
          <p:nvPr/>
        </p:nvGrpSpPr>
        <p:grpSpPr>
          <a:xfrm>
            <a:off x="1708124" y="3265208"/>
            <a:ext cx="246215" cy="118360"/>
            <a:chOff x="2092388" y="3760375"/>
            <a:chExt cx="552300" cy="265500"/>
          </a:xfrm>
        </p:grpSpPr>
        <p:sp>
          <p:nvSpPr>
            <p:cNvPr id="2154" name="Google Shape;2154;p159"/>
            <p:cNvSpPr/>
            <p:nvPr/>
          </p:nvSpPr>
          <p:spPr>
            <a:xfrm>
              <a:off x="2092388" y="3760375"/>
              <a:ext cx="552300" cy="265500"/>
            </a:xfrm>
            <a:prstGeom prst="roundRect">
              <a:avLst>
                <a:gd name="adj" fmla="val 16667"/>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BM Plex Sans"/>
                <a:ea typeface="IBM Plex Sans"/>
                <a:cs typeface="IBM Plex Sans"/>
                <a:sym typeface="IBM Plex Sans"/>
              </a:endParaRPr>
            </a:p>
          </p:txBody>
        </p:sp>
        <p:pic>
          <p:nvPicPr>
            <p:cNvPr id="2155" name="Google Shape;2155;p159"/>
            <p:cNvPicPr preferRelativeResize="0"/>
            <p:nvPr/>
          </p:nvPicPr>
          <p:blipFill rotWithShape="1">
            <a:blip r:embed="rId3">
              <a:alphaModFix/>
            </a:blip>
            <a:srcRect l="19712" t="31366" r="19371" b="34123"/>
            <a:stretch/>
          </p:blipFill>
          <p:spPr>
            <a:xfrm>
              <a:off x="2159430" y="3798347"/>
              <a:ext cx="418200" cy="189550"/>
            </a:xfrm>
            <a:prstGeom prst="rect">
              <a:avLst/>
            </a:prstGeom>
            <a:noFill/>
            <a:ln>
              <a:noFill/>
            </a:ln>
          </p:spPr>
        </p:pic>
      </p:grpSp>
      <p:grpSp>
        <p:nvGrpSpPr>
          <p:cNvPr id="2156" name="Google Shape;2156;p159"/>
          <p:cNvGrpSpPr/>
          <p:nvPr/>
        </p:nvGrpSpPr>
        <p:grpSpPr>
          <a:xfrm>
            <a:off x="1548149" y="2279058"/>
            <a:ext cx="246215" cy="118360"/>
            <a:chOff x="2092388" y="3760375"/>
            <a:chExt cx="552300" cy="265500"/>
          </a:xfrm>
        </p:grpSpPr>
        <p:sp>
          <p:nvSpPr>
            <p:cNvPr id="2157" name="Google Shape;2157;p159"/>
            <p:cNvSpPr/>
            <p:nvPr/>
          </p:nvSpPr>
          <p:spPr>
            <a:xfrm>
              <a:off x="2092388" y="3760375"/>
              <a:ext cx="552300" cy="265500"/>
            </a:xfrm>
            <a:prstGeom prst="roundRect">
              <a:avLst>
                <a:gd name="adj" fmla="val 16667"/>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BM Plex Sans"/>
                <a:ea typeface="IBM Plex Sans"/>
                <a:cs typeface="IBM Plex Sans"/>
                <a:sym typeface="IBM Plex Sans"/>
              </a:endParaRPr>
            </a:p>
          </p:txBody>
        </p:sp>
        <p:pic>
          <p:nvPicPr>
            <p:cNvPr id="2158" name="Google Shape;2158;p159"/>
            <p:cNvPicPr preferRelativeResize="0"/>
            <p:nvPr/>
          </p:nvPicPr>
          <p:blipFill rotWithShape="1">
            <a:blip r:embed="rId3">
              <a:alphaModFix/>
            </a:blip>
            <a:srcRect l="19712" t="31366" r="19371" b="34123"/>
            <a:stretch/>
          </p:blipFill>
          <p:spPr>
            <a:xfrm>
              <a:off x="2159430" y="3798347"/>
              <a:ext cx="418200" cy="189550"/>
            </a:xfrm>
            <a:prstGeom prst="rect">
              <a:avLst/>
            </a:prstGeom>
            <a:noFill/>
            <a:ln>
              <a:noFill/>
            </a:ln>
          </p:spPr>
        </p:pic>
      </p:grpSp>
      <p:grpSp>
        <p:nvGrpSpPr>
          <p:cNvPr id="2159" name="Google Shape;2159;p159"/>
          <p:cNvGrpSpPr/>
          <p:nvPr/>
        </p:nvGrpSpPr>
        <p:grpSpPr>
          <a:xfrm>
            <a:off x="2097862" y="1962220"/>
            <a:ext cx="246215" cy="118360"/>
            <a:chOff x="2092388" y="3760375"/>
            <a:chExt cx="552300" cy="265500"/>
          </a:xfrm>
        </p:grpSpPr>
        <p:sp>
          <p:nvSpPr>
            <p:cNvPr id="2160" name="Google Shape;2160;p159"/>
            <p:cNvSpPr/>
            <p:nvPr/>
          </p:nvSpPr>
          <p:spPr>
            <a:xfrm>
              <a:off x="2092388" y="3760375"/>
              <a:ext cx="552300" cy="265500"/>
            </a:xfrm>
            <a:prstGeom prst="roundRect">
              <a:avLst>
                <a:gd name="adj" fmla="val 16667"/>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BM Plex Sans"/>
                <a:ea typeface="IBM Plex Sans"/>
                <a:cs typeface="IBM Plex Sans"/>
                <a:sym typeface="IBM Plex Sans"/>
              </a:endParaRPr>
            </a:p>
          </p:txBody>
        </p:sp>
        <p:pic>
          <p:nvPicPr>
            <p:cNvPr id="2161" name="Google Shape;2161;p159"/>
            <p:cNvPicPr preferRelativeResize="0"/>
            <p:nvPr/>
          </p:nvPicPr>
          <p:blipFill rotWithShape="1">
            <a:blip r:embed="rId3">
              <a:alphaModFix/>
            </a:blip>
            <a:srcRect l="19712" t="31366" r="19371" b="34123"/>
            <a:stretch/>
          </p:blipFill>
          <p:spPr>
            <a:xfrm>
              <a:off x="2159430" y="3798347"/>
              <a:ext cx="418200" cy="189550"/>
            </a:xfrm>
            <a:prstGeom prst="rect">
              <a:avLst/>
            </a:prstGeom>
            <a:noFill/>
            <a:ln>
              <a:noFill/>
            </a:ln>
          </p:spPr>
        </p:pic>
      </p:grpSp>
      <p:grpSp>
        <p:nvGrpSpPr>
          <p:cNvPr id="2162" name="Google Shape;2162;p159"/>
          <p:cNvGrpSpPr/>
          <p:nvPr/>
        </p:nvGrpSpPr>
        <p:grpSpPr>
          <a:xfrm>
            <a:off x="3870224" y="3089858"/>
            <a:ext cx="246215" cy="118360"/>
            <a:chOff x="2092388" y="3760375"/>
            <a:chExt cx="552300" cy="265500"/>
          </a:xfrm>
        </p:grpSpPr>
        <p:sp>
          <p:nvSpPr>
            <p:cNvPr id="2163" name="Google Shape;2163;p159"/>
            <p:cNvSpPr/>
            <p:nvPr/>
          </p:nvSpPr>
          <p:spPr>
            <a:xfrm>
              <a:off x="2092388" y="3760375"/>
              <a:ext cx="552300" cy="265500"/>
            </a:xfrm>
            <a:prstGeom prst="roundRect">
              <a:avLst>
                <a:gd name="adj" fmla="val 16667"/>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BM Plex Sans"/>
                <a:ea typeface="IBM Plex Sans"/>
                <a:cs typeface="IBM Plex Sans"/>
                <a:sym typeface="IBM Plex Sans"/>
              </a:endParaRPr>
            </a:p>
          </p:txBody>
        </p:sp>
        <p:pic>
          <p:nvPicPr>
            <p:cNvPr id="2164" name="Google Shape;2164;p159"/>
            <p:cNvPicPr preferRelativeResize="0"/>
            <p:nvPr/>
          </p:nvPicPr>
          <p:blipFill rotWithShape="1">
            <a:blip r:embed="rId3">
              <a:alphaModFix/>
            </a:blip>
            <a:srcRect l="19712" t="31366" r="19371" b="34123"/>
            <a:stretch/>
          </p:blipFill>
          <p:spPr>
            <a:xfrm>
              <a:off x="2159430" y="3798347"/>
              <a:ext cx="418200" cy="189550"/>
            </a:xfrm>
            <a:prstGeom prst="rect">
              <a:avLst/>
            </a:prstGeom>
            <a:noFill/>
            <a:ln>
              <a:noFill/>
            </a:ln>
          </p:spPr>
        </p:pic>
      </p:grpSp>
      <p:grpSp>
        <p:nvGrpSpPr>
          <p:cNvPr id="2165" name="Google Shape;2165;p159"/>
          <p:cNvGrpSpPr/>
          <p:nvPr/>
        </p:nvGrpSpPr>
        <p:grpSpPr>
          <a:xfrm>
            <a:off x="4615649" y="4027158"/>
            <a:ext cx="246215" cy="118360"/>
            <a:chOff x="2092388" y="3760375"/>
            <a:chExt cx="552300" cy="265500"/>
          </a:xfrm>
        </p:grpSpPr>
        <p:sp>
          <p:nvSpPr>
            <p:cNvPr id="2166" name="Google Shape;2166;p159"/>
            <p:cNvSpPr/>
            <p:nvPr/>
          </p:nvSpPr>
          <p:spPr>
            <a:xfrm>
              <a:off x="2092388" y="3760375"/>
              <a:ext cx="552300" cy="265500"/>
            </a:xfrm>
            <a:prstGeom prst="roundRect">
              <a:avLst>
                <a:gd name="adj" fmla="val 16667"/>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BM Plex Sans"/>
                <a:ea typeface="IBM Plex Sans"/>
                <a:cs typeface="IBM Plex Sans"/>
                <a:sym typeface="IBM Plex Sans"/>
              </a:endParaRPr>
            </a:p>
          </p:txBody>
        </p:sp>
        <p:pic>
          <p:nvPicPr>
            <p:cNvPr id="2167" name="Google Shape;2167;p159"/>
            <p:cNvPicPr preferRelativeResize="0"/>
            <p:nvPr/>
          </p:nvPicPr>
          <p:blipFill rotWithShape="1">
            <a:blip r:embed="rId3">
              <a:alphaModFix/>
            </a:blip>
            <a:srcRect l="19712" t="31366" r="19371" b="34123"/>
            <a:stretch/>
          </p:blipFill>
          <p:spPr>
            <a:xfrm>
              <a:off x="2159430" y="3798347"/>
              <a:ext cx="418200" cy="189550"/>
            </a:xfrm>
            <a:prstGeom prst="rect">
              <a:avLst/>
            </a:prstGeom>
            <a:noFill/>
            <a:ln>
              <a:noFill/>
            </a:ln>
          </p:spPr>
        </p:pic>
      </p:grpSp>
      <p:grpSp>
        <p:nvGrpSpPr>
          <p:cNvPr id="2168" name="Google Shape;2168;p159"/>
          <p:cNvGrpSpPr/>
          <p:nvPr/>
        </p:nvGrpSpPr>
        <p:grpSpPr>
          <a:xfrm>
            <a:off x="6422774" y="2439108"/>
            <a:ext cx="246215" cy="118360"/>
            <a:chOff x="2092388" y="3760375"/>
            <a:chExt cx="552300" cy="265500"/>
          </a:xfrm>
        </p:grpSpPr>
        <p:sp>
          <p:nvSpPr>
            <p:cNvPr id="2169" name="Google Shape;2169;p159"/>
            <p:cNvSpPr/>
            <p:nvPr/>
          </p:nvSpPr>
          <p:spPr>
            <a:xfrm>
              <a:off x="2092388" y="3760375"/>
              <a:ext cx="552300" cy="265500"/>
            </a:xfrm>
            <a:prstGeom prst="roundRect">
              <a:avLst>
                <a:gd name="adj" fmla="val 16667"/>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BM Plex Sans"/>
                <a:ea typeface="IBM Plex Sans"/>
                <a:cs typeface="IBM Plex Sans"/>
                <a:sym typeface="IBM Plex Sans"/>
              </a:endParaRPr>
            </a:p>
          </p:txBody>
        </p:sp>
        <p:pic>
          <p:nvPicPr>
            <p:cNvPr id="2170" name="Google Shape;2170;p159"/>
            <p:cNvPicPr preferRelativeResize="0"/>
            <p:nvPr/>
          </p:nvPicPr>
          <p:blipFill rotWithShape="1">
            <a:blip r:embed="rId3">
              <a:alphaModFix/>
            </a:blip>
            <a:srcRect l="19712" t="31366" r="19371" b="34123"/>
            <a:stretch/>
          </p:blipFill>
          <p:spPr>
            <a:xfrm>
              <a:off x="2159430" y="3798347"/>
              <a:ext cx="418200" cy="189550"/>
            </a:xfrm>
            <a:prstGeom prst="rect">
              <a:avLst/>
            </a:prstGeom>
            <a:noFill/>
            <a:ln>
              <a:noFill/>
            </a:ln>
          </p:spPr>
        </p:pic>
      </p:grpSp>
      <p:grpSp>
        <p:nvGrpSpPr>
          <p:cNvPr id="2171" name="Google Shape;2171;p159"/>
          <p:cNvGrpSpPr/>
          <p:nvPr/>
        </p:nvGrpSpPr>
        <p:grpSpPr>
          <a:xfrm>
            <a:off x="7272462" y="1533420"/>
            <a:ext cx="246215" cy="118360"/>
            <a:chOff x="2092388" y="3760375"/>
            <a:chExt cx="552300" cy="265500"/>
          </a:xfrm>
        </p:grpSpPr>
        <p:sp>
          <p:nvSpPr>
            <p:cNvPr id="2172" name="Google Shape;2172;p159"/>
            <p:cNvSpPr/>
            <p:nvPr/>
          </p:nvSpPr>
          <p:spPr>
            <a:xfrm>
              <a:off x="2092388" y="3760375"/>
              <a:ext cx="552300" cy="265500"/>
            </a:xfrm>
            <a:prstGeom prst="roundRect">
              <a:avLst>
                <a:gd name="adj" fmla="val 16667"/>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BM Plex Sans"/>
                <a:ea typeface="IBM Plex Sans"/>
                <a:cs typeface="IBM Plex Sans"/>
                <a:sym typeface="IBM Plex Sans"/>
              </a:endParaRPr>
            </a:p>
          </p:txBody>
        </p:sp>
        <p:pic>
          <p:nvPicPr>
            <p:cNvPr id="2173" name="Google Shape;2173;p159"/>
            <p:cNvPicPr preferRelativeResize="0"/>
            <p:nvPr/>
          </p:nvPicPr>
          <p:blipFill rotWithShape="1">
            <a:blip r:embed="rId3">
              <a:alphaModFix/>
            </a:blip>
            <a:srcRect l="19712" t="31366" r="19371" b="34123"/>
            <a:stretch/>
          </p:blipFill>
          <p:spPr>
            <a:xfrm>
              <a:off x="2159430" y="3798347"/>
              <a:ext cx="418200" cy="189550"/>
            </a:xfrm>
            <a:prstGeom prst="rect">
              <a:avLst/>
            </a:prstGeom>
            <a:noFill/>
            <a:ln>
              <a:noFill/>
            </a:ln>
          </p:spPr>
        </p:pic>
      </p:grpSp>
      <p:grpSp>
        <p:nvGrpSpPr>
          <p:cNvPr id="2174" name="Google Shape;2174;p159"/>
          <p:cNvGrpSpPr/>
          <p:nvPr/>
        </p:nvGrpSpPr>
        <p:grpSpPr>
          <a:xfrm>
            <a:off x="6794949" y="3266691"/>
            <a:ext cx="246215" cy="118360"/>
            <a:chOff x="2092388" y="3760375"/>
            <a:chExt cx="552300" cy="265500"/>
          </a:xfrm>
        </p:grpSpPr>
        <p:sp>
          <p:nvSpPr>
            <p:cNvPr id="2175" name="Google Shape;2175;p159"/>
            <p:cNvSpPr/>
            <p:nvPr/>
          </p:nvSpPr>
          <p:spPr>
            <a:xfrm>
              <a:off x="2092388" y="3760375"/>
              <a:ext cx="552300" cy="265500"/>
            </a:xfrm>
            <a:prstGeom prst="roundRect">
              <a:avLst>
                <a:gd name="adj" fmla="val 16667"/>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BM Plex Sans"/>
                <a:ea typeface="IBM Plex Sans"/>
                <a:cs typeface="IBM Plex Sans"/>
                <a:sym typeface="IBM Plex Sans"/>
              </a:endParaRPr>
            </a:p>
          </p:txBody>
        </p:sp>
        <p:pic>
          <p:nvPicPr>
            <p:cNvPr id="2176" name="Google Shape;2176;p159"/>
            <p:cNvPicPr preferRelativeResize="0"/>
            <p:nvPr/>
          </p:nvPicPr>
          <p:blipFill rotWithShape="1">
            <a:blip r:embed="rId3">
              <a:alphaModFix/>
            </a:blip>
            <a:srcRect l="19712" t="31366" r="19371" b="34123"/>
            <a:stretch/>
          </p:blipFill>
          <p:spPr>
            <a:xfrm>
              <a:off x="2159430" y="3798347"/>
              <a:ext cx="418200" cy="189550"/>
            </a:xfrm>
            <a:prstGeom prst="rect">
              <a:avLst/>
            </a:prstGeom>
            <a:noFill/>
            <a:ln>
              <a:noFill/>
            </a:ln>
          </p:spPr>
        </p:pic>
      </p:grpSp>
      <p:grpSp>
        <p:nvGrpSpPr>
          <p:cNvPr id="2177" name="Google Shape;2177;p159"/>
          <p:cNvGrpSpPr/>
          <p:nvPr/>
        </p:nvGrpSpPr>
        <p:grpSpPr>
          <a:xfrm>
            <a:off x="3587162" y="2258420"/>
            <a:ext cx="246215" cy="118360"/>
            <a:chOff x="2092388" y="3760375"/>
            <a:chExt cx="552300" cy="265500"/>
          </a:xfrm>
        </p:grpSpPr>
        <p:sp>
          <p:nvSpPr>
            <p:cNvPr id="2178" name="Google Shape;2178;p159"/>
            <p:cNvSpPr/>
            <p:nvPr/>
          </p:nvSpPr>
          <p:spPr>
            <a:xfrm>
              <a:off x="2092388" y="3760375"/>
              <a:ext cx="552300" cy="265500"/>
            </a:xfrm>
            <a:prstGeom prst="roundRect">
              <a:avLst>
                <a:gd name="adj" fmla="val 16667"/>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BM Plex Sans"/>
                <a:ea typeface="IBM Plex Sans"/>
                <a:cs typeface="IBM Plex Sans"/>
                <a:sym typeface="IBM Plex Sans"/>
              </a:endParaRPr>
            </a:p>
          </p:txBody>
        </p:sp>
        <p:pic>
          <p:nvPicPr>
            <p:cNvPr id="2179" name="Google Shape;2179;p159"/>
            <p:cNvPicPr preferRelativeResize="0"/>
            <p:nvPr/>
          </p:nvPicPr>
          <p:blipFill rotWithShape="1">
            <a:blip r:embed="rId3">
              <a:alphaModFix/>
            </a:blip>
            <a:srcRect l="19712" t="31366" r="19371" b="34123"/>
            <a:stretch/>
          </p:blipFill>
          <p:spPr>
            <a:xfrm>
              <a:off x="2159430" y="3798347"/>
              <a:ext cx="418200" cy="189550"/>
            </a:xfrm>
            <a:prstGeom prst="rect">
              <a:avLst/>
            </a:prstGeom>
            <a:noFill/>
            <a:ln>
              <a:noFill/>
            </a:ln>
          </p:spPr>
        </p:pic>
      </p:grpSp>
      <p:sp>
        <p:nvSpPr>
          <p:cNvPr id="2180" name="Google Shape;2180;p159"/>
          <p:cNvSpPr/>
          <p:nvPr/>
        </p:nvSpPr>
        <p:spPr>
          <a:xfrm>
            <a:off x="147750" y="1063250"/>
            <a:ext cx="647700" cy="2828400"/>
          </a:xfrm>
          <a:prstGeom prst="roundRect">
            <a:avLst>
              <a:gd name="adj" fmla="val 23348"/>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BM Plex Sans"/>
              <a:ea typeface="IBM Plex Sans"/>
              <a:cs typeface="IBM Plex Sans"/>
              <a:sym typeface="IBM Plex Sans"/>
            </a:endParaRPr>
          </a:p>
        </p:txBody>
      </p:sp>
      <p:sp>
        <p:nvSpPr>
          <p:cNvPr id="2181" name="Google Shape;2181;p159"/>
          <p:cNvSpPr/>
          <p:nvPr/>
        </p:nvSpPr>
        <p:spPr>
          <a:xfrm>
            <a:off x="336297" y="2586525"/>
            <a:ext cx="257700" cy="257700"/>
          </a:xfrm>
          <a:prstGeom prst="roundRect">
            <a:avLst>
              <a:gd name="adj" fmla="val 16667"/>
            </a:avLst>
          </a:prstGeom>
          <a:solidFill>
            <a:srgbClr val="FFC800"/>
          </a:solidFill>
          <a:ln w="9525"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BM Plex Sans"/>
              <a:ea typeface="IBM Plex Sans"/>
              <a:cs typeface="IBM Plex Sans"/>
              <a:sym typeface="IBM Plex Sans"/>
            </a:endParaRPr>
          </a:p>
        </p:txBody>
      </p:sp>
      <p:sp>
        <p:nvSpPr>
          <p:cNvPr id="2182" name="Google Shape;2182;p159"/>
          <p:cNvSpPr/>
          <p:nvPr/>
        </p:nvSpPr>
        <p:spPr>
          <a:xfrm>
            <a:off x="336297" y="2923925"/>
            <a:ext cx="257700" cy="257700"/>
          </a:xfrm>
          <a:prstGeom prst="roundRect">
            <a:avLst>
              <a:gd name="adj" fmla="val 16667"/>
            </a:avLst>
          </a:prstGeom>
          <a:solidFill>
            <a:srgbClr val="FFC800"/>
          </a:solidFill>
          <a:ln w="9525"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BM Plex Sans"/>
              <a:ea typeface="IBM Plex Sans"/>
              <a:cs typeface="IBM Plex Sans"/>
              <a:sym typeface="IBM Plex Sans"/>
            </a:endParaRPr>
          </a:p>
        </p:txBody>
      </p:sp>
      <p:sp>
        <p:nvSpPr>
          <p:cNvPr id="2183" name="Google Shape;2183;p159"/>
          <p:cNvSpPr/>
          <p:nvPr/>
        </p:nvSpPr>
        <p:spPr>
          <a:xfrm>
            <a:off x="336297" y="3261325"/>
            <a:ext cx="257700" cy="257700"/>
          </a:xfrm>
          <a:prstGeom prst="roundRect">
            <a:avLst>
              <a:gd name="adj" fmla="val 16667"/>
            </a:avLst>
          </a:prstGeom>
          <a:solidFill>
            <a:srgbClr val="FFC800"/>
          </a:solidFill>
          <a:ln w="9525"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BM Plex Sans"/>
              <a:ea typeface="IBM Plex Sans"/>
              <a:cs typeface="IBM Plex Sans"/>
              <a:sym typeface="IBM Plex Sans"/>
            </a:endParaRPr>
          </a:p>
        </p:txBody>
      </p:sp>
      <p:sp>
        <p:nvSpPr>
          <p:cNvPr id="2184" name="Google Shape;2184;p159"/>
          <p:cNvSpPr txBox="1"/>
          <p:nvPr/>
        </p:nvSpPr>
        <p:spPr>
          <a:xfrm>
            <a:off x="113397" y="3647235"/>
            <a:ext cx="703500" cy="186900"/>
          </a:xfrm>
          <a:prstGeom prst="rect">
            <a:avLst/>
          </a:prstGeom>
          <a:noFill/>
          <a:ln>
            <a:noFill/>
          </a:ln>
        </p:spPr>
        <p:txBody>
          <a:bodyPr spcFirstLastPara="1" wrap="square" lIns="68550" tIns="34250" rIns="68550" bIns="34250" anchor="t" anchorCtr="0">
            <a:spAutoFit/>
          </a:bodyPr>
          <a:lstStyle/>
          <a:p>
            <a:pPr marL="0" marR="0" lvl="0" indent="0" algn="ctr" rtl="0">
              <a:lnSpc>
                <a:spcPct val="85000"/>
              </a:lnSpc>
              <a:spcBef>
                <a:spcPts val="0"/>
              </a:spcBef>
              <a:spcAft>
                <a:spcPts val="0"/>
              </a:spcAft>
              <a:buClr>
                <a:srgbClr val="000000"/>
              </a:buClr>
              <a:buSzPts val="1500"/>
              <a:buFont typeface="IBM Plex Sans Medium"/>
              <a:buNone/>
            </a:pPr>
            <a:r>
              <a:rPr lang="en" sz="900" b="1" i="0" u="none" strike="noStrike" cap="none">
                <a:solidFill>
                  <a:srgbClr val="000000"/>
                </a:solidFill>
                <a:latin typeface="IBM Plex Sans"/>
                <a:ea typeface="IBM Plex Sans"/>
                <a:cs typeface="IBM Plex Sans"/>
                <a:sym typeface="IBM Plex Sans"/>
              </a:rPr>
              <a:t>Value</a:t>
            </a:r>
            <a:endParaRPr sz="500" b="1" i="0" u="none" strike="noStrike" cap="none">
              <a:solidFill>
                <a:srgbClr val="000000"/>
              </a:solidFill>
            </a:endParaRPr>
          </a:p>
        </p:txBody>
      </p:sp>
      <p:sp>
        <p:nvSpPr>
          <p:cNvPr id="2185" name="Google Shape;2185;p159"/>
          <p:cNvSpPr/>
          <p:nvPr/>
        </p:nvSpPr>
        <p:spPr>
          <a:xfrm>
            <a:off x="336297" y="1572712"/>
            <a:ext cx="257700" cy="257700"/>
          </a:xfrm>
          <a:prstGeom prst="roundRect">
            <a:avLst>
              <a:gd name="adj" fmla="val 16667"/>
            </a:avLst>
          </a:prstGeom>
          <a:solidFill>
            <a:srgbClr val="E6E6E6"/>
          </a:solidFill>
          <a:ln w="9525" cap="flat" cmpd="sng">
            <a:solidFill>
              <a:srgbClr val="F93822"/>
            </a:solidFill>
            <a:prstDash val="dash"/>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BM Plex Sans"/>
              <a:ea typeface="IBM Plex Sans"/>
              <a:cs typeface="IBM Plex Sans"/>
              <a:sym typeface="IBM Plex Sans"/>
            </a:endParaRPr>
          </a:p>
        </p:txBody>
      </p:sp>
      <p:sp>
        <p:nvSpPr>
          <p:cNvPr id="2186" name="Google Shape;2186;p159"/>
          <p:cNvSpPr/>
          <p:nvPr/>
        </p:nvSpPr>
        <p:spPr>
          <a:xfrm>
            <a:off x="336297" y="1910112"/>
            <a:ext cx="257700" cy="257700"/>
          </a:xfrm>
          <a:prstGeom prst="roundRect">
            <a:avLst>
              <a:gd name="adj" fmla="val 16667"/>
            </a:avLst>
          </a:prstGeom>
          <a:solidFill>
            <a:srgbClr val="E6E6E6"/>
          </a:solidFill>
          <a:ln w="9525" cap="flat" cmpd="sng">
            <a:solidFill>
              <a:srgbClr val="F93822"/>
            </a:solidFill>
            <a:prstDash val="dash"/>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BM Plex Sans"/>
              <a:ea typeface="IBM Plex Sans"/>
              <a:cs typeface="IBM Plex Sans"/>
              <a:sym typeface="IBM Plex Sans"/>
            </a:endParaRPr>
          </a:p>
        </p:txBody>
      </p:sp>
      <p:sp>
        <p:nvSpPr>
          <p:cNvPr id="2187" name="Google Shape;2187;p159"/>
          <p:cNvSpPr/>
          <p:nvPr/>
        </p:nvSpPr>
        <p:spPr>
          <a:xfrm>
            <a:off x="336297" y="2247512"/>
            <a:ext cx="257700" cy="257700"/>
          </a:xfrm>
          <a:prstGeom prst="roundRect">
            <a:avLst>
              <a:gd name="adj" fmla="val 16667"/>
            </a:avLst>
          </a:prstGeom>
          <a:solidFill>
            <a:srgbClr val="E6E6E6"/>
          </a:solidFill>
          <a:ln w="9525" cap="flat" cmpd="sng">
            <a:solidFill>
              <a:srgbClr val="F93822"/>
            </a:solidFill>
            <a:prstDash val="dash"/>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BM Plex Sans"/>
              <a:ea typeface="IBM Plex Sans"/>
              <a:cs typeface="IBM Plex Sans"/>
              <a:sym typeface="IBM Plex Sans"/>
            </a:endParaRPr>
          </a:p>
        </p:txBody>
      </p:sp>
      <p:sp>
        <p:nvSpPr>
          <p:cNvPr id="2188" name="Google Shape;2188;p159"/>
          <p:cNvSpPr/>
          <p:nvPr/>
        </p:nvSpPr>
        <p:spPr>
          <a:xfrm>
            <a:off x="336297" y="1235312"/>
            <a:ext cx="257700" cy="257700"/>
          </a:xfrm>
          <a:prstGeom prst="roundRect">
            <a:avLst>
              <a:gd name="adj" fmla="val 16667"/>
            </a:avLst>
          </a:prstGeom>
          <a:solidFill>
            <a:srgbClr val="E6E6E6"/>
          </a:solidFill>
          <a:ln w="9525" cap="flat" cmpd="sng">
            <a:solidFill>
              <a:srgbClr val="F93822"/>
            </a:solidFill>
            <a:prstDash val="dash"/>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BM Plex Sans"/>
              <a:ea typeface="IBM Plex Sans"/>
              <a:cs typeface="IBM Plex Sans"/>
              <a:sym typeface="IBM Plex Sans"/>
            </a:endParaRPr>
          </a:p>
        </p:txBody>
      </p:sp>
      <p:cxnSp>
        <p:nvCxnSpPr>
          <p:cNvPr id="2189" name="Google Shape;2189;p159"/>
          <p:cNvCxnSpPr/>
          <p:nvPr/>
        </p:nvCxnSpPr>
        <p:spPr>
          <a:xfrm>
            <a:off x="4051365" y="4755755"/>
            <a:ext cx="1828500" cy="0"/>
          </a:xfrm>
          <a:prstGeom prst="straightConnector1">
            <a:avLst/>
          </a:prstGeom>
          <a:noFill/>
          <a:ln w="19050" cap="flat" cmpd="sng">
            <a:solidFill>
              <a:schemeClr val="accent5"/>
            </a:solidFill>
            <a:prstDash val="dot"/>
            <a:round/>
            <a:headEnd type="triangle" w="med" len="med"/>
            <a:tailEnd type="triangle" w="med" len="med"/>
          </a:ln>
        </p:spPr>
      </p:cxnSp>
      <p:sp>
        <p:nvSpPr>
          <p:cNvPr id="2190" name="Google Shape;2190;p159"/>
          <p:cNvSpPr txBox="1"/>
          <p:nvPr/>
        </p:nvSpPr>
        <p:spPr>
          <a:xfrm>
            <a:off x="2430274" y="4666825"/>
            <a:ext cx="1621200" cy="186900"/>
          </a:xfrm>
          <a:prstGeom prst="rect">
            <a:avLst/>
          </a:prstGeom>
          <a:noFill/>
          <a:ln>
            <a:noFill/>
          </a:ln>
        </p:spPr>
        <p:txBody>
          <a:bodyPr spcFirstLastPara="1" wrap="square" lIns="68550" tIns="34250" rIns="68550" bIns="34250" anchor="t" anchorCtr="0">
            <a:spAutoFit/>
          </a:bodyPr>
          <a:lstStyle/>
          <a:p>
            <a:pPr marL="0" marR="0" lvl="0" indent="0" algn="r" rtl="0">
              <a:lnSpc>
                <a:spcPct val="85000"/>
              </a:lnSpc>
              <a:spcBef>
                <a:spcPts val="0"/>
              </a:spcBef>
              <a:spcAft>
                <a:spcPts val="0"/>
              </a:spcAft>
              <a:buClr>
                <a:srgbClr val="000000"/>
              </a:buClr>
              <a:buSzPts val="1500"/>
              <a:buFont typeface="IBM Plex Sans Medium"/>
              <a:buNone/>
            </a:pPr>
            <a:r>
              <a:rPr lang="en" sz="900" b="1" i="0" u="none" strike="noStrike" cap="none">
                <a:solidFill>
                  <a:srgbClr val="000000"/>
                </a:solidFill>
                <a:latin typeface="IBM Plex Sans"/>
                <a:ea typeface="IBM Plex Sans"/>
                <a:cs typeface="IBM Plex Sans"/>
                <a:sym typeface="IBM Plex Sans"/>
              </a:rPr>
              <a:t>Business Strategy</a:t>
            </a:r>
            <a:endParaRPr sz="900" b="1" i="0" u="none" strike="noStrike" cap="none">
              <a:solidFill>
                <a:srgbClr val="000000"/>
              </a:solidFill>
            </a:endParaRPr>
          </a:p>
        </p:txBody>
      </p:sp>
      <p:sp>
        <p:nvSpPr>
          <p:cNvPr id="2191" name="Google Shape;2191;p159"/>
          <p:cNvSpPr txBox="1"/>
          <p:nvPr/>
        </p:nvSpPr>
        <p:spPr>
          <a:xfrm>
            <a:off x="5906222" y="4666825"/>
            <a:ext cx="1420200" cy="186900"/>
          </a:xfrm>
          <a:prstGeom prst="rect">
            <a:avLst/>
          </a:prstGeom>
          <a:noFill/>
          <a:ln>
            <a:noFill/>
          </a:ln>
        </p:spPr>
        <p:txBody>
          <a:bodyPr spcFirstLastPara="1" wrap="square" lIns="68550" tIns="34250" rIns="68550" bIns="34250" anchor="t" anchorCtr="0">
            <a:spAutoFit/>
          </a:bodyPr>
          <a:lstStyle/>
          <a:p>
            <a:pPr marL="0" marR="0" lvl="0" indent="0" algn="l" rtl="0">
              <a:lnSpc>
                <a:spcPct val="85000"/>
              </a:lnSpc>
              <a:spcBef>
                <a:spcPts val="0"/>
              </a:spcBef>
              <a:spcAft>
                <a:spcPts val="0"/>
              </a:spcAft>
              <a:buClr>
                <a:srgbClr val="000000"/>
              </a:buClr>
              <a:buSzPts val="1500"/>
              <a:buFont typeface="IBM Plex Sans Medium"/>
              <a:buNone/>
            </a:pPr>
            <a:r>
              <a:rPr lang="en" sz="900" b="1">
                <a:latin typeface="IBM Plex Sans"/>
                <a:ea typeface="IBM Plex Sans"/>
                <a:cs typeface="IBM Plex Sans"/>
                <a:sym typeface="IBM Plex Sans"/>
              </a:rPr>
              <a:t>Technical Execution</a:t>
            </a:r>
            <a:endParaRPr sz="900" b="1" i="0" u="none" strike="noStrike" cap="none">
              <a:solidFill>
                <a:srgbClr val="000000"/>
              </a:solidFill>
            </a:endParaRPr>
          </a:p>
        </p:txBody>
      </p:sp>
      <p:cxnSp>
        <p:nvCxnSpPr>
          <p:cNvPr id="2192" name="Google Shape;2192;p159"/>
          <p:cNvCxnSpPr/>
          <p:nvPr/>
        </p:nvCxnSpPr>
        <p:spPr>
          <a:xfrm flipH="1">
            <a:off x="4809231" y="4579744"/>
            <a:ext cx="197700" cy="342600"/>
          </a:xfrm>
          <a:prstGeom prst="straightConnector1">
            <a:avLst/>
          </a:prstGeom>
          <a:noFill/>
          <a:ln w="9525" cap="flat" cmpd="sng">
            <a:solidFill>
              <a:srgbClr val="FF0000"/>
            </a:solidFill>
            <a:prstDash val="solid"/>
            <a:round/>
            <a:headEnd type="none" w="med" len="med"/>
            <a:tailEnd type="none" w="med" len="med"/>
          </a:ln>
        </p:spPr>
      </p:cxnSp>
      <p:sp>
        <p:nvSpPr>
          <p:cNvPr id="2193" name="Google Shape;2193;p159"/>
          <p:cNvSpPr txBox="1"/>
          <p:nvPr/>
        </p:nvSpPr>
        <p:spPr>
          <a:xfrm>
            <a:off x="4356280" y="4829277"/>
            <a:ext cx="1103400" cy="3078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800" b="1">
                <a:solidFill>
                  <a:srgbClr val="FF0000"/>
                </a:solidFill>
                <a:latin typeface="Courier New"/>
                <a:ea typeface="Courier New"/>
                <a:cs typeface="Courier New"/>
                <a:sym typeface="Courier New"/>
              </a:rPr>
              <a:t>alignment</a:t>
            </a:r>
            <a:endParaRPr sz="800" b="1">
              <a:solidFill>
                <a:srgbClr val="FF0000"/>
              </a:solidFill>
              <a:latin typeface="Courier New"/>
              <a:ea typeface="Courier New"/>
              <a:cs typeface="Courier New"/>
              <a:sym typeface="Courier New"/>
            </a:endParaRPr>
          </a:p>
        </p:txBody>
      </p:sp>
      <p:sp>
        <p:nvSpPr>
          <p:cNvPr id="2194" name="Google Shape;2194;p159"/>
          <p:cNvSpPr/>
          <p:nvPr/>
        </p:nvSpPr>
        <p:spPr>
          <a:xfrm>
            <a:off x="795450" y="3863150"/>
            <a:ext cx="7467900" cy="633000"/>
          </a:xfrm>
          <a:prstGeom prst="roundRect">
            <a:avLst>
              <a:gd name="adj" fmla="val 16667"/>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Clr>
                <a:schemeClr val="dk1"/>
              </a:buClr>
              <a:buSzPts val="1100"/>
              <a:buFont typeface="Arial"/>
              <a:buNone/>
            </a:pPr>
            <a:r>
              <a:rPr lang="en" sz="1300" b="1">
                <a:solidFill>
                  <a:schemeClr val="lt1"/>
                </a:solidFill>
                <a:latin typeface="IBM Plex Sans"/>
                <a:ea typeface="IBM Plex Sans"/>
                <a:cs typeface="IBM Plex Sans"/>
                <a:sym typeface="IBM Plex Sans"/>
              </a:rPr>
              <a:t>Reduced time to market, ROI, and visibility.</a:t>
            </a:r>
            <a:endParaRPr sz="1300">
              <a:solidFill>
                <a:schemeClr val="lt1"/>
              </a:solidFill>
              <a:latin typeface="IBM Plex Sans Medium"/>
              <a:ea typeface="IBM Plex Sans Medium"/>
              <a:cs typeface="IBM Plex Sans Medium"/>
              <a:sym typeface="IBM Plex Sans Medium"/>
            </a:endParaRPr>
          </a:p>
          <a:p>
            <a:pPr marL="0" lvl="0" indent="0" algn="ctr" rtl="0">
              <a:spcBef>
                <a:spcPts val="400"/>
              </a:spcBef>
              <a:spcAft>
                <a:spcPts val="400"/>
              </a:spcAft>
              <a:buClr>
                <a:schemeClr val="dk1"/>
              </a:buClr>
              <a:buSzPts val="1100"/>
              <a:buFont typeface="Arial"/>
              <a:buNone/>
            </a:pPr>
            <a:r>
              <a:rPr lang="en" sz="1150">
                <a:solidFill>
                  <a:schemeClr val="lt1"/>
                </a:solidFill>
                <a:latin typeface="IBM Plex Sans"/>
                <a:ea typeface="IBM Plex Sans"/>
                <a:cs typeface="IBM Plex Sans"/>
                <a:sym typeface="IBM Plex Sans"/>
              </a:rPr>
              <a:t>Fragmented approach compounds tech debt and limits innovation and tech value</a:t>
            </a:r>
            <a:endParaRPr sz="1150">
              <a:latin typeface="IBM Plex Sans"/>
              <a:ea typeface="IBM Plex Sans"/>
              <a:cs typeface="IBM Plex Sans"/>
              <a:sym typeface="IBM Plex Sans"/>
            </a:endParaRPr>
          </a:p>
        </p:txBody>
      </p:sp>
      <p:grpSp>
        <p:nvGrpSpPr>
          <p:cNvPr id="2195" name="Google Shape;2195;p159"/>
          <p:cNvGrpSpPr/>
          <p:nvPr/>
        </p:nvGrpSpPr>
        <p:grpSpPr>
          <a:xfrm>
            <a:off x="1671324" y="974020"/>
            <a:ext cx="246215" cy="118360"/>
            <a:chOff x="2092388" y="3760375"/>
            <a:chExt cx="552300" cy="265500"/>
          </a:xfrm>
        </p:grpSpPr>
        <p:sp>
          <p:nvSpPr>
            <p:cNvPr id="2196" name="Google Shape;2196;p159"/>
            <p:cNvSpPr/>
            <p:nvPr/>
          </p:nvSpPr>
          <p:spPr>
            <a:xfrm>
              <a:off x="2092388" y="3760375"/>
              <a:ext cx="552300" cy="265500"/>
            </a:xfrm>
            <a:prstGeom prst="roundRect">
              <a:avLst>
                <a:gd name="adj" fmla="val 16667"/>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BM Plex Sans"/>
                <a:ea typeface="IBM Plex Sans"/>
                <a:cs typeface="IBM Plex Sans"/>
                <a:sym typeface="IBM Plex Sans"/>
              </a:endParaRPr>
            </a:p>
          </p:txBody>
        </p:sp>
        <p:pic>
          <p:nvPicPr>
            <p:cNvPr id="2197" name="Google Shape;2197;p159"/>
            <p:cNvPicPr preferRelativeResize="0"/>
            <p:nvPr/>
          </p:nvPicPr>
          <p:blipFill rotWithShape="1">
            <a:blip r:embed="rId3">
              <a:alphaModFix/>
            </a:blip>
            <a:srcRect l="19712" t="31366" r="19371" b="34123"/>
            <a:stretch/>
          </p:blipFill>
          <p:spPr>
            <a:xfrm>
              <a:off x="2159430" y="3798347"/>
              <a:ext cx="418200" cy="189550"/>
            </a:xfrm>
            <a:prstGeom prst="rect">
              <a:avLst/>
            </a:prstGeom>
            <a:noFill/>
            <a:ln>
              <a:noFill/>
            </a:ln>
          </p:spPr>
        </p:pic>
      </p:grpSp>
      <p:grpSp>
        <p:nvGrpSpPr>
          <p:cNvPr id="2198" name="Google Shape;2198;p159"/>
          <p:cNvGrpSpPr/>
          <p:nvPr/>
        </p:nvGrpSpPr>
        <p:grpSpPr>
          <a:xfrm>
            <a:off x="7170087" y="974020"/>
            <a:ext cx="246215" cy="118360"/>
            <a:chOff x="2092388" y="3760375"/>
            <a:chExt cx="552300" cy="265500"/>
          </a:xfrm>
        </p:grpSpPr>
        <p:sp>
          <p:nvSpPr>
            <p:cNvPr id="2199" name="Google Shape;2199;p159"/>
            <p:cNvSpPr/>
            <p:nvPr/>
          </p:nvSpPr>
          <p:spPr>
            <a:xfrm>
              <a:off x="2092388" y="3760375"/>
              <a:ext cx="552300" cy="265500"/>
            </a:xfrm>
            <a:prstGeom prst="roundRect">
              <a:avLst>
                <a:gd name="adj" fmla="val 16667"/>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BM Plex Sans"/>
                <a:ea typeface="IBM Plex Sans"/>
                <a:cs typeface="IBM Plex Sans"/>
                <a:sym typeface="IBM Plex Sans"/>
              </a:endParaRPr>
            </a:p>
          </p:txBody>
        </p:sp>
        <p:pic>
          <p:nvPicPr>
            <p:cNvPr id="2200" name="Google Shape;2200;p159"/>
            <p:cNvPicPr preferRelativeResize="0"/>
            <p:nvPr/>
          </p:nvPicPr>
          <p:blipFill rotWithShape="1">
            <a:blip r:embed="rId3">
              <a:alphaModFix/>
            </a:blip>
            <a:srcRect l="19712" t="31366" r="19371" b="34123"/>
            <a:stretch/>
          </p:blipFill>
          <p:spPr>
            <a:xfrm>
              <a:off x="2159430" y="3798347"/>
              <a:ext cx="418200" cy="189550"/>
            </a:xfrm>
            <a:prstGeom prst="rect">
              <a:avLst/>
            </a:prstGeom>
            <a:noFill/>
            <a:ln>
              <a:noFill/>
            </a:ln>
          </p:spPr>
        </p:pic>
      </p:grpSp>
      <p:grpSp>
        <p:nvGrpSpPr>
          <p:cNvPr id="2201" name="Google Shape;2201;p159"/>
          <p:cNvGrpSpPr/>
          <p:nvPr/>
        </p:nvGrpSpPr>
        <p:grpSpPr>
          <a:xfrm>
            <a:off x="4492549" y="1000895"/>
            <a:ext cx="246215" cy="118360"/>
            <a:chOff x="2092388" y="3760375"/>
            <a:chExt cx="552300" cy="265500"/>
          </a:xfrm>
        </p:grpSpPr>
        <p:sp>
          <p:nvSpPr>
            <p:cNvPr id="2202" name="Google Shape;2202;p159"/>
            <p:cNvSpPr/>
            <p:nvPr/>
          </p:nvSpPr>
          <p:spPr>
            <a:xfrm>
              <a:off x="2092388" y="3760375"/>
              <a:ext cx="552300" cy="265500"/>
            </a:xfrm>
            <a:prstGeom prst="roundRect">
              <a:avLst>
                <a:gd name="adj" fmla="val 16667"/>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BM Plex Sans"/>
                <a:ea typeface="IBM Plex Sans"/>
                <a:cs typeface="IBM Plex Sans"/>
                <a:sym typeface="IBM Plex Sans"/>
              </a:endParaRPr>
            </a:p>
          </p:txBody>
        </p:sp>
        <p:pic>
          <p:nvPicPr>
            <p:cNvPr id="2203" name="Google Shape;2203;p159"/>
            <p:cNvPicPr preferRelativeResize="0"/>
            <p:nvPr/>
          </p:nvPicPr>
          <p:blipFill rotWithShape="1">
            <a:blip r:embed="rId3">
              <a:alphaModFix/>
            </a:blip>
            <a:srcRect l="19712" t="31366" r="19371" b="34123"/>
            <a:stretch/>
          </p:blipFill>
          <p:spPr>
            <a:xfrm>
              <a:off x="2159430" y="3798347"/>
              <a:ext cx="418200" cy="189550"/>
            </a:xfrm>
            <a:prstGeom prst="rect">
              <a:avLst/>
            </a:prstGeom>
            <a:noFill/>
            <a:ln>
              <a:noFill/>
            </a:ln>
          </p:spPr>
        </p:pic>
      </p:grpSp>
      <p:cxnSp>
        <p:nvCxnSpPr>
          <p:cNvPr id="2204" name="Google Shape;2204;p159"/>
          <p:cNvCxnSpPr/>
          <p:nvPr/>
        </p:nvCxnSpPr>
        <p:spPr>
          <a:xfrm>
            <a:off x="4812157" y="4575627"/>
            <a:ext cx="212100" cy="367200"/>
          </a:xfrm>
          <a:prstGeom prst="straightConnector1">
            <a:avLst/>
          </a:prstGeom>
          <a:noFill/>
          <a:ln w="9525" cap="flat" cmpd="sng">
            <a:solidFill>
              <a:srgbClr val="FF0000"/>
            </a:solidFill>
            <a:prstDash val="solid"/>
            <a:round/>
            <a:headEnd type="none" w="med" len="med"/>
            <a:tailEnd type="none" w="med" len="med"/>
          </a:ln>
        </p:spPr>
      </p:cxn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208"/>
        <p:cNvGrpSpPr/>
        <p:nvPr/>
      </p:nvGrpSpPr>
      <p:grpSpPr>
        <a:xfrm>
          <a:off x="0" y="0"/>
          <a:ext cx="0" cy="0"/>
          <a:chOff x="0" y="0"/>
          <a:chExt cx="0" cy="0"/>
        </a:xfrm>
      </p:grpSpPr>
      <p:sp>
        <p:nvSpPr>
          <p:cNvPr id="2209" name="Google Shape;2209;p160"/>
          <p:cNvSpPr txBox="1"/>
          <p:nvPr/>
        </p:nvSpPr>
        <p:spPr>
          <a:xfrm>
            <a:off x="2967325" y="706722"/>
            <a:ext cx="3251100" cy="3693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200" b="1">
                <a:solidFill>
                  <a:schemeClr val="accent3"/>
                </a:solidFill>
                <a:latin typeface="IBM Plex Mono"/>
                <a:ea typeface="IBM Plex Mono"/>
                <a:cs typeface="IBM Plex Mono"/>
                <a:sym typeface="IBM Plex Mono"/>
              </a:rPr>
              <a:t>Customer journey</a:t>
            </a:r>
            <a:endParaRPr sz="1200" b="1">
              <a:solidFill>
                <a:schemeClr val="accent3"/>
              </a:solidFill>
              <a:latin typeface="IBM Plex Mono"/>
              <a:ea typeface="IBM Plex Mono"/>
              <a:cs typeface="IBM Plex Mono"/>
              <a:sym typeface="IBM Plex Mono"/>
            </a:endParaRPr>
          </a:p>
        </p:txBody>
      </p:sp>
      <p:grpSp>
        <p:nvGrpSpPr>
          <p:cNvPr id="2210" name="Google Shape;2210;p160"/>
          <p:cNvGrpSpPr/>
          <p:nvPr/>
        </p:nvGrpSpPr>
        <p:grpSpPr>
          <a:xfrm>
            <a:off x="944250" y="1080525"/>
            <a:ext cx="7434600" cy="2695643"/>
            <a:chOff x="944250" y="1080525"/>
            <a:chExt cx="7434600" cy="2695643"/>
          </a:xfrm>
        </p:grpSpPr>
        <p:grpSp>
          <p:nvGrpSpPr>
            <p:cNvPr id="2211" name="Google Shape;2211;p160"/>
            <p:cNvGrpSpPr/>
            <p:nvPr/>
          </p:nvGrpSpPr>
          <p:grpSpPr>
            <a:xfrm>
              <a:off x="944250" y="1080525"/>
              <a:ext cx="7434600" cy="917321"/>
              <a:chOff x="1172850" y="1690125"/>
              <a:chExt cx="7434600" cy="917321"/>
            </a:xfrm>
          </p:grpSpPr>
          <p:sp>
            <p:nvSpPr>
              <p:cNvPr id="2212" name="Google Shape;2212;p160"/>
              <p:cNvSpPr/>
              <p:nvPr/>
            </p:nvSpPr>
            <p:spPr>
              <a:xfrm>
                <a:off x="1172850" y="1690125"/>
                <a:ext cx="7434600" cy="432000"/>
              </a:xfrm>
              <a:prstGeom prst="roundRect">
                <a:avLst>
                  <a:gd name="adj" fmla="val 16890"/>
                </a:avLst>
              </a:prstGeom>
              <a:solidFill>
                <a:schemeClr val="lt1"/>
              </a:solidFill>
              <a:ln w="25400" cap="flat" cmpd="sng">
                <a:solidFill>
                  <a:srgbClr val="00A7B5"/>
                </a:solidFill>
                <a:prstDash val="solid"/>
                <a:round/>
                <a:headEnd type="none" w="sm" len="sm"/>
                <a:tailEnd type="none" w="sm" len="sm"/>
              </a:ln>
            </p:spPr>
            <p:txBody>
              <a:bodyPr spcFirstLastPara="1" wrap="square" lIns="68550" tIns="34250" rIns="68550" bIns="34250" anchor="ctr" anchorCtr="0">
                <a:noAutofit/>
              </a:bodyPr>
              <a:lstStyle/>
              <a:p>
                <a:pPr marL="0" lvl="0" indent="0" algn="ctr" rtl="0">
                  <a:spcBef>
                    <a:spcPts val="0"/>
                  </a:spcBef>
                  <a:spcAft>
                    <a:spcPts val="0"/>
                  </a:spcAft>
                  <a:buClr>
                    <a:schemeClr val="dk1"/>
                  </a:buClr>
                  <a:buSzPts val="1100"/>
                  <a:buFont typeface="Arial"/>
                  <a:buNone/>
                </a:pPr>
                <a:r>
                  <a:rPr lang="en" sz="1900" b="1">
                    <a:solidFill>
                      <a:schemeClr val="accent3"/>
                    </a:solidFill>
                    <a:latin typeface="IBM Plex Sans"/>
                    <a:ea typeface="IBM Plex Sans"/>
                    <a:cs typeface="IBM Plex Sans"/>
                    <a:sym typeface="IBM Plex Sans"/>
                  </a:rPr>
                  <a:t>Process orchestration </a:t>
                </a:r>
                <a:endParaRPr sz="1900" b="1">
                  <a:solidFill>
                    <a:schemeClr val="accent3"/>
                  </a:solidFill>
                  <a:latin typeface="IBM Plex Sans"/>
                  <a:ea typeface="IBM Plex Sans"/>
                  <a:cs typeface="IBM Plex Sans"/>
                  <a:sym typeface="IBM Plex Sans"/>
                </a:endParaRPr>
              </a:p>
            </p:txBody>
          </p:sp>
          <p:cxnSp>
            <p:nvCxnSpPr>
              <p:cNvPr id="2213" name="Google Shape;2213;p160"/>
              <p:cNvCxnSpPr>
                <a:stCxn id="2214" idx="0"/>
              </p:cNvCxnSpPr>
              <p:nvPr/>
            </p:nvCxnSpPr>
            <p:spPr>
              <a:xfrm rot="10800000">
                <a:off x="3228700" y="2131046"/>
                <a:ext cx="3900" cy="476400"/>
              </a:xfrm>
              <a:prstGeom prst="straightConnector1">
                <a:avLst/>
              </a:prstGeom>
              <a:noFill/>
              <a:ln w="28575" cap="flat" cmpd="sng">
                <a:solidFill>
                  <a:schemeClr val="accent3"/>
                </a:solidFill>
                <a:prstDash val="solid"/>
                <a:round/>
                <a:headEnd type="none" w="med" len="med"/>
                <a:tailEnd type="none" w="med" len="med"/>
              </a:ln>
            </p:spPr>
          </p:cxnSp>
          <p:cxnSp>
            <p:nvCxnSpPr>
              <p:cNvPr id="2215" name="Google Shape;2215;p160"/>
              <p:cNvCxnSpPr>
                <a:stCxn id="2216" idx="0"/>
              </p:cNvCxnSpPr>
              <p:nvPr/>
            </p:nvCxnSpPr>
            <p:spPr>
              <a:xfrm rot="10800000">
                <a:off x="7930750" y="2120546"/>
                <a:ext cx="0" cy="182100"/>
              </a:xfrm>
              <a:prstGeom prst="straightConnector1">
                <a:avLst/>
              </a:prstGeom>
              <a:noFill/>
              <a:ln w="28575" cap="flat" cmpd="sng">
                <a:solidFill>
                  <a:schemeClr val="accent3"/>
                </a:solidFill>
                <a:prstDash val="solid"/>
                <a:round/>
                <a:headEnd type="none" w="med" len="med"/>
                <a:tailEnd type="none" w="med" len="med"/>
              </a:ln>
            </p:spPr>
          </p:cxnSp>
          <p:cxnSp>
            <p:nvCxnSpPr>
              <p:cNvPr id="2217" name="Google Shape;2217;p160"/>
              <p:cNvCxnSpPr>
                <a:stCxn id="2218" idx="0"/>
              </p:cNvCxnSpPr>
              <p:nvPr/>
            </p:nvCxnSpPr>
            <p:spPr>
              <a:xfrm rot="10800000">
                <a:off x="1663100" y="2120559"/>
                <a:ext cx="5400" cy="182100"/>
              </a:xfrm>
              <a:prstGeom prst="straightConnector1">
                <a:avLst/>
              </a:prstGeom>
              <a:noFill/>
              <a:ln w="28575" cap="flat" cmpd="sng">
                <a:solidFill>
                  <a:schemeClr val="accent3"/>
                </a:solidFill>
                <a:prstDash val="solid"/>
                <a:round/>
                <a:headEnd type="none" w="med" len="med"/>
                <a:tailEnd type="none" w="med" len="med"/>
              </a:ln>
            </p:spPr>
          </p:cxnSp>
          <p:cxnSp>
            <p:nvCxnSpPr>
              <p:cNvPr id="2219" name="Google Shape;2219;p160"/>
              <p:cNvCxnSpPr>
                <a:stCxn id="2220" idx="0"/>
              </p:cNvCxnSpPr>
              <p:nvPr/>
            </p:nvCxnSpPr>
            <p:spPr>
              <a:xfrm rot="10800000" flipH="1">
                <a:off x="6364700" y="2120546"/>
                <a:ext cx="5700" cy="486900"/>
              </a:xfrm>
              <a:prstGeom prst="straightConnector1">
                <a:avLst/>
              </a:prstGeom>
              <a:noFill/>
              <a:ln w="28575" cap="flat" cmpd="sng">
                <a:solidFill>
                  <a:schemeClr val="accent3"/>
                </a:solidFill>
                <a:prstDash val="solid"/>
                <a:round/>
                <a:headEnd type="none" w="med" len="med"/>
                <a:tailEnd type="none" w="med" len="med"/>
              </a:ln>
            </p:spPr>
          </p:cxnSp>
        </p:grpSp>
        <p:grpSp>
          <p:nvGrpSpPr>
            <p:cNvPr id="2221" name="Google Shape;2221;p160"/>
            <p:cNvGrpSpPr/>
            <p:nvPr/>
          </p:nvGrpSpPr>
          <p:grpSpPr>
            <a:xfrm>
              <a:off x="1086925" y="1505618"/>
              <a:ext cx="6435100" cy="2270550"/>
              <a:chOff x="1086925" y="1505618"/>
              <a:chExt cx="6435100" cy="2270550"/>
            </a:xfrm>
          </p:grpSpPr>
          <p:cxnSp>
            <p:nvCxnSpPr>
              <p:cNvPr id="2222" name="Google Shape;2222;p160"/>
              <p:cNvCxnSpPr>
                <a:stCxn id="2223" idx="0"/>
              </p:cNvCxnSpPr>
              <p:nvPr/>
            </p:nvCxnSpPr>
            <p:spPr>
              <a:xfrm rot="10800000">
                <a:off x="4424800" y="1505630"/>
                <a:ext cx="0" cy="1046400"/>
              </a:xfrm>
              <a:prstGeom prst="straightConnector1">
                <a:avLst/>
              </a:prstGeom>
              <a:noFill/>
              <a:ln w="9525" cap="flat" cmpd="sng">
                <a:solidFill>
                  <a:schemeClr val="accent3"/>
                </a:solidFill>
                <a:prstDash val="dot"/>
                <a:round/>
                <a:headEnd type="none" w="med" len="med"/>
                <a:tailEnd type="none" w="med" len="med"/>
              </a:ln>
            </p:spPr>
          </p:cxnSp>
          <p:cxnSp>
            <p:nvCxnSpPr>
              <p:cNvPr id="2224" name="Google Shape;2224;p160"/>
              <p:cNvCxnSpPr>
                <a:stCxn id="2225" idx="0"/>
              </p:cNvCxnSpPr>
              <p:nvPr/>
            </p:nvCxnSpPr>
            <p:spPr>
              <a:xfrm rot="10800000">
                <a:off x="5892800" y="1516118"/>
                <a:ext cx="0" cy="1108200"/>
              </a:xfrm>
              <a:prstGeom prst="straightConnector1">
                <a:avLst/>
              </a:prstGeom>
              <a:noFill/>
              <a:ln w="9525" cap="flat" cmpd="sng">
                <a:solidFill>
                  <a:schemeClr val="accent3"/>
                </a:solidFill>
                <a:prstDash val="dot"/>
                <a:round/>
                <a:headEnd type="none" w="med" len="med"/>
                <a:tailEnd type="none" w="med" len="med"/>
              </a:ln>
            </p:spPr>
          </p:cxnSp>
          <p:cxnSp>
            <p:nvCxnSpPr>
              <p:cNvPr id="2226" name="Google Shape;2226;p160"/>
              <p:cNvCxnSpPr>
                <a:stCxn id="2227" idx="0"/>
              </p:cNvCxnSpPr>
              <p:nvPr/>
            </p:nvCxnSpPr>
            <p:spPr>
              <a:xfrm rot="10800000" flipH="1">
                <a:off x="6189500" y="1516155"/>
                <a:ext cx="15300" cy="1454400"/>
              </a:xfrm>
              <a:prstGeom prst="straightConnector1">
                <a:avLst/>
              </a:prstGeom>
              <a:noFill/>
              <a:ln w="9525" cap="flat" cmpd="sng">
                <a:solidFill>
                  <a:schemeClr val="accent3"/>
                </a:solidFill>
                <a:prstDash val="dot"/>
                <a:round/>
                <a:headEnd type="none" w="med" len="med"/>
                <a:tailEnd type="none" w="med" len="med"/>
              </a:ln>
            </p:spPr>
          </p:cxnSp>
          <p:cxnSp>
            <p:nvCxnSpPr>
              <p:cNvPr id="2228" name="Google Shape;2228;p160"/>
              <p:cNvCxnSpPr>
                <a:stCxn id="2229" idx="0"/>
              </p:cNvCxnSpPr>
              <p:nvPr/>
            </p:nvCxnSpPr>
            <p:spPr>
              <a:xfrm rot="10800000">
                <a:off x="6955675" y="1505618"/>
                <a:ext cx="0" cy="1118700"/>
              </a:xfrm>
              <a:prstGeom prst="straightConnector1">
                <a:avLst/>
              </a:prstGeom>
              <a:noFill/>
              <a:ln w="9525" cap="flat" cmpd="sng">
                <a:solidFill>
                  <a:schemeClr val="accent3"/>
                </a:solidFill>
                <a:prstDash val="dot"/>
                <a:round/>
                <a:headEnd type="none" w="med" len="med"/>
                <a:tailEnd type="none" w="med" len="med"/>
              </a:ln>
            </p:spPr>
          </p:cxnSp>
          <p:cxnSp>
            <p:nvCxnSpPr>
              <p:cNvPr id="2230" name="Google Shape;2230;p160"/>
              <p:cNvCxnSpPr>
                <a:stCxn id="2231" idx="0"/>
              </p:cNvCxnSpPr>
              <p:nvPr/>
            </p:nvCxnSpPr>
            <p:spPr>
              <a:xfrm rot="10800000">
                <a:off x="7522025" y="1521618"/>
                <a:ext cx="0" cy="1102500"/>
              </a:xfrm>
              <a:prstGeom prst="straightConnector1">
                <a:avLst/>
              </a:prstGeom>
              <a:noFill/>
              <a:ln w="9525" cap="flat" cmpd="sng">
                <a:solidFill>
                  <a:schemeClr val="accent3"/>
                </a:solidFill>
                <a:prstDash val="dot"/>
                <a:round/>
                <a:headEnd type="none" w="med" len="med"/>
                <a:tailEnd type="none" w="med" len="med"/>
              </a:ln>
            </p:spPr>
          </p:cxnSp>
          <p:cxnSp>
            <p:nvCxnSpPr>
              <p:cNvPr id="2232" name="Google Shape;2232;p160"/>
              <p:cNvCxnSpPr>
                <a:stCxn id="2233" idx="0"/>
              </p:cNvCxnSpPr>
              <p:nvPr/>
            </p:nvCxnSpPr>
            <p:spPr>
              <a:xfrm rot="10800000">
                <a:off x="3336000" y="1505655"/>
                <a:ext cx="0" cy="1464900"/>
              </a:xfrm>
              <a:prstGeom prst="straightConnector1">
                <a:avLst/>
              </a:prstGeom>
              <a:noFill/>
              <a:ln w="9525" cap="flat" cmpd="sng">
                <a:solidFill>
                  <a:schemeClr val="accent3"/>
                </a:solidFill>
                <a:prstDash val="dot"/>
                <a:round/>
                <a:headEnd type="none" w="med" len="med"/>
                <a:tailEnd type="none" w="med" len="med"/>
              </a:ln>
            </p:spPr>
          </p:cxnSp>
          <p:cxnSp>
            <p:nvCxnSpPr>
              <p:cNvPr id="2234" name="Google Shape;2234;p160"/>
              <p:cNvCxnSpPr>
                <a:stCxn id="2235" idx="0"/>
              </p:cNvCxnSpPr>
              <p:nvPr/>
            </p:nvCxnSpPr>
            <p:spPr>
              <a:xfrm rot="10800000">
                <a:off x="1086925" y="1521605"/>
                <a:ext cx="0" cy="1972500"/>
              </a:xfrm>
              <a:prstGeom prst="straightConnector1">
                <a:avLst/>
              </a:prstGeom>
              <a:noFill/>
              <a:ln w="9525" cap="flat" cmpd="sng">
                <a:solidFill>
                  <a:schemeClr val="accent3"/>
                </a:solidFill>
                <a:prstDash val="dot"/>
                <a:round/>
                <a:headEnd type="none" w="med" len="med"/>
                <a:tailEnd type="none" w="med" len="med"/>
              </a:ln>
            </p:spPr>
          </p:cxnSp>
          <p:cxnSp>
            <p:nvCxnSpPr>
              <p:cNvPr id="2236" name="Google Shape;2236;p160"/>
              <p:cNvCxnSpPr>
                <a:stCxn id="2237" idx="0"/>
              </p:cNvCxnSpPr>
              <p:nvPr/>
            </p:nvCxnSpPr>
            <p:spPr>
              <a:xfrm rot="10800000">
                <a:off x="7081600" y="1521605"/>
                <a:ext cx="0" cy="1972500"/>
              </a:xfrm>
              <a:prstGeom prst="straightConnector1">
                <a:avLst/>
              </a:prstGeom>
              <a:noFill/>
              <a:ln w="9525" cap="flat" cmpd="sng">
                <a:solidFill>
                  <a:schemeClr val="accent3"/>
                </a:solidFill>
                <a:prstDash val="dot"/>
                <a:round/>
                <a:headEnd type="none" w="med" len="med"/>
                <a:tailEnd type="none" w="med" len="med"/>
              </a:ln>
            </p:spPr>
          </p:cxnSp>
          <p:cxnSp>
            <p:nvCxnSpPr>
              <p:cNvPr id="2238" name="Google Shape;2238;p160"/>
              <p:cNvCxnSpPr>
                <a:stCxn id="2239" idx="0"/>
              </p:cNvCxnSpPr>
              <p:nvPr/>
            </p:nvCxnSpPr>
            <p:spPr>
              <a:xfrm rot="10800000">
                <a:off x="5816600" y="1505693"/>
                <a:ext cx="0" cy="1988400"/>
              </a:xfrm>
              <a:prstGeom prst="straightConnector1">
                <a:avLst/>
              </a:prstGeom>
              <a:noFill/>
              <a:ln w="9525" cap="flat" cmpd="sng">
                <a:solidFill>
                  <a:schemeClr val="accent3"/>
                </a:solidFill>
                <a:prstDash val="dot"/>
                <a:round/>
                <a:headEnd type="none" w="med" len="med"/>
                <a:tailEnd type="none" w="med" len="med"/>
              </a:ln>
            </p:spPr>
          </p:cxnSp>
          <p:cxnSp>
            <p:nvCxnSpPr>
              <p:cNvPr id="2240" name="Google Shape;2240;p160"/>
              <p:cNvCxnSpPr>
                <a:stCxn id="2241" idx="0"/>
              </p:cNvCxnSpPr>
              <p:nvPr/>
            </p:nvCxnSpPr>
            <p:spPr>
              <a:xfrm rot="10800000">
                <a:off x="2851104" y="1521368"/>
                <a:ext cx="0" cy="2254800"/>
              </a:xfrm>
              <a:prstGeom prst="straightConnector1">
                <a:avLst/>
              </a:prstGeom>
              <a:noFill/>
              <a:ln w="9525" cap="flat" cmpd="sng">
                <a:solidFill>
                  <a:schemeClr val="accent3"/>
                </a:solidFill>
                <a:prstDash val="dot"/>
                <a:round/>
                <a:headEnd type="none" w="med" len="med"/>
                <a:tailEnd type="none" w="med" len="med"/>
              </a:ln>
            </p:spPr>
          </p:cxnSp>
          <p:cxnSp>
            <p:nvCxnSpPr>
              <p:cNvPr id="2242" name="Google Shape;2242;p160"/>
              <p:cNvCxnSpPr>
                <a:stCxn id="2243" idx="0"/>
              </p:cNvCxnSpPr>
              <p:nvPr/>
            </p:nvCxnSpPr>
            <p:spPr>
              <a:xfrm rot="10800000">
                <a:off x="3412200" y="1516268"/>
                <a:ext cx="0" cy="2259900"/>
              </a:xfrm>
              <a:prstGeom prst="straightConnector1">
                <a:avLst/>
              </a:prstGeom>
              <a:noFill/>
              <a:ln w="9525" cap="flat" cmpd="sng">
                <a:solidFill>
                  <a:schemeClr val="accent3"/>
                </a:solidFill>
                <a:prstDash val="dot"/>
                <a:round/>
                <a:headEnd type="none" w="med" len="med"/>
                <a:tailEnd type="none" w="med" len="med"/>
              </a:ln>
            </p:spPr>
          </p:cxnSp>
          <p:cxnSp>
            <p:nvCxnSpPr>
              <p:cNvPr id="2244" name="Google Shape;2244;p160"/>
              <p:cNvCxnSpPr>
                <a:stCxn id="2245" idx="0"/>
              </p:cNvCxnSpPr>
              <p:nvPr/>
            </p:nvCxnSpPr>
            <p:spPr>
              <a:xfrm rot="10800000">
                <a:off x="2003475" y="1516155"/>
                <a:ext cx="0" cy="1454400"/>
              </a:xfrm>
              <a:prstGeom prst="straightConnector1">
                <a:avLst/>
              </a:prstGeom>
              <a:noFill/>
              <a:ln w="9525" cap="flat" cmpd="sng">
                <a:solidFill>
                  <a:schemeClr val="accent3"/>
                </a:solidFill>
                <a:prstDash val="dot"/>
                <a:round/>
                <a:headEnd type="none" w="med" len="med"/>
                <a:tailEnd type="none" w="med" len="med"/>
              </a:ln>
            </p:spPr>
          </p:cxnSp>
          <p:cxnSp>
            <p:nvCxnSpPr>
              <p:cNvPr id="2246" name="Google Shape;2246;p160"/>
              <p:cNvCxnSpPr>
                <a:stCxn id="2247" idx="0"/>
              </p:cNvCxnSpPr>
              <p:nvPr/>
            </p:nvCxnSpPr>
            <p:spPr>
              <a:xfrm rot="10800000">
                <a:off x="2763650" y="1505618"/>
                <a:ext cx="6000" cy="1118700"/>
              </a:xfrm>
              <a:prstGeom prst="straightConnector1">
                <a:avLst/>
              </a:prstGeom>
              <a:noFill/>
              <a:ln w="9525" cap="flat" cmpd="sng">
                <a:solidFill>
                  <a:schemeClr val="accent3"/>
                </a:solidFill>
                <a:prstDash val="dot"/>
                <a:round/>
                <a:headEnd type="none" w="med" len="med"/>
                <a:tailEnd type="none" w="med" len="med"/>
              </a:ln>
            </p:spPr>
          </p:cxnSp>
          <p:cxnSp>
            <p:nvCxnSpPr>
              <p:cNvPr id="2248" name="Google Shape;2248;p160"/>
              <p:cNvCxnSpPr>
                <a:stCxn id="2249" idx="0"/>
              </p:cNvCxnSpPr>
              <p:nvPr/>
            </p:nvCxnSpPr>
            <p:spPr>
              <a:xfrm rot="10800000">
                <a:off x="1706775" y="1521518"/>
                <a:ext cx="0" cy="1102800"/>
              </a:xfrm>
              <a:prstGeom prst="straightConnector1">
                <a:avLst/>
              </a:prstGeom>
              <a:noFill/>
              <a:ln w="9525" cap="flat" cmpd="sng">
                <a:solidFill>
                  <a:schemeClr val="accent3"/>
                </a:solidFill>
                <a:prstDash val="dot"/>
                <a:round/>
                <a:headEnd type="none" w="med" len="med"/>
                <a:tailEnd type="none" w="med" len="med"/>
              </a:ln>
            </p:spPr>
          </p:cxnSp>
          <p:cxnSp>
            <p:nvCxnSpPr>
              <p:cNvPr id="2250" name="Google Shape;2250;p160"/>
              <p:cNvCxnSpPr>
                <a:stCxn id="2251" idx="0"/>
              </p:cNvCxnSpPr>
              <p:nvPr/>
            </p:nvCxnSpPr>
            <p:spPr>
              <a:xfrm rot="10800000">
                <a:off x="1187088" y="1505643"/>
                <a:ext cx="0" cy="1464900"/>
              </a:xfrm>
              <a:prstGeom prst="straightConnector1">
                <a:avLst/>
              </a:prstGeom>
              <a:noFill/>
              <a:ln w="9525" cap="flat" cmpd="sng">
                <a:solidFill>
                  <a:schemeClr val="accent3"/>
                </a:solidFill>
                <a:prstDash val="dot"/>
                <a:round/>
                <a:headEnd type="none" w="med" len="med"/>
                <a:tailEnd type="none" w="med" len="med"/>
              </a:ln>
            </p:spPr>
          </p:cxnSp>
          <p:cxnSp>
            <p:nvCxnSpPr>
              <p:cNvPr id="2252" name="Google Shape;2252;p160"/>
              <p:cNvCxnSpPr/>
              <p:nvPr/>
            </p:nvCxnSpPr>
            <p:spPr>
              <a:xfrm rot="10800000">
                <a:off x="4572000" y="1509146"/>
                <a:ext cx="0" cy="182100"/>
              </a:xfrm>
              <a:prstGeom prst="straightConnector1">
                <a:avLst/>
              </a:prstGeom>
              <a:noFill/>
              <a:ln w="28575" cap="flat" cmpd="sng">
                <a:solidFill>
                  <a:schemeClr val="accent3"/>
                </a:solidFill>
                <a:prstDash val="solid"/>
                <a:round/>
                <a:headEnd type="none" w="med" len="med"/>
                <a:tailEnd type="none" w="med" len="med"/>
              </a:ln>
            </p:spPr>
          </p:cxnSp>
        </p:grpSp>
      </p:grpSp>
      <p:cxnSp>
        <p:nvCxnSpPr>
          <p:cNvPr id="2253" name="Google Shape;2253;p160"/>
          <p:cNvCxnSpPr/>
          <p:nvPr/>
        </p:nvCxnSpPr>
        <p:spPr>
          <a:xfrm>
            <a:off x="968200" y="899750"/>
            <a:ext cx="814200" cy="0"/>
          </a:xfrm>
          <a:prstGeom prst="straightConnector1">
            <a:avLst/>
          </a:prstGeom>
          <a:noFill/>
          <a:ln w="19050" cap="flat" cmpd="sng">
            <a:solidFill>
              <a:schemeClr val="accent3"/>
            </a:solidFill>
            <a:prstDash val="solid"/>
            <a:round/>
            <a:headEnd type="oval" w="med" len="med"/>
            <a:tailEnd type="triangle" w="med" len="med"/>
          </a:ln>
        </p:spPr>
      </p:cxnSp>
      <p:cxnSp>
        <p:nvCxnSpPr>
          <p:cNvPr id="2254" name="Google Shape;2254;p160"/>
          <p:cNvCxnSpPr/>
          <p:nvPr/>
        </p:nvCxnSpPr>
        <p:spPr>
          <a:xfrm>
            <a:off x="1893175" y="899750"/>
            <a:ext cx="814200" cy="0"/>
          </a:xfrm>
          <a:prstGeom prst="straightConnector1">
            <a:avLst/>
          </a:prstGeom>
          <a:noFill/>
          <a:ln w="19050" cap="flat" cmpd="sng">
            <a:solidFill>
              <a:schemeClr val="accent3"/>
            </a:solidFill>
            <a:prstDash val="solid"/>
            <a:round/>
            <a:headEnd type="oval" w="med" len="med"/>
            <a:tailEnd type="triangle" w="med" len="med"/>
          </a:ln>
        </p:spPr>
      </p:cxnSp>
      <p:cxnSp>
        <p:nvCxnSpPr>
          <p:cNvPr id="2255" name="Google Shape;2255;p160"/>
          <p:cNvCxnSpPr/>
          <p:nvPr/>
        </p:nvCxnSpPr>
        <p:spPr>
          <a:xfrm>
            <a:off x="2818150" y="899750"/>
            <a:ext cx="814200" cy="0"/>
          </a:xfrm>
          <a:prstGeom prst="straightConnector1">
            <a:avLst/>
          </a:prstGeom>
          <a:noFill/>
          <a:ln w="19050" cap="flat" cmpd="sng">
            <a:solidFill>
              <a:schemeClr val="accent3"/>
            </a:solidFill>
            <a:prstDash val="solid"/>
            <a:round/>
            <a:headEnd type="oval" w="med" len="med"/>
            <a:tailEnd type="triangle" w="med" len="med"/>
          </a:ln>
        </p:spPr>
      </p:cxnSp>
      <p:cxnSp>
        <p:nvCxnSpPr>
          <p:cNvPr id="2256" name="Google Shape;2256;p160"/>
          <p:cNvCxnSpPr/>
          <p:nvPr/>
        </p:nvCxnSpPr>
        <p:spPr>
          <a:xfrm>
            <a:off x="5511625" y="899750"/>
            <a:ext cx="814200" cy="0"/>
          </a:xfrm>
          <a:prstGeom prst="straightConnector1">
            <a:avLst/>
          </a:prstGeom>
          <a:noFill/>
          <a:ln w="19050" cap="flat" cmpd="sng">
            <a:solidFill>
              <a:schemeClr val="accent3"/>
            </a:solidFill>
            <a:prstDash val="solid"/>
            <a:round/>
            <a:headEnd type="oval" w="med" len="med"/>
            <a:tailEnd type="triangle" w="med" len="med"/>
          </a:ln>
        </p:spPr>
      </p:cxnSp>
      <p:cxnSp>
        <p:nvCxnSpPr>
          <p:cNvPr id="2257" name="Google Shape;2257;p160"/>
          <p:cNvCxnSpPr/>
          <p:nvPr/>
        </p:nvCxnSpPr>
        <p:spPr>
          <a:xfrm>
            <a:off x="6436600" y="899750"/>
            <a:ext cx="814200" cy="0"/>
          </a:xfrm>
          <a:prstGeom prst="straightConnector1">
            <a:avLst/>
          </a:prstGeom>
          <a:noFill/>
          <a:ln w="19050" cap="flat" cmpd="sng">
            <a:solidFill>
              <a:schemeClr val="accent3"/>
            </a:solidFill>
            <a:prstDash val="solid"/>
            <a:round/>
            <a:headEnd type="oval" w="med" len="med"/>
            <a:tailEnd type="triangle" w="med" len="med"/>
          </a:ln>
        </p:spPr>
      </p:cxnSp>
      <p:cxnSp>
        <p:nvCxnSpPr>
          <p:cNvPr id="2258" name="Google Shape;2258;p160"/>
          <p:cNvCxnSpPr/>
          <p:nvPr/>
        </p:nvCxnSpPr>
        <p:spPr>
          <a:xfrm>
            <a:off x="7361575" y="899750"/>
            <a:ext cx="814200" cy="0"/>
          </a:xfrm>
          <a:prstGeom prst="straightConnector1">
            <a:avLst/>
          </a:prstGeom>
          <a:noFill/>
          <a:ln w="19050" cap="flat" cmpd="sng">
            <a:solidFill>
              <a:schemeClr val="accent3"/>
            </a:solidFill>
            <a:prstDash val="solid"/>
            <a:round/>
            <a:headEnd type="oval" w="med" len="med"/>
            <a:tailEnd type="triangle" w="med" len="med"/>
          </a:ln>
        </p:spPr>
      </p:cxnSp>
      <p:sp>
        <p:nvSpPr>
          <p:cNvPr id="2218" name="Google Shape;2218;p160"/>
          <p:cNvSpPr/>
          <p:nvPr/>
        </p:nvSpPr>
        <p:spPr>
          <a:xfrm>
            <a:off x="1002950" y="1693059"/>
            <a:ext cx="873900" cy="359100"/>
          </a:xfrm>
          <a:prstGeom prst="roundRect">
            <a:avLst>
              <a:gd name="adj" fmla="val 16667"/>
            </a:avLst>
          </a:prstGeom>
          <a:solidFill>
            <a:schemeClr val="dk1"/>
          </a:solid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b="1">
                <a:solidFill>
                  <a:schemeClr val="lt1"/>
                </a:solidFill>
                <a:latin typeface="IBM Plex Sans"/>
                <a:ea typeface="IBM Plex Sans"/>
                <a:cs typeface="IBM Plex Sans"/>
                <a:sym typeface="IBM Plex Sans"/>
              </a:rPr>
              <a:t>RPA</a:t>
            </a:r>
            <a:endParaRPr b="1">
              <a:solidFill>
                <a:schemeClr val="lt1"/>
              </a:solidFill>
              <a:latin typeface="IBM Plex Sans"/>
              <a:ea typeface="IBM Plex Sans"/>
              <a:cs typeface="IBM Plex Sans"/>
              <a:sym typeface="IBM Plex Sans"/>
            </a:endParaRPr>
          </a:p>
        </p:txBody>
      </p:sp>
      <p:sp>
        <p:nvSpPr>
          <p:cNvPr id="2214" name="Google Shape;2214;p160"/>
          <p:cNvSpPr/>
          <p:nvPr/>
        </p:nvSpPr>
        <p:spPr>
          <a:xfrm>
            <a:off x="2565100" y="1997846"/>
            <a:ext cx="877800" cy="359100"/>
          </a:xfrm>
          <a:prstGeom prst="roundRect">
            <a:avLst>
              <a:gd name="adj" fmla="val 16667"/>
            </a:avLst>
          </a:prstGeom>
          <a:solidFill>
            <a:schemeClr val="dk1"/>
          </a:solid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b="1">
                <a:solidFill>
                  <a:schemeClr val="lt1"/>
                </a:solidFill>
                <a:latin typeface="IBM Plex Sans"/>
                <a:ea typeface="IBM Plex Sans"/>
                <a:cs typeface="IBM Plex Sans"/>
                <a:sym typeface="IBM Plex Sans"/>
              </a:rPr>
              <a:t>ERP</a:t>
            </a:r>
            <a:endParaRPr b="1">
              <a:solidFill>
                <a:schemeClr val="lt1"/>
              </a:solidFill>
              <a:latin typeface="IBM Plex Sans"/>
              <a:ea typeface="IBM Plex Sans"/>
              <a:cs typeface="IBM Plex Sans"/>
              <a:sym typeface="IBM Plex Sans"/>
            </a:endParaRPr>
          </a:p>
        </p:txBody>
      </p:sp>
      <p:sp>
        <p:nvSpPr>
          <p:cNvPr id="2259" name="Google Shape;2259;p160"/>
          <p:cNvSpPr/>
          <p:nvPr/>
        </p:nvSpPr>
        <p:spPr>
          <a:xfrm>
            <a:off x="4131150" y="1693046"/>
            <a:ext cx="877800" cy="359100"/>
          </a:xfrm>
          <a:prstGeom prst="roundRect">
            <a:avLst>
              <a:gd name="adj" fmla="val 16667"/>
            </a:avLst>
          </a:prstGeom>
          <a:solidFill>
            <a:schemeClr val="dk1"/>
          </a:solidFill>
          <a:ln w="19050" cap="flat" cmpd="sng">
            <a:solidFill>
              <a:schemeClr val="accent3"/>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b="1">
                <a:solidFill>
                  <a:schemeClr val="lt1"/>
                </a:solidFill>
                <a:latin typeface="IBM Plex Sans"/>
                <a:ea typeface="IBM Plex Sans"/>
                <a:cs typeface="IBM Plex Sans"/>
                <a:sym typeface="IBM Plex Sans"/>
              </a:rPr>
              <a:t>CRM</a:t>
            </a:r>
            <a:endParaRPr b="1">
              <a:solidFill>
                <a:schemeClr val="lt1"/>
              </a:solidFill>
              <a:latin typeface="IBM Plex Sans"/>
              <a:ea typeface="IBM Plex Sans"/>
              <a:cs typeface="IBM Plex Sans"/>
              <a:sym typeface="IBM Plex Sans"/>
            </a:endParaRPr>
          </a:p>
        </p:txBody>
      </p:sp>
      <p:sp>
        <p:nvSpPr>
          <p:cNvPr id="2220" name="Google Shape;2220;p160"/>
          <p:cNvSpPr/>
          <p:nvPr/>
        </p:nvSpPr>
        <p:spPr>
          <a:xfrm>
            <a:off x="5697200" y="1997846"/>
            <a:ext cx="877800" cy="359100"/>
          </a:xfrm>
          <a:prstGeom prst="roundRect">
            <a:avLst>
              <a:gd name="adj" fmla="val 16667"/>
            </a:avLst>
          </a:prstGeom>
          <a:solidFill>
            <a:schemeClr val="dk1"/>
          </a:solidFill>
          <a:ln w="19050" cap="flat" cmpd="sng">
            <a:solidFill>
              <a:schemeClr val="accent3"/>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b="1">
                <a:solidFill>
                  <a:schemeClr val="lt1"/>
                </a:solidFill>
                <a:latin typeface="IBM Plex Sans"/>
                <a:ea typeface="IBM Plex Sans"/>
                <a:cs typeface="IBM Plex Sans"/>
                <a:sym typeface="IBM Plex Sans"/>
              </a:rPr>
              <a:t>AI</a:t>
            </a:r>
            <a:endParaRPr b="1">
              <a:solidFill>
                <a:schemeClr val="lt1"/>
              </a:solidFill>
              <a:latin typeface="IBM Plex Sans"/>
              <a:ea typeface="IBM Plex Sans"/>
              <a:cs typeface="IBM Plex Sans"/>
              <a:sym typeface="IBM Plex Sans"/>
            </a:endParaRPr>
          </a:p>
        </p:txBody>
      </p:sp>
      <p:sp>
        <p:nvSpPr>
          <p:cNvPr id="2216" name="Google Shape;2216;p160"/>
          <p:cNvSpPr/>
          <p:nvPr/>
        </p:nvSpPr>
        <p:spPr>
          <a:xfrm>
            <a:off x="7263250" y="1693046"/>
            <a:ext cx="877800" cy="359100"/>
          </a:xfrm>
          <a:prstGeom prst="roundRect">
            <a:avLst>
              <a:gd name="adj" fmla="val 16667"/>
            </a:avLst>
          </a:prstGeom>
          <a:solidFill>
            <a:schemeClr val="dk1"/>
          </a:solidFill>
          <a:ln w="19050" cap="flat" cmpd="sng">
            <a:solidFill>
              <a:schemeClr val="accent3"/>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b="1">
                <a:solidFill>
                  <a:schemeClr val="lt1"/>
                </a:solidFill>
                <a:latin typeface="IBM Plex Sans"/>
                <a:ea typeface="IBM Plex Sans"/>
                <a:cs typeface="IBM Plex Sans"/>
                <a:sym typeface="IBM Plex Sans"/>
              </a:rPr>
              <a:t>IDP</a:t>
            </a:r>
            <a:endParaRPr b="1">
              <a:solidFill>
                <a:schemeClr val="lt1"/>
              </a:solidFill>
              <a:latin typeface="IBM Plex Sans"/>
              <a:ea typeface="IBM Plex Sans"/>
              <a:cs typeface="IBM Plex Sans"/>
              <a:sym typeface="IBM Plex Sans"/>
            </a:endParaRPr>
          </a:p>
        </p:txBody>
      </p:sp>
      <p:sp>
        <p:nvSpPr>
          <p:cNvPr id="2260" name="Google Shape;2260;p160"/>
          <p:cNvSpPr/>
          <p:nvPr/>
        </p:nvSpPr>
        <p:spPr>
          <a:xfrm>
            <a:off x="800275" y="3604855"/>
            <a:ext cx="1468500" cy="830100"/>
          </a:xfrm>
          <a:prstGeom prst="rect">
            <a:avLst/>
          </a:prstGeom>
          <a:solidFill>
            <a:srgbClr val="D7D7D7"/>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BM Plex Sans"/>
              <a:ea typeface="IBM Plex Sans"/>
              <a:cs typeface="IBM Plex Sans"/>
              <a:sym typeface="IBM Plex Sans"/>
            </a:endParaRPr>
          </a:p>
        </p:txBody>
      </p:sp>
      <p:sp>
        <p:nvSpPr>
          <p:cNvPr id="2249" name="Google Shape;2249;p160"/>
          <p:cNvSpPr/>
          <p:nvPr/>
        </p:nvSpPr>
        <p:spPr>
          <a:xfrm>
            <a:off x="1511175" y="2624318"/>
            <a:ext cx="391200" cy="172500"/>
          </a:xfrm>
          <a:prstGeom prst="rect">
            <a:avLst/>
          </a:prstGeom>
          <a:solidFill>
            <a:schemeClr val="accent4"/>
          </a:solid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BM Plex Sans"/>
              <a:ea typeface="IBM Plex Sans"/>
              <a:cs typeface="IBM Plex Sans"/>
              <a:sym typeface="IBM Plex Sans"/>
            </a:endParaRPr>
          </a:p>
        </p:txBody>
      </p:sp>
      <p:sp>
        <p:nvSpPr>
          <p:cNvPr id="2261" name="Google Shape;2261;p160"/>
          <p:cNvSpPr/>
          <p:nvPr/>
        </p:nvSpPr>
        <p:spPr>
          <a:xfrm>
            <a:off x="1079125" y="3776168"/>
            <a:ext cx="391200" cy="172500"/>
          </a:xfrm>
          <a:prstGeom prst="rect">
            <a:avLst/>
          </a:prstGeom>
          <a:solidFill>
            <a:schemeClr val="accent4"/>
          </a:solid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BM Plex Sans"/>
              <a:ea typeface="IBM Plex Sans"/>
              <a:cs typeface="IBM Plex Sans"/>
              <a:sym typeface="IBM Plex Sans"/>
            </a:endParaRPr>
          </a:p>
        </p:txBody>
      </p:sp>
      <p:sp>
        <p:nvSpPr>
          <p:cNvPr id="2262" name="Google Shape;2262;p160"/>
          <p:cNvSpPr/>
          <p:nvPr/>
        </p:nvSpPr>
        <p:spPr>
          <a:xfrm>
            <a:off x="1598825" y="3776168"/>
            <a:ext cx="391200" cy="172500"/>
          </a:xfrm>
          <a:prstGeom prst="rect">
            <a:avLst/>
          </a:prstGeom>
          <a:solidFill>
            <a:schemeClr val="accent4"/>
          </a:solid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BM Plex Sans"/>
              <a:ea typeface="IBM Plex Sans"/>
              <a:cs typeface="IBM Plex Sans"/>
              <a:sym typeface="IBM Plex Sans"/>
            </a:endParaRPr>
          </a:p>
        </p:txBody>
      </p:sp>
      <p:sp>
        <p:nvSpPr>
          <p:cNvPr id="2263" name="Google Shape;2263;p160"/>
          <p:cNvSpPr/>
          <p:nvPr/>
        </p:nvSpPr>
        <p:spPr>
          <a:xfrm>
            <a:off x="1079125" y="4097043"/>
            <a:ext cx="391200" cy="172500"/>
          </a:xfrm>
          <a:prstGeom prst="rect">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BM Plex Sans"/>
              <a:ea typeface="IBM Plex Sans"/>
              <a:cs typeface="IBM Plex Sans"/>
              <a:sym typeface="IBM Plex Sans"/>
            </a:endParaRPr>
          </a:p>
        </p:txBody>
      </p:sp>
      <p:sp>
        <p:nvSpPr>
          <p:cNvPr id="2264" name="Google Shape;2264;p160"/>
          <p:cNvSpPr/>
          <p:nvPr/>
        </p:nvSpPr>
        <p:spPr>
          <a:xfrm>
            <a:off x="1598825" y="4097043"/>
            <a:ext cx="391200" cy="172500"/>
          </a:xfrm>
          <a:prstGeom prst="rect">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BM Plex Sans"/>
              <a:ea typeface="IBM Plex Sans"/>
              <a:cs typeface="IBM Plex Sans"/>
              <a:sym typeface="IBM Plex Sans"/>
            </a:endParaRPr>
          </a:p>
        </p:txBody>
      </p:sp>
      <p:sp>
        <p:nvSpPr>
          <p:cNvPr id="2235" name="Google Shape;2235;p160"/>
          <p:cNvSpPr/>
          <p:nvPr/>
        </p:nvSpPr>
        <p:spPr>
          <a:xfrm>
            <a:off x="800275" y="3494105"/>
            <a:ext cx="573300" cy="172500"/>
          </a:xfrm>
          <a:prstGeom prst="rect">
            <a:avLst/>
          </a:prstGeom>
          <a:solidFill>
            <a:srgbClr val="D7D7D7"/>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BM Plex Sans"/>
              <a:ea typeface="IBM Plex Sans"/>
              <a:cs typeface="IBM Plex Sans"/>
              <a:sym typeface="IBM Plex Sans"/>
            </a:endParaRPr>
          </a:p>
        </p:txBody>
      </p:sp>
      <p:sp>
        <p:nvSpPr>
          <p:cNvPr id="2247" name="Google Shape;2247;p160"/>
          <p:cNvSpPr/>
          <p:nvPr/>
        </p:nvSpPr>
        <p:spPr>
          <a:xfrm>
            <a:off x="2574050" y="2624318"/>
            <a:ext cx="391200" cy="172500"/>
          </a:xfrm>
          <a:prstGeom prst="rect">
            <a:avLst/>
          </a:prstGeom>
          <a:solidFill>
            <a:schemeClr val="accent4"/>
          </a:solid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BM Plex Sans"/>
              <a:ea typeface="IBM Plex Sans"/>
              <a:cs typeface="IBM Plex Sans"/>
              <a:sym typeface="IBM Plex Sans"/>
            </a:endParaRPr>
          </a:p>
        </p:txBody>
      </p:sp>
      <p:grpSp>
        <p:nvGrpSpPr>
          <p:cNvPr id="2265" name="Google Shape;2265;p160"/>
          <p:cNvGrpSpPr/>
          <p:nvPr/>
        </p:nvGrpSpPr>
        <p:grpSpPr>
          <a:xfrm>
            <a:off x="4138150" y="2552030"/>
            <a:ext cx="1041300" cy="1396550"/>
            <a:chOff x="4138150" y="2552030"/>
            <a:chExt cx="1041300" cy="1396550"/>
          </a:xfrm>
        </p:grpSpPr>
        <p:sp>
          <p:nvSpPr>
            <p:cNvPr id="2266" name="Google Shape;2266;p160"/>
            <p:cNvSpPr/>
            <p:nvPr/>
          </p:nvSpPr>
          <p:spPr>
            <a:xfrm>
              <a:off x="4138150" y="2662780"/>
              <a:ext cx="1041300" cy="1285800"/>
            </a:xfrm>
            <a:prstGeom prst="rect">
              <a:avLst/>
            </a:prstGeom>
            <a:solidFill>
              <a:srgbClr val="D7D7D7"/>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BM Plex Sans"/>
                <a:ea typeface="IBM Plex Sans"/>
                <a:cs typeface="IBM Plex Sans"/>
                <a:sym typeface="IBM Plex Sans"/>
              </a:endParaRPr>
            </a:p>
          </p:txBody>
        </p:sp>
        <p:sp>
          <p:nvSpPr>
            <p:cNvPr id="2223" name="Google Shape;2223;p160"/>
            <p:cNvSpPr/>
            <p:nvPr/>
          </p:nvSpPr>
          <p:spPr>
            <a:xfrm>
              <a:off x="4138150" y="2552030"/>
              <a:ext cx="573300" cy="172500"/>
            </a:xfrm>
            <a:prstGeom prst="rect">
              <a:avLst/>
            </a:prstGeom>
            <a:solidFill>
              <a:srgbClr val="D7D7D7"/>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BM Plex Sans"/>
                <a:ea typeface="IBM Plex Sans"/>
                <a:cs typeface="IBM Plex Sans"/>
                <a:sym typeface="IBM Plex Sans"/>
              </a:endParaRPr>
            </a:p>
          </p:txBody>
        </p:sp>
      </p:grpSp>
      <p:sp>
        <p:nvSpPr>
          <p:cNvPr id="2245" name="Google Shape;2245;p160"/>
          <p:cNvSpPr/>
          <p:nvPr/>
        </p:nvSpPr>
        <p:spPr>
          <a:xfrm>
            <a:off x="1511175" y="2970555"/>
            <a:ext cx="984600" cy="172500"/>
          </a:xfrm>
          <a:prstGeom prst="rect">
            <a:avLst/>
          </a:prstGeom>
          <a:solidFill>
            <a:schemeClr val="accent4"/>
          </a:solid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BM Plex Sans"/>
              <a:ea typeface="IBM Plex Sans"/>
              <a:cs typeface="IBM Plex Sans"/>
              <a:sym typeface="IBM Plex Sans"/>
            </a:endParaRPr>
          </a:p>
        </p:txBody>
      </p:sp>
      <p:sp>
        <p:nvSpPr>
          <p:cNvPr id="2241" name="Google Shape;2241;p160"/>
          <p:cNvSpPr/>
          <p:nvPr/>
        </p:nvSpPr>
        <p:spPr>
          <a:xfrm>
            <a:off x="2655504" y="3776168"/>
            <a:ext cx="391200" cy="172500"/>
          </a:xfrm>
          <a:prstGeom prst="rect">
            <a:avLst/>
          </a:prstGeom>
          <a:solidFill>
            <a:schemeClr val="accent4"/>
          </a:solid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BM Plex Sans"/>
              <a:ea typeface="IBM Plex Sans"/>
              <a:cs typeface="IBM Plex Sans"/>
              <a:sym typeface="IBM Plex Sans"/>
            </a:endParaRPr>
          </a:p>
        </p:txBody>
      </p:sp>
      <p:sp>
        <p:nvSpPr>
          <p:cNvPr id="2243" name="Google Shape;2243;p160"/>
          <p:cNvSpPr/>
          <p:nvPr/>
        </p:nvSpPr>
        <p:spPr>
          <a:xfrm>
            <a:off x="3216600" y="3776168"/>
            <a:ext cx="391200" cy="172500"/>
          </a:xfrm>
          <a:prstGeom prst="rect">
            <a:avLst/>
          </a:prstGeom>
          <a:solidFill>
            <a:schemeClr val="accent4"/>
          </a:solid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BM Plex Sans"/>
              <a:ea typeface="IBM Plex Sans"/>
              <a:cs typeface="IBM Plex Sans"/>
              <a:sym typeface="IBM Plex Sans"/>
            </a:endParaRPr>
          </a:p>
        </p:txBody>
      </p:sp>
      <p:sp>
        <p:nvSpPr>
          <p:cNvPr id="2233" name="Google Shape;2233;p160"/>
          <p:cNvSpPr/>
          <p:nvPr/>
        </p:nvSpPr>
        <p:spPr>
          <a:xfrm>
            <a:off x="3140400" y="2970555"/>
            <a:ext cx="391200" cy="172500"/>
          </a:xfrm>
          <a:prstGeom prst="rect">
            <a:avLst/>
          </a:prstGeom>
          <a:solidFill>
            <a:schemeClr val="accent4"/>
          </a:solid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BM Plex Sans"/>
              <a:ea typeface="IBM Plex Sans"/>
              <a:cs typeface="IBM Plex Sans"/>
              <a:sym typeface="IBM Plex Sans"/>
            </a:endParaRPr>
          </a:p>
        </p:txBody>
      </p:sp>
      <p:sp>
        <p:nvSpPr>
          <p:cNvPr id="2267" name="Google Shape;2267;p160"/>
          <p:cNvSpPr/>
          <p:nvPr/>
        </p:nvSpPr>
        <p:spPr>
          <a:xfrm>
            <a:off x="4455075" y="2834093"/>
            <a:ext cx="391200" cy="172500"/>
          </a:xfrm>
          <a:prstGeom prst="rect">
            <a:avLst/>
          </a:prstGeom>
          <a:solidFill>
            <a:schemeClr val="accent4"/>
          </a:solid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BM Plex Sans"/>
              <a:ea typeface="IBM Plex Sans"/>
              <a:cs typeface="IBM Plex Sans"/>
              <a:sym typeface="IBM Plex Sans"/>
            </a:endParaRPr>
          </a:p>
        </p:txBody>
      </p:sp>
      <p:sp>
        <p:nvSpPr>
          <p:cNvPr id="2268" name="Google Shape;2268;p160"/>
          <p:cNvSpPr/>
          <p:nvPr/>
        </p:nvSpPr>
        <p:spPr>
          <a:xfrm>
            <a:off x="4455075" y="3154968"/>
            <a:ext cx="391200" cy="172500"/>
          </a:xfrm>
          <a:prstGeom prst="rect">
            <a:avLst/>
          </a:prstGeom>
          <a:solidFill>
            <a:schemeClr val="accent4"/>
          </a:solid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BM Plex Sans"/>
              <a:ea typeface="IBM Plex Sans"/>
              <a:cs typeface="IBM Plex Sans"/>
              <a:sym typeface="IBM Plex Sans"/>
            </a:endParaRPr>
          </a:p>
        </p:txBody>
      </p:sp>
      <p:sp>
        <p:nvSpPr>
          <p:cNvPr id="2269" name="Google Shape;2269;p160"/>
          <p:cNvSpPr/>
          <p:nvPr/>
        </p:nvSpPr>
        <p:spPr>
          <a:xfrm>
            <a:off x="4463188" y="3475843"/>
            <a:ext cx="391200" cy="172500"/>
          </a:xfrm>
          <a:prstGeom prst="rect">
            <a:avLst/>
          </a:prstGeom>
          <a:solidFill>
            <a:schemeClr val="accent4"/>
          </a:solid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BM Plex Sans"/>
              <a:ea typeface="IBM Plex Sans"/>
              <a:cs typeface="IBM Plex Sans"/>
              <a:sym typeface="IBM Plex Sans"/>
            </a:endParaRPr>
          </a:p>
        </p:txBody>
      </p:sp>
      <p:sp>
        <p:nvSpPr>
          <p:cNvPr id="2239" name="Google Shape;2239;p160"/>
          <p:cNvSpPr/>
          <p:nvPr/>
        </p:nvSpPr>
        <p:spPr>
          <a:xfrm>
            <a:off x="5621000" y="3494093"/>
            <a:ext cx="391200" cy="172500"/>
          </a:xfrm>
          <a:prstGeom prst="rect">
            <a:avLst/>
          </a:prstGeom>
          <a:solidFill>
            <a:schemeClr val="accent4"/>
          </a:solid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BM Plex Sans"/>
              <a:ea typeface="IBM Plex Sans"/>
              <a:cs typeface="IBM Plex Sans"/>
              <a:sym typeface="IBM Plex Sans"/>
            </a:endParaRPr>
          </a:p>
        </p:txBody>
      </p:sp>
      <p:sp>
        <p:nvSpPr>
          <p:cNvPr id="2270" name="Google Shape;2270;p160"/>
          <p:cNvSpPr/>
          <p:nvPr/>
        </p:nvSpPr>
        <p:spPr>
          <a:xfrm>
            <a:off x="4463200" y="4273905"/>
            <a:ext cx="900000" cy="172500"/>
          </a:xfrm>
          <a:prstGeom prst="rect">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BM Plex Sans"/>
              <a:ea typeface="IBM Plex Sans"/>
              <a:cs typeface="IBM Plex Sans"/>
              <a:sym typeface="IBM Plex Sans"/>
            </a:endParaRPr>
          </a:p>
        </p:txBody>
      </p:sp>
      <p:sp>
        <p:nvSpPr>
          <p:cNvPr id="2225" name="Google Shape;2225;p160"/>
          <p:cNvSpPr/>
          <p:nvPr/>
        </p:nvSpPr>
        <p:spPr>
          <a:xfrm>
            <a:off x="5697200" y="2624318"/>
            <a:ext cx="391200" cy="172500"/>
          </a:xfrm>
          <a:prstGeom prst="rect">
            <a:avLst/>
          </a:prstGeom>
          <a:solidFill>
            <a:schemeClr val="accent4"/>
          </a:solid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BM Plex Sans"/>
              <a:ea typeface="IBM Plex Sans"/>
              <a:cs typeface="IBM Plex Sans"/>
              <a:sym typeface="IBM Plex Sans"/>
            </a:endParaRPr>
          </a:p>
        </p:txBody>
      </p:sp>
      <p:sp>
        <p:nvSpPr>
          <p:cNvPr id="2229" name="Google Shape;2229;p160"/>
          <p:cNvSpPr/>
          <p:nvPr/>
        </p:nvSpPr>
        <p:spPr>
          <a:xfrm>
            <a:off x="6760075" y="2624318"/>
            <a:ext cx="391200" cy="172500"/>
          </a:xfrm>
          <a:prstGeom prst="rect">
            <a:avLst/>
          </a:prstGeom>
          <a:solidFill>
            <a:schemeClr val="accent4"/>
          </a:solid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BM Plex Sans"/>
              <a:ea typeface="IBM Plex Sans"/>
              <a:cs typeface="IBM Plex Sans"/>
              <a:sym typeface="IBM Plex Sans"/>
            </a:endParaRPr>
          </a:p>
        </p:txBody>
      </p:sp>
      <p:sp>
        <p:nvSpPr>
          <p:cNvPr id="2227" name="Google Shape;2227;p160"/>
          <p:cNvSpPr/>
          <p:nvPr/>
        </p:nvSpPr>
        <p:spPr>
          <a:xfrm>
            <a:off x="5697200" y="2970555"/>
            <a:ext cx="984600" cy="172500"/>
          </a:xfrm>
          <a:prstGeom prst="rect">
            <a:avLst/>
          </a:prstGeom>
          <a:solidFill>
            <a:schemeClr val="accent4"/>
          </a:solid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BM Plex Sans"/>
              <a:ea typeface="IBM Plex Sans"/>
              <a:cs typeface="IBM Plex Sans"/>
              <a:sym typeface="IBM Plex Sans"/>
            </a:endParaRPr>
          </a:p>
        </p:txBody>
      </p:sp>
      <p:sp>
        <p:nvSpPr>
          <p:cNvPr id="2271" name="Google Shape;2271;p160"/>
          <p:cNvSpPr/>
          <p:nvPr/>
        </p:nvSpPr>
        <p:spPr>
          <a:xfrm>
            <a:off x="7326425" y="2970550"/>
            <a:ext cx="766200" cy="172500"/>
          </a:xfrm>
          <a:prstGeom prst="rect">
            <a:avLst/>
          </a:prstGeom>
          <a:solidFill>
            <a:schemeClr val="accent4"/>
          </a:solid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BM Plex Sans"/>
              <a:ea typeface="IBM Plex Sans"/>
              <a:cs typeface="IBM Plex Sans"/>
              <a:sym typeface="IBM Plex Sans"/>
            </a:endParaRPr>
          </a:p>
        </p:txBody>
      </p:sp>
      <p:sp>
        <p:nvSpPr>
          <p:cNvPr id="2272" name="Google Shape;2272;p160"/>
          <p:cNvSpPr/>
          <p:nvPr/>
        </p:nvSpPr>
        <p:spPr>
          <a:xfrm>
            <a:off x="6794950" y="3604855"/>
            <a:ext cx="1468500" cy="830100"/>
          </a:xfrm>
          <a:prstGeom prst="rect">
            <a:avLst/>
          </a:prstGeom>
          <a:solidFill>
            <a:srgbClr val="D7D7D7"/>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BM Plex Sans"/>
              <a:ea typeface="IBM Plex Sans"/>
              <a:cs typeface="IBM Plex Sans"/>
              <a:sym typeface="IBM Plex Sans"/>
            </a:endParaRPr>
          </a:p>
        </p:txBody>
      </p:sp>
      <p:sp>
        <p:nvSpPr>
          <p:cNvPr id="2273" name="Google Shape;2273;p160"/>
          <p:cNvSpPr/>
          <p:nvPr/>
        </p:nvSpPr>
        <p:spPr>
          <a:xfrm>
            <a:off x="7593450" y="3776168"/>
            <a:ext cx="391200" cy="172500"/>
          </a:xfrm>
          <a:prstGeom prst="rect">
            <a:avLst/>
          </a:prstGeom>
          <a:solidFill>
            <a:schemeClr val="accent4"/>
          </a:solid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BM Plex Sans"/>
              <a:ea typeface="IBM Plex Sans"/>
              <a:cs typeface="IBM Plex Sans"/>
              <a:sym typeface="IBM Plex Sans"/>
            </a:endParaRPr>
          </a:p>
        </p:txBody>
      </p:sp>
      <p:sp>
        <p:nvSpPr>
          <p:cNvPr id="2274" name="Google Shape;2274;p160"/>
          <p:cNvSpPr/>
          <p:nvPr/>
        </p:nvSpPr>
        <p:spPr>
          <a:xfrm>
            <a:off x="7073750" y="4097043"/>
            <a:ext cx="391200" cy="172500"/>
          </a:xfrm>
          <a:prstGeom prst="rect">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BM Plex Sans"/>
              <a:ea typeface="IBM Plex Sans"/>
              <a:cs typeface="IBM Plex Sans"/>
              <a:sym typeface="IBM Plex Sans"/>
            </a:endParaRPr>
          </a:p>
        </p:txBody>
      </p:sp>
      <p:sp>
        <p:nvSpPr>
          <p:cNvPr id="2275" name="Google Shape;2275;p160"/>
          <p:cNvSpPr/>
          <p:nvPr/>
        </p:nvSpPr>
        <p:spPr>
          <a:xfrm>
            <a:off x="7593450" y="4097043"/>
            <a:ext cx="391200" cy="172500"/>
          </a:xfrm>
          <a:prstGeom prst="rect">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BM Plex Sans"/>
              <a:ea typeface="IBM Plex Sans"/>
              <a:cs typeface="IBM Plex Sans"/>
              <a:sym typeface="IBM Plex Sans"/>
            </a:endParaRPr>
          </a:p>
        </p:txBody>
      </p:sp>
      <p:sp>
        <p:nvSpPr>
          <p:cNvPr id="2237" name="Google Shape;2237;p160"/>
          <p:cNvSpPr/>
          <p:nvPr/>
        </p:nvSpPr>
        <p:spPr>
          <a:xfrm>
            <a:off x="6794950" y="3494105"/>
            <a:ext cx="573300" cy="172500"/>
          </a:xfrm>
          <a:prstGeom prst="rect">
            <a:avLst/>
          </a:prstGeom>
          <a:solidFill>
            <a:srgbClr val="D7D7D7"/>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BM Plex Sans"/>
              <a:ea typeface="IBM Plex Sans"/>
              <a:cs typeface="IBM Plex Sans"/>
              <a:sym typeface="IBM Plex Sans"/>
            </a:endParaRPr>
          </a:p>
        </p:txBody>
      </p:sp>
      <p:sp>
        <p:nvSpPr>
          <p:cNvPr id="2276" name="Google Shape;2276;p160"/>
          <p:cNvSpPr/>
          <p:nvPr/>
        </p:nvSpPr>
        <p:spPr>
          <a:xfrm>
            <a:off x="3830150" y="4273893"/>
            <a:ext cx="391200" cy="172500"/>
          </a:xfrm>
          <a:prstGeom prst="rect">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BM Plex Sans"/>
              <a:ea typeface="IBM Plex Sans"/>
              <a:cs typeface="IBM Plex Sans"/>
              <a:sym typeface="IBM Plex Sans"/>
            </a:endParaRPr>
          </a:p>
        </p:txBody>
      </p:sp>
      <p:sp>
        <p:nvSpPr>
          <p:cNvPr id="2251" name="Google Shape;2251;p160"/>
          <p:cNvSpPr/>
          <p:nvPr/>
        </p:nvSpPr>
        <p:spPr>
          <a:xfrm>
            <a:off x="1009938" y="2970543"/>
            <a:ext cx="354300" cy="172500"/>
          </a:xfrm>
          <a:prstGeom prst="rect">
            <a:avLst/>
          </a:prstGeom>
          <a:solidFill>
            <a:schemeClr val="accent4"/>
          </a:solid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BM Plex Sans"/>
              <a:ea typeface="IBM Plex Sans"/>
              <a:cs typeface="IBM Plex Sans"/>
              <a:sym typeface="IBM Plex Sans"/>
            </a:endParaRPr>
          </a:p>
        </p:txBody>
      </p:sp>
      <p:cxnSp>
        <p:nvCxnSpPr>
          <p:cNvPr id="2277" name="Google Shape;2277;p160"/>
          <p:cNvCxnSpPr>
            <a:endCxn id="2263" idx="0"/>
          </p:cNvCxnSpPr>
          <p:nvPr/>
        </p:nvCxnSpPr>
        <p:spPr>
          <a:xfrm rot="-5400000" flipH="1">
            <a:off x="1200175" y="4022493"/>
            <a:ext cx="148500" cy="600"/>
          </a:xfrm>
          <a:prstGeom prst="bentConnector3">
            <a:avLst>
              <a:gd name="adj1" fmla="val 50000"/>
            </a:avLst>
          </a:prstGeom>
          <a:noFill/>
          <a:ln w="9525" cap="flat" cmpd="sng">
            <a:solidFill>
              <a:schemeClr val="dk2"/>
            </a:solidFill>
            <a:prstDash val="solid"/>
            <a:round/>
            <a:headEnd type="none" w="med" len="med"/>
            <a:tailEnd type="none" w="med" len="med"/>
          </a:ln>
        </p:spPr>
      </p:cxnSp>
      <p:cxnSp>
        <p:nvCxnSpPr>
          <p:cNvPr id="2278" name="Google Shape;2278;p160"/>
          <p:cNvCxnSpPr>
            <a:stCxn id="2276" idx="3"/>
            <a:endCxn id="2270" idx="1"/>
          </p:cNvCxnSpPr>
          <p:nvPr/>
        </p:nvCxnSpPr>
        <p:spPr>
          <a:xfrm>
            <a:off x="4221350" y="4360143"/>
            <a:ext cx="241800" cy="600"/>
          </a:xfrm>
          <a:prstGeom prst="bentConnector3">
            <a:avLst>
              <a:gd name="adj1" fmla="val 50010"/>
            </a:avLst>
          </a:prstGeom>
          <a:noFill/>
          <a:ln w="9525" cap="flat" cmpd="sng">
            <a:solidFill>
              <a:schemeClr val="dk2"/>
            </a:solidFill>
            <a:prstDash val="solid"/>
            <a:round/>
            <a:headEnd type="none" w="med" len="med"/>
            <a:tailEnd type="none" w="med" len="med"/>
          </a:ln>
        </p:spPr>
      </p:cxnSp>
      <p:sp>
        <p:nvSpPr>
          <p:cNvPr id="2231" name="Google Shape;2231;p160"/>
          <p:cNvSpPr/>
          <p:nvPr/>
        </p:nvSpPr>
        <p:spPr>
          <a:xfrm>
            <a:off x="7326425" y="2624118"/>
            <a:ext cx="391200" cy="172500"/>
          </a:xfrm>
          <a:prstGeom prst="rect">
            <a:avLst/>
          </a:prstGeom>
          <a:solidFill>
            <a:schemeClr val="accent4"/>
          </a:solid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BM Plex Sans"/>
              <a:ea typeface="IBM Plex Sans"/>
              <a:cs typeface="IBM Plex Sans"/>
              <a:sym typeface="IBM Plex Sans"/>
            </a:endParaRPr>
          </a:p>
        </p:txBody>
      </p:sp>
      <p:cxnSp>
        <p:nvCxnSpPr>
          <p:cNvPr id="2279" name="Google Shape;2279;p160"/>
          <p:cNvCxnSpPr>
            <a:stCxn id="2273" idx="2"/>
            <a:endCxn id="2275" idx="0"/>
          </p:cNvCxnSpPr>
          <p:nvPr/>
        </p:nvCxnSpPr>
        <p:spPr>
          <a:xfrm rot="-5400000" flipH="1">
            <a:off x="7715100" y="4022618"/>
            <a:ext cx="148500" cy="600"/>
          </a:xfrm>
          <a:prstGeom prst="bentConnector3">
            <a:avLst>
              <a:gd name="adj1" fmla="val 49958"/>
            </a:avLst>
          </a:prstGeom>
          <a:noFill/>
          <a:ln w="9525" cap="flat" cmpd="sng">
            <a:solidFill>
              <a:schemeClr val="dk2"/>
            </a:solidFill>
            <a:prstDash val="solid"/>
            <a:round/>
            <a:headEnd type="none" w="med" len="med"/>
            <a:tailEnd type="none" w="med" len="med"/>
          </a:ln>
        </p:spPr>
      </p:cxnSp>
      <p:cxnSp>
        <p:nvCxnSpPr>
          <p:cNvPr id="2280" name="Google Shape;2280;p160"/>
          <p:cNvCxnSpPr>
            <a:stCxn id="2243" idx="2"/>
            <a:endCxn id="2276" idx="1"/>
          </p:cNvCxnSpPr>
          <p:nvPr/>
        </p:nvCxnSpPr>
        <p:spPr>
          <a:xfrm rot="-5400000" flipH="1">
            <a:off x="3415350" y="3945518"/>
            <a:ext cx="411600" cy="417900"/>
          </a:xfrm>
          <a:prstGeom prst="bentConnector2">
            <a:avLst/>
          </a:prstGeom>
          <a:noFill/>
          <a:ln w="9525" cap="flat" cmpd="sng">
            <a:solidFill>
              <a:schemeClr val="dk2"/>
            </a:solidFill>
            <a:prstDash val="solid"/>
            <a:round/>
            <a:headEnd type="none" w="med" len="med"/>
            <a:tailEnd type="none" w="med" len="med"/>
          </a:ln>
        </p:spPr>
      </p:cxnSp>
      <p:sp>
        <p:nvSpPr>
          <p:cNvPr id="2281" name="Google Shape;2281;p160"/>
          <p:cNvSpPr/>
          <p:nvPr/>
        </p:nvSpPr>
        <p:spPr>
          <a:xfrm>
            <a:off x="7073750" y="3776168"/>
            <a:ext cx="391200" cy="172500"/>
          </a:xfrm>
          <a:prstGeom prst="rect">
            <a:avLst/>
          </a:prstGeom>
          <a:solidFill>
            <a:schemeClr val="accent4"/>
          </a:solid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BM Plex Sans"/>
              <a:ea typeface="IBM Plex Sans"/>
              <a:cs typeface="IBM Plex Sans"/>
              <a:sym typeface="IBM Plex Sans"/>
            </a:endParaRPr>
          </a:p>
        </p:txBody>
      </p:sp>
      <p:sp>
        <p:nvSpPr>
          <p:cNvPr id="2282" name="Google Shape;2282;p160"/>
          <p:cNvSpPr txBox="1">
            <a:spLocks noGrp="1"/>
          </p:cNvSpPr>
          <p:nvPr>
            <p:ph type="title"/>
          </p:nvPr>
        </p:nvSpPr>
        <p:spPr>
          <a:xfrm>
            <a:off x="457200" y="182250"/>
            <a:ext cx="8229600" cy="7785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n" sz="2800"/>
              <a:t>Buy, build, and blend what works for you</a:t>
            </a:r>
            <a:endParaRPr sz="2800"/>
          </a:p>
        </p:txBody>
      </p:sp>
      <p:cxnSp>
        <p:nvCxnSpPr>
          <p:cNvPr id="2283" name="Google Shape;2283;p160"/>
          <p:cNvCxnSpPr/>
          <p:nvPr/>
        </p:nvCxnSpPr>
        <p:spPr>
          <a:xfrm>
            <a:off x="4051365" y="4755755"/>
            <a:ext cx="1828500" cy="0"/>
          </a:xfrm>
          <a:prstGeom prst="straightConnector1">
            <a:avLst/>
          </a:prstGeom>
          <a:noFill/>
          <a:ln w="19050" cap="flat" cmpd="sng">
            <a:solidFill>
              <a:schemeClr val="accent2"/>
            </a:solidFill>
            <a:prstDash val="solid"/>
            <a:round/>
            <a:headEnd type="triangle" w="med" len="med"/>
            <a:tailEnd type="triangle" w="med" len="med"/>
          </a:ln>
        </p:spPr>
      </p:cxnSp>
      <p:sp>
        <p:nvSpPr>
          <p:cNvPr id="2284" name="Google Shape;2284;p160"/>
          <p:cNvSpPr txBox="1"/>
          <p:nvPr/>
        </p:nvSpPr>
        <p:spPr>
          <a:xfrm>
            <a:off x="2948077" y="4666813"/>
            <a:ext cx="1103400" cy="186900"/>
          </a:xfrm>
          <a:prstGeom prst="rect">
            <a:avLst/>
          </a:prstGeom>
          <a:noFill/>
          <a:ln>
            <a:noFill/>
          </a:ln>
        </p:spPr>
        <p:txBody>
          <a:bodyPr spcFirstLastPara="1" wrap="square" lIns="68550" tIns="34250" rIns="68550" bIns="34250" anchor="t" anchorCtr="0">
            <a:spAutoFit/>
          </a:bodyPr>
          <a:lstStyle/>
          <a:p>
            <a:pPr marL="0" marR="0" lvl="0" indent="0" algn="r" rtl="0">
              <a:lnSpc>
                <a:spcPct val="85000"/>
              </a:lnSpc>
              <a:spcBef>
                <a:spcPts val="0"/>
              </a:spcBef>
              <a:spcAft>
                <a:spcPts val="0"/>
              </a:spcAft>
              <a:buClr>
                <a:srgbClr val="000000"/>
              </a:buClr>
              <a:buSzPts val="1500"/>
              <a:buFont typeface="IBM Plex Sans Medium"/>
              <a:buNone/>
            </a:pPr>
            <a:r>
              <a:rPr lang="en" sz="900" b="1" i="0" u="none" strike="noStrike" cap="none">
                <a:solidFill>
                  <a:srgbClr val="000000"/>
                </a:solidFill>
                <a:latin typeface="IBM Plex Sans"/>
                <a:ea typeface="IBM Plex Sans"/>
                <a:cs typeface="IBM Plex Sans"/>
                <a:sym typeface="IBM Plex Sans"/>
              </a:rPr>
              <a:t>Business Strategy</a:t>
            </a:r>
            <a:endParaRPr sz="900" b="1" i="0" u="none" strike="noStrike" cap="none">
              <a:solidFill>
                <a:srgbClr val="000000"/>
              </a:solidFill>
            </a:endParaRPr>
          </a:p>
        </p:txBody>
      </p:sp>
      <p:sp>
        <p:nvSpPr>
          <p:cNvPr id="2285" name="Google Shape;2285;p160"/>
          <p:cNvSpPr txBox="1"/>
          <p:nvPr/>
        </p:nvSpPr>
        <p:spPr>
          <a:xfrm>
            <a:off x="5906220" y="4666825"/>
            <a:ext cx="1494600" cy="186900"/>
          </a:xfrm>
          <a:prstGeom prst="rect">
            <a:avLst/>
          </a:prstGeom>
          <a:noFill/>
          <a:ln>
            <a:noFill/>
          </a:ln>
        </p:spPr>
        <p:txBody>
          <a:bodyPr spcFirstLastPara="1" wrap="square" lIns="68550" tIns="34250" rIns="68550" bIns="34250" anchor="t" anchorCtr="0">
            <a:spAutoFit/>
          </a:bodyPr>
          <a:lstStyle/>
          <a:p>
            <a:pPr marL="0" marR="0" lvl="0" indent="0" algn="l" rtl="0">
              <a:lnSpc>
                <a:spcPct val="85000"/>
              </a:lnSpc>
              <a:spcBef>
                <a:spcPts val="0"/>
              </a:spcBef>
              <a:spcAft>
                <a:spcPts val="0"/>
              </a:spcAft>
              <a:buClr>
                <a:srgbClr val="000000"/>
              </a:buClr>
              <a:buSzPts val="1500"/>
              <a:buFont typeface="IBM Plex Sans Medium"/>
              <a:buNone/>
            </a:pPr>
            <a:r>
              <a:rPr lang="en" sz="900" b="1">
                <a:latin typeface="IBM Plex Sans"/>
                <a:ea typeface="IBM Plex Sans"/>
                <a:cs typeface="IBM Plex Sans"/>
                <a:sym typeface="IBM Plex Sans"/>
              </a:rPr>
              <a:t>Technical Execution</a:t>
            </a:r>
            <a:endParaRPr sz="900" b="1" i="0" u="none" strike="noStrike" cap="none">
              <a:solidFill>
                <a:srgbClr val="000000"/>
              </a:solidFill>
            </a:endParaRPr>
          </a:p>
        </p:txBody>
      </p:sp>
      <p:sp>
        <p:nvSpPr>
          <p:cNvPr id="2286" name="Google Shape;2286;p160"/>
          <p:cNvSpPr/>
          <p:nvPr/>
        </p:nvSpPr>
        <p:spPr>
          <a:xfrm>
            <a:off x="147750" y="1063250"/>
            <a:ext cx="647700" cy="2828400"/>
          </a:xfrm>
          <a:prstGeom prst="roundRect">
            <a:avLst>
              <a:gd name="adj" fmla="val 23348"/>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BM Plex Sans"/>
              <a:ea typeface="IBM Plex Sans"/>
              <a:cs typeface="IBM Plex Sans"/>
              <a:sym typeface="IBM Plex Sans"/>
            </a:endParaRPr>
          </a:p>
        </p:txBody>
      </p:sp>
      <p:sp>
        <p:nvSpPr>
          <p:cNvPr id="2287" name="Google Shape;2287;p160"/>
          <p:cNvSpPr/>
          <p:nvPr/>
        </p:nvSpPr>
        <p:spPr>
          <a:xfrm>
            <a:off x="336297" y="2586525"/>
            <a:ext cx="257700" cy="257700"/>
          </a:xfrm>
          <a:prstGeom prst="roundRect">
            <a:avLst>
              <a:gd name="adj" fmla="val 16667"/>
            </a:avLst>
          </a:prstGeom>
          <a:solidFill>
            <a:srgbClr val="FFC800"/>
          </a:solidFill>
          <a:ln w="9525"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BM Plex Sans"/>
              <a:ea typeface="IBM Plex Sans"/>
              <a:cs typeface="IBM Plex Sans"/>
              <a:sym typeface="IBM Plex Sans"/>
            </a:endParaRPr>
          </a:p>
        </p:txBody>
      </p:sp>
      <p:sp>
        <p:nvSpPr>
          <p:cNvPr id="2288" name="Google Shape;2288;p160"/>
          <p:cNvSpPr/>
          <p:nvPr/>
        </p:nvSpPr>
        <p:spPr>
          <a:xfrm>
            <a:off x="336297" y="2923925"/>
            <a:ext cx="257700" cy="257700"/>
          </a:xfrm>
          <a:prstGeom prst="roundRect">
            <a:avLst>
              <a:gd name="adj" fmla="val 16667"/>
            </a:avLst>
          </a:prstGeom>
          <a:solidFill>
            <a:srgbClr val="FFC800"/>
          </a:solidFill>
          <a:ln w="9525"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BM Plex Sans"/>
              <a:ea typeface="IBM Plex Sans"/>
              <a:cs typeface="IBM Plex Sans"/>
              <a:sym typeface="IBM Plex Sans"/>
            </a:endParaRPr>
          </a:p>
        </p:txBody>
      </p:sp>
      <p:sp>
        <p:nvSpPr>
          <p:cNvPr id="2289" name="Google Shape;2289;p160"/>
          <p:cNvSpPr/>
          <p:nvPr/>
        </p:nvSpPr>
        <p:spPr>
          <a:xfrm>
            <a:off x="336297" y="3261325"/>
            <a:ext cx="257700" cy="257700"/>
          </a:xfrm>
          <a:prstGeom prst="roundRect">
            <a:avLst>
              <a:gd name="adj" fmla="val 16667"/>
            </a:avLst>
          </a:prstGeom>
          <a:solidFill>
            <a:srgbClr val="FFC800"/>
          </a:solidFill>
          <a:ln w="9525"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BM Plex Sans"/>
              <a:ea typeface="IBM Plex Sans"/>
              <a:cs typeface="IBM Plex Sans"/>
              <a:sym typeface="IBM Plex Sans"/>
            </a:endParaRPr>
          </a:p>
        </p:txBody>
      </p:sp>
      <p:sp>
        <p:nvSpPr>
          <p:cNvPr id="2290" name="Google Shape;2290;p160"/>
          <p:cNvSpPr txBox="1"/>
          <p:nvPr/>
        </p:nvSpPr>
        <p:spPr>
          <a:xfrm>
            <a:off x="113397" y="3647235"/>
            <a:ext cx="703500" cy="186900"/>
          </a:xfrm>
          <a:prstGeom prst="rect">
            <a:avLst/>
          </a:prstGeom>
          <a:noFill/>
          <a:ln>
            <a:noFill/>
          </a:ln>
        </p:spPr>
        <p:txBody>
          <a:bodyPr spcFirstLastPara="1" wrap="square" lIns="68550" tIns="34250" rIns="68550" bIns="34250" anchor="t" anchorCtr="0">
            <a:spAutoFit/>
          </a:bodyPr>
          <a:lstStyle/>
          <a:p>
            <a:pPr marL="0" marR="0" lvl="0" indent="0" algn="ctr" rtl="0">
              <a:lnSpc>
                <a:spcPct val="85000"/>
              </a:lnSpc>
              <a:spcBef>
                <a:spcPts val="0"/>
              </a:spcBef>
              <a:spcAft>
                <a:spcPts val="0"/>
              </a:spcAft>
              <a:buClr>
                <a:srgbClr val="000000"/>
              </a:buClr>
              <a:buSzPts val="1500"/>
              <a:buFont typeface="IBM Plex Sans Medium"/>
              <a:buNone/>
            </a:pPr>
            <a:r>
              <a:rPr lang="en" sz="900" b="1" i="0" u="none" strike="noStrike" cap="none">
                <a:solidFill>
                  <a:srgbClr val="000000"/>
                </a:solidFill>
                <a:latin typeface="IBM Plex Sans"/>
                <a:ea typeface="IBM Plex Sans"/>
                <a:cs typeface="IBM Plex Sans"/>
                <a:sym typeface="IBM Plex Sans"/>
              </a:rPr>
              <a:t>Value</a:t>
            </a:r>
            <a:endParaRPr sz="500" b="1" i="0" u="none" strike="noStrike" cap="none">
              <a:solidFill>
                <a:srgbClr val="000000"/>
              </a:solidFill>
            </a:endParaRPr>
          </a:p>
        </p:txBody>
      </p:sp>
      <p:sp>
        <p:nvSpPr>
          <p:cNvPr id="2291" name="Google Shape;2291;p160"/>
          <p:cNvSpPr/>
          <p:nvPr/>
        </p:nvSpPr>
        <p:spPr>
          <a:xfrm>
            <a:off x="21100" y="4058250"/>
            <a:ext cx="9099600" cy="5904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BM Plex Sans"/>
              <a:ea typeface="IBM Plex Sans"/>
              <a:cs typeface="IBM Plex Sans"/>
              <a:sym typeface="IBM Plex Sans"/>
            </a:endParaRPr>
          </a:p>
        </p:txBody>
      </p:sp>
      <p:grpSp>
        <p:nvGrpSpPr>
          <p:cNvPr id="2292" name="Google Shape;2292;p160"/>
          <p:cNvGrpSpPr/>
          <p:nvPr/>
        </p:nvGrpSpPr>
        <p:grpSpPr>
          <a:xfrm>
            <a:off x="223950" y="1236925"/>
            <a:ext cx="370047" cy="1269900"/>
            <a:chOff x="223950" y="1846525"/>
            <a:chExt cx="370047" cy="1269900"/>
          </a:xfrm>
        </p:grpSpPr>
        <p:sp>
          <p:nvSpPr>
            <p:cNvPr id="2293" name="Google Shape;2293;p160"/>
            <p:cNvSpPr/>
            <p:nvPr/>
          </p:nvSpPr>
          <p:spPr>
            <a:xfrm>
              <a:off x="336297" y="2183925"/>
              <a:ext cx="257700" cy="257700"/>
            </a:xfrm>
            <a:prstGeom prst="roundRect">
              <a:avLst>
                <a:gd name="adj" fmla="val 16667"/>
              </a:avLst>
            </a:prstGeom>
            <a:solidFill>
              <a:schemeClr val="accent2"/>
            </a:solidFill>
            <a:ln w="9525"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BM Plex Sans"/>
                <a:ea typeface="IBM Plex Sans"/>
                <a:cs typeface="IBM Plex Sans"/>
                <a:sym typeface="IBM Plex Sans"/>
              </a:endParaRPr>
            </a:p>
          </p:txBody>
        </p:sp>
        <p:sp>
          <p:nvSpPr>
            <p:cNvPr id="2294" name="Google Shape;2294;p160"/>
            <p:cNvSpPr/>
            <p:nvPr/>
          </p:nvSpPr>
          <p:spPr>
            <a:xfrm>
              <a:off x="336297" y="2521325"/>
              <a:ext cx="257700" cy="257700"/>
            </a:xfrm>
            <a:prstGeom prst="roundRect">
              <a:avLst>
                <a:gd name="adj" fmla="val 16667"/>
              </a:avLst>
            </a:prstGeom>
            <a:solidFill>
              <a:schemeClr val="accent2"/>
            </a:solidFill>
            <a:ln w="9525"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BM Plex Sans"/>
                <a:ea typeface="IBM Plex Sans"/>
                <a:cs typeface="IBM Plex Sans"/>
                <a:sym typeface="IBM Plex Sans"/>
              </a:endParaRPr>
            </a:p>
          </p:txBody>
        </p:sp>
        <p:sp>
          <p:nvSpPr>
            <p:cNvPr id="2295" name="Google Shape;2295;p160"/>
            <p:cNvSpPr/>
            <p:nvPr/>
          </p:nvSpPr>
          <p:spPr>
            <a:xfrm>
              <a:off x="336297" y="2858725"/>
              <a:ext cx="257700" cy="257700"/>
            </a:xfrm>
            <a:prstGeom prst="roundRect">
              <a:avLst>
                <a:gd name="adj" fmla="val 16667"/>
              </a:avLst>
            </a:prstGeom>
            <a:solidFill>
              <a:schemeClr val="accent2"/>
            </a:solidFill>
            <a:ln w="9525"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BM Plex Sans"/>
                <a:ea typeface="IBM Plex Sans"/>
                <a:cs typeface="IBM Plex Sans"/>
                <a:sym typeface="IBM Plex Sans"/>
              </a:endParaRPr>
            </a:p>
          </p:txBody>
        </p:sp>
        <p:sp>
          <p:nvSpPr>
            <p:cNvPr id="2296" name="Google Shape;2296;p160"/>
            <p:cNvSpPr/>
            <p:nvPr/>
          </p:nvSpPr>
          <p:spPr>
            <a:xfrm>
              <a:off x="336297" y="1846525"/>
              <a:ext cx="257700" cy="257700"/>
            </a:xfrm>
            <a:prstGeom prst="roundRect">
              <a:avLst>
                <a:gd name="adj" fmla="val 16667"/>
              </a:avLst>
            </a:prstGeom>
            <a:solidFill>
              <a:schemeClr val="accent2"/>
            </a:solidFill>
            <a:ln w="9525"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BM Plex Sans"/>
                <a:ea typeface="IBM Plex Sans"/>
                <a:cs typeface="IBM Plex Sans"/>
                <a:sym typeface="IBM Plex Sans"/>
              </a:endParaRPr>
            </a:p>
          </p:txBody>
        </p:sp>
        <p:cxnSp>
          <p:nvCxnSpPr>
            <p:cNvPr id="2297" name="Google Shape;2297;p160"/>
            <p:cNvCxnSpPr/>
            <p:nvPr/>
          </p:nvCxnSpPr>
          <p:spPr>
            <a:xfrm rot="10800000">
              <a:off x="223950" y="1864927"/>
              <a:ext cx="0" cy="1236300"/>
            </a:xfrm>
            <a:prstGeom prst="straightConnector1">
              <a:avLst/>
            </a:prstGeom>
            <a:noFill/>
            <a:ln w="19050" cap="flat" cmpd="sng">
              <a:solidFill>
                <a:schemeClr val="accent2"/>
              </a:solidFill>
              <a:prstDash val="solid"/>
              <a:round/>
              <a:headEnd type="none" w="med" len="med"/>
              <a:tailEnd type="triangle" w="med" len="med"/>
            </a:ln>
          </p:spPr>
        </p:cxnSp>
      </p:grpSp>
      <p:grpSp>
        <p:nvGrpSpPr>
          <p:cNvPr id="2298" name="Google Shape;2298;p160"/>
          <p:cNvGrpSpPr/>
          <p:nvPr/>
        </p:nvGrpSpPr>
        <p:grpSpPr>
          <a:xfrm>
            <a:off x="1121000" y="4105081"/>
            <a:ext cx="2631349" cy="501600"/>
            <a:chOff x="1349600" y="3887500"/>
            <a:chExt cx="2631349" cy="501600"/>
          </a:xfrm>
        </p:grpSpPr>
        <p:sp>
          <p:nvSpPr>
            <p:cNvPr id="2299" name="Google Shape;2299;p160"/>
            <p:cNvSpPr txBox="1"/>
            <p:nvPr/>
          </p:nvSpPr>
          <p:spPr>
            <a:xfrm>
              <a:off x="1863549" y="4005550"/>
              <a:ext cx="2117400" cy="265500"/>
            </a:xfrm>
            <a:prstGeom prst="rect">
              <a:avLst/>
            </a:prstGeom>
            <a:noFill/>
            <a:ln>
              <a:noFill/>
            </a:ln>
          </p:spPr>
          <p:txBody>
            <a:bodyPr spcFirstLastPara="1" wrap="square" lIns="68550" tIns="34250" rIns="68550" bIns="34250" anchor="t" anchorCtr="0">
              <a:spAutoFit/>
            </a:bodyPr>
            <a:lstStyle/>
            <a:p>
              <a:pPr marL="0" marR="0" lvl="0" indent="0" algn="l" rtl="0">
                <a:lnSpc>
                  <a:spcPct val="85000"/>
                </a:lnSpc>
                <a:spcBef>
                  <a:spcPts val="0"/>
                </a:spcBef>
                <a:spcAft>
                  <a:spcPts val="0"/>
                </a:spcAft>
                <a:buClr>
                  <a:srgbClr val="000000"/>
                </a:buClr>
                <a:buSzPts val="1500"/>
                <a:buFont typeface="IBM Plex Sans Medium"/>
                <a:buNone/>
              </a:pPr>
              <a:r>
                <a:rPr lang="en" sz="1500" b="1">
                  <a:solidFill>
                    <a:schemeClr val="accent2"/>
                  </a:solidFill>
                  <a:latin typeface="IBM Plex Sans"/>
                  <a:ea typeface="IBM Plex Sans"/>
                  <a:cs typeface="IBM Plex Sans"/>
                  <a:sym typeface="IBM Plex Sans"/>
                </a:rPr>
                <a:t>Visibility</a:t>
              </a:r>
              <a:endParaRPr sz="1500">
                <a:solidFill>
                  <a:schemeClr val="accent2"/>
                </a:solidFill>
                <a:latin typeface="IBM Plex Sans Medium"/>
                <a:ea typeface="IBM Plex Sans Medium"/>
                <a:cs typeface="IBM Plex Sans Medium"/>
                <a:sym typeface="IBM Plex Sans Medium"/>
              </a:endParaRPr>
            </a:p>
          </p:txBody>
        </p:sp>
        <p:sp>
          <p:nvSpPr>
            <p:cNvPr id="2300" name="Google Shape;2300;p160"/>
            <p:cNvSpPr/>
            <p:nvPr/>
          </p:nvSpPr>
          <p:spPr>
            <a:xfrm>
              <a:off x="1349600" y="3887500"/>
              <a:ext cx="501600" cy="5016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000">
                  <a:solidFill>
                    <a:schemeClr val="lt1"/>
                  </a:solidFill>
                  <a:latin typeface="IBM Plex Mono Light"/>
                  <a:ea typeface="IBM Plex Mono Light"/>
                  <a:cs typeface="IBM Plex Mono Light"/>
                  <a:sym typeface="IBM Plex Mono Light"/>
                </a:rPr>
                <a:t>1</a:t>
              </a:r>
              <a:endParaRPr sz="2000">
                <a:solidFill>
                  <a:schemeClr val="lt1"/>
                </a:solidFill>
                <a:latin typeface="IBM Plex Mono Light"/>
                <a:ea typeface="IBM Plex Mono Light"/>
                <a:cs typeface="IBM Plex Mono Light"/>
                <a:sym typeface="IBM Plex Mono Light"/>
              </a:endParaRPr>
            </a:p>
          </p:txBody>
        </p:sp>
      </p:grpSp>
      <p:grpSp>
        <p:nvGrpSpPr>
          <p:cNvPr id="2301" name="Google Shape;2301;p160"/>
          <p:cNvGrpSpPr/>
          <p:nvPr/>
        </p:nvGrpSpPr>
        <p:grpSpPr>
          <a:xfrm>
            <a:off x="3559400" y="4105081"/>
            <a:ext cx="2626281" cy="501600"/>
            <a:chOff x="3788000" y="3887500"/>
            <a:chExt cx="2626281" cy="501600"/>
          </a:xfrm>
        </p:grpSpPr>
        <p:sp>
          <p:nvSpPr>
            <p:cNvPr id="2302" name="Google Shape;2302;p160"/>
            <p:cNvSpPr txBox="1"/>
            <p:nvPr/>
          </p:nvSpPr>
          <p:spPr>
            <a:xfrm>
              <a:off x="4296881" y="4005550"/>
              <a:ext cx="2117400" cy="265500"/>
            </a:xfrm>
            <a:prstGeom prst="rect">
              <a:avLst/>
            </a:prstGeom>
            <a:noFill/>
            <a:ln>
              <a:noFill/>
            </a:ln>
          </p:spPr>
          <p:txBody>
            <a:bodyPr spcFirstLastPara="1" wrap="square" lIns="68550" tIns="34250" rIns="68550" bIns="34250" anchor="t" anchorCtr="0">
              <a:spAutoFit/>
            </a:bodyPr>
            <a:lstStyle/>
            <a:p>
              <a:pPr marL="0" marR="0" lvl="0" indent="0" algn="l" rtl="0">
                <a:lnSpc>
                  <a:spcPct val="85000"/>
                </a:lnSpc>
                <a:spcBef>
                  <a:spcPts val="0"/>
                </a:spcBef>
                <a:spcAft>
                  <a:spcPts val="0"/>
                </a:spcAft>
                <a:buClr>
                  <a:srgbClr val="000000"/>
                </a:buClr>
                <a:buSzPts val="1500"/>
                <a:buFont typeface="IBM Plex Sans Medium"/>
                <a:buNone/>
              </a:pPr>
              <a:r>
                <a:rPr lang="en" sz="1500" b="1">
                  <a:solidFill>
                    <a:schemeClr val="accent2"/>
                  </a:solidFill>
                  <a:latin typeface="IBM Plex Sans"/>
                  <a:ea typeface="IBM Plex Sans"/>
                  <a:cs typeface="IBM Plex Sans"/>
                  <a:sym typeface="IBM Plex Sans"/>
                </a:rPr>
                <a:t>Flexibility</a:t>
              </a:r>
              <a:endParaRPr sz="1500">
                <a:solidFill>
                  <a:schemeClr val="accent2"/>
                </a:solidFill>
                <a:latin typeface="IBM Plex Sans Medium"/>
                <a:ea typeface="IBM Plex Sans Medium"/>
                <a:cs typeface="IBM Plex Sans Medium"/>
                <a:sym typeface="IBM Plex Sans Medium"/>
              </a:endParaRPr>
            </a:p>
          </p:txBody>
        </p:sp>
        <p:sp>
          <p:nvSpPr>
            <p:cNvPr id="2303" name="Google Shape;2303;p160"/>
            <p:cNvSpPr/>
            <p:nvPr/>
          </p:nvSpPr>
          <p:spPr>
            <a:xfrm>
              <a:off x="3788000" y="3887500"/>
              <a:ext cx="501600" cy="5016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000">
                  <a:solidFill>
                    <a:schemeClr val="lt1"/>
                  </a:solidFill>
                  <a:latin typeface="IBM Plex Mono Light"/>
                  <a:ea typeface="IBM Plex Mono Light"/>
                  <a:cs typeface="IBM Plex Mono Light"/>
                  <a:sym typeface="IBM Plex Mono Light"/>
                </a:rPr>
                <a:t>2</a:t>
              </a:r>
              <a:endParaRPr sz="2000">
                <a:solidFill>
                  <a:schemeClr val="lt1"/>
                </a:solidFill>
                <a:latin typeface="IBM Plex Mono Light"/>
                <a:ea typeface="IBM Plex Mono Light"/>
                <a:cs typeface="IBM Plex Mono Light"/>
                <a:sym typeface="IBM Plex Mono Light"/>
              </a:endParaRPr>
            </a:p>
          </p:txBody>
        </p:sp>
      </p:grpSp>
      <p:grpSp>
        <p:nvGrpSpPr>
          <p:cNvPr id="2304" name="Google Shape;2304;p160"/>
          <p:cNvGrpSpPr/>
          <p:nvPr/>
        </p:nvGrpSpPr>
        <p:grpSpPr>
          <a:xfrm>
            <a:off x="5997800" y="4105081"/>
            <a:ext cx="2631349" cy="501600"/>
            <a:chOff x="6226400" y="3887500"/>
            <a:chExt cx="2631349" cy="501600"/>
          </a:xfrm>
        </p:grpSpPr>
        <p:sp>
          <p:nvSpPr>
            <p:cNvPr id="2305" name="Google Shape;2305;p160"/>
            <p:cNvSpPr txBox="1"/>
            <p:nvPr/>
          </p:nvSpPr>
          <p:spPr>
            <a:xfrm>
              <a:off x="6740349" y="4005550"/>
              <a:ext cx="2117400" cy="265500"/>
            </a:xfrm>
            <a:prstGeom prst="rect">
              <a:avLst/>
            </a:prstGeom>
            <a:noFill/>
            <a:ln>
              <a:noFill/>
            </a:ln>
          </p:spPr>
          <p:txBody>
            <a:bodyPr spcFirstLastPara="1" wrap="square" lIns="68550" tIns="34250" rIns="68550" bIns="34250" anchor="t" anchorCtr="0">
              <a:spAutoFit/>
            </a:bodyPr>
            <a:lstStyle/>
            <a:p>
              <a:pPr marL="0" marR="0" lvl="0" indent="0" algn="l" rtl="0">
                <a:lnSpc>
                  <a:spcPct val="85000"/>
                </a:lnSpc>
                <a:spcBef>
                  <a:spcPts val="0"/>
                </a:spcBef>
                <a:spcAft>
                  <a:spcPts val="0"/>
                </a:spcAft>
                <a:buClr>
                  <a:srgbClr val="000000"/>
                </a:buClr>
                <a:buSzPts val="1500"/>
                <a:buFont typeface="IBM Plex Sans Medium"/>
                <a:buNone/>
              </a:pPr>
              <a:r>
                <a:rPr lang="en" sz="1500" b="1">
                  <a:solidFill>
                    <a:schemeClr val="accent2"/>
                  </a:solidFill>
                  <a:latin typeface="IBM Plex Sans"/>
                  <a:ea typeface="IBM Plex Sans"/>
                  <a:cs typeface="IBM Plex Sans"/>
                  <a:sym typeface="IBM Plex Sans"/>
                </a:rPr>
                <a:t>Scalability</a:t>
              </a:r>
              <a:endParaRPr sz="1500">
                <a:solidFill>
                  <a:schemeClr val="accent2"/>
                </a:solidFill>
                <a:latin typeface="IBM Plex Sans Medium"/>
                <a:ea typeface="IBM Plex Sans Medium"/>
                <a:cs typeface="IBM Plex Sans Medium"/>
                <a:sym typeface="IBM Plex Sans Medium"/>
              </a:endParaRPr>
            </a:p>
          </p:txBody>
        </p:sp>
        <p:sp>
          <p:nvSpPr>
            <p:cNvPr id="2306" name="Google Shape;2306;p160"/>
            <p:cNvSpPr/>
            <p:nvPr/>
          </p:nvSpPr>
          <p:spPr>
            <a:xfrm>
              <a:off x="6226400" y="3887500"/>
              <a:ext cx="501600" cy="5016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000">
                  <a:solidFill>
                    <a:schemeClr val="lt1"/>
                  </a:solidFill>
                  <a:latin typeface="IBM Plex Mono Light"/>
                  <a:ea typeface="IBM Plex Mono Light"/>
                  <a:cs typeface="IBM Plex Mono Light"/>
                  <a:sym typeface="IBM Plex Mono Light"/>
                </a:rPr>
                <a:t>3</a:t>
              </a:r>
              <a:endParaRPr sz="2000">
                <a:solidFill>
                  <a:schemeClr val="lt1"/>
                </a:solidFill>
                <a:latin typeface="IBM Plex Mono Light"/>
                <a:ea typeface="IBM Plex Mono Light"/>
                <a:cs typeface="IBM Plex Mono Light"/>
                <a:sym typeface="IBM Plex Mono Light"/>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2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29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30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30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29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310"/>
        <p:cNvGrpSpPr/>
        <p:nvPr/>
      </p:nvGrpSpPr>
      <p:grpSpPr>
        <a:xfrm>
          <a:off x="0" y="0"/>
          <a:ext cx="0" cy="0"/>
          <a:chOff x="0" y="0"/>
          <a:chExt cx="0" cy="0"/>
        </a:xfrm>
      </p:grpSpPr>
      <p:pic>
        <p:nvPicPr>
          <p:cNvPr id="2311" name="Google Shape;2311;p161"/>
          <p:cNvPicPr preferRelativeResize="0"/>
          <p:nvPr/>
        </p:nvPicPr>
        <p:blipFill>
          <a:blip r:embed="rId3">
            <a:alphaModFix/>
          </a:blip>
          <a:stretch>
            <a:fillRect/>
          </a:stretch>
        </p:blipFill>
        <p:spPr>
          <a:xfrm>
            <a:off x="5248680" y="179214"/>
            <a:ext cx="658350" cy="116464"/>
          </a:xfrm>
          <a:prstGeom prst="rect">
            <a:avLst/>
          </a:prstGeom>
          <a:noFill/>
          <a:ln>
            <a:noFill/>
          </a:ln>
        </p:spPr>
      </p:pic>
      <p:pic>
        <p:nvPicPr>
          <p:cNvPr id="2312" name="Google Shape;2312;p161"/>
          <p:cNvPicPr preferRelativeResize="0"/>
          <p:nvPr/>
        </p:nvPicPr>
        <p:blipFill>
          <a:blip r:embed="rId4">
            <a:alphaModFix/>
          </a:blip>
          <a:stretch>
            <a:fillRect/>
          </a:stretch>
        </p:blipFill>
        <p:spPr>
          <a:xfrm>
            <a:off x="4395363" y="214322"/>
            <a:ext cx="630575" cy="126115"/>
          </a:xfrm>
          <a:prstGeom prst="rect">
            <a:avLst/>
          </a:prstGeom>
          <a:noFill/>
          <a:ln>
            <a:noFill/>
          </a:ln>
        </p:spPr>
      </p:pic>
      <p:pic>
        <p:nvPicPr>
          <p:cNvPr id="2313" name="Google Shape;2313;p161"/>
          <p:cNvPicPr preferRelativeResize="0"/>
          <p:nvPr/>
        </p:nvPicPr>
        <p:blipFill>
          <a:blip r:embed="rId5">
            <a:alphaModFix/>
          </a:blip>
          <a:stretch>
            <a:fillRect/>
          </a:stretch>
        </p:blipFill>
        <p:spPr>
          <a:xfrm>
            <a:off x="153251" y="224625"/>
            <a:ext cx="630575" cy="129991"/>
          </a:xfrm>
          <a:prstGeom prst="rect">
            <a:avLst/>
          </a:prstGeom>
          <a:noFill/>
          <a:ln>
            <a:noFill/>
          </a:ln>
        </p:spPr>
      </p:pic>
      <p:pic>
        <p:nvPicPr>
          <p:cNvPr id="2314" name="Google Shape;2314;p161"/>
          <p:cNvPicPr preferRelativeResize="0"/>
          <p:nvPr/>
        </p:nvPicPr>
        <p:blipFill>
          <a:blip r:embed="rId6">
            <a:alphaModFix/>
          </a:blip>
          <a:stretch>
            <a:fillRect/>
          </a:stretch>
        </p:blipFill>
        <p:spPr>
          <a:xfrm>
            <a:off x="2679916" y="152800"/>
            <a:ext cx="658368" cy="169294"/>
          </a:xfrm>
          <a:prstGeom prst="rect">
            <a:avLst/>
          </a:prstGeom>
          <a:noFill/>
          <a:ln>
            <a:noFill/>
          </a:ln>
        </p:spPr>
      </p:pic>
      <p:pic>
        <p:nvPicPr>
          <p:cNvPr id="2315" name="Google Shape;2315;p161"/>
          <p:cNvPicPr preferRelativeResize="0"/>
          <p:nvPr/>
        </p:nvPicPr>
        <p:blipFill>
          <a:blip r:embed="rId7">
            <a:alphaModFix/>
          </a:blip>
          <a:stretch>
            <a:fillRect/>
          </a:stretch>
        </p:blipFill>
        <p:spPr>
          <a:xfrm>
            <a:off x="921263" y="114301"/>
            <a:ext cx="808765" cy="246300"/>
          </a:xfrm>
          <a:prstGeom prst="rect">
            <a:avLst/>
          </a:prstGeom>
          <a:noFill/>
          <a:ln>
            <a:noFill/>
          </a:ln>
        </p:spPr>
      </p:pic>
      <p:pic>
        <p:nvPicPr>
          <p:cNvPr id="2316" name="Google Shape;2316;p161"/>
          <p:cNvPicPr preferRelativeResize="0"/>
          <p:nvPr/>
        </p:nvPicPr>
        <p:blipFill>
          <a:blip r:embed="rId8">
            <a:alphaModFix/>
          </a:blip>
          <a:stretch>
            <a:fillRect/>
          </a:stretch>
        </p:blipFill>
        <p:spPr>
          <a:xfrm>
            <a:off x="6084251" y="179222"/>
            <a:ext cx="630570" cy="146300"/>
          </a:xfrm>
          <a:prstGeom prst="rect">
            <a:avLst/>
          </a:prstGeom>
          <a:noFill/>
          <a:ln>
            <a:noFill/>
          </a:ln>
        </p:spPr>
      </p:pic>
      <p:pic>
        <p:nvPicPr>
          <p:cNvPr id="2317" name="Google Shape;2317;p161"/>
          <p:cNvPicPr preferRelativeResize="0"/>
          <p:nvPr/>
        </p:nvPicPr>
        <p:blipFill>
          <a:blip r:embed="rId9">
            <a:alphaModFix/>
          </a:blip>
          <a:stretch>
            <a:fillRect/>
          </a:stretch>
        </p:blipFill>
        <p:spPr>
          <a:xfrm>
            <a:off x="3517971" y="122353"/>
            <a:ext cx="658350" cy="263350"/>
          </a:xfrm>
          <a:prstGeom prst="rect">
            <a:avLst/>
          </a:prstGeom>
          <a:noFill/>
          <a:ln>
            <a:noFill/>
          </a:ln>
        </p:spPr>
      </p:pic>
      <p:pic>
        <p:nvPicPr>
          <p:cNvPr id="2318" name="Google Shape;2318;p161"/>
          <p:cNvPicPr preferRelativeResize="0"/>
          <p:nvPr/>
        </p:nvPicPr>
        <p:blipFill>
          <a:blip r:embed="rId10">
            <a:alphaModFix/>
          </a:blip>
          <a:stretch>
            <a:fillRect/>
          </a:stretch>
        </p:blipFill>
        <p:spPr>
          <a:xfrm>
            <a:off x="3581399" y="630525"/>
            <a:ext cx="608700" cy="256400"/>
          </a:xfrm>
          <a:prstGeom prst="rect">
            <a:avLst/>
          </a:prstGeom>
          <a:noFill/>
          <a:ln>
            <a:noFill/>
          </a:ln>
        </p:spPr>
      </p:pic>
      <p:pic>
        <p:nvPicPr>
          <p:cNvPr id="2319" name="Google Shape;2319;p161"/>
          <p:cNvPicPr preferRelativeResize="0"/>
          <p:nvPr/>
        </p:nvPicPr>
        <p:blipFill>
          <a:blip r:embed="rId11">
            <a:alphaModFix/>
          </a:blip>
          <a:stretch>
            <a:fillRect/>
          </a:stretch>
        </p:blipFill>
        <p:spPr>
          <a:xfrm>
            <a:off x="2643350" y="664449"/>
            <a:ext cx="731499" cy="136931"/>
          </a:xfrm>
          <a:prstGeom prst="rect">
            <a:avLst/>
          </a:prstGeom>
          <a:noFill/>
          <a:ln>
            <a:noFill/>
          </a:ln>
        </p:spPr>
      </p:pic>
      <p:pic>
        <p:nvPicPr>
          <p:cNvPr id="2320" name="Google Shape;2320;p161"/>
          <p:cNvPicPr preferRelativeResize="0"/>
          <p:nvPr/>
        </p:nvPicPr>
        <p:blipFill>
          <a:blip r:embed="rId12">
            <a:alphaModFix/>
          </a:blip>
          <a:stretch>
            <a:fillRect/>
          </a:stretch>
        </p:blipFill>
        <p:spPr>
          <a:xfrm>
            <a:off x="296451" y="593417"/>
            <a:ext cx="344174" cy="322169"/>
          </a:xfrm>
          <a:prstGeom prst="rect">
            <a:avLst/>
          </a:prstGeom>
          <a:noFill/>
          <a:ln>
            <a:noFill/>
          </a:ln>
        </p:spPr>
      </p:pic>
      <p:pic>
        <p:nvPicPr>
          <p:cNvPr id="2321" name="Google Shape;2321;p161"/>
          <p:cNvPicPr preferRelativeResize="0"/>
          <p:nvPr/>
        </p:nvPicPr>
        <p:blipFill>
          <a:blip r:embed="rId13">
            <a:alphaModFix/>
          </a:blip>
          <a:stretch>
            <a:fillRect/>
          </a:stretch>
        </p:blipFill>
        <p:spPr>
          <a:xfrm>
            <a:off x="6043975" y="654700"/>
            <a:ext cx="679150" cy="197304"/>
          </a:xfrm>
          <a:prstGeom prst="rect">
            <a:avLst/>
          </a:prstGeom>
          <a:noFill/>
          <a:ln>
            <a:noFill/>
          </a:ln>
        </p:spPr>
      </p:pic>
      <p:pic>
        <p:nvPicPr>
          <p:cNvPr id="2322" name="Google Shape;2322;p161"/>
          <p:cNvPicPr preferRelativeResize="0"/>
          <p:nvPr/>
        </p:nvPicPr>
        <p:blipFill>
          <a:blip r:embed="rId14">
            <a:alphaModFix/>
          </a:blip>
          <a:stretch>
            <a:fillRect/>
          </a:stretch>
        </p:blipFill>
        <p:spPr>
          <a:xfrm>
            <a:off x="4495538" y="568924"/>
            <a:ext cx="430226" cy="282261"/>
          </a:xfrm>
          <a:prstGeom prst="rect">
            <a:avLst/>
          </a:prstGeom>
          <a:noFill/>
          <a:ln>
            <a:noFill/>
          </a:ln>
        </p:spPr>
      </p:pic>
      <p:pic>
        <p:nvPicPr>
          <p:cNvPr id="2323" name="Google Shape;2323;p161"/>
          <p:cNvPicPr preferRelativeResize="0"/>
          <p:nvPr/>
        </p:nvPicPr>
        <p:blipFill>
          <a:blip r:embed="rId15">
            <a:alphaModFix/>
          </a:blip>
          <a:stretch>
            <a:fillRect/>
          </a:stretch>
        </p:blipFill>
        <p:spPr>
          <a:xfrm>
            <a:off x="1971690" y="539455"/>
            <a:ext cx="430218" cy="326058"/>
          </a:xfrm>
          <a:prstGeom prst="rect">
            <a:avLst/>
          </a:prstGeom>
          <a:noFill/>
          <a:ln>
            <a:noFill/>
          </a:ln>
        </p:spPr>
      </p:pic>
      <p:pic>
        <p:nvPicPr>
          <p:cNvPr id="2324" name="Google Shape;2324;p161"/>
          <p:cNvPicPr preferRelativeResize="0"/>
          <p:nvPr/>
        </p:nvPicPr>
        <p:blipFill>
          <a:blip r:embed="rId16">
            <a:alphaModFix/>
          </a:blip>
          <a:stretch>
            <a:fillRect/>
          </a:stretch>
        </p:blipFill>
        <p:spPr>
          <a:xfrm>
            <a:off x="5281174" y="665346"/>
            <a:ext cx="593363" cy="135152"/>
          </a:xfrm>
          <a:prstGeom prst="rect">
            <a:avLst/>
          </a:prstGeom>
          <a:noFill/>
          <a:ln>
            <a:noFill/>
          </a:ln>
        </p:spPr>
      </p:pic>
      <p:pic>
        <p:nvPicPr>
          <p:cNvPr id="2325" name="Google Shape;2325;p161"/>
          <p:cNvPicPr preferRelativeResize="0"/>
          <p:nvPr/>
        </p:nvPicPr>
        <p:blipFill rotWithShape="1">
          <a:blip r:embed="rId17">
            <a:alphaModFix/>
          </a:blip>
          <a:srcRect l="10833" t="8676" r="8676" b="10833"/>
          <a:stretch/>
        </p:blipFill>
        <p:spPr>
          <a:xfrm>
            <a:off x="1110536" y="528325"/>
            <a:ext cx="430219" cy="322167"/>
          </a:xfrm>
          <a:prstGeom prst="rect">
            <a:avLst/>
          </a:prstGeom>
          <a:noFill/>
          <a:ln>
            <a:noFill/>
          </a:ln>
        </p:spPr>
      </p:pic>
      <p:pic>
        <p:nvPicPr>
          <p:cNvPr id="2326" name="Google Shape;2326;p161"/>
          <p:cNvPicPr preferRelativeResize="0"/>
          <p:nvPr/>
        </p:nvPicPr>
        <p:blipFill>
          <a:blip r:embed="rId18">
            <a:alphaModFix/>
          </a:blip>
          <a:stretch>
            <a:fillRect/>
          </a:stretch>
        </p:blipFill>
        <p:spPr>
          <a:xfrm>
            <a:off x="996470" y="1139541"/>
            <a:ext cx="658350" cy="157188"/>
          </a:xfrm>
          <a:prstGeom prst="rect">
            <a:avLst/>
          </a:prstGeom>
          <a:noFill/>
          <a:ln>
            <a:noFill/>
          </a:ln>
        </p:spPr>
      </p:pic>
      <p:pic>
        <p:nvPicPr>
          <p:cNvPr id="2327" name="Google Shape;2327;p161"/>
          <p:cNvPicPr preferRelativeResize="0"/>
          <p:nvPr/>
        </p:nvPicPr>
        <p:blipFill>
          <a:blip r:embed="rId19">
            <a:alphaModFix/>
          </a:blip>
          <a:stretch>
            <a:fillRect/>
          </a:stretch>
        </p:blipFill>
        <p:spPr>
          <a:xfrm>
            <a:off x="3519939" y="1127847"/>
            <a:ext cx="630549" cy="180577"/>
          </a:xfrm>
          <a:prstGeom prst="rect">
            <a:avLst/>
          </a:prstGeom>
          <a:noFill/>
          <a:ln>
            <a:noFill/>
          </a:ln>
        </p:spPr>
      </p:pic>
      <p:pic>
        <p:nvPicPr>
          <p:cNvPr id="2328" name="Google Shape;2328;p161"/>
          <p:cNvPicPr preferRelativeResize="0"/>
          <p:nvPr/>
        </p:nvPicPr>
        <p:blipFill>
          <a:blip r:embed="rId20">
            <a:alphaModFix/>
          </a:blip>
          <a:stretch>
            <a:fillRect/>
          </a:stretch>
        </p:blipFill>
        <p:spPr>
          <a:xfrm>
            <a:off x="6068287" y="1134327"/>
            <a:ext cx="630549" cy="167615"/>
          </a:xfrm>
          <a:prstGeom prst="rect">
            <a:avLst/>
          </a:prstGeom>
          <a:noFill/>
          <a:ln>
            <a:noFill/>
          </a:ln>
        </p:spPr>
      </p:pic>
      <p:pic>
        <p:nvPicPr>
          <p:cNvPr id="2329" name="Google Shape;2329;p161"/>
          <p:cNvPicPr preferRelativeResize="0"/>
          <p:nvPr/>
        </p:nvPicPr>
        <p:blipFill>
          <a:blip r:embed="rId21">
            <a:alphaModFix/>
          </a:blip>
          <a:stretch>
            <a:fillRect/>
          </a:stretch>
        </p:blipFill>
        <p:spPr>
          <a:xfrm>
            <a:off x="2873625" y="1082388"/>
            <a:ext cx="270950" cy="271494"/>
          </a:xfrm>
          <a:prstGeom prst="rect">
            <a:avLst/>
          </a:prstGeom>
          <a:noFill/>
          <a:ln>
            <a:noFill/>
          </a:ln>
        </p:spPr>
      </p:pic>
      <p:pic>
        <p:nvPicPr>
          <p:cNvPr id="2330" name="Google Shape;2330;p161"/>
          <p:cNvPicPr preferRelativeResize="0"/>
          <p:nvPr/>
        </p:nvPicPr>
        <p:blipFill>
          <a:blip r:embed="rId22">
            <a:alphaModFix/>
          </a:blip>
          <a:stretch>
            <a:fillRect/>
          </a:stretch>
        </p:blipFill>
        <p:spPr>
          <a:xfrm>
            <a:off x="5310643" y="1090531"/>
            <a:ext cx="534425" cy="255207"/>
          </a:xfrm>
          <a:prstGeom prst="rect">
            <a:avLst/>
          </a:prstGeom>
          <a:noFill/>
          <a:ln>
            <a:noFill/>
          </a:ln>
        </p:spPr>
      </p:pic>
      <p:pic>
        <p:nvPicPr>
          <p:cNvPr id="2331" name="Google Shape;2331;p161"/>
          <p:cNvPicPr preferRelativeResize="0"/>
          <p:nvPr/>
        </p:nvPicPr>
        <p:blipFill>
          <a:blip r:embed="rId23">
            <a:alphaModFix/>
          </a:blip>
          <a:stretch>
            <a:fillRect/>
          </a:stretch>
        </p:blipFill>
        <p:spPr>
          <a:xfrm>
            <a:off x="4593544" y="1075335"/>
            <a:ext cx="234212" cy="285600"/>
          </a:xfrm>
          <a:prstGeom prst="rect">
            <a:avLst/>
          </a:prstGeom>
          <a:noFill/>
          <a:ln>
            <a:noFill/>
          </a:ln>
        </p:spPr>
      </p:pic>
      <p:pic>
        <p:nvPicPr>
          <p:cNvPr id="2332" name="Google Shape;2332;p161"/>
          <p:cNvPicPr preferRelativeResize="0"/>
          <p:nvPr/>
        </p:nvPicPr>
        <p:blipFill>
          <a:blip r:embed="rId24">
            <a:alphaModFix/>
          </a:blip>
          <a:stretch>
            <a:fillRect/>
          </a:stretch>
        </p:blipFill>
        <p:spPr>
          <a:xfrm>
            <a:off x="2012449" y="1050487"/>
            <a:ext cx="348700" cy="335296"/>
          </a:xfrm>
          <a:prstGeom prst="rect">
            <a:avLst/>
          </a:prstGeom>
          <a:noFill/>
          <a:ln>
            <a:noFill/>
          </a:ln>
        </p:spPr>
      </p:pic>
      <p:pic>
        <p:nvPicPr>
          <p:cNvPr id="2333" name="Google Shape;2333;p161"/>
          <p:cNvPicPr preferRelativeResize="0"/>
          <p:nvPr/>
        </p:nvPicPr>
        <p:blipFill>
          <a:blip r:embed="rId25">
            <a:alphaModFix/>
          </a:blip>
          <a:stretch>
            <a:fillRect/>
          </a:stretch>
        </p:blipFill>
        <p:spPr>
          <a:xfrm>
            <a:off x="285663" y="1035260"/>
            <a:ext cx="365750" cy="365750"/>
          </a:xfrm>
          <a:prstGeom prst="rect">
            <a:avLst/>
          </a:prstGeom>
          <a:noFill/>
          <a:ln>
            <a:noFill/>
          </a:ln>
        </p:spPr>
      </p:pic>
      <p:pic>
        <p:nvPicPr>
          <p:cNvPr id="2334" name="Google Shape;2334;p161"/>
          <p:cNvPicPr preferRelativeResize="0"/>
          <p:nvPr/>
        </p:nvPicPr>
        <p:blipFill>
          <a:blip r:embed="rId26">
            <a:alphaModFix/>
          </a:blip>
          <a:stretch>
            <a:fillRect/>
          </a:stretch>
        </p:blipFill>
        <p:spPr>
          <a:xfrm>
            <a:off x="1882449" y="203293"/>
            <a:ext cx="608700" cy="118698"/>
          </a:xfrm>
          <a:prstGeom prst="rect">
            <a:avLst/>
          </a:prstGeom>
          <a:noFill/>
          <a:ln>
            <a:noFill/>
          </a:ln>
        </p:spPr>
      </p:pic>
      <p:pic>
        <p:nvPicPr>
          <p:cNvPr id="2335" name="Google Shape;2335;p161" descr="Airbus Logo PNG Transparent &amp; SVG Vector - Freebie Supply"/>
          <p:cNvPicPr preferRelativeResize="0"/>
          <p:nvPr/>
        </p:nvPicPr>
        <p:blipFill rotWithShape="1">
          <a:blip r:embed="rId27">
            <a:alphaModFix/>
          </a:blip>
          <a:srcRect t="39280" b="40601"/>
          <a:stretch/>
        </p:blipFill>
        <p:spPr>
          <a:xfrm>
            <a:off x="6918737" y="192949"/>
            <a:ext cx="679152" cy="138126"/>
          </a:xfrm>
          <a:prstGeom prst="rect">
            <a:avLst/>
          </a:prstGeom>
          <a:noFill/>
          <a:ln>
            <a:noFill/>
          </a:ln>
        </p:spPr>
      </p:pic>
      <p:pic>
        <p:nvPicPr>
          <p:cNvPr id="2336" name="Google Shape;2336;p161" descr="Kuehne + Nagel - Logos, brands and logotypes"/>
          <p:cNvPicPr preferRelativeResize="0"/>
          <p:nvPr/>
        </p:nvPicPr>
        <p:blipFill rotWithShape="1">
          <a:blip r:embed="rId28">
            <a:alphaModFix/>
          </a:blip>
          <a:srcRect/>
          <a:stretch/>
        </p:blipFill>
        <p:spPr>
          <a:xfrm>
            <a:off x="6926913" y="1090531"/>
            <a:ext cx="721722" cy="166960"/>
          </a:xfrm>
          <a:prstGeom prst="rect">
            <a:avLst/>
          </a:prstGeom>
          <a:noFill/>
          <a:ln>
            <a:noFill/>
          </a:ln>
        </p:spPr>
      </p:pic>
      <p:pic>
        <p:nvPicPr>
          <p:cNvPr id="2337" name="Google Shape;2337;p161"/>
          <p:cNvPicPr preferRelativeResize="0"/>
          <p:nvPr/>
        </p:nvPicPr>
        <p:blipFill>
          <a:blip r:embed="rId29">
            <a:alphaModFix/>
          </a:blip>
          <a:stretch>
            <a:fillRect/>
          </a:stretch>
        </p:blipFill>
        <p:spPr>
          <a:xfrm>
            <a:off x="7943345" y="152809"/>
            <a:ext cx="344150" cy="240894"/>
          </a:xfrm>
          <a:prstGeom prst="rect">
            <a:avLst/>
          </a:prstGeom>
          <a:noFill/>
          <a:ln>
            <a:noFill/>
          </a:ln>
        </p:spPr>
      </p:pic>
      <p:pic>
        <p:nvPicPr>
          <p:cNvPr id="2338" name="Google Shape;2338;p161"/>
          <p:cNvPicPr preferRelativeResize="0"/>
          <p:nvPr/>
        </p:nvPicPr>
        <p:blipFill rotWithShape="1">
          <a:blip r:embed="rId30">
            <a:alphaModFix/>
          </a:blip>
          <a:srcRect l="5440" t="29974" r="5812" b="33399"/>
          <a:stretch/>
        </p:blipFill>
        <p:spPr>
          <a:xfrm>
            <a:off x="7728221" y="670285"/>
            <a:ext cx="774399" cy="167090"/>
          </a:xfrm>
          <a:prstGeom prst="rect">
            <a:avLst/>
          </a:prstGeom>
          <a:noFill/>
          <a:ln>
            <a:noFill/>
          </a:ln>
        </p:spPr>
      </p:pic>
      <p:pic>
        <p:nvPicPr>
          <p:cNvPr id="2339" name="Google Shape;2339;p161"/>
          <p:cNvPicPr preferRelativeResize="0"/>
          <p:nvPr/>
        </p:nvPicPr>
        <p:blipFill>
          <a:blip r:embed="rId31">
            <a:alphaModFix/>
          </a:blip>
          <a:stretch>
            <a:fillRect/>
          </a:stretch>
        </p:blipFill>
        <p:spPr>
          <a:xfrm>
            <a:off x="6892563" y="674567"/>
            <a:ext cx="731500" cy="158527"/>
          </a:xfrm>
          <a:prstGeom prst="rect">
            <a:avLst/>
          </a:prstGeom>
          <a:noFill/>
          <a:ln>
            <a:noFill/>
          </a:ln>
        </p:spPr>
      </p:pic>
      <p:pic>
        <p:nvPicPr>
          <p:cNvPr id="2340" name="Google Shape;2340;p161"/>
          <p:cNvPicPr preferRelativeResize="0"/>
          <p:nvPr/>
        </p:nvPicPr>
        <p:blipFill>
          <a:blip r:embed="rId32">
            <a:alphaModFix/>
          </a:blip>
          <a:stretch>
            <a:fillRect/>
          </a:stretch>
        </p:blipFill>
        <p:spPr>
          <a:xfrm>
            <a:off x="7766474" y="1058801"/>
            <a:ext cx="731501" cy="212333"/>
          </a:xfrm>
          <a:prstGeom prst="rect">
            <a:avLst/>
          </a:prstGeom>
          <a:noFill/>
          <a:ln>
            <a:noFill/>
          </a:ln>
        </p:spPr>
      </p:pic>
      <p:pic>
        <p:nvPicPr>
          <p:cNvPr id="2341" name="Google Shape;2341;p161"/>
          <p:cNvPicPr preferRelativeResize="0"/>
          <p:nvPr/>
        </p:nvPicPr>
        <p:blipFill rotWithShape="1">
          <a:blip r:embed="rId33">
            <a:alphaModFix/>
          </a:blip>
          <a:srcRect/>
          <a:stretch/>
        </p:blipFill>
        <p:spPr>
          <a:xfrm>
            <a:off x="4508125" y="4794207"/>
            <a:ext cx="658350" cy="259068"/>
          </a:xfrm>
          <a:prstGeom prst="rect">
            <a:avLst/>
          </a:prstGeom>
          <a:noFill/>
          <a:ln>
            <a:noFill/>
          </a:ln>
        </p:spPr>
      </p:pic>
      <p:pic>
        <p:nvPicPr>
          <p:cNvPr id="2342" name="Google Shape;2342;p161"/>
          <p:cNvPicPr preferRelativeResize="0"/>
          <p:nvPr/>
        </p:nvPicPr>
        <p:blipFill>
          <a:blip r:embed="rId34">
            <a:alphaModFix/>
          </a:blip>
          <a:stretch>
            <a:fillRect/>
          </a:stretch>
        </p:blipFill>
        <p:spPr>
          <a:xfrm>
            <a:off x="5389219" y="4875407"/>
            <a:ext cx="630574" cy="96669"/>
          </a:xfrm>
          <a:prstGeom prst="rect">
            <a:avLst/>
          </a:prstGeom>
          <a:noFill/>
          <a:ln>
            <a:noFill/>
          </a:ln>
        </p:spPr>
      </p:pic>
      <p:pic>
        <p:nvPicPr>
          <p:cNvPr id="2343" name="Google Shape;2343;p161"/>
          <p:cNvPicPr preferRelativeResize="0"/>
          <p:nvPr/>
        </p:nvPicPr>
        <p:blipFill>
          <a:blip r:embed="rId35">
            <a:alphaModFix/>
          </a:blip>
          <a:stretch>
            <a:fillRect/>
          </a:stretch>
        </p:blipFill>
        <p:spPr>
          <a:xfrm>
            <a:off x="2731363" y="4782439"/>
            <a:ext cx="808773" cy="282604"/>
          </a:xfrm>
          <a:prstGeom prst="rect">
            <a:avLst/>
          </a:prstGeom>
          <a:noFill/>
          <a:ln>
            <a:noFill/>
          </a:ln>
        </p:spPr>
      </p:pic>
      <p:pic>
        <p:nvPicPr>
          <p:cNvPr id="2344" name="Google Shape;2344;p161"/>
          <p:cNvPicPr preferRelativeResize="0"/>
          <p:nvPr/>
        </p:nvPicPr>
        <p:blipFill>
          <a:blip r:embed="rId36">
            <a:alphaModFix/>
          </a:blip>
          <a:stretch>
            <a:fillRect/>
          </a:stretch>
        </p:blipFill>
        <p:spPr>
          <a:xfrm>
            <a:off x="229438" y="4841378"/>
            <a:ext cx="731500" cy="164726"/>
          </a:xfrm>
          <a:prstGeom prst="rect">
            <a:avLst/>
          </a:prstGeom>
          <a:noFill/>
          <a:ln>
            <a:noFill/>
          </a:ln>
        </p:spPr>
      </p:pic>
      <p:pic>
        <p:nvPicPr>
          <p:cNvPr id="2345" name="Google Shape;2345;p161"/>
          <p:cNvPicPr preferRelativeResize="0"/>
          <p:nvPr/>
        </p:nvPicPr>
        <p:blipFill>
          <a:blip r:embed="rId37">
            <a:alphaModFix/>
          </a:blip>
          <a:stretch>
            <a:fillRect/>
          </a:stretch>
        </p:blipFill>
        <p:spPr>
          <a:xfrm>
            <a:off x="2053629" y="3752757"/>
            <a:ext cx="519640" cy="324775"/>
          </a:xfrm>
          <a:prstGeom prst="rect">
            <a:avLst/>
          </a:prstGeom>
          <a:noFill/>
          <a:ln>
            <a:noFill/>
          </a:ln>
        </p:spPr>
      </p:pic>
      <p:pic>
        <p:nvPicPr>
          <p:cNvPr id="2346" name="Google Shape;2346;p161"/>
          <p:cNvPicPr preferRelativeResize="0"/>
          <p:nvPr/>
        </p:nvPicPr>
        <p:blipFill>
          <a:blip r:embed="rId38">
            <a:alphaModFix/>
          </a:blip>
          <a:stretch>
            <a:fillRect/>
          </a:stretch>
        </p:blipFill>
        <p:spPr>
          <a:xfrm>
            <a:off x="6242538" y="4858775"/>
            <a:ext cx="630574" cy="129932"/>
          </a:xfrm>
          <a:prstGeom prst="rect">
            <a:avLst/>
          </a:prstGeom>
          <a:noFill/>
          <a:ln>
            <a:noFill/>
          </a:ln>
        </p:spPr>
      </p:pic>
      <p:pic>
        <p:nvPicPr>
          <p:cNvPr id="2347" name="Google Shape;2347;p161"/>
          <p:cNvPicPr preferRelativeResize="0"/>
          <p:nvPr/>
        </p:nvPicPr>
        <p:blipFill>
          <a:blip r:embed="rId39">
            <a:alphaModFix/>
          </a:blip>
          <a:stretch>
            <a:fillRect/>
          </a:stretch>
        </p:blipFill>
        <p:spPr>
          <a:xfrm>
            <a:off x="3646600" y="3857104"/>
            <a:ext cx="658349" cy="116082"/>
          </a:xfrm>
          <a:prstGeom prst="rect">
            <a:avLst/>
          </a:prstGeom>
          <a:noFill/>
          <a:ln>
            <a:noFill/>
          </a:ln>
        </p:spPr>
      </p:pic>
      <p:pic>
        <p:nvPicPr>
          <p:cNvPr id="2348" name="Google Shape;2348;p161" descr="Who We Are | Zymergen"/>
          <p:cNvPicPr preferRelativeResize="0"/>
          <p:nvPr/>
        </p:nvPicPr>
        <p:blipFill rotWithShape="1">
          <a:blip r:embed="rId40">
            <a:alphaModFix/>
          </a:blip>
          <a:srcRect/>
          <a:stretch/>
        </p:blipFill>
        <p:spPr>
          <a:xfrm>
            <a:off x="6194925" y="3863143"/>
            <a:ext cx="679149" cy="104003"/>
          </a:xfrm>
          <a:prstGeom prst="rect">
            <a:avLst/>
          </a:prstGeom>
          <a:noFill/>
          <a:ln>
            <a:noFill/>
          </a:ln>
        </p:spPr>
      </p:pic>
      <p:pic>
        <p:nvPicPr>
          <p:cNvPr id="2349" name="Google Shape;2349;p161"/>
          <p:cNvPicPr preferRelativeResize="0"/>
          <p:nvPr/>
        </p:nvPicPr>
        <p:blipFill rotWithShape="1">
          <a:blip r:embed="rId41">
            <a:alphaModFix/>
          </a:blip>
          <a:srcRect l="26600"/>
          <a:stretch/>
        </p:blipFill>
        <p:spPr>
          <a:xfrm>
            <a:off x="6197049" y="4307554"/>
            <a:ext cx="721725" cy="217965"/>
          </a:xfrm>
          <a:prstGeom prst="rect">
            <a:avLst/>
          </a:prstGeom>
          <a:noFill/>
          <a:ln>
            <a:noFill/>
          </a:ln>
        </p:spPr>
      </p:pic>
      <p:pic>
        <p:nvPicPr>
          <p:cNvPr id="2350" name="Google Shape;2350;p161"/>
          <p:cNvPicPr preferRelativeResize="0"/>
          <p:nvPr/>
        </p:nvPicPr>
        <p:blipFill>
          <a:blip r:embed="rId42">
            <a:alphaModFix/>
          </a:blip>
          <a:stretch>
            <a:fillRect/>
          </a:stretch>
        </p:blipFill>
        <p:spPr>
          <a:xfrm>
            <a:off x="5364931" y="4368267"/>
            <a:ext cx="679150" cy="145419"/>
          </a:xfrm>
          <a:prstGeom prst="rect">
            <a:avLst/>
          </a:prstGeom>
          <a:noFill/>
          <a:ln>
            <a:noFill/>
          </a:ln>
        </p:spPr>
      </p:pic>
      <p:pic>
        <p:nvPicPr>
          <p:cNvPr id="2351" name="Google Shape;2351;p161" descr="EDF - Logos, brands and logotypes"/>
          <p:cNvPicPr preferRelativeResize="0"/>
          <p:nvPr/>
        </p:nvPicPr>
        <p:blipFill rotWithShape="1">
          <a:blip r:embed="rId43">
            <a:alphaModFix/>
          </a:blip>
          <a:srcRect/>
          <a:stretch/>
        </p:blipFill>
        <p:spPr>
          <a:xfrm>
            <a:off x="1112721" y="4357357"/>
            <a:ext cx="679148" cy="167249"/>
          </a:xfrm>
          <a:prstGeom prst="rect">
            <a:avLst/>
          </a:prstGeom>
          <a:noFill/>
          <a:ln>
            <a:noFill/>
          </a:ln>
        </p:spPr>
      </p:pic>
      <p:pic>
        <p:nvPicPr>
          <p:cNvPr id="2352" name="Google Shape;2352;p161"/>
          <p:cNvPicPr preferRelativeResize="0"/>
          <p:nvPr/>
        </p:nvPicPr>
        <p:blipFill>
          <a:blip r:embed="rId44">
            <a:alphaModFix/>
          </a:blip>
          <a:stretch>
            <a:fillRect/>
          </a:stretch>
        </p:blipFill>
        <p:spPr>
          <a:xfrm>
            <a:off x="3685300" y="4277204"/>
            <a:ext cx="365751" cy="285602"/>
          </a:xfrm>
          <a:prstGeom prst="rect">
            <a:avLst/>
          </a:prstGeom>
          <a:noFill/>
          <a:ln>
            <a:noFill/>
          </a:ln>
        </p:spPr>
      </p:pic>
      <p:pic>
        <p:nvPicPr>
          <p:cNvPr id="2353" name="Google Shape;2353;p161"/>
          <p:cNvPicPr preferRelativeResize="0"/>
          <p:nvPr/>
        </p:nvPicPr>
        <p:blipFill>
          <a:blip r:embed="rId45">
            <a:alphaModFix/>
          </a:blip>
          <a:stretch>
            <a:fillRect/>
          </a:stretch>
        </p:blipFill>
        <p:spPr>
          <a:xfrm>
            <a:off x="234325" y="4214350"/>
            <a:ext cx="721725" cy="401034"/>
          </a:xfrm>
          <a:prstGeom prst="rect">
            <a:avLst/>
          </a:prstGeom>
          <a:noFill/>
          <a:ln>
            <a:noFill/>
          </a:ln>
        </p:spPr>
      </p:pic>
      <p:pic>
        <p:nvPicPr>
          <p:cNvPr id="2354" name="Google Shape;2354;p161"/>
          <p:cNvPicPr preferRelativeResize="0"/>
          <p:nvPr/>
        </p:nvPicPr>
        <p:blipFill>
          <a:blip r:embed="rId46">
            <a:alphaModFix/>
          </a:blip>
          <a:stretch>
            <a:fillRect/>
          </a:stretch>
        </p:blipFill>
        <p:spPr>
          <a:xfrm>
            <a:off x="2046233" y="4228207"/>
            <a:ext cx="534432" cy="365750"/>
          </a:xfrm>
          <a:prstGeom prst="rect">
            <a:avLst/>
          </a:prstGeom>
          <a:noFill/>
          <a:ln>
            <a:noFill/>
          </a:ln>
        </p:spPr>
      </p:pic>
      <p:pic>
        <p:nvPicPr>
          <p:cNvPr id="2355" name="Google Shape;2355;p161"/>
          <p:cNvPicPr preferRelativeResize="0"/>
          <p:nvPr/>
        </p:nvPicPr>
        <p:blipFill>
          <a:blip r:embed="rId47">
            <a:alphaModFix/>
          </a:blip>
          <a:stretch>
            <a:fillRect/>
          </a:stretch>
        </p:blipFill>
        <p:spPr>
          <a:xfrm>
            <a:off x="2748550" y="4136771"/>
            <a:ext cx="774400" cy="516134"/>
          </a:xfrm>
          <a:prstGeom prst="rect">
            <a:avLst/>
          </a:prstGeom>
          <a:noFill/>
          <a:ln>
            <a:noFill/>
          </a:ln>
        </p:spPr>
      </p:pic>
      <p:pic>
        <p:nvPicPr>
          <p:cNvPr id="2356" name="Google Shape;2356;p161"/>
          <p:cNvPicPr preferRelativeResize="0"/>
          <p:nvPr/>
        </p:nvPicPr>
        <p:blipFill>
          <a:blip r:embed="rId48">
            <a:alphaModFix/>
          </a:blip>
          <a:stretch>
            <a:fillRect/>
          </a:stretch>
        </p:blipFill>
        <p:spPr>
          <a:xfrm>
            <a:off x="4579175" y="4247928"/>
            <a:ext cx="516250" cy="344167"/>
          </a:xfrm>
          <a:prstGeom prst="rect">
            <a:avLst/>
          </a:prstGeom>
          <a:noFill/>
          <a:ln>
            <a:noFill/>
          </a:ln>
        </p:spPr>
      </p:pic>
      <p:pic>
        <p:nvPicPr>
          <p:cNvPr id="2357" name="Google Shape;2357;p161"/>
          <p:cNvPicPr preferRelativeResize="0"/>
          <p:nvPr/>
        </p:nvPicPr>
        <p:blipFill>
          <a:blip r:embed="rId49">
            <a:alphaModFix/>
          </a:blip>
          <a:stretch>
            <a:fillRect/>
          </a:stretch>
        </p:blipFill>
        <p:spPr>
          <a:xfrm>
            <a:off x="3867475" y="4754391"/>
            <a:ext cx="270960" cy="338700"/>
          </a:xfrm>
          <a:prstGeom prst="rect">
            <a:avLst/>
          </a:prstGeom>
          <a:noFill/>
          <a:ln>
            <a:noFill/>
          </a:ln>
        </p:spPr>
      </p:pic>
      <p:pic>
        <p:nvPicPr>
          <p:cNvPr id="2358" name="Google Shape;2358;p161"/>
          <p:cNvPicPr preferRelativeResize="0"/>
          <p:nvPr/>
        </p:nvPicPr>
        <p:blipFill>
          <a:blip r:embed="rId50">
            <a:alphaModFix/>
          </a:blip>
          <a:stretch>
            <a:fillRect/>
          </a:stretch>
        </p:blipFill>
        <p:spPr>
          <a:xfrm>
            <a:off x="412313" y="3732269"/>
            <a:ext cx="365750" cy="365750"/>
          </a:xfrm>
          <a:prstGeom prst="rect">
            <a:avLst/>
          </a:prstGeom>
          <a:noFill/>
          <a:ln>
            <a:noFill/>
          </a:ln>
        </p:spPr>
      </p:pic>
      <p:pic>
        <p:nvPicPr>
          <p:cNvPr id="2359" name="Google Shape;2359;p161"/>
          <p:cNvPicPr preferRelativeResize="0"/>
          <p:nvPr/>
        </p:nvPicPr>
        <p:blipFill>
          <a:blip r:embed="rId51">
            <a:alphaModFix/>
          </a:blip>
          <a:stretch>
            <a:fillRect/>
          </a:stretch>
        </p:blipFill>
        <p:spPr>
          <a:xfrm>
            <a:off x="4471550" y="3693978"/>
            <a:ext cx="731501" cy="442333"/>
          </a:xfrm>
          <a:prstGeom prst="rect">
            <a:avLst/>
          </a:prstGeom>
          <a:noFill/>
          <a:ln>
            <a:noFill/>
          </a:ln>
        </p:spPr>
      </p:pic>
      <p:pic>
        <p:nvPicPr>
          <p:cNvPr id="2360" name="Google Shape;2360;p161"/>
          <p:cNvPicPr preferRelativeResize="0"/>
          <p:nvPr/>
        </p:nvPicPr>
        <p:blipFill>
          <a:blip r:embed="rId52">
            <a:alphaModFix/>
          </a:blip>
          <a:stretch>
            <a:fillRect/>
          </a:stretch>
        </p:blipFill>
        <p:spPr>
          <a:xfrm>
            <a:off x="2877625" y="3728485"/>
            <a:ext cx="516250" cy="373319"/>
          </a:xfrm>
          <a:prstGeom prst="rect">
            <a:avLst/>
          </a:prstGeom>
          <a:noFill/>
          <a:ln>
            <a:noFill/>
          </a:ln>
        </p:spPr>
      </p:pic>
      <p:pic>
        <p:nvPicPr>
          <p:cNvPr id="2361" name="Google Shape;2361;p161"/>
          <p:cNvPicPr preferRelativeResize="0"/>
          <p:nvPr/>
        </p:nvPicPr>
        <p:blipFill>
          <a:blip r:embed="rId53">
            <a:alphaModFix/>
          </a:blip>
          <a:stretch>
            <a:fillRect/>
          </a:stretch>
        </p:blipFill>
        <p:spPr>
          <a:xfrm>
            <a:off x="1998162" y="4845228"/>
            <a:ext cx="630574" cy="157026"/>
          </a:xfrm>
          <a:prstGeom prst="rect">
            <a:avLst/>
          </a:prstGeom>
          <a:noFill/>
          <a:ln>
            <a:noFill/>
          </a:ln>
        </p:spPr>
      </p:pic>
      <p:pic>
        <p:nvPicPr>
          <p:cNvPr id="2362" name="Google Shape;2362;p161"/>
          <p:cNvPicPr preferRelativeResize="0"/>
          <p:nvPr/>
        </p:nvPicPr>
        <p:blipFill>
          <a:blip r:embed="rId54">
            <a:alphaModFix/>
          </a:blip>
          <a:stretch>
            <a:fillRect/>
          </a:stretch>
        </p:blipFill>
        <p:spPr>
          <a:xfrm>
            <a:off x="5364931" y="3834227"/>
            <a:ext cx="679149" cy="161836"/>
          </a:xfrm>
          <a:prstGeom prst="rect">
            <a:avLst/>
          </a:prstGeom>
          <a:noFill/>
          <a:ln>
            <a:noFill/>
          </a:ln>
        </p:spPr>
      </p:pic>
      <p:pic>
        <p:nvPicPr>
          <p:cNvPr id="2363" name="Google Shape;2363;p161"/>
          <p:cNvPicPr preferRelativeResize="0"/>
          <p:nvPr/>
        </p:nvPicPr>
        <p:blipFill>
          <a:blip r:embed="rId55">
            <a:alphaModFix/>
          </a:blip>
          <a:stretch>
            <a:fillRect/>
          </a:stretch>
        </p:blipFill>
        <p:spPr>
          <a:xfrm>
            <a:off x="1123120" y="4740501"/>
            <a:ext cx="658350" cy="366480"/>
          </a:xfrm>
          <a:prstGeom prst="rect">
            <a:avLst/>
          </a:prstGeom>
          <a:noFill/>
          <a:ln>
            <a:noFill/>
          </a:ln>
        </p:spPr>
      </p:pic>
      <p:pic>
        <p:nvPicPr>
          <p:cNvPr id="2364" name="Google Shape;2364;p161"/>
          <p:cNvPicPr preferRelativeResize="0"/>
          <p:nvPr/>
        </p:nvPicPr>
        <p:blipFill>
          <a:blip r:embed="rId56">
            <a:alphaModFix/>
          </a:blip>
          <a:stretch>
            <a:fillRect/>
          </a:stretch>
        </p:blipFill>
        <p:spPr>
          <a:xfrm>
            <a:off x="1205313" y="3754069"/>
            <a:ext cx="493964" cy="322150"/>
          </a:xfrm>
          <a:prstGeom prst="rect">
            <a:avLst/>
          </a:prstGeom>
          <a:noFill/>
          <a:ln>
            <a:noFill/>
          </a:ln>
        </p:spPr>
      </p:pic>
      <p:pic>
        <p:nvPicPr>
          <p:cNvPr id="2365" name="Google Shape;2365;p161" descr="Taking You From Point A to Point Possible - BNSF Logistics"/>
          <p:cNvPicPr preferRelativeResize="0"/>
          <p:nvPr/>
        </p:nvPicPr>
        <p:blipFill rotWithShape="1">
          <a:blip r:embed="rId57">
            <a:alphaModFix/>
          </a:blip>
          <a:srcRect/>
          <a:stretch/>
        </p:blipFill>
        <p:spPr>
          <a:xfrm>
            <a:off x="8191438" y="3845552"/>
            <a:ext cx="534423" cy="137274"/>
          </a:xfrm>
          <a:prstGeom prst="rect">
            <a:avLst/>
          </a:prstGeom>
          <a:noFill/>
          <a:ln>
            <a:noFill/>
          </a:ln>
        </p:spPr>
      </p:pic>
      <p:pic>
        <p:nvPicPr>
          <p:cNvPr id="2366" name="Google Shape;2366;p161"/>
          <p:cNvPicPr preferRelativeResize="0"/>
          <p:nvPr/>
        </p:nvPicPr>
        <p:blipFill>
          <a:blip r:embed="rId58">
            <a:alphaModFix/>
          </a:blip>
          <a:stretch>
            <a:fillRect/>
          </a:stretch>
        </p:blipFill>
        <p:spPr>
          <a:xfrm>
            <a:off x="8050100" y="4782432"/>
            <a:ext cx="774401" cy="125740"/>
          </a:xfrm>
          <a:prstGeom prst="rect">
            <a:avLst/>
          </a:prstGeom>
          <a:noFill/>
          <a:ln>
            <a:noFill/>
          </a:ln>
        </p:spPr>
      </p:pic>
      <p:pic>
        <p:nvPicPr>
          <p:cNvPr id="2367" name="Google Shape;2367;p161"/>
          <p:cNvPicPr preferRelativeResize="0"/>
          <p:nvPr/>
        </p:nvPicPr>
        <p:blipFill>
          <a:blip r:embed="rId59">
            <a:alphaModFix/>
          </a:blip>
          <a:stretch>
            <a:fillRect/>
          </a:stretch>
        </p:blipFill>
        <p:spPr>
          <a:xfrm>
            <a:off x="7173475" y="3794581"/>
            <a:ext cx="608701" cy="182787"/>
          </a:xfrm>
          <a:prstGeom prst="rect">
            <a:avLst/>
          </a:prstGeom>
          <a:noFill/>
          <a:ln>
            <a:noFill/>
          </a:ln>
        </p:spPr>
      </p:pic>
      <p:pic>
        <p:nvPicPr>
          <p:cNvPr id="2368" name="Google Shape;2368;p161"/>
          <p:cNvPicPr preferRelativeResize="0"/>
          <p:nvPr/>
        </p:nvPicPr>
        <p:blipFill>
          <a:blip r:embed="rId60">
            <a:alphaModFix/>
          </a:blip>
          <a:stretch>
            <a:fillRect/>
          </a:stretch>
        </p:blipFill>
        <p:spPr>
          <a:xfrm>
            <a:off x="7095856" y="4740496"/>
            <a:ext cx="731500" cy="264789"/>
          </a:xfrm>
          <a:prstGeom prst="rect">
            <a:avLst/>
          </a:prstGeom>
          <a:noFill/>
          <a:ln>
            <a:noFill/>
          </a:ln>
        </p:spPr>
      </p:pic>
      <p:pic>
        <p:nvPicPr>
          <p:cNvPr id="2369" name="Google Shape;2369;p161"/>
          <p:cNvPicPr preferRelativeResize="0"/>
          <p:nvPr/>
        </p:nvPicPr>
        <p:blipFill>
          <a:blip r:embed="rId61">
            <a:alphaModFix/>
          </a:blip>
          <a:stretch>
            <a:fillRect/>
          </a:stretch>
        </p:blipFill>
        <p:spPr>
          <a:xfrm>
            <a:off x="7289522" y="4222775"/>
            <a:ext cx="344150" cy="344150"/>
          </a:xfrm>
          <a:prstGeom prst="rect">
            <a:avLst/>
          </a:prstGeom>
          <a:noFill/>
          <a:ln>
            <a:noFill/>
          </a:ln>
        </p:spPr>
      </p:pic>
      <p:pic>
        <p:nvPicPr>
          <p:cNvPr id="2370" name="Google Shape;2370;p161"/>
          <p:cNvPicPr preferRelativeResize="0"/>
          <p:nvPr/>
        </p:nvPicPr>
        <p:blipFill>
          <a:blip r:embed="rId62">
            <a:alphaModFix/>
          </a:blip>
          <a:stretch>
            <a:fillRect/>
          </a:stretch>
        </p:blipFill>
        <p:spPr>
          <a:xfrm>
            <a:off x="8154300" y="4225979"/>
            <a:ext cx="608700" cy="337717"/>
          </a:xfrm>
          <a:prstGeom prst="rect">
            <a:avLst/>
          </a:prstGeom>
          <a:noFill/>
          <a:ln>
            <a:noFill/>
          </a:ln>
        </p:spPr>
      </p:pic>
      <p:sp>
        <p:nvSpPr>
          <p:cNvPr id="2371" name="Google Shape;2371;p161"/>
          <p:cNvSpPr/>
          <p:nvPr/>
        </p:nvSpPr>
        <p:spPr>
          <a:xfrm>
            <a:off x="0" y="3665775"/>
            <a:ext cx="9144000" cy="1479300"/>
          </a:xfrm>
          <a:prstGeom prst="rect">
            <a:avLst/>
          </a:prstGeom>
          <a:solidFill>
            <a:srgbClr val="000000">
              <a:alpha val="3671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BM Plex Sans"/>
              <a:ea typeface="IBM Plex Sans"/>
              <a:cs typeface="IBM Plex Sans"/>
              <a:sym typeface="IBM Plex Sans"/>
            </a:endParaRPr>
          </a:p>
        </p:txBody>
      </p:sp>
      <p:sp>
        <p:nvSpPr>
          <p:cNvPr id="2372" name="Google Shape;2372;p161"/>
          <p:cNvSpPr/>
          <p:nvPr/>
        </p:nvSpPr>
        <p:spPr>
          <a:xfrm>
            <a:off x="0" y="-6275"/>
            <a:ext cx="9144000" cy="1498800"/>
          </a:xfrm>
          <a:prstGeom prst="rect">
            <a:avLst/>
          </a:prstGeom>
          <a:solidFill>
            <a:srgbClr val="000000">
              <a:alpha val="3671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BM Plex Sans"/>
              <a:ea typeface="IBM Plex Sans"/>
              <a:cs typeface="IBM Plex Sans"/>
              <a:sym typeface="IBM Plex Sans"/>
            </a:endParaRPr>
          </a:p>
        </p:txBody>
      </p:sp>
      <p:sp>
        <p:nvSpPr>
          <p:cNvPr id="2373" name="Google Shape;2373;p161"/>
          <p:cNvSpPr/>
          <p:nvPr/>
        </p:nvSpPr>
        <p:spPr>
          <a:xfrm>
            <a:off x="0" y="915575"/>
            <a:ext cx="9144000" cy="2985300"/>
          </a:xfrm>
          <a:prstGeom prst="rect">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BM Plex Sans"/>
              <a:ea typeface="IBM Plex Sans"/>
              <a:cs typeface="IBM Plex Sans"/>
              <a:sym typeface="IBM Plex Sans"/>
            </a:endParaRPr>
          </a:p>
        </p:txBody>
      </p:sp>
      <p:sp>
        <p:nvSpPr>
          <p:cNvPr id="2374" name="Google Shape;2374;p161"/>
          <p:cNvSpPr/>
          <p:nvPr/>
        </p:nvSpPr>
        <p:spPr>
          <a:xfrm>
            <a:off x="0" y="1257500"/>
            <a:ext cx="3144600" cy="2643300"/>
          </a:xfrm>
          <a:prstGeom prst="rect">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BM Plex Sans"/>
              <a:ea typeface="IBM Plex Sans"/>
              <a:cs typeface="IBM Plex Sans"/>
              <a:sym typeface="IBM Plex Sans"/>
            </a:endParaRPr>
          </a:p>
        </p:txBody>
      </p:sp>
      <p:sp>
        <p:nvSpPr>
          <p:cNvPr id="2375" name="Google Shape;2375;p161"/>
          <p:cNvSpPr txBox="1"/>
          <p:nvPr/>
        </p:nvSpPr>
        <p:spPr>
          <a:xfrm>
            <a:off x="254750" y="2567538"/>
            <a:ext cx="2717100" cy="10752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 sz="1300">
                <a:solidFill>
                  <a:schemeClr val="lt1"/>
                </a:solidFill>
                <a:latin typeface="IBM Plex Sans"/>
                <a:ea typeface="IBM Plex Sans"/>
                <a:cs typeface="IBM Plex Sans"/>
                <a:sym typeface="IBM Plex Sans"/>
              </a:rPr>
              <a:t>“Speed to market skyrocketed. </a:t>
            </a:r>
            <a:br>
              <a:rPr lang="en" sz="1300">
                <a:solidFill>
                  <a:schemeClr val="lt1"/>
                </a:solidFill>
                <a:latin typeface="IBM Plex Sans"/>
                <a:ea typeface="IBM Plex Sans"/>
                <a:cs typeface="IBM Plex Sans"/>
                <a:sym typeface="IBM Plex Sans"/>
              </a:rPr>
            </a:br>
            <a:r>
              <a:rPr lang="en" sz="1300" b="1">
                <a:solidFill>
                  <a:schemeClr val="lt1"/>
                </a:solidFill>
                <a:latin typeface="IBM Plex Sans"/>
                <a:ea typeface="IBM Plex Sans"/>
                <a:cs typeface="IBM Plex Sans"/>
                <a:sym typeface="IBM Plex Sans"/>
              </a:rPr>
              <a:t>What took engineers 4–5 days, </a:t>
            </a:r>
            <a:r>
              <a:rPr lang="en" sz="1300">
                <a:solidFill>
                  <a:schemeClr val="lt1"/>
                </a:solidFill>
                <a:latin typeface="IBM Plex Sans"/>
                <a:ea typeface="IBM Plex Sans"/>
                <a:cs typeface="IBM Plex Sans"/>
                <a:sym typeface="IBM Plex Sans"/>
              </a:rPr>
              <a:t>product owners </a:t>
            </a:r>
            <a:r>
              <a:rPr lang="en" sz="1300" b="1">
                <a:solidFill>
                  <a:schemeClr val="lt1"/>
                </a:solidFill>
                <a:latin typeface="IBM Plex Sans"/>
                <a:ea typeface="IBM Plex Sans"/>
                <a:cs typeface="IBM Plex Sans"/>
                <a:sym typeface="IBM Plex Sans"/>
              </a:rPr>
              <a:t>now do in 1–2 hours</a:t>
            </a:r>
            <a:r>
              <a:rPr lang="en" sz="1300">
                <a:solidFill>
                  <a:schemeClr val="lt1"/>
                </a:solidFill>
                <a:latin typeface="IBM Plex Sans"/>
                <a:ea typeface="IBM Plex Sans"/>
                <a:cs typeface="IBM Plex Sans"/>
                <a:sym typeface="IBM Plex Sans"/>
              </a:rPr>
              <a:t> with Camunda.”</a:t>
            </a:r>
            <a:endParaRPr sz="1300">
              <a:solidFill>
                <a:schemeClr val="dk1"/>
              </a:solidFill>
              <a:latin typeface="IBM Plex Sans"/>
              <a:ea typeface="IBM Plex Sans"/>
              <a:cs typeface="IBM Plex Sans"/>
              <a:sym typeface="IBM Plex Sans"/>
            </a:endParaRPr>
          </a:p>
        </p:txBody>
      </p:sp>
      <p:pic>
        <p:nvPicPr>
          <p:cNvPr id="2376" name="Google Shape;2376;p161" title="CapOne.png"/>
          <p:cNvPicPr preferRelativeResize="0"/>
          <p:nvPr/>
        </p:nvPicPr>
        <p:blipFill rotWithShape="1">
          <a:blip r:embed="rId63">
            <a:alphaModFix/>
          </a:blip>
          <a:srcRect t="7713" b="7705"/>
          <a:stretch/>
        </p:blipFill>
        <p:spPr>
          <a:xfrm>
            <a:off x="735287" y="1994225"/>
            <a:ext cx="1434000" cy="514675"/>
          </a:xfrm>
          <a:prstGeom prst="rect">
            <a:avLst/>
          </a:prstGeom>
          <a:noFill/>
          <a:ln>
            <a:noFill/>
          </a:ln>
        </p:spPr>
      </p:pic>
      <p:sp>
        <p:nvSpPr>
          <p:cNvPr id="2377" name="Google Shape;2377;p161"/>
          <p:cNvSpPr txBox="1"/>
          <p:nvPr/>
        </p:nvSpPr>
        <p:spPr>
          <a:xfrm>
            <a:off x="3144600" y="2567538"/>
            <a:ext cx="2717100" cy="10752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 sz="1300">
                <a:solidFill>
                  <a:schemeClr val="lt1"/>
                </a:solidFill>
                <a:latin typeface="IBM Plex Sans"/>
                <a:ea typeface="IBM Plex Sans"/>
                <a:cs typeface="IBM Plex Sans"/>
                <a:sym typeface="IBM Plex Sans"/>
              </a:rPr>
              <a:t>“We increased the automation rate by </a:t>
            </a:r>
            <a:r>
              <a:rPr lang="en" sz="1300" b="1">
                <a:solidFill>
                  <a:schemeClr val="lt1"/>
                </a:solidFill>
                <a:latin typeface="IBM Plex Sans"/>
                <a:ea typeface="IBM Plex Sans"/>
                <a:cs typeface="IBM Plex Sans"/>
                <a:sym typeface="IBM Plex Sans"/>
              </a:rPr>
              <a:t>more than 65%</a:t>
            </a:r>
            <a:r>
              <a:rPr lang="en" sz="1300">
                <a:solidFill>
                  <a:schemeClr val="lt1"/>
                </a:solidFill>
                <a:latin typeface="IBM Plex Sans"/>
                <a:ea typeface="IBM Plex Sans"/>
                <a:cs typeface="IBM Plex Sans"/>
                <a:sym typeface="IBM Plex Sans"/>
              </a:rPr>
              <a:t> and reduced average claim process time by </a:t>
            </a:r>
            <a:r>
              <a:rPr lang="en" sz="1300" b="1">
                <a:solidFill>
                  <a:schemeClr val="lt1"/>
                </a:solidFill>
                <a:latin typeface="IBM Plex Sans"/>
                <a:ea typeface="IBM Plex Sans"/>
                <a:cs typeface="IBM Plex Sans"/>
                <a:sym typeface="IBM Plex Sans"/>
              </a:rPr>
              <a:t>over one-third.</a:t>
            </a:r>
            <a:r>
              <a:rPr lang="en" sz="1300">
                <a:solidFill>
                  <a:schemeClr val="lt1"/>
                </a:solidFill>
                <a:latin typeface="IBM Plex Sans"/>
                <a:ea typeface="IBM Plex Sans"/>
                <a:cs typeface="IBM Plex Sans"/>
                <a:sym typeface="IBM Plex Sans"/>
              </a:rPr>
              <a:t>”</a:t>
            </a:r>
            <a:endParaRPr sz="1300">
              <a:solidFill>
                <a:schemeClr val="lt1"/>
              </a:solidFill>
              <a:latin typeface="IBM Plex Sans"/>
              <a:ea typeface="IBM Plex Sans"/>
              <a:cs typeface="IBM Plex Sans"/>
              <a:sym typeface="IBM Plex Sans"/>
            </a:endParaRPr>
          </a:p>
        </p:txBody>
      </p:sp>
      <p:sp>
        <p:nvSpPr>
          <p:cNvPr id="2378" name="Google Shape;2378;p161"/>
          <p:cNvSpPr txBox="1"/>
          <p:nvPr/>
        </p:nvSpPr>
        <p:spPr>
          <a:xfrm>
            <a:off x="6120275" y="2567550"/>
            <a:ext cx="2851200" cy="10752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 sz="1300">
                <a:solidFill>
                  <a:schemeClr val="lt1"/>
                </a:solidFill>
                <a:latin typeface="IBM Plex Sans"/>
                <a:ea typeface="IBM Plex Sans"/>
                <a:cs typeface="IBM Plex Sans"/>
                <a:sym typeface="IBM Plex Sans"/>
              </a:rPr>
              <a:t>“We </a:t>
            </a:r>
            <a:r>
              <a:rPr lang="en" sz="1300" b="1">
                <a:solidFill>
                  <a:schemeClr val="lt1"/>
                </a:solidFill>
                <a:latin typeface="IBM Plex Sans"/>
                <a:ea typeface="IBM Plex Sans"/>
                <a:cs typeface="IBM Plex Sans"/>
                <a:sym typeface="IBM Plex Sans"/>
              </a:rPr>
              <a:t>injected AI</a:t>
            </a:r>
            <a:r>
              <a:rPr lang="en" sz="1300">
                <a:solidFill>
                  <a:schemeClr val="lt1"/>
                </a:solidFill>
                <a:latin typeface="IBM Plex Sans"/>
                <a:ea typeface="IBM Plex Sans"/>
                <a:cs typeface="IBM Plex Sans"/>
                <a:sym typeface="IBM Plex Sans"/>
              </a:rPr>
              <a:t> into our money transfers process, resulting in </a:t>
            </a:r>
            <a:br>
              <a:rPr lang="en" sz="1300">
                <a:solidFill>
                  <a:schemeClr val="lt1"/>
                </a:solidFill>
                <a:latin typeface="IBM Plex Sans"/>
                <a:ea typeface="IBM Plex Sans"/>
                <a:cs typeface="IBM Plex Sans"/>
                <a:sym typeface="IBM Plex Sans"/>
              </a:rPr>
            </a:br>
            <a:r>
              <a:rPr lang="en" sz="1300" b="1">
                <a:solidFill>
                  <a:schemeClr val="lt1"/>
                </a:solidFill>
                <a:latin typeface="IBM Plex Sans"/>
                <a:ea typeface="IBM Plex Sans"/>
                <a:cs typeface="IBM Plex Sans"/>
                <a:sym typeface="IBM Plex Sans"/>
              </a:rPr>
              <a:t>6x faster payment</a:t>
            </a:r>
            <a:r>
              <a:rPr lang="en" sz="1300">
                <a:solidFill>
                  <a:schemeClr val="lt1"/>
                </a:solidFill>
                <a:latin typeface="IBM Plex Sans"/>
                <a:ea typeface="IBM Plex Sans"/>
                <a:cs typeface="IBM Plex Sans"/>
                <a:sym typeface="IBM Plex Sans"/>
              </a:rPr>
              <a:t> transfers, </a:t>
            </a:r>
            <a:br>
              <a:rPr lang="en" sz="1300">
                <a:solidFill>
                  <a:schemeClr val="lt1"/>
                </a:solidFill>
                <a:latin typeface="IBM Plex Sans"/>
                <a:ea typeface="IBM Plex Sans"/>
                <a:cs typeface="IBM Plex Sans"/>
                <a:sym typeface="IBM Plex Sans"/>
              </a:rPr>
            </a:br>
            <a:r>
              <a:rPr lang="en" sz="1300">
                <a:solidFill>
                  <a:schemeClr val="lt1"/>
                </a:solidFill>
                <a:latin typeface="IBM Plex Sans"/>
                <a:ea typeface="IBM Plex Sans"/>
                <a:cs typeface="IBM Plex Sans"/>
                <a:sym typeface="IBM Plex Sans"/>
              </a:rPr>
              <a:t>and </a:t>
            </a:r>
            <a:r>
              <a:rPr lang="en" sz="1300" b="1">
                <a:solidFill>
                  <a:schemeClr val="lt1"/>
                </a:solidFill>
                <a:latin typeface="IBM Plex Sans"/>
                <a:ea typeface="IBM Plex Sans"/>
                <a:cs typeface="IBM Plex Sans"/>
                <a:sym typeface="IBM Plex Sans"/>
              </a:rPr>
              <a:t>50% fewer errors.</a:t>
            </a:r>
            <a:r>
              <a:rPr lang="en" sz="1300">
                <a:solidFill>
                  <a:schemeClr val="lt1"/>
                </a:solidFill>
                <a:latin typeface="IBM Plex Sans"/>
                <a:ea typeface="IBM Plex Sans"/>
                <a:cs typeface="IBM Plex Sans"/>
                <a:sym typeface="IBM Plex Sans"/>
              </a:rPr>
              <a:t>”</a:t>
            </a:r>
            <a:endParaRPr sz="1300">
              <a:solidFill>
                <a:schemeClr val="lt1"/>
              </a:solidFill>
              <a:latin typeface="IBM Plex Sans"/>
              <a:ea typeface="IBM Plex Sans"/>
              <a:cs typeface="IBM Plex Sans"/>
              <a:sym typeface="IBM Plex Sans"/>
            </a:endParaRPr>
          </a:p>
        </p:txBody>
      </p:sp>
      <p:pic>
        <p:nvPicPr>
          <p:cNvPr id="2379" name="Google Shape;2379;p161"/>
          <p:cNvPicPr preferRelativeResize="0"/>
          <p:nvPr/>
        </p:nvPicPr>
        <p:blipFill>
          <a:blip r:embed="rId64">
            <a:alphaModFix/>
          </a:blip>
          <a:stretch>
            <a:fillRect/>
          </a:stretch>
        </p:blipFill>
        <p:spPr>
          <a:xfrm>
            <a:off x="6570772" y="2088973"/>
            <a:ext cx="1434010" cy="277950"/>
          </a:xfrm>
          <a:prstGeom prst="rect">
            <a:avLst/>
          </a:prstGeom>
          <a:noFill/>
          <a:ln>
            <a:noFill/>
          </a:ln>
        </p:spPr>
      </p:pic>
      <p:sp>
        <p:nvSpPr>
          <p:cNvPr id="2380" name="Google Shape;2380;p161"/>
          <p:cNvSpPr txBox="1"/>
          <p:nvPr/>
        </p:nvSpPr>
        <p:spPr>
          <a:xfrm>
            <a:off x="856450" y="1150925"/>
            <a:ext cx="7431000" cy="5850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2600" b="1">
                <a:solidFill>
                  <a:schemeClr val="lt2"/>
                </a:solidFill>
                <a:latin typeface="IBM Plex Sans"/>
                <a:ea typeface="IBM Plex Sans"/>
                <a:cs typeface="IBM Plex Sans"/>
                <a:sym typeface="IBM Plex Sans"/>
              </a:rPr>
              <a:t>From idea to production with total control</a:t>
            </a:r>
            <a:endParaRPr sz="2600" b="1">
              <a:solidFill>
                <a:schemeClr val="lt2"/>
              </a:solidFill>
              <a:latin typeface="IBM Plex Sans"/>
              <a:ea typeface="IBM Plex Sans"/>
              <a:cs typeface="IBM Plex Sans"/>
              <a:sym typeface="IBM Plex Sans"/>
            </a:endParaRPr>
          </a:p>
        </p:txBody>
      </p:sp>
      <p:grpSp>
        <p:nvGrpSpPr>
          <p:cNvPr id="2381" name="Google Shape;2381;p161"/>
          <p:cNvGrpSpPr/>
          <p:nvPr/>
        </p:nvGrpSpPr>
        <p:grpSpPr>
          <a:xfrm>
            <a:off x="3476759" y="1954849"/>
            <a:ext cx="1922252" cy="585033"/>
            <a:chOff x="-4989325" y="1565750"/>
            <a:chExt cx="3505200" cy="1066800"/>
          </a:xfrm>
        </p:grpSpPr>
        <p:pic>
          <p:nvPicPr>
            <p:cNvPr id="2382" name="Google Shape;2382;p161"/>
            <p:cNvPicPr preferRelativeResize="0"/>
            <p:nvPr/>
          </p:nvPicPr>
          <p:blipFill rotWithShape="1">
            <a:blip r:embed="rId65">
              <a:alphaModFix/>
            </a:blip>
            <a:srcRect l="52376"/>
            <a:stretch/>
          </p:blipFill>
          <p:spPr>
            <a:xfrm>
              <a:off x="-3752125" y="1565750"/>
              <a:ext cx="2268000" cy="1066800"/>
            </a:xfrm>
            <a:prstGeom prst="rect">
              <a:avLst/>
            </a:prstGeom>
            <a:noFill/>
            <a:ln>
              <a:noFill/>
            </a:ln>
          </p:spPr>
        </p:pic>
        <p:pic>
          <p:nvPicPr>
            <p:cNvPr id="2383" name="Google Shape;2383;p161"/>
            <p:cNvPicPr preferRelativeResize="0"/>
            <p:nvPr/>
          </p:nvPicPr>
          <p:blipFill rotWithShape="1">
            <a:blip r:embed="rId65">
              <a:alphaModFix/>
            </a:blip>
            <a:srcRect r="74021"/>
            <a:stretch/>
          </p:blipFill>
          <p:spPr>
            <a:xfrm>
              <a:off x="-4989325" y="1565750"/>
              <a:ext cx="1237200" cy="1066800"/>
            </a:xfrm>
            <a:prstGeom prst="rect">
              <a:avLst/>
            </a:prstGeom>
            <a:noFill/>
            <a:ln>
              <a:noFill/>
            </a:ln>
          </p:spPr>
        </p:pic>
      </p:gr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387"/>
        <p:cNvGrpSpPr/>
        <p:nvPr/>
      </p:nvGrpSpPr>
      <p:grpSpPr>
        <a:xfrm>
          <a:off x="0" y="0"/>
          <a:ext cx="0" cy="0"/>
          <a:chOff x="0" y="0"/>
          <a:chExt cx="0" cy="0"/>
        </a:xfrm>
      </p:grpSpPr>
      <p:sp>
        <p:nvSpPr>
          <p:cNvPr id="2388" name="Google Shape;2388;p162"/>
          <p:cNvSpPr txBox="1">
            <a:spLocks noGrp="1"/>
          </p:cNvSpPr>
          <p:nvPr>
            <p:ph type="body" idx="4294967295"/>
          </p:nvPr>
        </p:nvSpPr>
        <p:spPr>
          <a:xfrm>
            <a:off x="1359126" y="3494275"/>
            <a:ext cx="2964900" cy="1093200"/>
          </a:xfrm>
          <a:prstGeom prst="rect">
            <a:avLst/>
          </a:prstGeom>
        </p:spPr>
        <p:txBody>
          <a:bodyPr spcFirstLastPara="1" wrap="square" lIns="0" tIns="0" rIns="0" bIns="0" anchor="t" anchorCtr="0">
            <a:normAutofit/>
          </a:bodyPr>
          <a:lstStyle/>
          <a:p>
            <a:pPr marL="0" lvl="0" indent="0" algn="l" rtl="0">
              <a:spcBef>
                <a:spcPts val="0"/>
              </a:spcBef>
              <a:spcAft>
                <a:spcPts val="1200"/>
              </a:spcAft>
              <a:buNone/>
            </a:pPr>
            <a:r>
              <a:rPr lang="en" sz="1500">
                <a:solidFill>
                  <a:schemeClr val="lt1"/>
                </a:solidFill>
              </a:rPr>
              <a:t>Handle millions of concurrent interactions without slowing down or bottlenecks</a:t>
            </a:r>
            <a:endParaRPr sz="1500">
              <a:solidFill>
                <a:schemeClr val="lt1"/>
              </a:solidFill>
            </a:endParaRPr>
          </a:p>
        </p:txBody>
      </p:sp>
      <p:sp>
        <p:nvSpPr>
          <p:cNvPr id="2389" name="Google Shape;2389;p162"/>
          <p:cNvSpPr txBox="1">
            <a:spLocks noGrp="1"/>
          </p:cNvSpPr>
          <p:nvPr>
            <p:ph type="title"/>
          </p:nvPr>
        </p:nvSpPr>
        <p:spPr>
          <a:xfrm>
            <a:off x="457200" y="342900"/>
            <a:ext cx="8229600" cy="903300"/>
          </a:xfrm>
          <a:prstGeom prst="rect">
            <a:avLst/>
          </a:prstGeom>
        </p:spPr>
        <p:txBody>
          <a:bodyPr spcFirstLastPara="1" wrap="square" lIns="0" tIns="0" rIns="0" bIns="0" anchor="t" anchorCtr="0">
            <a:normAutofit/>
          </a:bodyPr>
          <a:lstStyle/>
          <a:p>
            <a:pPr marL="0" lvl="0" indent="0" algn="l" rtl="0">
              <a:spcBef>
                <a:spcPts val="0"/>
              </a:spcBef>
              <a:spcAft>
                <a:spcPts val="0"/>
              </a:spcAft>
              <a:buNone/>
            </a:pPr>
            <a:r>
              <a:rPr lang="en" sz="2800"/>
              <a:t>Key benefits of agentic orchestration</a:t>
            </a:r>
            <a:endParaRPr sz="2800"/>
          </a:p>
        </p:txBody>
      </p:sp>
      <p:sp>
        <p:nvSpPr>
          <p:cNvPr id="2390" name="Google Shape;2390;p162"/>
          <p:cNvSpPr txBox="1">
            <a:spLocks noGrp="1"/>
          </p:cNvSpPr>
          <p:nvPr>
            <p:ph type="subTitle" idx="4294967295"/>
          </p:nvPr>
        </p:nvSpPr>
        <p:spPr>
          <a:xfrm>
            <a:off x="1346575" y="1570000"/>
            <a:ext cx="2684100" cy="311400"/>
          </a:xfrm>
          <a:prstGeom prst="rect">
            <a:avLst/>
          </a:prstGeom>
        </p:spPr>
        <p:txBody>
          <a:bodyPr spcFirstLastPara="1" wrap="square" lIns="0" tIns="0" rIns="0" bIns="0" anchor="t" anchorCtr="0">
            <a:normAutofit fontScale="55000" lnSpcReduction="20000"/>
          </a:bodyPr>
          <a:lstStyle/>
          <a:p>
            <a:pPr marL="0" lvl="0" indent="0" algn="l" rtl="0">
              <a:spcBef>
                <a:spcPts val="0"/>
              </a:spcBef>
              <a:spcAft>
                <a:spcPts val="1200"/>
              </a:spcAft>
              <a:buNone/>
            </a:pPr>
            <a:r>
              <a:rPr lang="en" sz="1900" b="1">
                <a:solidFill>
                  <a:schemeClr val="lt1"/>
                </a:solidFill>
                <a:latin typeface="IBM Plex Sans"/>
                <a:ea typeface="IBM Plex Sans"/>
                <a:cs typeface="IBM Plex Sans"/>
                <a:sym typeface="IBM Plex Sans"/>
              </a:rPr>
              <a:t>Full Transparency</a:t>
            </a:r>
            <a:endParaRPr sz="1900" b="1">
              <a:solidFill>
                <a:schemeClr val="lt1"/>
              </a:solidFill>
              <a:latin typeface="IBM Plex Sans"/>
              <a:ea typeface="IBM Plex Sans"/>
              <a:cs typeface="IBM Plex Sans"/>
              <a:sym typeface="IBM Plex Sans"/>
            </a:endParaRPr>
          </a:p>
        </p:txBody>
      </p:sp>
      <p:sp>
        <p:nvSpPr>
          <p:cNvPr id="2391" name="Google Shape;2391;p162"/>
          <p:cNvSpPr txBox="1">
            <a:spLocks noGrp="1"/>
          </p:cNvSpPr>
          <p:nvPr>
            <p:ph type="subTitle" idx="4294967295"/>
          </p:nvPr>
        </p:nvSpPr>
        <p:spPr>
          <a:xfrm>
            <a:off x="1346575" y="3091140"/>
            <a:ext cx="2684100" cy="311400"/>
          </a:xfrm>
          <a:prstGeom prst="rect">
            <a:avLst/>
          </a:prstGeom>
        </p:spPr>
        <p:txBody>
          <a:bodyPr spcFirstLastPara="1" wrap="square" lIns="0" tIns="0" rIns="0" bIns="0" anchor="t" anchorCtr="0">
            <a:normAutofit fontScale="55000" lnSpcReduction="20000"/>
          </a:bodyPr>
          <a:lstStyle/>
          <a:p>
            <a:pPr marL="0" lvl="0" indent="0" algn="l" rtl="0">
              <a:spcBef>
                <a:spcPts val="0"/>
              </a:spcBef>
              <a:spcAft>
                <a:spcPts val="1200"/>
              </a:spcAft>
              <a:buNone/>
            </a:pPr>
            <a:r>
              <a:rPr lang="en" sz="1900" b="1">
                <a:solidFill>
                  <a:schemeClr val="lt1"/>
                </a:solidFill>
                <a:latin typeface="IBM Plex Sans"/>
                <a:ea typeface="IBM Plex Sans"/>
                <a:cs typeface="IBM Plex Sans"/>
                <a:sym typeface="IBM Plex Sans"/>
              </a:rPr>
              <a:t>Performance at Scale</a:t>
            </a:r>
            <a:endParaRPr sz="1900" b="1">
              <a:solidFill>
                <a:schemeClr val="lt1"/>
              </a:solidFill>
              <a:latin typeface="IBM Plex Sans"/>
              <a:ea typeface="IBM Plex Sans"/>
              <a:cs typeface="IBM Plex Sans"/>
              <a:sym typeface="IBM Plex Sans"/>
            </a:endParaRPr>
          </a:p>
        </p:txBody>
      </p:sp>
      <p:sp>
        <p:nvSpPr>
          <p:cNvPr id="2392" name="Google Shape;2392;p162"/>
          <p:cNvSpPr txBox="1">
            <a:spLocks noGrp="1"/>
          </p:cNvSpPr>
          <p:nvPr>
            <p:ph type="subTitle" idx="4294967295"/>
          </p:nvPr>
        </p:nvSpPr>
        <p:spPr>
          <a:xfrm>
            <a:off x="5536641" y="1570013"/>
            <a:ext cx="3226500" cy="525300"/>
          </a:xfrm>
          <a:prstGeom prst="rect">
            <a:avLst/>
          </a:prstGeom>
        </p:spPr>
        <p:txBody>
          <a:bodyPr spcFirstLastPara="1" wrap="square" lIns="0" tIns="0" rIns="0" bIns="0" anchor="t" anchorCtr="0">
            <a:normAutofit/>
          </a:bodyPr>
          <a:lstStyle/>
          <a:p>
            <a:pPr marL="0" lvl="0" indent="0" algn="l" rtl="0">
              <a:spcBef>
                <a:spcPts val="0"/>
              </a:spcBef>
              <a:spcAft>
                <a:spcPts val="1200"/>
              </a:spcAft>
              <a:buNone/>
            </a:pPr>
            <a:r>
              <a:rPr lang="en" sz="1900" b="1">
                <a:solidFill>
                  <a:schemeClr val="lt1"/>
                </a:solidFill>
                <a:latin typeface="IBM Plex Sans"/>
                <a:ea typeface="IBM Plex Sans"/>
                <a:cs typeface="IBM Plex Sans"/>
                <a:sym typeface="IBM Plex Sans"/>
              </a:rPr>
              <a:t>Dynamic Oversight</a:t>
            </a:r>
            <a:endParaRPr sz="1900" b="1">
              <a:solidFill>
                <a:schemeClr val="lt1"/>
              </a:solidFill>
              <a:latin typeface="IBM Plex Sans"/>
              <a:ea typeface="IBM Plex Sans"/>
              <a:cs typeface="IBM Plex Sans"/>
              <a:sym typeface="IBM Plex Sans"/>
            </a:endParaRPr>
          </a:p>
        </p:txBody>
      </p:sp>
      <p:sp>
        <p:nvSpPr>
          <p:cNvPr id="2393" name="Google Shape;2393;p162"/>
          <p:cNvSpPr txBox="1">
            <a:spLocks noGrp="1"/>
          </p:cNvSpPr>
          <p:nvPr>
            <p:ph type="body" idx="4294967295"/>
          </p:nvPr>
        </p:nvSpPr>
        <p:spPr>
          <a:xfrm>
            <a:off x="5549174" y="1973125"/>
            <a:ext cx="2909400" cy="903300"/>
          </a:xfrm>
          <a:prstGeom prst="rect">
            <a:avLst/>
          </a:prstGeom>
        </p:spPr>
        <p:txBody>
          <a:bodyPr spcFirstLastPara="1" wrap="square" lIns="0" tIns="0" rIns="0" bIns="0" anchor="t" anchorCtr="0">
            <a:normAutofit lnSpcReduction="10000"/>
          </a:bodyPr>
          <a:lstStyle/>
          <a:p>
            <a:pPr marL="0" lvl="0" indent="0" algn="l" rtl="0">
              <a:spcBef>
                <a:spcPts val="0"/>
              </a:spcBef>
              <a:spcAft>
                <a:spcPts val="1200"/>
              </a:spcAft>
              <a:buNone/>
            </a:pPr>
            <a:r>
              <a:rPr lang="en" sz="1500">
                <a:solidFill>
                  <a:schemeClr val="lt1"/>
                </a:solidFill>
              </a:rPr>
              <a:t>Precisely control and see every action for consistent experiences and compliance</a:t>
            </a:r>
            <a:endParaRPr sz="1500">
              <a:solidFill>
                <a:schemeClr val="lt1"/>
              </a:solidFill>
            </a:endParaRPr>
          </a:p>
        </p:txBody>
      </p:sp>
      <p:sp>
        <p:nvSpPr>
          <p:cNvPr id="2394" name="Google Shape;2394;p162"/>
          <p:cNvSpPr txBox="1">
            <a:spLocks noGrp="1"/>
          </p:cNvSpPr>
          <p:nvPr>
            <p:ph type="subTitle" idx="4294967295"/>
          </p:nvPr>
        </p:nvSpPr>
        <p:spPr>
          <a:xfrm>
            <a:off x="5536641" y="3091152"/>
            <a:ext cx="3226500" cy="311400"/>
          </a:xfrm>
          <a:prstGeom prst="rect">
            <a:avLst/>
          </a:prstGeom>
        </p:spPr>
        <p:txBody>
          <a:bodyPr spcFirstLastPara="1" wrap="square" lIns="0" tIns="0" rIns="0" bIns="0" anchor="t" anchorCtr="0">
            <a:normAutofit fontScale="55000" lnSpcReduction="20000"/>
          </a:bodyPr>
          <a:lstStyle/>
          <a:p>
            <a:pPr marL="0" lvl="0" indent="0" algn="l" rtl="0">
              <a:spcBef>
                <a:spcPts val="0"/>
              </a:spcBef>
              <a:spcAft>
                <a:spcPts val="1200"/>
              </a:spcAft>
              <a:buNone/>
            </a:pPr>
            <a:r>
              <a:rPr lang="en" sz="1900" b="1">
                <a:solidFill>
                  <a:schemeClr val="lt1"/>
                </a:solidFill>
                <a:latin typeface="IBM Plex Sans"/>
                <a:ea typeface="IBM Plex Sans"/>
                <a:cs typeface="IBM Plex Sans"/>
                <a:sym typeface="IBM Plex Sans"/>
              </a:rPr>
              <a:t>Context That Persists</a:t>
            </a:r>
            <a:endParaRPr sz="1900" b="1">
              <a:solidFill>
                <a:schemeClr val="lt1"/>
              </a:solidFill>
              <a:latin typeface="IBM Plex Sans"/>
              <a:ea typeface="IBM Plex Sans"/>
              <a:cs typeface="IBM Plex Sans"/>
              <a:sym typeface="IBM Plex Sans"/>
            </a:endParaRPr>
          </a:p>
        </p:txBody>
      </p:sp>
      <p:sp>
        <p:nvSpPr>
          <p:cNvPr id="2395" name="Google Shape;2395;p162"/>
          <p:cNvSpPr txBox="1">
            <a:spLocks noGrp="1"/>
          </p:cNvSpPr>
          <p:nvPr>
            <p:ph type="body" idx="4294967295"/>
          </p:nvPr>
        </p:nvSpPr>
        <p:spPr>
          <a:xfrm>
            <a:off x="5549174" y="3494250"/>
            <a:ext cx="2909400" cy="903300"/>
          </a:xfrm>
          <a:prstGeom prst="rect">
            <a:avLst/>
          </a:prstGeom>
        </p:spPr>
        <p:txBody>
          <a:bodyPr spcFirstLastPara="1" wrap="square" lIns="0" tIns="0" rIns="0" bIns="0" anchor="t" anchorCtr="0">
            <a:normAutofit/>
          </a:bodyPr>
          <a:lstStyle/>
          <a:p>
            <a:pPr marL="0" lvl="0" indent="0" algn="l" rtl="0">
              <a:spcBef>
                <a:spcPts val="0"/>
              </a:spcBef>
              <a:spcAft>
                <a:spcPts val="1200"/>
              </a:spcAft>
              <a:buNone/>
            </a:pPr>
            <a:r>
              <a:rPr lang="en" sz="1500">
                <a:solidFill>
                  <a:schemeClr val="lt1"/>
                </a:solidFill>
              </a:rPr>
              <a:t>Keeps memory over any length of time; from milliseconds to years</a:t>
            </a:r>
            <a:endParaRPr sz="1500">
              <a:solidFill>
                <a:schemeClr val="lt1"/>
              </a:solidFill>
            </a:endParaRPr>
          </a:p>
        </p:txBody>
      </p:sp>
      <p:sp>
        <p:nvSpPr>
          <p:cNvPr id="2396" name="Google Shape;2396;p162"/>
          <p:cNvSpPr txBox="1">
            <a:spLocks noGrp="1"/>
          </p:cNvSpPr>
          <p:nvPr>
            <p:ph type="subTitle" idx="4294967295"/>
          </p:nvPr>
        </p:nvSpPr>
        <p:spPr>
          <a:xfrm>
            <a:off x="15799500" y="1570000"/>
            <a:ext cx="2964900" cy="525300"/>
          </a:xfrm>
          <a:prstGeom prst="rect">
            <a:avLst/>
          </a:prstGeom>
          <a:effectLst>
            <a:outerShdw blurRad="57150" dist="19050" dir="5400000" algn="bl" rotWithShape="0">
              <a:srgbClr val="000000">
                <a:alpha val="50000"/>
              </a:srgbClr>
            </a:outerShdw>
          </a:effectLst>
        </p:spPr>
        <p:txBody>
          <a:bodyPr spcFirstLastPara="1" wrap="square" lIns="0" tIns="0" rIns="0" bIns="0" anchor="t" anchorCtr="0">
            <a:normAutofit/>
          </a:bodyPr>
          <a:lstStyle/>
          <a:p>
            <a:pPr marL="0" lvl="0" indent="0" algn="l" rtl="0">
              <a:spcBef>
                <a:spcPts val="0"/>
              </a:spcBef>
              <a:spcAft>
                <a:spcPts val="1200"/>
              </a:spcAft>
              <a:buNone/>
            </a:pPr>
            <a:r>
              <a:rPr lang="en" sz="2000" b="1">
                <a:latin typeface="IBM Plex Sans"/>
                <a:ea typeface="IBM Plex Sans"/>
                <a:cs typeface="IBM Plex Sans"/>
                <a:sym typeface="IBM Plex Sans"/>
              </a:rPr>
              <a:t>Orchestrated Control</a:t>
            </a:r>
            <a:endParaRPr sz="2000" b="1">
              <a:latin typeface="IBM Plex Sans"/>
              <a:ea typeface="IBM Plex Sans"/>
              <a:cs typeface="IBM Plex Sans"/>
              <a:sym typeface="IBM Plex Sans"/>
            </a:endParaRPr>
          </a:p>
        </p:txBody>
      </p:sp>
      <p:sp>
        <p:nvSpPr>
          <p:cNvPr id="2397" name="Google Shape;2397;p162"/>
          <p:cNvSpPr txBox="1">
            <a:spLocks noGrp="1"/>
          </p:cNvSpPr>
          <p:nvPr>
            <p:ph type="body" idx="4294967295"/>
          </p:nvPr>
        </p:nvSpPr>
        <p:spPr>
          <a:xfrm>
            <a:off x="15811025" y="1973113"/>
            <a:ext cx="2467800" cy="903300"/>
          </a:xfrm>
          <a:prstGeom prst="rect">
            <a:avLst/>
          </a:prstGeom>
          <a:effectLst>
            <a:outerShdw blurRad="57150" dist="19050" dir="5400000" algn="bl" rotWithShape="0">
              <a:srgbClr val="000000">
                <a:alpha val="50000"/>
              </a:srgbClr>
            </a:outerShdw>
          </a:effectLst>
        </p:spPr>
        <p:txBody>
          <a:bodyPr spcFirstLastPara="1" wrap="square" lIns="0" tIns="0" rIns="0" bIns="0" anchor="t" anchorCtr="0">
            <a:normAutofit lnSpcReduction="10000"/>
          </a:bodyPr>
          <a:lstStyle/>
          <a:p>
            <a:pPr marL="0" lvl="0" indent="0" algn="l" rtl="0">
              <a:spcBef>
                <a:spcPts val="0"/>
              </a:spcBef>
              <a:spcAft>
                <a:spcPts val="1200"/>
              </a:spcAft>
              <a:buNone/>
            </a:pPr>
            <a:r>
              <a:rPr lang="en" sz="1500"/>
              <a:t>Ensure consistent experiences and maintain compliance with policies</a:t>
            </a:r>
            <a:endParaRPr sz="1500"/>
          </a:p>
        </p:txBody>
      </p:sp>
      <p:sp>
        <p:nvSpPr>
          <p:cNvPr id="2398" name="Google Shape;2398;p162"/>
          <p:cNvSpPr txBox="1">
            <a:spLocks noGrp="1"/>
          </p:cNvSpPr>
          <p:nvPr>
            <p:ph type="subTitle" idx="4294967295"/>
          </p:nvPr>
        </p:nvSpPr>
        <p:spPr>
          <a:xfrm>
            <a:off x="14033575" y="3091138"/>
            <a:ext cx="2466600" cy="311400"/>
          </a:xfrm>
          <a:prstGeom prst="rect">
            <a:avLst/>
          </a:prstGeom>
          <a:effectLst>
            <a:outerShdw blurRad="57150" dist="19050" dir="5400000" algn="bl" rotWithShape="0">
              <a:srgbClr val="000000">
                <a:alpha val="50000"/>
              </a:srgbClr>
            </a:outerShdw>
          </a:effectLst>
        </p:spPr>
        <p:txBody>
          <a:bodyPr spcFirstLastPara="1" wrap="square" lIns="0" tIns="0" rIns="0" bIns="0" anchor="t" anchorCtr="0">
            <a:normAutofit fontScale="47500" lnSpcReduction="20000"/>
          </a:bodyPr>
          <a:lstStyle/>
          <a:p>
            <a:pPr marL="0" lvl="0" indent="0" algn="l" rtl="0">
              <a:spcBef>
                <a:spcPts val="0"/>
              </a:spcBef>
              <a:spcAft>
                <a:spcPts val="1200"/>
              </a:spcAft>
              <a:buNone/>
            </a:pPr>
            <a:r>
              <a:rPr lang="en" sz="2000" b="1">
                <a:latin typeface="IBM Plex Sans"/>
                <a:ea typeface="IBM Plex Sans"/>
                <a:cs typeface="IBM Plex Sans"/>
                <a:sym typeface="IBM Plex Sans"/>
              </a:rPr>
              <a:t>Dynamic Oversight</a:t>
            </a:r>
            <a:endParaRPr sz="2000" b="1">
              <a:latin typeface="IBM Plex Sans"/>
              <a:ea typeface="IBM Plex Sans"/>
              <a:cs typeface="IBM Plex Sans"/>
              <a:sym typeface="IBM Plex Sans"/>
            </a:endParaRPr>
          </a:p>
        </p:txBody>
      </p:sp>
      <p:sp>
        <p:nvSpPr>
          <p:cNvPr id="2399" name="Google Shape;2399;p162"/>
          <p:cNvSpPr txBox="1">
            <a:spLocks noGrp="1"/>
          </p:cNvSpPr>
          <p:nvPr>
            <p:ph type="body" idx="4294967295"/>
          </p:nvPr>
        </p:nvSpPr>
        <p:spPr>
          <a:xfrm>
            <a:off x="14045100" y="3494263"/>
            <a:ext cx="2467800" cy="903300"/>
          </a:xfrm>
          <a:prstGeom prst="rect">
            <a:avLst/>
          </a:prstGeom>
          <a:effectLst>
            <a:outerShdw blurRad="57150" dist="19050" dir="5400000" algn="bl" rotWithShape="0">
              <a:srgbClr val="000000">
                <a:alpha val="50000"/>
              </a:srgbClr>
            </a:outerShdw>
          </a:effectLst>
        </p:spPr>
        <p:txBody>
          <a:bodyPr spcFirstLastPara="1" wrap="square" lIns="0" tIns="0" rIns="0" bIns="0" anchor="t" anchorCtr="0">
            <a:normAutofit/>
          </a:bodyPr>
          <a:lstStyle/>
          <a:p>
            <a:pPr marL="0" lvl="0" indent="0" algn="l" rtl="0">
              <a:spcBef>
                <a:spcPts val="0"/>
              </a:spcBef>
              <a:spcAft>
                <a:spcPts val="1200"/>
              </a:spcAft>
              <a:buNone/>
            </a:pPr>
            <a:r>
              <a:rPr lang="en" sz="1500"/>
              <a:t>Precisely control when to involve humans in a process</a:t>
            </a:r>
            <a:endParaRPr sz="1500"/>
          </a:p>
        </p:txBody>
      </p:sp>
      <p:sp>
        <p:nvSpPr>
          <p:cNvPr id="2400" name="Google Shape;2400;p162"/>
          <p:cNvSpPr txBox="1">
            <a:spLocks noGrp="1"/>
          </p:cNvSpPr>
          <p:nvPr>
            <p:ph type="body" idx="4294967295"/>
          </p:nvPr>
        </p:nvSpPr>
        <p:spPr>
          <a:xfrm>
            <a:off x="1359126" y="1973125"/>
            <a:ext cx="2964900" cy="903300"/>
          </a:xfrm>
          <a:prstGeom prst="rect">
            <a:avLst/>
          </a:prstGeom>
        </p:spPr>
        <p:txBody>
          <a:bodyPr spcFirstLastPara="1" wrap="square" lIns="0" tIns="0" rIns="0" bIns="0" anchor="t" anchorCtr="0">
            <a:normAutofit lnSpcReduction="10000"/>
          </a:bodyPr>
          <a:lstStyle/>
          <a:p>
            <a:pPr marL="0" lvl="0" indent="0" algn="l" rtl="0">
              <a:spcBef>
                <a:spcPts val="0"/>
              </a:spcBef>
              <a:spcAft>
                <a:spcPts val="1200"/>
              </a:spcAft>
              <a:buNone/>
            </a:pPr>
            <a:r>
              <a:rPr lang="en" sz="1500">
                <a:solidFill>
                  <a:schemeClr val="lt1"/>
                </a:solidFill>
              </a:rPr>
              <a:t>One visual model aligns strategy and execution while speeding up time to value</a:t>
            </a:r>
            <a:endParaRPr sz="1500">
              <a:solidFill>
                <a:schemeClr val="lt1"/>
              </a:solidFill>
            </a:endParaRPr>
          </a:p>
        </p:txBody>
      </p:sp>
      <p:grpSp>
        <p:nvGrpSpPr>
          <p:cNvPr id="2401" name="Google Shape;2401;p162"/>
          <p:cNvGrpSpPr/>
          <p:nvPr/>
        </p:nvGrpSpPr>
        <p:grpSpPr>
          <a:xfrm>
            <a:off x="670102" y="1637245"/>
            <a:ext cx="400116" cy="390811"/>
            <a:chOff x="1315500" y="238125"/>
            <a:chExt cx="4988975" cy="5238750"/>
          </a:xfrm>
        </p:grpSpPr>
        <p:sp>
          <p:nvSpPr>
            <p:cNvPr id="2402" name="Google Shape;2402;p162"/>
            <p:cNvSpPr/>
            <p:nvPr/>
          </p:nvSpPr>
          <p:spPr>
            <a:xfrm>
              <a:off x="3294850" y="2211225"/>
              <a:ext cx="1049025" cy="1045900"/>
            </a:xfrm>
            <a:custGeom>
              <a:avLst/>
              <a:gdLst/>
              <a:ahLst/>
              <a:cxnLst/>
              <a:rect l="l" t="t" r="r" b="b"/>
              <a:pathLst>
                <a:path w="41961" h="41836" extrusionOk="0">
                  <a:moveTo>
                    <a:pt x="20980" y="1"/>
                  </a:moveTo>
                  <a:lnTo>
                    <a:pt x="18857" y="126"/>
                  </a:lnTo>
                  <a:lnTo>
                    <a:pt x="16734" y="375"/>
                  </a:lnTo>
                  <a:lnTo>
                    <a:pt x="14736" y="1000"/>
                  </a:lnTo>
                  <a:lnTo>
                    <a:pt x="12863" y="1624"/>
                  </a:lnTo>
                  <a:lnTo>
                    <a:pt x="10990" y="2498"/>
                  </a:lnTo>
                  <a:lnTo>
                    <a:pt x="9241" y="3622"/>
                  </a:lnTo>
                  <a:lnTo>
                    <a:pt x="7618" y="4746"/>
                  </a:lnTo>
                  <a:lnTo>
                    <a:pt x="6119" y="6120"/>
                  </a:lnTo>
                  <a:lnTo>
                    <a:pt x="4746" y="7618"/>
                  </a:lnTo>
                  <a:lnTo>
                    <a:pt x="3622" y="9242"/>
                  </a:lnTo>
                  <a:lnTo>
                    <a:pt x="2498" y="10990"/>
                  </a:lnTo>
                  <a:lnTo>
                    <a:pt x="1624" y="12863"/>
                  </a:lnTo>
                  <a:lnTo>
                    <a:pt x="999" y="14737"/>
                  </a:lnTo>
                  <a:lnTo>
                    <a:pt x="500" y="16735"/>
                  </a:lnTo>
                  <a:lnTo>
                    <a:pt x="125" y="18858"/>
                  </a:lnTo>
                  <a:lnTo>
                    <a:pt x="0" y="20981"/>
                  </a:lnTo>
                  <a:lnTo>
                    <a:pt x="125" y="23104"/>
                  </a:lnTo>
                  <a:lnTo>
                    <a:pt x="500" y="25102"/>
                  </a:lnTo>
                  <a:lnTo>
                    <a:pt x="999" y="27225"/>
                  </a:lnTo>
                  <a:lnTo>
                    <a:pt x="1624" y="29098"/>
                  </a:lnTo>
                  <a:lnTo>
                    <a:pt x="2498" y="30971"/>
                  </a:lnTo>
                  <a:lnTo>
                    <a:pt x="3622" y="32595"/>
                  </a:lnTo>
                  <a:lnTo>
                    <a:pt x="4746" y="34218"/>
                  </a:lnTo>
                  <a:lnTo>
                    <a:pt x="6119" y="35717"/>
                  </a:lnTo>
                  <a:lnTo>
                    <a:pt x="7618" y="37090"/>
                  </a:lnTo>
                  <a:lnTo>
                    <a:pt x="9241" y="38339"/>
                  </a:lnTo>
                  <a:lnTo>
                    <a:pt x="10990" y="39338"/>
                  </a:lnTo>
                  <a:lnTo>
                    <a:pt x="12863" y="40212"/>
                  </a:lnTo>
                  <a:lnTo>
                    <a:pt x="14736" y="40962"/>
                  </a:lnTo>
                  <a:lnTo>
                    <a:pt x="16734" y="41461"/>
                  </a:lnTo>
                  <a:lnTo>
                    <a:pt x="18857" y="41836"/>
                  </a:lnTo>
                  <a:lnTo>
                    <a:pt x="23103" y="41836"/>
                  </a:lnTo>
                  <a:lnTo>
                    <a:pt x="25226" y="41461"/>
                  </a:lnTo>
                  <a:lnTo>
                    <a:pt x="27224" y="40962"/>
                  </a:lnTo>
                  <a:lnTo>
                    <a:pt x="29097" y="40212"/>
                  </a:lnTo>
                  <a:lnTo>
                    <a:pt x="30971" y="39338"/>
                  </a:lnTo>
                  <a:lnTo>
                    <a:pt x="32719" y="38339"/>
                  </a:lnTo>
                  <a:lnTo>
                    <a:pt x="34217" y="37090"/>
                  </a:lnTo>
                  <a:lnTo>
                    <a:pt x="35716" y="35717"/>
                  </a:lnTo>
                  <a:lnTo>
                    <a:pt x="37090" y="34218"/>
                  </a:lnTo>
                  <a:lnTo>
                    <a:pt x="38339" y="32595"/>
                  </a:lnTo>
                  <a:lnTo>
                    <a:pt x="39338" y="30971"/>
                  </a:lnTo>
                  <a:lnTo>
                    <a:pt x="40212" y="29098"/>
                  </a:lnTo>
                  <a:lnTo>
                    <a:pt x="40961" y="27225"/>
                  </a:lnTo>
                  <a:lnTo>
                    <a:pt x="41461" y="25102"/>
                  </a:lnTo>
                  <a:lnTo>
                    <a:pt x="41835" y="23104"/>
                  </a:lnTo>
                  <a:lnTo>
                    <a:pt x="41960" y="20981"/>
                  </a:lnTo>
                  <a:lnTo>
                    <a:pt x="41835" y="18858"/>
                  </a:lnTo>
                  <a:lnTo>
                    <a:pt x="41461" y="16735"/>
                  </a:lnTo>
                  <a:lnTo>
                    <a:pt x="40961" y="14737"/>
                  </a:lnTo>
                  <a:lnTo>
                    <a:pt x="40212" y="12863"/>
                  </a:lnTo>
                  <a:lnTo>
                    <a:pt x="39338" y="10990"/>
                  </a:lnTo>
                  <a:lnTo>
                    <a:pt x="38339" y="9242"/>
                  </a:lnTo>
                  <a:lnTo>
                    <a:pt x="37090" y="7618"/>
                  </a:lnTo>
                  <a:lnTo>
                    <a:pt x="35716" y="6120"/>
                  </a:lnTo>
                  <a:lnTo>
                    <a:pt x="34217" y="4746"/>
                  </a:lnTo>
                  <a:lnTo>
                    <a:pt x="32719" y="3622"/>
                  </a:lnTo>
                  <a:lnTo>
                    <a:pt x="30971" y="2498"/>
                  </a:lnTo>
                  <a:lnTo>
                    <a:pt x="29097" y="1624"/>
                  </a:lnTo>
                  <a:lnTo>
                    <a:pt x="27224" y="1000"/>
                  </a:lnTo>
                  <a:lnTo>
                    <a:pt x="25226" y="375"/>
                  </a:lnTo>
                  <a:lnTo>
                    <a:pt x="23103" y="126"/>
                  </a:lnTo>
                  <a:lnTo>
                    <a:pt x="20980" y="1"/>
                  </a:lnTo>
                  <a:close/>
                </a:path>
              </a:pathLst>
            </a:custGeom>
            <a:solidFill>
              <a:srgbClr val="FFFFFF"/>
            </a:solidFill>
            <a:ln>
              <a:noFill/>
            </a:ln>
          </p:spPr>
          <p:txBody>
            <a:bodyPr spcFirstLastPara="1" wrap="square" lIns="111575" tIns="111575" rIns="111575" bIns="111575" anchor="ctr" anchorCtr="0">
              <a:noAutofit/>
            </a:bodyPr>
            <a:lstStyle/>
            <a:p>
              <a:pPr marL="0" lvl="0" indent="0" algn="l" rtl="0">
                <a:spcBef>
                  <a:spcPts val="0"/>
                </a:spcBef>
                <a:spcAft>
                  <a:spcPts val="0"/>
                </a:spcAft>
                <a:buNone/>
              </a:pPr>
              <a:endParaRPr/>
            </a:p>
          </p:txBody>
        </p:sp>
        <p:sp>
          <p:nvSpPr>
            <p:cNvPr id="2403" name="Google Shape;2403;p162"/>
            <p:cNvSpPr/>
            <p:nvPr/>
          </p:nvSpPr>
          <p:spPr>
            <a:xfrm>
              <a:off x="2074125" y="1627400"/>
              <a:ext cx="3487325" cy="2216675"/>
            </a:xfrm>
            <a:custGeom>
              <a:avLst/>
              <a:gdLst/>
              <a:ahLst/>
              <a:cxnLst/>
              <a:rect l="l" t="t" r="r" b="b"/>
              <a:pathLst>
                <a:path w="139493" h="88667" extrusionOk="0">
                  <a:moveTo>
                    <a:pt x="69809" y="8868"/>
                  </a:moveTo>
                  <a:lnTo>
                    <a:pt x="71557" y="8992"/>
                  </a:lnTo>
                  <a:lnTo>
                    <a:pt x="73431" y="9117"/>
                  </a:lnTo>
                  <a:lnTo>
                    <a:pt x="75179" y="9367"/>
                  </a:lnTo>
                  <a:lnTo>
                    <a:pt x="76927" y="9617"/>
                  </a:lnTo>
                  <a:lnTo>
                    <a:pt x="78676" y="9991"/>
                  </a:lnTo>
                  <a:lnTo>
                    <a:pt x="80299" y="10491"/>
                  </a:lnTo>
                  <a:lnTo>
                    <a:pt x="81923" y="11115"/>
                  </a:lnTo>
                  <a:lnTo>
                    <a:pt x="83546" y="11740"/>
                  </a:lnTo>
                  <a:lnTo>
                    <a:pt x="85169" y="12364"/>
                  </a:lnTo>
                  <a:lnTo>
                    <a:pt x="86668" y="13238"/>
                  </a:lnTo>
                  <a:lnTo>
                    <a:pt x="88167" y="13988"/>
                  </a:lnTo>
                  <a:lnTo>
                    <a:pt x="89540" y="14987"/>
                  </a:lnTo>
                  <a:lnTo>
                    <a:pt x="90914" y="15986"/>
                  </a:lnTo>
                  <a:lnTo>
                    <a:pt x="92288" y="16985"/>
                  </a:lnTo>
                  <a:lnTo>
                    <a:pt x="93536" y="18109"/>
                  </a:lnTo>
                  <a:lnTo>
                    <a:pt x="94785" y="19233"/>
                  </a:lnTo>
                  <a:lnTo>
                    <a:pt x="95909" y="20481"/>
                  </a:lnTo>
                  <a:lnTo>
                    <a:pt x="97033" y="21855"/>
                  </a:lnTo>
                  <a:lnTo>
                    <a:pt x="98157" y="23104"/>
                  </a:lnTo>
                  <a:lnTo>
                    <a:pt x="99156" y="24478"/>
                  </a:lnTo>
                  <a:lnTo>
                    <a:pt x="100030" y="25976"/>
                  </a:lnTo>
                  <a:lnTo>
                    <a:pt x="100904" y="27475"/>
                  </a:lnTo>
                  <a:lnTo>
                    <a:pt x="101654" y="28973"/>
                  </a:lnTo>
                  <a:lnTo>
                    <a:pt x="102403" y="30597"/>
                  </a:lnTo>
                  <a:lnTo>
                    <a:pt x="103027" y="32095"/>
                  </a:lnTo>
                  <a:lnTo>
                    <a:pt x="103527" y="33844"/>
                  </a:lnTo>
                  <a:lnTo>
                    <a:pt x="104026" y="35467"/>
                  </a:lnTo>
                  <a:lnTo>
                    <a:pt x="104401" y="37215"/>
                  </a:lnTo>
                  <a:lnTo>
                    <a:pt x="104776" y="38964"/>
                  </a:lnTo>
                  <a:lnTo>
                    <a:pt x="105025" y="40712"/>
                  </a:lnTo>
                  <a:lnTo>
                    <a:pt x="105150" y="42460"/>
                  </a:lnTo>
                  <a:lnTo>
                    <a:pt x="105150" y="44334"/>
                  </a:lnTo>
                  <a:lnTo>
                    <a:pt x="105150" y="46082"/>
                  </a:lnTo>
                  <a:lnTo>
                    <a:pt x="105025" y="47955"/>
                  </a:lnTo>
                  <a:lnTo>
                    <a:pt x="104776" y="49704"/>
                  </a:lnTo>
                  <a:lnTo>
                    <a:pt x="104401" y="51452"/>
                  </a:lnTo>
                  <a:lnTo>
                    <a:pt x="104026" y="53075"/>
                  </a:lnTo>
                  <a:lnTo>
                    <a:pt x="103527" y="54824"/>
                  </a:lnTo>
                  <a:lnTo>
                    <a:pt x="103027" y="56447"/>
                  </a:lnTo>
                  <a:lnTo>
                    <a:pt x="102403" y="58071"/>
                  </a:lnTo>
                  <a:lnTo>
                    <a:pt x="101654" y="59569"/>
                  </a:lnTo>
                  <a:lnTo>
                    <a:pt x="100904" y="61193"/>
                  </a:lnTo>
                  <a:lnTo>
                    <a:pt x="100030" y="62691"/>
                  </a:lnTo>
                  <a:lnTo>
                    <a:pt x="99156" y="64065"/>
                  </a:lnTo>
                  <a:lnTo>
                    <a:pt x="98157" y="65439"/>
                  </a:lnTo>
                  <a:lnTo>
                    <a:pt x="97033" y="66812"/>
                  </a:lnTo>
                  <a:lnTo>
                    <a:pt x="96034" y="68061"/>
                  </a:lnTo>
                  <a:lnTo>
                    <a:pt x="94785" y="69310"/>
                  </a:lnTo>
                  <a:lnTo>
                    <a:pt x="93536" y="70434"/>
                  </a:lnTo>
                  <a:lnTo>
                    <a:pt x="92288" y="71558"/>
                  </a:lnTo>
                  <a:lnTo>
                    <a:pt x="90914" y="72682"/>
                  </a:lnTo>
                  <a:lnTo>
                    <a:pt x="89540" y="73681"/>
                  </a:lnTo>
                  <a:lnTo>
                    <a:pt x="88167" y="74555"/>
                  </a:lnTo>
                  <a:lnTo>
                    <a:pt x="86668" y="75429"/>
                  </a:lnTo>
                  <a:lnTo>
                    <a:pt x="85169" y="76178"/>
                  </a:lnTo>
                  <a:lnTo>
                    <a:pt x="83546" y="76928"/>
                  </a:lnTo>
                  <a:lnTo>
                    <a:pt x="81923" y="77552"/>
                  </a:lnTo>
                  <a:lnTo>
                    <a:pt x="80299" y="78051"/>
                  </a:lnTo>
                  <a:lnTo>
                    <a:pt x="78676" y="78551"/>
                  </a:lnTo>
                  <a:lnTo>
                    <a:pt x="76927" y="78926"/>
                  </a:lnTo>
                  <a:lnTo>
                    <a:pt x="75179" y="79300"/>
                  </a:lnTo>
                  <a:lnTo>
                    <a:pt x="73431" y="79550"/>
                  </a:lnTo>
                  <a:lnTo>
                    <a:pt x="71557" y="79675"/>
                  </a:lnTo>
                  <a:lnTo>
                    <a:pt x="67936" y="79675"/>
                  </a:lnTo>
                  <a:lnTo>
                    <a:pt x="66188" y="79550"/>
                  </a:lnTo>
                  <a:lnTo>
                    <a:pt x="64439" y="79300"/>
                  </a:lnTo>
                  <a:lnTo>
                    <a:pt x="62691" y="78926"/>
                  </a:lnTo>
                  <a:lnTo>
                    <a:pt x="60943" y="78551"/>
                  </a:lnTo>
                  <a:lnTo>
                    <a:pt x="59319" y="78051"/>
                  </a:lnTo>
                  <a:lnTo>
                    <a:pt x="57571" y="77552"/>
                  </a:lnTo>
                  <a:lnTo>
                    <a:pt x="56072" y="76928"/>
                  </a:lnTo>
                  <a:lnTo>
                    <a:pt x="54449" y="76178"/>
                  </a:lnTo>
                  <a:lnTo>
                    <a:pt x="52950" y="75429"/>
                  </a:lnTo>
                  <a:lnTo>
                    <a:pt x="51452" y="74555"/>
                  </a:lnTo>
                  <a:lnTo>
                    <a:pt x="50078" y="73681"/>
                  </a:lnTo>
                  <a:lnTo>
                    <a:pt x="48579" y="72682"/>
                  </a:lnTo>
                  <a:lnTo>
                    <a:pt x="47331" y="71558"/>
                  </a:lnTo>
                  <a:lnTo>
                    <a:pt x="45957" y="70434"/>
                  </a:lnTo>
                  <a:lnTo>
                    <a:pt x="44833" y="69310"/>
                  </a:lnTo>
                  <a:lnTo>
                    <a:pt x="43584" y="68061"/>
                  </a:lnTo>
                  <a:lnTo>
                    <a:pt x="42460" y="66812"/>
                  </a:lnTo>
                  <a:lnTo>
                    <a:pt x="41461" y="65439"/>
                  </a:lnTo>
                  <a:lnTo>
                    <a:pt x="40462" y="64065"/>
                  </a:lnTo>
                  <a:lnTo>
                    <a:pt x="39588" y="62691"/>
                  </a:lnTo>
                  <a:lnTo>
                    <a:pt x="38714" y="61193"/>
                  </a:lnTo>
                  <a:lnTo>
                    <a:pt x="37840" y="59569"/>
                  </a:lnTo>
                  <a:lnTo>
                    <a:pt x="37215" y="58071"/>
                  </a:lnTo>
                  <a:lnTo>
                    <a:pt x="36591" y="56447"/>
                  </a:lnTo>
                  <a:lnTo>
                    <a:pt x="35967" y="54824"/>
                  </a:lnTo>
                  <a:lnTo>
                    <a:pt x="35467" y="53075"/>
                  </a:lnTo>
                  <a:lnTo>
                    <a:pt x="35092" y="51452"/>
                  </a:lnTo>
                  <a:lnTo>
                    <a:pt x="34843" y="49704"/>
                  </a:lnTo>
                  <a:lnTo>
                    <a:pt x="34593" y="47955"/>
                  </a:lnTo>
                  <a:lnTo>
                    <a:pt x="34468" y="46082"/>
                  </a:lnTo>
                  <a:lnTo>
                    <a:pt x="34343" y="44334"/>
                  </a:lnTo>
                  <a:lnTo>
                    <a:pt x="34468" y="42460"/>
                  </a:lnTo>
                  <a:lnTo>
                    <a:pt x="34593" y="40712"/>
                  </a:lnTo>
                  <a:lnTo>
                    <a:pt x="34843" y="38964"/>
                  </a:lnTo>
                  <a:lnTo>
                    <a:pt x="35092" y="37215"/>
                  </a:lnTo>
                  <a:lnTo>
                    <a:pt x="35467" y="35467"/>
                  </a:lnTo>
                  <a:lnTo>
                    <a:pt x="35967" y="33844"/>
                  </a:lnTo>
                  <a:lnTo>
                    <a:pt x="36591" y="32095"/>
                  </a:lnTo>
                  <a:lnTo>
                    <a:pt x="37215" y="30597"/>
                  </a:lnTo>
                  <a:lnTo>
                    <a:pt x="37840" y="28973"/>
                  </a:lnTo>
                  <a:lnTo>
                    <a:pt x="38714" y="27475"/>
                  </a:lnTo>
                  <a:lnTo>
                    <a:pt x="39588" y="25976"/>
                  </a:lnTo>
                  <a:lnTo>
                    <a:pt x="40462" y="24478"/>
                  </a:lnTo>
                  <a:lnTo>
                    <a:pt x="41461" y="23104"/>
                  </a:lnTo>
                  <a:lnTo>
                    <a:pt x="42460" y="21855"/>
                  </a:lnTo>
                  <a:lnTo>
                    <a:pt x="43584" y="20481"/>
                  </a:lnTo>
                  <a:lnTo>
                    <a:pt x="44833" y="19233"/>
                  </a:lnTo>
                  <a:lnTo>
                    <a:pt x="45957" y="18109"/>
                  </a:lnTo>
                  <a:lnTo>
                    <a:pt x="47331" y="16985"/>
                  </a:lnTo>
                  <a:lnTo>
                    <a:pt x="48579" y="15986"/>
                  </a:lnTo>
                  <a:lnTo>
                    <a:pt x="50078" y="14987"/>
                  </a:lnTo>
                  <a:lnTo>
                    <a:pt x="51452" y="13988"/>
                  </a:lnTo>
                  <a:lnTo>
                    <a:pt x="52950" y="13238"/>
                  </a:lnTo>
                  <a:lnTo>
                    <a:pt x="54449" y="12364"/>
                  </a:lnTo>
                  <a:lnTo>
                    <a:pt x="56072" y="11740"/>
                  </a:lnTo>
                  <a:lnTo>
                    <a:pt x="57571" y="11115"/>
                  </a:lnTo>
                  <a:lnTo>
                    <a:pt x="59319" y="10491"/>
                  </a:lnTo>
                  <a:lnTo>
                    <a:pt x="60943" y="9991"/>
                  </a:lnTo>
                  <a:lnTo>
                    <a:pt x="62691" y="9617"/>
                  </a:lnTo>
                  <a:lnTo>
                    <a:pt x="64439" y="9367"/>
                  </a:lnTo>
                  <a:lnTo>
                    <a:pt x="66188" y="9117"/>
                  </a:lnTo>
                  <a:lnTo>
                    <a:pt x="67936" y="8992"/>
                  </a:lnTo>
                  <a:lnTo>
                    <a:pt x="69809" y="8868"/>
                  </a:lnTo>
                  <a:close/>
                  <a:moveTo>
                    <a:pt x="66312" y="1"/>
                  </a:moveTo>
                  <a:lnTo>
                    <a:pt x="62941" y="376"/>
                  </a:lnTo>
                  <a:lnTo>
                    <a:pt x="59569" y="875"/>
                  </a:lnTo>
                  <a:lnTo>
                    <a:pt x="56322" y="1624"/>
                  </a:lnTo>
                  <a:lnTo>
                    <a:pt x="53200" y="2499"/>
                  </a:lnTo>
                  <a:lnTo>
                    <a:pt x="49953" y="3498"/>
                  </a:lnTo>
                  <a:lnTo>
                    <a:pt x="46956" y="4746"/>
                  </a:lnTo>
                  <a:lnTo>
                    <a:pt x="43959" y="5995"/>
                  </a:lnTo>
                  <a:lnTo>
                    <a:pt x="40962" y="7494"/>
                  </a:lnTo>
                  <a:lnTo>
                    <a:pt x="38090" y="8992"/>
                  </a:lnTo>
                  <a:lnTo>
                    <a:pt x="35342" y="10616"/>
                  </a:lnTo>
                  <a:lnTo>
                    <a:pt x="32720" y="12364"/>
                  </a:lnTo>
                  <a:lnTo>
                    <a:pt x="30097" y="14112"/>
                  </a:lnTo>
                  <a:lnTo>
                    <a:pt x="27600" y="15861"/>
                  </a:lnTo>
                  <a:lnTo>
                    <a:pt x="25227" y="17734"/>
                  </a:lnTo>
                  <a:lnTo>
                    <a:pt x="22979" y="19607"/>
                  </a:lnTo>
                  <a:lnTo>
                    <a:pt x="18608" y="23229"/>
                  </a:lnTo>
                  <a:lnTo>
                    <a:pt x="14862" y="26850"/>
                  </a:lnTo>
                  <a:lnTo>
                    <a:pt x="11490" y="30347"/>
                  </a:lnTo>
                  <a:lnTo>
                    <a:pt x="8618" y="33469"/>
                  </a:lnTo>
                  <a:lnTo>
                    <a:pt x="6370" y="36092"/>
                  </a:lnTo>
                  <a:lnTo>
                    <a:pt x="4622" y="38214"/>
                  </a:lnTo>
                  <a:lnTo>
                    <a:pt x="2873" y="40462"/>
                  </a:lnTo>
                  <a:lnTo>
                    <a:pt x="1" y="44334"/>
                  </a:lnTo>
                  <a:lnTo>
                    <a:pt x="2873" y="48205"/>
                  </a:lnTo>
                  <a:lnTo>
                    <a:pt x="4622" y="50328"/>
                  </a:lnTo>
                  <a:lnTo>
                    <a:pt x="6370" y="52576"/>
                  </a:lnTo>
                  <a:lnTo>
                    <a:pt x="8618" y="55198"/>
                  </a:lnTo>
                  <a:lnTo>
                    <a:pt x="11490" y="58320"/>
                  </a:lnTo>
                  <a:lnTo>
                    <a:pt x="14862" y="61692"/>
                  </a:lnTo>
                  <a:lnTo>
                    <a:pt x="18608" y="65314"/>
                  </a:lnTo>
                  <a:lnTo>
                    <a:pt x="22979" y="69060"/>
                  </a:lnTo>
                  <a:lnTo>
                    <a:pt x="25227" y="70933"/>
                  </a:lnTo>
                  <a:lnTo>
                    <a:pt x="27600" y="72682"/>
                  </a:lnTo>
                  <a:lnTo>
                    <a:pt x="30097" y="74555"/>
                  </a:lnTo>
                  <a:lnTo>
                    <a:pt x="32720" y="76303"/>
                  </a:lnTo>
                  <a:lnTo>
                    <a:pt x="35342" y="77927"/>
                  </a:lnTo>
                  <a:lnTo>
                    <a:pt x="38090" y="79550"/>
                  </a:lnTo>
                  <a:lnTo>
                    <a:pt x="40962" y="81173"/>
                  </a:lnTo>
                  <a:lnTo>
                    <a:pt x="43959" y="82547"/>
                  </a:lnTo>
                  <a:lnTo>
                    <a:pt x="46956" y="83921"/>
                  </a:lnTo>
                  <a:lnTo>
                    <a:pt x="49953" y="85045"/>
                  </a:lnTo>
                  <a:lnTo>
                    <a:pt x="53200" y="86044"/>
                  </a:lnTo>
                  <a:lnTo>
                    <a:pt x="56322" y="86918"/>
                  </a:lnTo>
                  <a:lnTo>
                    <a:pt x="59569" y="87667"/>
                  </a:lnTo>
                  <a:lnTo>
                    <a:pt x="62941" y="88167"/>
                  </a:lnTo>
                  <a:lnTo>
                    <a:pt x="66312" y="88541"/>
                  </a:lnTo>
                  <a:lnTo>
                    <a:pt x="69809" y="88666"/>
                  </a:lnTo>
                  <a:lnTo>
                    <a:pt x="73181" y="88541"/>
                  </a:lnTo>
                  <a:lnTo>
                    <a:pt x="76553" y="88167"/>
                  </a:lnTo>
                  <a:lnTo>
                    <a:pt x="79924" y="87667"/>
                  </a:lnTo>
                  <a:lnTo>
                    <a:pt x="83171" y="86918"/>
                  </a:lnTo>
                  <a:lnTo>
                    <a:pt x="86418" y="86044"/>
                  </a:lnTo>
                  <a:lnTo>
                    <a:pt x="89540" y="85045"/>
                  </a:lnTo>
                  <a:lnTo>
                    <a:pt x="92662" y="83921"/>
                  </a:lnTo>
                  <a:lnTo>
                    <a:pt x="95659" y="82547"/>
                  </a:lnTo>
                  <a:lnTo>
                    <a:pt x="98532" y="81173"/>
                  </a:lnTo>
                  <a:lnTo>
                    <a:pt x="101404" y="79550"/>
                  </a:lnTo>
                  <a:lnTo>
                    <a:pt x="104151" y="77927"/>
                  </a:lnTo>
                  <a:lnTo>
                    <a:pt x="106899" y="76303"/>
                  </a:lnTo>
                  <a:lnTo>
                    <a:pt x="109521" y="74555"/>
                  </a:lnTo>
                  <a:lnTo>
                    <a:pt x="111894" y="72682"/>
                  </a:lnTo>
                  <a:lnTo>
                    <a:pt x="114391" y="70933"/>
                  </a:lnTo>
                  <a:lnTo>
                    <a:pt x="116639" y="69060"/>
                  </a:lnTo>
                  <a:lnTo>
                    <a:pt x="120885" y="65314"/>
                  </a:lnTo>
                  <a:lnTo>
                    <a:pt x="124757" y="61692"/>
                  </a:lnTo>
                  <a:lnTo>
                    <a:pt x="128128" y="58320"/>
                  </a:lnTo>
                  <a:lnTo>
                    <a:pt x="130876" y="55198"/>
                  </a:lnTo>
                  <a:lnTo>
                    <a:pt x="133248" y="52576"/>
                  </a:lnTo>
                  <a:lnTo>
                    <a:pt x="134997" y="50328"/>
                  </a:lnTo>
                  <a:lnTo>
                    <a:pt x="136745" y="48205"/>
                  </a:lnTo>
                  <a:lnTo>
                    <a:pt x="139492" y="44334"/>
                  </a:lnTo>
                  <a:lnTo>
                    <a:pt x="136745" y="40462"/>
                  </a:lnTo>
                  <a:lnTo>
                    <a:pt x="134997" y="38214"/>
                  </a:lnTo>
                  <a:lnTo>
                    <a:pt x="133248" y="36092"/>
                  </a:lnTo>
                  <a:lnTo>
                    <a:pt x="130876" y="33469"/>
                  </a:lnTo>
                  <a:lnTo>
                    <a:pt x="128128" y="30347"/>
                  </a:lnTo>
                  <a:lnTo>
                    <a:pt x="124757" y="26850"/>
                  </a:lnTo>
                  <a:lnTo>
                    <a:pt x="120885" y="23229"/>
                  </a:lnTo>
                  <a:lnTo>
                    <a:pt x="116639" y="19607"/>
                  </a:lnTo>
                  <a:lnTo>
                    <a:pt x="114391" y="17734"/>
                  </a:lnTo>
                  <a:lnTo>
                    <a:pt x="111894" y="15861"/>
                  </a:lnTo>
                  <a:lnTo>
                    <a:pt x="109521" y="14112"/>
                  </a:lnTo>
                  <a:lnTo>
                    <a:pt x="106899" y="12364"/>
                  </a:lnTo>
                  <a:lnTo>
                    <a:pt x="104151" y="10616"/>
                  </a:lnTo>
                  <a:lnTo>
                    <a:pt x="101404" y="8992"/>
                  </a:lnTo>
                  <a:lnTo>
                    <a:pt x="98532" y="7494"/>
                  </a:lnTo>
                  <a:lnTo>
                    <a:pt x="95659" y="5995"/>
                  </a:lnTo>
                  <a:lnTo>
                    <a:pt x="92662" y="4746"/>
                  </a:lnTo>
                  <a:lnTo>
                    <a:pt x="89540" y="3498"/>
                  </a:lnTo>
                  <a:lnTo>
                    <a:pt x="86418" y="2499"/>
                  </a:lnTo>
                  <a:lnTo>
                    <a:pt x="83171" y="1624"/>
                  </a:lnTo>
                  <a:lnTo>
                    <a:pt x="79924" y="875"/>
                  </a:lnTo>
                  <a:lnTo>
                    <a:pt x="76553" y="376"/>
                  </a:lnTo>
                  <a:lnTo>
                    <a:pt x="73181" y="1"/>
                  </a:lnTo>
                  <a:close/>
                </a:path>
              </a:pathLst>
            </a:custGeom>
            <a:solidFill>
              <a:srgbClr val="FFFFFF"/>
            </a:solidFill>
            <a:ln>
              <a:noFill/>
            </a:ln>
          </p:spPr>
          <p:txBody>
            <a:bodyPr spcFirstLastPara="1" wrap="square" lIns="111575" tIns="111575" rIns="111575" bIns="111575" anchor="ctr" anchorCtr="0">
              <a:noAutofit/>
            </a:bodyPr>
            <a:lstStyle/>
            <a:p>
              <a:pPr marL="0" lvl="0" indent="0" algn="l" rtl="0">
                <a:spcBef>
                  <a:spcPts val="0"/>
                </a:spcBef>
                <a:spcAft>
                  <a:spcPts val="0"/>
                </a:spcAft>
                <a:buNone/>
              </a:pPr>
              <a:endParaRPr/>
            </a:p>
          </p:txBody>
        </p:sp>
        <p:sp>
          <p:nvSpPr>
            <p:cNvPr id="2404" name="Google Shape;2404;p162"/>
            <p:cNvSpPr/>
            <p:nvPr/>
          </p:nvSpPr>
          <p:spPr>
            <a:xfrm>
              <a:off x="2405075" y="238125"/>
              <a:ext cx="3849450" cy="1742100"/>
            </a:xfrm>
            <a:custGeom>
              <a:avLst/>
              <a:gdLst/>
              <a:ahLst/>
              <a:cxnLst/>
              <a:rect l="l" t="t" r="r" b="b"/>
              <a:pathLst>
                <a:path w="153978" h="69684" extrusionOk="0">
                  <a:moveTo>
                    <a:pt x="137494" y="47455"/>
                  </a:moveTo>
                  <a:lnTo>
                    <a:pt x="138493" y="47704"/>
                  </a:lnTo>
                  <a:lnTo>
                    <a:pt x="139367" y="48204"/>
                  </a:lnTo>
                  <a:lnTo>
                    <a:pt x="139742" y="48454"/>
                  </a:lnTo>
                  <a:lnTo>
                    <a:pt x="140366" y="48953"/>
                  </a:lnTo>
                  <a:lnTo>
                    <a:pt x="140865" y="49578"/>
                  </a:lnTo>
                  <a:lnTo>
                    <a:pt x="141365" y="50202"/>
                  </a:lnTo>
                  <a:lnTo>
                    <a:pt x="141615" y="50951"/>
                  </a:lnTo>
                  <a:lnTo>
                    <a:pt x="141865" y="51701"/>
                  </a:lnTo>
                  <a:lnTo>
                    <a:pt x="141865" y="52575"/>
                  </a:lnTo>
                  <a:lnTo>
                    <a:pt x="141865" y="53324"/>
                  </a:lnTo>
                  <a:lnTo>
                    <a:pt x="141615" y="54198"/>
                  </a:lnTo>
                  <a:lnTo>
                    <a:pt x="141240" y="55072"/>
                  </a:lnTo>
                  <a:lnTo>
                    <a:pt x="140865" y="55697"/>
                  </a:lnTo>
                  <a:lnTo>
                    <a:pt x="140366" y="56196"/>
                  </a:lnTo>
                  <a:lnTo>
                    <a:pt x="139866" y="56696"/>
                  </a:lnTo>
                  <a:lnTo>
                    <a:pt x="139242" y="57071"/>
                  </a:lnTo>
                  <a:lnTo>
                    <a:pt x="138618" y="57320"/>
                  </a:lnTo>
                  <a:lnTo>
                    <a:pt x="137868" y="57445"/>
                  </a:lnTo>
                  <a:lnTo>
                    <a:pt x="137244" y="57570"/>
                  </a:lnTo>
                  <a:lnTo>
                    <a:pt x="136495" y="57570"/>
                  </a:lnTo>
                  <a:lnTo>
                    <a:pt x="135620" y="57445"/>
                  </a:lnTo>
                  <a:lnTo>
                    <a:pt x="134746" y="57071"/>
                  </a:lnTo>
                  <a:lnTo>
                    <a:pt x="134247" y="56946"/>
                  </a:lnTo>
                  <a:lnTo>
                    <a:pt x="133498" y="56321"/>
                  </a:lnTo>
                  <a:lnTo>
                    <a:pt x="132873" y="55697"/>
                  </a:lnTo>
                  <a:lnTo>
                    <a:pt x="132374" y="54948"/>
                  </a:lnTo>
                  <a:lnTo>
                    <a:pt x="131999" y="54073"/>
                  </a:lnTo>
                  <a:lnTo>
                    <a:pt x="131874" y="53199"/>
                  </a:lnTo>
                  <a:lnTo>
                    <a:pt x="131749" y="52325"/>
                  </a:lnTo>
                  <a:lnTo>
                    <a:pt x="131999" y="51451"/>
                  </a:lnTo>
                  <a:lnTo>
                    <a:pt x="132249" y="50577"/>
                  </a:lnTo>
                  <a:lnTo>
                    <a:pt x="132374" y="50202"/>
                  </a:lnTo>
                  <a:lnTo>
                    <a:pt x="132498" y="50077"/>
                  </a:lnTo>
                  <a:lnTo>
                    <a:pt x="132873" y="49453"/>
                  </a:lnTo>
                  <a:lnTo>
                    <a:pt x="133373" y="48828"/>
                  </a:lnTo>
                  <a:lnTo>
                    <a:pt x="133997" y="48329"/>
                  </a:lnTo>
                  <a:lnTo>
                    <a:pt x="134621" y="47954"/>
                  </a:lnTo>
                  <a:lnTo>
                    <a:pt x="135246" y="47704"/>
                  </a:lnTo>
                  <a:lnTo>
                    <a:pt x="135995" y="47580"/>
                  </a:lnTo>
                  <a:lnTo>
                    <a:pt x="136744" y="47455"/>
                  </a:lnTo>
                  <a:close/>
                  <a:moveTo>
                    <a:pt x="54823" y="0"/>
                  </a:moveTo>
                  <a:lnTo>
                    <a:pt x="49453" y="250"/>
                  </a:lnTo>
                  <a:lnTo>
                    <a:pt x="44208" y="749"/>
                  </a:lnTo>
                  <a:lnTo>
                    <a:pt x="38963" y="1499"/>
                  </a:lnTo>
                  <a:lnTo>
                    <a:pt x="33843" y="2622"/>
                  </a:lnTo>
                  <a:lnTo>
                    <a:pt x="29722" y="3622"/>
                  </a:lnTo>
                  <a:lnTo>
                    <a:pt x="25601" y="4870"/>
                  </a:lnTo>
                  <a:lnTo>
                    <a:pt x="21605" y="6244"/>
                  </a:lnTo>
                  <a:lnTo>
                    <a:pt x="17733" y="7743"/>
                  </a:lnTo>
                  <a:lnTo>
                    <a:pt x="13862" y="9491"/>
                  </a:lnTo>
                  <a:lnTo>
                    <a:pt x="10116" y="11364"/>
                  </a:lnTo>
                  <a:lnTo>
                    <a:pt x="6369" y="13362"/>
                  </a:lnTo>
                  <a:lnTo>
                    <a:pt x="2748" y="15610"/>
                  </a:lnTo>
                  <a:lnTo>
                    <a:pt x="0" y="17358"/>
                  </a:lnTo>
                  <a:lnTo>
                    <a:pt x="7618" y="28223"/>
                  </a:lnTo>
                  <a:lnTo>
                    <a:pt x="9991" y="26724"/>
                  </a:lnTo>
                  <a:lnTo>
                    <a:pt x="13113" y="24726"/>
                  </a:lnTo>
                  <a:lnTo>
                    <a:pt x="16360" y="22978"/>
                  </a:lnTo>
                  <a:lnTo>
                    <a:pt x="19607" y="21355"/>
                  </a:lnTo>
                  <a:lnTo>
                    <a:pt x="22978" y="19981"/>
                  </a:lnTo>
                  <a:lnTo>
                    <a:pt x="26350" y="18607"/>
                  </a:lnTo>
                  <a:lnTo>
                    <a:pt x="29722" y="17483"/>
                  </a:lnTo>
                  <a:lnTo>
                    <a:pt x="33218" y="16359"/>
                  </a:lnTo>
                  <a:lnTo>
                    <a:pt x="36840" y="15485"/>
                  </a:lnTo>
                  <a:lnTo>
                    <a:pt x="41336" y="14611"/>
                  </a:lnTo>
                  <a:lnTo>
                    <a:pt x="45831" y="13862"/>
                  </a:lnTo>
                  <a:lnTo>
                    <a:pt x="50452" y="13487"/>
                  </a:lnTo>
                  <a:lnTo>
                    <a:pt x="54948" y="13237"/>
                  </a:lnTo>
                  <a:lnTo>
                    <a:pt x="59568" y="13362"/>
                  </a:lnTo>
                  <a:lnTo>
                    <a:pt x="64189" y="13612"/>
                  </a:lnTo>
                  <a:lnTo>
                    <a:pt x="68809" y="14236"/>
                  </a:lnTo>
                  <a:lnTo>
                    <a:pt x="73305" y="14986"/>
                  </a:lnTo>
                  <a:lnTo>
                    <a:pt x="77926" y="16110"/>
                  </a:lnTo>
                  <a:lnTo>
                    <a:pt x="82297" y="17358"/>
                  </a:lnTo>
                  <a:lnTo>
                    <a:pt x="86667" y="18857"/>
                  </a:lnTo>
                  <a:lnTo>
                    <a:pt x="90913" y="20605"/>
                  </a:lnTo>
                  <a:lnTo>
                    <a:pt x="95159" y="22479"/>
                  </a:lnTo>
                  <a:lnTo>
                    <a:pt x="99155" y="24726"/>
                  </a:lnTo>
                  <a:lnTo>
                    <a:pt x="103027" y="27099"/>
                  </a:lnTo>
                  <a:lnTo>
                    <a:pt x="106898" y="29722"/>
                  </a:lnTo>
                  <a:lnTo>
                    <a:pt x="108896" y="31220"/>
                  </a:lnTo>
                  <a:lnTo>
                    <a:pt x="111019" y="32844"/>
                  </a:lnTo>
                  <a:lnTo>
                    <a:pt x="113017" y="34592"/>
                  </a:lnTo>
                  <a:lnTo>
                    <a:pt x="114890" y="36340"/>
                  </a:lnTo>
                  <a:lnTo>
                    <a:pt x="116764" y="38089"/>
                  </a:lnTo>
                  <a:lnTo>
                    <a:pt x="118637" y="39962"/>
                  </a:lnTo>
                  <a:lnTo>
                    <a:pt x="120385" y="41835"/>
                  </a:lnTo>
                  <a:lnTo>
                    <a:pt x="122133" y="43833"/>
                  </a:lnTo>
                  <a:lnTo>
                    <a:pt x="121634" y="44832"/>
                  </a:lnTo>
                  <a:lnTo>
                    <a:pt x="121134" y="45831"/>
                  </a:lnTo>
                  <a:lnTo>
                    <a:pt x="120760" y="46955"/>
                  </a:lnTo>
                  <a:lnTo>
                    <a:pt x="120385" y="47954"/>
                  </a:lnTo>
                  <a:lnTo>
                    <a:pt x="119886" y="50202"/>
                  </a:lnTo>
                  <a:lnTo>
                    <a:pt x="119761" y="52450"/>
                  </a:lnTo>
                  <a:lnTo>
                    <a:pt x="119886" y="54698"/>
                  </a:lnTo>
                  <a:lnTo>
                    <a:pt x="120260" y="56821"/>
                  </a:lnTo>
                  <a:lnTo>
                    <a:pt x="120635" y="57945"/>
                  </a:lnTo>
                  <a:lnTo>
                    <a:pt x="121009" y="59069"/>
                  </a:lnTo>
                  <a:lnTo>
                    <a:pt x="121509" y="60068"/>
                  </a:lnTo>
                  <a:lnTo>
                    <a:pt x="122009" y="61067"/>
                  </a:lnTo>
                  <a:lnTo>
                    <a:pt x="122633" y="62066"/>
                  </a:lnTo>
                  <a:lnTo>
                    <a:pt x="123257" y="62940"/>
                  </a:lnTo>
                  <a:lnTo>
                    <a:pt x="124756" y="64688"/>
                  </a:lnTo>
                  <a:lnTo>
                    <a:pt x="126504" y="66062"/>
                  </a:lnTo>
                  <a:lnTo>
                    <a:pt x="128253" y="67311"/>
                  </a:lnTo>
                  <a:lnTo>
                    <a:pt x="130251" y="68310"/>
                  </a:lnTo>
                  <a:lnTo>
                    <a:pt x="132374" y="69059"/>
                  </a:lnTo>
                  <a:lnTo>
                    <a:pt x="134621" y="69559"/>
                  </a:lnTo>
                  <a:lnTo>
                    <a:pt x="135745" y="69559"/>
                  </a:lnTo>
                  <a:lnTo>
                    <a:pt x="136869" y="69683"/>
                  </a:lnTo>
                  <a:lnTo>
                    <a:pt x="139117" y="69559"/>
                  </a:lnTo>
                  <a:lnTo>
                    <a:pt x="141240" y="69059"/>
                  </a:lnTo>
                  <a:lnTo>
                    <a:pt x="143363" y="68310"/>
                  </a:lnTo>
                  <a:lnTo>
                    <a:pt x="145361" y="67311"/>
                  </a:lnTo>
                  <a:lnTo>
                    <a:pt x="146860" y="66437"/>
                  </a:lnTo>
                  <a:lnTo>
                    <a:pt x="148109" y="65438"/>
                  </a:lnTo>
                  <a:lnTo>
                    <a:pt x="149357" y="64189"/>
                  </a:lnTo>
                  <a:lnTo>
                    <a:pt x="150481" y="62940"/>
                  </a:lnTo>
                  <a:lnTo>
                    <a:pt x="151355" y="61566"/>
                  </a:lnTo>
                  <a:lnTo>
                    <a:pt x="152230" y="60068"/>
                  </a:lnTo>
                  <a:lnTo>
                    <a:pt x="152854" y="58569"/>
                  </a:lnTo>
                  <a:lnTo>
                    <a:pt x="153354" y="56946"/>
                  </a:lnTo>
                  <a:lnTo>
                    <a:pt x="153728" y="55322"/>
                  </a:lnTo>
                  <a:lnTo>
                    <a:pt x="153978" y="53574"/>
                  </a:lnTo>
                  <a:lnTo>
                    <a:pt x="153978" y="51950"/>
                  </a:lnTo>
                  <a:lnTo>
                    <a:pt x="153853" y="50327"/>
                  </a:lnTo>
                  <a:lnTo>
                    <a:pt x="153478" y="48704"/>
                  </a:lnTo>
                  <a:lnTo>
                    <a:pt x="153104" y="47080"/>
                  </a:lnTo>
                  <a:lnTo>
                    <a:pt x="152479" y="45457"/>
                  </a:lnTo>
                  <a:lnTo>
                    <a:pt x="151605" y="43958"/>
                  </a:lnTo>
                  <a:lnTo>
                    <a:pt x="151106" y="42959"/>
                  </a:lnTo>
                  <a:lnTo>
                    <a:pt x="150356" y="42085"/>
                  </a:lnTo>
                  <a:lnTo>
                    <a:pt x="148858" y="40461"/>
                  </a:lnTo>
                  <a:lnTo>
                    <a:pt x="147234" y="38963"/>
                  </a:lnTo>
                  <a:lnTo>
                    <a:pt x="145361" y="37714"/>
                  </a:lnTo>
                  <a:lnTo>
                    <a:pt x="143363" y="36715"/>
                  </a:lnTo>
                  <a:lnTo>
                    <a:pt x="141240" y="35966"/>
                  </a:lnTo>
                  <a:lnTo>
                    <a:pt x="139117" y="35591"/>
                  </a:lnTo>
                  <a:lnTo>
                    <a:pt x="137993" y="35466"/>
                  </a:lnTo>
                  <a:lnTo>
                    <a:pt x="136869" y="35466"/>
                  </a:lnTo>
                  <a:lnTo>
                    <a:pt x="134746" y="35591"/>
                  </a:lnTo>
                  <a:lnTo>
                    <a:pt x="132748" y="35966"/>
                  </a:lnTo>
                  <a:lnTo>
                    <a:pt x="130750" y="33468"/>
                  </a:lnTo>
                  <a:lnTo>
                    <a:pt x="128627" y="31220"/>
                  </a:lnTo>
                  <a:lnTo>
                    <a:pt x="126504" y="28972"/>
                  </a:lnTo>
                  <a:lnTo>
                    <a:pt x="124256" y="26849"/>
                  </a:lnTo>
                  <a:lnTo>
                    <a:pt x="121884" y="24726"/>
                  </a:lnTo>
                  <a:lnTo>
                    <a:pt x="119511" y="22728"/>
                  </a:lnTo>
                  <a:lnTo>
                    <a:pt x="117138" y="20855"/>
                  </a:lnTo>
                  <a:lnTo>
                    <a:pt x="114641" y="18982"/>
                  </a:lnTo>
                  <a:lnTo>
                    <a:pt x="110270" y="15985"/>
                  </a:lnTo>
                  <a:lnTo>
                    <a:pt x="105774" y="13237"/>
                  </a:lnTo>
                  <a:lnTo>
                    <a:pt x="101029" y="10615"/>
                  </a:lnTo>
                  <a:lnTo>
                    <a:pt x="96283" y="8367"/>
                  </a:lnTo>
                  <a:lnTo>
                    <a:pt x="91413" y="6369"/>
                  </a:lnTo>
                  <a:lnTo>
                    <a:pt x="86418" y="4745"/>
                  </a:lnTo>
                  <a:lnTo>
                    <a:pt x="81173" y="3247"/>
                  </a:lnTo>
                  <a:lnTo>
                    <a:pt x="75928" y="1998"/>
                  </a:lnTo>
                  <a:lnTo>
                    <a:pt x="70683" y="1124"/>
                  </a:lnTo>
                  <a:lnTo>
                    <a:pt x="65438" y="500"/>
                  </a:lnTo>
                  <a:lnTo>
                    <a:pt x="60068" y="125"/>
                  </a:lnTo>
                  <a:lnTo>
                    <a:pt x="54823" y="0"/>
                  </a:lnTo>
                  <a:close/>
                </a:path>
              </a:pathLst>
            </a:custGeom>
            <a:solidFill>
              <a:srgbClr val="FFFFFF"/>
            </a:solidFill>
            <a:ln>
              <a:noFill/>
            </a:ln>
          </p:spPr>
          <p:txBody>
            <a:bodyPr spcFirstLastPara="1" wrap="square" lIns="111575" tIns="111575" rIns="111575" bIns="111575" anchor="ctr" anchorCtr="0">
              <a:noAutofit/>
            </a:bodyPr>
            <a:lstStyle/>
            <a:p>
              <a:pPr marL="0" lvl="0" indent="0" algn="l" rtl="0">
                <a:spcBef>
                  <a:spcPts val="0"/>
                </a:spcBef>
                <a:spcAft>
                  <a:spcPts val="0"/>
                </a:spcAft>
                <a:buNone/>
              </a:pPr>
              <a:endParaRPr/>
            </a:p>
          </p:txBody>
        </p:sp>
        <p:sp>
          <p:nvSpPr>
            <p:cNvPr id="2405" name="Google Shape;2405;p162"/>
            <p:cNvSpPr/>
            <p:nvPr/>
          </p:nvSpPr>
          <p:spPr>
            <a:xfrm>
              <a:off x="3410350" y="2535925"/>
              <a:ext cx="2894125" cy="2940950"/>
            </a:xfrm>
            <a:custGeom>
              <a:avLst/>
              <a:gdLst/>
              <a:ahLst/>
              <a:cxnLst/>
              <a:rect l="l" t="t" r="r" b="b"/>
              <a:pathLst>
                <a:path w="115765" h="117638" extrusionOk="0">
                  <a:moveTo>
                    <a:pt x="17109" y="95409"/>
                  </a:moveTo>
                  <a:lnTo>
                    <a:pt x="17734" y="95534"/>
                  </a:lnTo>
                  <a:lnTo>
                    <a:pt x="18608" y="95659"/>
                  </a:lnTo>
                  <a:lnTo>
                    <a:pt x="19607" y="96159"/>
                  </a:lnTo>
                  <a:lnTo>
                    <a:pt x="19982" y="96408"/>
                  </a:lnTo>
                  <a:lnTo>
                    <a:pt x="20606" y="96908"/>
                  </a:lnTo>
                  <a:lnTo>
                    <a:pt x="21106" y="97532"/>
                  </a:lnTo>
                  <a:lnTo>
                    <a:pt x="21605" y="98157"/>
                  </a:lnTo>
                  <a:lnTo>
                    <a:pt x="21855" y="98906"/>
                  </a:lnTo>
                  <a:lnTo>
                    <a:pt x="22105" y="99655"/>
                  </a:lnTo>
                  <a:lnTo>
                    <a:pt x="22105" y="100529"/>
                  </a:lnTo>
                  <a:lnTo>
                    <a:pt x="22105" y="101279"/>
                  </a:lnTo>
                  <a:lnTo>
                    <a:pt x="21855" y="102153"/>
                  </a:lnTo>
                  <a:lnTo>
                    <a:pt x="21480" y="103027"/>
                  </a:lnTo>
                  <a:lnTo>
                    <a:pt x="21106" y="103651"/>
                  </a:lnTo>
                  <a:lnTo>
                    <a:pt x="20606" y="104151"/>
                  </a:lnTo>
                  <a:lnTo>
                    <a:pt x="20107" y="104526"/>
                  </a:lnTo>
                  <a:lnTo>
                    <a:pt x="19607" y="104900"/>
                  </a:lnTo>
                  <a:lnTo>
                    <a:pt x="18983" y="105150"/>
                  </a:lnTo>
                  <a:lnTo>
                    <a:pt x="18358" y="105400"/>
                  </a:lnTo>
                  <a:lnTo>
                    <a:pt x="17734" y="105525"/>
                  </a:lnTo>
                  <a:lnTo>
                    <a:pt x="16735" y="105525"/>
                  </a:lnTo>
                  <a:lnTo>
                    <a:pt x="15736" y="105400"/>
                  </a:lnTo>
                  <a:lnTo>
                    <a:pt x="14986" y="105025"/>
                  </a:lnTo>
                  <a:lnTo>
                    <a:pt x="14737" y="105025"/>
                  </a:lnTo>
                  <a:lnTo>
                    <a:pt x="13363" y="107648"/>
                  </a:lnTo>
                  <a:lnTo>
                    <a:pt x="14612" y="104900"/>
                  </a:lnTo>
                  <a:lnTo>
                    <a:pt x="14487" y="104900"/>
                  </a:lnTo>
                  <a:lnTo>
                    <a:pt x="13738" y="104401"/>
                  </a:lnTo>
                  <a:lnTo>
                    <a:pt x="13113" y="103651"/>
                  </a:lnTo>
                  <a:lnTo>
                    <a:pt x="12614" y="102902"/>
                  </a:lnTo>
                  <a:lnTo>
                    <a:pt x="12239" y="102028"/>
                  </a:lnTo>
                  <a:lnTo>
                    <a:pt x="12114" y="101154"/>
                  </a:lnTo>
                  <a:lnTo>
                    <a:pt x="11989" y="100280"/>
                  </a:lnTo>
                  <a:lnTo>
                    <a:pt x="12239" y="99281"/>
                  </a:lnTo>
                  <a:lnTo>
                    <a:pt x="12489" y="98406"/>
                  </a:lnTo>
                  <a:lnTo>
                    <a:pt x="12614" y="98281"/>
                  </a:lnTo>
                  <a:lnTo>
                    <a:pt x="12739" y="98032"/>
                  </a:lnTo>
                  <a:lnTo>
                    <a:pt x="13113" y="97407"/>
                  </a:lnTo>
                  <a:lnTo>
                    <a:pt x="13488" y="96908"/>
                  </a:lnTo>
                  <a:lnTo>
                    <a:pt x="13987" y="96533"/>
                  </a:lnTo>
                  <a:lnTo>
                    <a:pt x="14487" y="96159"/>
                  </a:lnTo>
                  <a:lnTo>
                    <a:pt x="15111" y="95784"/>
                  </a:lnTo>
                  <a:lnTo>
                    <a:pt x="15736" y="95659"/>
                  </a:lnTo>
                  <a:lnTo>
                    <a:pt x="16360" y="95534"/>
                  </a:lnTo>
                  <a:lnTo>
                    <a:pt x="17109" y="95409"/>
                  </a:lnTo>
                  <a:close/>
                  <a:moveTo>
                    <a:pt x="115515" y="0"/>
                  </a:moveTo>
                  <a:lnTo>
                    <a:pt x="102278" y="750"/>
                  </a:lnTo>
                  <a:lnTo>
                    <a:pt x="102403" y="3747"/>
                  </a:lnTo>
                  <a:lnTo>
                    <a:pt x="102528" y="6369"/>
                  </a:lnTo>
                  <a:lnTo>
                    <a:pt x="102528" y="8992"/>
                  </a:lnTo>
                  <a:lnTo>
                    <a:pt x="102403" y="11614"/>
                  </a:lnTo>
                  <a:lnTo>
                    <a:pt x="102278" y="14362"/>
                  </a:lnTo>
                  <a:lnTo>
                    <a:pt x="102028" y="16984"/>
                  </a:lnTo>
                  <a:lnTo>
                    <a:pt x="101778" y="19731"/>
                  </a:lnTo>
                  <a:lnTo>
                    <a:pt x="101279" y="22354"/>
                  </a:lnTo>
                  <a:lnTo>
                    <a:pt x="100779" y="25101"/>
                  </a:lnTo>
                  <a:lnTo>
                    <a:pt x="99905" y="29222"/>
                  </a:lnTo>
                  <a:lnTo>
                    <a:pt x="98781" y="33219"/>
                  </a:lnTo>
                  <a:lnTo>
                    <a:pt x="97283" y="37589"/>
                  </a:lnTo>
                  <a:lnTo>
                    <a:pt x="95534" y="41960"/>
                  </a:lnTo>
                  <a:lnTo>
                    <a:pt x="93661" y="46081"/>
                  </a:lnTo>
                  <a:lnTo>
                    <a:pt x="91538" y="50202"/>
                  </a:lnTo>
                  <a:lnTo>
                    <a:pt x="89165" y="54199"/>
                  </a:lnTo>
                  <a:lnTo>
                    <a:pt x="86543" y="57945"/>
                  </a:lnTo>
                  <a:lnTo>
                    <a:pt x="83796" y="61567"/>
                  </a:lnTo>
                  <a:lnTo>
                    <a:pt x="80923" y="65188"/>
                  </a:lnTo>
                  <a:lnTo>
                    <a:pt x="77801" y="68435"/>
                  </a:lnTo>
                  <a:lnTo>
                    <a:pt x="74430" y="71682"/>
                  </a:lnTo>
                  <a:lnTo>
                    <a:pt x="71058" y="74679"/>
                  </a:lnTo>
                  <a:lnTo>
                    <a:pt x="67436" y="77551"/>
                  </a:lnTo>
                  <a:lnTo>
                    <a:pt x="63565" y="80174"/>
                  </a:lnTo>
                  <a:lnTo>
                    <a:pt x="59694" y="82547"/>
                  </a:lnTo>
                  <a:lnTo>
                    <a:pt x="55573" y="84794"/>
                  </a:lnTo>
                  <a:lnTo>
                    <a:pt x="51327" y="86917"/>
                  </a:lnTo>
                  <a:lnTo>
                    <a:pt x="46706" y="88791"/>
                  </a:lnTo>
                  <a:lnTo>
                    <a:pt x="42086" y="90414"/>
                  </a:lnTo>
                  <a:lnTo>
                    <a:pt x="37215" y="91788"/>
                  </a:lnTo>
                  <a:lnTo>
                    <a:pt x="32345" y="92912"/>
                  </a:lnTo>
                  <a:lnTo>
                    <a:pt x="31845" y="91913"/>
                  </a:lnTo>
                  <a:lnTo>
                    <a:pt x="31221" y="90789"/>
                  </a:lnTo>
                  <a:lnTo>
                    <a:pt x="30472" y="89914"/>
                  </a:lnTo>
                  <a:lnTo>
                    <a:pt x="29722" y="88915"/>
                  </a:lnTo>
                  <a:lnTo>
                    <a:pt x="28848" y="88166"/>
                  </a:lnTo>
                  <a:lnTo>
                    <a:pt x="27974" y="87292"/>
                  </a:lnTo>
                  <a:lnTo>
                    <a:pt x="27100" y="86668"/>
                  </a:lnTo>
                  <a:lnTo>
                    <a:pt x="26101" y="85918"/>
                  </a:lnTo>
                  <a:lnTo>
                    <a:pt x="25102" y="85419"/>
                  </a:lnTo>
                  <a:lnTo>
                    <a:pt x="24103" y="84919"/>
                  </a:lnTo>
                  <a:lnTo>
                    <a:pt x="22979" y="84420"/>
                  </a:lnTo>
                  <a:lnTo>
                    <a:pt x="21855" y="84045"/>
                  </a:lnTo>
                  <a:lnTo>
                    <a:pt x="20731" y="83795"/>
                  </a:lnTo>
                  <a:lnTo>
                    <a:pt x="19482" y="83546"/>
                  </a:lnTo>
                  <a:lnTo>
                    <a:pt x="18233" y="83421"/>
                  </a:lnTo>
                  <a:lnTo>
                    <a:pt x="15361" y="83421"/>
                  </a:lnTo>
                  <a:lnTo>
                    <a:pt x="13738" y="83670"/>
                  </a:lnTo>
                  <a:lnTo>
                    <a:pt x="12114" y="84170"/>
                  </a:lnTo>
                  <a:lnTo>
                    <a:pt x="10616" y="84669"/>
                  </a:lnTo>
                  <a:lnTo>
                    <a:pt x="9117" y="85419"/>
                  </a:lnTo>
                  <a:lnTo>
                    <a:pt x="7743" y="86168"/>
                  </a:lnTo>
                  <a:lnTo>
                    <a:pt x="6495" y="87167"/>
                  </a:lnTo>
                  <a:lnTo>
                    <a:pt x="5246" y="88166"/>
                  </a:lnTo>
                  <a:lnTo>
                    <a:pt x="4247" y="89290"/>
                  </a:lnTo>
                  <a:lnTo>
                    <a:pt x="3248" y="90539"/>
                  </a:lnTo>
                  <a:lnTo>
                    <a:pt x="2374" y="91913"/>
                  </a:lnTo>
                  <a:lnTo>
                    <a:pt x="1624" y="93286"/>
                  </a:lnTo>
                  <a:lnTo>
                    <a:pt x="1000" y="94785"/>
                  </a:lnTo>
                  <a:lnTo>
                    <a:pt x="500" y="96408"/>
                  </a:lnTo>
                  <a:lnTo>
                    <a:pt x="126" y="98032"/>
                  </a:lnTo>
                  <a:lnTo>
                    <a:pt x="1" y="99655"/>
                  </a:lnTo>
                  <a:lnTo>
                    <a:pt x="1" y="100030"/>
                  </a:lnTo>
                  <a:lnTo>
                    <a:pt x="1" y="100529"/>
                  </a:lnTo>
                  <a:lnTo>
                    <a:pt x="1" y="102278"/>
                  </a:lnTo>
                  <a:lnTo>
                    <a:pt x="251" y="103901"/>
                  </a:lnTo>
                  <a:lnTo>
                    <a:pt x="750" y="105649"/>
                  </a:lnTo>
                  <a:lnTo>
                    <a:pt x="1250" y="107148"/>
                  </a:lnTo>
                  <a:lnTo>
                    <a:pt x="1999" y="108647"/>
                  </a:lnTo>
                  <a:lnTo>
                    <a:pt x="2873" y="110020"/>
                  </a:lnTo>
                  <a:lnTo>
                    <a:pt x="3872" y="111394"/>
                  </a:lnTo>
                  <a:lnTo>
                    <a:pt x="4996" y="112643"/>
                  </a:lnTo>
                  <a:lnTo>
                    <a:pt x="6245" y="113767"/>
                  </a:lnTo>
                  <a:lnTo>
                    <a:pt x="7494" y="114641"/>
                  </a:lnTo>
                  <a:lnTo>
                    <a:pt x="8867" y="115515"/>
                  </a:lnTo>
                  <a:lnTo>
                    <a:pt x="10366" y="116264"/>
                  </a:lnTo>
                  <a:lnTo>
                    <a:pt x="11989" y="116889"/>
                  </a:lnTo>
                  <a:lnTo>
                    <a:pt x="13613" y="117263"/>
                  </a:lnTo>
                  <a:lnTo>
                    <a:pt x="15361" y="117513"/>
                  </a:lnTo>
                  <a:lnTo>
                    <a:pt x="17109" y="117638"/>
                  </a:lnTo>
                  <a:lnTo>
                    <a:pt x="18358" y="117513"/>
                  </a:lnTo>
                  <a:lnTo>
                    <a:pt x="19732" y="117388"/>
                  </a:lnTo>
                  <a:lnTo>
                    <a:pt x="20981" y="117138"/>
                  </a:lnTo>
                  <a:lnTo>
                    <a:pt x="22354" y="116764"/>
                  </a:lnTo>
                  <a:lnTo>
                    <a:pt x="23478" y="116389"/>
                  </a:lnTo>
                  <a:lnTo>
                    <a:pt x="24727" y="115765"/>
                  </a:lnTo>
                  <a:lnTo>
                    <a:pt x="25851" y="115140"/>
                  </a:lnTo>
                  <a:lnTo>
                    <a:pt x="26975" y="114516"/>
                  </a:lnTo>
                  <a:lnTo>
                    <a:pt x="27974" y="113642"/>
                  </a:lnTo>
                  <a:lnTo>
                    <a:pt x="28973" y="112768"/>
                  </a:lnTo>
                  <a:lnTo>
                    <a:pt x="29847" y="111893"/>
                  </a:lnTo>
                  <a:lnTo>
                    <a:pt x="30721" y="110894"/>
                  </a:lnTo>
                  <a:lnTo>
                    <a:pt x="31471" y="109771"/>
                  </a:lnTo>
                  <a:lnTo>
                    <a:pt x="32095" y="108647"/>
                  </a:lnTo>
                  <a:lnTo>
                    <a:pt x="32719" y="107523"/>
                  </a:lnTo>
                  <a:lnTo>
                    <a:pt x="33219" y="106274"/>
                  </a:lnTo>
                  <a:lnTo>
                    <a:pt x="36216" y="105649"/>
                  </a:lnTo>
                  <a:lnTo>
                    <a:pt x="39213" y="105025"/>
                  </a:lnTo>
                  <a:lnTo>
                    <a:pt x="42335" y="104151"/>
                  </a:lnTo>
                  <a:lnTo>
                    <a:pt x="45208" y="103277"/>
                  </a:lnTo>
                  <a:lnTo>
                    <a:pt x="48205" y="102403"/>
                  </a:lnTo>
                  <a:lnTo>
                    <a:pt x="51077" y="101279"/>
                  </a:lnTo>
                  <a:lnTo>
                    <a:pt x="53949" y="100155"/>
                  </a:lnTo>
                  <a:lnTo>
                    <a:pt x="56821" y="99031"/>
                  </a:lnTo>
                  <a:lnTo>
                    <a:pt x="61692" y="96658"/>
                  </a:lnTo>
                  <a:lnTo>
                    <a:pt x="66312" y="94036"/>
                  </a:lnTo>
                  <a:lnTo>
                    <a:pt x="70933" y="91163"/>
                  </a:lnTo>
                  <a:lnTo>
                    <a:pt x="75304" y="88166"/>
                  </a:lnTo>
                  <a:lnTo>
                    <a:pt x="79425" y="84919"/>
                  </a:lnTo>
                  <a:lnTo>
                    <a:pt x="83421" y="81423"/>
                  </a:lnTo>
                  <a:lnTo>
                    <a:pt x="87292" y="77801"/>
                  </a:lnTo>
                  <a:lnTo>
                    <a:pt x="90914" y="73930"/>
                  </a:lnTo>
                  <a:lnTo>
                    <a:pt x="94286" y="69809"/>
                  </a:lnTo>
                  <a:lnTo>
                    <a:pt x="97408" y="65563"/>
                  </a:lnTo>
                  <a:lnTo>
                    <a:pt x="100405" y="61192"/>
                  </a:lnTo>
                  <a:lnTo>
                    <a:pt x="103027" y="56696"/>
                  </a:lnTo>
                  <a:lnTo>
                    <a:pt x="105525" y="51951"/>
                  </a:lnTo>
                  <a:lnTo>
                    <a:pt x="107773" y="47080"/>
                  </a:lnTo>
                  <a:lnTo>
                    <a:pt x="109771" y="42210"/>
                  </a:lnTo>
                  <a:lnTo>
                    <a:pt x="111519" y="37090"/>
                  </a:lnTo>
                  <a:lnTo>
                    <a:pt x="112768" y="32344"/>
                  </a:lnTo>
                  <a:lnTo>
                    <a:pt x="113767" y="27724"/>
                  </a:lnTo>
                  <a:lnTo>
                    <a:pt x="114391" y="24602"/>
                  </a:lnTo>
                  <a:lnTo>
                    <a:pt x="114891" y="21480"/>
                  </a:lnTo>
                  <a:lnTo>
                    <a:pt x="115265" y="18358"/>
                  </a:lnTo>
                  <a:lnTo>
                    <a:pt x="115515" y="15361"/>
                  </a:lnTo>
                  <a:lnTo>
                    <a:pt x="115765" y="12239"/>
                  </a:lnTo>
                  <a:lnTo>
                    <a:pt x="115765" y="9117"/>
                  </a:lnTo>
                  <a:lnTo>
                    <a:pt x="115765" y="6119"/>
                  </a:lnTo>
                  <a:lnTo>
                    <a:pt x="115640" y="2997"/>
                  </a:lnTo>
                  <a:lnTo>
                    <a:pt x="115515" y="0"/>
                  </a:lnTo>
                  <a:close/>
                </a:path>
              </a:pathLst>
            </a:custGeom>
            <a:solidFill>
              <a:srgbClr val="FFFFFF"/>
            </a:solidFill>
            <a:ln>
              <a:noFill/>
            </a:ln>
          </p:spPr>
          <p:txBody>
            <a:bodyPr spcFirstLastPara="1" wrap="square" lIns="111575" tIns="111575" rIns="111575" bIns="111575" anchor="ctr" anchorCtr="0">
              <a:noAutofit/>
            </a:bodyPr>
            <a:lstStyle/>
            <a:p>
              <a:pPr marL="0" lvl="0" indent="0" algn="l" rtl="0">
                <a:spcBef>
                  <a:spcPts val="0"/>
                </a:spcBef>
                <a:spcAft>
                  <a:spcPts val="0"/>
                </a:spcAft>
                <a:buNone/>
              </a:pPr>
              <a:endParaRPr/>
            </a:p>
          </p:txBody>
        </p:sp>
        <p:sp>
          <p:nvSpPr>
            <p:cNvPr id="2406" name="Google Shape;2406;p162"/>
            <p:cNvSpPr/>
            <p:nvPr/>
          </p:nvSpPr>
          <p:spPr>
            <a:xfrm>
              <a:off x="1315500" y="1149750"/>
              <a:ext cx="1570375" cy="3836975"/>
            </a:xfrm>
            <a:custGeom>
              <a:avLst/>
              <a:gdLst/>
              <a:ahLst/>
              <a:cxnLst/>
              <a:rect l="l" t="t" r="r" b="b"/>
              <a:pathLst>
                <a:path w="62815" h="153479" extrusionOk="0">
                  <a:moveTo>
                    <a:pt x="19107" y="11989"/>
                  </a:moveTo>
                  <a:lnTo>
                    <a:pt x="19856" y="12114"/>
                  </a:lnTo>
                  <a:lnTo>
                    <a:pt x="20605" y="12114"/>
                  </a:lnTo>
                  <a:lnTo>
                    <a:pt x="21355" y="12363"/>
                  </a:lnTo>
                  <a:lnTo>
                    <a:pt x="21979" y="12613"/>
                  </a:lnTo>
                  <a:lnTo>
                    <a:pt x="22354" y="12988"/>
                  </a:lnTo>
                  <a:lnTo>
                    <a:pt x="22978" y="13487"/>
                  </a:lnTo>
                  <a:lnTo>
                    <a:pt x="23602" y="14112"/>
                  </a:lnTo>
                  <a:lnTo>
                    <a:pt x="23977" y="14736"/>
                  </a:lnTo>
                  <a:lnTo>
                    <a:pt x="24352" y="15485"/>
                  </a:lnTo>
                  <a:lnTo>
                    <a:pt x="24477" y="16360"/>
                  </a:lnTo>
                  <a:lnTo>
                    <a:pt x="24601" y="17109"/>
                  </a:lnTo>
                  <a:lnTo>
                    <a:pt x="24477" y="17983"/>
                  </a:lnTo>
                  <a:lnTo>
                    <a:pt x="24227" y="18732"/>
                  </a:lnTo>
                  <a:lnTo>
                    <a:pt x="23852" y="19606"/>
                  </a:lnTo>
                  <a:lnTo>
                    <a:pt x="23478" y="20231"/>
                  </a:lnTo>
                  <a:lnTo>
                    <a:pt x="23103" y="20730"/>
                  </a:lnTo>
                  <a:lnTo>
                    <a:pt x="22603" y="21105"/>
                  </a:lnTo>
                  <a:lnTo>
                    <a:pt x="21979" y="21480"/>
                  </a:lnTo>
                  <a:lnTo>
                    <a:pt x="21479" y="21729"/>
                  </a:lnTo>
                  <a:lnTo>
                    <a:pt x="20855" y="21979"/>
                  </a:lnTo>
                  <a:lnTo>
                    <a:pt x="20231" y="22104"/>
                  </a:lnTo>
                  <a:lnTo>
                    <a:pt x="19107" y="22104"/>
                  </a:lnTo>
                  <a:lnTo>
                    <a:pt x="18233" y="21979"/>
                  </a:lnTo>
                  <a:lnTo>
                    <a:pt x="17358" y="21605"/>
                  </a:lnTo>
                  <a:lnTo>
                    <a:pt x="16859" y="21480"/>
                  </a:lnTo>
                  <a:lnTo>
                    <a:pt x="16110" y="20855"/>
                  </a:lnTo>
                  <a:lnTo>
                    <a:pt x="15485" y="20106"/>
                  </a:lnTo>
                  <a:lnTo>
                    <a:pt x="14986" y="19232"/>
                  </a:lnTo>
                  <a:lnTo>
                    <a:pt x="14611" y="18358"/>
                  </a:lnTo>
                  <a:lnTo>
                    <a:pt x="14486" y="17484"/>
                  </a:lnTo>
                  <a:lnTo>
                    <a:pt x="14486" y="16484"/>
                  </a:lnTo>
                  <a:lnTo>
                    <a:pt x="14736" y="15485"/>
                  </a:lnTo>
                  <a:lnTo>
                    <a:pt x="15111" y="14611"/>
                  </a:lnTo>
                  <a:lnTo>
                    <a:pt x="15485" y="14112"/>
                  </a:lnTo>
                  <a:lnTo>
                    <a:pt x="15860" y="13612"/>
                  </a:lnTo>
                  <a:lnTo>
                    <a:pt x="16359" y="13113"/>
                  </a:lnTo>
                  <a:lnTo>
                    <a:pt x="16859" y="12863"/>
                  </a:lnTo>
                  <a:lnTo>
                    <a:pt x="17358" y="12488"/>
                  </a:lnTo>
                  <a:lnTo>
                    <a:pt x="17858" y="12239"/>
                  </a:lnTo>
                  <a:lnTo>
                    <a:pt x="18482" y="12114"/>
                  </a:lnTo>
                  <a:lnTo>
                    <a:pt x="19107" y="11989"/>
                  </a:lnTo>
                  <a:close/>
                  <a:moveTo>
                    <a:pt x="18357" y="0"/>
                  </a:moveTo>
                  <a:lnTo>
                    <a:pt x="17234" y="125"/>
                  </a:lnTo>
                  <a:lnTo>
                    <a:pt x="14986" y="625"/>
                  </a:lnTo>
                  <a:lnTo>
                    <a:pt x="12988" y="1249"/>
                  </a:lnTo>
                  <a:lnTo>
                    <a:pt x="10989" y="2248"/>
                  </a:lnTo>
                  <a:lnTo>
                    <a:pt x="9116" y="3497"/>
                  </a:lnTo>
                  <a:lnTo>
                    <a:pt x="7368" y="4995"/>
                  </a:lnTo>
                  <a:lnTo>
                    <a:pt x="5869" y="6744"/>
                  </a:lnTo>
                  <a:lnTo>
                    <a:pt x="5245" y="7618"/>
                  </a:lnTo>
                  <a:lnTo>
                    <a:pt x="4621" y="8617"/>
                  </a:lnTo>
                  <a:lnTo>
                    <a:pt x="4371" y="9116"/>
                  </a:lnTo>
                  <a:lnTo>
                    <a:pt x="4246" y="9366"/>
                  </a:lnTo>
                  <a:lnTo>
                    <a:pt x="3746" y="10490"/>
                  </a:lnTo>
                  <a:lnTo>
                    <a:pt x="3247" y="11739"/>
                  </a:lnTo>
                  <a:lnTo>
                    <a:pt x="2872" y="12863"/>
                  </a:lnTo>
                  <a:lnTo>
                    <a:pt x="2622" y="14112"/>
                  </a:lnTo>
                  <a:lnTo>
                    <a:pt x="2498" y="15361"/>
                  </a:lnTo>
                  <a:lnTo>
                    <a:pt x="2373" y="16609"/>
                  </a:lnTo>
                  <a:lnTo>
                    <a:pt x="2373" y="17858"/>
                  </a:lnTo>
                  <a:lnTo>
                    <a:pt x="2498" y="19107"/>
                  </a:lnTo>
                  <a:lnTo>
                    <a:pt x="2747" y="20356"/>
                  </a:lnTo>
                  <a:lnTo>
                    <a:pt x="2997" y="21480"/>
                  </a:lnTo>
                  <a:lnTo>
                    <a:pt x="3372" y="22729"/>
                  </a:lnTo>
                  <a:lnTo>
                    <a:pt x="3746" y="23852"/>
                  </a:lnTo>
                  <a:lnTo>
                    <a:pt x="4371" y="24976"/>
                  </a:lnTo>
                  <a:lnTo>
                    <a:pt x="4870" y="26100"/>
                  </a:lnTo>
                  <a:lnTo>
                    <a:pt x="5620" y="27099"/>
                  </a:lnTo>
                  <a:lnTo>
                    <a:pt x="6369" y="28098"/>
                  </a:lnTo>
                  <a:lnTo>
                    <a:pt x="5120" y="31845"/>
                  </a:lnTo>
                  <a:lnTo>
                    <a:pt x="3871" y="35716"/>
                  </a:lnTo>
                  <a:lnTo>
                    <a:pt x="2872" y="39587"/>
                  </a:lnTo>
                  <a:lnTo>
                    <a:pt x="1998" y="43584"/>
                  </a:lnTo>
                  <a:lnTo>
                    <a:pt x="1124" y="48329"/>
                  </a:lnTo>
                  <a:lnTo>
                    <a:pt x="500" y="53199"/>
                  </a:lnTo>
                  <a:lnTo>
                    <a:pt x="125" y="58444"/>
                  </a:lnTo>
                  <a:lnTo>
                    <a:pt x="0" y="63814"/>
                  </a:lnTo>
                  <a:lnTo>
                    <a:pt x="125" y="69184"/>
                  </a:lnTo>
                  <a:lnTo>
                    <a:pt x="624" y="74429"/>
                  </a:lnTo>
                  <a:lnTo>
                    <a:pt x="1374" y="79674"/>
                  </a:lnTo>
                  <a:lnTo>
                    <a:pt x="2373" y="84919"/>
                  </a:lnTo>
                  <a:lnTo>
                    <a:pt x="3622" y="90039"/>
                  </a:lnTo>
                  <a:lnTo>
                    <a:pt x="5120" y="95035"/>
                  </a:lnTo>
                  <a:lnTo>
                    <a:pt x="6993" y="100030"/>
                  </a:lnTo>
                  <a:lnTo>
                    <a:pt x="8991" y="104900"/>
                  </a:lnTo>
                  <a:lnTo>
                    <a:pt x="11364" y="109646"/>
                  </a:lnTo>
                  <a:lnTo>
                    <a:pt x="13987" y="114266"/>
                  </a:lnTo>
                  <a:lnTo>
                    <a:pt x="16859" y="118762"/>
                  </a:lnTo>
                  <a:lnTo>
                    <a:pt x="19856" y="123133"/>
                  </a:lnTo>
                  <a:lnTo>
                    <a:pt x="23228" y="127379"/>
                  </a:lnTo>
                  <a:lnTo>
                    <a:pt x="26849" y="131375"/>
                  </a:lnTo>
                  <a:lnTo>
                    <a:pt x="29722" y="134497"/>
                  </a:lnTo>
                  <a:lnTo>
                    <a:pt x="32844" y="137494"/>
                  </a:lnTo>
                  <a:lnTo>
                    <a:pt x="36090" y="140241"/>
                  </a:lnTo>
                  <a:lnTo>
                    <a:pt x="39462" y="142864"/>
                  </a:lnTo>
                  <a:lnTo>
                    <a:pt x="42959" y="145486"/>
                  </a:lnTo>
                  <a:lnTo>
                    <a:pt x="46456" y="147859"/>
                  </a:lnTo>
                  <a:lnTo>
                    <a:pt x="50202" y="149982"/>
                  </a:lnTo>
                  <a:lnTo>
                    <a:pt x="53948" y="152105"/>
                  </a:lnTo>
                  <a:lnTo>
                    <a:pt x="56696" y="153479"/>
                  </a:lnTo>
                  <a:lnTo>
                    <a:pt x="62815" y="141740"/>
                  </a:lnTo>
                  <a:lnTo>
                    <a:pt x="60068" y="140366"/>
                  </a:lnTo>
                  <a:lnTo>
                    <a:pt x="56821" y="138493"/>
                  </a:lnTo>
                  <a:lnTo>
                    <a:pt x="53574" y="136620"/>
                  </a:lnTo>
                  <a:lnTo>
                    <a:pt x="50452" y="134497"/>
                  </a:lnTo>
                  <a:lnTo>
                    <a:pt x="47455" y="132374"/>
                  </a:lnTo>
                  <a:lnTo>
                    <a:pt x="44582" y="130001"/>
                  </a:lnTo>
                  <a:lnTo>
                    <a:pt x="41835" y="127628"/>
                  </a:lnTo>
                  <a:lnTo>
                    <a:pt x="39088" y="125006"/>
                  </a:lnTo>
                  <a:lnTo>
                    <a:pt x="36465" y="122383"/>
                  </a:lnTo>
                  <a:lnTo>
                    <a:pt x="33468" y="118887"/>
                  </a:lnTo>
                  <a:lnTo>
                    <a:pt x="30471" y="115265"/>
                  </a:lnTo>
                  <a:lnTo>
                    <a:pt x="27848" y="111394"/>
                  </a:lnTo>
                  <a:lnTo>
                    <a:pt x="25351" y="107523"/>
                  </a:lnTo>
                  <a:lnTo>
                    <a:pt x="23103" y="103526"/>
                  </a:lnTo>
                  <a:lnTo>
                    <a:pt x="21105" y="99405"/>
                  </a:lnTo>
                  <a:lnTo>
                    <a:pt x="19356" y="95159"/>
                  </a:lnTo>
                  <a:lnTo>
                    <a:pt x="17733" y="90913"/>
                  </a:lnTo>
                  <a:lnTo>
                    <a:pt x="16359" y="86543"/>
                  </a:lnTo>
                  <a:lnTo>
                    <a:pt x="15235" y="82047"/>
                  </a:lnTo>
                  <a:lnTo>
                    <a:pt x="14361" y="77551"/>
                  </a:lnTo>
                  <a:lnTo>
                    <a:pt x="13737" y="73055"/>
                  </a:lnTo>
                  <a:lnTo>
                    <a:pt x="13362" y="68435"/>
                  </a:lnTo>
                  <a:lnTo>
                    <a:pt x="13237" y="63814"/>
                  </a:lnTo>
                  <a:lnTo>
                    <a:pt x="13362" y="59194"/>
                  </a:lnTo>
                  <a:lnTo>
                    <a:pt x="13612" y="54573"/>
                  </a:lnTo>
                  <a:lnTo>
                    <a:pt x="14236" y="50452"/>
                  </a:lnTo>
                  <a:lnTo>
                    <a:pt x="14986" y="46206"/>
                  </a:lnTo>
                  <a:lnTo>
                    <a:pt x="15610" y="43209"/>
                  </a:lnTo>
                  <a:lnTo>
                    <a:pt x="16484" y="40087"/>
                  </a:lnTo>
                  <a:lnTo>
                    <a:pt x="17358" y="37090"/>
                  </a:lnTo>
                  <a:lnTo>
                    <a:pt x="18357" y="34093"/>
                  </a:lnTo>
                  <a:lnTo>
                    <a:pt x="20480" y="34093"/>
                  </a:lnTo>
                  <a:lnTo>
                    <a:pt x="22603" y="33843"/>
                  </a:lnTo>
                  <a:lnTo>
                    <a:pt x="24726" y="33343"/>
                  </a:lnTo>
                  <a:lnTo>
                    <a:pt x="26600" y="32594"/>
                  </a:lnTo>
                  <a:lnTo>
                    <a:pt x="28473" y="31595"/>
                  </a:lnTo>
                  <a:lnTo>
                    <a:pt x="30221" y="30471"/>
                  </a:lnTo>
                  <a:lnTo>
                    <a:pt x="31720" y="29097"/>
                  </a:lnTo>
                  <a:lnTo>
                    <a:pt x="33093" y="27474"/>
                  </a:lnTo>
                  <a:lnTo>
                    <a:pt x="34342" y="25726"/>
                  </a:lnTo>
                  <a:lnTo>
                    <a:pt x="35091" y="24227"/>
                  </a:lnTo>
                  <a:lnTo>
                    <a:pt x="35716" y="22604"/>
                  </a:lnTo>
                  <a:lnTo>
                    <a:pt x="36090" y="21230"/>
                  </a:lnTo>
                  <a:lnTo>
                    <a:pt x="36340" y="19856"/>
                  </a:lnTo>
                  <a:lnTo>
                    <a:pt x="36590" y="18483"/>
                  </a:lnTo>
                  <a:lnTo>
                    <a:pt x="36590" y="17109"/>
                  </a:lnTo>
                  <a:lnTo>
                    <a:pt x="36590" y="15735"/>
                  </a:lnTo>
                  <a:lnTo>
                    <a:pt x="36340" y="14361"/>
                  </a:lnTo>
                  <a:lnTo>
                    <a:pt x="36090" y="12988"/>
                  </a:lnTo>
                  <a:lnTo>
                    <a:pt x="35716" y="11739"/>
                  </a:lnTo>
                  <a:lnTo>
                    <a:pt x="35216" y="10490"/>
                  </a:lnTo>
                  <a:lnTo>
                    <a:pt x="34592" y="9241"/>
                  </a:lnTo>
                  <a:lnTo>
                    <a:pt x="33967" y="7993"/>
                  </a:lnTo>
                  <a:lnTo>
                    <a:pt x="33218" y="6869"/>
                  </a:lnTo>
                  <a:lnTo>
                    <a:pt x="32344" y="5745"/>
                  </a:lnTo>
                  <a:lnTo>
                    <a:pt x="31345" y="4746"/>
                  </a:lnTo>
                  <a:lnTo>
                    <a:pt x="30221" y="3872"/>
                  </a:lnTo>
                  <a:lnTo>
                    <a:pt x="29097" y="2997"/>
                  </a:lnTo>
                  <a:lnTo>
                    <a:pt x="28473" y="2498"/>
                  </a:lnTo>
                  <a:lnTo>
                    <a:pt x="28098" y="2248"/>
                  </a:lnTo>
                  <a:lnTo>
                    <a:pt x="26100" y="1374"/>
                  </a:lnTo>
                  <a:lnTo>
                    <a:pt x="24102" y="625"/>
                  </a:lnTo>
                  <a:lnTo>
                    <a:pt x="22104" y="125"/>
                  </a:lnTo>
                  <a:lnTo>
                    <a:pt x="19981" y="0"/>
                  </a:lnTo>
                  <a:close/>
                </a:path>
              </a:pathLst>
            </a:custGeom>
            <a:solidFill>
              <a:srgbClr val="FFFFFF"/>
            </a:solidFill>
            <a:ln>
              <a:noFill/>
            </a:ln>
          </p:spPr>
          <p:txBody>
            <a:bodyPr spcFirstLastPara="1" wrap="square" lIns="111575" tIns="111575" rIns="111575" bIns="111575" anchor="ctr" anchorCtr="0">
              <a:noAutofit/>
            </a:bodyPr>
            <a:lstStyle/>
            <a:p>
              <a:pPr marL="0" lvl="0" indent="0" algn="l" rtl="0">
                <a:spcBef>
                  <a:spcPts val="0"/>
                </a:spcBef>
                <a:spcAft>
                  <a:spcPts val="0"/>
                </a:spcAft>
                <a:buNone/>
              </a:pPr>
              <a:endParaRPr/>
            </a:p>
          </p:txBody>
        </p:sp>
      </p:grpSp>
      <p:grpSp>
        <p:nvGrpSpPr>
          <p:cNvPr id="2407" name="Google Shape;2407;p162"/>
          <p:cNvGrpSpPr/>
          <p:nvPr/>
        </p:nvGrpSpPr>
        <p:grpSpPr>
          <a:xfrm>
            <a:off x="4898949" y="1658605"/>
            <a:ext cx="455682" cy="453152"/>
            <a:chOff x="1176000" y="238125"/>
            <a:chExt cx="5268000" cy="5238750"/>
          </a:xfrm>
        </p:grpSpPr>
        <p:sp>
          <p:nvSpPr>
            <p:cNvPr id="2408" name="Google Shape;2408;p162"/>
            <p:cNvSpPr/>
            <p:nvPr/>
          </p:nvSpPr>
          <p:spPr>
            <a:xfrm>
              <a:off x="2642250" y="1824375"/>
              <a:ext cx="2335500" cy="2338425"/>
            </a:xfrm>
            <a:custGeom>
              <a:avLst/>
              <a:gdLst/>
              <a:ahLst/>
              <a:cxnLst/>
              <a:rect l="l" t="t" r="r" b="b"/>
              <a:pathLst>
                <a:path w="93420" h="93537" extrusionOk="0">
                  <a:moveTo>
                    <a:pt x="77850" y="11239"/>
                  </a:moveTo>
                  <a:lnTo>
                    <a:pt x="78669" y="11356"/>
                  </a:lnTo>
                  <a:lnTo>
                    <a:pt x="79489" y="11590"/>
                  </a:lnTo>
                  <a:lnTo>
                    <a:pt x="80191" y="11941"/>
                  </a:lnTo>
                  <a:lnTo>
                    <a:pt x="80893" y="12527"/>
                  </a:lnTo>
                  <a:lnTo>
                    <a:pt x="81362" y="13229"/>
                  </a:lnTo>
                  <a:lnTo>
                    <a:pt x="81830" y="13931"/>
                  </a:lnTo>
                  <a:lnTo>
                    <a:pt x="82064" y="14751"/>
                  </a:lnTo>
                  <a:lnTo>
                    <a:pt x="82181" y="15570"/>
                  </a:lnTo>
                  <a:lnTo>
                    <a:pt x="82181" y="77967"/>
                  </a:lnTo>
                  <a:lnTo>
                    <a:pt x="82064" y="78786"/>
                  </a:lnTo>
                  <a:lnTo>
                    <a:pt x="81830" y="79606"/>
                  </a:lnTo>
                  <a:lnTo>
                    <a:pt x="81362" y="80308"/>
                  </a:lnTo>
                  <a:lnTo>
                    <a:pt x="80893" y="81011"/>
                  </a:lnTo>
                  <a:lnTo>
                    <a:pt x="80191" y="81596"/>
                  </a:lnTo>
                  <a:lnTo>
                    <a:pt x="79489" y="81947"/>
                  </a:lnTo>
                  <a:lnTo>
                    <a:pt x="78669" y="82181"/>
                  </a:lnTo>
                  <a:lnTo>
                    <a:pt x="77850" y="82298"/>
                  </a:lnTo>
                  <a:lnTo>
                    <a:pt x="15570" y="82298"/>
                  </a:lnTo>
                  <a:lnTo>
                    <a:pt x="14751" y="82181"/>
                  </a:lnTo>
                  <a:lnTo>
                    <a:pt x="13931" y="81947"/>
                  </a:lnTo>
                  <a:lnTo>
                    <a:pt x="13229" y="81596"/>
                  </a:lnTo>
                  <a:lnTo>
                    <a:pt x="12527" y="81011"/>
                  </a:lnTo>
                  <a:lnTo>
                    <a:pt x="12058" y="80308"/>
                  </a:lnTo>
                  <a:lnTo>
                    <a:pt x="11590" y="79606"/>
                  </a:lnTo>
                  <a:lnTo>
                    <a:pt x="11356" y="78786"/>
                  </a:lnTo>
                  <a:lnTo>
                    <a:pt x="11239" y="77967"/>
                  </a:lnTo>
                  <a:lnTo>
                    <a:pt x="11239" y="15570"/>
                  </a:lnTo>
                  <a:lnTo>
                    <a:pt x="11356" y="14751"/>
                  </a:lnTo>
                  <a:lnTo>
                    <a:pt x="11590" y="13931"/>
                  </a:lnTo>
                  <a:lnTo>
                    <a:pt x="12058" y="13229"/>
                  </a:lnTo>
                  <a:lnTo>
                    <a:pt x="12527" y="12527"/>
                  </a:lnTo>
                  <a:lnTo>
                    <a:pt x="13229" y="11941"/>
                  </a:lnTo>
                  <a:lnTo>
                    <a:pt x="13931" y="11590"/>
                  </a:lnTo>
                  <a:lnTo>
                    <a:pt x="14751" y="11356"/>
                  </a:lnTo>
                  <a:lnTo>
                    <a:pt x="15570" y="11239"/>
                  </a:lnTo>
                  <a:close/>
                  <a:moveTo>
                    <a:pt x="15570" y="0"/>
                  </a:moveTo>
                  <a:lnTo>
                    <a:pt x="14048" y="117"/>
                  </a:lnTo>
                  <a:lnTo>
                    <a:pt x="12527" y="352"/>
                  </a:lnTo>
                  <a:lnTo>
                    <a:pt x="11122" y="703"/>
                  </a:lnTo>
                  <a:lnTo>
                    <a:pt x="9600" y="1171"/>
                  </a:lnTo>
                  <a:lnTo>
                    <a:pt x="8312" y="1873"/>
                  </a:lnTo>
                  <a:lnTo>
                    <a:pt x="6907" y="2576"/>
                  </a:lnTo>
                  <a:lnTo>
                    <a:pt x="5737" y="3512"/>
                  </a:lnTo>
                  <a:lnTo>
                    <a:pt x="4566" y="4566"/>
                  </a:lnTo>
                  <a:lnTo>
                    <a:pt x="3512" y="5737"/>
                  </a:lnTo>
                  <a:lnTo>
                    <a:pt x="2693" y="6907"/>
                  </a:lnTo>
                  <a:lnTo>
                    <a:pt x="1873" y="8195"/>
                  </a:lnTo>
                  <a:lnTo>
                    <a:pt x="1171" y="9600"/>
                  </a:lnTo>
                  <a:lnTo>
                    <a:pt x="703" y="11005"/>
                  </a:lnTo>
                  <a:lnTo>
                    <a:pt x="352" y="12527"/>
                  </a:lnTo>
                  <a:lnTo>
                    <a:pt x="117" y="14048"/>
                  </a:lnTo>
                  <a:lnTo>
                    <a:pt x="0" y="15570"/>
                  </a:lnTo>
                  <a:lnTo>
                    <a:pt x="0" y="77967"/>
                  </a:lnTo>
                  <a:lnTo>
                    <a:pt x="117" y="79489"/>
                  </a:lnTo>
                  <a:lnTo>
                    <a:pt x="352" y="81011"/>
                  </a:lnTo>
                  <a:lnTo>
                    <a:pt x="703" y="82533"/>
                  </a:lnTo>
                  <a:lnTo>
                    <a:pt x="1171" y="83937"/>
                  </a:lnTo>
                  <a:lnTo>
                    <a:pt x="1873" y="85342"/>
                  </a:lnTo>
                  <a:lnTo>
                    <a:pt x="2693" y="86630"/>
                  </a:lnTo>
                  <a:lnTo>
                    <a:pt x="3512" y="87801"/>
                  </a:lnTo>
                  <a:lnTo>
                    <a:pt x="4566" y="88971"/>
                  </a:lnTo>
                  <a:lnTo>
                    <a:pt x="5737" y="90025"/>
                  </a:lnTo>
                  <a:lnTo>
                    <a:pt x="6907" y="90961"/>
                  </a:lnTo>
                  <a:lnTo>
                    <a:pt x="8312" y="91664"/>
                  </a:lnTo>
                  <a:lnTo>
                    <a:pt x="9600" y="92366"/>
                  </a:lnTo>
                  <a:lnTo>
                    <a:pt x="11122" y="92835"/>
                  </a:lnTo>
                  <a:lnTo>
                    <a:pt x="12527" y="93186"/>
                  </a:lnTo>
                  <a:lnTo>
                    <a:pt x="14048" y="93420"/>
                  </a:lnTo>
                  <a:lnTo>
                    <a:pt x="15570" y="93537"/>
                  </a:lnTo>
                  <a:lnTo>
                    <a:pt x="77850" y="93537"/>
                  </a:lnTo>
                  <a:lnTo>
                    <a:pt x="79372" y="93420"/>
                  </a:lnTo>
                  <a:lnTo>
                    <a:pt x="80893" y="93186"/>
                  </a:lnTo>
                  <a:lnTo>
                    <a:pt x="82298" y="92835"/>
                  </a:lnTo>
                  <a:lnTo>
                    <a:pt x="83820" y="92366"/>
                  </a:lnTo>
                  <a:lnTo>
                    <a:pt x="85108" y="91664"/>
                  </a:lnTo>
                  <a:lnTo>
                    <a:pt x="86513" y="90961"/>
                  </a:lnTo>
                  <a:lnTo>
                    <a:pt x="87683" y="90025"/>
                  </a:lnTo>
                  <a:lnTo>
                    <a:pt x="88854" y="88971"/>
                  </a:lnTo>
                  <a:lnTo>
                    <a:pt x="89908" y="87801"/>
                  </a:lnTo>
                  <a:lnTo>
                    <a:pt x="90727" y="86630"/>
                  </a:lnTo>
                  <a:lnTo>
                    <a:pt x="91547" y="85342"/>
                  </a:lnTo>
                  <a:lnTo>
                    <a:pt x="92249" y="83937"/>
                  </a:lnTo>
                  <a:lnTo>
                    <a:pt x="92717" y="82533"/>
                  </a:lnTo>
                  <a:lnTo>
                    <a:pt x="93068" y="81011"/>
                  </a:lnTo>
                  <a:lnTo>
                    <a:pt x="93303" y="79489"/>
                  </a:lnTo>
                  <a:lnTo>
                    <a:pt x="93420" y="77967"/>
                  </a:lnTo>
                  <a:lnTo>
                    <a:pt x="93420" y="15570"/>
                  </a:lnTo>
                  <a:lnTo>
                    <a:pt x="93303" y="14048"/>
                  </a:lnTo>
                  <a:lnTo>
                    <a:pt x="93068" y="12527"/>
                  </a:lnTo>
                  <a:lnTo>
                    <a:pt x="92717" y="11005"/>
                  </a:lnTo>
                  <a:lnTo>
                    <a:pt x="92249" y="9600"/>
                  </a:lnTo>
                  <a:lnTo>
                    <a:pt x="91547" y="8195"/>
                  </a:lnTo>
                  <a:lnTo>
                    <a:pt x="90727" y="6907"/>
                  </a:lnTo>
                  <a:lnTo>
                    <a:pt x="89908" y="5737"/>
                  </a:lnTo>
                  <a:lnTo>
                    <a:pt x="88854" y="4566"/>
                  </a:lnTo>
                  <a:lnTo>
                    <a:pt x="87683" y="3512"/>
                  </a:lnTo>
                  <a:lnTo>
                    <a:pt x="86513" y="2576"/>
                  </a:lnTo>
                  <a:lnTo>
                    <a:pt x="85108" y="1873"/>
                  </a:lnTo>
                  <a:lnTo>
                    <a:pt x="83820" y="1171"/>
                  </a:lnTo>
                  <a:lnTo>
                    <a:pt x="82298" y="703"/>
                  </a:lnTo>
                  <a:lnTo>
                    <a:pt x="80893" y="352"/>
                  </a:lnTo>
                  <a:lnTo>
                    <a:pt x="79372" y="117"/>
                  </a:lnTo>
                  <a:lnTo>
                    <a:pt x="77850" y="0"/>
                  </a:lnTo>
                  <a:close/>
                </a:path>
              </a:pathLst>
            </a:custGeom>
            <a:solidFill>
              <a:srgbClr val="FFFFFF"/>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2409" name="Google Shape;2409;p162"/>
            <p:cNvSpPr/>
            <p:nvPr/>
          </p:nvSpPr>
          <p:spPr>
            <a:xfrm>
              <a:off x="2923200" y="2105325"/>
              <a:ext cx="1773600" cy="1776525"/>
            </a:xfrm>
            <a:custGeom>
              <a:avLst/>
              <a:gdLst/>
              <a:ahLst/>
              <a:cxnLst/>
              <a:rect l="l" t="t" r="r" b="b"/>
              <a:pathLst>
                <a:path w="70944" h="71061" fill="none" extrusionOk="0">
                  <a:moveTo>
                    <a:pt x="66612" y="1"/>
                  </a:moveTo>
                  <a:lnTo>
                    <a:pt x="66612" y="1"/>
                  </a:lnTo>
                  <a:lnTo>
                    <a:pt x="66612" y="1"/>
                  </a:lnTo>
                  <a:lnTo>
                    <a:pt x="67431" y="118"/>
                  </a:lnTo>
                  <a:lnTo>
                    <a:pt x="68251" y="352"/>
                  </a:lnTo>
                  <a:lnTo>
                    <a:pt x="68953" y="703"/>
                  </a:lnTo>
                  <a:lnTo>
                    <a:pt x="69655" y="1289"/>
                  </a:lnTo>
                  <a:lnTo>
                    <a:pt x="69655" y="1289"/>
                  </a:lnTo>
                  <a:lnTo>
                    <a:pt x="70124" y="1991"/>
                  </a:lnTo>
                  <a:lnTo>
                    <a:pt x="70592" y="2693"/>
                  </a:lnTo>
                  <a:lnTo>
                    <a:pt x="70826" y="3513"/>
                  </a:lnTo>
                  <a:lnTo>
                    <a:pt x="70943" y="4332"/>
                  </a:lnTo>
                  <a:lnTo>
                    <a:pt x="70943" y="66729"/>
                  </a:lnTo>
                  <a:lnTo>
                    <a:pt x="70943" y="66729"/>
                  </a:lnTo>
                  <a:lnTo>
                    <a:pt x="70826" y="67548"/>
                  </a:lnTo>
                  <a:lnTo>
                    <a:pt x="70592" y="68368"/>
                  </a:lnTo>
                  <a:lnTo>
                    <a:pt x="70124" y="69070"/>
                  </a:lnTo>
                  <a:lnTo>
                    <a:pt x="69655" y="69773"/>
                  </a:lnTo>
                  <a:lnTo>
                    <a:pt x="69655" y="69773"/>
                  </a:lnTo>
                  <a:lnTo>
                    <a:pt x="68953" y="70358"/>
                  </a:lnTo>
                  <a:lnTo>
                    <a:pt x="68251" y="70709"/>
                  </a:lnTo>
                  <a:lnTo>
                    <a:pt x="67431" y="70943"/>
                  </a:lnTo>
                  <a:lnTo>
                    <a:pt x="66612" y="71060"/>
                  </a:lnTo>
                  <a:lnTo>
                    <a:pt x="4332" y="71060"/>
                  </a:lnTo>
                  <a:lnTo>
                    <a:pt x="4332" y="71060"/>
                  </a:lnTo>
                  <a:lnTo>
                    <a:pt x="3513" y="70943"/>
                  </a:lnTo>
                  <a:lnTo>
                    <a:pt x="2693" y="70709"/>
                  </a:lnTo>
                  <a:lnTo>
                    <a:pt x="1991" y="70358"/>
                  </a:lnTo>
                  <a:lnTo>
                    <a:pt x="1289" y="69773"/>
                  </a:lnTo>
                  <a:lnTo>
                    <a:pt x="1289" y="69773"/>
                  </a:lnTo>
                  <a:lnTo>
                    <a:pt x="820" y="69070"/>
                  </a:lnTo>
                  <a:lnTo>
                    <a:pt x="352" y="68368"/>
                  </a:lnTo>
                  <a:lnTo>
                    <a:pt x="118" y="67548"/>
                  </a:lnTo>
                  <a:lnTo>
                    <a:pt x="1" y="66729"/>
                  </a:lnTo>
                  <a:lnTo>
                    <a:pt x="1" y="4332"/>
                  </a:lnTo>
                  <a:lnTo>
                    <a:pt x="1" y="4332"/>
                  </a:lnTo>
                  <a:lnTo>
                    <a:pt x="118" y="3513"/>
                  </a:lnTo>
                  <a:lnTo>
                    <a:pt x="352" y="2693"/>
                  </a:lnTo>
                  <a:lnTo>
                    <a:pt x="820" y="1991"/>
                  </a:lnTo>
                  <a:lnTo>
                    <a:pt x="1289" y="1289"/>
                  </a:lnTo>
                  <a:lnTo>
                    <a:pt x="1289" y="1289"/>
                  </a:lnTo>
                  <a:lnTo>
                    <a:pt x="1991" y="703"/>
                  </a:lnTo>
                  <a:lnTo>
                    <a:pt x="2693" y="352"/>
                  </a:lnTo>
                  <a:lnTo>
                    <a:pt x="3513" y="118"/>
                  </a:lnTo>
                  <a:lnTo>
                    <a:pt x="4332" y="1"/>
                  </a:lnTo>
                  <a:lnTo>
                    <a:pt x="66612" y="1"/>
                  </a:lnTo>
                </a:path>
              </a:pathLst>
            </a:custGeom>
            <a:solidFill>
              <a:srgbClr val="FFFFFF"/>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2410" name="Google Shape;2410;p162"/>
            <p:cNvSpPr/>
            <p:nvPr/>
          </p:nvSpPr>
          <p:spPr>
            <a:xfrm>
              <a:off x="2642250" y="1824375"/>
              <a:ext cx="2335500" cy="2338425"/>
            </a:xfrm>
            <a:custGeom>
              <a:avLst/>
              <a:gdLst/>
              <a:ahLst/>
              <a:cxnLst/>
              <a:rect l="l" t="t" r="r" b="b"/>
              <a:pathLst>
                <a:path w="93420" h="93537" fill="none" extrusionOk="0">
                  <a:moveTo>
                    <a:pt x="77850" y="0"/>
                  </a:moveTo>
                  <a:lnTo>
                    <a:pt x="15570" y="0"/>
                  </a:lnTo>
                  <a:lnTo>
                    <a:pt x="15570" y="0"/>
                  </a:lnTo>
                  <a:lnTo>
                    <a:pt x="14048" y="117"/>
                  </a:lnTo>
                  <a:lnTo>
                    <a:pt x="12527" y="352"/>
                  </a:lnTo>
                  <a:lnTo>
                    <a:pt x="11122" y="703"/>
                  </a:lnTo>
                  <a:lnTo>
                    <a:pt x="9600" y="1171"/>
                  </a:lnTo>
                  <a:lnTo>
                    <a:pt x="8312" y="1873"/>
                  </a:lnTo>
                  <a:lnTo>
                    <a:pt x="6907" y="2576"/>
                  </a:lnTo>
                  <a:lnTo>
                    <a:pt x="5737" y="3512"/>
                  </a:lnTo>
                  <a:lnTo>
                    <a:pt x="4566" y="4566"/>
                  </a:lnTo>
                  <a:lnTo>
                    <a:pt x="4566" y="4566"/>
                  </a:lnTo>
                  <a:lnTo>
                    <a:pt x="3512" y="5737"/>
                  </a:lnTo>
                  <a:lnTo>
                    <a:pt x="2693" y="6907"/>
                  </a:lnTo>
                  <a:lnTo>
                    <a:pt x="1873" y="8195"/>
                  </a:lnTo>
                  <a:lnTo>
                    <a:pt x="1171" y="9600"/>
                  </a:lnTo>
                  <a:lnTo>
                    <a:pt x="703" y="11005"/>
                  </a:lnTo>
                  <a:lnTo>
                    <a:pt x="352" y="12527"/>
                  </a:lnTo>
                  <a:lnTo>
                    <a:pt x="117" y="14048"/>
                  </a:lnTo>
                  <a:lnTo>
                    <a:pt x="0" y="15570"/>
                  </a:lnTo>
                  <a:lnTo>
                    <a:pt x="0" y="77967"/>
                  </a:lnTo>
                  <a:lnTo>
                    <a:pt x="0" y="77967"/>
                  </a:lnTo>
                  <a:lnTo>
                    <a:pt x="117" y="79489"/>
                  </a:lnTo>
                  <a:lnTo>
                    <a:pt x="352" y="81011"/>
                  </a:lnTo>
                  <a:lnTo>
                    <a:pt x="703" y="82533"/>
                  </a:lnTo>
                  <a:lnTo>
                    <a:pt x="1171" y="83937"/>
                  </a:lnTo>
                  <a:lnTo>
                    <a:pt x="1873" y="85342"/>
                  </a:lnTo>
                  <a:lnTo>
                    <a:pt x="2693" y="86630"/>
                  </a:lnTo>
                  <a:lnTo>
                    <a:pt x="3512" y="87801"/>
                  </a:lnTo>
                  <a:lnTo>
                    <a:pt x="4566" y="88971"/>
                  </a:lnTo>
                  <a:lnTo>
                    <a:pt x="4566" y="88971"/>
                  </a:lnTo>
                  <a:lnTo>
                    <a:pt x="5737" y="90025"/>
                  </a:lnTo>
                  <a:lnTo>
                    <a:pt x="6907" y="90961"/>
                  </a:lnTo>
                  <a:lnTo>
                    <a:pt x="8312" y="91664"/>
                  </a:lnTo>
                  <a:lnTo>
                    <a:pt x="9600" y="92366"/>
                  </a:lnTo>
                  <a:lnTo>
                    <a:pt x="11122" y="92835"/>
                  </a:lnTo>
                  <a:lnTo>
                    <a:pt x="12527" y="93186"/>
                  </a:lnTo>
                  <a:lnTo>
                    <a:pt x="14048" y="93420"/>
                  </a:lnTo>
                  <a:lnTo>
                    <a:pt x="15570" y="93537"/>
                  </a:lnTo>
                  <a:lnTo>
                    <a:pt x="77850" y="93537"/>
                  </a:lnTo>
                  <a:lnTo>
                    <a:pt x="77850" y="93537"/>
                  </a:lnTo>
                  <a:lnTo>
                    <a:pt x="79372" y="93420"/>
                  </a:lnTo>
                  <a:lnTo>
                    <a:pt x="80893" y="93186"/>
                  </a:lnTo>
                  <a:lnTo>
                    <a:pt x="82298" y="92835"/>
                  </a:lnTo>
                  <a:lnTo>
                    <a:pt x="83820" y="92366"/>
                  </a:lnTo>
                  <a:lnTo>
                    <a:pt x="85108" y="91664"/>
                  </a:lnTo>
                  <a:lnTo>
                    <a:pt x="86513" y="90961"/>
                  </a:lnTo>
                  <a:lnTo>
                    <a:pt x="87683" y="90025"/>
                  </a:lnTo>
                  <a:lnTo>
                    <a:pt x="88854" y="88971"/>
                  </a:lnTo>
                  <a:lnTo>
                    <a:pt x="88854" y="88971"/>
                  </a:lnTo>
                  <a:lnTo>
                    <a:pt x="89908" y="87801"/>
                  </a:lnTo>
                  <a:lnTo>
                    <a:pt x="90727" y="86630"/>
                  </a:lnTo>
                  <a:lnTo>
                    <a:pt x="91547" y="85342"/>
                  </a:lnTo>
                  <a:lnTo>
                    <a:pt x="92249" y="83937"/>
                  </a:lnTo>
                  <a:lnTo>
                    <a:pt x="92717" y="82533"/>
                  </a:lnTo>
                  <a:lnTo>
                    <a:pt x="93068" y="81011"/>
                  </a:lnTo>
                  <a:lnTo>
                    <a:pt x="93303" y="79489"/>
                  </a:lnTo>
                  <a:lnTo>
                    <a:pt x="93420" y="77967"/>
                  </a:lnTo>
                  <a:lnTo>
                    <a:pt x="93420" y="15570"/>
                  </a:lnTo>
                  <a:lnTo>
                    <a:pt x="93420" y="15570"/>
                  </a:lnTo>
                  <a:lnTo>
                    <a:pt x="93303" y="14048"/>
                  </a:lnTo>
                  <a:lnTo>
                    <a:pt x="93068" y="12527"/>
                  </a:lnTo>
                  <a:lnTo>
                    <a:pt x="92717" y="11005"/>
                  </a:lnTo>
                  <a:lnTo>
                    <a:pt x="92249" y="9600"/>
                  </a:lnTo>
                  <a:lnTo>
                    <a:pt x="91547" y="8195"/>
                  </a:lnTo>
                  <a:lnTo>
                    <a:pt x="90727" y="6907"/>
                  </a:lnTo>
                  <a:lnTo>
                    <a:pt x="89908" y="5737"/>
                  </a:lnTo>
                  <a:lnTo>
                    <a:pt x="88854" y="4566"/>
                  </a:lnTo>
                  <a:lnTo>
                    <a:pt x="88854" y="4566"/>
                  </a:lnTo>
                  <a:lnTo>
                    <a:pt x="87683" y="3512"/>
                  </a:lnTo>
                  <a:lnTo>
                    <a:pt x="86513" y="2576"/>
                  </a:lnTo>
                  <a:lnTo>
                    <a:pt x="85108" y="1873"/>
                  </a:lnTo>
                  <a:lnTo>
                    <a:pt x="83820" y="1171"/>
                  </a:lnTo>
                  <a:lnTo>
                    <a:pt x="82298" y="703"/>
                  </a:lnTo>
                  <a:lnTo>
                    <a:pt x="80893" y="352"/>
                  </a:lnTo>
                  <a:lnTo>
                    <a:pt x="79372" y="117"/>
                  </a:lnTo>
                  <a:lnTo>
                    <a:pt x="77850" y="0"/>
                  </a:lnTo>
                  <a:lnTo>
                    <a:pt x="77850" y="0"/>
                  </a:lnTo>
                </a:path>
              </a:pathLst>
            </a:custGeom>
            <a:solidFill>
              <a:srgbClr val="FFFFFF"/>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2411" name="Google Shape;2411;p162"/>
            <p:cNvSpPr/>
            <p:nvPr/>
          </p:nvSpPr>
          <p:spPr>
            <a:xfrm>
              <a:off x="3227575" y="2400925"/>
              <a:ext cx="292700" cy="292700"/>
            </a:xfrm>
            <a:custGeom>
              <a:avLst/>
              <a:gdLst/>
              <a:ahLst/>
              <a:cxnLst/>
              <a:rect l="l" t="t" r="r" b="b"/>
              <a:pathLst>
                <a:path w="11708" h="11708" extrusionOk="0">
                  <a:moveTo>
                    <a:pt x="1" y="1"/>
                  </a:moveTo>
                  <a:lnTo>
                    <a:pt x="1" y="11707"/>
                  </a:lnTo>
                  <a:lnTo>
                    <a:pt x="11707" y="11707"/>
                  </a:lnTo>
                  <a:lnTo>
                    <a:pt x="11707" y="1"/>
                  </a:lnTo>
                  <a:close/>
                </a:path>
              </a:pathLst>
            </a:custGeom>
            <a:solidFill>
              <a:srgbClr val="FFFFFF"/>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2412" name="Google Shape;2412;p162"/>
            <p:cNvSpPr/>
            <p:nvPr/>
          </p:nvSpPr>
          <p:spPr>
            <a:xfrm>
              <a:off x="4099725" y="2395075"/>
              <a:ext cx="292700" cy="292700"/>
            </a:xfrm>
            <a:custGeom>
              <a:avLst/>
              <a:gdLst/>
              <a:ahLst/>
              <a:cxnLst/>
              <a:rect l="l" t="t" r="r" b="b"/>
              <a:pathLst>
                <a:path w="11708" h="11708" extrusionOk="0">
                  <a:moveTo>
                    <a:pt x="1" y="0"/>
                  </a:moveTo>
                  <a:lnTo>
                    <a:pt x="1" y="11707"/>
                  </a:lnTo>
                  <a:lnTo>
                    <a:pt x="11707" y="11707"/>
                  </a:lnTo>
                  <a:lnTo>
                    <a:pt x="11707" y="0"/>
                  </a:lnTo>
                  <a:close/>
                </a:path>
              </a:pathLst>
            </a:custGeom>
            <a:solidFill>
              <a:srgbClr val="FFFFFF"/>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2413" name="Google Shape;2413;p162"/>
            <p:cNvSpPr/>
            <p:nvPr/>
          </p:nvSpPr>
          <p:spPr>
            <a:xfrm>
              <a:off x="3215875" y="2997975"/>
              <a:ext cx="1188250" cy="594125"/>
            </a:xfrm>
            <a:custGeom>
              <a:avLst/>
              <a:gdLst/>
              <a:ahLst/>
              <a:cxnLst/>
              <a:rect l="l" t="t" r="r" b="b"/>
              <a:pathLst>
                <a:path w="47530" h="23765" extrusionOk="0">
                  <a:moveTo>
                    <a:pt x="0" y="0"/>
                  </a:moveTo>
                  <a:lnTo>
                    <a:pt x="0" y="0"/>
                  </a:lnTo>
                  <a:lnTo>
                    <a:pt x="118" y="2342"/>
                  </a:lnTo>
                  <a:lnTo>
                    <a:pt x="469" y="4566"/>
                  </a:lnTo>
                  <a:lnTo>
                    <a:pt x="1054" y="6907"/>
                  </a:lnTo>
                  <a:lnTo>
                    <a:pt x="1874" y="9014"/>
                  </a:lnTo>
                  <a:lnTo>
                    <a:pt x="1874" y="9014"/>
                  </a:lnTo>
                  <a:lnTo>
                    <a:pt x="2810" y="11122"/>
                  </a:lnTo>
                  <a:lnTo>
                    <a:pt x="4098" y="13229"/>
                  </a:lnTo>
                  <a:lnTo>
                    <a:pt x="5386" y="15102"/>
                  </a:lnTo>
                  <a:lnTo>
                    <a:pt x="7024" y="16741"/>
                  </a:lnTo>
                  <a:lnTo>
                    <a:pt x="7024" y="16741"/>
                  </a:lnTo>
                  <a:lnTo>
                    <a:pt x="8780" y="18380"/>
                  </a:lnTo>
                  <a:lnTo>
                    <a:pt x="10654" y="19785"/>
                  </a:lnTo>
                  <a:lnTo>
                    <a:pt x="12644" y="20955"/>
                  </a:lnTo>
                  <a:lnTo>
                    <a:pt x="14751" y="21892"/>
                  </a:lnTo>
                  <a:lnTo>
                    <a:pt x="14751" y="21892"/>
                  </a:lnTo>
                  <a:lnTo>
                    <a:pt x="16858" y="22711"/>
                  </a:lnTo>
                  <a:lnTo>
                    <a:pt x="19199" y="23297"/>
                  </a:lnTo>
                  <a:lnTo>
                    <a:pt x="21424" y="23648"/>
                  </a:lnTo>
                  <a:lnTo>
                    <a:pt x="23765" y="23765"/>
                  </a:lnTo>
                  <a:lnTo>
                    <a:pt x="23765" y="23765"/>
                  </a:lnTo>
                  <a:lnTo>
                    <a:pt x="26106" y="23648"/>
                  </a:lnTo>
                  <a:lnTo>
                    <a:pt x="28448" y="23297"/>
                  </a:lnTo>
                  <a:lnTo>
                    <a:pt x="30672" y="22711"/>
                  </a:lnTo>
                  <a:lnTo>
                    <a:pt x="32896" y="21892"/>
                  </a:lnTo>
                  <a:lnTo>
                    <a:pt x="32896" y="21892"/>
                  </a:lnTo>
                  <a:lnTo>
                    <a:pt x="35003" y="20955"/>
                  </a:lnTo>
                  <a:lnTo>
                    <a:pt x="36994" y="19785"/>
                  </a:lnTo>
                  <a:lnTo>
                    <a:pt x="38867" y="18380"/>
                  </a:lnTo>
                  <a:lnTo>
                    <a:pt x="40623" y="16741"/>
                  </a:lnTo>
                  <a:lnTo>
                    <a:pt x="40623" y="16741"/>
                  </a:lnTo>
                  <a:lnTo>
                    <a:pt x="42144" y="15102"/>
                  </a:lnTo>
                  <a:lnTo>
                    <a:pt x="43549" y="13229"/>
                  </a:lnTo>
                  <a:lnTo>
                    <a:pt x="44720" y="11122"/>
                  </a:lnTo>
                  <a:lnTo>
                    <a:pt x="45656" y="9014"/>
                  </a:lnTo>
                  <a:lnTo>
                    <a:pt x="45656" y="9014"/>
                  </a:lnTo>
                  <a:lnTo>
                    <a:pt x="46476" y="6907"/>
                  </a:lnTo>
                  <a:lnTo>
                    <a:pt x="47061" y="4566"/>
                  </a:lnTo>
                  <a:lnTo>
                    <a:pt x="47412" y="2342"/>
                  </a:lnTo>
                  <a:lnTo>
                    <a:pt x="47530" y="0"/>
                  </a:lnTo>
                  <a:lnTo>
                    <a:pt x="35706" y="0"/>
                  </a:lnTo>
                  <a:lnTo>
                    <a:pt x="35706" y="0"/>
                  </a:lnTo>
                  <a:lnTo>
                    <a:pt x="35589" y="1171"/>
                  </a:lnTo>
                  <a:lnTo>
                    <a:pt x="35472" y="2342"/>
                  </a:lnTo>
                  <a:lnTo>
                    <a:pt x="35120" y="3395"/>
                  </a:lnTo>
                  <a:lnTo>
                    <a:pt x="34769" y="4566"/>
                  </a:lnTo>
                  <a:lnTo>
                    <a:pt x="34301" y="5502"/>
                  </a:lnTo>
                  <a:lnTo>
                    <a:pt x="33716" y="6556"/>
                  </a:lnTo>
                  <a:lnTo>
                    <a:pt x="33013" y="7493"/>
                  </a:lnTo>
                  <a:lnTo>
                    <a:pt x="32194" y="8312"/>
                  </a:lnTo>
                  <a:lnTo>
                    <a:pt x="32194" y="8312"/>
                  </a:lnTo>
                  <a:lnTo>
                    <a:pt x="31257" y="9131"/>
                  </a:lnTo>
                  <a:lnTo>
                    <a:pt x="30321" y="9834"/>
                  </a:lnTo>
                  <a:lnTo>
                    <a:pt x="29384" y="10419"/>
                  </a:lnTo>
                  <a:lnTo>
                    <a:pt x="28331" y="10887"/>
                  </a:lnTo>
                  <a:lnTo>
                    <a:pt x="27277" y="11356"/>
                  </a:lnTo>
                  <a:lnTo>
                    <a:pt x="26106" y="11590"/>
                  </a:lnTo>
                  <a:lnTo>
                    <a:pt x="24936" y="11824"/>
                  </a:lnTo>
                  <a:lnTo>
                    <a:pt x="23765" y="11824"/>
                  </a:lnTo>
                  <a:lnTo>
                    <a:pt x="23765" y="11824"/>
                  </a:lnTo>
                  <a:lnTo>
                    <a:pt x="22594" y="11824"/>
                  </a:lnTo>
                  <a:lnTo>
                    <a:pt x="21424" y="11590"/>
                  </a:lnTo>
                  <a:lnTo>
                    <a:pt x="20370" y="11356"/>
                  </a:lnTo>
                  <a:lnTo>
                    <a:pt x="19199" y="10887"/>
                  </a:lnTo>
                  <a:lnTo>
                    <a:pt x="18146" y="10419"/>
                  </a:lnTo>
                  <a:lnTo>
                    <a:pt x="17209" y="9834"/>
                  </a:lnTo>
                  <a:lnTo>
                    <a:pt x="16273" y="9131"/>
                  </a:lnTo>
                  <a:lnTo>
                    <a:pt x="15336" y="8312"/>
                  </a:lnTo>
                  <a:lnTo>
                    <a:pt x="15336" y="8312"/>
                  </a:lnTo>
                  <a:lnTo>
                    <a:pt x="14634" y="7493"/>
                  </a:lnTo>
                  <a:lnTo>
                    <a:pt x="13931" y="6556"/>
                  </a:lnTo>
                  <a:lnTo>
                    <a:pt x="13346" y="5502"/>
                  </a:lnTo>
                  <a:lnTo>
                    <a:pt x="12761" y="4566"/>
                  </a:lnTo>
                  <a:lnTo>
                    <a:pt x="12410" y="3395"/>
                  </a:lnTo>
                  <a:lnTo>
                    <a:pt x="12175" y="2342"/>
                  </a:lnTo>
                  <a:lnTo>
                    <a:pt x="11941" y="1171"/>
                  </a:lnTo>
                  <a:lnTo>
                    <a:pt x="11941" y="0"/>
                  </a:lnTo>
                  <a:lnTo>
                    <a:pt x="0" y="0"/>
                  </a:lnTo>
                  <a:close/>
                </a:path>
              </a:pathLst>
            </a:custGeom>
            <a:solidFill>
              <a:srgbClr val="FFFFFF"/>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2414" name="Google Shape;2414;p162"/>
            <p:cNvSpPr/>
            <p:nvPr/>
          </p:nvSpPr>
          <p:spPr>
            <a:xfrm>
              <a:off x="3373925" y="238125"/>
              <a:ext cx="875075" cy="834125"/>
            </a:xfrm>
            <a:custGeom>
              <a:avLst/>
              <a:gdLst/>
              <a:ahLst/>
              <a:cxnLst/>
              <a:rect l="l" t="t" r="r" b="b"/>
              <a:pathLst>
                <a:path w="35003" h="33365" extrusionOk="0">
                  <a:moveTo>
                    <a:pt x="17443" y="0"/>
                  </a:moveTo>
                  <a:lnTo>
                    <a:pt x="11004" y="9482"/>
                  </a:lnTo>
                  <a:lnTo>
                    <a:pt x="0" y="12760"/>
                  </a:lnTo>
                  <a:lnTo>
                    <a:pt x="6907" y="21892"/>
                  </a:lnTo>
                  <a:lnTo>
                    <a:pt x="6673" y="33364"/>
                  </a:lnTo>
                  <a:lnTo>
                    <a:pt x="6673" y="33364"/>
                  </a:lnTo>
                  <a:lnTo>
                    <a:pt x="17443" y="29501"/>
                  </a:lnTo>
                  <a:lnTo>
                    <a:pt x="28330" y="33364"/>
                  </a:lnTo>
                  <a:lnTo>
                    <a:pt x="28330" y="33364"/>
                  </a:lnTo>
                  <a:lnTo>
                    <a:pt x="27979" y="21892"/>
                  </a:lnTo>
                  <a:lnTo>
                    <a:pt x="35003" y="12760"/>
                  </a:lnTo>
                  <a:lnTo>
                    <a:pt x="23999" y="9482"/>
                  </a:lnTo>
                  <a:lnTo>
                    <a:pt x="17443" y="0"/>
                  </a:lnTo>
                  <a:close/>
                </a:path>
              </a:pathLst>
            </a:custGeom>
            <a:solidFill>
              <a:srgbClr val="FFFFFF"/>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2415" name="Google Shape;2415;p162"/>
            <p:cNvSpPr/>
            <p:nvPr/>
          </p:nvSpPr>
          <p:spPr>
            <a:xfrm>
              <a:off x="1176000" y="1865350"/>
              <a:ext cx="878000" cy="831200"/>
            </a:xfrm>
            <a:custGeom>
              <a:avLst/>
              <a:gdLst/>
              <a:ahLst/>
              <a:cxnLst/>
              <a:rect l="l" t="t" r="r" b="b"/>
              <a:pathLst>
                <a:path w="35120" h="33248" extrusionOk="0">
                  <a:moveTo>
                    <a:pt x="17560" y="0"/>
                  </a:moveTo>
                  <a:lnTo>
                    <a:pt x="11121" y="9366"/>
                  </a:lnTo>
                  <a:lnTo>
                    <a:pt x="0" y="12644"/>
                  </a:lnTo>
                  <a:lnTo>
                    <a:pt x="7024" y="21775"/>
                  </a:lnTo>
                  <a:lnTo>
                    <a:pt x="6790" y="33247"/>
                  </a:lnTo>
                  <a:lnTo>
                    <a:pt x="17560" y="29384"/>
                  </a:lnTo>
                  <a:lnTo>
                    <a:pt x="28447" y="33247"/>
                  </a:lnTo>
                  <a:lnTo>
                    <a:pt x="28096" y="21775"/>
                  </a:lnTo>
                  <a:lnTo>
                    <a:pt x="35120" y="12644"/>
                  </a:lnTo>
                  <a:lnTo>
                    <a:pt x="24116" y="9366"/>
                  </a:lnTo>
                  <a:lnTo>
                    <a:pt x="17560" y="0"/>
                  </a:lnTo>
                  <a:close/>
                </a:path>
              </a:pathLst>
            </a:custGeom>
            <a:solidFill>
              <a:srgbClr val="FFFFFF"/>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2416" name="Google Shape;2416;p162"/>
            <p:cNvSpPr/>
            <p:nvPr/>
          </p:nvSpPr>
          <p:spPr>
            <a:xfrm>
              <a:off x="1767175" y="624425"/>
              <a:ext cx="1486775" cy="1214600"/>
            </a:xfrm>
            <a:custGeom>
              <a:avLst/>
              <a:gdLst/>
              <a:ahLst/>
              <a:cxnLst/>
              <a:rect l="l" t="t" r="r" b="b"/>
              <a:pathLst>
                <a:path w="59471" h="48584" extrusionOk="0">
                  <a:moveTo>
                    <a:pt x="52095" y="1"/>
                  </a:moveTo>
                  <a:lnTo>
                    <a:pt x="48115" y="1406"/>
                  </a:lnTo>
                  <a:lnTo>
                    <a:pt x="44252" y="2810"/>
                  </a:lnTo>
                  <a:lnTo>
                    <a:pt x="40388" y="4566"/>
                  </a:lnTo>
                  <a:lnTo>
                    <a:pt x="36642" y="6322"/>
                  </a:lnTo>
                  <a:lnTo>
                    <a:pt x="33013" y="8313"/>
                  </a:lnTo>
                  <a:lnTo>
                    <a:pt x="29501" y="10420"/>
                  </a:lnTo>
                  <a:lnTo>
                    <a:pt x="25989" y="12644"/>
                  </a:lnTo>
                  <a:lnTo>
                    <a:pt x="22711" y="14985"/>
                  </a:lnTo>
                  <a:lnTo>
                    <a:pt x="19434" y="17561"/>
                  </a:lnTo>
                  <a:lnTo>
                    <a:pt x="16273" y="20136"/>
                  </a:lnTo>
                  <a:lnTo>
                    <a:pt x="13229" y="22946"/>
                  </a:lnTo>
                  <a:lnTo>
                    <a:pt x="10419" y="25873"/>
                  </a:lnTo>
                  <a:lnTo>
                    <a:pt x="7610" y="28799"/>
                  </a:lnTo>
                  <a:lnTo>
                    <a:pt x="4917" y="31960"/>
                  </a:lnTo>
                  <a:lnTo>
                    <a:pt x="2342" y="35121"/>
                  </a:lnTo>
                  <a:lnTo>
                    <a:pt x="0" y="38516"/>
                  </a:lnTo>
                  <a:lnTo>
                    <a:pt x="3161" y="43199"/>
                  </a:lnTo>
                  <a:lnTo>
                    <a:pt x="6790" y="48584"/>
                  </a:lnTo>
                  <a:lnTo>
                    <a:pt x="9132" y="45072"/>
                  </a:lnTo>
                  <a:lnTo>
                    <a:pt x="11590" y="41677"/>
                  </a:lnTo>
                  <a:lnTo>
                    <a:pt x="14166" y="38399"/>
                  </a:lnTo>
                  <a:lnTo>
                    <a:pt x="16858" y="35238"/>
                  </a:lnTo>
                  <a:lnTo>
                    <a:pt x="19785" y="32311"/>
                  </a:lnTo>
                  <a:lnTo>
                    <a:pt x="22828" y="29385"/>
                  </a:lnTo>
                  <a:lnTo>
                    <a:pt x="25989" y="26692"/>
                  </a:lnTo>
                  <a:lnTo>
                    <a:pt x="29267" y="24117"/>
                  </a:lnTo>
                  <a:lnTo>
                    <a:pt x="32662" y="21658"/>
                  </a:lnTo>
                  <a:lnTo>
                    <a:pt x="36174" y="19434"/>
                  </a:lnTo>
                  <a:lnTo>
                    <a:pt x="39803" y="17327"/>
                  </a:lnTo>
                  <a:lnTo>
                    <a:pt x="43549" y="15454"/>
                  </a:lnTo>
                  <a:lnTo>
                    <a:pt x="47412" y="13698"/>
                  </a:lnTo>
                  <a:lnTo>
                    <a:pt x="51276" y="12176"/>
                  </a:lnTo>
                  <a:lnTo>
                    <a:pt x="55373" y="10771"/>
                  </a:lnTo>
                  <a:lnTo>
                    <a:pt x="59470" y="9600"/>
                  </a:lnTo>
                  <a:lnTo>
                    <a:pt x="55256" y="4215"/>
                  </a:lnTo>
                  <a:lnTo>
                    <a:pt x="52095" y="1"/>
                  </a:lnTo>
                  <a:close/>
                </a:path>
              </a:pathLst>
            </a:custGeom>
            <a:solidFill>
              <a:srgbClr val="FFFFFF"/>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2417" name="Google Shape;2417;p162"/>
            <p:cNvSpPr/>
            <p:nvPr/>
          </p:nvSpPr>
          <p:spPr>
            <a:xfrm>
              <a:off x="5566000" y="1865350"/>
              <a:ext cx="878000" cy="831200"/>
            </a:xfrm>
            <a:custGeom>
              <a:avLst/>
              <a:gdLst/>
              <a:ahLst/>
              <a:cxnLst/>
              <a:rect l="l" t="t" r="r" b="b"/>
              <a:pathLst>
                <a:path w="35120" h="33248" extrusionOk="0">
                  <a:moveTo>
                    <a:pt x="17560" y="0"/>
                  </a:moveTo>
                  <a:lnTo>
                    <a:pt x="11004" y="9366"/>
                  </a:lnTo>
                  <a:lnTo>
                    <a:pt x="0" y="12644"/>
                  </a:lnTo>
                  <a:lnTo>
                    <a:pt x="7024" y="21775"/>
                  </a:lnTo>
                  <a:lnTo>
                    <a:pt x="6673" y="33247"/>
                  </a:lnTo>
                  <a:lnTo>
                    <a:pt x="17560" y="29384"/>
                  </a:lnTo>
                  <a:lnTo>
                    <a:pt x="28330" y="33247"/>
                  </a:lnTo>
                  <a:lnTo>
                    <a:pt x="28096" y="21775"/>
                  </a:lnTo>
                  <a:lnTo>
                    <a:pt x="35120" y="12644"/>
                  </a:lnTo>
                  <a:lnTo>
                    <a:pt x="23999" y="9366"/>
                  </a:lnTo>
                  <a:lnTo>
                    <a:pt x="17560" y="0"/>
                  </a:lnTo>
                  <a:close/>
                </a:path>
              </a:pathLst>
            </a:custGeom>
            <a:solidFill>
              <a:srgbClr val="FFFFFF"/>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2418" name="Google Shape;2418;p162"/>
            <p:cNvSpPr/>
            <p:nvPr/>
          </p:nvSpPr>
          <p:spPr>
            <a:xfrm>
              <a:off x="4366050" y="624425"/>
              <a:ext cx="1486775" cy="1214600"/>
            </a:xfrm>
            <a:custGeom>
              <a:avLst/>
              <a:gdLst/>
              <a:ahLst/>
              <a:cxnLst/>
              <a:rect l="l" t="t" r="r" b="b"/>
              <a:pathLst>
                <a:path w="59471" h="48584" extrusionOk="0">
                  <a:moveTo>
                    <a:pt x="7376" y="1"/>
                  </a:moveTo>
                  <a:lnTo>
                    <a:pt x="4215" y="4215"/>
                  </a:lnTo>
                  <a:lnTo>
                    <a:pt x="1" y="9600"/>
                  </a:lnTo>
                  <a:lnTo>
                    <a:pt x="4098" y="10771"/>
                  </a:lnTo>
                  <a:lnTo>
                    <a:pt x="8195" y="12176"/>
                  </a:lnTo>
                  <a:lnTo>
                    <a:pt x="12059" y="13698"/>
                  </a:lnTo>
                  <a:lnTo>
                    <a:pt x="15922" y="15454"/>
                  </a:lnTo>
                  <a:lnTo>
                    <a:pt x="19668" y="17327"/>
                  </a:lnTo>
                  <a:lnTo>
                    <a:pt x="23297" y="19434"/>
                  </a:lnTo>
                  <a:lnTo>
                    <a:pt x="26809" y="21658"/>
                  </a:lnTo>
                  <a:lnTo>
                    <a:pt x="30204" y="24117"/>
                  </a:lnTo>
                  <a:lnTo>
                    <a:pt x="33482" y="26692"/>
                  </a:lnTo>
                  <a:lnTo>
                    <a:pt x="36643" y="29385"/>
                  </a:lnTo>
                  <a:lnTo>
                    <a:pt x="39686" y="32311"/>
                  </a:lnTo>
                  <a:lnTo>
                    <a:pt x="42613" y="35238"/>
                  </a:lnTo>
                  <a:lnTo>
                    <a:pt x="45305" y="38399"/>
                  </a:lnTo>
                  <a:lnTo>
                    <a:pt x="47881" y="41677"/>
                  </a:lnTo>
                  <a:lnTo>
                    <a:pt x="50339" y="45072"/>
                  </a:lnTo>
                  <a:lnTo>
                    <a:pt x="52681" y="48584"/>
                  </a:lnTo>
                  <a:lnTo>
                    <a:pt x="56310" y="43199"/>
                  </a:lnTo>
                  <a:lnTo>
                    <a:pt x="59471" y="38516"/>
                  </a:lnTo>
                  <a:lnTo>
                    <a:pt x="57129" y="35121"/>
                  </a:lnTo>
                  <a:lnTo>
                    <a:pt x="54554" y="31960"/>
                  </a:lnTo>
                  <a:lnTo>
                    <a:pt x="51861" y="28799"/>
                  </a:lnTo>
                  <a:lnTo>
                    <a:pt x="49169" y="25873"/>
                  </a:lnTo>
                  <a:lnTo>
                    <a:pt x="46242" y="22946"/>
                  </a:lnTo>
                  <a:lnTo>
                    <a:pt x="43198" y="20136"/>
                  </a:lnTo>
                  <a:lnTo>
                    <a:pt x="40037" y="17561"/>
                  </a:lnTo>
                  <a:lnTo>
                    <a:pt x="36760" y="14985"/>
                  </a:lnTo>
                  <a:lnTo>
                    <a:pt x="33482" y="12644"/>
                  </a:lnTo>
                  <a:lnTo>
                    <a:pt x="29970" y="10420"/>
                  </a:lnTo>
                  <a:lnTo>
                    <a:pt x="26458" y="8313"/>
                  </a:lnTo>
                  <a:lnTo>
                    <a:pt x="22829" y="6322"/>
                  </a:lnTo>
                  <a:lnTo>
                    <a:pt x="19083" y="4566"/>
                  </a:lnTo>
                  <a:lnTo>
                    <a:pt x="15219" y="2810"/>
                  </a:lnTo>
                  <a:lnTo>
                    <a:pt x="11356" y="1406"/>
                  </a:lnTo>
                  <a:lnTo>
                    <a:pt x="7376" y="1"/>
                  </a:lnTo>
                  <a:close/>
                </a:path>
              </a:pathLst>
            </a:custGeom>
            <a:solidFill>
              <a:srgbClr val="FFFFFF"/>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2419" name="Google Shape;2419;p162"/>
            <p:cNvSpPr/>
            <p:nvPr/>
          </p:nvSpPr>
          <p:spPr>
            <a:xfrm>
              <a:off x="4728950" y="4443750"/>
              <a:ext cx="875100" cy="834125"/>
            </a:xfrm>
            <a:custGeom>
              <a:avLst/>
              <a:gdLst/>
              <a:ahLst/>
              <a:cxnLst/>
              <a:rect l="l" t="t" r="r" b="b"/>
              <a:pathLst>
                <a:path w="35004" h="33365" extrusionOk="0">
                  <a:moveTo>
                    <a:pt x="17444" y="0"/>
                  </a:moveTo>
                  <a:lnTo>
                    <a:pt x="11005" y="9483"/>
                  </a:lnTo>
                  <a:lnTo>
                    <a:pt x="1" y="12761"/>
                  </a:lnTo>
                  <a:lnTo>
                    <a:pt x="7025" y="21892"/>
                  </a:lnTo>
                  <a:lnTo>
                    <a:pt x="6674" y="33364"/>
                  </a:lnTo>
                  <a:lnTo>
                    <a:pt x="17444" y="29501"/>
                  </a:lnTo>
                  <a:lnTo>
                    <a:pt x="28331" y="33364"/>
                  </a:lnTo>
                  <a:lnTo>
                    <a:pt x="27980" y="21892"/>
                  </a:lnTo>
                  <a:lnTo>
                    <a:pt x="35004" y="12761"/>
                  </a:lnTo>
                  <a:lnTo>
                    <a:pt x="24000" y="9483"/>
                  </a:lnTo>
                  <a:lnTo>
                    <a:pt x="17444" y="0"/>
                  </a:lnTo>
                  <a:close/>
                </a:path>
              </a:pathLst>
            </a:custGeom>
            <a:solidFill>
              <a:srgbClr val="FFFFFF"/>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2420" name="Google Shape;2420;p162"/>
            <p:cNvSpPr/>
            <p:nvPr/>
          </p:nvSpPr>
          <p:spPr>
            <a:xfrm>
              <a:off x="5486975" y="2901400"/>
              <a:ext cx="804850" cy="1615550"/>
            </a:xfrm>
            <a:custGeom>
              <a:avLst/>
              <a:gdLst/>
              <a:ahLst/>
              <a:cxnLst/>
              <a:rect l="l" t="t" r="r" b="b"/>
              <a:pathLst>
                <a:path w="32194" h="64622" extrusionOk="0">
                  <a:moveTo>
                    <a:pt x="20838" y="0"/>
                  </a:moveTo>
                  <a:lnTo>
                    <a:pt x="20955" y="3746"/>
                  </a:lnTo>
                  <a:lnTo>
                    <a:pt x="20838" y="7726"/>
                  </a:lnTo>
                  <a:lnTo>
                    <a:pt x="20604" y="11707"/>
                  </a:lnTo>
                  <a:lnTo>
                    <a:pt x="20136" y="15687"/>
                  </a:lnTo>
                  <a:lnTo>
                    <a:pt x="19550" y="19550"/>
                  </a:lnTo>
                  <a:lnTo>
                    <a:pt x="18731" y="23413"/>
                  </a:lnTo>
                  <a:lnTo>
                    <a:pt x="17794" y="27160"/>
                  </a:lnTo>
                  <a:lnTo>
                    <a:pt x="16624" y="30906"/>
                  </a:lnTo>
                  <a:lnTo>
                    <a:pt x="15336" y="34535"/>
                  </a:lnTo>
                  <a:lnTo>
                    <a:pt x="13931" y="38047"/>
                  </a:lnTo>
                  <a:lnTo>
                    <a:pt x="12409" y="41559"/>
                  </a:lnTo>
                  <a:lnTo>
                    <a:pt x="10653" y="44954"/>
                  </a:lnTo>
                  <a:lnTo>
                    <a:pt x="8780" y="48232"/>
                  </a:lnTo>
                  <a:lnTo>
                    <a:pt x="6790" y="51510"/>
                  </a:lnTo>
                  <a:lnTo>
                    <a:pt x="4683" y="54670"/>
                  </a:lnTo>
                  <a:lnTo>
                    <a:pt x="2459" y="57714"/>
                  </a:lnTo>
                  <a:lnTo>
                    <a:pt x="0" y="60641"/>
                  </a:lnTo>
                  <a:lnTo>
                    <a:pt x="703" y="61577"/>
                  </a:lnTo>
                  <a:lnTo>
                    <a:pt x="7844" y="63684"/>
                  </a:lnTo>
                  <a:lnTo>
                    <a:pt x="11239" y="64621"/>
                  </a:lnTo>
                  <a:lnTo>
                    <a:pt x="13580" y="61460"/>
                  </a:lnTo>
                  <a:lnTo>
                    <a:pt x="15921" y="58182"/>
                  </a:lnTo>
                  <a:lnTo>
                    <a:pt x="18028" y="54787"/>
                  </a:lnTo>
                  <a:lnTo>
                    <a:pt x="20019" y="51275"/>
                  </a:lnTo>
                  <a:lnTo>
                    <a:pt x="21892" y="47763"/>
                  </a:lnTo>
                  <a:lnTo>
                    <a:pt x="23531" y="44134"/>
                  </a:lnTo>
                  <a:lnTo>
                    <a:pt x="25170" y="40388"/>
                  </a:lnTo>
                  <a:lnTo>
                    <a:pt x="26574" y="36642"/>
                  </a:lnTo>
                  <a:lnTo>
                    <a:pt x="27862" y="32779"/>
                  </a:lnTo>
                  <a:lnTo>
                    <a:pt x="28916" y="28799"/>
                  </a:lnTo>
                  <a:lnTo>
                    <a:pt x="29969" y="24818"/>
                  </a:lnTo>
                  <a:lnTo>
                    <a:pt x="30672" y="20721"/>
                  </a:lnTo>
                  <a:lnTo>
                    <a:pt x="31374" y="16624"/>
                  </a:lnTo>
                  <a:lnTo>
                    <a:pt x="31842" y="12409"/>
                  </a:lnTo>
                  <a:lnTo>
                    <a:pt x="32076" y="8195"/>
                  </a:lnTo>
                  <a:lnTo>
                    <a:pt x="32194" y="3980"/>
                  </a:lnTo>
                  <a:lnTo>
                    <a:pt x="27745" y="2458"/>
                  </a:lnTo>
                  <a:lnTo>
                    <a:pt x="20838" y="0"/>
                  </a:lnTo>
                  <a:close/>
                </a:path>
              </a:pathLst>
            </a:custGeom>
            <a:solidFill>
              <a:srgbClr val="FFFFFF"/>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2421" name="Google Shape;2421;p162"/>
            <p:cNvSpPr/>
            <p:nvPr/>
          </p:nvSpPr>
          <p:spPr>
            <a:xfrm>
              <a:off x="2015950" y="4443750"/>
              <a:ext cx="875100" cy="834125"/>
            </a:xfrm>
            <a:custGeom>
              <a:avLst/>
              <a:gdLst/>
              <a:ahLst/>
              <a:cxnLst/>
              <a:rect l="l" t="t" r="r" b="b"/>
              <a:pathLst>
                <a:path w="35004" h="33365" extrusionOk="0">
                  <a:moveTo>
                    <a:pt x="17560" y="0"/>
                  </a:moveTo>
                  <a:lnTo>
                    <a:pt x="11004" y="9483"/>
                  </a:lnTo>
                  <a:lnTo>
                    <a:pt x="0" y="12761"/>
                  </a:lnTo>
                  <a:lnTo>
                    <a:pt x="7024" y="21892"/>
                  </a:lnTo>
                  <a:lnTo>
                    <a:pt x="6673" y="33364"/>
                  </a:lnTo>
                  <a:lnTo>
                    <a:pt x="17560" y="29501"/>
                  </a:lnTo>
                  <a:lnTo>
                    <a:pt x="28330" y="33364"/>
                  </a:lnTo>
                  <a:lnTo>
                    <a:pt x="27979" y="21892"/>
                  </a:lnTo>
                  <a:lnTo>
                    <a:pt x="35003" y="12761"/>
                  </a:lnTo>
                  <a:lnTo>
                    <a:pt x="23999" y="9483"/>
                  </a:lnTo>
                  <a:lnTo>
                    <a:pt x="17560" y="0"/>
                  </a:lnTo>
                  <a:close/>
                </a:path>
              </a:pathLst>
            </a:custGeom>
            <a:solidFill>
              <a:srgbClr val="FFFFFF"/>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2422" name="Google Shape;2422;p162"/>
            <p:cNvSpPr/>
            <p:nvPr/>
          </p:nvSpPr>
          <p:spPr>
            <a:xfrm>
              <a:off x="2999300" y="5049575"/>
              <a:ext cx="1621400" cy="427300"/>
            </a:xfrm>
            <a:custGeom>
              <a:avLst/>
              <a:gdLst/>
              <a:ahLst/>
              <a:cxnLst/>
              <a:rect l="l" t="t" r="r" b="b"/>
              <a:pathLst>
                <a:path w="64856" h="17092" extrusionOk="0">
                  <a:moveTo>
                    <a:pt x="1054" y="0"/>
                  </a:moveTo>
                  <a:lnTo>
                    <a:pt x="1" y="1288"/>
                  </a:lnTo>
                  <a:lnTo>
                    <a:pt x="235" y="8780"/>
                  </a:lnTo>
                  <a:lnTo>
                    <a:pt x="352" y="11707"/>
                  </a:lnTo>
                  <a:lnTo>
                    <a:pt x="4098" y="12878"/>
                  </a:lnTo>
                  <a:lnTo>
                    <a:pt x="7961" y="14048"/>
                  </a:lnTo>
                  <a:lnTo>
                    <a:pt x="11941" y="14868"/>
                  </a:lnTo>
                  <a:lnTo>
                    <a:pt x="15922" y="15687"/>
                  </a:lnTo>
                  <a:lnTo>
                    <a:pt x="20019" y="16273"/>
                  </a:lnTo>
                  <a:lnTo>
                    <a:pt x="24116" y="16741"/>
                  </a:lnTo>
                  <a:lnTo>
                    <a:pt x="28214" y="16975"/>
                  </a:lnTo>
                  <a:lnTo>
                    <a:pt x="32428" y="17092"/>
                  </a:lnTo>
                  <a:lnTo>
                    <a:pt x="36642" y="16975"/>
                  </a:lnTo>
                  <a:lnTo>
                    <a:pt x="40740" y="16741"/>
                  </a:lnTo>
                  <a:lnTo>
                    <a:pt x="44837" y="16273"/>
                  </a:lnTo>
                  <a:lnTo>
                    <a:pt x="48934" y="15687"/>
                  </a:lnTo>
                  <a:lnTo>
                    <a:pt x="52915" y="14868"/>
                  </a:lnTo>
                  <a:lnTo>
                    <a:pt x="56895" y="14048"/>
                  </a:lnTo>
                  <a:lnTo>
                    <a:pt x="60758" y="12878"/>
                  </a:lnTo>
                  <a:lnTo>
                    <a:pt x="64504" y="11707"/>
                  </a:lnTo>
                  <a:lnTo>
                    <a:pt x="64621" y="8780"/>
                  </a:lnTo>
                  <a:lnTo>
                    <a:pt x="64855" y="1288"/>
                  </a:lnTo>
                  <a:lnTo>
                    <a:pt x="63802" y="0"/>
                  </a:lnTo>
                  <a:lnTo>
                    <a:pt x="60173" y="1288"/>
                  </a:lnTo>
                  <a:lnTo>
                    <a:pt x="56310" y="2459"/>
                  </a:lnTo>
                  <a:lnTo>
                    <a:pt x="52563" y="3512"/>
                  </a:lnTo>
                  <a:lnTo>
                    <a:pt x="48583" y="4332"/>
                  </a:lnTo>
                  <a:lnTo>
                    <a:pt x="44603" y="4917"/>
                  </a:lnTo>
                  <a:lnTo>
                    <a:pt x="40623" y="5385"/>
                  </a:lnTo>
                  <a:lnTo>
                    <a:pt x="36525" y="5737"/>
                  </a:lnTo>
                  <a:lnTo>
                    <a:pt x="32428" y="5854"/>
                  </a:lnTo>
                  <a:lnTo>
                    <a:pt x="28331" y="5737"/>
                  </a:lnTo>
                  <a:lnTo>
                    <a:pt x="24233" y="5385"/>
                  </a:lnTo>
                  <a:lnTo>
                    <a:pt x="20253" y="4917"/>
                  </a:lnTo>
                  <a:lnTo>
                    <a:pt x="16273" y="4332"/>
                  </a:lnTo>
                  <a:lnTo>
                    <a:pt x="12293" y="3512"/>
                  </a:lnTo>
                  <a:lnTo>
                    <a:pt x="8546" y="2459"/>
                  </a:lnTo>
                  <a:lnTo>
                    <a:pt x="4683" y="1288"/>
                  </a:lnTo>
                  <a:lnTo>
                    <a:pt x="1054" y="0"/>
                  </a:lnTo>
                  <a:close/>
                </a:path>
              </a:pathLst>
            </a:custGeom>
            <a:solidFill>
              <a:srgbClr val="FFFFFF"/>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2423" name="Google Shape;2423;p162"/>
            <p:cNvSpPr/>
            <p:nvPr/>
          </p:nvSpPr>
          <p:spPr>
            <a:xfrm>
              <a:off x="1328175" y="2901400"/>
              <a:ext cx="804850" cy="1615550"/>
            </a:xfrm>
            <a:custGeom>
              <a:avLst/>
              <a:gdLst/>
              <a:ahLst/>
              <a:cxnLst/>
              <a:rect l="l" t="t" r="r" b="b"/>
              <a:pathLst>
                <a:path w="32194" h="64622" extrusionOk="0">
                  <a:moveTo>
                    <a:pt x="11356" y="0"/>
                  </a:moveTo>
                  <a:lnTo>
                    <a:pt x="4449" y="2458"/>
                  </a:lnTo>
                  <a:lnTo>
                    <a:pt x="0" y="3980"/>
                  </a:lnTo>
                  <a:lnTo>
                    <a:pt x="118" y="8195"/>
                  </a:lnTo>
                  <a:lnTo>
                    <a:pt x="352" y="12409"/>
                  </a:lnTo>
                  <a:lnTo>
                    <a:pt x="820" y="16624"/>
                  </a:lnTo>
                  <a:lnTo>
                    <a:pt x="1522" y="20721"/>
                  </a:lnTo>
                  <a:lnTo>
                    <a:pt x="2225" y="24818"/>
                  </a:lnTo>
                  <a:lnTo>
                    <a:pt x="3278" y="28799"/>
                  </a:lnTo>
                  <a:lnTo>
                    <a:pt x="4332" y="32779"/>
                  </a:lnTo>
                  <a:lnTo>
                    <a:pt x="5620" y="36642"/>
                  </a:lnTo>
                  <a:lnTo>
                    <a:pt x="7024" y="40388"/>
                  </a:lnTo>
                  <a:lnTo>
                    <a:pt x="8663" y="44134"/>
                  </a:lnTo>
                  <a:lnTo>
                    <a:pt x="10302" y="47763"/>
                  </a:lnTo>
                  <a:lnTo>
                    <a:pt x="12175" y="51275"/>
                  </a:lnTo>
                  <a:lnTo>
                    <a:pt x="14166" y="54787"/>
                  </a:lnTo>
                  <a:lnTo>
                    <a:pt x="16273" y="58182"/>
                  </a:lnTo>
                  <a:lnTo>
                    <a:pt x="18614" y="61460"/>
                  </a:lnTo>
                  <a:lnTo>
                    <a:pt x="20955" y="64621"/>
                  </a:lnTo>
                  <a:lnTo>
                    <a:pt x="24350" y="63684"/>
                  </a:lnTo>
                  <a:lnTo>
                    <a:pt x="31491" y="61577"/>
                  </a:lnTo>
                  <a:lnTo>
                    <a:pt x="32194" y="60641"/>
                  </a:lnTo>
                  <a:lnTo>
                    <a:pt x="29735" y="57714"/>
                  </a:lnTo>
                  <a:lnTo>
                    <a:pt x="27511" y="54670"/>
                  </a:lnTo>
                  <a:lnTo>
                    <a:pt x="25404" y="51510"/>
                  </a:lnTo>
                  <a:lnTo>
                    <a:pt x="23414" y="48232"/>
                  </a:lnTo>
                  <a:lnTo>
                    <a:pt x="21541" y="44954"/>
                  </a:lnTo>
                  <a:lnTo>
                    <a:pt x="19785" y="41559"/>
                  </a:lnTo>
                  <a:lnTo>
                    <a:pt x="18263" y="38047"/>
                  </a:lnTo>
                  <a:lnTo>
                    <a:pt x="16858" y="34535"/>
                  </a:lnTo>
                  <a:lnTo>
                    <a:pt x="15570" y="30906"/>
                  </a:lnTo>
                  <a:lnTo>
                    <a:pt x="14400" y="27160"/>
                  </a:lnTo>
                  <a:lnTo>
                    <a:pt x="13463" y="23413"/>
                  </a:lnTo>
                  <a:lnTo>
                    <a:pt x="12644" y="19550"/>
                  </a:lnTo>
                  <a:lnTo>
                    <a:pt x="12058" y="15687"/>
                  </a:lnTo>
                  <a:lnTo>
                    <a:pt x="11590" y="11707"/>
                  </a:lnTo>
                  <a:lnTo>
                    <a:pt x="11356" y="7726"/>
                  </a:lnTo>
                  <a:lnTo>
                    <a:pt x="11239" y="3746"/>
                  </a:lnTo>
                  <a:lnTo>
                    <a:pt x="11356" y="0"/>
                  </a:lnTo>
                  <a:close/>
                </a:path>
              </a:pathLst>
            </a:custGeom>
            <a:solidFill>
              <a:srgbClr val="FFFFFF"/>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grpSp>
      <p:grpSp>
        <p:nvGrpSpPr>
          <p:cNvPr id="2424" name="Google Shape;2424;p162"/>
          <p:cNvGrpSpPr/>
          <p:nvPr/>
        </p:nvGrpSpPr>
        <p:grpSpPr>
          <a:xfrm>
            <a:off x="670180" y="3137839"/>
            <a:ext cx="400133" cy="396416"/>
            <a:chOff x="4357300" y="3081925"/>
            <a:chExt cx="441550" cy="437400"/>
          </a:xfrm>
        </p:grpSpPr>
        <p:sp>
          <p:nvSpPr>
            <p:cNvPr id="2425" name="Google Shape;2425;p162"/>
            <p:cNvSpPr/>
            <p:nvPr/>
          </p:nvSpPr>
          <p:spPr>
            <a:xfrm>
              <a:off x="4578075" y="3145875"/>
              <a:ext cx="220775" cy="226675"/>
            </a:xfrm>
            <a:custGeom>
              <a:avLst/>
              <a:gdLst/>
              <a:ahLst/>
              <a:cxnLst/>
              <a:rect l="l" t="t" r="r" b="b"/>
              <a:pathLst>
                <a:path w="8831" h="9067" extrusionOk="0">
                  <a:moveTo>
                    <a:pt x="7710" y="1"/>
                  </a:moveTo>
                  <a:lnTo>
                    <a:pt x="6590" y="1121"/>
                  </a:lnTo>
                  <a:lnTo>
                    <a:pt x="7710" y="2241"/>
                  </a:lnTo>
                  <a:lnTo>
                    <a:pt x="8830" y="1121"/>
                  </a:lnTo>
                  <a:lnTo>
                    <a:pt x="7710" y="1"/>
                  </a:lnTo>
                  <a:close/>
                  <a:moveTo>
                    <a:pt x="3832" y="4292"/>
                  </a:moveTo>
                  <a:lnTo>
                    <a:pt x="1886" y="6225"/>
                  </a:lnTo>
                  <a:lnTo>
                    <a:pt x="1780" y="6202"/>
                  </a:lnTo>
                  <a:lnTo>
                    <a:pt x="1674" y="6178"/>
                  </a:lnTo>
                  <a:lnTo>
                    <a:pt x="1568" y="6166"/>
                  </a:lnTo>
                  <a:lnTo>
                    <a:pt x="1450" y="6155"/>
                  </a:lnTo>
                  <a:lnTo>
                    <a:pt x="1297" y="6166"/>
                  </a:lnTo>
                  <a:lnTo>
                    <a:pt x="1155" y="6190"/>
                  </a:lnTo>
                  <a:lnTo>
                    <a:pt x="1014" y="6225"/>
                  </a:lnTo>
                  <a:lnTo>
                    <a:pt x="884" y="6273"/>
                  </a:lnTo>
                  <a:lnTo>
                    <a:pt x="755" y="6332"/>
                  </a:lnTo>
                  <a:lnTo>
                    <a:pt x="637" y="6414"/>
                  </a:lnTo>
                  <a:lnTo>
                    <a:pt x="531" y="6497"/>
                  </a:lnTo>
                  <a:lnTo>
                    <a:pt x="424" y="6591"/>
                  </a:lnTo>
                  <a:lnTo>
                    <a:pt x="330" y="6685"/>
                  </a:lnTo>
                  <a:lnTo>
                    <a:pt x="248" y="6803"/>
                  </a:lnTo>
                  <a:lnTo>
                    <a:pt x="177" y="6921"/>
                  </a:lnTo>
                  <a:lnTo>
                    <a:pt x="106" y="7051"/>
                  </a:lnTo>
                  <a:lnTo>
                    <a:pt x="59" y="7180"/>
                  </a:lnTo>
                  <a:lnTo>
                    <a:pt x="24" y="7322"/>
                  </a:lnTo>
                  <a:lnTo>
                    <a:pt x="0" y="7463"/>
                  </a:lnTo>
                  <a:lnTo>
                    <a:pt x="0" y="7617"/>
                  </a:lnTo>
                  <a:lnTo>
                    <a:pt x="0" y="7758"/>
                  </a:lnTo>
                  <a:lnTo>
                    <a:pt x="24" y="7911"/>
                  </a:lnTo>
                  <a:lnTo>
                    <a:pt x="59" y="8041"/>
                  </a:lnTo>
                  <a:lnTo>
                    <a:pt x="106" y="8182"/>
                  </a:lnTo>
                  <a:lnTo>
                    <a:pt x="177" y="8312"/>
                  </a:lnTo>
                  <a:lnTo>
                    <a:pt x="248" y="8430"/>
                  </a:lnTo>
                  <a:lnTo>
                    <a:pt x="330" y="8536"/>
                  </a:lnTo>
                  <a:lnTo>
                    <a:pt x="424" y="8642"/>
                  </a:lnTo>
                  <a:lnTo>
                    <a:pt x="531" y="8736"/>
                  </a:lnTo>
                  <a:lnTo>
                    <a:pt x="637" y="8819"/>
                  </a:lnTo>
                  <a:lnTo>
                    <a:pt x="755" y="8890"/>
                  </a:lnTo>
                  <a:lnTo>
                    <a:pt x="884" y="8949"/>
                  </a:lnTo>
                  <a:lnTo>
                    <a:pt x="1014" y="8996"/>
                  </a:lnTo>
                  <a:lnTo>
                    <a:pt x="1155" y="9043"/>
                  </a:lnTo>
                  <a:lnTo>
                    <a:pt x="1297" y="9055"/>
                  </a:lnTo>
                  <a:lnTo>
                    <a:pt x="1450" y="9067"/>
                  </a:lnTo>
                  <a:lnTo>
                    <a:pt x="1603" y="9055"/>
                  </a:lnTo>
                  <a:lnTo>
                    <a:pt x="1745" y="9043"/>
                  </a:lnTo>
                  <a:lnTo>
                    <a:pt x="1886" y="8996"/>
                  </a:lnTo>
                  <a:lnTo>
                    <a:pt x="2016" y="8949"/>
                  </a:lnTo>
                  <a:lnTo>
                    <a:pt x="2146" y="8890"/>
                  </a:lnTo>
                  <a:lnTo>
                    <a:pt x="2264" y="8819"/>
                  </a:lnTo>
                  <a:lnTo>
                    <a:pt x="2370" y="8736"/>
                  </a:lnTo>
                  <a:lnTo>
                    <a:pt x="2476" y="8642"/>
                  </a:lnTo>
                  <a:lnTo>
                    <a:pt x="2570" y="8536"/>
                  </a:lnTo>
                  <a:lnTo>
                    <a:pt x="2653" y="8430"/>
                  </a:lnTo>
                  <a:lnTo>
                    <a:pt x="2723" y="8312"/>
                  </a:lnTo>
                  <a:lnTo>
                    <a:pt x="2794" y="8182"/>
                  </a:lnTo>
                  <a:lnTo>
                    <a:pt x="2841" y="8041"/>
                  </a:lnTo>
                  <a:lnTo>
                    <a:pt x="2877" y="7911"/>
                  </a:lnTo>
                  <a:lnTo>
                    <a:pt x="2900" y="7758"/>
                  </a:lnTo>
                  <a:lnTo>
                    <a:pt x="2900" y="7617"/>
                  </a:lnTo>
                  <a:lnTo>
                    <a:pt x="2900" y="7499"/>
                  </a:lnTo>
                  <a:lnTo>
                    <a:pt x="2888" y="7393"/>
                  </a:lnTo>
                  <a:lnTo>
                    <a:pt x="2865" y="7286"/>
                  </a:lnTo>
                  <a:lnTo>
                    <a:pt x="2841" y="7180"/>
                  </a:lnTo>
                  <a:lnTo>
                    <a:pt x="4775" y="5235"/>
                  </a:lnTo>
                  <a:lnTo>
                    <a:pt x="3832" y="4292"/>
                  </a:lnTo>
                  <a:close/>
                </a:path>
              </a:pathLst>
            </a:custGeom>
            <a:solidFill>
              <a:srgbClr val="FFFFFF"/>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2426" name="Google Shape;2426;p162"/>
            <p:cNvSpPr/>
            <p:nvPr/>
          </p:nvSpPr>
          <p:spPr>
            <a:xfrm>
              <a:off x="4357300" y="3246675"/>
              <a:ext cx="181600" cy="181875"/>
            </a:xfrm>
            <a:custGeom>
              <a:avLst/>
              <a:gdLst/>
              <a:ahLst/>
              <a:cxnLst/>
              <a:rect l="l" t="t" r="r" b="b"/>
              <a:pathLst>
                <a:path w="7264" h="7275" extrusionOk="0">
                  <a:moveTo>
                    <a:pt x="1451" y="1"/>
                  </a:moveTo>
                  <a:lnTo>
                    <a:pt x="1451" y="1345"/>
                  </a:lnTo>
                  <a:lnTo>
                    <a:pt x="7263" y="1345"/>
                  </a:lnTo>
                  <a:lnTo>
                    <a:pt x="7263" y="1"/>
                  </a:lnTo>
                  <a:close/>
                  <a:moveTo>
                    <a:pt x="1" y="2971"/>
                  </a:moveTo>
                  <a:lnTo>
                    <a:pt x="1" y="4304"/>
                  </a:lnTo>
                  <a:lnTo>
                    <a:pt x="5813" y="4304"/>
                  </a:lnTo>
                  <a:lnTo>
                    <a:pt x="5813" y="2971"/>
                  </a:lnTo>
                  <a:close/>
                  <a:moveTo>
                    <a:pt x="1451" y="5931"/>
                  </a:moveTo>
                  <a:lnTo>
                    <a:pt x="1451" y="7275"/>
                  </a:lnTo>
                  <a:lnTo>
                    <a:pt x="7263" y="7275"/>
                  </a:lnTo>
                  <a:lnTo>
                    <a:pt x="7263" y="5931"/>
                  </a:lnTo>
                  <a:close/>
                </a:path>
              </a:pathLst>
            </a:custGeom>
            <a:solidFill>
              <a:srgbClr val="FFFFFF"/>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2427" name="Google Shape;2427;p162"/>
            <p:cNvSpPr/>
            <p:nvPr/>
          </p:nvSpPr>
          <p:spPr>
            <a:xfrm>
              <a:off x="4478150" y="3081925"/>
              <a:ext cx="316575" cy="437400"/>
            </a:xfrm>
            <a:custGeom>
              <a:avLst/>
              <a:gdLst/>
              <a:ahLst/>
              <a:cxnLst/>
              <a:rect l="l" t="t" r="r" b="b"/>
              <a:pathLst>
                <a:path w="12663" h="17496" extrusionOk="0">
                  <a:moveTo>
                    <a:pt x="3879" y="0"/>
                  </a:moveTo>
                  <a:lnTo>
                    <a:pt x="3879" y="1899"/>
                  </a:lnTo>
                  <a:lnTo>
                    <a:pt x="6897" y="1899"/>
                  </a:lnTo>
                  <a:lnTo>
                    <a:pt x="6897" y="0"/>
                  </a:lnTo>
                  <a:close/>
                  <a:moveTo>
                    <a:pt x="5388" y="2960"/>
                  </a:moveTo>
                  <a:lnTo>
                    <a:pt x="4999" y="2971"/>
                  </a:lnTo>
                  <a:lnTo>
                    <a:pt x="4598" y="3007"/>
                  </a:lnTo>
                  <a:lnTo>
                    <a:pt x="4209" y="3054"/>
                  </a:lnTo>
                  <a:lnTo>
                    <a:pt x="3832" y="3125"/>
                  </a:lnTo>
                  <a:lnTo>
                    <a:pt x="3467" y="3219"/>
                  </a:lnTo>
                  <a:lnTo>
                    <a:pt x="3101" y="3337"/>
                  </a:lnTo>
                  <a:lnTo>
                    <a:pt x="2736" y="3466"/>
                  </a:lnTo>
                  <a:lnTo>
                    <a:pt x="2394" y="3608"/>
                  </a:lnTo>
                  <a:lnTo>
                    <a:pt x="2052" y="3773"/>
                  </a:lnTo>
                  <a:lnTo>
                    <a:pt x="1722" y="3962"/>
                  </a:lnTo>
                  <a:lnTo>
                    <a:pt x="1403" y="4150"/>
                  </a:lnTo>
                  <a:lnTo>
                    <a:pt x="1097" y="4362"/>
                  </a:lnTo>
                  <a:lnTo>
                    <a:pt x="802" y="4598"/>
                  </a:lnTo>
                  <a:lnTo>
                    <a:pt x="519" y="4834"/>
                  </a:lnTo>
                  <a:lnTo>
                    <a:pt x="260" y="5093"/>
                  </a:lnTo>
                  <a:lnTo>
                    <a:pt x="0" y="5365"/>
                  </a:lnTo>
                  <a:lnTo>
                    <a:pt x="1816" y="5365"/>
                  </a:lnTo>
                  <a:lnTo>
                    <a:pt x="2016" y="5235"/>
                  </a:lnTo>
                  <a:lnTo>
                    <a:pt x="2205" y="5105"/>
                  </a:lnTo>
                  <a:lnTo>
                    <a:pt x="2405" y="4987"/>
                  </a:lnTo>
                  <a:lnTo>
                    <a:pt x="2618" y="4869"/>
                  </a:lnTo>
                  <a:lnTo>
                    <a:pt x="2818" y="4763"/>
                  </a:lnTo>
                  <a:lnTo>
                    <a:pt x="3042" y="4669"/>
                  </a:lnTo>
                  <a:lnTo>
                    <a:pt x="3254" y="4586"/>
                  </a:lnTo>
                  <a:lnTo>
                    <a:pt x="3478" y="4504"/>
                  </a:lnTo>
                  <a:lnTo>
                    <a:pt x="3702" y="4433"/>
                  </a:lnTo>
                  <a:lnTo>
                    <a:pt x="3938" y="4362"/>
                  </a:lnTo>
                  <a:lnTo>
                    <a:pt x="4174" y="4315"/>
                  </a:lnTo>
                  <a:lnTo>
                    <a:pt x="4410" y="4268"/>
                  </a:lnTo>
                  <a:lnTo>
                    <a:pt x="4657" y="4233"/>
                  </a:lnTo>
                  <a:lnTo>
                    <a:pt x="4893" y="4209"/>
                  </a:lnTo>
                  <a:lnTo>
                    <a:pt x="5141" y="4197"/>
                  </a:lnTo>
                  <a:lnTo>
                    <a:pt x="5388" y="4186"/>
                  </a:lnTo>
                  <a:lnTo>
                    <a:pt x="5706" y="4197"/>
                  </a:lnTo>
                  <a:lnTo>
                    <a:pt x="6013" y="4221"/>
                  </a:lnTo>
                  <a:lnTo>
                    <a:pt x="6308" y="4256"/>
                  </a:lnTo>
                  <a:lnTo>
                    <a:pt x="6602" y="4315"/>
                  </a:lnTo>
                  <a:lnTo>
                    <a:pt x="6897" y="4386"/>
                  </a:lnTo>
                  <a:lnTo>
                    <a:pt x="7180" y="4457"/>
                  </a:lnTo>
                  <a:lnTo>
                    <a:pt x="7463" y="4563"/>
                  </a:lnTo>
                  <a:lnTo>
                    <a:pt x="7734" y="4669"/>
                  </a:lnTo>
                  <a:lnTo>
                    <a:pt x="8005" y="4787"/>
                  </a:lnTo>
                  <a:lnTo>
                    <a:pt x="8265" y="4917"/>
                  </a:lnTo>
                  <a:lnTo>
                    <a:pt x="8524" y="5070"/>
                  </a:lnTo>
                  <a:lnTo>
                    <a:pt x="8760" y="5223"/>
                  </a:lnTo>
                  <a:lnTo>
                    <a:pt x="9007" y="5388"/>
                  </a:lnTo>
                  <a:lnTo>
                    <a:pt x="9231" y="5577"/>
                  </a:lnTo>
                  <a:lnTo>
                    <a:pt x="9444" y="5765"/>
                  </a:lnTo>
                  <a:lnTo>
                    <a:pt x="9656" y="5966"/>
                  </a:lnTo>
                  <a:lnTo>
                    <a:pt x="9856" y="6166"/>
                  </a:lnTo>
                  <a:lnTo>
                    <a:pt x="10045" y="6390"/>
                  </a:lnTo>
                  <a:lnTo>
                    <a:pt x="10234" y="6614"/>
                  </a:lnTo>
                  <a:lnTo>
                    <a:pt x="10399" y="6850"/>
                  </a:lnTo>
                  <a:lnTo>
                    <a:pt x="10552" y="7098"/>
                  </a:lnTo>
                  <a:lnTo>
                    <a:pt x="10693" y="7357"/>
                  </a:lnTo>
                  <a:lnTo>
                    <a:pt x="10835" y="7616"/>
                  </a:lnTo>
                  <a:lnTo>
                    <a:pt x="10953" y="7876"/>
                  </a:lnTo>
                  <a:lnTo>
                    <a:pt x="11059" y="8159"/>
                  </a:lnTo>
                  <a:lnTo>
                    <a:pt x="11153" y="8430"/>
                  </a:lnTo>
                  <a:lnTo>
                    <a:pt x="11236" y="8724"/>
                  </a:lnTo>
                  <a:lnTo>
                    <a:pt x="11306" y="9007"/>
                  </a:lnTo>
                  <a:lnTo>
                    <a:pt x="11354" y="9314"/>
                  </a:lnTo>
                  <a:lnTo>
                    <a:pt x="11401" y="9609"/>
                  </a:lnTo>
                  <a:lnTo>
                    <a:pt x="11424" y="9915"/>
                  </a:lnTo>
                  <a:lnTo>
                    <a:pt x="11424" y="10222"/>
                  </a:lnTo>
                  <a:lnTo>
                    <a:pt x="11424" y="10540"/>
                  </a:lnTo>
                  <a:lnTo>
                    <a:pt x="11401" y="10847"/>
                  </a:lnTo>
                  <a:lnTo>
                    <a:pt x="11354" y="11141"/>
                  </a:lnTo>
                  <a:lnTo>
                    <a:pt x="11306" y="11448"/>
                  </a:lnTo>
                  <a:lnTo>
                    <a:pt x="11236" y="11731"/>
                  </a:lnTo>
                  <a:lnTo>
                    <a:pt x="11153" y="12025"/>
                  </a:lnTo>
                  <a:lnTo>
                    <a:pt x="11059" y="12297"/>
                  </a:lnTo>
                  <a:lnTo>
                    <a:pt x="10953" y="12580"/>
                  </a:lnTo>
                  <a:lnTo>
                    <a:pt x="10835" y="12839"/>
                  </a:lnTo>
                  <a:lnTo>
                    <a:pt x="10693" y="13098"/>
                  </a:lnTo>
                  <a:lnTo>
                    <a:pt x="10552" y="13358"/>
                  </a:lnTo>
                  <a:lnTo>
                    <a:pt x="10399" y="13605"/>
                  </a:lnTo>
                  <a:lnTo>
                    <a:pt x="10234" y="13841"/>
                  </a:lnTo>
                  <a:lnTo>
                    <a:pt x="10045" y="14065"/>
                  </a:lnTo>
                  <a:lnTo>
                    <a:pt x="9856" y="14289"/>
                  </a:lnTo>
                  <a:lnTo>
                    <a:pt x="9656" y="14489"/>
                  </a:lnTo>
                  <a:lnTo>
                    <a:pt x="9444" y="14690"/>
                  </a:lnTo>
                  <a:lnTo>
                    <a:pt x="9231" y="14878"/>
                  </a:lnTo>
                  <a:lnTo>
                    <a:pt x="9007" y="15067"/>
                  </a:lnTo>
                  <a:lnTo>
                    <a:pt x="8760" y="15232"/>
                  </a:lnTo>
                  <a:lnTo>
                    <a:pt x="8524" y="15385"/>
                  </a:lnTo>
                  <a:lnTo>
                    <a:pt x="8265" y="15539"/>
                  </a:lnTo>
                  <a:lnTo>
                    <a:pt x="8005" y="15668"/>
                  </a:lnTo>
                  <a:lnTo>
                    <a:pt x="7734" y="15786"/>
                  </a:lnTo>
                  <a:lnTo>
                    <a:pt x="7463" y="15892"/>
                  </a:lnTo>
                  <a:lnTo>
                    <a:pt x="7180" y="15987"/>
                  </a:lnTo>
                  <a:lnTo>
                    <a:pt x="6897" y="16069"/>
                  </a:lnTo>
                  <a:lnTo>
                    <a:pt x="6602" y="16140"/>
                  </a:lnTo>
                  <a:lnTo>
                    <a:pt x="6308" y="16199"/>
                  </a:lnTo>
                  <a:lnTo>
                    <a:pt x="6013" y="16234"/>
                  </a:lnTo>
                  <a:lnTo>
                    <a:pt x="5706" y="16258"/>
                  </a:lnTo>
                  <a:lnTo>
                    <a:pt x="5388" y="16270"/>
                  </a:lnTo>
                  <a:lnTo>
                    <a:pt x="5164" y="16258"/>
                  </a:lnTo>
                  <a:lnTo>
                    <a:pt x="4952" y="16246"/>
                  </a:lnTo>
                  <a:lnTo>
                    <a:pt x="4728" y="16222"/>
                  </a:lnTo>
                  <a:lnTo>
                    <a:pt x="4516" y="16199"/>
                  </a:lnTo>
                  <a:lnTo>
                    <a:pt x="4304" y="16163"/>
                  </a:lnTo>
                  <a:lnTo>
                    <a:pt x="4091" y="16116"/>
                  </a:lnTo>
                  <a:lnTo>
                    <a:pt x="3879" y="16069"/>
                  </a:lnTo>
                  <a:lnTo>
                    <a:pt x="3679" y="16010"/>
                  </a:lnTo>
                  <a:lnTo>
                    <a:pt x="3467" y="15951"/>
                  </a:lnTo>
                  <a:lnTo>
                    <a:pt x="3266" y="15880"/>
                  </a:lnTo>
                  <a:lnTo>
                    <a:pt x="3077" y="15798"/>
                  </a:lnTo>
                  <a:lnTo>
                    <a:pt x="2877" y="15715"/>
                  </a:lnTo>
                  <a:lnTo>
                    <a:pt x="2688" y="15621"/>
                  </a:lnTo>
                  <a:lnTo>
                    <a:pt x="2512" y="15527"/>
                  </a:lnTo>
                  <a:lnTo>
                    <a:pt x="2323" y="15421"/>
                  </a:lnTo>
                  <a:lnTo>
                    <a:pt x="2146" y="15315"/>
                  </a:lnTo>
                  <a:lnTo>
                    <a:pt x="213" y="15315"/>
                  </a:lnTo>
                  <a:lnTo>
                    <a:pt x="460" y="15562"/>
                  </a:lnTo>
                  <a:lnTo>
                    <a:pt x="731" y="15798"/>
                  </a:lnTo>
                  <a:lnTo>
                    <a:pt x="1003" y="16010"/>
                  </a:lnTo>
                  <a:lnTo>
                    <a:pt x="1285" y="16222"/>
                  </a:lnTo>
                  <a:lnTo>
                    <a:pt x="1592" y="16411"/>
                  </a:lnTo>
                  <a:lnTo>
                    <a:pt x="1899" y="16600"/>
                  </a:lnTo>
                  <a:lnTo>
                    <a:pt x="2205" y="16753"/>
                  </a:lnTo>
                  <a:lnTo>
                    <a:pt x="2535" y="16906"/>
                  </a:lnTo>
                  <a:lnTo>
                    <a:pt x="2865" y="17036"/>
                  </a:lnTo>
                  <a:lnTo>
                    <a:pt x="3207" y="17154"/>
                  </a:lnTo>
                  <a:lnTo>
                    <a:pt x="3561" y="17260"/>
                  </a:lnTo>
                  <a:lnTo>
                    <a:pt x="3915" y="17342"/>
                  </a:lnTo>
                  <a:lnTo>
                    <a:pt x="4268" y="17413"/>
                  </a:lnTo>
                  <a:lnTo>
                    <a:pt x="4645" y="17460"/>
                  </a:lnTo>
                  <a:lnTo>
                    <a:pt x="5011" y="17484"/>
                  </a:lnTo>
                  <a:lnTo>
                    <a:pt x="5388" y="17496"/>
                  </a:lnTo>
                  <a:lnTo>
                    <a:pt x="5765" y="17484"/>
                  </a:lnTo>
                  <a:lnTo>
                    <a:pt x="6131" y="17460"/>
                  </a:lnTo>
                  <a:lnTo>
                    <a:pt x="6496" y="17413"/>
                  </a:lnTo>
                  <a:lnTo>
                    <a:pt x="6850" y="17342"/>
                  </a:lnTo>
                  <a:lnTo>
                    <a:pt x="7204" y="17260"/>
                  </a:lnTo>
                  <a:lnTo>
                    <a:pt x="7546" y="17166"/>
                  </a:lnTo>
                  <a:lnTo>
                    <a:pt x="7888" y="17048"/>
                  </a:lnTo>
                  <a:lnTo>
                    <a:pt x="8218" y="16918"/>
                  </a:lnTo>
                  <a:lnTo>
                    <a:pt x="8536" y="16776"/>
                  </a:lnTo>
                  <a:lnTo>
                    <a:pt x="8854" y="16611"/>
                  </a:lnTo>
                  <a:lnTo>
                    <a:pt x="9161" y="16435"/>
                  </a:lnTo>
                  <a:lnTo>
                    <a:pt x="9455" y="16246"/>
                  </a:lnTo>
                  <a:lnTo>
                    <a:pt x="9738" y="16046"/>
                  </a:lnTo>
                  <a:lnTo>
                    <a:pt x="10010" y="15833"/>
                  </a:lnTo>
                  <a:lnTo>
                    <a:pt x="10281" y="15609"/>
                  </a:lnTo>
                  <a:lnTo>
                    <a:pt x="10528" y="15362"/>
                  </a:lnTo>
                  <a:lnTo>
                    <a:pt x="10764" y="15114"/>
                  </a:lnTo>
                  <a:lnTo>
                    <a:pt x="11000" y="14843"/>
                  </a:lnTo>
                  <a:lnTo>
                    <a:pt x="11212" y="14572"/>
                  </a:lnTo>
                  <a:lnTo>
                    <a:pt x="11413" y="14289"/>
                  </a:lnTo>
                  <a:lnTo>
                    <a:pt x="11601" y="13994"/>
                  </a:lnTo>
                  <a:lnTo>
                    <a:pt x="11778" y="13688"/>
                  </a:lnTo>
                  <a:lnTo>
                    <a:pt x="11943" y="13369"/>
                  </a:lnTo>
                  <a:lnTo>
                    <a:pt x="12085" y="13051"/>
                  </a:lnTo>
                  <a:lnTo>
                    <a:pt x="12214" y="12721"/>
                  </a:lnTo>
                  <a:lnTo>
                    <a:pt x="12332" y="12391"/>
                  </a:lnTo>
                  <a:lnTo>
                    <a:pt x="12426" y="12037"/>
                  </a:lnTo>
                  <a:lnTo>
                    <a:pt x="12509" y="11695"/>
                  </a:lnTo>
                  <a:lnTo>
                    <a:pt x="12580" y="11330"/>
                  </a:lnTo>
                  <a:lnTo>
                    <a:pt x="12627" y="10964"/>
                  </a:lnTo>
                  <a:lnTo>
                    <a:pt x="12650" y="10599"/>
                  </a:lnTo>
                  <a:lnTo>
                    <a:pt x="12662" y="10222"/>
                  </a:lnTo>
                  <a:lnTo>
                    <a:pt x="12650" y="9856"/>
                  </a:lnTo>
                  <a:lnTo>
                    <a:pt x="12627" y="9491"/>
                  </a:lnTo>
                  <a:lnTo>
                    <a:pt x="12580" y="9125"/>
                  </a:lnTo>
                  <a:lnTo>
                    <a:pt x="12509" y="8760"/>
                  </a:lnTo>
                  <a:lnTo>
                    <a:pt x="12426" y="8418"/>
                  </a:lnTo>
                  <a:lnTo>
                    <a:pt x="12332" y="8064"/>
                  </a:lnTo>
                  <a:lnTo>
                    <a:pt x="12214" y="7734"/>
                  </a:lnTo>
                  <a:lnTo>
                    <a:pt x="12085" y="7404"/>
                  </a:lnTo>
                  <a:lnTo>
                    <a:pt x="11943" y="7086"/>
                  </a:lnTo>
                  <a:lnTo>
                    <a:pt x="11778" y="6767"/>
                  </a:lnTo>
                  <a:lnTo>
                    <a:pt x="11601" y="6461"/>
                  </a:lnTo>
                  <a:lnTo>
                    <a:pt x="11413" y="6166"/>
                  </a:lnTo>
                  <a:lnTo>
                    <a:pt x="11212" y="5883"/>
                  </a:lnTo>
                  <a:lnTo>
                    <a:pt x="11000" y="5612"/>
                  </a:lnTo>
                  <a:lnTo>
                    <a:pt x="10764" y="5341"/>
                  </a:lnTo>
                  <a:lnTo>
                    <a:pt x="10528" y="5093"/>
                  </a:lnTo>
                  <a:lnTo>
                    <a:pt x="10281" y="4846"/>
                  </a:lnTo>
                  <a:lnTo>
                    <a:pt x="10010" y="4622"/>
                  </a:lnTo>
                  <a:lnTo>
                    <a:pt x="9738" y="4410"/>
                  </a:lnTo>
                  <a:lnTo>
                    <a:pt x="9455" y="4209"/>
                  </a:lnTo>
                  <a:lnTo>
                    <a:pt x="9161" y="4009"/>
                  </a:lnTo>
                  <a:lnTo>
                    <a:pt x="8854" y="3844"/>
                  </a:lnTo>
                  <a:lnTo>
                    <a:pt x="8536" y="3679"/>
                  </a:lnTo>
                  <a:lnTo>
                    <a:pt x="8218" y="3537"/>
                  </a:lnTo>
                  <a:lnTo>
                    <a:pt x="7888" y="3408"/>
                  </a:lnTo>
                  <a:lnTo>
                    <a:pt x="7546" y="3290"/>
                  </a:lnTo>
                  <a:lnTo>
                    <a:pt x="7204" y="3195"/>
                  </a:lnTo>
                  <a:lnTo>
                    <a:pt x="6850" y="3113"/>
                  </a:lnTo>
                  <a:lnTo>
                    <a:pt x="6496" y="3042"/>
                  </a:lnTo>
                  <a:lnTo>
                    <a:pt x="6131" y="2995"/>
                  </a:lnTo>
                  <a:lnTo>
                    <a:pt x="5765" y="2971"/>
                  </a:lnTo>
                  <a:lnTo>
                    <a:pt x="5388" y="2960"/>
                  </a:lnTo>
                  <a:close/>
                </a:path>
              </a:pathLst>
            </a:custGeom>
            <a:solidFill>
              <a:srgbClr val="FFFFFF"/>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grpSp>
      <p:grpSp>
        <p:nvGrpSpPr>
          <p:cNvPr id="2428" name="Google Shape;2428;p162"/>
          <p:cNvGrpSpPr/>
          <p:nvPr/>
        </p:nvGrpSpPr>
        <p:grpSpPr>
          <a:xfrm>
            <a:off x="10062207" y="3994457"/>
            <a:ext cx="206931" cy="206931"/>
            <a:chOff x="1190625" y="238125"/>
            <a:chExt cx="5238750" cy="5238750"/>
          </a:xfrm>
        </p:grpSpPr>
        <p:sp>
          <p:nvSpPr>
            <p:cNvPr id="2429" name="Google Shape;2429;p162"/>
            <p:cNvSpPr/>
            <p:nvPr/>
          </p:nvSpPr>
          <p:spPr>
            <a:xfrm>
              <a:off x="1190625" y="238125"/>
              <a:ext cx="1489900" cy="1489900"/>
            </a:xfrm>
            <a:custGeom>
              <a:avLst/>
              <a:gdLst/>
              <a:ahLst/>
              <a:cxnLst/>
              <a:rect l="l" t="t" r="r" b="b"/>
              <a:pathLst>
                <a:path w="59596" h="59596" extrusionOk="0">
                  <a:moveTo>
                    <a:pt x="29710" y="0"/>
                  </a:moveTo>
                  <a:lnTo>
                    <a:pt x="26721" y="176"/>
                  </a:lnTo>
                  <a:lnTo>
                    <a:pt x="23733" y="527"/>
                  </a:lnTo>
                  <a:lnTo>
                    <a:pt x="20920" y="1406"/>
                  </a:lnTo>
                  <a:lnTo>
                    <a:pt x="18107" y="2285"/>
                  </a:lnTo>
                  <a:lnTo>
                    <a:pt x="15470" y="3516"/>
                  </a:lnTo>
                  <a:lnTo>
                    <a:pt x="13009" y="5098"/>
                  </a:lnTo>
                  <a:lnTo>
                    <a:pt x="10724" y="6856"/>
                  </a:lnTo>
                  <a:lnTo>
                    <a:pt x="8614" y="8790"/>
                  </a:lnTo>
                  <a:lnTo>
                    <a:pt x="6680" y="10899"/>
                  </a:lnTo>
                  <a:lnTo>
                    <a:pt x="5098" y="13185"/>
                  </a:lnTo>
                  <a:lnTo>
                    <a:pt x="3516" y="15646"/>
                  </a:lnTo>
                  <a:lnTo>
                    <a:pt x="2285" y="18283"/>
                  </a:lnTo>
                  <a:lnTo>
                    <a:pt x="1231" y="20920"/>
                  </a:lnTo>
                  <a:lnTo>
                    <a:pt x="527" y="23733"/>
                  </a:lnTo>
                  <a:lnTo>
                    <a:pt x="176" y="26721"/>
                  </a:lnTo>
                  <a:lnTo>
                    <a:pt x="0" y="29885"/>
                  </a:lnTo>
                  <a:lnTo>
                    <a:pt x="176" y="32874"/>
                  </a:lnTo>
                  <a:lnTo>
                    <a:pt x="527" y="35863"/>
                  </a:lnTo>
                  <a:lnTo>
                    <a:pt x="1231" y="38675"/>
                  </a:lnTo>
                  <a:lnTo>
                    <a:pt x="2285" y="41488"/>
                  </a:lnTo>
                  <a:lnTo>
                    <a:pt x="3516" y="43949"/>
                  </a:lnTo>
                  <a:lnTo>
                    <a:pt x="5098" y="46410"/>
                  </a:lnTo>
                  <a:lnTo>
                    <a:pt x="6680" y="48696"/>
                  </a:lnTo>
                  <a:lnTo>
                    <a:pt x="8614" y="50981"/>
                  </a:lnTo>
                  <a:lnTo>
                    <a:pt x="10724" y="52739"/>
                  </a:lnTo>
                  <a:lnTo>
                    <a:pt x="13009" y="54497"/>
                  </a:lnTo>
                  <a:lnTo>
                    <a:pt x="15470" y="56079"/>
                  </a:lnTo>
                  <a:lnTo>
                    <a:pt x="18107" y="57310"/>
                  </a:lnTo>
                  <a:lnTo>
                    <a:pt x="20920" y="58365"/>
                  </a:lnTo>
                  <a:lnTo>
                    <a:pt x="23733" y="59068"/>
                  </a:lnTo>
                  <a:lnTo>
                    <a:pt x="26721" y="59419"/>
                  </a:lnTo>
                  <a:lnTo>
                    <a:pt x="29710" y="59595"/>
                  </a:lnTo>
                  <a:lnTo>
                    <a:pt x="32874" y="59419"/>
                  </a:lnTo>
                  <a:lnTo>
                    <a:pt x="35687" y="59068"/>
                  </a:lnTo>
                  <a:lnTo>
                    <a:pt x="38675" y="58365"/>
                  </a:lnTo>
                  <a:lnTo>
                    <a:pt x="41312" y="57310"/>
                  </a:lnTo>
                  <a:lnTo>
                    <a:pt x="43949" y="56079"/>
                  </a:lnTo>
                  <a:lnTo>
                    <a:pt x="46410" y="54497"/>
                  </a:lnTo>
                  <a:lnTo>
                    <a:pt x="48696" y="52739"/>
                  </a:lnTo>
                  <a:lnTo>
                    <a:pt x="50805" y="50981"/>
                  </a:lnTo>
                  <a:lnTo>
                    <a:pt x="52739" y="48696"/>
                  </a:lnTo>
                  <a:lnTo>
                    <a:pt x="54497" y="46410"/>
                  </a:lnTo>
                  <a:lnTo>
                    <a:pt x="55903" y="43949"/>
                  </a:lnTo>
                  <a:lnTo>
                    <a:pt x="57134" y="41488"/>
                  </a:lnTo>
                  <a:lnTo>
                    <a:pt x="58189" y="38675"/>
                  </a:lnTo>
                  <a:lnTo>
                    <a:pt x="58892" y="35863"/>
                  </a:lnTo>
                  <a:lnTo>
                    <a:pt x="59419" y="32874"/>
                  </a:lnTo>
                  <a:lnTo>
                    <a:pt x="59595" y="29885"/>
                  </a:lnTo>
                  <a:lnTo>
                    <a:pt x="59419" y="26721"/>
                  </a:lnTo>
                  <a:lnTo>
                    <a:pt x="58892" y="23733"/>
                  </a:lnTo>
                  <a:lnTo>
                    <a:pt x="58189" y="20920"/>
                  </a:lnTo>
                  <a:lnTo>
                    <a:pt x="57134" y="18283"/>
                  </a:lnTo>
                  <a:lnTo>
                    <a:pt x="55903" y="15646"/>
                  </a:lnTo>
                  <a:lnTo>
                    <a:pt x="54497" y="13185"/>
                  </a:lnTo>
                  <a:lnTo>
                    <a:pt x="52739" y="10899"/>
                  </a:lnTo>
                  <a:lnTo>
                    <a:pt x="50805" y="8790"/>
                  </a:lnTo>
                  <a:lnTo>
                    <a:pt x="48696" y="6856"/>
                  </a:lnTo>
                  <a:lnTo>
                    <a:pt x="46410" y="5098"/>
                  </a:lnTo>
                  <a:lnTo>
                    <a:pt x="43949" y="3516"/>
                  </a:lnTo>
                  <a:lnTo>
                    <a:pt x="41312" y="2285"/>
                  </a:lnTo>
                  <a:lnTo>
                    <a:pt x="38675" y="1406"/>
                  </a:lnTo>
                  <a:lnTo>
                    <a:pt x="35687" y="527"/>
                  </a:lnTo>
                  <a:lnTo>
                    <a:pt x="32874" y="176"/>
                  </a:lnTo>
                  <a:lnTo>
                    <a:pt x="29710" y="0"/>
                  </a:lnTo>
                  <a:close/>
                </a:path>
              </a:pathLst>
            </a:custGeom>
            <a:solidFill>
              <a:srgbClr val="FFFFFF"/>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2430" name="Google Shape;2430;p162"/>
            <p:cNvSpPr/>
            <p:nvPr/>
          </p:nvSpPr>
          <p:spPr>
            <a:xfrm>
              <a:off x="4587900" y="3635400"/>
              <a:ext cx="1841475" cy="1841475"/>
            </a:xfrm>
            <a:custGeom>
              <a:avLst/>
              <a:gdLst/>
              <a:ahLst/>
              <a:cxnLst/>
              <a:rect l="l" t="t" r="r" b="b"/>
              <a:pathLst>
                <a:path w="73659" h="73659" extrusionOk="0">
                  <a:moveTo>
                    <a:pt x="36917" y="0"/>
                  </a:moveTo>
                  <a:lnTo>
                    <a:pt x="0" y="36742"/>
                  </a:lnTo>
                  <a:lnTo>
                    <a:pt x="36917" y="73659"/>
                  </a:lnTo>
                  <a:lnTo>
                    <a:pt x="73659" y="36742"/>
                  </a:lnTo>
                  <a:lnTo>
                    <a:pt x="36917" y="0"/>
                  </a:lnTo>
                  <a:close/>
                </a:path>
              </a:pathLst>
            </a:custGeom>
            <a:solidFill>
              <a:srgbClr val="FFFFFF"/>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2431" name="Google Shape;2431;p162"/>
            <p:cNvSpPr/>
            <p:nvPr/>
          </p:nvSpPr>
          <p:spPr>
            <a:xfrm>
              <a:off x="1190625" y="238125"/>
              <a:ext cx="5238750" cy="5238750"/>
            </a:xfrm>
            <a:custGeom>
              <a:avLst/>
              <a:gdLst/>
              <a:ahLst/>
              <a:cxnLst/>
              <a:rect l="l" t="t" r="r" b="b"/>
              <a:pathLst>
                <a:path w="209550" h="209550" extrusionOk="0">
                  <a:moveTo>
                    <a:pt x="129738" y="0"/>
                  </a:moveTo>
                  <a:lnTo>
                    <a:pt x="129738" y="26721"/>
                  </a:lnTo>
                  <a:lnTo>
                    <a:pt x="163667" y="26721"/>
                  </a:lnTo>
                  <a:lnTo>
                    <a:pt x="0" y="190564"/>
                  </a:lnTo>
                  <a:lnTo>
                    <a:pt x="18986" y="209550"/>
                  </a:lnTo>
                  <a:lnTo>
                    <a:pt x="183005" y="45531"/>
                  </a:lnTo>
                  <a:lnTo>
                    <a:pt x="183005" y="79812"/>
                  </a:lnTo>
                  <a:lnTo>
                    <a:pt x="209550" y="79812"/>
                  </a:lnTo>
                  <a:lnTo>
                    <a:pt x="209550" y="26721"/>
                  </a:lnTo>
                  <a:lnTo>
                    <a:pt x="209550" y="0"/>
                  </a:lnTo>
                  <a:close/>
                </a:path>
              </a:pathLst>
            </a:custGeom>
            <a:solidFill>
              <a:srgbClr val="FFFFFF"/>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grpSp>
      <p:grpSp>
        <p:nvGrpSpPr>
          <p:cNvPr id="2432" name="Google Shape;2432;p162"/>
          <p:cNvGrpSpPr/>
          <p:nvPr/>
        </p:nvGrpSpPr>
        <p:grpSpPr>
          <a:xfrm>
            <a:off x="4967837" y="3220388"/>
            <a:ext cx="386777" cy="390811"/>
            <a:chOff x="1217650" y="238125"/>
            <a:chExt cx="5184675" cy="5238750"/>
          </a:xfrm>
        </p:grpSpPr>
        <p:sp>
          <p:nvSpPr>
            <p:cNvPr id="2433" name="Google Shape;2433;p162"/>
            <p:cNvSpPr/>
            <p:nvPr/>
          </p:nvSpPr>
          <p:spPr>
            <a:xfrm>
              <a:off x="4696125" y="238125"/>
              <a:ext cx="1432850" cy="1862400"/>
            </a:xfrm>
            <a:custGeom>
              <a:avLst/>
              <a:gdLst/>
              <a:ahLst/>
              <a:cxnLst/>
              <a:rect l="l" t="t" r="r" b="b"/>
              <a:pathLst>
                <a:path w="57314" h="74496" extrusionOk="0">
                  <a:moveTo>
                    <a:pt x="28597" y="14779"/>
                  </a:moveTo>
                  <a:lnTo>
                    <a:pt x="29799" y="14899"/>
                  </a:lnTo>
                  <a:lnTo>
                    <a:pt x="31000" y="15019"/>
                  </a:lnTo>
                  <a:lnTo>
                    <a:pt x="32081" y="15380"/>
                  </a:lnTo>
                  <a:lnTo>
                    <a:pt x="33163" y="15740"/>
                  </a:lnTo>
                  <a:lnTo>
                    <a:pt x="34124" y="16221"/>
                  </a:lnTo>
                  <a:lnTo>
                    <a:pt x="35085" y="16822"/>
                  </a:lnTo>
                  <a:lnTo>
                    <a:pt x="35926" y="17422"/>
                  </a:lnTo>
                  <a:lnTo>
                    <a:pt x="36767" y="18143"/>
                  </a:lnTo>
                  <a:lnTo>
                    <a:pt x="37488" y="18984"/>
                  </a:lnTo>
                  <a:lnTo>
                    <a:pt x="38209" y="19946"/>
                  </a:lnTo>
                  <a:lnTo>
                    <a:pt x="38810" y="20907"/>
                  </a:lnTo>
                  <a:lnTo>
                    <a:pt x="39291" y="21868"/>
                  </a:lnTo>
                  <a:lnTo>
                    <a:pt x="39651" y="22950"/>
                  </a:lnTo>
                  <a:lnTo>
                    <a:pt x="39892" y="24031"/>
                  </a:lnTo>
                  <a:lnTo>
                    <a:pt x="40132" y="25233"/>
                  </a:lnTo>
                  <a:lnTo>
                    <a:pt x="40132" y="26314"/>
                  </a:lnTo>
                  <a:lnTo>
                    <a:pt x="40132" y="27515"/>
                  </a:lnTo>
                  <a:lnTo>
                    <a:pt x="39892" y="28717"/>
                  </a:lnTo>
                  <a:lnTo>
                    <a:pt x="39651" y="29798"/>
                  </a:lnTo>
                  <a:lnTo>
                    <a:pt x="39291" y="30880"/>
                  </a:lnTo>
                  <a:lnTo>
                    <a:pt x="38810" y="31841"/>
                  </a:lnTo>
                  <a:lnTo>
                    <a:pt x="38209" y="32802"/>
                  </a:lnTo>
                  <a:lnTo>
                    <a:pt x="37488" y="33643"/>
                  </a:lnTo>
                  <a:lnTo>
                    <a:pt x="36767" y="34484"/>
                  </a:lnTo>
                  <a:lnTo>
                    <a:pt x="35926" y="35205"/>
                  </a:lnTo>
                  <a:lnTo>
                    <a:pt x="35085" y="35926"/>
                  </a:lnTo>
                  <a:lnTo>
                    <a:pt x="34124" y="36527"/>
                  </a:lnTo>
                  <a:lnTo>
                    <a:pt x="33163" y="37008"/>
                  </a:lnTo>
                  <a:lnTo>
                    <a:pt x="32081" y="37368"/>
                  </a:lnTo>
                  <a:lnTo>
                    <a:pt x="31000" y="37608"/>
                  </a:lnTo>
                  <a:lnTo>
                    <a:pt x="29799" y="37849"/>
                  </a:lnTo>
                  <a:lnTo>
                    <a:pt x="27516" y="37849"/>
                  </a:lnTo>
                  <a:lnTo>
                    <a:pt x="26314" y="37608"/>
                  </a:lnTo>
                  <a:lnTo>
                    <a:pt x="25233" y="37368"/>
                  </a:lnTo>
                  <a:lnTo>
                    <a:pt x="24151" y="37008"/>
                  </a:lnTo>
                  <a:lnTo>
                    <a:pt x="23190" y="36527"/>
                  </a:lnTo>
                  <a:lnTo>
                    <a:pt x="22229" y="35926"/>
                  </a:lnTo>
                  <a:lnTo>
                    <a:pt x="21268" y="35205"/>
                  </a:lnTo>
                  <a:lnTo>
                    <a:pt x="20426" y="34484"/>
                  </a:lnTo>
                  <a:lnTo>
                    <a:pt x="19706" y="33643"/>
                  </a:lnTo>
                  <a:lnTo>
                    <a:pt x="19105" y="32802"/>
                  </a:lnTo>
                  <a:lnTo>
                    <a:pt x="18504" y="31841"/>
                  </a:lnTo>
                  <a:lnTo>
                    <a:pt x="18023" y="30880"/>
                  </a:lnTo>
                  <a:lnTo>
                    <a:pt x="17663" y="29798"/>
                  </a:lnTo>
                  <a:lnTo>
                    <a:pt x="17302" y="28717"/>
                  </a:lnTo>
                  <a:lnTo>
                    <a:pt x="17182" y="27515"/>
                  </a:lnTo>
                  <a:lnTo>
                    <a:pt x="17062" y="26314"/>
                  </a:lnTo>
                  <a:lnTo>
                    <a:pt x="17182" y="25233"/>
                  </a:lnTo>
                  <a:lnTo>
                    <a:pt x="17302" y="24031"/>
                  </a:lnTo>
                  <a:lnTo>
                    <a:pt x="17663" y="22950"/>
                  </a:lnTo>
                  <a:lnTo>
                    <a:pt x="18023" y="21868"/>
                  </a:lnTo>
                  <a:lnTo>
                    <a:pt x="18504" y="20907"/>
                  </a:lnTo>
                  <a:lnTo>
                    <a:pt x="19105" y="19946"/>
                  </a:lnTo>
                  <a:lnTo>
                    <a:pt x="19706" y="18984"/>
                  </a:lnTo>
                  <a:lnTo>
                    <a:pt x="20426" y="18143"/>
                  </a:lnTo>
                  <a:lnTo>
                    <a:pt x="21268" y="17422"/>
                  </a:lnTo>
                  <a:lnTo>
                    <a:pt x="22229" y="16822"/>
                  </a:lnTo>
                  <a:lnTo>
                    <a:pt x="23190" y="16221"/>
                  </a:lnTo>
                  <a:lnTo>
                    <a:pt x="24151" y="15740"/>
                  </a:lnTo>
                  <a:lnTo>
                    <a:pt x="25233" y="15380"/>
                  </a:lnTo>
                  <a:lnTo>
                    <a:pt x="26314" y="15019"/>
                  </a:lnTo>
                  <a:lnTo>
                    <a:pt x="27516" y="14899"/>
                  </a:lnTo>
                  <a:lnTo>
                    <a:pt x="28597" y="14779"/>
                  </a:lnTo>
                  <a:close/>
                  <a:moveTo>
                    <a:pt x="26554" y="0"/>
                  </a:moveTo>
                  <a:lnTo>
                    <a:pt x="24632" y="240"/>
                  </a:lnTo>
                  <a:lnTo>
                    <a:pt x="22589" y="601"/>
                  </a:lnTo>
                  <a:lnTo>
                    <a:pt x="20667" y="961"/>
                  </a:lnTo>
                  <a:lnTo>
                    <a:pt x="18864" y="1562"/>
                  </a:lnTo>
                  <a:lnTo>
                    <a:pt x="17062" y="2283"/>
                  </a:lnTo>
                  <a:lnTo>
                    <a:pt x="15380" y="3124"/>
                  </a:lnTo>
                  <a:lnTo>
                    <a:pt x="13698" y="3965"/>
                  </a:lnTo>
                  <a:lnTo>
                    <a:pt x="12376" y="4806"/>
                  </a:lnTo>
                  <a:lnTo>
                    <a:pt x="11175" y="5647"/>
                  </a:lnTo>
                  <a:lnTo>
                    <a:pt x="9973" y="6609"/>
                  </a:lnTo>
                  <a:lnTo>
                    <a:pt x="8892" y="7570"/>
                  </a:lnTo>
                  <a:lnTo>
                    <a:pt x="7930" y="8531"/>
                  </a:lnTo>
                  <a:lnTo>
                    <a:pt x="6849" y="9612"/>
                  </a:lnTo>
                  <a:lnTo>
                    <a:pt x="6008" y="10814"/>
                  </a:lnTo>
                  <a:lnTo>
                    <a:pt x="5167" y="11895"/>
                  </a:lnTo>
                  <a:lnTo>
                    <a:pt x="4326" y="13097"/>
                  </a:lnTo>
                  <a:lnTo>
                    <a:pt x="3605" y="14298"/>
                  </a:lnTo>
                  <a:lnTo>
                    <a:pt x="2403" y="16822"/>
                  </a:lnTo>
                  <a:lnTo>
                    <a:pt x="1322" y="19585"/>
                  </a:lnTo>
                  <a:lnTo>
                    <a:pt x="601" y="22229"/>
                  </a:lnTo>
                  <a:lnTo>
                    <a:pt x="120" y="25112"/>
                  </a:lnTo>
                  <a:lnTo>
                    <a:pt x="0" y="27876"/>
                  </a:lnTo>
                  <a:lnTo>
                    <a:pt x="0" y="30760"/>
                  </a:lnTo>
                  <a:lnTo>
                    <a:pt x="361" y="33643"/>
                  </a:lnTo>
                  <a:lnTo>
                    <a:pt x="1082" y="36407"/>
                  </a:lnTo>
                  <a:lnTo>
                    <a:pt x="1442" y="37849"/>
                  </a:lnTo>
                  <a:lnTo>
                    <a:pt x="1923" y="39291"/>
                  </a:lnTo>
                  <a:lnTo>
                    <a:pt x="2523" y="40612"/>
                  </a:lnTo>
                  <a:lnTo>
                    <a:pt x="3244" y="41934"/>
                  </a:lnTo>
                  <a:lnTo>
                    <a:pt x="3965" y="43256"/>
                  </a:lnTo>
                  <a:lnTo>
                    <a:pt x="4686" y="44577"/>
                  </a:lnTo>
                  <a:lnTo>
                    <a:pt x="25353" y="70891"/>
                  </a:lnTo>
                  <a:lnTo>
                    <a:pt x="28597" y="74496"/>
                  </a:lnTo>
                  <a:lnTo>
                    <a:pt x="31961" y="70891"/>
                  </a:lnTo>
                  <a:lnTo>
                    <a:pt x="52508" y="44577"/>
                  </a:lnTo>
                  <a:lnTo>
                    <a:pt x="53349" y="43256"/>
                  </a:lnTo>
                  <a:lnTo>
                    <a:pt x="54070" y="41934"/>
                  </a:lnTo>
                  <a:lnTo>
                    <a:pt x="54671" y="40612"/>
                  </a:lnTo>
                  <a:lnTo>
                    <a:pt x="55271" y="39291"/>
                  </a:lnTo>
                  <a:lnTo>
                    <a:pt x="55752" y="37849"/>
                  </a:lnTo>
                  <a:lnTo>
                    <a:pt x="56233" y="36407"/>
                  </a:lnTo>
                  <a:lnTo>
                    <a:pt x="56833" y="33643"/>
                  </a:lnTo>
                  <a:lnTo>
                    <a:pt x="57194" y="30760"/>
                  </a:lnTo>
                  <a:lnTo>
                    <a:pt x="57314" y="27876"/>
                  </a:lnTo>
                  <a:lnTo>
                    <a:pt x="57074" y="25112"/>
                  </a:lnTo>
                  <a:lnTo>
                    <a:pt x="56593" y="22229"/>
                  </a:lnTo>
                  <a:lnTo>
                    <a:pt x="55872" y="19585"/>
                  </a:lnTo>
                  <a:lnTo>
                    <a:pt x="54911" y="16822"/>
                  </a:lnTo>
                  <a:lnTo>
                    <a:pt x="53709" y="14298"/>
                  </a:lnTo>
                  <a:lnTo>
                    <a:pt x="52868" y="13097"/>
                  </a:lnTo>
                  <a:lnTo>
                    <a:pt x="52147" y="11895"/>
                  </a:lnTo>
                  <a:lnTo>
                    <a:pt x="51306" y="10814"/>
                  </a:lnTo>
                  <a:lnTo>
                    <a:pt x="50345" y="9612"/>
                  </a:lnTo>
                  <a:lnTo>
                    <a:pt x="49384" y="8531"/>
                  </a:lnTo>
                  <a:lnTo>
                    <a:pt x="48302" y="7570"/>
                  </a:lnTo>
                  <a:lnTo>
                    <a:pt x="47221" y="6609"/>
                  </a:lnTo>
                  <a:lnTo>
                    <a:pt x="46140" y="5647"/>
                  </a:lnTo>
                  <a:lnTo>
                    <a:pt x="44818" y="4806"/>
                  </a:lnTo>
                  <a:lnTo>
                    <a:pt x="43616" y="3965"/>
                  </a:lnTo>
                  <a:lnTo>
                    <a:pt x="41934" y="3124"/>
                  </a:lnTo>
                  <a:lnTo>
                    <a:pt x="40252" y="2283"/>
                  </a:lnTo>
                  <a:lnTo>
                    <a:pt x="38450" y="1562"/>
                  </a:lnTo>
                  <a:lnTo>
                    <a:pt x="36527" y="961"/>
                  </a:lnTo>
                  <a:lnTo>
                    <a:pt x="34605" y="601"/>
                  </a:lnTo>
                  <a:lnTo>
                    <a:pt x="32682" y="240"/>
                  </a:lnTo>
                  <a:lnTo>
                    <a:pt x="30640"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4" name="Google Shape;2434;p162"/>
            <p:cNvSpPr/>
            <p:nvPr/>
          </p:nvSpPr>
          <p:spPr>
            <a:xfrm>
              <a:off x="1491000" y="3614475"/>
              <a:ext cx="1432850" cy="1862400"/>
            </a:xfrm>
            <a:custGeom>
              <a:avLst/>
              <a:gdLst/>
              <a:ahLst/>
              <a:cxnLst/>
              <a:rect l="l" t="t" r="r" b="b"/>
              <a:pathLst>
                <a:path w="57314" h="74496" extrusionOk="0">
                  <a:moveTo>
                    <a:pt x="28717" y="14899"/>
                  </a:moveTo>
                  <a:lnTo>
                    <a:pt x="29798" y="15019"/>
                  </a:lnTo>
                  <a:lnTo>
                    <a:pt x="31000" y="15140"/>
                  </a:lnTo>
                  <a:lnTo>
                    <a:pt x="32081" y="15380"/>
                  </a:lnTo>
                  <a:lnTo>
                    <a:pt x="33163" y="15860"/>
                  </a:lnTo>
                  <a:lnTo>
                    <a:pt x="34124" y="16341"/>
                  </a:lnTo>
                  <a:lnTo>
                    <a:pt x="35085" y="16822"/>
                  </a:lnTo>
                  <a:lnTo>
                    <a:pt x="36046" y="17543"/>
                  </a:lnTo>
                  <a:lnTo>
                    <a:pt x="36888" y="18264"/>
                  </a:lnTo>
                  <a:lnTo>
                    <a:pt x="37608" y="19105"/>
                  </a:lnTo>
                  <a:lnTo>
                    <a:pt x="38209" y="19946"/>
                  </a:lnTo>
                  <a:lnTo>
                    <a:pt x="38810" y="20907"/>
                  </a:lnTo>
                  <a:lnTo>
                    <a:pt x="39291" y="21988"/>
                  </a:lnTo>
                  <a:lnTo>
                    <a:pt x="39651" y="23070"/>
                  </a:lnTo>
                  <a:lnTo>
                    <a:pt x="40012" y="24151"/>
                  </a:lnTo>
                  <a:lnTo>
                    <a:pt x="40132" y="25233"/>
                  </a:lnTo>
                  <a:lnTo>
                    <a:pt x="40252" y="26434"/>
                  </a:lnTo>
                  <a:lnTo>
                    <a:pt x="40132" y="27636"/>
                  </a:lnTo>
                  <a:lnTo>
                    <a:pt x="40012" y="28717"/>
                  </a:lnTo>
                  <a:lnTo>
                    <a:pt x="39651" y="29919"/>
                  </a:lnTo>
                  <a:lnTo>
                    <a:pt x="39291" y="31000"/>
                  </a:lnTo>
                  <a:lnTo>
                    <a:pt x="38810" y="31961"/>
                  </a:lnTo>
                  <a:lnTo>
                    <a:pt x="38209" y="32922"/>
                  </a:lnTo>
                  <a:lnTo>
                    <a:pt x="37608" y="33764"/>
                  </a:lnTo>
                  <a:lnTo>
                    <a:pt x="36888" y="34605"/>
                  </a:lnTo>
                  <a:lnTo>
                    <a:pt x="36046" y="35326"/>
                  </a:lnTo>
                  <a:lnTo>
                    <a:pt x="35085" y="36046"/>
                  </a:lnTo>
                  <a:lnTo>
                    <a:pt x="34124" y="36647"/>
                  </a:lnTo>
                  <a:lnTo>
                    <a:pt x="33163" y="37128"/>
                  </a:lnTo>
                  <a:lnTo>
                    <a:pt x="32081" y="37488"/>
                  </a:lnTo>
                  <a:lnTo>
                    <a:pt x="31000" y="37729"/>
                  </a:lnTo>
                  <a:lnTo>
                    <a:pt x="29798" y="37969"/>
                  </a:lnTo>
                  <a:lnTo>
                    <a:pt x="27516" y="37969"/>
                  </a:lnTo>
                  <a:lnTo>
                    <a:pt x="26314" y="37729"/>
                  </a:lnTo>
                  <a:lnTo>
                    <a:pt x="25233" y="37488"/>
                  </a:lnTo>
                  <a:lnTo>
                    <a:pt x="24151" y="37128"/>
                  </a:lnTo>
                  <a:lnTo>
                    <a:pt x="23190" y="36647"/>
                  </a:lnTo>
                  <a:lnTo>
                    <a:pt x="22229" y="36046"/>
                  </a:lnTo>
                  <a:lnTo>
                    <a:pt x="21388" y="35326"/>
                  </a:lnTo>
                  <a:lnTo>
                    <a:pt x="20547" y="34605"/>
                  </a:lnTo>
                  <a:lnTo>
                    <a:pt x="19826" y="33764"/>
                  </a:lnTo>
                  <a:lnTo>
                    <a:pt x="19105" y="32922"/>
                  </a:lnTo>
                  <a:lnTo>
                    <a:pt x="18504" y="31961"/>
                  </a:lnTo>
                  <a:lnTo>
                    <a:pt x="18023" y="31000"/>
                  </a:lnTo>
                  <a:lnTo>
                    <a:pt x="17663" y="29919"/>
                  </a:lnTo>
                  <a:lnTo>
                    <a:pt x="17423" y="28717"/>
                  </a:lnTo>
                  <a:lnTo>
                    <a:pt x="17182" y="27636"/>
                  </a:lnTo>
                  <a:lnTo>
                    <a:pt x="17182" y="26434"/>
                  </a:lnTo>
                  <a:lnTo>
                    <a:pt x="17182" y="25233"/>
                  </a:lnTo>
                  <a:lnTo>
                    <a:pt x="17423" y="24151"/>
                  </a:lnTo>
                  <a:lnTo>
                    <a:pt x="17663" y="23070"/>
                  </a:lnTo>
                  <a:lnTo>
                    <a:pt x="18023" y="21988"/>
                  </a:lnTo>
                  <a:lnTo>
                    <a:pt x="18504" y="20907"/>
                  </a:lnTo>
                  <a:lnTo>
                    <a:pt x="19105" y="19946"/>
                  </a:lnTo>
                  <a:lnTo>
                    <a:pt x="19826" y="19105"/>
                  </a:lnTo>
                  <a:lnTo>
                    <a:pt x="20547" y="18264"/>
                  </a:lnTo>
                  <a:lnTo>
                    <a:pt x="21388" y="17543"/>
                  </a:lnTo>
                  <a:lnTo>
                    <a:pt x="22229" y="16822"/>
                  </a:lnTo>
                  <a:lnTo>
                    <a:pt x="23190" y="16341"/>
                  </a:lnTo>
                  <a:lnTo>
                    <a:pt x="24151" y="15860"/>
                  </a:lnTo>
                  <a:lnTo>
                    <a:pt x="25233" y="15380"/>
                  </a:lnTo>
                  <a:lnTo>
                    <a:pt x="26314" y="15140"/>
                  </a:lnTo>
                  <a:lnTo>
                    <a:pt x="27516" y="15019"/>
                  </a:lnTo>
                  <a:lnTo>
                    <a:pt x="28717" y="14899"/>
                  </a:lnTo>
                  <a:close/>
                  <a:moveTo>
                    <a:pt x="28717" y="0"/>
                  </a:moveTo>
                  <a:lnTo>
                    <a:pt x="26674" y="120"/>
                  </a:lnTo>
                  <a:lnTo>
                    <a:pt x="24632" y="360"/>
                  </a:lnTo>
                  <a:lnTo>
                    <a:pt x="22709" y="601"/>
                  </a:lnTo>
                  <a:lnTo>
                    <a:pt x="20787" y="1081"/>
                  </a:lnTo>
                  <a:lnTo>
                    <a:pt x="18864" y="1682"/>
                  </a:lnTo>
                  <a:lnTo>
                    <a:pt x="17062" y="2403"/>
                  </a:lnTo>
                  <a:lnTo>
                    <a:pt x="15380" y="3244"/>
                  </a:lnTo>
                  <a:lnTo>
                    <a:pt x="13698" y="4085"/>
                  </a:lnTo>
                  <a:lnTo>
                    <a:pt x="12496" y="4926"/>
                  </a:lnTo>
                  <a:lnTo>
                    <a:pt x="11174" y="5767"/>
                  </a:lnTo>
                  <a:lnTo>
                    <a:pt x="10093" y="6729"/>
                  </a:lnTo>
                  <a:lnTo>
                    <a:pt x="9012" y="7690"/>
                  </a:lnTo>
                  <a:lnTo>
                    <a:pt x="7930" y="8651"/>
                  </a:lnTo>
                  <a:lnTo>
                    <a:pt x="6969" y="9733"/>
                  </a:lnTo>
                  <a:lnTo>
                    <a:pt x="6008" y="10814"/>
                  </a:lnTo>
                  <a:lnTo>
                    <a:pt x="5167" y="12016"/>
                  </a:lnTo>
                  <a:lnTo>
                    <a:pt x="4446" y="13217"/>
                  </a:lnTo>
                  <a:lnTo>
                    <a:pt x="3605" y="14419"/>
                  </a:lnTo>
                  <a:lnTo>
                    <a:pt x="2403" y="16942"/>
                  </a:lnTo>
                  <a:lnTo>
                    <a:pt x="1442" y="19585"/>
                  </a:lnTo>
                  <a:lnTo>
                    <a:pt x="721" y="22349"/>
                  </a:lnTo>
                  <a:lnTo>
                    <a:pt x="240" y="25112"/>
                  </a:lnTo>
                  <a:lnTo>
                    <a:pt x="0" y="27996"/>
                  </a:lnTo>
                  <a:lnTo>
                    <a:pt x="120" y="30880"/>
                  </a:lnTo>
                  <a:lnTo>
                    <a:pt x="481" y="33764"/>
                  </a:lnTo>
                  <a:lnTo>
                    <a:pt x="1081" y="36527"/>
                  </a:lnTo>
                  <a:lnTo>
                    <a:pt x="1562" y="37969"/>
                  </a:lnTo>
                  <a:lnTo>
                    <a:pt x="2043" y="39291"/>
                  </a:lnTo>
                  <a:lnTo>
                    <a:pt x="2643" y="40733"/>
                  </a:lnTo>
                  <a:lnTo>
                    <a:pt x="3244" y="42054"/>
                  </a:lnTo>
                  <a:lnTo>
                    <a:pt x="3965" y="43376"/>
                  </a:lnTo>
                  <a:lnTo>
                    <a:pt x="4806" y="44698"/>
                  </a:lnTo>
                  <a:lnTo>
                    <a:pt x="25353" y="71012"/>
                  </a:lnTo>
                  <a:lnTo>
                    <a:pt x="28717" y="74496"/>
                  </a:lnTo>
                  <a:lnTo>
                    <a:pt x="31961" y="71012"/>
                  </a:lnTo>
                  <a:lnTo>
                    <a:pt x="52628" y="44698"/>
                  </a:lnTo>
                  <a:lnTo>
                    <a:pt x="53349" y="43376"/>
                  </a:lnTo>
                  <a:lnTo>
                    <a:pt x="54070" y="42054"/>
                  </a:lnTo>
                  <a:lnTo>
                    <a:pt x="54791" y="40733"/>
                  </a:lnTo>
                  <a:lnTo>
                    <a:pt x="55391" y="39291"/>
                  </a:lnTo>
                  <a:lnTo>
                    <a:pt x="55872" y="37969"/>
                  </a:lnTo>
                  <a:lnTo>
                    <a:pt x="56232" y="36527"/>
                  </a:lnTo>
                  <a:lnTo>
                    <a:pt x="56953" y="33764"/>
                  </a:lnTo>
                  <a:lnTo>
                    <a:pt x="57314" y="30880"/>
                  </a:lnTo>
                  <a:lnTo>
                    <a:pt x="57314" y="27996"/>
                  </a:lnTo>
                  <a:lnTo>
                    <a:pt x="57194" y="25112"/>
                  </a:lnTo>
                  <a:lnTo>
                    <a:pt x="56713" y="22349"/>
                  </a:lnTo>
                  <a:lnTo>
                    <a:pt x="55992" y="19585"/>
                  </a:lnTo>
                  <a:lnTo>
                    <a:pt x="54911" y="16942"/>
                  </a:lnTo>
                  <a:lnTo>
                    <a:pt x="53709" y="14419"/>
                  </a:lnTo>
                  <a:lnTo>
                    <a:pt x="52988" y="13217"/>
                  </a:lnTo>
                  <a:lnTo>
                    <a:pt x="52147" y="12016"/>
                  </a:lnTo>
                  <a:lnTo>
                    <a:pt x="51306" y="10814"/>
                  </a:lnTo>
                  <a:lnTo>
                    <a:pt x="50465" y="9733"/>
                  </a:lnTo>
                  <a:lnTo>
                    <a:pt x="49384" y="8651"/>
                  </a:lnTo>
                  <a:lnTo>
                    <a:pt x="48422" y="7690"/>
                  </a:lnTo>
                  <a:lnTo>
                    <a:pt x="47341" y="6729"/>
                  </a:lnTo>
                  <a:lnTo>
                    <a:pt x="46139" y="5767"/>
                  </a:lnTo>
                  <a:lnTo>
                    <a:pt x="44938" y="4926"/>
                  </a:lnTo>
                  <a:lnTo>
                    <a:pt x="43616" y="4085"/>
                  </a:lnTo>
                  <a:lnTo>
                    <a:pt x="41934" y="3244"/>
                  </a:lnTo>
                  <a:lnTo>
                    <a:pt x="40252" y="2403"/>
                  </a:lnTo>
                  <a:lnTo>
                    <a:pt x="38450" y="1682"/>
                  </a:lnTo>
                  <a:lnTo>
                    <a:pt x="36647" y="1081"/>
                  </a:lnTo>
                  <a:lnTo>
                    <a:pt x="34725" y="601"/>
                  </a:lnTo>
                  <a:lnTo>
                    <a:pt x="32682" y="360"/>
                  </a:lnTo>
                  <a:lnTo>
                    <a:pt x="30760" y="120"/>
                  </a:lnTo>
                  <a:lnTo>
                    <a:pt x="28717"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5" name="Google Shape;2435;p162"/>
            <p:cNvSpPr/>
            <p:nvPr/>
          </p:nvSpPr>
          <p:spPr>
            <a:xfrm>
              <a:off x="3500575" y="4401475"/>
              <a:ext cx="1000325" cy="288400"/>
            </a:xfrm>
            <a:custGeom>
              <a:avLst/>
              <a:gdLst/>
              <a:ahLst/>
              <a:cxnLst/>
              <a:rect l="l" t="t" r="r" b="b"/>
              <a:pathLst>
                <a:path w="40013" h="11536" extrusionOk="0">
                  <a:moveTo>
                    <a:pt x="1" y="1"/>
                  </a:moveTo>
                  <a:lnTo>
                    <a:pt x="1" y="11535"/>
                  </a:lnTo>
                  <a:lnTo>
                    <a:pt x="40012" y="11535"/>
                  </a:lnTo>
                  <a:lnTo>
                    <a:pt x="39531" y="10214"/>
                  </a:lnTo>
                  <a:lnTo>
                    <a:pt x="39051" y="8772"/>
                  </a:lnTo>
                  <a:lnTo>
                    <a:pt x="38931" y="7330"/>
                  </a:lnTo>
                  <a:lnTo>
                    <a:pt x="38811" y="5768"/>
                  </a:lnTo>
                  <a:lnTo>
                    <a:pt x="38931" y="4326"/>
                  </a:lnTo>
                  <a:lnTo>
                    <a:pt x="39051" y="2884"/>
                  </a:lnTo>
                  <a:lnTo>
                    <a:pt x="39531" y="1442"/>
                  </a:lnTo>
                  <a:lnTo>
                    <a:pt x="40012"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6" name="Google Shape;2436;p162"/>
            <p:cNvSpPr/>
            <p:nvPr/>
          </p:nvSpPr>
          <p:spPr>
            <a:xfrm>
              <a:off x="4140400" y="2713300"/>
              <a:ext cx="2261925" cy="1976575"/>
            </a:xfrm>
            <a:custGeom>
              <a:avLst/>
              <a:gdLst/>
              <a:ahLst/>
              <a:cxnLst/>
              <a:rect l="l" t="t" r="r" b="b"/>
              <a:pathLst>
                <a:path w="90477" h="79063" extrusionOk="0">
                  <a:moveTo>
                    <a:pt x="1" y="1"/>
                  </a:moveTo>
                  <a:lnTo>
                    <a:pt x="481" y="1322"/>
                  </a:lnTo>
                  <a:lnTo>
                    <a:pt x="842" y="2764"/>
                  </a:lnTo>
                  <a:lnTo>
                    <a:pt x="1082" y="4206"/>
                  </a:lnTo>
                  <a:lnTo>
                    <a:pt x="1202" y="5768"/>
                  </a:lnTo>
                  <a:lnTo>
                    <a:pt x="1082" y="7330"/>
                  </a:lnTo>
                  <a:lnTo>
                    <a:pt x="842" y="8772"/>
                  </a:lnTo>
                  <a:lnTo>
                    <a:pt x="481" y="10214"/>
                  </a:lnTo>
                  <a:lnTo>
                    <a:pt x="1" y="11535"/>
                  </a:lnTo>
                  <a:lnTo>
                    <a:pt x="52268" y="11535"/>
                  </a:lnTo>
                  <a:lnTo>
                    <a:pt x="53710" y="11656"/>
                  </a:lnTo>
                  <a:lnTo>
                    <a:pt x="56473" y="12136"/>
                  </a:lnTo>
                  <a:lnTo>
                    <a:pt x="59237" y="12857"/>
                  </a:lnTo>
                  <a:lnTo>
                    <a:pt x="61760" y="13698"/>
                  </a:lnTo>
                  <a:lnTo>
                    <a:pt x="64163" y="14900"/>
                  </a:lnTo>
                  <a:lnTo>
                    <a:pt x="66566" y="16342"/>
                  </a:lnTo>
                  <a:lnTo>
                    <a:pt x="68729" y="17904"/>
                  </a:lnTo>
                  <a:lnTo>
                    <a:pt x="70651" y="19706"/>
                  </a:lnTo>
                  <a:lnTo>
                    <a:pt x="72454" y="21749"/>
                  </a:lnTo>
                  <a:lnTo>
                    <a:pt x="74136" y="23911"/>
                  </a:lnTo>
                  <a:lnTo>
                    <a:pt x="75458" y="26194"/>
                  </a:lnTo>
                  <a:lnTo>
                    <a:pt x="76659" y="28718"/>
                  </a:lnTo>
                  <a:lnTo>
                    <a:pt x="77620" y="31241"/>
                  </a:lnTo>
                  <a:lnTo>
                    <a:pt x="78341" y="33884"/>
                  </a:lnTo>
                  <a:lnTo>
                    <a:pt x="78702" y="36648"/>
                  </a:lnTo>
                  <a:lnTo>
                    <a:pt x="78822" y="38090"/>
                  </a:lnTo>
                  <a:lnTo>
                    <a:pt x="78942" y="39532"/>
                  </a:lnTo>
                  <a:lnTo>
                    <a:pt x="78822" y="40973"/>
                  </a:lnTo>
                  <a:lnTo>
                    <a:pt x="78702" y="42415"/>
                  </a:lnTo>
                  <a:lnTo>
                    <a:pt x="78341" y="45179"/>
                  </a:lnTo>
                  <a:lnTo>
                    <a:pt x="77620" y="47822"/>
                  </a:lnTo>
                  <a:lnTo>
                    <a:pt x="76659" y="50466"/>
                  </a:lnTo>
                  <a:lnTo>
                    <a:pt x="75458" y="52869"/>
                  </a:lnTo>
                  <a:lnTo>
                    <a:pt x="74136" y="55152"/>
                  </a:lnTo>
                  <a:lnTo>
                    <a:pt x="72454" y="57314"/>
                  </a:lnTo>
                  <a:lnTo>
                    <a:pt x="70651" y="59357"/>
                  </a:lnTo>
                  <a:lnTo>
                    <a:pt x="68729" y="61159"/>
                  </a:lnTo>
                  <a:lnTo>
                    <a:pt x="66566" y="62842"/>
                  </a:lnTo>
                  <a:lnTo>
                    <a:pt x="64163" y="64163"/>
                  </a:lnTo>
                  <a:lnTo>
                    <a:pt x="61760" y="65365"/>
                  </a:lnTo>
                  <a:lnTo>
                    <a:pt x="59237" y="66326"/>
                  </a:lnTo>
                  <a:lnTo>
                    <a:pt x="56473" y="67047"/>
                  </a:lnTo>
                  <a:lnTo>
                    <a:pt x="53710" y="67407"/>
                  </a:lnTo>
                  <a:lnTo>
                    <a:pt x="52268" y="67528"/>
                  </a:lnTo>
                  <a:lnTo>
                    <a:pt x="40853" y="67528"/>
                  </a:lnTo>
                  <a:lnTo>
                    <a:pt x="41334" y="68969"/>
                  </a:lnTo>
                  <a:lnTo>
                    <a:pt x="41694" y="70411"/>
                  </a:lnTo>
                  <a:lnTo>
                    <a:pt x="41935" y="71853"/>
                  </a:lnTo>
                  <a:lnTo>
                    <a:pt x="42055" y="73295"/>
                  </a:lnTo>
                  <a:lnTo>
                    <a:pt x="41935" y="74857"/>
                  </a:lnTo>
                  <a:lnTo>
                    <a:pt x="41694" y="76299"/>
                  </a:lnTo>
                  <a:lnTo>
                    <a:pt x="41334" y="77741"/>
                  </a:lnTo>
                  <a:lnTo>
                    <a:pt x="40853" y="79062"/>
                  </a:lnTo>
                  <a:lnTo>
                    <a:pt x="52869" y="79062"/>
                  </a:lnTo>
                  <a:lnTo>
                    <a:pt x="54911" y="78942"/>
                  </a:lnTo>
                  <a:lnTo>
                    <a:pt x="56834" y="78702"/>
                  </a:lnTo>
                  <a:lnTo>
                    <a:pt x="58876" y="78342"/>
                  </a:lnTo>
                  <a:lnTo>
                    <a:pt x="60799" y="77861"/>
                  </a:lnTo>
                  <a:lnTo>
                    <a:pt x="62601" y="77380"/>
                  </a:lnTo>
                  <a:lnTo>
                    <a:pt x="64403" y="76659"/>
                  </a:lnTo>
                  <a:lnTo>
                    <a:pt x="66206" y="75938"/>
                  </a:lnTo>
                  <a:lnTo>
                    <a:pt x="68008" y="75217"/>
                  </a:lnTo>
                  <a:lnTo>
                    <a:pt x="69690" y="74376"/>
                  </a:lnTo>
                  <a:lnTo>
                    <a:pt x="71372" y="73415"/>
                  </a:lnTo>
                  <a:lnTo>
                    <a:pt x="72934" y="72334"/>
                  </a:lnTo>
                  <a:lnTo>
                    <a:pt x="74496" y="71252"/>
                  </a:lnTo>
                  <a:lnTo>
                    <a:pt x="76058" y="70051"/>
                  </a:lnTo>
                  <a:lnTo>
                    <a:pt x="77500" y="68849"/>
                  </a:lnTo>
                  <a:lnTo>
                    <a:pt x="78822" y="67528"/>
                  </a:lnTo>
                  <a:lnTo>
                    <a:pt x="80144" y="66086"/>
                  </a:lnTo>
                  <a:lnTo>
                    <a:pt x="81345" y="64644"/>
                  </a:lnTo>
                  <a:lnTo>
                    <a:pt x="82547" y="63202"/>
                  </a:lnTo>
                  <a:lnTo>
                    <a:pt x="83628" y="61640"/>
                  </a:lnTo>
                  <a:lnTo>
                    <a:pt x="84710" y="60078"/>
                  </a:lnTo>
                  <a:lnTo>
                    <a:pt x="85671" y="58396"/>
                  </a:lnTo>
                  <a:lnTo>
                    <a:pt x="86512" y="56714"/>
                  </a:lnTo>
                  <a:lnTo>
                    <a:pt x="87353" y="54911"/>
                  </a:lnTo>
                  <a:lnTo>
                    <a:pt x="88074" y="53109"/>
                  </a:lnTo>
                  <a:lnTo>
                    <a:pt x="88675" y="51307"/>
                  </a:lnTo>
                  <a:lnTo>
                    <a:pt x="89155" y="49384"/>
                  </a:lnTo>
                  <a:lnTo>
                    <a:pt x="89636" y="47462"/>
                  </a:lnTo>
                  <a:lnTo>
                    <a:pt x="89996" y="45539"/>
                  </a:lnTo>
                  <a:lnTo>
                    <a:pt x="90237" y="43617"/>
                  </a:lnTo>
                  <a:lnTo>
                    <a:pt x="90357" y="41574"/>
                  </a:lnTo>
                  <a:lnTo>
                    <a:pt x="90477" y="39532"/>
                  </a:lnTo>
                  <a:lnTo>
                    <a:pt x="90357" y="37489"/>
                  </a:lnTo>
                  <a:lnTo>
                    <a:pt x="90237" y="35566"/>
                  </a:lnTo>
                  <a:lnTo>
                    <a:pt x="89996" y="33524"/>
                  </a:lnTo>
                  <a:lnTo>
                    <a:pt x="89636" y="31601"/>
                  </a:lnTo>
                  <a:lnTo>
                    <a:pt x="89155" y="29679"/>
                  </a:lnTo>
                  <a:lnTo>
                    <a:pt x="88675" y="27756"/>
                  </a:lnTo>
                  <a:lnTo>
                    <a:pt x="88074" y="25954"/>
                  </a:lnTo>
                  <a:lnTo>
                    <a:pt x="87353" y="24152"/>
                  </a:lnTo>
                  <a:lnTo>
                    <a:pt x="86512" y="22470"/>
                  </a:lnTo>
                  <a:lnTo>
                    <a:pt x="85671" y="20667"/>
                  </a:lnTo>
                  <a:lnTo>
                    <a:pt x="84710" y="19105"/>
                  </a:lnTo>
                  <a:lnTo>
                    <a:pt x="83628" y="17423"/>
                  </a:lnTo>
                  <a:lnTo>
                    <a:pt x="82547" y="15861"/>
                  </a:lnTo>
                  <a:lnTo>
                    <a:pt x="81345" y="14419"/>
                  </a:lnTo>
                  <a:lnTo>
                    <a:pt x="80144" y="12977"/>
                  </a:lnTo>
                  <a:lnTo>
                    <a:pt x="78822" y="11656"/>
                  </a:lnTo>
                  <a:lnTo>
                    <a:pt x="77500" y="10334"/>
                  </a:lnTo>
                  <a:lnTo>
                    <a:pt x="76058" y="9012"/>
                  </a:lnTo>
                  <a:lnTo>
                    <a:pt x="74496" y="7811"/>
                  </a:lnTo>
                  <a:lnTo>
                    <a:pt x="72934" y="6729"/>
                  </a:lnTo>
                  <a:lnTo>
                    <a:pt x="71372" y="5768"/>
                  </a:lnTo>
                  <a:lnTo>
                    <a:pt x="69690" y="4807"/>
                  </a:lnTo>
                  <a:lnTo>
                    <a:pt x="68008" y="3966"/>
                  </a:lnTo>
                  <a:lnTo>
                    <a:pt x="66206" y="3125"/>
                  </a:lnTo>
                  <a:lnTo>
                    <a:pt x="64403" y="2404"/>
                  </a:lnTo>
                  <a:lnTo>
                    <a:pt x="62601" y="1803"/>
                  </a:lnTo>
                  <a:lnTo>
                    <a:pt x="60799" y="1202"/>
                  </a:lnTo>
                  <a:lnTo>
                    <a:pt x="58876" y="842"/>
                  </a:lnTo>
                  <a:lnTo>
                    <a:pt x="56834" y="481"/>
                  </a:lnTo>
                  <a:lnTo>
                    <a:pt x="54911" y="241"/>
                  </a:lnTo>
                  <a:lnTo>
                    <a:pt x="52869"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7" name="Google Shape;2437;p162"/>
            <p:cNvSpPr/>
            <p:nvPr/>
          </p:nvSpPr>
          <p:spPr>
            <a:xfrm>
              <a:off x="1217650" y="1025125"/>
              <a:ext cx="2261925" cy="1976575"/>
            </a:xfrm>
            <a:custGeom>
              <a:avLst/>
              <a:gdLst/>
              <a:ahLst/>
              <a:cxnLst/>
              <a:rect l="l" t="t" r="r" b="b"/>
              <a:pathLst>
                <a:path w="90477" h="79063" extrusionOk="0">
                  <a:moveTo>
                    <a:pt x="37608" y="1"/>
                  </a:moveTo>
                  <a:lnTo>
                    <a:pt x="35566" y="121"/>
                  </a:lnTo>
                  <a:lnTo>
                    <a:pt x="33643" y="361"/>
                  </a:lnTo>
                  <a:lnTo>
                    <a:pt x="31601" y="721"/>
                  </a:lnTo>
                  <a:lnTo>
                    <a:pt x="29678" y="1202"/>
                  </a:lnTo>
                  <a:lnTo>
                    <a:pt x="27876" y="1683"/>
                  </a:lnTo>
                  <a:lnTo>
                    <a:pt x="26074" y="2404"/>
                  </a:lnTo>
                  <a:lnTo>
                    <a:pt x="24271" y="3125"/>
                  </a:lnTo>
                  <a:lnTo>
                    <a:pt x="22469" y="3846"/>
                  </a:lnTo>
                  <a:lnTo>
                    <a:pt x="20787" y="4687"/>
                  </a:lnTo>
                  <a:lnTo>
                    <a:pt x="19105" y="5648"/>
                  </a:lnTo>
                  <a:lnTo>
                    <a:pt x="17543" y="6729"/>
                  </a:lnTo>
                  <a:lnTo>
                    <a:pt x="15981" y="7811"/>
                  </a:lnTo>
                  <a:lnTo>
                    <a:pt x="14419" y="9012"/>
                  </a:lnTo>
                  <a:lnTo>
                    <a:pt x="12977" y="10214"/>
                  </a:lnTo>
                  <a:lnTo>
                    <a:pt x="11655" y="11535"/>
                  </a:lnTo>
                  <a:lnTo>
                    <a:pt x="10333" y="12977"/>
                  </a:lnTo>
                  <a:lnTo>
                    <a:pt x="9132" y="14419"/>
                  </a:lnTo>
                  <a:lnTo>
                    <a:pt x="7930" y="15861"/>
                  </a:lnTo>
                  <a:lnTo>
                    <a:pt x="6849" y="17423"/>
                  </a:lnTo>
                  <a:lnTo>
                    <a:pt x="5767" y="18985"/>
                  </a:lnTo>
                  <a:lnTo>
                    <a:pt x="4806" y="20667"/>
                  </a:lnTo>
                  <a:lnTo>
                    <a:pt x="3965" y="22349"/>
                  </a:lnTo>
                  <a:lnTo>
                    <a:pt x="3124" y="24152"/>
                  </a:lnTo>
                  <a:lnTo>
                    <a:pt x="2403" y="25954"/>
                  </a:lnTo>
                  <a:lnTo>
                    <a:pt x="1802" y="27756"/>
                  </a:lnTo>
                  <a:lnTo>
                    <a:pt x="1322" y="29679"/>
                  </a:lnTo>
                  <a:lnTo>
                    <a:pt x="841" y="31601"/>
                  </a:lnTo>
                  <a:lnTo>
                    <a:pt x="481" y="33524"/>
                  </a:lnTo>
                  <a:lnTo>
                    <a:pt x="240" y="35446"/>
                  </a:lnTo>
                  <a:lnTo>
                    <a:pt x="120" y="37489"/>
                  </a:lnTo>
                  <a:lnTo>
                    <a:pt x="0" y="39532"/>
                  </a:lnTo>
                  <a:lnTo>
                    <a:pt x="120" y="41574"/>
                  </a:lnTo>
                  <a:lnTo>
                    <a:pt x="240" y="43497"/>
                  </a:lnTo>
                  <a:lnTo>
                    <a:pt x="481" y="45539"/>
                  </a:lnTo>
                  <a:lnTo>
                    <a:pt x="841" y="47462"/>
                  </a:lnTo>
                  <a:lnTo>
                    <a:pt x="1322" y="49384"/>
                  </a:lnTo>
                  <a:lnTo>
                    <a:pt x="1802" y="51307"/>
                  </a:lnTo>
                  <a:lnTo>
                    <a:pt x="2403" y="53109"/>
                  </a:lnTo>
                  <a:lnTo>
                    <a:pt x="3124" y="54911"/>
                  </a:lnTo>
                  <a:lnTo>
                    <a:pt x="3965" y="56593"/>
                  </a:lnTo>
                  <a:lnTo>
                    <a:pt x="4806" y="58396"/>
                  </a:lnTo>
                  <a:lnTo>
                    <a:pt x="5767" y="59958"/>
                  </a:lnTo>
                  <a:lnTo>
                    <a:pt x="6849" y="61640"/>
                  </a:lnTo>
                  <a:lnTo>
                    <a:pt x="7930" y="63202"/>
                  </a:lnTo>
                  <a:lnTo>
                    <a:pt x="9132" y="64644"/>
                  </a:lnTo>
                  <a:lnTo>
                    <a:pt x="10333" y="66086"/>
                  </a:lnTo>
                  <a:lnTo>
                    <a:pt x="11655" y="67407"/>
                  </a:lnTo>
                  <a:lnTo>
                    <a:pt x="12977" y="68729"/>
                  </a:lnTo>
                  <a:lnTo>
                    <a:pt x="14419" y="70051"/>
                  </a:lnTo>
                  <a:lnTo>
                    <a:pt x="15981" y="71252"/>
                  </a:lnTo>
                  <a:lnTo>
                    <a:pt x="17543" y="72334"/>
                  </a:lnTo>
                  <a:lnTo>
                    <a:pt x="19105" y="73295"/>
                  </a:lnTo>
                  <a:lnTo>
                    <a:pt x="20787" y="74256"/>
                  </a:lnTo>
                  <a:lnTo>
                    <a:pt x="22469" y="75097"/>
                  </a:lnTo>
                  <a:lnTo>
                    <a:pt x="24271" y="75938"/>
                  </a:lnTo>
                  <a:lnTo>
                    <a:pt x="26074" y="76659"/>
                  </a:lnTo>
                  <a:lnTo>
                    <a:pt x="27876" y="77260"/>
                  </a:lnTo>
                  <a:lnTo>
                    <a:pt x="29678" y="77861"/>
                  </a:lnTo>
                  <a:lnTo>
                    <a:pt x="31601" y="78221"/>
                  </a:lnTo>
                  <a:lnTo>
                    <a:pt x="33643" y="78582"/>
                  </a:lnTo>
                  <a:lnTo>
                    <a:pt x="35566" y="78822"/>
                  </a:lnTo>
                  <a:lnTo>
                    <a:pt x="37608" y="79062"/>
                  </a:lnTo>
                  <a:lnTo>
                    <a:pt x="90476" y="79062"/>
                  </a:lnTo>
                  <a:lnTo>
                    <a:pt x="89996" y="77741"/>
                  </a:lnTo>
                  <a:lnTo>
                    <a:pt x="89635" y="76299"/>
                  </a:lnTo>
                  <a:lnTo>
                    <a:pt x="89395" y="74857"/>
                  </a:lnTo>
                  <a:lnTo>
                    <a:pt x="89275" y="73295"/>
                  </a:lnTo>
                  <a:lnTo>
                    <a:pt x="89395" y="71733"/>
                  </a:lnTo>
                  <a:lnTo>
                    <a:pt x="89635" y="70291"/>
                  </a:lnTo>
                  <a:lnTo>
                    <a:pt x="89996" y="68849"/>
                  </a:lnTo>
                  <a:lnTo>
                    <a:pt x="90476" y="67528"/>
                  </a:lnTo>
                  <a:lnTo>
                    <a:pt x="38209" y="67528"/>
                  </a:lnTo>
                  <a:lnTo>
                    <a:pt x="36767" y="67407"/>
                  </a:lnTo>
                  <a:lnTo>
                    <a:pt x="34004" y="66927"/>
                  </a:lnTo>
                  <a:lnTo>
                    <a:pt x="31240" y="66206"/>
                  </a:lnTo>
                  <a:lnTo>
                    <a:pt x="28717" y="65365"/>
                  </a:lnTo>
                  <a:lnTo>
                    <a:pt x="26314" y="64163"/>
                  </a:lnTo>
                  <a:lnTo>
                    <a:pt x="23911" y="62721"/>
                  </a:lnTo>
                  <a:lnTo>
                    <a:pt x="21748" y="61159"/>
                  </a:lnTo>
                  <a:lnTo>
                    <a:pt x="19826" y="59357"/>
                  </a:lnTo>
                  <a:lnTo>
                    <a:pt x="18023" y="57314"/>
                  </a:lnTo>
                  <a:lnTo>
                    <a:pt x="16341" y="55152"/>
                  </a:lnTo>
                  <a:lnTo>
                    <a:pt x="15019" y="52869"/>
                  </a:lnTo>
                  <a:lnTo>
                    <a:pt x="13818" y="50345"/>
                  </a:lnTo>
                  <a:lnTo>
                    <a:pt x="12857" y="47822"/>
                  </a:lnTo>
                  <a:lnTo>
                    <a:pt x="12136" y="45179"/>
                  </a:lnTo>
                  <a:lnTo>
                    <a:pt x="11775" y="42415"/>
                  </a:lnTo>
                  <a:lnTo>
                    <a:pt x="11655" y="40973"/>
                  </a:lnTo>
                  <a:lnTo>
                    <a:pt x="11535" y="39532"/>
                  </a:lnTo>
                  <a:lnTo>
                    <a:pt x="11655" y="38090"/>
                  </a:lnTo>
                  <a:lnTo>
                    <a:pt x="11775" y="36648"/>
                  </a:lnTo>
                  <a:lnTo>
                    <a:pt x="12136" y="33884"/>
                  </a:lnTo>
                  <a:lnTo>
                    <a:pt x="12857" y="31241"/>
                  </a:lnTo>
                  <a:lnTo>
                    <a:pt x="13818" y="28597"/>
                  </a:lnTo>
                  <a:lnTo>
                    <a:pt x="15019" y="26194"/>
                  </a:lnTo>
                  <a:lnTo>
                    <a:pt x="16341" y="23911"/>
                  </a:lnTo>
                  <a:lnTo>
                    <a:pt x="18023" y="21749"/>
                  </a:lnTo>
                  <a:lnTo>
                    <a:pt x="19826" y="19706"/>
                  </a:lnTo>
                  <a:lnTo>
                    <a:pt x="21748" y="17904"/>
                  </a:lnTo>
                  <a:lnTo>
                    <a:pt x="23911" y="16221"/>
                  </a:lnTo>
                  <a:lnTo>
                    <a:pt x="26314" y="14900"/>
                  </a:lnTo>
                  <a:lnTo>
                    <a:pt x="28717" y="13698"/>
                  </a:lnTo>
                  <a:lnTo>
                    <a:pt x="31240" y="12737"/>
                  </a:lnTo>
                  <a:lnTo>
                    <a:pt x="34004" y="12016"/>
                  </a:lnTo>
                  <a:lnTo>
                    <a:pt x="36767" y="11656"/>
                  </a:lnTo>
                  <a:lnTo>
                    <a:pt x="38209" y="11535"/>
                  </a:lnTo>
                  <a:lnTo>
                    <a:pt x="49504" y="11535"/>
                  </a:lnTo>
                  <a:lnTo>
                    <a:pt x="48903" y="10094"/>
                  </a:lnTo>
                  <a:lnTo>
                    <a:pt x="48542" y="8652"/>
                  </a:lnTo>
                  <a:lnTo>
                    <a:pt x="48302" y="7210"/>
                  </a:lnTo>
                  <a:lnTo>
                    <a:pt x="48302" y="5768"/>
                  </a:lnTo>
                  <a:lnTo>
                    <a:pt x="48302" y="4206"/>
                  </a:lnTo>
                  <a:lnTo>
                    <a:pt x="48542" y="2764"/>
                  </a:lnTo>
                  <a:lnTo>
                    <a:pt x="48903" y="1322"/>
                  </a:lnTo>
                  <a:lnTo>
                    <a:pt x="49504"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8" name="Google Shape;2438;p162"/>
            <p:cNvSpPr/>
            <p:nvPr/>
          </p:nvSpPr>
          <p:spPr>
            <a:xfrm>
              <a:off x="3116075" y="1025125"/>
              <a:ext cx="1036375" cy="288400"/>
            </a:xfrm>
            <a:custGeom>
              <a:avLst/>
              <a:gdLst/>
              <a:ahLst/>
              <a:cxnLst/>
              <a:rect l="l" t="t" r="r" b="b"/>
              <a:pathLst>
                <a:path w="41455" h="11536" extrusionOk="0">
                  <a:moveTo>
                    <a:pt x="1" y="1"/>
                  </a:moveTo>
                  <a:lnTo>
                    <a:pt x="481" y="1322"/>
                  </a:lnTo>
                  <a:lnTo>
                    <a:pt x="842" y="2764"/>
                  </a:lnTo>
                  <a:lnTo>
                    <a:pt x="1082" y="4206"/>
                  </a:lnTo>
                  <a:lnTo>
                    <a:pt x="1202" y="5768"/>
                  </a:lnTo>
                  <a:lnTo>
                    <a:pt x="1082" y="7210"/>
                  </a:lnTo>
                  <a:lnTo>
                    <a:pt x="842" y="8652"/>
                  </a:lnTo>
                  <a:lnTo>
                    <a:pt x="481" y="10094"/>
                  </a:lnTo>
                  <a:lnTo>
                    <a:pt x="1" y="11535"/>
                  </a:lnTo>
                  <a:lnTo>
                    <a:pt x="41454" y="11535"/>
                  </a:lnTo>
                  <a:lnTo>
                    <a:pt x="41454"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9" name="Google Shape;2439;p162"/>
            <p:cNvSpPr/>
            <p:nvPr/>
          </p:nvSpPr>
          <p:spPr>
            <a:xfrm>
              <a:off x="4398725" y="4113100"/>
              <a:ext cx="865150" cy="865150"/>
            </a:xfrm>
            <a:custGeom>
              <a:avLst/>
              <a:gdLst/>
              <a:ahLst/>
              <a:cxnLst/>
              <a:rect l="l" t="t" r="r" b="b"/>
              <a:pathLst>
                <a:path w="34606" h="34606" extrusionOk="0">
                  <a:moveTo>
                    <a:pt x="17303" y="11536"/>
                  </a:moveTo>
                  <a:lnTo>
                    <a:pt x="18505" y="11656"/>
                  </a:lnTo>
                  <a:lnTo>
                    <a:pt x="19586" y="12016"/>
                  </a:lnTo>
                  <a:lnTo>
                    <a:pt x="20547" y="12617"/>
                  </a:lnTo>
                  <a:lnTo>
                    <a:pt x="21388" y="13218"/>
                  </a:lnTo>
                  <a:lnTo>
                    <a:pt x="22109" y="14179"/>
                  </a:lnTo>
                  <a:lnTo>
                    <a:pt x="22590" y="15140"/>
                  </a:lnTo>
                  <a:lnTo>
                    <a:pt x="22950" y="16222"/>
                  </a:lnTo>
                  <a:lnTo>
                    <a:pt x="23071" y="17303"/>
                  </a:lnTo>
                  <a:lnTo>
                    <a:pt x="22950" y="18505"/>
                  </a:lnTo>
                  <a:lnTo>
                    <a:pt x="22590" y="19586"/>
                  </a:lnTo>
                  <a:lnTo>
                    <a:pt x="22109" y="20547"/>
                  </a:lnTo>
                  <a:lnTo>
                    <a:pt x="21388" y="21388"/>
                  </a:lnTo>
                  <a:lnTo>
                    <a:pt x="20547" y="22109"/>
                  </a:lnTo>
                  <a:lnTo>
                    <a:pt x="19586" y="22710"/>
                  </a:lnTo>
                  <a:lnTo>
                    <a:pt x="18505" y="22950"/>
                  </a:lnTo>
                  <a:lnTo>
                    <a:pt x="17303" y="23070"/>
                  </a:lnTo>
                  <a:lnTo>
                    <a:pt x="16102" y="22950"/>
                  </a:lnTo>
                  <a:lnTo>
                    <a:pt x="15020" y="22710"/>
                  </a:lnTo>
                  <a:lnTo>
                    <a:pt x="14059" y="22109"/>
                  </a:lnTo>
                  <a:lnTo>
                    <a:pt x="13218" y="21388"/>
                  </a:lnTo>
                  <a:lnTo>
                    <a:pt x="12497" y="20547"/>
                  </a:lnTo>
                  <a:lnTo>
                    <a:pt x="12016" y="19586"/>
                  </a:lnTo>
                  <a:lnTo>
                    <a:pt x="11656" y="18505"/>
                  </a:lnTo>
                  <a:lnTo>
                    <a:pt x="11536" y="17303"/>
                  </a:lnTo>
                  <a:lnTo>
                    <a:pt x="11656" y="16222"/>
                  </a:lnTo>
                  <a:lnTo>
                    <a:pt x="12016" y="15140"/>
                  </a:lnTo>
                  <a:lnTo>
                    <a:pt x="12497" y="14179"/>
                  </a:lnTo>
                  <a:lnTo>
                    <a:pt x="13218" y="13218"/>
                  </a:lnTo>
                  <a:lnTo>
                    <a:pt x="14059" y="12617"/>
                  </a:lnTo>
                  <a:lnTo>
                    <a:pt x="15020" y="12016"/>
                  </a:lnTo>
                  <a:lnTo>
                    <a:pt x="16102" y="11656"/>
                  </a:lnTo>
                  <a:lnTo>
                    <a:pt x="17303" y="11536"/>
                  </a:lnTo>
                  <a:close/>
                  <a:moveTo>
                    <a:pt x="17303" y="1"/>
                  </a:moveTo>
                  <a:lnTo>
                    <a:pt x="15501" y="121"/>
                  </a:lnTo>
                  <a:lnTo>
                    <a:pt x="13819" y="361"/>
                  </a:lnTo>
                  <a:lnTo>
                    <a:pt x="12136" y="842"/>
                  </a:lnTo>
                  <a:lnTo>
                    <a:pt x="10574" y="1443"/>
                  </a:lnTo>
                  <a:lnTo>
                    <a:pt x="9012" y="2164"/>
                  </a:lnTo>
                  <a:lnTo>
                    <a:pt x="7571" y="3005"/>
                  </a:lnTo>
                  <a:lnTo>
                    <a:pt x="6249" y="3966"/>
                  </a:lnTo>
                  <a:lnTo>
                    <a:pt x="5047" y="5167"/>
                  </a:lnTo>
                  <a:lnTo>
                    <a:pt x="3966" y="6369"/>
                  </a:lnTo>
                  <a:lnTo>
                    <a:pt x="2885" y="7691"/>
                  </a:lnTo>
                  <a:lnTo>
                    <a:pt x="2043" y="9132"/>
                  </a:lnTo>
                  <a:lnTo>
                    <a:pt x="1323" y="10574"/>
                  </a:lnTo>
                  <a:lnTo>
                    <a:pt x="722" y="12257"/>
                  </a:lnTo>
                  <a:lnTo>
                    <a:pt x="361" y="13819"/>
                  </a:lnTo>
                  <a:lnTo>
                    <a:pt x="121" y="15621"/>
                  </a:lnTo>
                  <a:lnTo>
                    <a:pt x="1" y="17303"/>
                  </a:lnTo>
                  <a:lnTo>
                    <a:pt x="121" y="19105"/>
                  </a:lnTo>
                  <a:lnTo>
                    <a:pt x="361" y="20788"/>
                  </a:lnTo>
                  <a:lnTo>
                    <a:pt x="722" y="22470"/>
                  </a:lnTo>
                  <a:lnTo>
                    <a:pt x="1323" y="24032"/>
                  </a:lnTo>
                  <a:lnTo>
                    <a:pt x="2043" y="25594"/>
                  </a:lnTo>
                  <a:lnTo>
                    <a:pt x="2885" y="27036"/>
                  </a:lnTo>
                  <a:lnTo>
                    <a:pt x="3966" y="28357"/>
                  </a:lnTo>
                  <a:lnTo>
                    <a:pt x="5047" y="29559"/>
                  </a:lnTo>
                  <a:lnTo>
                    <a:pt x="6249" y="30760"/>
                  </a:lnTo>
                  <a:lnTo>
                    <a:pt x="7571" y="31722"/>
                  </a:lnTo>
                  <a:lnTo>
                    <a:pt x="9012" y="32563"/>
                  </a:lnTo>
                  <a:lnTo>
                    <a:pt x="10574" y="33284"/>
                  </a:lnTo>
                  <a:lnTo>
                    <a:pt x="12136" y="33884"/>
                  </a:lnTo>
                  <a:lnTo>
                    <a:pt x="13819" y="34245"/>
                  </a:lnTo>
                  <a:lnTo>
                    <a:pt x="15501" y="34605"/>
                  </a:lnTo>
                  <a:lnTo>
                    <a:pt x="19105" y="34605"/>
                  </a:lnTo>
                  <a:lnTo>
                    <a:pt x="20788" y="34245"/>
                  </a:lnTo>
                  <a:lnTo>
                    <a:pt x="22470" y="33884"/>
                  </a:lnTo>
                  <a:lnTo>
                    <a:pt x="24032" y="33284"/>
                  </a:lnTo>
                  <a:lnTo>
                    <a:pt x="25474" y="32563"/>
                  </a:lnTo>
                  <a:lnTo>
                    <a:pt x="26915" y="31722"/>
                  </a:lnTo>
                  <a:lnTo>
                    <a:pt x="28237" y="30760"/>
                  </a:lnTo>
                  <a:lnTo>
                    <a:pt x="29559" y="29559"/>
                  </a:lnTo>
                  <a:lnTo>
                    <a:pt x="30640" y="28357"/>
                  </a:lnTo>
                  <a:lnTo>
                    <a:pt x="31602" y="27036"/>
                  </a:lnTo>
                  <a:lnTo>
                    <a:pt x="32443" y="25594"/>
                  </a:lnTo>
                  <a:lnTo>
                    <a:pt x="33284" y="24032"/>
                  </a:lnTo>
                  <a:lnTo>
                    <a:pt x="33764" y="22470"/>
                  </a:lnTo>
                  <a:lnTo>
                    <a:pt x="34245" y="20788"/>
                  </a:lnTo>
                  <a:lnTo>
                    <a:pt x="34485" y="19105"/>
                  </a:lnTo>
                  <a:lnTo>
                    <a:pt x="34605" y="17303"/>
                  </a:lnTo>
                  <a:lnTo>
                    <a:pt x="34485" y="15621"/>
                  </a:lnTo>
                  <a:lnTo>
                    <a:pt x="34245" y="13819"/>
                  </a:lnTo>
                  <a:lnTo>
                    <a:pt x="33764" y="12257"/>
                  </a:lnTo>
                  <a:lnTo>
                    <a:pt x="33284" y="10574"/>
                  </a:lnTo>
                  <a:lnTo>
                    <a:pt x="32443" y="9132"/>
                  </a:lnTo>
                  <a:lnTo>
                    <a:pt x="31602" y="7691"/>
                  </a:lnTo>
                  <a:lnTo>
                    <a:pt x="30640" y="6369"/>
                  </a:lnTo>
                  <a:lnTo>
                    <a:pt x="29559" y="5167"/>
                  </a:lnTo>
                  <a:lnTo>
                    <a:pt x="28237" y="3966"/>
                  </a:lnTo>
                  <a:lnTo>
                    <a:pt x="26915" y="3005"/>
                  </a:lnTo>
                  <a:lnTo>
                    <a:pt x="25474" y="2164"/>
                  </a:lnTo>
                  <a:lnTo>
                    <a:pt x="24032" y="1443"/>
                  </a:lnTo>
                  <a:lnTo>
                    <a:pt x="22470" y="842"/>
                  </a:lnTo>
                  <a:lnTo>
                    <a:pt x="20788" y="361"/>
                  </a:lnTo>
                  <a:lnTo>
                    <a:pt x="19105" y="121"/>
                  </a:lnTo>
                  <a:lnTo>
                    <a:pt x="17303"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0" name="Google Shape;2440;p162"/>
            <p:cNvSpPr/>
            <p:nvPr/>
          </p:nvSpPr>
          <p:spPr>
            <a:xfrm>
              <a:off x="4687100" y="4401475"/>
              <a:ext cx="288400" cy="288400"/>
            </a:xfrm>
            <a:custGeom>
              <a:avLst/>
              <a:gdLst/>
              <a:ahLst/>
              <a:cxnLst/>
              <a:rect l="l" t="t" r="r" b="b"/>
              <a:pathLst>
                <a:path w="11536" h="11536" fill="none" extrusionOk="0">
                  <a:moveTo>
                    <a:pt x="5768" y="1"/>
                  </a:moveTo>
                  <a:lnTo>
                    <a:pt x="5768" y="1"/>
                  </a:lnTo>
                  <a:lnTo>
                    <a:pt x="6970" y="121"/>
                  </a:lnTo>
                  <a:lnTo>
                    <a:pt x="8051" y="481"/>
                  </a:lnTo>
                  <a:lnTo>
                    <a:pt x="9012" y="1082"/>
                  </a:lnTo>
                  <a:lnTo>
                    <a:pt x="9853" y="1683"/>
                  </a:lnTo>
                  <a:lnTo>
                    <a:pt x="10574" y="2644"/>
                  </a:lnTo>
                  <a:lnTo>
                    <a:pt x="11055" y="3605"/>
                  </a:lnTo>
                  <a:lnTo>
                    <a:pt x="11415" y="4687"/>
                  </a:lnTo>
                  <a:lnTo>
                    <a:pt x="11536" y="5768"/>
                  </a:lnTo>
                  <a:lnTo>
                    <a:pt x="11536" y="5768"/>
                  </a:lnTo>
                  <a:lnTo>
                    <a:pt x="11415" y="6970"/>
                  </a:lnTo>
                  <a:lnTo>
                    <a:pt x="11055" y="8051"/>
                  </a:lnTo>
                  <a:lnTo>
                    <a:pt x="10574" y="9012"/>
                  </a:lnTo>
                  <a:lnTo>
                    <a:pt x="9853" y="9853"/>
                  </a:lnTo>
                  <a:lnTo>
                    <a:pt x="9012" y="10574"/>
                  </a:lnTo>
                  <a:lnTo>
                    <a:pt x="8051" y="11175"/>
                  </a:lnTo>
                  <a:lnTo>
                    <a:pt x="6970" y="11415"/>
                  </a:lnTo>
                  <a:lnTo>
                    <a:pt x="5768" y="11535"/>
                  </a:lnTo>
                  <a:lnTo>
                    <a:pt x="5768" y="11535"/>
                  </a:lnTo>
                  <a:lnTo>
                    <a:pt x="4567" y="11415"/>
                  </a:lnTo>
                  <a:lnTo>
                    <a:pt x="3485" y="11175"/>
                  </a:lnTo>
                  <a:lnTo>
                    <a:pt x="2524" y="10574"/>
                  </a:lnTo>
                  <a:lnTo>
                    <a:pt x="1683" y="9853"/>
                  </a:lnTo>
                  <a:lnTo>
                    <a:pt x="962" y="9012"/>
                  </a:lnTo>
                  <a:lnTo>
                    <a:pt x="481" y="8051"/>
                  </a:lnTo>
                  <a:lnTo>
                    <a:pt x="121" y="6970"/>
                  </a:lnTo>
                  <a:lnTo>
                    <a:pt x="1" y="5768"/>
                  </a:lnTo>
                  <a:lnTo>
                    <a:pt x="1" y="5768"/>
                  </a:lnTo>
                  <a:lnTo>
                    <a:pt x="121" y="4687"/>
                  </a:lnTo>
                  <a:lnTo>
                    <a:pt x="481" y="3605"/>
                  </a:lnTo>
                  <a:lnTo>
                    <a:pt x="962" y="2644"/>
                  </a:lnTo>
                  <a:lnTo>
                    <a:pt x="1683" y="1683"/>
                  </a:lnTo>
                  <a:lnTo>
                    <a:pt x="2524" y="1082"/>
                  </a:lnTo>
                  <a:lnTo>
                    <a:pt x="3485" y="481"/>
                  </a:lnTo>
                  <a:lnTo>
                    <a:pt x="4567" y="121"/>
                  </a:lnTo>
                  <a:lnTo>
                    <a:pt x="5768" y="1"/>
                  </a:lnTo>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1" name="Google Shape;2441;p162"/>
            <p:cNvSpPr/>
            <p:nvPr/>
          </p:nvSpPr>
          <p:spPr>
            <a:xfrm>
              <a:off x="4398725" y="4113100"/>
              <a:ext cx="865150" cy="865150"/>
            </a:xfrm>
            <a:custGeom>
              <a:avLst/>
              <a:gdLst/>
              <a:ahLst/>
              <a:cxnLst/>
              <a:rect l="l" t="t" r="r" b="b"/>
              <a:pathLst>
                <a:path w="34606" h="34606" fill="none" extrusionOk="0">
                  <a:moveTo>
                    <a:pt x="17303" y="1"/>
                  </a:moveTo>
                  <a:lnTo>
                    <a:pt x="17303" y="1"/>
                  </a:lnTo>
                  <a:lnTo>
                    <a:pt x="15501" y="121"/>
                  </a:lnTo>
                  <a:lnTo>
                    <a:pt x="13819" y="361"/>
                  </a:lnTo>
                  <a:lnTo>
                    <a:pt x="12136" y="842"/>
                  </a:lnTo>
                  <a:lnTo>
                    <a:pt x="10574" y="1443"/>
                  </a:lnTo>
                  <a:lnTo>
                    <a:pt x="9012" y="2164"/>
                  </a:lnTo>
                  <a:lnTo>
                    <a:pt x="7571" y="3005"/>
                  </a:lnTo>
                  <a:lnTo>
                    <a:pt x="6249" y="3966"/>
                  </a:lnTo>
                  <a:lnTo>
                    <a:pt x="5047" y="5167"/>
                  </a:lnTo>
                  <a:lnTo>
                    <a:pt x="3966" y="6369"/>
                  </a:lnTo>
                  <a:lnTo>
                    <a:pt x="2885" y="7691"/>
                  </a:lnTo>
                  <a:lnTo>
                    <a:pt x="2043" y="9132"/>
                  </a:lnTo>
                  <a:lnTo>
                    <a:pt x="1323" y="10574"/>
                  </a:lnTo>
                  <a:lnTo>
                    <a:pt x="722" y="12257"/>
                  </a:lnTo>
                  <a:lnTo>
                    <a:pt x="361" y="13819"/>
                  </a:lnTo>
                  <a:lnTo>
                    <a:pt x="121" y="15621"/>
                  </a:lnTo>
                  <a:lnTo>
                    <a:pt x="1" y="17303"/>
                  </a:lnTo>
                  <a:lnTo>
                    <a:pt x="1" y="17303"/>
                  </a:lnTo>
                  <a:lnTo>
                    <a:pt x="121" y="19105"/>
                  </a:lnTo>
                  <a:lnTo>
                    <a:pt x="361" y="20788"/>
                  </a:lnTo>
                  <a:lnTo>
                    <a:pt x="722" y="22470"/>
                  </a:lnTo>
                  <a:lnTo>
                    <a:pt x="1323" y="24032"/>
                  </a:lnTo>
                  <a:lnTo>
                    <a:pt x="2043" y="25594"/>
                  </a:lnTo>
                  <a:lnTo>
                    <a:pt x="2885" y="27036"/>
                  </a:lnTo>
                  <a:lnTo>
                    <a:pt x="3966" y="28357"/>
                  </a:lnTo>
                  <a:lnTo>
                    <a:pt x="5047" y="29559"/>
                  </a:lnTo>
                  <a:lnTo>
                    <a:pt x="6249" y="30760"/>
                  </a:lnTo>
                  <a:lnTo>
                    <a:pt x="7571" y="31722"/>
                  </a:lnTo>
                  <a:lnTo>
                    <a:pt x="9012" y="32563"/>
                  </a:lnTo>
                  <a:lnTo>
                    <a:pt x="10574" y="33284"/>
                  </a:lnTo>
                  <a:lnTo>
                    <a:pt x="12136" y="33884"/>
                  </a:lnTo>
                  <a:lnTo>
                    <a:pt x="13819" y="34245"/>
                  </a:lnTo>
                  <a:lnTo>
                    <a:pt x="15501" y="34605"/>
                  </a:lnTo>
                  <a:lnTo>
                    <a:pt x="17303" y="34605"/>
                  </a:lnTo>
                  <a:lnTo>
                    <a:pt x="17303" y="34605"/>
                  </a:lnTo>
                  <a:lnTo>
                    <a:pt x="19105" y="34605"/>
                  </a:lnTo>
                  <a:lnTo>
                    <a:pt x="20788" y="34245"/>
                  </a:lnTo>
                  <a:lnTo>
                    <a:pt x="22470" y="33884"/>
                  </a:lnTo>
                  <a:lnTo>
                    <a:pt x="24032" y="33284"/>
                  </a:lnTo>
                  <a:lnTo>
                    <a:pt x="25474" y="32563"/>
                  </a:lnTo>
                  <a:lnTo>
                    <a:pt x="26915" y="31722"/>
                  </a:lnTo>
                  <a:lnTo>
                    <a:pt x="28237" y="30760"/>
                  </a:lnTo>
                  <a:lnTo>
                    <a:pt x="29559" y="29559"/>
                  </a:lnTo>
                  <a:lnTo>
                    <a:pt x="30640" y="28357"/>
                  </a:lnTo>
                  <a:lnTo>
                    <a:pt x="31602" y="27036"/>
                  </a:lnTo>
                  <a:lnTo>
                    <a:pt x="32443" y="25594"/>
                  </a:lnTo>
                  <a:lnTo>
                    <a:pt x="33284" y="24032"/>
                  </a:lnTo>
                  <a:lnTo>
                    <a:pt x="33764" y="22470"/>
                  </a:lnTo>
                  <a:lnTo>
                    <a:pt x="34245" y="20788"/>
                  </a:lnTo>
                  <a:lnTo>
                    <a:pt x="34485" y="19105"/>
                  </a:lnTo>
                  <a:lnTo>
                    <a:pt x="34605" y="17303"/>
                  </a:lnTo>
                  <a:lnTo>
                    <a:pt x="34605" y="17303"/>
                  </a:lnTo>
                  <a:lnTo>
                    <a:pt x="34485" y="15621"/>
                  </a:lnTo>
                  <a:lnTo>
                    <a:pt x="34245" y="13819"/>
                  </a:lnTo>
                  <a:lnTo>
                    <a:pt x="33764" y="12257"/>
                  </a:lnTo>
                  <a:lnTo>
                    <a:pt x="33284" y="10574"/>
                  </a:lnTo>
                  <a:lnTo>
                    <a:pt x="32443" y="9132"/>
                  </a:lnTo>
                  <a:lnTo>
                    <a:pt x="31602" y="7691"/>
                  </a:lnTo>
                  <a:lnTo>
                    <a:pt x="30640" y="6369"/>
                  </a:lnTo>
                  <a:lnTo>
                    <a:pt x="29559" y="5167"/>
                  </a:lnTo>
                  <a:lnTo>
                    <a:pt x="28237" y="3966"/>
                  </a:lnTo>
                  <a:lnTo>
                    <a:pt x="26915" y="3005"/>
                  </a:lnTo>
                  <a:lnTo>
                    <a:pt x="25474" y="2164"/>
                  </a:lnTo>
                  <a:lnTo>
                    <a:pt x="24032" y="1443"/>
                  </a:lnTo>
                  <a:lnTo>
                    <a:pt x="22470" y="842"/>
                  </a:lnTo>
                  <a:lnTo>
                    <a:pt x="20788" y="361"/>
                  </a:lnTo>
                  <a:lnTo>
                    <a:pt x="19105" y="121"/>
                  </a:lnTo>
                  <a:lnTo>
                    <a:pt x="17303" y="1"/>
                  </a:lnTo>
                  <a:lnTo>
                    <a:pt x="17303" y="1"/>
                  </a:lnTo>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2" name="Google Shape;2442;p162"/>
            <p:cNvSpPr/>
            <p:nvPr/>
          </p:nvSpPr>
          <p:spPr>
            <a:xfrm>
              <a:off x="3377425" y="2424925"/>
              <a:ext cx="865125" cy="865150"/>
            </a:xfrm>
            <a:custGeom>
              <a:avLst/>
              <a:gdLst/>
              <a:ahLst/>
              <a:cxnLst/>
              <a:rect l="l" t="t" r="r" b="b"/>
              <a:pathLst>
                <a:path w="34605" h="34606" extrusionOk="0">
                  <a:moveTo>
                    <a:pt x="17303" y="11536"/>
                  </a:moveTo>
                  <a:lnTo>
                    <a:pt x="18504" y="11656"/>
                  </a:lnTo>
                  <a:lnTo>
                    <a:pt x="19585" y="12016"/>
                  </a:lnTo>
                  <a:lnTo>
                    <a:pt x="20547" y="12497"/>
                  </a:lnTo>
                  <a:lnTo>
                    <a:pt x="21388" y="13218"/>
                  </a:lnTo>
                  <a:lnTo>
                    <a:pt x="22109" y="14059"/>
                  </a:lnTo>
                  <a:lnTo>
                    <a:pt x="22589" y="15020"/>
                  </a:lnTo>
                  <a:lnTo>
                    <a:pt x="22950" y="16101"/>
                  </a:lnTo>
                  <a:lnTo>
                    <a:pt x="23070" y="17303"/>
                  </a:lnTo>
                  <a:lnTo>
                    <a:pt x="22950" y="18505"/>
                  </a:lnTo>
                  <a:lnTo>
                    <a:pt x="22589" y="19586"/>
                  </a:lnTo>
                  <a:lnTo>
                    <a:pt x="22109" y="20547"/>
                  </a:lnTo>
                  <a:lnTo>
                    <a:pt x="21388" y="21388"/>
                  </a:lnTo>
                  <a:lnTo>
                    <a:pt x="20547" y="22109"/>
                  </a:lnTo>
                  <a:lnTo>
                    <a:pt x="19585" y="22590"/>
                  </a:lnTo>
                  <a:lnTo>
                    <a:pt x="18504" y="22950"/>
                  </a:lnTo>
                  <a:lnTo>
                    <a:pt x="17303" y="23070"/>
                  </a:lnTo>
                  <a:lnTo>
                    <a:pt x="16101" y="22950"/>
                  </a:lnTo>
                  <a:lnTo>
                    <a:pt x="15020" y="22590"/>
                  </a:lnTo>
                  <a:lnTo>
                    <a:pt x="14058" y="22109"/>
                  </a:lnTo>
                  <a:lnTo>
                    <a:pt x="13217" y="21388"/>
                  </a:lnTo>
                  <a:lnTo>
                    <a:pt x="12496" y="20547"/>
                  </a:lnTo>
                  <a:lnTo>
                    <a:pt x="12016" y="19586"/>
                  </a:lnTo>
                  <a:lnTo>
                    <a:pt x="11655" y="18505"/>
                  </a:lnTo>
                  <a:lnTo>
                    <a:pt x="11535" y="17303"/>
                  </a:lnTo>
                  <a:lnTo>
                    <a:pt x="11655" y="16101"/>
                  </a:lnTo>
                  <a:lnTo>
                    <a:pt x="12016" y="15020"/>
                  </a:lnTo>
                  <a:lnTo>
                    <a:pt x="12496" y="14059"/>
                  </a:lnTo>
                  <a:lnTo>
                    <a:pt x="13217" y="13218"/>
                  </a:lnTo>
                  <a:lnTo>
                    <a:pt x="14058" y="12497"/>
                  </a:lnTo>
                  <a:lnTo>
                    <a:pt x="15020" y="12016"/>
                  </a:lnTo>
                  <a:lnTo>
                    <a:pt x="16101" y="11656"/>
                  </a:lnTo>
                  <a:lnTo>
                    <a:pt x="17303" y="11536"/>
                  </a:lnTo>
                  <a:close/>
                  <a:moveTo>
                    <a:pt x="17303" y="1"/>
                  </a:moveTo>
                  <a:lnTo>
                    <a:pt x="15500" y="121"/>
                  </a:lnTo>
                  <a:lnTo>
                    <a:pt x="13818" y="361"/>
                  </a:lnTo>
                  <a:lnTo>
                    <a:pt x="12136" y="722"/>
                  </a:lnTo>
                  <a:lnTo>
                    <a:pt x="10574" y="1322"/>
                  </a:lnTo>
                  <a:lnTo>
                    <a:pt x="9012" y="2043"/>
                  </a:lnTo>
                  <a:lnTo>
                    <a:pt x="7570" y="3005"/>
                  </a:lnTo>
                  <a:lnTo>
                    <a:pt x="6248" y="3966"/>
                  </a:lnTo>
                  <a:lnTo>
                    <a:pt x="5047" y="5047"/>
                  </a:lnTo>
                  <a:lnTo>
                    <a:pt x="3965" y="6249"/>
                  </a:lnTo>
                  <a:lnTo>
                    <a:pt x="3004" y="7570"/>
                  </a:lnTo>
                  <a:lnTo>
                    <a:pt x="2043" y="9012"/>
                  </a:lnTo>
                  <a:lnTo>
                    <a:pt x="1322" y="10574"/>
                  </a:lnTo>
                  <a:lnTo>
                    <a:pt x="721" y="12136"/>
                  </a:lnTo>
                  <a:lnTo>
                    <a:pt x="361" y="13819"/>
                  </a:lnTo>
                  <a:lnTo>
                    <a:pt x="120" y="15501"/>
                  </a:lnTo>
                  <a:lnTo>
                    <a:pt x="0" y="17303"/>
                  </a:lnTo>
                  <a:lnTo>
                    <a:pt x="120" y="19105"/>
                  </a:lnTo>
                  <a:lnTo>
                    <a:pt x="361" y="20787"/>
                  </a:lnTo>
                  <a:lnTo>
                    <a:pt x="721" y="22470"/>
                  </a:lnTo>
                  <a:lnTo>
                    <a:pt x="1322" y="24032"/>
                  </a:lnTo>
                  <a:lnTo>
                    <a:pt x="2043" y="25594"/>
                  </a:lnTo>
                  <a:lnTo>
                    <a:pt x="3004" y="27036"/>
                  </a:lnTo>
                  <a:lnTo>
                    <a:pt x="3965" y="28357"/>
                  </a:lnTo>
                  <a:lnTo>
                    <a:pt x="5047" y="29559"/>
                  </a:lnTo>
                  <a:lnTo>
                    <a:pt x="6248" y="30640"/>
                  </a:lnTo>
                  <a:lnTo>
                    <a:pt x="7570" y="31601"/>
                  </a:lnTo>
                  <a:lnTo>
                    <a:pt x="9012" y="32563"/>
                  </a:lnTo>
                  <a:lnTo>
                    <a:pt x="10574" y="33284"/>
                  </a:lnTo>
                  <a:lnTo>
                    <a:pt x="12136" y="33884"/>
                  </a:lnTo>
                  <a:lnTo>
                    <a:pt x="13818" y="34245"/>
                  </a:lnTo>
                  <a:lnTo>
                    <a:pt x="15500" y="34485"/>
                  </a:lnTo>
                  <a:lnTo>
                    <a:pt x="17303" y="34605"/>
                  </a:lnTo>
                  <a:lnTo>
                    <a:pt x="19105" y="34485"/>
                  </a:lnTo>
                  <a:lnTo>
                    <a:pt x="20787" y="34245"/>
                  </a:lnTo>
                  <a:lnTo>
                    <a:pt x="22469" y="33884"/>
                  </a:lnTo>
                  <a:lnTo>
                    <a:pt x="24031" y="33284"/>
                  </a:lnTo>
                  <a:lnTo>
                    <a:pt x="25593" y="32563"/>
                  </a:lnTo>
                  <a:lnTo>
                    <a:pt x="27035" y="31601"/>
                  </a:lnTo>
                  <a:lnTo>
                    <a:pt x="28357" y="30640"/>
                  </a:lnTo>
                  <a:lnTo>
                    <a:pt x="29558" y="29559"/>
                  </a:lnTo>
                  <a:lnTo>
                    <a:pt x="30640" y="28357"/>
                  </a:lnTo>
                  <a:lnTo>
                    <a:pt x="31601" y="27036"/>
                  </a:lnTo>
                  <a:lnTo>
                    <a:pt x="32562" y="25594"/>
                  </a:lnTo>
                  <a:lnTo>
                    <a:pt x="33283" y="24032"/>
                  </a:lnTo>
                  <a:lnTo>
                    <a:pt x="33884" y="22470"/>
                  </a:lnTo>
                  <a:lnTo>
                    <a:pt x="34244" y="20787"/>
                  </a:lnTo>
                  <a:lnTo>
                    <a:pt x="34485" y="19105"/>
                  </a:lnTo>
                  <a:lnTo>
                    <a:pt x="34605" y="17303"/>
                  </a:lnTo>
                  <a:lnTo>
                    <a:pt x="34485" y="15501"/>
                  </a:lnTo>
                  <a:lnTo>
                    <a:pt x="34244" y="13819"/>
                  </a:lnTo>
                  <a:lnTo>
                    <a:pt x="33884" y="12136"/>
                  </a:lnTo>
                  <a:lnTo>
                    <a:pt x="33283" y="10574"/>
                  </a:lnTo>
                  <a:lnTo>
                    <a:pt x="32562" y="9012"/>
                  </a:lnTo>
                  <a:lnTo>
                    <a:pt x="31601" y="7570"/>
                  </a:lnTo>
                  <a:lnTo>
                    <a:pt x="30640" y="6249"/>
                  </a:lnTo>
                  <a:lnTo>
                    <a:pt x="29558" y="5047"/>
                  </a:lnTo>
                  <a:lnTo>
                    <a:pt x="28357" y="3966"/>
                  </a:lnTo>
                  <a:lnTo>
                    <a:pt x="27035" y="3005"/>
                  </a:lnTo>
                  <a:lnTo>
                    <a:pt x="25593" y="2043"/>
                  </a:lnTo>
                  <a:lnTo>
                    <a:pt x="24031" y="1322"/>
                  </a:lnTo>
                  <a:lnTo>
                    <a:pt x="22469" y="722"/>
                  </a:lnTo>
                  <a:lnTo>
                    <a:pt x="20787" y="361"/>
                  </a:lnTo>
                  <a:lnTo>
                    <a:pt x="19105" y="121"/>
                  </a:lnTo>
                  <a:lnTo>
                    <a:pt x="17303"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3" name="Google Shape;2443;p162"/>
            <p:cNvSpPr/>
            <p:nvPr/>
          </p:nvSpPr>
          <p:spPr>
            <a:xfrm>
              <a:off x="3665800" y="2713300"/>
              <a:ext cx="288375" cy="288400"/>
            </a:xfrm>
            <a:custGeom>
              <a:avLst/>
              <a:gdLst/>
              <a:ahLst/>
              <a:cxnLst/>
              <a:rect l="l" t="t" r="r" b="b"/>
              <a:pathLst>
                <a:path w="11535" h="11536" fill="none" extrusionOk="0">
                  <a:moveTo>
                    <a:pt x="5768" y="1"/>
                  </a:moveTo>
                  <a:lnTo>
                    <a:pt x="5768" y="1"/>
                  </a:lnTo>
                  <a:lnTo>
                    <a:pt x="6969" y="121"/>
                  </a:lnTo>
                  <a:lnTo>
                    <a:pt x="8050" y="481"/>
                  </a:lnTo>
                  <a:lnTo>
                    <a:pt x="9012" y="962"/>
                  </a:lnTo>
                  <a:lnTo>
                    <a:pt x="9853" y="1683"/>
                  </a:lnTo>
                  <a:lnTo>
                    <a:pt x="10574" y="2524"/>
                  </a:lnTo>
                  <a:lnTo>
                    <a:pt x="11054" y="3485"/>
                  </a:lnTo>
                  <a:lnTo>
                    <a:pt x="11415" y="4566"/>
                  </a:lnTo>
                  <a:lnTo>
                    <a:pt x="11535" y="5768"/>
                  </a:lnTo>
                  <a:lnTo>
                    <a:pt x="11535" y="5768"/>
                  </a:lnTo>
                  <a:lnTo>
                    <a:pt x="11415" y="6970"/>
                  </a:lnTo>
                  <a:lnTo>
                    <a:pt x="11054" y="8051"/>
                  </a:lnTo>
                  <a:lnTo>
                    <a:pt x="10574" y="9012"/>
                  </a:lnTo>
                  <a:lnTo>
                    <a:pt x="9853" y="9853"/>
                  </a:lnTo>
                  <a:lnTo>
                    <a:pt x="9012" y="10574"/>
                  </a:lnTo>
                  <a:lnTo>
                    <a:pt x="8050" y="11055"/>
                  </a:lnTo>
                  <a:lnTo>
                    <a:pt x="6969" y="11415"/>
                  </a:lnTo>
                  <a:lnTo>
                    <a:pt x="5768" y="11535"/>
                  </a:lnTo>
                  <a:lnTo>
                    <a:pt x="5768" y="11535"/>
                  </a:lnTo>
                  <a:lnTo>
                    <a:pt x="4566" y="11415"/>
                  </a:lnTo>
                  <a:lnTo>
                    <a:pt x="3485" y="11055"/>
                  </a:lnTo>
                  <a:lnTo>
                    <a:pt x="2523" y="10574"/>
                  </a:lnTo>
                  <a:lnTo>
                    <a:pt x="1682" y="9853"/>
                  </a:lnTo>
                  <a:lnTo>
                    <a:pt x="961" y="9012"/>
                  </a:lnTo>
                  <a:lnTo>
                    <a:pt x="481" y="8051"/>
                  </a:lnTo>
                  <a:lnTo>
                    <a:pt x="120" y="6970"/>
                  </a:lnTo>
                  <a:lnTo>
                    <a:pt x="0" y="5768"/>
                  </a:lnTo>
                  <a:lnTo>
                    <a:pt x="0" y="5768"/>
                  </a:lnTo>
                  <a:lnTo>
                    <a:pt x="120" y="4566"/>
                  </a:lnTo>
                  <a:lnTo>
                    <a:pt x="481" y="3485"/>
                  </a:lnTo>
                  <a:lnTo>
                    <a:pt x="961" y="2524"/>
                  </a:lnTo>
                  <a:lnTo>
                    <a:pt x="1682" y="1683"/>
                  </a:lnTo>
                  <a:lnTo>
                    <a:pt x="2523" y="962"/>
                  </a:lnTo>
                  <a:lnTo>
                    <a:pt x="3485" y="481"/>
                  </a:lnTo>
                  <a:lnTo>
                    <a:pt x="4566" y="121"/>
                  </a:lnTo>
                  <a:lnTo>
                    <a:pt x="5768" y="1"/>
                  </a:lnTo>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4" name="Google Shape;2444;p162"/>
            <p:cNvSpPr/>
            <p:nvPr/>
          </p:nvSpPr>
          <p:spPr>
            <a:xfrm>
              <a:off x="3377425" y="2424925"/>
              <a:ext cx="865125" cy="865150"/>
            </a:xfrm>
            <a:custGeom>
              <a:avLst/>
              <a:gdLst/>
              <a:ahLst/>
              <a:cxnLst/>
              <a:rect l="l" t="t" r="r" b="b"/>
              <a:pathLst>
                <a:path w="34605" h="34606" fill="none" extrusionOk="0">
                  <a:moveTo>
                    <a:pt x="17303" y="1"/>
                  </a:moveTo>
                  <a:lnTo>
                    <a:pt x="17303" y="1"/>
                  </a:lnTo>
                  <a:lnTo>
                    <a:pt x="15500" y="121"/>
                  </a:lnTo>
                  <a:lnTo>
                    <a:pt x="13818" y="361"/>
                  </a:lnTo>
                  <a:lnTo>
                    <a:pt x="12136" y="722"/>
                  </a:lnTo>
                  <a:lnTo>
                    <a:pt x="10574" y="1322"/>
                  </a:lnTo>
                  <a:lnTo>
                    <a:pt x="9012" y="2043"/>
                  </a:lnTo>
                  <a:lnTo>
                    <a:pt x="7570" y="3005"/>
                  </a:lnTo>
                  <a:lnTo>
                    <a:pt x="6248" y="3966"/>
                  </a:lnTo>
                  <a:lnTo>
                    <a:pt x="5047" y="5047"/>
                  </a:lnTo>
                  <a:lnTo>
                    <a:pt x="3965" y="6249"/>
                  </a:lnTo>
                  <a:lnTo>
                    <a:pt x="3004" y="7570"/>
                  </a:lnTo>
                  <a:lnTo>
                    <a:pt x="2043" y="9012"/>
                  </a:lnTo>
                  <a:lnTo>
                    <a:pt x="1322" y="10574"/>
                  </a:lnTo>
                  <a:lnTo>
                    <a:pt x="721" y="12136"/>
                  </a:lnTo>
                  <a:lnTo>
                    <a:pt x="361" y="13819"/>
                  </a:lnTo>
                  <a:lnTo>
                    <a:pt x="120" y="15501"/>
                  </a:lnTo>
                  <a:lnTo>
                    <a:pt x="0" y="17303"/>
                  </a:lnTo>
                  <a:lnTo>
                    <a:pt x="0" y="17303"/>
                  </a:lnTo>
                  <a:lnTo>
                    <a:pt x="120" y="19105"/>
                  </a:lnTo>
                  <a:lnTo>
                    <a:pt x="361" y="20787"/>
                  </a:lnTo>
                  <a:lnTo>
                    <a:pt x="721" y="22470"/>
                  </a:lnTo>
                  <a:lnTo>
                    <a:pt x="1322" y="24032"/>
                  </a:lnTo>
                  <a:lnTo>
                    <a:pt x="2043" y="25594"/>
                  </a:lnTo>
                  <a:lnTo>
                    <a:pt x="3004" y="27036"/>
                  </a:lnTo>
                  <a:lnTo>
                    <a:pt x="3965" y="28357"/>
                  </a:lnTo>
                  <a:lnTo>
                    <a:pt x="5047" y="29559"/>
                  </a:lnTo>
                  <a:lnTo>
                    <a:pt x="6248" y="30640"/>
                  </a:lnTo>
                  <a:lnTo>
                    <a:pt x="7570" y="31601"/>
                  </a:lnTo>
                  <a:lnTo>
                    <a:pt x="9012" y="32563"/>
                  </a:lnTo>
                  <a:lnTo>
                    <a:pt x="10574" y="33284"/>
                  </a:lnTo>
                  <a:lnTo>
                    <a:pt x="12136" y="33884"/>
                  </a:lnTo>
                  <a:lnTo>
                    <a:pt x="13818" y="34245"/>
                  </a:lnTo>
                  <a:lnTo>
                    <a:pt x="15500" y="34485"/>
                  </a:lnTo>
                  <a:lnTo>
                    <a:pt x="17303" y="34605"/>
                  </a:lnTo>
                  <a:lnTo>
                    <a:pt x="17303" y="34605"/>
                  </a:lnTo>
                  <a:lnTo>
                    <a:pt x="19105" y="34485"/>
                  </a:lnTo>
                  <a:lnTo>
                    <a:pt x="20787" y="34245"/>
                  </a:lnTo>
                  <a:lnTo>
                    <a:pt x="22469" y="33884"/>
                  </a:lnTo>
                  <a:lnTo>
                    <a:pt x="24031" y="33284"/>
                  </a:lnTo>
                  <a:lnTo>
                    <a:pt x="25593" y="32563"/>
                  </a:lnTo>
                  <a:lnTo>
                    <a:pt x="27035" y="31601"/>
                  </a:lnTo>
                  <a:lnTo>
                    <a:pt x="28357" y="30640"/>
                  </a:lnTo>
                  <a:lnTo>
                    <a:pt x="29558" y="29559"/>
                  </a:lnTo>
                  <a:lnTo>
                    <a:pt x="30640" y="28357"/>
                  </a:lnTo>
                  <a:lnTo>
                    <a:pt x="31601" y="27036"/>
                  </a:lnTo>
                  <a:lnTo>
                    <a:pt x="32562" y="25594"/>
                  </a:lnTo>
                  <a:lnTo>
                    <a:pt x="33283" y="24032"/>
                  </a:lnTo>
                  <a:lnTo>
                    <a:pt x="33884" y="22470"/>
                  </a:lnTo>
                  <a:lnTo>
                    <a:pt x="34244" y="20787"/>
                  </a:lnTo>
                  <a:lnTo>
                    <a:pt x="34485" y="19105"/>
                  </a:lnTo>
                  <a:lnTo>
                    <a:pt x="34605" y="17303"/>
                  </a:lnTo>
                  <a:lnTo>
                    <a:pt x="34605" y="17303"/>
                  </a:lnTo>
                  <a:lnTo>
                    <a:pt x="34485" y="15501"/>
                  </a:lnTo>
                  <a:lnTo>
                    <a:pt x="34244" y="13819"/>
                  </a:lnTo>
                  <a:lnTo>
                    <a:pt x="33884" y="12136"/>
                  </a:lnTo>
                  <a:lnTo>
                    <a:pt x="33283" y="10574"/>
                  </a:lnTo>
                  <a:lnTo>
                    <a:pt x="32562" y="9012"/>
                  </a:lnTo>
                  <a:lnTo>
                    <a:pt x="31601" y="7570"/>
                  </a:lnTo>
                  <a:lnTo>
                    <a:pt x="30640" y="6249"/>
                  </a:lnTo>
                  <a:lnTo>
                    <a:pt x="29558" y="5047"/>
                  </a:lnTo>
                  <a:lnTo>
                    <a:pt x="28357" y="3966"/>
                  </a:lnTo>
                  <a:lnTo>
                    <a:pt x="27035" y="3005"/>
                  </a:lnTo>
                  <a:lnTo>
                    <a:pt x="25593" y="2043"/>
                  </a:lnTo>
                  <a:lnTo>
                    <a:pt x="24031" y="1322"/>
                  </a:lnTo>
                  <a:lnTo>
                    <a:pt x="22469" y="722"/>
                  </a:lnTo>
                  <a:lnTo>
                    <a:pt x="20787" y="361"/>
                  </a:lnTo>
                  <a:lnTo>
                    <a:pt x="19105" y="121"/>
                  </a:lnTo>
                  <a:lnTo>
                    <a:pt x="17303" y="1"/>
                  </a:lnTo>
                  <a:lnTo>
                    <a:pt x="17303" y="1"/>
                  </a:lnTo>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5" name="Google Shape;2445;p162"/>
            <p:cNvSpPr/>
            <p:nvPr/>
          </p:nvSpPr>
          <p:spPr>
            <a:xfrm>
              <a:off x="2353100" y="736750"/>
              <a:ext cx="865150" cy="865150"/>
            </a:xfrm>
            <a:custGeom>
              <a:avLst/>
              <a:gdLst/>
              <a:ahLst/>
              <a:cxnLst/>
              <a:rect l="l" t="t" r="r" b="b"/>
              <a:pathLst>
                <a:path w="34606" h="34606" extrusionOk="0">
                  <a:moveTo>
                    <a:pt x="17303" y="11536"/>
                  </a:moveTo>
                  <a:lnTo>
                    <a:pt x="18384" y="11656"/>
                  </a:lnTo>
                  <a:lnTo>
                    <a:pt x="19466" y="11896"/>
                  </a:lnTo>
                  <a:lnTo>
                    <a:pt x="20427" y="12497"/>
                  </a:lnTo>
                  <a:lnTo>
                    <a:pt x="21388" y="13218"/>
                  </a:lnTo>
                  <a:lnTo>
                    <a:pt x="21989" y="14059"/>
                  </a:lnTo>
                  <a:lnTo>
                    <a:pt x="22590" y="15020"/>
                  </a:lnTo>
                  <a:lnTo>
                    <a:pt x="22950" y="16101"/>
                  </a:lnTo>
                  <a:lnTo>
                    <a:pt x="23070" y="17303"/>
                  </a:lnTo>
                  <a:lnTo>
                    <a:pt x="22950" y="18384"/>
                  </a:lnTo>
                  <a:lnTo>
                    <a:pt x="22590" y="19466"/>
                  </a:lnTo>
                  <a:lnTo>
                    <a:pt x="21989" y="20427"/>
                  </a:lnTo>
                  <a:lnTo>
                    <a:pt x="21388" y="21388"/>
                  </a:lnTo>
                  <a:lnTo>
                    <a:pt x="20427" y="21989"/>
                  </a:lnTo>
                  <a:lnTo>
                    <a:pt x="19466" y="22590"/>
                  </a:lnTo>
                  <a:lnTo>
                    <a:pt x="18384" y="22950"/>
                  </a:lnTo>
                  <a:lnTo>
                    <a:pt x="17303" y="23070"/>
                  </a:lnTo>
                  <a:lnTo>
                    <a:pt x="16101" y="22950"/>
                  </a:lnTo>
                  <a:lnTo>
                    <a:pt x="15020" y="22590"/>
                  </a:lnTo>
                  <a:lnTo>
                    <a:pt x="14059" y="21989"/>
                  </a:lnTo>
                  <a:lnTo>
                    <a:pt x="13217" y="21388"/>
                  </a:lnTo>
                  <a:lnTo>
                    <a:pt x="12497" y="20427"/>
                  </a:lnTo>
                  <a:lnTo>
                    <a:pt x="11896" y="19466"/>
                  </a:lnTo>
                  <a:lnTo>
                    <a:pt x="11655" y="18384"/>
                  </a:lnTo>
                  <a:lnTo>
                    <a:pt x="11535" y="17303"/>
                  </a:lnTo>
                  <a:lnTo>
                    <a:pt x="11655" y="16101"/>
                  </a:lnTo>
                  <a:lnTo>
                    <a:pt x="11896" y="15020"/>
                  </a:lnTo>
                  <a:lnTo>
                    <a:pt x="12497" y="14059"/>
                  </a:lnTo>
                  <a:lnTo>
                    <a:pt x="13217" y="13218"/>
                  </a:lnTo>
                  <a:lnTo>
                    <a:pt x="14059" y="12497"/>
                  </a:lnTo>
                  <a:lnTo>
                    <a:pt x="15020" y="11896"/>
                  </a:lnTo>
                  <a:lnTo>
                    <a:pt x="16101" y="11656"/>
                  </a:lnTo>
                  <a:lnTo>
                    <a:pt x="17303" y="11536"/>
                  </a:lnTo>
                  <a:close/>
                  <a:moveTo>
                    <a:pt x="15500" y="1"/>
                  </a:moveTo>
                  <a:lnTo>
                    <a:pt x="13818" y="361"/>
                  </a:lnTo>
                  <a:lnTo>
                    <a:pt x="12136" y="722"/>
                  </a:lnTo>
                  <a:lnTo>
                    <a:pt x="10574" y="1322"/>
                  </a:lnTo>
                  <a:lnTo>
                    <a:pt x="9012" y="2043"/>
                  </a:lnTo>
                  <a:lnTo>
                    <a:pt x="7570" y="2884"/>
                  </a:lnTo>
                  <a:lnTo>
                    <a:pt x="6249" y="3846"/>
                  </a:lnTo>
                  <a:lnTo>
                    <a:pt x="5047" y="5047"/>
                  </a:lnTo>
                  <a:lnTo>
                    <a:pt x="3966" y="6249"/>
                  </a:lnTo>
                  <a:lnTo>
                    <a:pt x="2884" y="7570"/>
                  </a:lnTo>
                  <a:lnTo>
                    <a:pt x="2043" y="9012"/>
                  </a:lnTo>
                  <a:lnTo>
                    <a:pt x="1322" y="10574"/>
                  </a:lnTo>
                  <a:lnTo>
                    <a:pt x="721" y="12136"/>
                  </a:lnTo>
                  <a:lnTo>
                    <a:pt x="361" y="13819"/>
                  </a:lnTo>
                  <a:lnTo>
                    <a:pt x="0" y="15501"/>
                  </a:lnTo>
                  <a:lnTo>
                    <a:pt x="0" y="17303"/>
                  </a:lnTo>
                  <a:lnTo>
                    <a:pt x="0" y="18985"/>
                  </a:lnTo>
                  <a:lnTo>
                    <a:pt x="361" y="20787"/>
                  </a:lnTo>
                  <a:lnTo>
                    <a:pt x="721" y="22349"/>
                  </a:lnTo>
                  <a:lnTo>
                    <a:pt x="1322" y="24032"/>
                  </a:lnTo>
                  <a:lnTo>
                    <a:pt x="2043" y="25474"/>
                  </a:lnTo>
                  <a:lnTo>
                    <a:pt x="2884" y="26915"/>
                  </a:lnTo>
                  <a:lnTo>
                    <a:pt x="3966" y="28237"/>
                  </a:lnTo>
                  <a:lnTo>
                    <a:pt x="5047" y="29439"/>
                  </a:lnTo>
                  <a:lnTo>
                    <a:pt x="6249" y="30640"/>
                  </a:lnTo>
                  <a:lnTo>
                    <a:pt x="7570" y="31601"/>
                  </a:lnTo>
                  <a:lnTo>
                    <a:pt x="9012" y="32443"/>
                  </a:lnTo>
                  <a:lnTo>
                    <a:pt x="10574" y="33163"/>
                  </a:lnTo>
                  <a:lnTo>
                    <a:pt x="12136" y="33764"/>
                  </a:lnTo>
                  <a:lnTo>
                    <a:pt x="13818" y="34245"/>
                  </a:lnTo>
                  <a:lnTo>
                    <a:pt x="15500" y="34485"/>
                  </a:lnTo>
                  <a:lnTo>
                    <a:pt x="17303" y="34605"/>
                  </a:lnTo>
                  <a:lnTo>
                    <a:pt x="18985" y="34485"/>
                  </a:lnTo>
                  <a:lnTo>
                    <a:pt x="20787" y="34245"/>
                  </a:lnTo>
                  <a:lnTo>
                    <a:pt x="22349" y="33764"/>
                  </a:lnTo>
                  <a:lnTo>
                    <a:pt x="24031" y="33163"/>
                  </a:lnTo>
                  <a:lnTo>
                    <a:pt x="25473" y="32443"/>
                  </a:lnTo>
                  <a:lnTo>
                    <a:pt x="26915" y="31601"/>
                  </a:lnTo>
                  <a:lnTo>
                    <a:pt x="28237" y="30640"/>
                  </a:lnTo>
                  <a:lnTo>
                    <a:pt x="29438" y="29439"/>
                  </a:lnTo>
                  <a:lnTo>
                    <a:pt x="30640" y="28237"/>
                  </a:lnTo>
                  <a:lnTo>
                    <a:pt x="31601" y="26915"/>
                  </a:lnTo>
                  <a:lnTo>
                    <a:pt x="32442" y="25474"/>
                  </a:lnTo>
                  <a:lnTo>
                    <a:pt x="33163" y="24032"/>
                  </a:lnTo>
                  <a:lnTo>
                    <a:pt x="33764" y="22349"/>
                  </a:lnTo>
                  <a:lnTo>
                    <a:pt x="34245" y="20787"/>
                  </a:lnTo>
                  <a:lnTo>
                    <a:pt x="34485" y="18985"/>
                  </a:lnTo>
                  <a:lnTo>
                    <a:pt x="34605" y="17303"/>
                  </a:lnTo>
                  <a:lnTo>
                    <a:pt x="34485" y="15501"/>
                  </a:lnTo>
                  <a:lnTo>
                    <a:pt x="34245" y="13819"/>
                  </a:lnTo>
                  <a:lnTo>
                    <a:pt x="33764" y="12136"/>
                  </a:lnTo>
                  <a:lnTo>
                    <a:pt x="33163" y="10574"/>
                  </a:lnTo>
                  <a:lnTo>
                    <a:pt x="32442" y="9012"/>
                  </a:lnTo>
                  <a:lnTo>
                    <a:pt x="31601" y="7570"/>
                  </a:lnTo>
                  <a:lnTo>
                    <a:pt x="30640" y="6249"/>
                  </a:lnTo>
                  <a:lnTo>
                    <a:pt x="29438" y="5047"/>
                  </a:lnTo>
                  <a:lnTo>
                    <a:pt x="28237" y="3846"/>
                  </a:lnTo>
                  <a:lnTo>
                    <a:pt x="26915" y="2884"/>
                  </a:lnTo>
                  <a:lnTo>
                    <a:pt x="25473" y="2043"/>
                  </a:lnTo>
                  <a:lnTo>
                    <a:pt x="24031" y="1322"/>
                  </a:lnTo>
                  <a:lnTo>
                    <a:pt x="22349" y="722"/>
                  </a:lnTo>
                  <a:lnTo>
                    <a:pt x="20787" y="361"/>
                  </a:lnTo>
                  <a:lnTo>
                    <a:pt x="18985"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6" name="Google Shape;2446;p162"/>
            <p:cNvSpPr/>
            <p:nvPr/>
          </p:nvSpPr>
          <p:spPr>
            <a:xfrm>
              <a:off x="2641475" y="1025125"/>
              <a:ext cx="288400" cy="288400"/>
            </a:xfrm>
            <a:custGeom>
              <a:avLst/>
              <a:gdLst/>
              <a:ahLst/>
              <a:cxnLst/>
              <a:rect l="l" t="t" r="r" b="b"/>
              <a:pathLst>
                <a:path w="11536" h="11536" fill="none" extrusionOk="0">
                  <a:moveTo>
                    <a:pt x="5768" y="1"/>
                  </a:moveTo>
                  <a:lnTo>
                    <a:pt x="5768" y="1"/>
                  </a:lnTo>
                  <a:lnTo>
                    <a:pt x="6849" y="121"/>
                  </a:lnTo>
                  <a:lnTo>
                    <a:pt x="7931" y="361"/>
                  </a:lnTo>
                  <a:lnTo>
                    <a:pt x="8892" y="962"/>
                  </a:lnTo>
                  <a:lnTo>
                    <a:pt x="9853" y="1683"/>
                  </a:lnTo>
                  <a:lnTo>
                    <a:pt x="10454" y="2524"/>
                  </a:lnTo>
                  <a:lnTo>
                    <a:pt x="11055" y="3485"/>
                  </a:lnTo>
                  <a:lnTo>
                    <a:pt x="11415" y="4566"/>
                  </a:lnTo>
                  <a:lnTo>
                    <a:pt x="11535" y="5768"/>
                  </a:lnTo>
                  <a:lnTo>
                    <a:pt x="11535" y="5768"/>
                  </a:lnTo>
                  <a:lnTo>
                    <a:pt x="11415" y="6849"/>
                  </a:lnTo>
                  <a:lnTo>
                    <a:pt x="11055" y="7931"/>
                  </a:lnTo>
                  <a:lnTo>
                    <a:pt x="10454" y="8892"/>
                  </a:lnTo>
                  <a:lnTo>
                    <a:pt x="9853" y="9853"/>
                  </a:lnTo>
                  <a:lnTo>
                    <a:pt x="8892" y="10454"/>
                  </a:lnTo>
                  <a:lnTo>
                    <a:pt x="7931" y="11055"/>
                  </a:lnTo>
                  <a:lnTo>
                    <a:pt x="6849" y="11415"/>
                  </a:lnTo>
                  <a:lnTo>
                    <a:pt x="5768" y="11535"/>
                  </a:lnTo>
                  <a:lnTo>
                    <a:pt x="5768" y="11535"/>
                  </a:lnTo>
                  <a:lnTo>
                    <a:pt x="4566" y="11415"/>
                  </a:lnTo>
                  <a:lnTo>
                    <a:pt x="3485" y="11055"/>
                  </a:lnTo>
                  <a:lnTo>
                    <a:pt x="2524" y="10454"/>
                  </a:lnTo>
                  <a:lnTo>
                    <a:pt x="1682" y="9853"/>
                  </a:lnTo>
                  <a:lnTo>
                    <a:pt x="962" y="8892"/>
                  </a:lnTo>
                  <a:lnTo>
                    <a:pt x="361" y="7931"/>
                  </a:lnTo>
                  <a:lnTo>
                    <a:pt x="120" y="6849"/>
                  </a:lnTo>
                  <a:lnTo>
                    <a:pt x="0" y="5768"/>
                  </a:lnTo>
                  <a:lnTo>
                    <a:pt x="0" y="5768"/>
                  </a:lnTo>
                  <a:lnTo>
                    <a:pt x="120" y="4566"/>
                  </a:lnTo>
                  <a:lnTo>
                    <a:pt x="361" y="3485"/>
                  </a:lnTo>
                  <a:lnTo>
                    <a:pt x="962" y="2524"/>
                  </a:lnTo>
                  <a:lnTo>
                    <a:pt x="1682" y="1683"/>
                  </a:lnTo>
                  <a:lnTo>
                    <a:pt x="2524" y="962"/>
                  </a:lnTo>
                  <a:lnTo>
                    <a:pt x="3485" y="361"/>
                  </a:lnTo>
                  <a:lnTo>
                    <a:pt x="4566" y="121"/>
                  </a:lnTo>
                  <a:lnTo>
                    <a:pt x="5768" y="1"/>
                  </a:lnTo>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7" name="Google Shape;2447;p162"/>
            <p:cNvSpPr/>
            <p:nvPr/>
          </p:nvSpPr>
          <p:spPr>
            <a:xfrm>
              <a:off x="2353100" y="736750"/>
              <a:ext cx="865150" cy="865150"/>
            </a:xfrm>
            <a:custGeom>
              <a:avLst/>
              <a:gdLst/>
              <a:ahLst/>
              <a:cxnLst/>
              <a:rect l="l" t="t" r="r" b="b"/>
              <a:pathLst>
                <a:path w="34606" h="34606" fill="none" extrusionOk="0">
                  <a:moveTo>
                    <a:pt x="17303" y="1"/>
                  </a:moveTo>
                  <a:lnTo>
                    <a:pt x="17303" y="1"/>
                  </a:lnTo>
                  <a:lnTo>
                    <a:pt x="15500" y="1"/>
                  </a:lnTo>
                  <a:lnTo>
                    <a:pt x="13818" y="361"/>
                  </a:lnTo>
                  <a:lnTo>
                    <a:pt x="12136" y="722"/>
                  </a:lnTo>
                  <a:lnTo>
                    <a:pt x="10574" y="1322"/>
                  </a:lnTo>
                  <a:lnTo>
                    <a:pt x="9012" y="2043"/>
                  </a:lnTo>
                  <a:lnTo>
                    <a:pt x="7570" y="2884"/>
                  </a:lnTo>
                  <a:lnTo>
                    <a:pt x="6249" y="3846"/>
                  </a:lnTo>
                  <a:lnTo>
                    <a:pt x="5047" y="5047"/>
                  </a:lnTo>
                  <a:lnTo>
                    <a:pt x="3966" y="6249"/>
                  </a:lnTo>
                  <a:lnTo>
                    <a:pt x="2884" y="7570"/>
                  </a:lnTo>
                  <a:lnTo>
                    <a:pt x="2043" y="9012"/>
                  </a:lnTo>
                  <a:lnTo>
                    <a:pt x="1322" y="10574"/>
                  </a:lnTo>
                  <a:lnTo>
                    <a:pt x="721" y="12136"/>
                  </a:lnTo>
                  <a:lnTo>
                    <a:pt x="361" y="13819"/>
                  </a:lnTo>
                  <a:lnTo>
                    <a:pt x="0" y="15501"/>
                  </a:lnTo>
                  <a:lnTo>
                    <a:pt x="0" y="17303"/>
                  </a:lnTo>
                  <a:lnTo>
                    <a:pt x="0" y="17303"/>
                  </a:lnTo>
                  <a:lnTo>
                    <a:pt x="0" y="18985"/>
                  </a:lnTo>
                  <a:lnTo>
                    <a:pt x="361" y="20787"/>
                  </a:lnTo>
                  <a:lnTo>
                    <a:pt x="721" y="22349"/>
                  </a:lnTo>
                  <a:lnTo>
                    <a:pt x="1322" y="24032"/>
                  </a:lnTo>
                  <a:lnTo>
                    <a:pt x="2043" y="25474"/>
                  </a:lnTo>
                  <a:lnTo>
                    <a:pt x="2884" y="26915"/>
                  </a:lnTo>
                  <a:lnTo>
                    <a:pt x="3966" y="28237"/>
                  </a:lnTo>
                  <a:lnTo>
                    <a:pt x="5047" y="29439"/>
                  </a:lnTo>
                  <a:lnTo>
                    <a:pt x="6249" y="30640"/>
                  </a:lnTo>
                  <a:lnTo>
                    <a:pt x="7570" y="31601"/>
                  </a:lnTo>
                  <a:lnTo>
                    <a:pt x="9012" y="32443"/>
                  </a:lnTo>
                  <a:lnTo>
                    <a:pt x="10574" y="33163"/>
                  </a:lnTo>
                  <a:lnTo>
                    <a:pt x="12136" y="33764"/>
                  </a:lnTo>
                  <a:lnTo>
                    <a:pt x="13818" y="34245"/>
                  </a:lnTo>
                  <a:lnTo>
                    <a:pt x="15500" y="34485"/>
                  </a:lnTo>
                  <a:lnTo>
                    <a:pt x="17303" y="34605"/>
                  </a:lnTo>
                  <a:lnTo>
                    <a:pt x="17303" y="34605"/>
                  </a:lnTo>
                  <a:lnTo>
                    <a:pt x="18985" y="34485"/>
                  </a:lnTo>
                  <a:lnTo>
                    <a:pt x="20787" y="34245"/>
                  </a:lnTo>
                  <a:lnTo>
                    <a:pt x="22349" y="33764"/>
                  </a:lnTo>
                  <a:lnTo>
                    <a:pt x="24031" y="33163"/>
                  </a:lnTo>
                  <a:lnTo>
                    <a:pt x="25473" y="32443"/>
                  </a:lnTo>
                  <a:lnTo>
                    <a:pt x="26915" y="31601"/>
                  </a:lnTo>
                  <a:lnTo>
                    <a:pt x="28237" y="30640"/>
                  </a:lnTo>
                  <a:lnTo>
                    <a:pt x="29438" y="29439"/>
                  </a:lnTo>
                  <a:lnTo>
                    <a:pt x="30640" y="28237"/>
                  </a:lnTo>
                  <a:lnTo>
                    <a:pt x="31601" y="26915"/>
                  </a:lnTo>
                  <a:lnTo>
                    <a:pt x="32442" y="25474"/>
                  </a:lnTo>
                  <a:lnTo>
                    <a:pt x="33163" y="24032"/>
                  </a:lnTo>
                  <a:lnTo>
                    <a:pt x="33764" y="22349"/>
                  </a:lnTo>
                  <a:lnTo>
                    <a:pt x="34245" y="20787"/>
                  </a:lnTo>
                  <a:lnTo>
                    <a:pt x="34485" y="18985"/>
                  </a:lnTo>
                  <a:lnTo>
                    <a:pt x="34605" y="17303"/>
                  </a:lnTo>
                  <a:lnTo>
                    <a:pt x="34605" y="17303"/>
                  </a:lnTo>
                  <a:lnTo>
                    <a:pt x="34485" y="15501"/>
                  </a:lnTo>
                  <a:lnTo>
                    <a:pt x="34245" y="13819"/>
                  </a:lnTo>
                  <a:lnTo>
                    <a:pt x="33764" y="12136"/>
                  </a:lnTo>
                  <a:lnTo>
                    <a:pt x="33163" y="10574"/>
                  </a:lnTo>
                  <a:lnTo>
                    <a:pt x="32442" y="9012"/>
                  </a:lnTo>
                  <a:lnTo>
                    <a:pt x="31601" y="7570"/>
                  </a:lnTo>
                  <a:lnTo>
                    <a:pt x="30640" y="6249"/>
                  </a:lnTo>
                  <a:lnTo>
                    <a:pt x="29438" y="5047"/>
                  </a:lnTo>
                  <a:lnTo>
                    <a:pt x="28237" y="3846"/>
                  </a:lnTo>
                  <a:lnTo>
                    <a:pt x="26915" y="2884"/>
                  </a:lnTo>
                  <a:lnTo>
                    <a:pt x="25473" y="2043"/>
                  </a:lnTo>
                  <a:lnTo>
                    <a:pt x="24031" y="1322"/>
                  </a:lnTo>
                  <a:lnTo>
                    <a:pt x="22349" y="722"/>
                  </a:lnTo>
                  <a:lnTo>
                    <a:pt x="20787" y="361"/>
                  </a:lnTo>
                  <a:lnTo>
                    <a:pt x="18985" y="1"/>
                  </a:lnTo>
                  <a:lnTo>
                    <a:pt x="17303" y="1"/>
                  </a:lnTo>
                  <a:lnTo>
                    <a:pt x="17303" y="1"/>
                  </a:lnTo>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2448" name="Google Shape;2448;p162" title="modeler-suggestions_white.png"/>
          <p:cNvPicPr preferRelativeResize="0">
            <a:picLocks noGrp="1"/>
          </p:cNvPicPr>
          <p:nvPr>
            <p:ph type="pic" idx="2"/>
          </p:nvPr>
        </p:nvPicPr>
        <p:blipFill rotWithShape="1">
          <a:blip r:embed="rId3">
            <a:alphaModFix/>
          </a:blip>
          <a:srcRect/>
          <a:stretch/>
        </p:blipFill>
        <p:spPr>
          <a:xfrm>
            <a:off x="10269125" y="3091150"/>
            <a:ext cx="903300" cy="903300"/>
          </a:xfrm>
          <a:prstGeom prst="roundRect">
            <a:avLst>
              <a:gd name="adj" fmla="val 16667"/>
            </a:avLst>
          </a:prstGeom>
          <a:noFill/>
          <a:ln>
            <a:noFill/>
          </a:ln>
        </p:spPr>
      </p:pic>
      <p:pic>
        <p:nvPicPr>
          <p:cNvPr id="2449" name="Google Shape;2449;p162" title="AI-decision-gateway_white.png"/>
          <p:cNvPicPr preferRelativeResize="0">
            <a:picLocks noGrp="1"/>
          </p:cNvPicPr>
          <p:nvPr>
            <p:ph type="pic" idx="3"/>
          </p:nvPr>
        </p:nvPicPr>
        <p:blipFill rotWithShape="1">
          <a:blip r:embed="rId4">
            <a:alphaModFix/>
          </a:blip>
          <a:srcRect/>
          <a:stretch/>
        </p:blipFill>
        <p:spPr>
          <a:xfrm>
            <a:off x="9892475" y="3091138"/>
            <a:ext cx="903300" cy="903300"/>
          </a:xfrm>
          <a:prstGeom prst="roundRect">
            <a:avLst>
              <a:gd name="adj" fmla="val 16667"/>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453"/>
        <p:cNvGrpSpPr/>
        <p:nvPr/>
      </p:nvGrpSpPr>
      <p:grpSpPr>
        <a:xfrm>
          <a:off x="0" y="0"/>
          <a:ext cx="0" cy="0"/>
          <a:chOff x="0" y="0"/>
          <a:chExt cx="0" cy="0"/>
        </a:xfrm>
      </p:grpSpPr>
      <p:sp>
        <p:nvSpPr>
          <p:cNvPr id="2454" name="Google Shape;2454;p163"/>
          <p:cNvSpPr txBox="1"/>
          <p:nvPr/>
        </p:nvSpPr>
        <p:spPr>
          <a:xfrm>
            <a:off x="2763234" y="1031785"/>
            <a:ext cx="2314800" cy="314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None/>
            </a:pPr>
            <a:r>
              <a:rPr lang="en" sz="1200">
                <a:solidFill>
                  <a:srgbClr val="78A9FF"/>
                </a:solidFill>
                <a:latin typeface="IBM Plex Sans SemiBold"/>
                <a:ea typeface="IBM Plex Sans SemiBold"/>
                <a:cs typeface="IBM Plex Sans SemiBold"/>
                <a:sym typeface="IBM Plex Sans SemiBold"/>
              </a:rPr>
              <a:t>Dynamic flows</a:t>
            </a:r>
            <a:endParaRPr sz="1000">
              <a:solidFill>
                <a:schemeClr val="lt1"/>
              </a:solidFill>
              <a:latin typeface="IBM Plex Sans"/>
              <a:ea typeface="IBM Plex Sans"/>
              <a:cs typeface="IBM Plex Sans"/>
              <a:sym typeface="IBM Plex Sans"/>
            </a:endParaRPr>
          </a:p>
        </p:txBody>
      </p:sp>
      <p:sp>
        <p:nvSpPr>
          <p:cNvPr id="2455" name="Google Shape;2455;p163"/>
          <p:cNvSpPr/>
          <p:nvPr/>
        </p:nvSpPr>
        <p:spPr>
          <a:xfrm>
            <a:off x="2810518" y="1478046"/>
            <a:ext cx="2349000" cy="2437800"/>
          </a:xfrm>
          <a:prstGeom prst="roundRect">
            <a:avLst>
              <a:gd name="adj" fmla="val 9444"/>
            </a:avLst>
          </a:prstGeom>
          <a:solidFill>
            <a:srgbClr val="280892">
              <a:alpha val="52530"/>
            </a:srgbClr>
          </a:solidFill>
          <a:ln w="38100" cap="flat" cmpd="sng">
            <a:solidFill>
              <a:srgbClr val="6967FF"/>
            </a:solidFill>
            <a:prstDash val="solid"/>
            <a:round/>
            <a:headEnd type="none" w="sm" len="sm"/>
            <a:tailEnd type="none" w="sm" len="sm"/>
          </a:ln>
        </p:spPr>
        <p:txBody>
          <a:bodyPr spcFirstLastPara="1" wrap="square" lIns="91425" tIns="73150" rIns="91425" bIns="91425" anchor="t" anchorCtr="0">
            <a:noAutofit/>
          </a:bodyPr>
          <a:lstStyle/>
          <a:p>
            <a:pPr marL="0" lvl="0" indent="0" algn="ctr" rtl="0">
              <a:spcBef>
                <a:spcPts val="0"/>
              </a:spcBef>
              <a:spcAft>
                <a:spcPts val="0"/>
              </a:spcAft>
              <a:buNone/>
            </a:pPr>
            <a:r>
              <a:rPr lang="en" sz="1700" b="1">
                <a:solidFill>
                  <a:srgbClr val="6967FF"/>
                </a:solidFill>
                <a:latin typeface="IBM Plex Sans"/>
                <a:ea typeface="IBM Plex Sans"/>
                <a:cs typeface="IBM Plex Sans"/>
                <a:sym typeface="IBM Plex Sans"/>
              </a:rPr>
              <a:t>AI Agent</a:t>
            </a:r>
            <a:endParaRPr sz="1700" b="1">
              <a:solidFill>
                <a:srgbClr val="6967FF"/>
              </a:solidFill>
              <a:latin typeface="IBM Plex Sans"/>
              <a:ea typeface="IBM Plex Sans"/>
              <a:cs typeface="IBM Plex Sans"/>
              <a:sym typeface="IBM Plex Sans"/>
            </a:endParaRPr>
          </a:p>
        </p:txBody>
      </p:sp>
      <p:sp>
        <p:nvSpPr>
          <p:cNvPr id="2456" name="Google Shape;2456;p163"/>
          <p:cNvSpPr txBox="1">
            <a:spLocks noGrp="1"/>
          </p:cNvSpPr>
          <p:nvPr>
            <p:ph type="title"/>
          </p:nvPr>
        </p:nvSpPr>
        <p:spPr>
          <a:xfrm>
            <a:off x="457200" y="355433"/>
            <a:ext cx="8229600" cy="415500"/>
          </a:xfrm>
          <a:prstGeom prst="rect">
            <a:avLst/>
          </a:prstGeom>
        </p:spPr>
        <p:txBody>
          <a:bodyPr spcFirstLastPara="1" wrap="square" lIns="0" tIns="0" rIns="0" bIns="0" anchor="t" anchorCtr="0">
            <a:spAutoFit/>
          </a:bodyPr>
          <a:lstStyle/>
          <a:p>
            <a:pPr marL="0" lvl="0" indent="0" algn="l" rtl="0">
              <a:spcBef>
                <a:spcPts val="0"/>
              </a:spcBef>
              <a:spcAft>
                <a:spcPts val="0"/>
              </a:spcAft>
              <a:buNone/>
            </a:pPr>
            <a:r>
              <a:rPr lang="en" sz="2700"/>
              <a:t>Executable BPMN. Event driven. Transparent.</a:t>
            </a:r>
            <a:endParaRPr sz="2700"/>
          </a:p>
        </p:txBody>
      </p:sp>
      <p:sp>
        <p:nvSpPr>
          <p:cNvPr id="2457" name="Google Shape;2457;p163"/>
          <p:cNvSpPr txBox="1"/>
          <p:nvPr/>
        </p:nvSpPr>
        <p:spPr>
          <a:xfrm>
            <a:off x="5353741" y="3160752"/>
            <a:ext cx="1966500" cy="487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None/>
            </a:pPr>
            <a:r>
              <a:rPr lang="en" sz="1200">
                <a:solidFill>
                  <a:srgbClr val="FFF56F"/>
                </a:solidFill>
                <a:latin typeface="IBM Plex Sans SemiBold"/>
                <a:ea typeface="IBM Plex Sans SemiBold"/>
                <a:cs typeface="IBM Plex Sans SemiBold"/>
                <a:sym typeface="IBM Plex Sans SemiBold"/>
              </a:rPr>
              <a:t>Agents orchestrates subprocesses</a:t>
            </a:r>
            <a:endParaRPr sz="1200">
              <a:solidFill>
                <a:srgbClr val="FFF56F"/>
              </a:solidFill>
              <a:latin typeface="IBM Plex Sans SemiBold"/>
              <a:ea typeface="IBM Plex Sans SemiBold"/>
              <a:cs typeface="IBM Plex Sans SemiBold"/>
              <a:sym typeface="IBM Plex Sans SemiBold"/>
            </a:endParaRPr>
          </a:p>
        </p:txBody>
      </p:sp>
      <p:sp>
        <p:nvSpPr>
          <p:cNvPr id="2458" name="Google Shape;2458;p163"/>
          <p:cNvSpPr txBox="1"/>
          <p:nvPr/>
        </p:nvSpPr>
        <p:spPr>
          <a:xfrm>
            <a:off x="4227297" y="3027827"/>
            <a:ext cx="2607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b="1">
                <a:solidFill>
                  <a:schemeClr val="dk1"/>
                </a:solidFill>
                <a:latin typeface="IBM Plex Sans"/>
                <a:ea typeface="IBM Plex Sans"/>
                <a:cs typeface="IBM Plex Sans"/>
                <a:sym typeface="IBM Plex Sans"/>
              </a:rPr>
              <a:t>+</a:t>
            </a:r>
            <a:endParaRPr sz="1600" b="1">
              <a:solidFill>
                <a:schemeClr val="dk1"/>
              </a:solidFill>
              <a:latin typeface="IBM Plex Sans"/>
              <a:ea typeface="IBM Plex Sans"/>
              <a:cs typeface="IBM Plex Sans"/>
              <a:sym typeface="IBM Plex Sans"/>
            </a:endParaRPr>
          </a:p>
        </p:txBody>
      </p:sp>
      <p:sp>
        <p:nvSpPr>
          <p:cNvPr id="2459" name="Google Shape;2459;p163"/>
          <p:cNvSpPr txBox="1"/>
          <p:nvPr/>
        </p:nvSpPr>
        <p:spPr>
          <a:xfrm>
            <a:off x="5429941" y="1386179"/>
            <a:ext cx="1475100" cy="487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None/>
            </a:pPr>
            <a:r>
              <a:rPr lang="en" sz="1200">
                <a:solidFill>
                  <a:srgbClr val="78A9FF"/>
                </a:solidFill>
                <a:latin typeface="IBM Plex Sans SemiBold"/>
                <a:ea typeface="IBM Plex Sans SemiBold"/>
                <a:cs typeface="IBM Plex Sans SemiBold"/>
                <a:sym typeface="IBM Plex Sans SemiBold"/>
              </a:rPr>
              <a:t>Multi-agent orchestration</a:t>
            </a:r>
            <a:endParaRPr sz="1200">
              <a:solidFill>
                <a:srgbClr val="78A9FF"/>
              </a:solidFill>
              <a:latin typeface="IBM Plex Sans SemiBold"/>
              <a:ea typeface="IBM Plex Sans SemiBold"/>
              <a:cs typeface="IBM Plex Sans SemiBold"/>
              <a:sym typeface="IBM Plex Sans SemiBold"/>
            </a:endParaRPr>
          </a:p>
        </p:txBody>
      </p:sp>
      <p:sp>
        <p:nvSpPr>
          <p:cNvPr id="2460" name="Google Shape;2460;p163"/>
          <p:cNvSpPr txBox="1"/>
          <p:nvPr/>
        </p:nvSpPr>
        <p:spPr>
          <a:xfrm>
            <a:off x="920153" y="2742417"/>
            <a:ext cx="1648800" cy="314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None/>
            </a:pPr>
            <a:r>
              <a:rPr lang="en" sz="1200">
                <a:solidFill>
                  <a:schemeClr val="accent1"/>
                </a:solidFill>
                <a:latin typeface="IBM Plex Sans SemiBold"/>
                <a:ea typeface="IBM Plex Sans SemiBold"/>
                <a:cs typeface="IBM Plex Sans SemiBold"/>
                <a:sym typeface="IBM Plex Sans SemiBold"/>
              </a:rPr>
              <a:t>Deterministic flows</a:t>
            </a:r>
            <a:endParaRPr sz="1200">
              <a:solidFill>
                <a:schemeClr val="accent1"/>
              </a:solidFill>
              <a:latin typeface="IBM Plex Sans SemiBold"/>
              <a:ea typeface="IBM Plex Sans SemiBold"/>
              <a:cs typeface="IBM Plex Sans SemiBold"/>
              <a:sym typeface="IBM Plex Sans SemiBold"/>
            </a:endParaRPr>
          </a:p>
          <a:p>
            <a:pPr marL="0" lvl="0" indent="0" algn="l" rtl="0">
              <a:lnSpc>
                <a:spcPct val="100000"/>
              </a:lnSpc>
              <a:spcBef>
                <a:spcPts val="0"/>
              </a:spcBef>
              <a:spcAft>
                <a:spcPts val="0"/>
              </a:spcAft>
              <a:buNone/>
            </a:pPr>
            <a:r>
              <a:rPr lang="en" sz="1000">
                <a:solidFill>
                  <a:schemeClr val="lt1"/>
                </a:solidFill>
                <a:latin typeface="IBM Plex Sans"/>
                <a:ea typeface="IBM Plex Sans"/>
                <a:cs typeface="IBM Plex Sans"/>
                <a:sym typeface="IBM Plex Sans"/>
              </a:rPr>
              <a:t>Consistent experience and policy adherence</a:t>
            </a:r>
            <a:endParaRPr sz="1000">
              <a:solidFill>
                <a:schemeClr val="lt1"/>
              </a:solidFill>
              <a:latin typeface="IBM Plex Sans"/>
              <a:ea typeface="IBM Plex Sans"/>
              <a:cs typeface="IBM Plex Sans"/>
              <a:sym typeface="IBM Plex Sans"/>
            </a:endParaRPr>
          </a:p>
        </p:txBody>
      </p:sp>
      <p:sp>
        <p:nvSpPr>
          <p:cNvPr id="2461" name="Google Shape;2461;p163"/>
          <p:cNvSpPr/>
          <p:nvPr/>
        </p:nvSpPr>
        <p:spPr>
          <a:xfrm>
            <a:off x="1000104" y="2298038"/>
            <a:ext cx="593400" cy="383400"/>
          </a:xfrm>
          <a:prstGeom prst="roundRect">
            <a:avLst>
              <a:gd name="adj" fmla="val 16667"/>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BM Plex Sans"/>
              <a:ea typeface="IBM Plex Sans"/>
              <a:cs typeface="IBM Plex Sans"/>
              <a:sym typeface="IBM Plex Sans"/>
            </a:endParaRPr>
          </a:p>
        </p:txBody>
      </p:sp>
      <p:sp>
        <p:nvSpPr>
          <p:cNvPr id="2462" name="Google Shape;2462;p163"/>
          <p:cNvSpPr/>
          <p:nvPr/>
        </p:nvSpPr>
        <p:spPr>
          <a:xfrm>
            <a:off x="1894561" y="2298038"/>
            <a:ext cx="593400" cy="383400"/>
          </a:xfrm>
          <a:prstGeom prst="roundRect">
            <a:avLst>
              <a:gd name="adj" fmla="val 16667"/>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BM Plex Sans"/>
              <a:ea typeface="IBM Plex Sans"/>
              <a:cs typeface="IBM Plex Sans"/>
              <a:sym typeface="IBM Plex Sans"/>
            </a:endParaRPr>
          </a:p>
        </p:txBody>
      </p:sp>
      <p:sp>
        <p:nvSpPr>
          <p:cNvPr id="2463" name="Google Shape;2463;p163"/>
          <p:cNvSpPr/>
          <p:nvPr/>
        </p:nvSpPr>
        <p:spPr>
          <a:xfrm>
            <a:off x="3207532" y="1980161"/>
            <a:ext cx="593400" cy="383400"/>
          </a:xfrm>
          <a:prstGeom prst="roundRect">
            <a:avLst>
              <a:gd name="adj" fmla="val 16667"/>
            </a:avLst>
          </a:prstGeom>
          <a:solidFill>
            <a:srgbClr val="78A9F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BM Plex Sans"/>
              <a:ea typeface="IBM Plex Sans"/>
              <a:cs typeface="IBM Plex Sans"/>
              <a:sym typeface="IBM Plex Sans"/>
            </a:endParaRPr>
          </a:p>
        </p:txBody>
      </p:sp>
      <p:sp>
        <p:nvSpPr>
          <p:cNvPr id="2464" name="Google Shape;2464;p163"/>
          <p:cNvSpPr/>
          <p:nvPr/>
        </p:nvSpPr>
        <p:spPr>
          <a:xfrm>
            <a:off x="4145349" y="1980161"/>
            <a:ext cx="593400" cy="383400"/>
          </a:xfrm>
          <a:prstGeom prst="roundRect">
            <a:avLst>
              <a:gd name="adj" fmla="val 16667"/>
            </a:avLst>
          </a:prstGeom>
          <a:solidFill>
            <a:srgbClr val="78A9F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BM Plex Sans"/>
              <a:ea typeface="IBM Plex Sans"/>
              <a:cs typeface="IBM Plex Sans"/>
              <a:sym typeface="IBM Plex Sans"/>
            </a:endParaRPr>
          </a:p>
        </p:txBody>
      </p:sp>
      <p:sp>
        <p:nvSpPr>
          <p:cNvPr id="2465" name="Google Shape;2465;p163"/>
          <p:cNvSpPr/>
          <p:nvPr/>
        </p:nvSpPr>
        <p:spPr>
          <a:xfrm>
            <a:off x="3207532" y="2503994"/>
            <a:ext cx="593400" cy="383400"/>
          </a:xfrm>
          <a:prstGeom prst="roundRect">
            <a:avLst>
              <a:gd name="adj" fmla="val 16667"/>
            </a:avLst>
          </a:prstGeom>
          <a:solidFill>
            <a:srgbClr val="78A9F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BM Plex Sans"/>
              <a:ea typeface="IBM Plex Sans"/>
              <a:cs typeface="IBM Plex Sans"/>
              <a:sym typeface="IBM Plex Sans"/>
            </a:endParaRPr>
          </a:p>
        </p:txBody>
      </p:sp>
      <p:sp>
        <p:nvSpPr>
          <p:cNvPr id="2466" name="Google Shape;2466;p163"/>
          <p:cNvSpPr/>
          <p:nvPr/>
        </p:nvSpPr>
        <p:spPr>
          <a:xfrm>
            <a:off x="4145349" y="2503994"/>
            <a:ext cx="593400" cy="383400"/>
          </a:xfrm>
          <a:prstGeom prst="roundRect">
            <a:avLst>
              <a:gd name="adj" fmla="val 16667"/>
            </a:avLst>
          </a:prstGeom>
          <a:solidFill>
            <a:srgbClr val="FF6900"/>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BM Plex Sans"/>
              <a:ea typeface="IBM Plex Sans"/>
              <a:cs typeface="IBM Plex Sans"/>
              <a:sym typeface="IBM Plex Sans"/>
            </a:endParaRPr>
          </a:p>
        </p:txBody>
      </p:sp>
      <p:sp>
        <p:nvSpPr>
          <p:cNvPr id="2467" name="Google Shape;2467;p163"/>
          <p:cNvSpPr/>
          <p:nvPr/>
        </p:nvSpPr>
        <p:spPr>
          <a:xfrm>
            <a:off x="4077833" y="4144400"/>
            <a:ext cx="593400" cy="383400"/>
          </a:xfrm>
          <a:prstGeom prst="roundRect">
            <a:avLst>
              <a:gd name="adj" fmla="val 16667"/>
            </a:avLst>
          </a:prstGeom>
          <a:solidFill>
            <a:srgbClr val="01A7B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BM Plex Sans"/>
              <a:ea typeface="IBM Plex Sans"/>
              <a:cs typeface="IBM Plex Sans"/>
              <a:sym typeface="IBM Plex Sans"/>
            </a:endParaRPr>
          </a:p>
        </p:txBody>
      </p:sp>
      <p:sp>
        <p:nvSpPr>
          <p:cNvPr id="2468" name="Google Shape;2468;p163"/>
          <p:cNvSpPr/>
          <p:nvPr/>
        </p:nvSpPr>
        <p:spPr>
          <a:xfrm>
            <a:off x="3359654" y="3806111"/>
            <a:ext cx="259500" cy="260700"/>
          </a:xfrm>
          <a:prstGeom prst="ellipse">
            <a:avLst/>
          </a:prstGeom>
          <a:solidFill>
            <a:srgbClr val="26D07C"/>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BM Plex Sans"/>
              <a:ea typeface="IBM Plex Sans"/>
              <a:cs typeface="IBM Plex Sans"/>
              <a:sym typeface="IBM Plex Sans"/>
            </a:endParaRPr>
          </a:p>
        </p:txBody>
      </p:sp>
      <p:cxnSp>
        <p:nvCxnSpPr>
          <p:cNvPr id="2469" name="Google Shape;2469;p163"/>
          <p:cNvCxnSpPr>
            <a:stCxn id="2468" idx="4"/>
            <a:endCxn id="2467" idx="1"/>
          </p:cNvCxnSpPr>
          <p:nvPr/>
        </p:nvCxnSpPr>
        <p:spPr>
          <a:xfrm rot="-5400000" flipH="1">
            <a:off x="3648854" y="3907361"/>
            <a:ext cx="269400" cy="588300"/>
          </a:xfrm>
          <a:prstGeom prst="bentConnector2">
            <a:avLst/>
          </a:prstGeom>
          <a:noFill/>
          <a:ln w="9525" cap="flat" cmpd="sng">
            <a:solidFill>
              <a:schemeClr val="lt1"/>
            </a:solidFill>
            <a:prstDash val="solid"/>
            <a:round/>
            <a:headEnd type="none" w="med" len="med"/>
            <a:tailEnd type="triangle" w="med" len="med"/>
          </a:ln>
        </p:spPr>
      </p:cxnSp>
      <p:sp>
        <p:nvSpPr>
          <p:cNvPr id="2470" name="Google Shape;2470;p163"/>
          <p:cNvSpPr/>
          <p:nvPr/>
        </p:nvSpPr>
        <p:spPr>
          <a:xfrm>
            <a:off x="465409" y="2359137"/>
            <a:ext cx="259500" cy="260700"/>
          </a:xfrm>
          <a:prstGeom prst="ellipse">
            <a:avLst/>
          </a:prstGeom>
          <a:solidFill>
            <a:schemeClr val="accent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BM Plex Sans"/>
              <a:ea typeface="IBM Plex Sans"/>
              <a:cs typeface="IBM Plex Sans"/>
              <a:sym typeface="IBM Plex Sans"/>
            </a:endParaRPr>
          </a:p>
        </p:txBody>
      </p:sp>
      <p:sp>
        <p:nvSpPr>
          <p:cNvPr id="2471" name="Google Shape;2471;p163"/>
          <p:cNvSpPr/>
          <p:nvPr/>
        </p:nvSpPr>
        <p:spPr>
          <a:xfrm>
            <a:off x="5567047" y="2298039"/>
            <a:ext cx="383400" cy="383400"/>
          </a:xfrm>
          <a:prstGeom prst="diamond">
            <a:avLst/>
          </a:prstGeom>
          <a:solidFill>
            <a:schemeClr val="accent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BM Plex Sans"/>
              <a:ea typeface="IBM Plex Sans"/>
              <a:cs typeface="IBM Plex Sans"/>
              <a:sym typeface="IBM Plex Sans"/>
            </a:endParaRPr>
          </a:p>
        </p:txBody>
      </p:sp>
      <p:sp>
        <p:nvSpPr>
          <p:cNvPr id="2472" name="Google Shape;2472;p163"/>
          <p:cNvSpPr/>
          <p:nvPr/>
        </p:nvSpPr>
        <p:spPr>
          <a:xfrm>
            <a:off x="6315006" y="1937461"/>
            <a:ext cx="593400" cy="383400"/>
          </a:xfrm>
          <a:prstGeom prst="roundRect">
            <a:avLst>
              <a:gd name="adj" fmla="val 16667"/>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BM Plex Sans"/>
              <a:ea typeface="IBM Plex Sans"/>
              <a:cs typeface="IBM Plex Sans"/>
              <a:sym typeface="IBM Plex Sans"/>
            </a:endParaRPr>
          </a:p>
        </p:txBody>
      </p:sp>
      <p:sp>
        <p:nvSpPr>
          <p:cNvPr id="2473" name="Google Shape;2473;p163"/>
          <p:cNvSpPr/>
          <p:nvPr/>
        </p:nvSpPr>
        <p:spPr>
          <a:xfrm>
            <a:off x="6315006" y="2703723"/>
            <a:ext cx="593400" cy="383400"/>
          </a:xfrm>
          <a:prstGeom prst="roundRect">
            <a:avLst>
              <a:gd name="adj" fmla="val 16667"/>
            </a:avLst>
          </a:prstGeom>
          <a:solidFill>
            <a:srgbClr val="01A7B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BM Plex Sans"/>
              <a:ea typeface="IBM Plex Sans"/>
              <a:cs typeface="IBM Plex Sans"/>
              <a:sym typeface="IBM Plex Sans"/>
            </a:endParaRPr>
          </a:p>
        </p:txBody>
      </p:sp>
      <p:sp>
        <p:nvSpPr>
          <p:cNvPr id="2474" name="Google Shape;2474;p163"/>
          <p:cNvSpPr/>
          <p:nvPr/>
        </p:nvSpPr>
        <p:spPr>
          <a:xfrm>
            <a:off x="7352262" y="2007124"/>
            <a:ext cx="259500" cy="260700"/>
          </a:xfrm>
          <a:prstGeom prst="ellipse">
            <a:avLst/>
          </a:prstGeom>
          <a:noFill/>
          <a:ln w="2857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BM Plex Sans"/>
              <a:ea typeface="IBM Plex Sans"/>
              <a:cs typeface="IBM Plex Sans"/>
              <a:sym typeface="IBM Plex Sans"/>
            </a:endParaRPr>
          </a:p>
        </p:txBody>
      </p:sp>
      <p:sp>
        <p:nvSpPr>
          <p:cNvPr id="2475" name="Google Shape;2475;p163"/>
          <p:cNvSpPr/>
          <p:nvPr/>
        </p:nvSpPr>
        <p:spPr>
          <a:xfrm>
            <a:off x="7352262" y="2773387"/>
            <a:ext cx="259500" cy="260700"/>
          </a:xfrm>
          <a:prstGeom prst="ellipse">
            <a:avLst/>
          </a:prstGeom>
          <a:noFill/>
          <a:ln w="2857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BM Plex Sans"/>
              <a:ea typeface="IBM Plex Sans"/>
              <a:cs typeface="IBM Plex Sans"/>
              <a:sym typeface="IBM Plex Sans"/>
            </a:endParaRPr>
          </a:p>
        </p:txBody>
      </p:sp>
      <p:cxnSp>
        <p:nvCxnSpPr>
          <p:cNvPr id="2476" name="Google Shape;2476;p163"/>
          <p:cNvCxnSpPr>
            <a:stCxn id="2462" idx="3"/>
          </p:cNvCxnSpPr>
          <p:nvPr/>
        </p:nvCxnSpPr>
        <p:spPr>
          <a:xfrm>
            <a:off x="2487961" y="2489738"/>
            <a:ext cx="275400" cy="0"/>
          </a:xfrm>
          <a:prstGeom prst="straightConnector1">
            <a:avLst/>
          </a:prstGeom>
          <a:noFill/>
          <a:ln w="9525" cap="flat" cmpd="sng">
            <a:solidFill>
              <a:schemeClr val="lt1"/>
            </a:solidFill>
            <a:prstDash val="solid"/>
            <a:round/>
            <a:headEnd type="none" w="med" len="med"/>
            <a:tailEnd type="triangle" w="med" len="med"/>
          </a:ln>
        </p:spPr>
      </p:cxnSp>
      <p:cxnSp>
        <p:nvCxnSpPr>
          <p:cNvPr id="2477" name="Google Shape;2477;p163"/>
          <p:cNvCxnSpPr>
            <a:endCxn id="2471" idx="1"/>
          </p:cNvCxnSpPr>
          <p:nvPr/>
        </p:nvCxnSpPr>
        <p:spPr>
          <a:xfrm>
            <a:off x="5197747" y="2489739"/>
            <a:ext cx="369300" cy="0"/>
          </a:xfrm>
          <a:prstGeom prst="straightConnector1">
            <a:avLst/>
          </a:prstGeom>
          <a:noFill/>
          <a:ln w="9525" cap="flat" cmpd="sng">
            <a:solidFill>
              <a:schemeClr val="lt1"/>
            </a:solidFill>
            <a:prstDash val="solid"/>
            <a:round/>
            <a:headEnd type="none" w="med" len="med"/>
            <a:tailEnd type="triangle" w="med" len="med"/>
          </a:ln>
        </p:spPr>
      </p:cxnSp>
      <p:cxnSp>
        <p:nvCxnSpPr>
          <p:cNvPr id="2478" name="Google Shape;2478;p163"/>
          <p:cNvCxnSpPr>
            <a:stCxn id="2471" idx="0"/>
            <a:endCxn id="2472" idx="1"/>
          </p:cNvCxnSpPr>
          <p:nvPr/>
        </p:nvCxnSpPr>
        <p:spPr>
          <a:xfrm rot="-5400000">
            <a:off x="5952397" y="1935489"/>
            <a:ext cx="168900" cy="556200"/>
          </a:xfrm>
          <a:prstGeom prst="bentConnector2">
            <a:avLst/>
          </a:prstGeom>
          <a:noFill/>
          <a:ln w="9525" cap="flat" cmpd="sng">
            <a:solidFill>
              <a:schemeClr val="lt1"/>
            </a:solidFill>
            <a:prstDash val="solid"/>
            <a:round/>
            <a:headEnd type="none" w="med" len="med"/>
            <a:tailEnd type="triangle" w="med" len="med"/>
          </a:ln>
        </p:spPr>
      </p:cxnSp>
      <p:cxnSp>
        <p:nvCxnSpPr>
          <p:cNvPr id="2479" name="Google Shape;2479;p163"/>
          <p:cNvCxnSpPr>
            <a:stCxn id="2471" idx="2"/>
            <a:endCxn id="2473" idx="1"/>
          </p:cNvCxnSpPr>
          <p:nvPr/>
        </p:nvCxnSpPr>
        <p:spPr>
          <a:xfrm rot="-5400000" flipH="1">
            <a:off x="5929897" y="2510289"/>
            <a:ext cx="213900" cy="556200"/>
          </a:xfrm>
          <a:prstGeom prst="bentConnector2">
            <a:avLst/>
          </a:prstGeom>
          <a:noFill/>
          <a:ln w="9525" cap="flat" cmpd="sng">
            <a:solidFill>
              <a:schemeClr val="lt1"/>
            </a:solidFill>
            <a:prstDash val="solid"/>
            <a:round/>
            <a:headEnd type="none" w="med" len="med"/>
            <a:tailEnd type="triangle" w="med" len="med"/>
          </a:ln>
        </p:spPr>
      </p:cxnSp>
      <p:cxnSp>
        <p:nvCxnSpPr>
          <p:cNvPr id="2480" name="Google Shape;2480;p163"/>
          <p:cNvCxnSpPr>
            <a:stCxn id="2472" idx="3"/>
            <a:endCxn id="2474" idx="2"/>
          </p:cNvCxnSpPr>
          <p:nvPr/>
        </p:nvCxnSpPr>
        <p:spPr>
          <a:xfrm>
            <a:off x="6908406" y="2129161"/>
            <a:ext cx="444000" cy="8400"/>
          </a:xfrm>
          <a:prstGeom prst="straightConnector1">
            <a:avLst/>
          </a:prstGeom>
          <a:noFill/>
          <a:ln w="9525" cap="flat" cmpd="sng">
            <a:solidFill>
              <a:schemeClr val="lt1"/>
            </a:solidFill>
            <a:prstDash val="solid"/>
            <a:round/>
            <a:headEnd type="none" w="med" len="med"/>
            <a:tailEnd type="triangle" w="med" len="med"/>
          </a:ln>
        </p:spPr>
      </p:cxnSp>
      <p:cxnSp>
        <p:nvCxnSpPr>
          <p:cNvPr id="2481" name="Google Shape;2481;p163"/>
          <p:cNvCxnSpPr>
            <a:stCxn id="2473" idx="3"/>
            <a:endCxn id="2475" idx="2"/>
          </p:cNvCxnSpPr>
          <p:nvPr/>
        </p:nvCxnSpPr>
        <p:spPr>
          <a:xfrm>
            <a:off x="6908406" y="2895423"/>
            <a:ext cx="444000" cy="8400"/>
          </a:xfrm>
          <a:prstGeom prst="straightConnector1">
            <a:avLst/>
          </a:prstGeom>
          <a:noFill/>
          <a:ln w="9525" cap="flat" cmpd="sng">
            <a:solidFill>
              <a:schemeClr val="lt1"/>
            </a:solidFill>
            <a:prstDash val="solid"/>
            <a:round/>
            <a:headEnd type="none" w="med" len="med"/>
            <a:tailEnd type="triangle" w="med" len="med"/>
          </a:ln>
        </p:spPr>
      </p:cxnSp>
      <p:sp>
        <p:nvSpPr>
          <p:cNvPr id="2482" name="Google Shape;2482;p163"/>
          <p:cNvSpPr/>
          <p:nvPr/>
        </p:nvSpPr>
        <p:spPr>
          <a:xfrm>
            <a:off x="3207524" y="3083301"/>
            <a:ext cx="1531200" cy="572400"/>
          </a:xfrm>
          <a:prstGeom prst="roundRect">
            <a:avLst>
              <a:gd name="adj" fmla="val 16667"/>
            </a:avLst>
          </a:prstGeom>
          <a:noFill/>
          <a:ln w="19050" cap="flat" cmpd="sng">
            <a:solidFill>
              <a:srgbClr val="FFF56F"/>
            </a:solidFill>
            <a:prstDash val="solid"/>
            <a:round/>
            <a:headEnd type="none" w="sm" len="sm"/>
            <a:tailEnd type="none" w="sm" len="sm"/>
          </a:ln>
        </p:spPr>
        <p:txBody>
          <a:bodyPr spcFirstLastPara="1" wrap="square" lIns="91425" tIns="91425" rIns="91425" bIns="91425" anchor="t" anchorCtr="0">
            <a:noAutofit/>
          </a:bodyPr>
          <a:lstStyle/>
          <a:p>
            <a:pPr marL="0" lvl="0" indent="0" algn="ctr" rtl="0">
              <a:spcBef>
                <a:spcPts val="0"/>
              </a:spcBef>
              <a:spcAft>
                <a:spcPts val="0"/>
              </a:spcAft>
              <a:buNone/>
            </a:pPr>
            <a:endParaRPr>
              <a:latin typeface="IBM Plex Sans"/>
              <a:ea typeface="IBM Plex Sans"/>
              <a:cs typeface="IBM Plex Sans"/>
              <a:sym typeface="IBM Plex Sans"/>
            </a:endParaRPr>
          </a:p>
        </p:txBody>
      </p:sp>
      <p:sp>
        <p:nvSpPr>
          <p:cNvPr id="2483" name="Google Shape;2483;p163"/>
          <p:cNvSpPr/>
          <p:nvPr/>
        </p:nvSpPr>
        <p:spPr>
          <a:xfrm>
            <a:off x="3396010" y="3268837"/>
            <a:ext cx="186600" cy="186600"/>
          </a:xfrm>
          <a:prstGeom prst="ellipse">
            <a:avLst/>
          </a:prstGeom>
          <a:noFill/>
          <a:ln w="38100" cap="flat" cmpd="sng">
            <a:solidFill>
              <a:schemeClr val="accent2"/>
            </a:solidFill>
            <a:prstDash val="dash"/>
            <a:round/>
            <a:headEnd type="none" w="sm" len="sm"/>
            <a:tailEnd type="none" w="sm" len="sm"/>
          </a:ln>
        </p:spPr>
        <p:txBody>
          <a:bodyPr spcFirstLastPara="1" wrap="square" lIns="91425" tIns="91425" rIns="91425" bIns="91425" anchor="t" anchorCtr="0">
            <a:noAutofit/>
          </a:bodyPr>
          <a:lstStyle/>
          <a:p>
            <a:pPr marL="0" lvl="0" indent="0" algn="ctr" rtl="0">
              <a:spcBef>
                <a:spcPts val="0"/>
              </a:spcBef>
              <a:spcAft>
                <a:spcPts val="0"/>
              </a:spcAft>
              <a:buNone/>
            </a:pPr>
            <a:endParaRPr>
              <a:latin typeface="IBM Plex Sans"/>
              <a:ea typeface="IBM Plex Sans"/>
              <a:cs typeface="IBM Plex Sans"/>
              <a:sym typeface="IBM Plex Sans"/>
            </a:endParaRPr>
          </a:p>
        </p:txBody>
      </p:sp>
      <p:sp>
        <p:nvSpPr>
          <p:cNvPr id="2484" name="Google Shape;2484;p163"/>
          <p:cNvSpPr/>
          <p:nvPr/>
        </p:nvSpPr>
        <p:spPr>
          <a:xfrm>
            <a:off x="3867259" y="3171752"/>
            <a:ext cx="561600" cy="380700"/>
          </a:xfrm>
          <a:prstGeom prst="roundRect">
            <a:avLst>
              <a:gd name="adj" fmla="val 16667"/>
            </a:avLst>
          </a:prstGeom>
          <a:solidFill>
            <a:srgbClr val="FFF56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BM Plex Sans"/>
              <a:ea typeface="IBM Plex Sans"/>
              <a:cs typeface="IBM Plex Sans"/>
              <a:sym typeface="IBM Plex Sans"/>
            </a:endParaRPr>
          </a:p>
        </p:txBody>
      </p:sp>
      <p:sp>
        <p:nvSpPr>
          <p:cNvPr id="2485" name="Google Shape;2485;p163"/>
          <p:cNvSpPr txBox="1"/>
          <p:nvPr/>
        </p:nvSpPr>
        <p:spPr>
          <a:xfrm>
            <a:off x="2040388" y="3999442"/>
            <a:ext cx="1170300" cy="487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None/>
            </a:pPr>
            <a:r>
              <a:rPr lang="en" sz="1200">
                <a:solidFill>
                  <a:schemeClr val="accent2"/>
                </a:solidFill>
                <a:latin typeface="IBM Plex Sans SemiBold"/>
                <a:ea typeface="IBM Plex Sans SemiBold"/>
                <a:cs typeface="IBM Plex Sans SemiBold"/>
                <a:sym typeface="IBM Plex Sans SemiBold"/>
              </a:rPr>
              <a:t>Event-driven </a:t>
            </a:r>
            <a:endParaRPr sz="1200">
              <a:solidFill>
                <a:schemeClr val="accent2"/>
              </a:solidFill>
              <a:latin typeface="IBM Plex Sans SemiBold"/>
              <a:ea typeface="IBM Plex Sans SemiBold"/>
              <a:cs typeface="IBM Plex Sans SemiBold"/>
              <a:sym typeface="IBM Plex Sans SemiBold"/>
            </a:endParaRPr>
          </a:p>
          <a:p>
            <a:pPr marL="0" lvl="0" indent="0" algn="l" rtl="0">
              <a:lnSpc>
                <a:spcPct val="100000"/>
              </a:lnSpc>
              <a:spcBef>
                <a:spcPts val="0"/>
              </a:spcBef>
              <a:spcAft>
                <a:spcPts val="0"/>
              </a:spcAft>
              <a:buNone/>
            </a:pPr>
            <a:r>
              <a:rPr lang="en" sz="1200">
                <a:solidFill>
                  <a:schemeClr val="accent2"/>
                </a:solidFill>
                <a:latin typeface="IBM Plex Sans SemiBold"/>
                <a:ea typeface="IBM Plex Sans SemiBold"/>
                <a:cs typeface="IBM Plex Sans SemiBold"/>
                <a:sym typeface="IBM Plex Sans SemiBold"/>
              </a:rPr>
              <a:t>responses</a:t>
            </a:r>
            <a:endParaRPr sz="1200">
              <a:solidFill>
                <a:schemeClr val="lt1"/>
              </a:solidFill>
              <a:latin typeface="IBM Plex Sans SemiBold"/>
              <a:ea typeface="IBM Plex Sans SemiBold"/>
              <a:cs typeface="IBM Plex Sans SemiBold"/>
              <a:sym typeface="IBM Plex Sans SemiBold"/>
            </a:endParaRPr>
          </a:p>
        </p:txBody>
      </p:sp>
      <p:cxnSp>
        <p:nvCxnSpPr>
          <p:cNvPr id="2486" name="Google Shape;2486;p163"/>
          <p:cNvCxnSpPr>
            <a:stCxn id="2483" idx="6"/>
            <a:endCxn id="2484" idx="1"/>
          </p:cNvCxnSpPr>
          <p:nvPr/>
        </p:nvCxnSpPr>
        <p:spPr>
          <a:xfrm>
            <a:off x="3582610" y="3362137"/>
            <a:ext cx="284700" cy="600"/>
          </a:xfrm>
          <a:prstGeom prst="bentConnector3">
            <a:avLst>
              <a:gd name="adj1" fmla="val 50010"/>
            </a:avLst>
          </a:prstGeom>
          <a:noFill/>
          <a:ln w="9525" cap="flat" cmpd="sng">
            <a:solidFill>
              <a:schemeClr val="accent2"/>
            </a:solidFill>
            <a:prstDash val="solid"/>
            <a:round/>
            <a:headEnd type="none" w="med" len="med"/>
            <a:tailEnd type="triangle" w="med" len="med"/>
          </a:ln>
        </p:spPr>
      </p:cxnSp>
      <p:cxnSp>
        <p:nvCxnSpPr>
          <p:cNvPr id="2487" name="Google Shape;2487;p163"/>
          <p:cNvCxnSpPr/>
          <p:nvPr/>
        </p:nvCxnSpPr>
        <p:spPr>
          <a:xfrm>
            <a:off x="3795466" y="2724871"/>
            <a:ext cx="346200" cy="0"/>
          </a:xfrm>
          <a:prstGeom prst="straightConnector1">
            <a:avLst/>
          </a:prstGeom>
          <a:noFill/>
          <a:ln w="9525" cap="flat" cmpd="sng">
            <a:solidFill>
              <a:schemeClr val="lt1"/>
            </a:solidFill>
            <a:prstDash val="solid"/>
            <a:round/>
            <a:headEnd type="none" w="med" len="med"/>
            <a:tailEnd type="triangle" w="med" len="med"/>
          </a:ln>
        </p:spPr>
      </p:cxnSp>
      <p:sp>
        <p:nvSpPr>
          <p:cNvPr id="2488" name="Google Shape;2488;p163"/>
          <p:cNvSpPr txBox="1"/>
          <p:nvPr/>
        </p:nvSpPr>
        <p:spPr>
          <a:xfrm>
            <a:off x="4013005" y="4530940"/>
            <a:ext cx="2132700" cy="314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None/>
            </a:pPr>
            <a:r>
              <a:rPr lang="en" sz="1200">
                <a:solidFill>
                  <a:srgbClr val="01A7B5"/>
                </a:solidFill>
                <a:latin typeface="IBM Plex Sans SemiBold"/>
                <a:ea typeface="IBM Plex Sans SemiBold"/>
                <a:cs typeface="IBM Plex Sans SemiBold"/>
                <a:sym typeface="IBM Plex Sans SemiBold"/>
              </a:rPr>
              <a:t>Escalation to humans</a:t>
            </a:r>
            <a:endParaRPr sz="1200" u="sng">
              <a:solidFill>
                <a:srgbClr val="01A7B5"/>
              </a:solidFill>
              <a:latin typeface="IBM Plex Sans SemiBold"/>
              <a:ea typeface="IBM Plex Sans SemiBold"/>
              <a:cs typeface="IBM Plex Sans SemiBold"/>
              <a:sym typeface="IBM Plex Sans SemiBold"/>
            </a:endParaRPr>
          </a:p>
        </p:txBody>
      </p:sp>
      <p:cxnSp>
        <p:nvCxnSpPr>
          <p:cNvPr id="2489" name="Google Shape;2489;p163"/>
          <p:cNvCxnSpPr/>
          <p:nvPr/>
        </p:nvCxnSpPr>
        <p:spPr>
          <a:xfrm>
            <a:off x="724762" y="2489628"/>
            <a:ext cx="275400" cy="0"/>
          </a:xfrm>
          <a:prstGeom prst="straightConnector1">
            <a:avLst/>
          </a:prstGeom>
          <a:noFill/>
          <a:ln w="9525" cap="flat" cmpd="sng">
            <a:solidFill>
              <a:schemeClr val="lt1"/>
            </a:solidFill>
            <a:prstDash val="solid"/>
            <a:round/>
            <a:headEnd type="none" w="med" len="med"/>
            <a:tailEnd type="triangle" w="med" len="med"/>
          </a:ln>
        </p:spPr>
      </p:cxnSp>
      <p:cxnSp>
        <p:nvCxnSpPr>
          <p:cNvPr id="2490" name="Google Shape;2490;p163"/>
          <p:cNvCxnSpPr/>
          <p:nvPr/>
        </p:nvCxnSpPr>
        <p:spPr>
          <a:xfrm>
            <a:off x="1608849" y="2489628"/>
            <a:ext cx="275400" cy="0"/>
          </a:xfrm>
          <a:prstGeom prst="straightConnector1">
            <a:avLst/>
          </a:prstGeom>
          <a:noFill/>
          <a:ln w="9525" cap="flat" cmpd="sng">
            <a:solidFill>
              <a:schemeClr val="lt1"/>
            </a:solidFill>
            <a:prstDash val="solid"/>
            <a:round/>
            <a:headEnd type="none" w="med" len="med"/>
            <a:tailEnd type="triangle" w="med" len="med"/>
          </a:ln>
        </p:spPr>
      </p:cxnSp>
      <p:sp>
        <p:nvSpPr>
          <p:cNvPr id="2491" name="Google Shape;2491;p163"/>
          <p:cNvSpPr txBox="1"/>
          <p:nvPr/>
        </p:nvSpPr>
        <p:spPr>
          <a:xfrm>
            <a:off x="3904873" y="997850"/>
            <a:ext cx="1760100" cy="461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900">
                <a:solidFill>
                  <a:schemeClr val="lt1"/>
                </a:solidFill>
                <a:latin typeface="IBM Plex Sans"/>
                <a:ea typeface="IBM Plex Sans"/>
                <a:cs typeface="IBM Plex Sans"/>
                <a:sym typeface="IBM Plex Sans"/>
              </a:rPr>
              <a:t>Controlled flexibility </a:t>
            </a:r>
            <a:br>
              <a:rPr lang="en" sz="900">
                <a:solidFill>
                  <a:schemeClr val="lt1"/>
                </a:solidFill>
                <a:latin typeface="IBM Plex Sans"/>
                <a:ea typeface="IBM Plex Sans"/>
                <a:cs typeface="IBM Plex Sans"/>
                <a:sym typeface="IBM Plex Sans"/>
              </a:rPr>
            </a:br>
            <a:r>
              <a:rPr lang="en" sz="900">
                <a:solidFill>
                  <a:schemeClr val="lt1"/>
                </a:solidFill>
                <a:latin typeface="IBM Plex Sans"/>
                <a:ea typeface="IBM Plex Sans"/>
                <a:cs typeface="IBM Plex Sans"/>
                <a:sym typeface="IBM Plex Sans"/>
              </a:rPr>
              <a:t>with modeled agent handoffs</a:t>
            </a:r>
            <a:endParaRPr sz="900"/>
          </a:p>
        </p:txBody>
      </p:sp>
      <p:sp>
        <p:nvSpPr>
          <p:cNvPr id="2492" name="Google Shape;2492;p163"/>
          <p:cNvSpPr txBox="1"/>
          <p:nvPr/>
        </p:nvSpPr>
        <p:spPr>
          <a:xfrm>
            <a:off x="6528878" y="1434179"/>
            <a:ext cx="1760100" cy="461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900">
                <a:solidFill>
                  <a:schemeClr val="lt1"/>
                </a:solidFill>
                <a:latin typeface="IBM Plex Sans"/>
                <a:ea typeface="IBM Plex Sans"/>
                <a:cs typeface="IBM Plex Sans"/>
                <a:sym typeface="IBM Plex Sans"/>
              </a:rPr>
              <a:t>Coordinate multiple agents with runtime routing logic</a:t>
            </a:r>
            <a:endParaRPr sz="900"/>
          </a:p>
        </p:txBody>
      </p:sp>
      <p:sp>
        <p:nvSpPr>
          <p:cNvPr id="2493" name="Google Shape;2493;p163"/>
          <p:cNvSpPr txBox="1"/>
          <p:nvPr/>
        </p:nvSpPr>
        <p:spPr>
          <a:xfrm>
            <a:off x="6919676" y="3210102"/>
            <a:ext cx="1760100" cy="461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900">
                <a:solidFill>
                  <a:schemeClr val="lt1"/>
                </a:solidFill>
                <a:latin typeface="IBM Plex Sans"/>
                <a:ea typeface="IBM Plex Sans"/>
                <a:cs typeface="IBM Plex Sans"/>
                <a:sym typeface="IBM Plex Sans"/>
              </a:rPr>
              <a:t>Trigger subprocesses autonomously</a:t>
            </a:r>
            <a:endParaRPr sz="900"/>
          </a:p>
        </p:txBody>
      </p:sp>
      <p:sp>
        <p:nvSpPr>
          <p:cNvPr id="2494" name="Google Shape;2494;p163"/>
          <p:cNvSpPr txBox="1"/>
          <p:nvPr/>
        </p:nvSpPr>
        <p:spPr>
          <a:xfrm>
            <a:off x="5733673" y="4457152"/>
            <a:ext cx="1760100" cy="461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900">
                <a:solidFill>
                  <a:schemeClr val="lt1"/>
                </a:solidFill>
                <a:latin typeface="IBM Plex Sans"/>
                <a:ea typeface="IBM Plex Sans"/>
                <a:cs typeface="IBM Plex Sans"/>
                <a:sym typeface="IBM Plex Sans"/>
              </a:rPr>
              <a:t>Bring humans in the loop when necessary</a:t>
            </a:r>
            <a:endParaRPr sz="900"/>
          </a:p>
        </p:txBody>
      </p:sp>
      <p:sp>
        <p:nvSpPr>
          <p:cNvPr id="2495" name="Google Shape;2495;p163"/>
          <p:cNvSpPr txBox="1"/>
          <p:nvPr/>
        </p:nvSpPr>
        <p:spPr>
          <a:xfrm>
            <a:off x="2040400" y="4406900"/>
            <a:ext cx="1760100" cy="461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900">
                <a:solidFill>
                  <a:schemeClr val="lt1"/>
                </a:solidFill>
                <a:latin typeface="IBM Plex Sans"/>
                <a:ea typeface="IBM Plex Sans"/>
                <a:cs typeface="IBM Plex Sans"/>
                <a:sym typeface="IBM Plex Sans"/>
              </a:rPr>
              <a:t>Waits, listens, and reacts </a:t>
            </a:r>
            <a:br>
              <a:rPr lang="en" sz="900">
                <a:solidFill>
                  <a:schemeClr val="lt1"/>
                </a:solidFill>
                <a:latin typeface="IBM Plex Sans"/>
                <a:ea typeface="IBM Plex Sans"/>
                <a:cs typeface="IBM Plex Sans"/>
                <a:sym typeface="IBM Plex Sans"/>
              </a:rPr>
            </a:br>
            <a:r>
              <a:rPr lang="en" sz="900">
                <a:solidFill>
                  <a:schemeClr val="lt1"/>
                </a:solidFill>
                <a:latin typeface="IBM Plex Sans"/>
                <a:ea typeface="IBM Plex Sans"/>
                <a:cs typeface="IBM Plex Sans"/>
                <a:sym typeface="IBM Plex Sans"/>
              </a:rPr>
              <a:t>no matter how long it takes</a:t>
            </a:r>
            <a:endParaRPr sz="90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499"/>
        <p:cNvGrpSpPr/>
        <p:nvPr/>
      </p:nvGrpSpPr>
      <p:grpSpPr>
        <a:xfrm>
          <a:off x="0" y="0"/>
          <a:ext cx="0" cy="0"/>
          <a:chOff x="0" y="0"/>
          <a:chExt cx="0" cy="0"/>
        </a:xfrm>
      </p:grpSpPr>
      <p:sp>
        <p:nvSpPr>
          <p:cNvPr id="2500" name="Google Shape;2500;p164"/>
          <p:cNvSpPr txBox="1">
            <a:spLocks noGrp="1"/>
          </p:cNvSpPr>
          <p:nvPr>
            <p:ph type="title"/>
          </p:nvPr>
        </p:nvSpPr>
        <p:spPr>
          <a:xfrm>
            <a:off x="457200" y="266700"/>
            <a:ext cx="8229600" cy="903300"/>
          </a:xfrm>
          <a:prstGeom prst="rect">
            <a:avLst/>
          </a:prstGeom>
        </p:spPr>
        <p:txBody>
          <a:bodyPr spcFirstLastPara="1" wrap="square" lIns="0" tIns="0" rIns="0" bIns="0" anchor="t" anchorCtr="0">
            <a:normAutofit/>
          </a:bodyPr>
          <a:lstStyle/>
          <a:p>
            <a:pPr marL="0" lvl="0" indent="0" algn="l" rtl="0">
              <a:spcBef>
                <a:spcPts val="0"/>
              </a:spcBef>
              <a:spcAft>
                <a:spcPts val="0"/>
              </a:spcAft>
              <a:buNone/>
            </a:pPr>
            <a:r>
              <a:rPr lang="en" sz="2800"/>
              <a:t>Agentic applications across industries</a:t>
            </a:r>
            <a:endParaRPr sz="2800"/>
          </a:p>
        </p:txBody>
      </p:sp>
      <p:sp>
        <p:nvSpPr>
          <p:cNvPr id="2501" name="Google Shape;2501;p164"/>
          <p:cNvSpPr txBox="1">
            <a:spLocks noGrp="1"/>
          </p:cNvSpPr>
          <p:nvPr>
            <p:ph type="subTitle" idx="1"/>
          </p:nvPr>
        </p:nvSpPr>
        <p:spPr>
          <a:xfrm>
            <a:off x="2011775" y="1570025"/>
            <a:ext cx="2466600" cy="10923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n" sz="1800" b="1">
                <a:latin typeface="IBM Plex Sans"/>
                <a:ea typeface="IBM Plex Sans"/>
                <a:cs typeface="IBM Plex Sans"/>
                <a:sym typeface="IBM Plex Sans"/>
              </a:rPr>
              <a:t>Financial Crime </a:t>
            </a:r>
            <a:br>
              <a:rPr lang="en" sz="1800" b="1">
                <a:latin typeface="IBM Plex Sans"/>
                <a:ea typeface="IBM Plex Sans"/>
                <a:cs typeface="IBM Plex Sans"/>
                <a:sym typeface="IBM Plex Sans"/>
              </a:rPr>
            </a:br>
            <a:r>
              <a:rPr lang="en" sz="1800" b="1">
                <a:latin typeface="IBM Plex Sans"/>
                <a:ea typeface="IBM Plex Sans"/>
                <a:cs typeface="IBM Plex Sans"/>
                <a:sym typeface="IBM Plex Sans"/>
              </a:rPr>
              <a:t>&amp; Compliance</a:t>
            </a:r>
            <a:endParaRPr sz="1800" b="1">
              <a:latin typeface="IBM Plex Sans"/>
              <a:ea typeface="IBM Plex Sans"/>
              <a:cs typeface="IBM Plex Sans"/>
              <a:sym typeface="IBM Plex Sans"/>
            </a:endParaRPr>
          </a:p>
          <a:p>
            <a:pPr marL="0" lvl="0" indent="0" algn="l" rtl="0">
              <a:spcBef>
                <a:spcPts val="1200"/>
              </a:spcBef>
              <a:spcAft>
                <a:spcPts val="1200"/>
              </a:spcAft>
              <a:buNone/>
            </a:pPr>
            <a:r>
              <a:rPr lang="en" sz="1283"/>
              <a:t>Banking &amp; Financial Services</a:t>
            </a:r>
            <a:endParaRPr sz="1283"/>
          </a:p>
        </p:txBody>
      </p:sp>
      <p:sp>
        <p:nvSpPr>
          <p:cNvPr id="2502" name="Google Shape;2502;p164"/>
          <p:cNvSpPr txBox="1">
            <a:spLocks noGrp="1"/>
          </p:cNvSpPr>
          <p:nvPr>
            <p:ph type="subTitle" idx="7"/>
          </p:nvPr>
        </p:nvSpPr>
        <p:spPr>
          <a:xfrm>
            <a:off x="2011775" y="3091175"/>
            <a:ext cx="2648100" cy="13197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n" sz="1800" b="1">
                <a:latin typeface="IBM Plex Sans"/>
                <a:ea typeface="IBM Plex Sans"/>
                <a:cs typeface="IBM Plex Sans"/>
                <a:sym typeface="IBM Plex Sans"/>
              </a:rPr>
              <a:t>Demand Forecasting </a:t>
            </a:r>
            <a:br>
              <a:rPr lang="en" sz="1800" b="1">
                <a:latin typeface="IBM Plex Sans"/>
                <a:ea typeface="IBM Plex Sans"/>
                <a:cs typeface="IBM Plex Sans"/>
                <a:sym typeface="IBM Plex Sans"/>
              </a:rPr>
            </a:br>
            <a:r>
              <a:rPr lang="en" sz="1800" b="1">
                <a:latin typeface="IBM Plex Sans"/>
                <a:ea typeface="IBM Plex Sans"/>
                <a:cs typeface="IBM Plex Sans"/>
                <a:sym typeface="IBM Plex Sans"/>
              </a:rPr>
              <a:t>&amp; Optimization</a:t>
            </a:r>
            <a:endParaRPr sz="1800" b="1">
              <a:latin typeface="IBM Plex Sans"/>
              <a:ea typeface="IBM Plex Sans"/>
              <a:cs typeface="IBM Plex Sans"/>
              <a:sym typeface="IBM Plex Sans"/>
            </a:endParaRPr>
          </a:p>
          <a:p>
            <a:pPr marL="0" lvl="0" indent="0" algn="l" rtl="0">
              <a:spcBef>
                <a:spcPts val="1200"/>
              </a:spcBef>
              <a:spcAft>
                <a:spcPts val="1200"/>
              </a:spcAft>
              <a:buNone/>
            </a:pPr>
            <a:r>
              <a:rPr lang="en" sz="1250"/>
              <a:t>Supply Chain &amp; Logistics</a:t>
            </a:r>
            <a:endParaRPr sz="1250"/>
          </a:p>
        </p:txBody>
      </p:sp>
      <p:sp>
        <p:nvSpPr>
          <p:cNvPr id="2503" name="Google Shape;2503;p164"/>
          <p:cNvSpPr txBox="1">
            <a:spLocks noGrp="1"/>
          </p:cNvSpPr>
          <p:nvPr>
            <p:ph type="subTitle" idx="9"/>
          </p:nvPr>
        </p:nvSpPr>
        <p:spPr>
          <a:xfrm>
            <a:off x="5722050" y="1570025"/>
            <a:ext cx="2584200" cy="1148400"/>
          </a:xfrm>
          <a:prstGeom prst="rect">
            <a:avLst/>
          </a:prstGeom>
        </p:spPr>
        <p:txBody>
          <a:bodyPr spcFirstLastPara="1" wrap="square" lIns="0" tIns="0" rIns="0" bIns="0" anchor="t" anchorCtr="0">
            <a:noAutofit/>
          </a:bodyPr>
          <a:lstStyle/>
          <a:p>
            <a:pPr marL="0" lvl="0" indent="0" algn="l" rtl="0">
              <a:spcBef>
                <a:spcPts val="0"/>
              </a:spcBef>
              <a:spcAft>
                <a:spcPts val="1200"/>
              </a:spcAft>
              <a:buNone/>
            </a:pPr>
            <a:r>
              <a:rPr lang="en" sz="1800" b="1">
                <a:latin typeface="IBM Plex Sans"/>
                <a:ea typeface="IBM Plex Sans"/>
                <a:cs typeface="IBM Plex Sans"/>
                <a:sym typeface="IBM Plex Sans"/>
              </a:rPr>
              <a:t>Intent-Based Autonomous Networks</a:t>
            </a:r>
            <a:br>
              <a:rPr lang="en" sz="1800" b="1">
                <a:latin typeface="IBM Plex Sans"/>
                <a:ea typeface="IBM Plex Sans"/>
                <a:cs typeface="IBM Plex Sans"/>
                <a:sym typeface="IBM Plex Sans"/>
              </a:rPr>
            </a:br>
            <a:br>
              <a:rPr lang="en" sz="1283"/>
            </a:br>
            <a:r>
              <a:rPr lang="en" sz="1283"/>
              <a:t>Telecommunications</a:t>
            </a:r>
            <a:endParaRPr b="1">
              <a:latin typeface="IBM Plex Sans"/>
              <a:ea typeface="IBM Plex Sans"/>
              <a:cs typeface="IBM Plex Sans"/>
              <a:sym typeface="IBM Plex Sans"/>
            </a:endParaRPr>
          </a:p>
        </p:txBody>
      </p:sp>
      <p:sp>
        <p:nvSpPr>
          <p:cNvPr id="2504" name="Google Shape;2504;p164"/>
          <p:cNvSpPr txBox="1">
            <a:spLocks noGrp="1"/>
          </p:cNvSpPr>
          <p:nvPr>
            <p:ph type="subTitle" idx="14"/>
          </p:nvPr>
        </p:nvSpPr>
        <p:spPr>
          <a:xfrm>
            <a:off x="5722050" y="3091175"/>
            <a:ext cx="2584200" cy="12465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n" sz="1800" b="1">
                <a:latin typeface="IBM Plex Sans"/>
                <a:ea typeface="IBM Plex Sans"/>
                <a:cs typeface="IBM Plex Sans"/>
                <a:sym typeface="IBM Plex Sans"/>
              </a:rPr>
              <a:t>Health Insurance </a:t>
            </a:r>
            <a:br>
              <a:rPr lang="en" sz="1800" b="1">
                <a:latin typeface="IBM Plex Sans"/>
                <a:ea typeface="IBM Plex Sans"/>
                <a:cs typeface="IBM Plex Sans"/>
                <a:sym typeface="IBM Plex Sans"/>
              </a:rPr>
            </a:br>
            <a:r>
              <a:rPr lang="en" sz="1800" b="1">
                <a:latin typeface="IBM Plex Sans"/>
                <a:ea typeface="IBM Plex Sans"/>
                <a:cs typeface="IBM Plex Sans"/>
                <a:sym typeface="IBM Plex Sans"/>
              </a:rPr>
              <a:t>Appeals Management</a:t>
            </a:r>
            <a:endParaRPr sz="1800" b="1">
              <a:latin typeface="IBM Plex Sans"/>
              <a:ea typeface="IBM Plex Sans"/>
              <a:cs typeface="IBM Plex Sans"/>
              <a:sym typeface="IBM Plex Sans"/>
            </a:endParaRPr>
          </a:p>
          <a:p>
            <a:pPr marL="0" lvl="0" indent="0" algn="l" rtl="0">
              <a:spcBef>
                <a:spcPts val="1200"/>
              </a:spcBef>
              <a:spcAft>
                <a:spcPts val="1200"/>
              </a:spcAft>
              <a:buNone/>
            </a:pPr>
            <a:r>
              <a:rPr lang="en" sz="1250"/>
              <a:t>Insurance</a:t>
            </a:r>
            <a:endParaRPr sz="1250"/>
          </a:p>
        </p:txBody>
      </p:sp>
      <p:grpSp>
        <p:nvGrpSpPr>
          <p:cNvPr id="2505" name="Google Shape;2505;p164"/>
          <p:cNvGrpSpPr/>
          <p:nvPr/>
        </p:nvGrpSpPr>
        <p:grpSpPr>
          <a:xfrm>
            <a:off x="1315432" y="1602365"/>
            <a:ext cx="467734" cy="432197"/>
            <a:chOff x="975250" y="238125"/>
            <a:chExt cx="5669500" cy="5238750"/>
          </a:xfrm>
        </p:grpSpPr>
        <p:sp>
          <p:nvSpPr>
            <p:cNvPr id="2506" name="Google Shape;2506;p164"/>
            <p:cNvSpPr/>
            <p:nvPr/>
          </p:nvSpPr>
          <p:spPr>
            <a:xfrm>
              <a:off x="2479450" y="404875"/>
              <a:ext cx="826850" cy="826825"/>
            </a:xfrm>
            <a:custGeom>
              <a:avLst/>
              <a:gdLst/>
              <a:ahLst/>
              <a:cxnLst/>
              <a:rect l="l" t="t" r="r" b="b"/>
              <a:pathLst>
                <a:path w="33074" h="33073" extrusionOk="0">
                  <a:moveTo>
                    <a:pt x="1" y="0"/>
                  </a:moveTo>
                  <a:lnTo>
                    <a:pt x="1" y="13479"/>
                  </a:lnTo>
                  <a:lnTo>
                    <a:pt x="19455" y="13479"/>
                  </a:lnTo>
                  <a:lnTo>
                    <a:pt x="19455" y="33072"/>
                  </a:lnTo>
                  <a:lnTo>
                    <a:pt x="33073" y="33072"/>
                  </a:lnTo>
                  <a:lnTo>
                    <a:pt x="33073" y="13479"/>
                  </a:lnTo>
                  <a:lnTo>
                    <a:pt x="33073" y="0"/>
                  </a:lnTo>
                  <a:close/>
                </a:path>
              </a:pathLst>
            </a:custGeom>
            <a:solidFill>
              <a:srgbClr val="78A9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7" name="Google Shape;2507;p164"/>
            <p:cNvSpPr/>
            <p:nvPr/>
          </p:nvSpPr>
          <p:spPr>
            <a:xfrm>
              <a:off x="4313700" y="404875"/>
              <a:ext cx="826850" cy="826825"/>
            </a:xfrm>
            <a:custGeom>
              <a:avLst/>
              <a:gdLst/>
              <a:ahLst/>
              <a:cxnLst/>
              <a:rect l="l" t="t" r="r" b="b"/>
              <a:pathLst>
                <a:path w="33074" h="33073" extrusionOk="0">
                  <a:moveTo>
                    <a:pt x="1" y="0"/>
                  </a:moveTo>
                  <a:lnTo>
                    <a:pt x="1" y="13479"/>
                  </a:lnTo>
                  <a:lnTo>
                    <a:pt x="1" y="33072"/>
                  </a:lnTo>
                  <a:lnTo>
                    <a:pt x="13480" y="33072"/>
                  </a:lnTo>
                  <a:lnTo>
                    <a:pt x="13480" y="13479"/>
                  </a:lnTo>
                  <a:lnTo>
                    <a:pt x="33073" y="13479"/>
                  </a:lnTo>
                  <a:lnTo>
                    <a:pt x="33073" y="0"/>
                  </a:lnTo>
                  <a:close/>
                </a:path>
              </a:pathLst>
            </a:custGeom>
            <a:solidFill>
              <a:srgbClr val="78A9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8" name="Google Shape;2508;p164"/>
            <p:cNvSpPr/>
            <p:nvPr/>
          </p:nvSpPr>
          <p:spPr>
            <a:xfrm>
              <a:off x="4313700" y="4483300"/>
              <a:ext cx="826850" cy="826825"/>
            </a:xfrm>
            <a:custGeom>
              <a:avLst/>
              <a:gdLst/>
              <a:ahLst/>
              <a:cxnLst/>
              <a:rect l="l" t="t" r="r" b="b"/>
              <a:pathLst>
                <a:path w="33074" h="33073" extrusionOk="0">
                  <a:moveTo>
                    <a:pt x="1" y="1"/>
                  </a:moveTo>
                  <a:lnTo>
                    <a:pt x="1" y="19594"/>
                  </a:lnTo>
                  <a:lnTo>
                    <a:pt x="1" y="33073"/>
                  </a:lnTo>
                  <a:lnTo>
                    <a:pt x="33073" y="33073"/>
                  </a:lnTo>
                  <a:lnTo>
                    <a:pt x="33073" y="19594"/>
                  </a:lnTo>
                  <a:lnTo>
                    <a:pt x="13480" y="19594"/>
                  </a:lnTo>
                  <a:lnTo>
                    <a:pt x="13480" y="1"/>
                  </a:lnTo>
                  <a:close/>
                </a:path>
              </a:pathLst>
            </a:custGeom>
            <a:solidFill>
              <a:srgbClr val="78A9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9" name="Google Shape;2509;p164"/>
            <p:cNvSpPr/>
            <p:nvPr/>
          </p:nvSpPr>
          <p:spPr>
            <a:xfrm>
              <a:off x="2479450" y="4483300"/>
              <a:ext cx="826850" cy="826825"/>
            </a:xfrm>
            <a:custGeom>
              <a:avLst/>
              <a:gdLst/>
              <a:ahLst/>
              <a:cxnLst/>
              <a:rect l="l" t="t" r="r" b="b"/>
              <a:pathLst>
                <a:path w="33074" h="33073" extrusionOk="0">
                  <a:moveTo>
                    <a:pt x="19455" y="1"/>
                  </a:moveTo>
                  <a:lnTo>
                    <a:pt x="19455" y="19594"/>
                  </a:lnTo>
                  <a:lnTo>
                    <a:pt x="1" y="19594"/>
                  </a:lnTo>
                  <a:lnTo>
                    <a:pt x="1" y="33073"/>
                  </a:lnTo>
                  <a:lnTo>
                    <a:pt x="33073" y="33073"/>
                  </a:lnTo>
                  <a:lnTo>
                    <a:pt x="33073" y="19594"/>
                  </a:lnTo>
                  <a:lnTo>
                    <a:pt x="33073" y="1"/>
                  </a:lnTo>
                  <a:close/>
                </a:path>
              </a:pathLst>
            </a:custGeom>
            <a:solidFill>
              <a:srgbClr val="78A9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0" name="Google Shape;2510;p164"/>
            <p:cNvSpPr/>
            <p:nvPr/>
          </p:nvSpPr>
          <p:spPr>
            <a:xfrm>
              <a:off x="1520650" y="3361225"/>
              <a:ext cx="639225" cy="333525"/>
            </a:xfrm>
            <a:custGeom>
              <a:avLst/>
              <a:gdLst/>
              <a:ahLst/>
              <a:cxnLst/>
              <a:rect l="l" t="t" r="r" b="b"/>
              <a:pathLst>
                <a:path w="25569" h="13341" extrusionOk="0">
                  <a:moveTo>
                    <a:pt x="0" y="0"/>
                  </a:moveTo>
                  <a:lnTo>
                    <a:pt x="0" y="13340"/>
                  </a:lnTo>
                  <a:lnTo>
                    <a:pt x="25569" y="13340"/>
                  </a:lnTo>
                  <a:lnTo>
                    <a:pt x="25569" y="0"/>
                  </a:lnTo>
                  <a:close/>
                </a:path>
              </a:pathLst>
            </a:custGeom>
            <a:solidFill>
              <a:srgbClr val="78A9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1" name="Google Shape;2511;p164"/>
            <p:cNvSpPr/>
            <p:nvPr/>
          </p:nvSpPr>
          <p:spPr>
            <a:xfrm>
              <a:off x="1520650" y="2016775"/>
              <a:ext cx="639225" cy="333525"/>
            </a:xfrm>
            <a:custGeom>
              <a:avLst/>
              <a:gdLst/>
              <a:ahLst/>
              <a:cxnLst/>
              <a:rect l="l" t="t" r="r" b="b"/>
              <a:pathLst>
                <a:path w="25569" h="13341" extrusionOk="0">
                  <a:moveTo>
                    <a:pt x="0" y="1"/>
                  </a:moveTo>
                  <a:lnTo>
                    <a:pt x="0" y="13341"/>
                  </a:lnTo>
                  <a:lnTo>
                    <a:pt x="25569" y="13341"/>
                  </a:lnTo>
                  <a:lnTo>
                    <a:pt x="25569" y="1"/>
                  </a:lnTo>
                  <a:close/>
                </a:path>
              </a:pathLst>
            </a:custGeom>
            <a:solidFill>
              <a:srgbClr val="78A9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2" name="Google Shape;2512;p164"/>
            <p:cNvSpPr/>
            <p:nvPr/>
          </p:nvSpPr>
          <p:spPr>
            <a:xfrm>
              <a:off x="5463600" y="3361225"/>
              <a:ext cx="635750" cy="333525"/>
            </a:xfrm>
            <a:custGeom>
              <a:avLst/>
              <a:gdLst/>
              <a:ahLst/>
              <a:cxnLst/>
              <a:rect l="l" t="t" r="r" b="b"/>
              <a:pathLst>
                <a:path w="25430" h="13341" extrusionOk="0">
                  <a:moveTo>
                    <a:pt x="0" y="0"/>
                  </a:moveTo>
                  <a:lnTo>
                    <a:pt x="0" y="13340"/>
                  </a:lnTo>
                  <a:lnTo>
                    <a:pt x="25430" y="13340"/>
                  </a:lnTo>
                  <a:lnTo>
                    <a:pt x="25430" y="0"/>
                  </a:lnTo>
                  <a:close/>
                </a:path>
              </a:pathLst>
            </a:custGeom>
            <a:solidFill>
              <a:srgbClr val="78A9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3" name="Google Shape;2513;p164"/>
            <p:cNvSpPr/>
            <p:nvPr/>
          </p:nvSpPr>
          <p:spPr>
            <a:xfrm>
              <a:off x="5463600" y="2016775"/>
              <a:ext cx="635750" cy="333525"/>
            </a:xfrm>
            <a:custGeom>
              <a:avLst/>
              <a:gdLst/>
              <a:ahLst/>
              <a:cxnLst/>
              <a:rect l="l" t="t" r="r" b="b"/>
              <a:pathLst>
                <a:path w="25430" h="13341" extrusionOk="0">
                  <a:moveTo>
                    <a:pt x="0" y="1"/>
                  </a:moveTo>
                  <a:lnTo>
                    <a:pt x="0" y="13341"/>
                  </a:lnTo>
                  <a:lnTo>
                    <a:pt x="25430" y="13341"/>
                  </a:lnTo>
                  <a:lnTo>
                    <a:pt x="25430" y="1"/>
                  </a:lnTo>
                  <a:close/>
                </a:path>
              </a:pathLst>
            </a:custGeom>
            <a:solidFill>
              <a:srgbClr val="78A9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4" name="Google Shape;2514;p164"/>
            <p:cNvSpPr/>
            <p:nvPr/>
          </p:nvSpPr>
          <p:spPr>
            <a:xfrm>
              <a:off x="4987650" y="4806375"/>
              <a:ext cx="670500" cy="670500"/>
            </a:xfrm>
            <a:custGeom>
              <a:avLst/>
              <a:gdLst/>
              <a:ahLst/>
              <a:cxnLst/>
              <a:rect l="l" t="t" r="r" b="b"/>
              <a:pathLst>
                <a:path w="26820" h="26820" extrusionOk="0">
                  <a:moveTo>
                    <a:pt x="11951" y="1"/>
                  </a:moveTo>
                  <a:lnTo>
                    <a:pt x="10701" y="279"/>
                  </a:lnTo>
                  <a:lnTo>
                    <a:pt x="9450" y="557"/>
                  </a:lnTo>
                  <a:lnTo>
                    <a:pt x="8199" y="974"/>
                  </a:lnTo>
                  <a:lnTo>
                    <a:pt x="6949" y="1529"/>
                  </a:lnTo>
                  <a:lnTo>
                    <a:pt x="5837" y="2224"/>
                  </a:lnTo>
                  <a:lnTo>
                    <a:pt x="4864" y="3058"/>
                  </a:lnTo>
                  <a:lnTo>
                    <a:pt x="3892" y="3892"/>
                  </a:lnTo>
                  <a:lnTo>
                    <a:pt x="3058" y="4865"/>
                  </a:lnTo>
                  <a:lnTo>
                    <a:pt x="2224" y="5837"/>
                  </a:lnTo>
                  <a:lnTo>
                    <a:pt x="1529" y="6949"/>
                  </a:lnTo>
                  <a:lnTo>
                    <a:pt x="974" y="8200"/>
                  </a:lnTo>
                  <a:lnTo>
                    <a:pt x="557" y="9450"/>
                  </a:lnTo>
                  <a:lnTo>
                    <a:pt x="279" y="10701"/>
                  </a:lnTo>
                  <a:lnTo>
                    <a:pt x="1" y="12090"/>
                  </a:lnTo>
                  <a:lnTo>
                    <a:pt x="1" y="13341"/>
                  </a:lnTo>
                  <a:lnTo>
                    <a:pt x="1" y="14731"/>
                  </a:lnTo>
                  <a:lnTo>
                    <a:pt x="279" y="16120"/>
                  </a:lnTo>
                  <a:lnTo>
                    <a:pt x="557" y="17371"/>
                  </a:lnTo>
                  <a:lnTo>
                    <a:pt x="974" y="18621"/>
                  </a:lnTo>
                  <a:lnTo>
                    <a:pt x="1529" y="19872"/>
                  </a:lnTo>
                  <a:lnTo>
                    <a:pt x="2224" y="20984"/>
                  </a:lnTo>
                  <a:lnTo>
                    <a:pt x="3058" y="21956"/>
                  </a:lnTo>
                  <a:lnTo>
                    <a:pt x="3892" y="22929"/>
                  </a:lnTo>
                  <a:lnTo>
                    <a:pt x="4864" y="23763"/>
                  </a:lnTo>
                  <a:lnTo>
                    <a:pt x="5837" y="24597"/>
                  </a:lnTo>
                  <a:lnTo>
                    <a:pt x="6949" y="25153"/>
                  </a:lnTo>
                  <a:lnTo>
                    <a:pt x="8199" y="25847"/>
                  </a:lnTo>
                  <a:lnTo>
                    <a:pt x="9450" y="26264"/>
                  </a:lnTo>
                  <a:lnTo>
                    <a:pt x="10701" y="26542"/>
                  </a:lnTo>
                  <a:lnTo>
                    <a:pt x="11951" y="26820"/>
                  </a:lnTo>
                  <a:lnTo>
                    <a:pt x="14730" y="26820"/>
                  </a:lnTo>
                  <a:lnTo>
                    <a:pt x="16120" y="26542"/>
                  </a:lnTo>
                  <a:lnTo>
                    <a:pt x="17371" y="26264"/>
                  </a:lnTo>
                  <a:lnTo>
                    <a:pt x="18621" y="25847"/>
                  </a:lnTo>
                  <a:lnTo>
                    <a:pt x="19733" y="25153"/>
                  </a:lnTo>
                  <a:lnTo>
                    <a:pt x="20845" y="24597"/>
                  </a:lnTo>
                  <a:lnTo>
                    <a:pt x="21956" y="23763"/>
                  </a:lnTo>
                  <a:lnTo>
                    <a:pt x="22929" y="22929"/>
                  </a:lnTo>
                  <a:lnTo>
                    <a:pt x="23763" y="21956"/>
                  </a:lnTo>
                  <a:lnTo>
                    <a:pt x="24597" y="20984"/>
                  </a:lnTo>
                  <a:lnTo>
                    <a:pt x="25152" y="19872"/>
                  </a:lnTo>
                  <a:lnTo>
                    <a:pt x="25708" y="18621"/>
                  </a:lnTo>
                  <a:lnTo>
                    <a:pt x="26264" y="17371"/>
                  </a:lnTo>
                  <a:lnTo>
                    <a:pt x="26542" y="16120"/>
                  </a:lnTo>
                  <a:lnTo>
                    <a:pt x="26820" y="14731"/>
                  </a:lnTo>
                  <a:lnTo>
                    <a:pt x="26820" y="13341"/>
                  </a:lnTo>
                  <a:lnTo>
                    <a:pt x="26820" y="12090"/>
                  </a:lnTo>
                  <a:lnTo>
                    <a:pt x="26542" y="10701"/>
                  </a:lnTo>
                  <a:lnTo>
                    <a:pt x="26264" y="9450"/>
                  </a:lnTo>
                  <a:lnTo>
                    <a:pt x="25708" y="8200"/>
                  </a:lnTo>
                  <a:lnTo>
                    <a:pt x="25152" y="6949"/>
                  </a:lnTo>
                  <a:lnTo>
                    <a:pt x="24597" y="5837"/>
                  </a:lnTo>
                  <a:lnTo>
                    <a:pt x="23763" y="4865"/>
                  </a:lnTo>
                  <a:lnTo>
                    <a:pt x="22929" y="3892"/>
                  </a:lnTo>
                  <a:lnTo>
                    <a:pt x="21956" y="3058"/>
                  </a:lnTo>
                  <a:lnTo>
                    <a:pt x="20845" y="2224"/>
                  </a:lnTo>
                  <a:lnTo>
                    <a:pt x="19733" y="1529"/>
                  </a:lnTo>
                  <a:lnTo>
                    <a:pt x="18621" y="974"/>
                  </a:lnTo>
                  <a:lnTo>
                    <a:pt x="17371" y="557"/>
                  </a:lnTo>
                  <a:lnTo>
                    <a:pt x="16120" y="279"/>
                  </a:lnTo>
                  <a:lnTo>
                    <a:pt x="14730" y="1"/>
                  </a:lnTo>
                  <a:close/>
                </a:path>
              </a:pathLst>
            </a:custGeom>
            <a:solidFill>
              <a:srgbClr val="78A9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5" name="Google Shape;2515;p164"/>
            <p:cNvSpPr/>
            <p:nvPr/>
          </p:nvSpPr>
          <p:spPr>
            <a:xfrm>
              <a:off x="1961850" y="4806375"/>
              <a:ext cx="670500" cy="670500"/>
            </a:xfrm>
            <a:custGeom>
              <a:avLst/>
              <a:gdLst/>
              <a:ahLst/>
              <a:cxnLst/>
              <a:rect l="l" t="t" r="r" b="b"/>
              <a:pathLst>
                <a:path w="26820" h="26820" extrusionOk="0">
                  <a:moveTo>
                    <a:pt x="11951" y="1"/>
                  </a:moveTo>
                  <a:lnTo>
                    <a:pt x="10700" y="279"/>
                  </a:lnTo>
                  <a:lnTo>
                    <a:pt x="9310" y="557"/>
                  </a:lnTo>
                  <a:lnTo>
                    <a:pt x="8199" y="974"/>
                  </a:lnTo>
                  <a:lnTo>
                    <a:pt x="6948" y="1529"/>
                  </a:lnTo>
                  <a:lnTo>
                    <a:pt x="5836" y="2224"/>
                  </a:lnTo>
                  <a:lnTo>
                    <a:pt x="4864" y="3058"/>
                  </a:lnTo>
                  <a:lnTo>
                    <a:pt x="3891" y="3892"/>
                  </a:lnTo>
                  <a:lnTo>
                    <a:pt x="3057" y="4865"/>
                  </a:lnTo>
                  <a:lnTo>
                    <a:pt x="2224" y="5837"/>
                  </a:lnTo>
                  <a:lnTo>
                    <a:pt x="1529" y="6949"/>
                  </a:lnTo>
                  <a:lnTo>
                    <a:pt x="973" y="8200"/>
                  </a:lnTo>
                  <a:lnTo>
                    <a:pt x="556" y="9450"/>
                  </a:lnTo>
                  <a:lnTo>
                    <a:pt x="139" y="10701"/>
                  </a:lnTo>
                  <a:lnTo>
                    <a:pt x="0" y="12090"/>
                  </a:lnTo>
                  <a:lnTo>
                    <a:pt x="0" y="13341"/>
                  </a:lnTo>
                  <a:lnTo>
                    <a:pt x="0" y="14731"/>
                  </a:lnTo>
                  <a:lnTo>
                    <a:pt x="139" y="16120"/>
                  </a:lnTo>
                  <a:lnTo>
                    <a:pt x="556" y="17371"/>
                  </a:lnTo>
                  <a:lnTo>
                    <a:pt x="973" y="18621"/>
                  </a:lnTo>
                  <a:lnTo>
                    <a:pt x="1529" y="19872"/>
                  </a:lnTo>
                  <a:lnTo>
                    <a:pt x="2224" y="20984"/>
                  </a:lnTo>
                  <a:lnTo>
                    <a:pt x="3057" y="21956"/>
                  </a:lnTo>
                  <a:lnTo>
                    <a:pt x="3891" y="22929"/>
                  </a:lnTo>
                  <a:lnTo>
                    <a:pt x="4864" y="23763"/>
                  </a:lnTo>
                  <a:lnTo>
                    <a:pt x="5836" y="24597"/>
                  </a:lnTo>
                  <a:lnTo>
                    <a:pt x="6948" y="25153"/>
                  </a:lnTo>
                  <a:lnTo>
                    <a:pt x="8199" y="25847"/>
                  </a:lnTo>
                  <a:lnTo>
                    <a:pt x="9310" y="26264"/>
                  </a:lnTo>
                  <a:lnTo>
                    <a:pt x="10700" y="26542"/>
                  </a:lnTo>
                  <a:lnTo>
                    <a:pt x="11951" y="26820"/>
                  </a:lnTo>
                  <a:lnTo>
                    <a:pt x="14730" y="26820"/>
                  </a:lnTo>
                  <a:lnTo>
                    <a:pt x="16119" y="26542"/>
                  </a:lnTo>
                  <a:lnTo>
                    <a:pt x="17370" y="26264"/>
                  </a:lnTo>
                  <a:lnTo>
                    <a:pt x="18621" y="25847"/>
                  </a:lnTo>
                  <a:lnTo>
                    <a:pt x="19732" y="25153"/>
                  </a:lnTo>
                  <a:lnTo>
                    <a:pt x="20844" y="24597"/>
                  </a:lnTo>
                  <a:lnTo>
                    <a:pt x="21956" y="23763"/>
                  </a:lnTo>
                  <a:lnTo>
                    <a:pt x="22928" y="22929"/>
                  </a:lnTo>
                  <a:lnTo>
                    <a:pt x="23762" y="21956"/>
                  </a:lnTo>
                  <a:lnTo>
                    <a:pt x="24457" y="20984"/>
                  </a:lnTo>
                  <a:lnTo>
                    <a:pt x="25152" y="19872"/>
                  </a:lnTo>
                  <a:lnTo>
                    <a:pt x="25707" y="18621"/>
                  </a:lnTo>
                  <a:lnTo>
                    <a:pt x="26263" y="17371"/>
                  </a:lnTo>
                  <a:lnTo>
                    <a:pt x="26541" y="16120"/>
                  </a:lnTo>
                  <a:lnTo>
                    <a:pt x="26680" y="14731"/>
                  </a:lnTo>
                  <a:lnTo>
                    <a:pt x="26819" y="13341"/>
                  </a:lnTo>
                  <a:lnTo>
                    <a:pt x="26680" y="12090"/>
                  </a:lnTo>
                  <a:lnTo>
                    <a:pt x="26541" y="10701"/>
                  </a:lnTo>
                  <a:lnTo>
                    <a:pt x="26263" y="9450"/>
                  </a:lnTo>
                  <a:lnTo>
                    <a:pt x="25707" y="8200"/>
                  </a:lnTo>
                  <a:lnTo>
                    <a:pt x="25152" y="6949"/>
                  </a:lnTo>
                  <a:lnTo>
                    <a:pt x="24457" y="5837"/>
                  </a:lnTo>
                  <a:lnTo>
                    <a:pt x="23762" y="4865"/>
                  </a:lnTo>
                  <a:lnTo>
                    <a:pt x="22928" y="3892"/>
                  </a:lnTo>
                  <a:lnTo>
                    <a:pt x="21956" y="3058"/>
                  </a:lnTo>
                  <a:lnTo>
                    <a:pt x="20844" y="2224"/>
                  </a:lnTo>
                  <a:lnTo>
                    <a:pt x="19732" y="1529"/>
                  </a:lnTo>
                  <a:lnTo>
                    <a:pt x="18621" y="974"/>
                  </a:lnTo>
                  <a:lnTo>
                    <a:pt x="17370" y="557"/>
                  </a:lnTo>
                  <a:lnTo>
                    <a:pt x="16119" y="279"/>
                  </a:lnTo>
                  <a:lnTo>
                    <a:pt x="14730" y="1"/>
                  </a:lnTo>
                  <a:close/>
                </a:path>
              </a:pathLst>
            </a:custGeom>
            <a:solidFill>
              <a:srgbClr val="78A9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6" name="Google Shape;2516;p164"/>
            <p:cNvSpPr/>
            <p:nvPr/>
          </p:nvSpPr>
          <p:spPr>
            <a:xfrm>
              <a:off x="4987650" y="238125"/>
              <a:ext cx="670500" cy="670500"/>
            </a:xfrm>
            <a:custGeom>
              <a:avLst/>
              <a:gdLst/>
              <a:ahLst/>
              <a:cxnLst/>
              <a:rect l="l" t="t" r="r" b="b"/>
              <a:pathLst>
                <a:path w="26820" h="26820" extrusionOk="0">
                  <a:moveTo>
                    <a:pt x="11951" y="0"/>
                  </a:moveTo>
                  <a:lnTo>
                    <a:pt x="10701" y="278"/>
                  </a:lnTo>
                  <a:lnTo>
                    <a:pt x="9450" y="556"/>
                  </a:lnTo>
                  <a:lnTo>
                    <a:pt x="8199" y="973"/>
                  </a:lnTo>
                  <a:lnTo>
                    <a:pt x="6949" y="1668"/>
                  </a:lnTo>
                  <a:lnTo>
                    <a:pt x="5837" y="2223"/>
                  </a:lnTo>
                  <a:lnTo>
                    <a:pt x="4864" y="3057"/>
                  </a:lnTo>
                  <a:lnTo>
                    <a:pt x="3892" y="3891"/>
                  </a:lnTo>
                  <a:lnTo>
                    <a:pt x="3058" y="4864"/>
                  </a:lnTo>
                  <a:lnTo>
                    <a:pt x="2224" y="5836"/>
                  </a:lnTo>
                  <a:lnTo>
                    <a:pt x="1529" y="6948"/>
                  </a:lnTo>
                  <a:lnTo>
                    <a:pt x="974" y="8199"/>
                  </a:lnTo>
                  <a:lnTo>
                    <a:pt x="557" y="9449"/>
                  </a:lnTo>
                  <a:lnTo>
                    <a:pt x="279" y="10700"/>
                  </a:lnTo>
                  <a:lnTo>
                    <a:pt x="1" y="12089"/>
                  </a:lnTo>
                  <a:lnTo>
                    <a:pt x="1" y="13479"/>
                  </a:lnTo>
                  <a:lnTo>
                    <a:pt x="1" y="14730"/>
                  </a:lnTo>
                  <a:lnTo>
                    <a:pt x="279" y="16119"/>
                  </a:lnTo>
                  <a:lnTo>
                    <a:pt x="557" y="17370"/>
                  </a:lnTo>
                  <a:lnTo>
                    <a:pt x="974" y="18620"/>
                  </a:lnTo>
                  <a:lnTo>
                    <a:pt x="1529" y="19871"/>
                  </a:lnTo>
                  <a:lnTo>
                    <a:pt x="2224" y="20983"/>
                  </a:lnTo>
                  <a:lnTo>
                    <a:pt x="3058" y="21956"/>
                  </a:lnTo>
                  <a:lnTo>
                    <a:pt x="3892" y="22928"/>
                  </a:lnTo>
                  <a:lnTo>
                    <a:pt x="4864" y="23762"/>
                  </a:lnTo>
                  <a:lnTo>
                    <a:pt x="5837" y="24596"/>
                  </a:lnTo>
                  <a:lnTo>
                    <a:pt x="6949" y="25291"/>
                  </a:lnTo>
                  <a:lnTo>
                    <a:pt x="8199" y="25846"/>
                  </a:lnTo>
                  <a:lnTo>
                    <a:pt x="9450" y="26263"/>
                  </a:lnTo>
                  <a:lnTo>
                    <a:pt x="10701" y="26541"/>
                  </a:lnTo>
                  <a:lnTo>
                    <a:pt x="11951" y="26819"/>
                  </a:lnTo>
                  <a:lnTo>
                    <a:pt x="14730" y="26819"/>
                  </a:lnTo>
                  <a:lnTo>
                    <a:pt x="16120" y="26541"/>
                  </a:lnTo>
                  <a:lnTo>
                    <a:pt x="17371" y="26263"/>
                  </a:lnTo>
                  <a:lnTo>
                    <a:pt x="18621" y="25846"/>
                  </a:lnTo>
                  <a:lnTo>
                    <a:pt x="19733" y="25291"/>
                  </a:lnTo>
                  <a:lnTo>
                    <a:pt x="20845" y="24596"/>
                  </a:lnTo>
                  <a:lnTo>
                    <a:pt x="21956" y="23762"/>
                  </a:lnTo>
                  <a:lnTo>
                    <a:pt x="22929" y="22928"/>
                  </a:lnTo>
                  <a:lnTo>
                    <a:pt x="23763" y="21956"/>
                  </a:lnTo>
                  <a:lnTo>
                    <a:pt x="24597" y="20983"/>
                  </a:lnTo>
                  <a:lnTo>
                    <a:pt x="25152" y="19871"/>
                  </a:lnTo>
                  <a:lnTo>
                    <a:pt x="25708" y="18620"/>
                  </a:lnTo>
                  <a:lnTo>
                    <a:pt x="26264" y="17370"/>
                  </a:lnTo>
                  <a:lnTo>
                    <a:pt x="26542" y="16119"/>
                  </a:lnTo>
                  <a:lnTo>
                    <a:pt x="26820" y="14730"/>
                  </a:lnTo>
                  <a:lnTo>
                    <a:pt x="26820" y="13479"/>
                  </a:lnTo>
                  <a:lnTo>
                    <a:pt x="26820" y="12089"/>
                  </a:lnTo>
                  <a:lnTo>
                    <a:pt x="26542" y="10700"/>
                  </a:lnTo>
                  <a:lnTo>
                    <a:pt x="26264" y="9449"/>
                  </a:lnTo>
                  <a:lnTo>
                    <a:pt x="25708" y="8199"/>
                  </a:lnTo>
                  <a:lnTo>
                    <a:pt x="25152" y="6948"/>
                  </a:lnTo>
                  <a:lnTo>
                    <a:pt x="24597" y="5836"/>
                  </a:lnTo>
                  <a:lnTo>
                    <a:pt x="23763" y="4864"/>
                  </a:lnTo>
                  <a:lnTo>
                    <a:pt x="22929" y="3891"/>
                  </a:lnTo>
                  <a:lnTo>
                    <a:pt x="21956" y="3057"/>
                  </a:lnTo>
                  <a:lnTo>
                    <a:pt x="20845" y="2223"/>
                  </a:lnTo>
                  <a:lnTo>
                    <a:pt x="19733" y="1668"/>
                  </a:lnTo>
                  <a:lnTo>
                    <a:pt x="18621" y="973"/>
                  </a:lnTo>
                  <a:lnTo>
                    <a:pt x="17371" y="556"/>
                  </a:lnTo>
                  <a:lnTo>
                    <a:pt x="16120" y="278"/>
                  </a:lnTo>
                  <a:lnTo>
                    <a:pt x="14730" y="0"/>
                  </a:lnTo>
                  <a:close/>
                </a:path>
              </a:pathLst>
            </a:custGeom>
            <a:solidFill>
              <a:srgbClr val="78A9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7" name="Google Shape;2517;p164"/>
            <p:cNvSpPr/>
            <p:nvPr/>
          </p:nvSpPr>
          <p:spPr>
            <a:xfrm>
              <a:off x="1961850" y="238125"/>
              <a:ext cx="670500" cy="670500"/>
            </a:xfrm>
            <a:custGeom>
              <a:avLst/>
              <a:gdLst/>
              <a:ahLst/>
              <a:cxnLst/>
              <a:rect l="l" t="t" r="r" b="b"/>
              <a:pathLst>
                <a:path w="26820" h="26820" extrusionOk="0">
                  <a:moveTo>
                    <a:pt x="11951" y="0"/>
                  </a:moveTo>
                  <a:lnTo>
                    <a:pt x="10700" y="278"/>
                  </a:lnTo>
                  <a:lnTo>
                    <a:pt x="9310" y="556"/>
                  </a:lnTo>
                  <a:lnTo>
                    <a:pt x="8199" y="973"/>
                  </a:lnTo>
                  <a:lnTo>
                    <a:pt x="6948" y="1668"/>
                  </a:lnTo>
                  <a:lnTo>
                    <a:pt x="5836" y="2223"/>
                  </a:lnTo>
                  <a:lnTo>
                    <a:pt x="4864" y="3057"/>
                  </a:lnTo>
                  <a:lnTo>
                    <a:pt x="3891" y="3891"/>
                  </a:lnTo>
                  <a:lnTo>
                    <a:pt x="3057" y="4864"/>
                  </a:lnTo>
                  <a:lnTo>
                    <a:pt x="2224" y="5836"/>
                  </a:lnTo>
                  <a:lnTo>
                    <a:pt x="1529" y="6948"/>
                  </a:lnTo>
                  <a:lnTo>
                    <a:pt x="973" y="8199"/>
                  </a:lnTo>
                  <a:lnTo>
                    <a:pt x="556" y="9449"/>
                  </a:lnTo>
                  <a:lnTo>
                    <a:pt x="139" y="10700"/>
                  </a:lnTo>
                  <a:lnTo>
                    <a:pt x="0" y="12089"/>
                  </a:lnTo>
                  <a:lnTo>
                    <a:pt x="0" y="13479"/>
                  </a:lnTo>
                  <a:lnTo>
                    <a:pt x="0" y="14730"/>
                  </a:lnTo>
                  <a:lnTo>
                    <a:pt x="139" y="16119"/>
                  </a:lnTo>
                  <a:lnTo>
                    <a:pt x="556" y="17370"/>
                  </a:lnTo>
                  <a:lnTo>
                    <a:pt x="973" y="18620"/>
                  </a:lnTo>
                  <a:lnTo>
                    <a:pt x="1529" y="19871"/>
                  </a:lnTo>
                  <a:lnTo>
                    <a:pt x="2224" y="20983"/>
                  </a:lnTo>
                  <a:lnTo>
                    <a:pt x="3057" y="21956"/>
                  </a:lnTo>
                  <a:lnTo>
                    <a:pt x="3891" y="22928"/>
                  </a:lnTo>
                  <a:lnTo>
                    <a:pt x="4864" y="23762"/>
                  </a:lnTo>
                  <a:lnTo>
                    <a:pt x="5836" y="24596"/>
                  </a:lnTo>
                  <a:lnTo>
                    <a:pt x="6948" y="25291"/>
                  </a:lnTo>
                  <a:lnTo>
                    <a:pt x="8199" y="25846"/>
                  </a:lnTo>
                  <a:lnTo>
                    <a:pt x="9310" y="26263"/>
                  </a:lnTo>
                  <a:lnTo>
                    <a:pt x="10700" y="26541"/>
                  </a:lnTo>
                  <a:lnTo>
                    <a:pt x="11951" y="26819"/>
                  </a:lnTo>
                  <a:lnTo>
                    <a:pt x="14730" y="26819"/>
                  </a:lnTo>
                  <a:lnTo>
                    <a:pt x="16119" y="26541"/>
                  </a:lnTo>
                  <a:lnTo>
                    <a:pt x="17370" y="26263"/>
                  </a:lnTo>
                  <a:lnTo>
                    <a:pt x="18621" y="25846"/>
                  </a:lnTo>
                  <a:lnTo>
                    <a:pt x="19732" y="25291"/>
                  </a:lnTo>
                  <a:lnTo>
                    <a:pt x="20844" y="24596"/>
                  </a:lnTo>
                  <a:lnTo>
                    <a:pt x="21956" y="23762"/>
                  </a:lnTo>
                  <a:lnTo>
                    <a:pt x="22928" y="22928"/>
                  </a:lnTo>
                  <a:lnTo>
                    <a:pt x="23762" y="21956"/>
                  </a:lnTo>
                  <a:lnTo>
                    <a:pt x="24457" y="20983"/>
                  </a:lnTo>
                  <a:lnTo>
                    <a:pt x="25152" y="19871"/>
                  </a:lnTo>
                  <a:lnTo>
                    <a:pt x="25707" y="18620"/>
                  </a:lnTo>
                  <a:lnTo>
                    <a:pt x="26263" y="17370"/>
                  </a:lnTo>
                  <a:lnTo>
                    <a:pt x="26541" y="16119"/>
                  </a:lnTo>
                  <a:lnTo>
                    <a:pt x="26680" y="14730"/>
                  </a:lnTo>
                  <a:lnTo>
                    <a:pt x="26819" y="13479"/>
                  </a:lnTo>
                  <a:lnTo>
                    <a:pt x="26680" y="12089"/>
                  </a:lnTo>
                  <a:lnTo>
                    <a:pt x="26541" y="10700"/>
                  </a:lnTo>
                  <a:lnTo>
                    <a:pt x="26263" y="9449"/>
                  </a:lnTo>
                  <a:lnTo>
                    <a:pt x="25707" y="8199"/>
                  </a:lnTo>
                  <a:lnTo>
                    <a:pt x="25152" y="6948"/>
                  </a:lnTo>
                  <a:lnTo>
                    <a:pt x="24457" y="5836"/>
                  </a:lnTo>
                  <a:lnTo>
                    <a:pt x="23762" y="4864"/>
                  </a:lnTo>
                  <a:lnTo>
                    <a:pt x="22928" y="3891"/>
                  </a:lnTo>
                  <a:lnTo>
                    <a:pt x="21956" y="3057"/>
                  </a:lnTo>
                  <a:lnTo>
                    <a:pt x="20844" y="2223"/>
                  </a:lnTo>
                  <a:lnTo>
                    <a:pt x="19732" y="1668"/>
                  </a:lnTo>
                  <a:lnTo>
                    <a:pt x="18621" y="973"/>
                  </a:lnTo>
                  <a:lnTo>
                    <a:pt x="17370" y="556"/>
                  </a:lnTo>
                  <a:lnTo>
                    <a:pt x="16119" y="278"/>
                  </a:lnTo>
                  <a:lnTo>
                    <a:pt x="14730" y="0"/>
                  </a:lnTo>
                  <a:close/>
                </a:path>
              </a:pathLst>
            </a:custGeom>
            <a:solidFill>
              <a:srgbClr val="78A9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8" name="Google Shape;2518;p164"/>
            <p:cNvSpPr/>
            <p:nvPr/>
          </p:nvSpPr>
          <p:spPr>
            <a:xfrm>
              <a:off x="975250" y="1846550"/>
              <a:ext cx="670475" cy="673975"/>
            </a:xfrm>
            <a:custGeom>
              <a:avLst/>
              <a:gdLst/>
              <a:ahLst/>
              <a:cxnLst/>
              <a:rect l="l" t="t" r="r" b="b"/>
              <a:pathLst>
                <a:path w="26819" h="26959" extrusionOk="0">
                  <a:moveTo>
                    <a:pt x="13479" y="1"/>
                  </a:moveTo>
                  <a:lnTo>
                    <a:pt x="12089" y="140"/>
                  </a:lnTo>
                  <a:lnTo>
                    <a:pt x="10700" y="279"/>
                  </a:lnTo>
                  <a:lnTo>
                    <a:pt x="9449" y="696"/>
                  </a:lnTo>
                  <a:lnTo>
                    <a:pt x="8199" y="1113"/>
                  </a:lnTo>
                  <a:lnTo>
                    <a:pt x="7087" y="1668"/>
                  </a:lnTo>
                  <a:lnTo>
                    <a:pt x="5975" y="2363"/>
                  </a:lnTo>
                  <a:lnTo>
                    <a:pt x="4864" y="3058"/>
                  </a:lnTo>
                  <a:lnTo>
                    <a:pt x="3891" y="4031"/>
                  </a:lnTo>
                  <a:lnTo>
                    <a:pt x="3057" y="5003"/>
                  </a:lnTo>
                  <a:lnTo>
                    <a:pt x="2362" y="5976"/>
                  </a:lnTo>
                  <a:lnTo>
                    <a:pt x="1668" y="7088"/>
                  </a:lnTo>
                  <a:lnTo>
                    <a:pt x="1112" y="8200"/>
                  </a:lnTo>
                  <a:lnTo>
                    <a:pt x="556" y="9450"/>
                  </a:lnTo>
                  <a:lnTo>
                    <a:pt x="278" y="10840"/>
                  </a:lnTo>
                  <a:lnTo>
                    <a:pt x="139" y="12090"/>
                  </a:lnTo>
                  <a:lnTo>
                    <a:pt x="0" y="13480"/>
                  </a:lnTo>
                  <a:lnTo>
                    <a:pt x="139" y="14870"/>
                  </a:lnTo>
                  <a:lnTo>
                    <a:pt x="278" y="16259"/>
                  </a:lnTo>
                  <a:lnTo>
                    <a:pt x="556" y="17510"/>
                  </a:lnTo>
                  <a:lnTo>
                    <a:pt x="1112" y="18760"/>
                  </a:lnTo>
                  <a:lnTo>
                    <a:pt x="1668" y="19872"/>
                  </a:lnTo>
                  <a:lnTo>
                    <a:pt x="2362" y="20984"/>
                  </a:lnTo>
                  <a:lnTo>
                    <a:pt x="3057" y="22095"/>
                  </a:lnTo>
                  <a:lnTo>
                    <a:pt x="3891" y="22929"/>
                  </a:lnTo>
                  <a:lnTo>
                    <a:pt x="4864" y="23902"/>
                  </a:lnTo>
                  <a:lnTo>
                    <a:pt x="5975" y="24597"/>
                  </a:lnTo>
                  <a:lnTo>
                    <a:pt x="7087" y="25291"/>
                  </a:lnTo>
                  <a:lnTo>
                    <a:pt x="8199" y="25847"/>
                  </a:lnTo>
                  <a:lnTo>
                    <a:pt x="9449" y="26264"/>
                  </a:lnTo>
                  <a:lnTo>
                    <a:pt x="10700" y="26681"/>
                  </a:lnTo>
                  <a:lnTo>
                    <a:pt x="12089" y="26820"/>
                  </a:lnTo>
                  <a:lnTo>
                    <a:pt x="13479" y="26959"/>
                  </a:lnTo>
                  <a:lnTo>
                    <a:pt x="14869" y="26820"/>
                  </a:lnTo>
                  <a:lnTo>
                    <a:pt x="16119" y="26681"/>
                  </a:lnTo>
                  <a:lnTo>
                    <a:pt x="17509" y="26264"/>
                  </a:lnTo>
                  <a:lnTo>
                    <a:pt x="18620" y="25847"/>
                  </a:lnTo>
                  <a:lnTo>
                    <a:pt x="19871" y="25291"/>
                  </a:lnTo>
                  <a:lnTo>
                    <a:pt x="20983" y="24597"/>
                  </a:lnTo>
                  <a:lnTo>
                    <a:pt x="21955" y="23902"/>
                  </a:lnTo>
                  <a:lnTo>
                    <a:pt x="22928" y="22929"/>
                  </a:lnTo>
                  <a:lnTo>
                    <a:pt x="23762" y="22095"/>
                  </a:lnTo>
                  <a:lnTo>
                    <a:pt x="24596" y="20984"/>
                  </a:lnTo>
                  <a:lnTo>
                    <a:pt x="25290" y="19872"/>
                  </a:lnTo>
                  <a:lnTo>
                    <a:pt x="25846" y="18760"/>
                  </a:lnTo>
                  <a:lnTo>
                    <a:pt x="26263" y="17510"/>
                  </a:lnTo>
                  <a:lnTo>
                    <a:pt x="26541" y="16259"/>
                  </a:lnTo>
                  <a:lnTo>
                    <a:pt x="26819" y="14870"/>
                  </a:lnTo>
                  <a:lnTo>
                    <a:pt x="26819" y="13480"/>
                  </a:lnTo>
                  <a:lnTo>
                    <a:pt x="26819" y="12090"/>
                  </a:lnTo>
                  <a:lnTo>
                    <a:pt x="26541" y="10840"/>
                  </a:lnTo>
                  <a:lnTo>
                    <a:pt x="26263" y="9450"/>
                  </a:lnTo>
                  <a:lnTo>
                    <a:pt x="25846" y="8200"/>
                  </a:lnTo>
                  <a:lnTo>
                    <a:pt x="25290" y="7088"/>
                  </a:lnTo>
                  <a:lnTo>
                    <a:pt x="24596" y="5976"/>
                  </a:lnTo>
                  <a:lnTo>
                    <a:pt x="23762" y="5003"/>
                  </a:lnTo>
                  <a:lnTo>
                    <a:pt x="22928" y="4031"/>
                  </a:lnTo>
                  <a:lnTo>
                    <a:pt x="21955" y="3058"/>
                  </a:lnTo>
                  <a:lnTo>
                    <a:pt x="20983" y="2363"/>
                  </a:lnTo>
                  <a:lnTo>
                    <a:pt x="19871" y="1668"/>
                  </a:lnTo>
                  <a:lnTo>
                    <a:pt x="18620" y="1113"/>
                  </a:lnTo>
                  <a:lnTo>
                    <a:pt x="17509" y="696"/>
                  </a:lnTo>
                  <a:lnTo>
                    <a:pt x="16119" y="279"/>
                  </a:lnTo>
                  <a:lnTo>
                    <a:pt x="14869" y="140"/>
                  </a:lnTo>
                  <a:lnTo>
                    <a:pt x="13479" y="1"/>
                  </a:lnTo>
                  <a:close/>
                </a:path>
              </a:pathLst>
            </a:custGeom>
            <a:solidFill>
              <a:srgbClr val="78A9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9" name="Google Shape;2519;p164"/>
            <p:cNvSpPr/>
            <p:nvPr/>
          </p:nvSpPr>
          <p:spPr>
            <a:xfrm>
              <a:off x="975250" y="3191000"/>
              <a:ext cx="670475" cy="673975"/>
            </a:xfrm>
            <a:custGeom>
              <a:avLst/>
              <a:gdLst/>
              <a:ahLst/>
              <a:cxnLst/>
              <a:rect l="l" t="t" r="r" b="b"/>
              <a:pathLst>
                <a:path w="26819" h="26959" extrusionOk="0">
                  <a:moveTo>
                    <a:pt x="13479" y="0"/>
                  </a:moveTo>
                  <a:lnTo>
                    <a:pt x="12089" y="139"/>
                  </a:lnTo>
                  <a:lnTo>
                    <a:pt x="10700" y="278"/>
                  </a:lnTo>
                  <a:lnTo>
                    <a:pt x="9449" y="695"/>
                  </a:lnTo>
                  <a:lnTo>
                    <a:pt x="8199" y="1112"/>
                  </a:lnTo>
                  <a:lnTo>
                    <a:pt x="7087" y="1668"/>
                  </a:lnTo>
                  <a:lnTo>
                    <a:pt x="5975" y="2362"/>
                  </a:lnTo>
                  <a:lnTo>
                    <a:pt x="4864" y="3057"/>
                  </a:lnTo>
                  <a:lnTo>
                    <a:pt x="3891" y="4030"/>
                  </a:lnTo>
                  <a:lnTo>
                    <a:pt x="3057" y="5003"/>
                  </a:lnTo>
                  <a:lnTo>
                    <a:pt x="2362" y="5975"/>
                  </a:lnTo>
                  <a:lnTo>
                    <a:pt x="1668" y="7087"/>
                  </a:lnTo>
                  <a:lnTo>
                    <a:pt x="1112" y="8199"/>
                  </a:lnTo>
                  <a:lnTo>
                    <a:pt x="556" y="9449"/>
                  </a:lnTo>
                  <a:lnTo>
                    <a:pt x="278" y="10839"/>
                  </a:lnTo>
                  <a:lnTo>
                    <a:pt x="139" y="12089"/>
                  </a:lnTo>
                  <a:lnTo>
                    <a:pt x="0" y="13479"/>
                  </a:lnTo>
                  <a:lnTo>
                    <a:pt x="139" y="14869"/>
                  </a:lnTo>
                  <a:lnTo>
                    <a:pt x="278" y="16258"/>
                  </a:lnTo>
                  <a:lnTo>
                    <a:pt x="556" y="17509"/>
                  </a:lnTo>
                  <a:lnTo>
                    <a:pt x="1112" y="18760"/>
                  </a:lnTo>
                  <a:lnTo>
                    <a:pt x="1668" y="19871"/>
                  </a:lnTo>
                  <a:lnTo>
                    <a:pt x="2362" y="20983"/>
                  </a:lnTo>
                  <a:lnTo>
                    <a:pt x="3057" y="22095"/>
                  </a:lnTo>
                  <a:lnTo>
                    <a:pt x="3891" y="22928"/>
                  </a:lnTo>
                  <a:lnTo>
                    <a:pt x="4864" y="23901"/>
                  </a:lnTo>
                  <a:lnTo>
                    <a:pt x="5975" y="24596"/>
                  </a:lnTo>
                  <a:lnTo>
                    <a:pt x="7087" y="25291"/>
                  </a:lnTo>
                  <a:lnTo>
                    <a:pt x="8199" y="25846"/>
                  </a:lnTo>
                  <a:lnTo>
                    <a:pt x="9449" y="26263"/>
                  </a:lnTo>
                  <a:lnTo>
                    <a:pt x="10700" y="26680"/>
                  </a:lnTo>
                  <a:lnTo>
                    <a:pt x="12089" y="26819"/>
                  </a:lnTo>
                  <a:lnTo>
                    <a:pt x="13479" y="26958"/>
                  </a:lnTo>
                  <a:lnTo>
                    <a:pt x="14869" y="26819"/>
                  </a:lnTo>
                  <a:lnTo>
                    <a:pt x="16119" y="26680"/>
                  </a:lnTo>
                  <a:lnTo>
                    <a:pt x="17509" y="26263"/>
                  </a:lnTo>
                  <a:lnTo>
                    <a:pt x="18620" y="25846"/>
                  </a:lnTo>
                  <a:lnTo>
                    <a:pt x="19871" y="25291"/>
                  </a:lnTo>
                  <a:lnTo>
                    <a:pt x="20983" y="24596"/>
                  </a:lnTo>
                  <a:lnTo>
                    <a:pt x="21955" y="23901"/>
                  </a:lnTo>
                  <a:lnTo>
                    <a:pt x="22928" y="22928"/>
                  </a:lnTo>
                  <a:lnTo>
                    <a:pt x="23762" y="22095"/>
                  </a:lnTo>
                  <a:lnTo>
                    <a:pt x="24596" y="20983"/>
                  </a:lnTo>
                  <a:lnTo>
                    <a:pt x="25290" y="19871"/>
                  </a:lnTo>
                  <a:lnTo>
                    <a:pt x="25846" y="18760"/>
                  </a:lnTo>
                  <a:lnTo>
                    <a:pt x="26263" y="17509"/>
                  </a:lnTo>
                  <a:lnTo>
                    <a:pt x="26541" y="16258"/>
                  </a:lnTo>
                  <a:lnTo>
                    <a:pt x="26819" y="14869"/>
                  </a:lnTo>
                  <a:lnTo>
                    <a:pt x="26819" y="13479"/>
                  </a:lnTo>
                  <a:lnTo>
                    <a:pt x="26819" y="12089"/>
                  </a:lnTo>
                  <a:lnTo>
                    <a:pt x="26541" y="10839"/>
                  </a:lnTo>
                  <a:lnTo>
                    <a:pt x="26263" y="9449"/>
                  </a:lnTo>
                  <a:lnTo>
                    <a:pt x="25846" y="8199"/>
                  </a:lnTo>
                  <a:lnTo>
                    <a:pt x="25290" y="7087"/>
                  </a:lnTo>
                  <a:lnTo>
                    <a:pt x="24596" y="5975"/>
                  </a:lnTo>
                  <a:lnTo>
                    <a:pt x="23762" y="5003"/>
                  </a:lnTo>
                  <a:lnTo>
                    <a:pt x="22928" y="4030"/>
                  </a:lnTo>
                  <a:lnTo>
                    <a:pt x="21955" y="3057"/>
                  </a:lnTo>
                  <a:lnTo>
                    <a:pt x="20983" y="2362"/>
                  </a:lnTo>
                  <a:lnTo>
                    <a:pt x="19871" y="1668"/>
                  </a:lnTo>
                  <a:lnTo>
                    <a:pt x="18620" y="1112"/>
                  </a:lnTo>
                  <a:lnTo>
                    <a:pt x="17509" y="695"/>
                  </a:lnTo>
                  <a:lnTo>
                    <a:pt x="16119" y="278"/>
                  </a:lnTo>
                  <a:lnTo>
                    <a:pt x="14869" y="139"/>
                  </a:lnTo>
                  <a:lnTo>
                    <a:pt x="13479" y="0"/>
                  </a:lnTo>
                  <a:close/>
                </a:path>
              </a:pathLst>
            </a:custGeom>
            <a:solidFill>
              <a:srgbClr val="78A9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0" name="Google Shape;2520;p164"/>
            <p:cNvSpPr/>
            <p:nvPr/>
          </p:nvSpPr>
          <p:spPr>
            <a:xfrm>
              <a:off x="5974275" y="1846550"/>
              <a:ext cx="670475" cy="673975"/>
            </a:xfrm>
            <a:custGeom>
              <a:avLst/>
              <a:gdLst/>
              <a:ahLst/>
              <a:cxnLst/>
              <a:rect l="l" t="t" r="r" b="b"/>
              <a:pathLst>
                <a:path w="26819" h="26959" extrusionOk="0">
                  <a:moveTo>
                    <a:pt x="13340" y="1"/>
                  </a:moveTo>
                  <a:lnTo>
                    <a:pt x="11950" y="140"/>
                  </a:lnTo>
                  <a:lnTo>
                    <a:pt x="10700" y="279"/>
                  </a:lnTo>
                  <a:lnTo>
                    <a:pt x="9310" y="696"/>
                  </a:lnTo>
                  <a:lnTo>
                    <a:pt x="8199" y="1113"/>
                  </a:lnTo>
                  <a:lnTo>
                    <a:pt x="6948" y="1668"/>
                  </a:lnTo>
                  <a:lnTo>
                    <a:pt x="5836" y="2363"/>
                  </a:lnTo>
                  <a:lnTo>
                    <a:pt x="4864" y="3058"/>
                  </a:lnTo>
                  <a:lnTo>
                    <a:pt x="3891" y="4031"/>
                  </a:lnTo>
                  <a:lnTo>
                    <a:pt x="3057" y="5003"/>
                  </a:lnTo>
                  <a:lnTo>
                    <a:pt x="2223" y="5976"/>
                  </a:lnTo>
                  <a:lnTo>
                    <a:pt x="1529" y="7088"/>
                  </a:lnTo>
                  <a:lnTo>
                    <a:pt x="973" y="8200"/>
                  </a:lnTo>
                  <a:lnTo>
                    <a:pt x="556" y="9450"/>
                  </a:lnTo>
                  <a:lnTo>
                    <a:pt x="278" y="10840"/>
                  </a:lnTo>
                  <a:lnTo>
                    <a:pt x="0" y="12090"/>
                  </a:lnTo>
                  <a:lnTo>
                    <a:pt x="0" y="13480"/>
                  </a:lnTo>
                  <a:lnTo>
                    <a:pt x="0" y="14870"/>
                  </a:lnTo>
                  <a:lnTo>
                    <a:pt x="278" y="16259"/>
                  </a:lnTo>
                  <a:lnTo>
                    <a:pt x="556" y="17510"/>
                  </a:lnTo>
                  <a:lnTo>
                    <a:pt x="973" y="18760"/>
                  </a:lnTo>
                  <a:lnTo>
                    <a:pt x="1529" y="19872"/>
                  </a:lnTo>
                  <a:lnTo>
                    <a:pt x="2223" y="20984"/>
                  </a:lnTo>
                  <a:lnTo>
                    <a:pt x="3057" y="22095"/>
                  </a:lnTo>
                  <a:lnTo>
                    <a:pt x="3891" y="22929"/>
                  </a:lnTo>
                  <a:lnTo>
                    <a:pt x="4864" y="23902"/>
                  </a:lnTo>
                  <a:lnTo>
                    <a:pt x="5836" y="24597"/>
                  </a:lnTo>
                  <a:lnTo>
                    <a:pt x="6948" y="25291"/>
                  </a:lnTo>
                  <a:lnTo>
                    <a:pt x="8199" y="25847"/>
                  </a:lnTo>
                  <a:lnTo>
                    <a:pt x="9310" y="26264"/>
                  </a:lnTo>
                  <a:lnTo>
                    <a:pt x="10700" y="26681"/>
                  </a:lnTo>
                  <a:lnTo>
                    <a:pt x="11950" y="26820"/>
                  </a:lnTo>
                  <a:lnTo>
                    <a:pt x="13340" y="26959"/>
                  </a:lnTo>
                  <a:lnTo>
                    <a:pt x="14730" y="26820"/>
                  </a:lnTo>
                  <a:lnTo>
                    <a:pt x="16119" y="26681"/>
                  </a:lnTo>
                  <a:lnTo>
                    <a:pt x="17370" y="26264"/>
                  </a:lnTo>
                  <a:lnTo>
                    <a:pt x="18620" y="25847"/>
                  </a:lnTo>
                  <a:lnTo>
                    <a:pt x="19732" y="25291"/>
                  </a:lnTo>
                  <a:lnTo>
                    <a:pt x="20844" y="24597"/>
                  </a:lnTo>
                  <a:lnTo>
                    <a:pt x="21955" y="23902"/>
                  </a:lnTo>
                  <a:lnTo>
                    <a:pt x="22928" y="22929"/>
                  </a:lnTo>
                  <a:lnTo>
                    <a:pt x="23762" y="22095"/>
                  </a:lnTo>
                  <a:lnTo>
                    <a:pt x="24457" y="20984"/>
                  </a:lnTo>
                  <a:lnTo>
                    <a:pt x="25152" y="19872"/>
                  </a:lnTo>
                  <a:lnTo>
                    <a:pt x="25707" y="18760"/>
                  </a:lnTo>
                  <a:lnTo>
                    <a:pt x="26263" y="17510"/>
                  </a:lnTo>
                  <a:lnTo>
                    <a:pt x="26541" y="16259"/>
                  </a:lnTo>
                  <a:lnTo>
                    <a:pt x="26680" y="14870"/>
                  </a:lnTo>
                  <a:lnTo>
                    <a:pt x="26819" y="13480"/>
                  </a:lnTo>
                  <a:lnTo>
                    <a:pt x="26680" y="12090"/>
                  </a:lnTo>
                  <a:lnTo>
                    <a:pt x="26541" y="10840"/>
                  </a:lnTo>
                  <a:lnTo>
                    <a:pt x="26263" y="9450"/>
                  </a:lnTo>
                  <a:lnTo>
                    <a:pt x="25707" y="8200"/>
                  </a:lnTo>
                  <a:lnTo>
                    <a:pt x="25152" y="7088"/>
                  </a:lnTo>
                  <a:lnTo>
                    <a:pt x="24457" y="5976"/>
                  </a:lnTo>
                  <a:lnTo>
                    <a:pt x="23762" y="5003"/>
                  </a:lnTo>
                  <a:lnTo>
                    <a:pt x="22928" y="4031"/>
                  </a:lnTo>
                  <a:lnTo>
                    <a:pt x="21955" y="3058"/>
                  </a:lnTo>
                  <a:lnTo>
                    <a:pt x="20844" y="2363"/>
                  </a:lnTo>
                  <a:lnTo>
                    <a:pt x="19732" y="1668"/>
                  </a:lnTo>
                  <a:lnTo>
                    <a:pt x="18620" y="1113"/>
                  </a:lnTo>
                  <a:lnTo>
                    <a:pt x="17370" y="696"/>
                  </a:lnTo>
                  <a:lnTo>
                    <a:pt x="16119" y="279"/>
                  </a:lnTo>
                  <a:lnTo>
                    <a:pt x="14730" y="140"/>
                  </a:lnTo>
                  <a:lnTo>
                    <a:pt x="13340" y="1"/>
                  </a:lnTo>
                  <a:close/>
                </a:path>
              </a:pathLst>
            </a:custGeom>
            <a:solidFill>
              <a:srgbClr val="78A9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1" name="Google Shape;2521;p164"/>
            <p:cNvSpPr/>
            <p:nvPr/>
          </p:nvSpPr>
          <p:spPr>
            <a:xfrm>
              <a:off x="5974275" y="3191000"/>
              <a:ext cx="670475" cy="673975"/>
            </a:xfrm>
            <a:custGeom>
              <a:avLst/>
              <a:gdLst/>
              <a:ahLst/>
              <a:cxnLst/>
              <a:rect l="l" t="t" r="r" b="b"/>
              <a:pathLst>
                <a:path w="26819" h="26959" extrusionOk="0">
                  <a:moveTo>
                    <a:pt x="13340" y="0"/>
                  </a:moveTo>
                  <a:lnTo>
                    <a:pt x="11950" y="139"/>
                  </a:lnTo>
                  <a:lnTo>
                    <a:pt x="10700" y="278"/>
                  </a:lnTo>
                  <a:lnTo>
                    <a:pt x="9310" y="695"/>
                  </a:lnTo>
                  <a:lnTo>
                    <a:pt x="8199" y="1112"/>
                  </a:lnTo>
                  <a:lnTo>
                    <a:pt x="6948" y="1668"/>
                  </a:lnTo>
                  <a:lnTo>
                    <a:pt x="5836" y="2362"/>
                  </a:lnTo>
                  <a:lnTo>
                    <a:pt x="4864" y="3057"/>
                  </a:lnTo>
                  <a:lnTo>
                    <a:pt x="3891" y="4030"/>
                  </a:lnTo>
                  <a:lnTo>
                    <a:pt x="3057" y="5003"/>
                  </a:lnTo>
                  <a:lnTo>
                    <a:pt x="2223" y="5975"/>
                  </a:lnTo>
                  <a:lnTo>
                    <a:pt x="1529" y="7087"/>
                  </a:lnTo>
                  <a:lnTo>
                    <a:pt x="973" y="8199"/>
                  </a:lnTo>
                  <a:lnTo>
                    <a:pt x="556" y="9449"/>
                  </a:lnTo>
                  <a:lnTo>
                    <a:pt x="278" y="10839"/>
                  </a:lnTo>
                  <a:lnTo>
                    <a:pt x="0" y="12089"/>
                  </a:lnTo>
                  <a:lnTo>
                    <a:pt x="0" y="13479"/>
                  </a:lnTo>
                  <a:lnTo>
                    <a:pt x="0" y="14869"/>
                  </a:lnTo>
                  <a:lnTo>
                    <a:pt x="278" y="16258"/>
                  </a:lnTo>
                  <a:lnTo>
                    <a:pt x="556" y="17509"/>
                  </a:lnTo>
                  <a:lnTo>
                    <a:pt x="973" y="18760"/>
                  </a:lnTo>
                  <a:lnTo>
                    <a:pt x="1529" y="19871"/>
                  </a:lnTo>
                  <a:lnTo>
                    <a:pt x="2223" y="20983"/>
                  </a:lnTo>
                  <a:lnTo>
                    <a:pt x="3057" y="22095"/>
                  </a:lnTo>
                  <a:lnTo>
                    <a:pt x="3891" y="22928"/>
                  </a:lnTo>
                  <a:lnTo>
                    <a:pt x="4864" y="23901"/>
                  </a:lnTo>
                  <a:lnTo>
                    <a:pt x="5836" y="24596"/>
                  </a:lnTo>
                  <a:lnTo>
                    <a:pt x="6948" y="25291"/>
                  </a:lnTo>
                  <a:lnTo>
                    <a:pt x="8199" y="25846"/>
                  </a:lnTo>
                  <a:lnTo>
                    <a:pt x="9310" y="26263"/>
                  </a:lnTo>
                  <a:lnTo>
                    <a:pt x="10700" y="26680"/>
                  </a:lnTo>
                  <a:lnTo>
                    <a:pt x="11950" y="26819"/>
                  </a:lnTo>
                  <a:lnTo>
                    <a:pt x="13340" y="26958"/>
                  </a:lnTo>
                  <a:lnTo>
                    <a:pt x="14730" y="26819"/>
                  </a:lnTo>
                  <a:lnTo>
                    <a:pt x="16119" y="26680"/>
                  </a:lnTo>
                  <a:lnTo>
                    <a:pt x="17370" y="26263"/>
                  </a:lnTo>
                  <a:lnTo>
                    <a:pt x="18620" y="25846"/>
                  </a:lnTo>
                  <a:lnTo>
                    <a:pt x="19732" y="25291"/>
                  </a:lnTo>
                  <a:lnTo>
                    <a:pt x="20844" y="24596"/>
                  </a:lnTo>
                  <a:lnTo>
                    <a:pt x="21955" y="23901"/>
                  </a:lnTo>
                  <a:lnTo>
                    <a:pt x="22928" y="22928"/>
                  </a:lnTo>
                  <a:lnTo>
                    <a:pt x="23762" y="22095"/>
                  </a:lnTo>
                  <a:lnTo>
                    <a:pt x="24457" y="20983"/>
                  </a:lnTo>
                  <a:lnTo>
                    <a:pt x="25152" y="19871"/>
                  </a:lnTo>
                  <a:lnTo>
                    <a:pt x="25707" y="18760"/>
                  </a:lnTo>
                  <a:lnTo>
                    <a:pt x="26263" y="17509"/>
                  </a:lnTo>
                  <a:lnTo>
                    <a:pt x="26541" y="16258"/>
                  </a:lnTo>
                  <a:lnTo>
                    <a:pt x="26680" y="14869"/>
                  </a:lnTo>
                  <a:lnTo>
                    <a:pt x="26819" y="13479"/>
                  </a:lnTo>
                  <a:lnTo>
                    <a:pt x="26680" y="12089"/>
                  </a:lnTo>
                  <a:lnTo>
                    <a:pt x="26541" y="10839"/>
                  </a:lnTo>
                  <a:lnTo>
                    <a:pt x="26263" y="9449"/>
                  </a:lnTo>
                  <a:lnTo>
                    <a:pt x="25707" y="8199"/>
                  </a:lnTo>
                  <a:lnTo>
                    <a:pt x="25152" y="7087"/>
                  </a:lnTo>
                  <a:lnTo>
                    <a:pt x="24457" y="5975"/>
                  </a:lnTo>
                  <a:lnTo>
                    <a:pt x="23762" y="5003"/>
                  </a:lnTo>
                  <a:lnTo>
                    <a:pt x="22928" y="4030"/>
                  </a:lnTo>
                  <a:lnTo>
                    <a:pt x="21955" y="3057"/>
                  </a:lnTo>
                  <a:lnTo>
                    <a:pt x="20844" y="2362"/>
                  </a:lnTo>
                  <a:lnTo>
                    <a:pt x="19732" y="1668"/>
                  </a:lnTo>
                  <a:lnTo>
                    <a:pt x="18620" y="1112"/>
                  </a:lnTo>
                  <a:lnTo>
                    <a:pt x="17370" y="695"/>
                  </a:lnTo>
                  <a:lnTo>
                    <a:pt x="16119" y="278"/>
                  </a:lnTo>
                  <a:lnTo>
                    <a:pt x="14730" y="139"/>
                  </a:lnTo>
                  <a:lnTo>
                    <a:pt x="13340" y="0"/>
                  </a:lnTo>
                  <a:close/>
                </a:path>
              </a:pathLst>
            </a:custGeom>
            <a:solidFill>
              <a:srgbClr val="78A9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2" name="Google Shape;2522;p164"/>
            <p:cNvSpPr/>
            <p:nvPr/>
          </p:nvSpPr>
          <p:spPr>
            <a:xfrm>
              <a:off x="3295850" y="1620750"/>
              <a:ext cx="1028300" cy="2470025"/>
            </a:xfrm>
            <a:custGeom>
              <a:avLst/>
              <a:gdLst/>
              <a:ahLst/>
              <a:cxnLst/>
              <a:rect l="l" t="t" r="r" b="b"/>
              <a:pathLst>
                <a:path w="41132" h="98801" extrusionOk="0">
                  <a:moveTo>
                    <a:pt x="14869" y="1"/>
                  </a:moveTo>
                  <a:lnTo>
                    <a:pt x="14869" y="6532"/>
                  </a:lnTo>
                  <a:lnTo>
                    <a:pt x="13201" y="6949"/>
                  </a:lnTo>
                  <a:lnTo>
                    <a:pt x="11534" y="7504"/>
                  </a:lnTo>
                  <a:lnTo>
                    <a:pt x="10005" y="8199"/>
                  </a:lnTo>
                  <a:lnTo>
                    <a:pt x="8616" y="9033"/>
                  </a:lnTo>
                  <a:lnTo>
                    <a:pt x="7226" y="10006"/>
                  </a:lnTo>
                  <a:lnTo>
                    <a:pt x="6114" y="11117"/>
                  </a:lnTo>
                  <a:lnTo>
                    <a:pt x="5003" y="12229"/>
                  </a:lnTo>
                  <a:lnTo>
                    <a:pt x="4030" y="13619"/>
                  </a:lnTo>
                  <a:lnTo>
                    <a:pt x="3196" y="15008"/>
                  </a:lnTo>
                  <a:lnTo>
                    <a:pt x="2501" y="16537"/>
                  </a:lnTo>
                  <a:lnTo>
                    <a:pt x="1807" y="18065"/>
                  </a:lnTo>
                  <a:lnTo>
                    <a:pt x="1251" y="19872"/>
                  </a:lnTo>
                  <a:lnTo>
                    <a:pt x="973" y="21678"/>
                  </a:lnTo>
                  <a:lnTo>
                    <a:pt x="556" y="23624"/>
                  </a:lnTo>
                  <a:lnTo>
                    <a:pt x="417" y="25708"/>
                  </a:lnTo>
                  <a:lnTo>
                    <a:pt x="417" y="27792"/>
                  </a:lnTo>
                  <a:lnTo>
                    <a:pt x="417" y="30155"/>
                  </a:lnTo>
                  <a:lnTo>
                    <a:pt x="695" y="32239"/>
                  </a:lnTo>
                  <a:lnTo>
                    <a:pt x="1112" y="34323"/>
                  </a:lnTo>
                  <a:lnTo>
                    <a:pt x="1529" y="36130"/>
                  </a:lnTo>
                  <a:lnTo>
                    <a:pt x="2085" y="37936"/>
                  </a:lnTo>
                  <a:lnTo>
                    <a:pt x="2918" y="39604"/>
                  </a:lnTo>
                  <a:lnTo>
                    <a:pt x="3613" y="41271"/>
                  </a:lnTo>
                  <a:lnTo>
                    <a:pt x="4586" y="42800"/>
                  </a:lnTo>
                  <a:lnTo>
                    <a:pt x="5559" y="44190"/>
                  </a:lnTo>
                  <a:lnTo>
                    <a:pt x="6670" y="45440"/>
                  </a:lnTo>
                  <a:lnTo>
                    <a:pt x="8894" y="47941"/>
                  </a:lnTo>
                  <a:lnTo>
                    <a:pt x="11256" y="50304"/>
                  </a:lnTo>
                  <a:lnTo>
                    <a:pt x="13896" y="52388"/>
                  </a:lnTo>
                  <a:lnTo>
                    <a:pt x="18760" y="56557"/>
                  </a:lnTo>
                  <a:lnTo>
                    <a:pt x="20983" y="58641"/>
                  </a:lnTo>
                  <a:lnTo>
                    <a:pt x="23067" y="60865"/>
                  </a:lnTo>
                  <a:lnTo>
                    <a:pt x="24040" y="61976"/>
                  </a:lnTo>
                  <a:lnTo>
                    <a:pt x="24735" y="63227"/>
                  </a:lnTo>
                  <a:lnTo>
                    <a:pt x="25569" y="64478"/>
                  </a:lnTo>
                  <a:lnTo>
                    <a:pt x="26124" y="65728"/>
                  </a:lnTo>
                  <a:lnTo>
                    <a:pt x="26680" y="67118"/>
                  </a:lnTo>
                  <a:lnTo>
                    <a:pt x="26958" y="68646"/>
                  </a:lnTo>
                  <a:lnTo>
                    <a:pt x="27236" y="70175"/>
                  </a:lnTo>
                  <a:lnTo>
                    <a:pt x="27236" y="71842"/>
                  </a:lnTo>
                  <a:lnTo>
                    <a:pt x="27097" y="73927"/>
                  </a:lnTo>
                  <a:lnTo>
                    <a:pt x="26819" y="75733"/>
                  </a:lnTo>
                  <a:lnTo>
                    <a:pt x="26124" y="77262"/>
                  </a:lnTo>
                  <a:lnTo>
                    <a:pt x="25846" y="77818"/>
                  </a:lnTo>
                  <a:lnTo>
                    <a:pt x="25430" y="78373"/>
                  </a:lnTo>
                  <a:lnTo>
                    <a:pt x="24874" y="78790"/>
                  </a:lnTo>
                  <a:lnTo>
                    <a:pt x="24318" y="79207"/>
                  </a:lnTo>
                  <a:lnTo>
                    <a:pt x="23206" y="79902"/>
                  </a:lnTo>
                  <a:lnTo>
                    <a:pt x="21678" y="80180"/>
                  </a:lnTo>
                  <a:lnTo>
                    <a:pt x="20149" y="80319"/>
                  </a:lnTo>
                  <a:lnTo>
                    <a:pt x="18621" y="80180"/>
                  </a:lnTo>
                  <a:lnTo>
                    <a:pt x="17231" y="79902"/>
                  </a:lnTo>
                  <a:lnTo>
                    <a:pt x="15980" y="79207"/>
                  </a:lnTo>
                  <a:lnTo>
                    <a:pt x="15425" y="78790"/>
                  </a:lnTo>
                  <a:lnTo>
                    <a:pt x="15008" y="78373"/>
                  </a:lnTo>
                  <a:lnTo>
                    <a:pt x="14591" y="77818"/>
                  </a:lnTo>
                  <a:lnTo>
                    <a:pt x="14174" y="77262"/>
                  </a:lnTo>
                  <a:lnTo>
                    <a:pt x="13757" y="76567"/>
                  </a:lnTo>
                  <a:lnTo>
                    <a:pt x="13618" y="75733"/>
                  </a:lnTo>
                  <a:lnTo>
                    <a:pt x="13201" y="73927"/>
                  </a:lnTo>
                  <a:lnTo>
                    <a:pt x="13062" y="71842"/>
                  </a:lnTo>
                  <a:lnTo>
                    <a:pt x="13062" y="64894"/>
                  </a:lnTo>
                  <a:lnTo>
                    <a:pt x="0" y="64894"/>
                  </a:lnTo>
                  <a:lnTo>
                    <a:pt x="0" y="70870"/>
                  </a:lnTo>
                  <a:lnTo>
                    <a:pt x="139" y="73093"/>
                  </a:lnTo>
                  <a:lnTo>
                    <a:pt x="278" y="75177"/>
                  </a:lnTo>
                  <a:lnTo>
                    <a:pt x="556" y="77123"/>
                  </a:lnTo>
                  <a:lnTo>
                    <a:pt x="973" y="79068"/>
                  </a:lnTo>
                  <a:lnTo>
                    <a:pt x="1529" y="80736"/>
                  </a:lnTo>
                  <a:lnTo>
                    <a:pt x="2085" y="82403"/>
                  </a:lnTo>
                  <a:lnTo>
                    <a:pt x="2918" y="83932"/>
                  </a:lnTo>
                  <a:lnTo>
                    <a:pt x="3752" y="85460"/>
                  </a:lnTo>
                  <a:lnTo>
                    <a:pt x="4725" y="86711"/>
                  </a:lnTo>
                  <a:lnTo>
                    <a:pt x="5836" y="87962"/>
                  </a:lnTo>
                  <a:lnTo>
                    <a:pt x="7087" y="88934"/>
                  </a:lnTo>
                  <a:lnTo>
                    <a:pt x="8477" y="89907"/>
                  </a:lnTo>
                  <a:lnTo>
                    <a:pt x="9866" y="90741"/>
                  </a:lnTo>
                  <a:lnTo>
                    <a:pt x="11395" y="91436"/>
                  </a:lnTo>
                  <a:lnTo>
                    <a:pt x="13201" y="91991"/>
                  </a:lnTo>
                  <a:lnTo>
                    <a:pt x="15008" y="92408"/>
                  </a:lnTo>
                  <a:lnTo>
                    <a:pt x="15008" y="98800"/>
                  </a:lnTo>
                  <a:lnTo>
                    <a:pt x="26124" y="98800"/>
                  </a:lnTo>
                  <a:lnTo>
                    <a:pt x="26124" y="92408"/>
                  </a:lnTo>
                  <a:lnTo>
                    <a:pt x="27931" y="91991"/>
                  </a:lnTo>
                  <a:lnTo>
                    <a:pt x="29598" y="91436"/>
                  </a:lnTo>
                  <a:lnTo>
                    <a:pt x="31127" y="90741"/>
                  </a:lnTo>
                  <a:lnTo>
                    <a:pt x="32655" y="89907"/>
                  </a:lnTo>
                  <a:lnTo>
                    <a:pt x="33906" y="88934"/>
                  </a:lnTo>
                  <a:lnTo>
                    <a:pt x="35157" y="87823"/>
                  </a:lnTo>
                  <a:lnTo>
                    <a:pt x="36268" y="86711"/>
                  </a:lnTo>
                  <a:lnTo>
                    <a:pt x="37241" y="85321"/>
                  </a:lnTo>
                  <a:lnTo>
                    <a:pt x="38214" y="83932"/>
                  </a:lnTo>
                  <a:lnTo>
                    <a:pt x="38909" y="82403"/>
                  </a:lnTo>
                  <a:lnTo>
                    <a:pt x="39603" y="80736"/>
                  </a:lnTo>
                  <a:lnTo>
                    <a:pt x="40159" y="79068"/>
                  </a:lnTo>
                  <a:lnTo>
                    <a:pt x="40576" y="77123"/>
                  </a:lnTo>
                  <a:lnTo>
                    <a:pt x="40854" y="75177"/>
                  </a:lnTo>
                  <a:lnTo>
                    <a:pt x="40993" y="73093"/>
                  </a:lnTo>
                  <a:lnTo>
                    <a:pt x="41132" y="70870"/>
                  </a:lnTo>
                  <a:lnTo>
                    <a:pt x="40993" y="68646"/>
                  </a:lnTo>
                  <a:lnTo>
                    <a:pt x="40715" y="66562"/>
                  </a:lnTo>
                  <a:lnTo>
                    <a:pt x="40437" y="64478"/>
                  </a:lnTo>
                  <a:lnTo>
                    <a:pt x="39881" y="62532"/>
                  </a:lnTo>
                  <a:lnTo>
                    <a:pt x="39325" y="60865"/>
                  </a:lnTo>
                  <a:lnTo>
                    <a:pt x="38631" y="59058"/>
                  </a:lnTo>
                  <a:lnTo>
                    <a:pt x="37797" y="57530"/>
                  </a:lnTo>
                  <a:lnTo>
                    <a:pt x="36824" y="56001"/>
                  </a:lnTo>
                  <a:lnTo>
                    <a:pt x="35851" y="54611"/>
                  </a:lnTo>
                  <a:lnTo>
                    <a:pt x="34879" y="53222"/>
                  </a:lnTo>
                  <a:lnTo>
                    <a:pt x="32516" y="50721"/>
                  </a:lnTo>
                  <a:lnTo>
                    <a:pt x="30154" y="48497"/>
                  </a:lnTo>
                  <a:lnTo>
                    <a:pt x="27653" y="46274"/>
                  </a:lnTo>
                  <a:lnTo>
                    <a:pt x="22650" y="42244"/>
                  </a:lnTo>
                  <a:lnTo>
                    <a:pt x="20427" y="40160"/>
                  </a:lnTo>
                  <a:lnTo>
                    <a:pt x="18343" y="37936"/>
                  </a:lnTo>
                  <a:lnTo>
                    <a:pt x="17509" y="36825"/>
                  </a:lnTo>
                  <a:lnTo>
                    <a:pt x="16675" y="35574"/>
                  </a:lnTo>
                  <a:lnTo>
                    <a:pt x="15980" y="34323"/>
                  </a:lnTo>
                  <a:lnTo>
                    <a:pt x="15286" y="33073"/>
                  </a:lnTo>
                  <a:lnTo>
                    <a:pt x="14869" y="31683"/>
                  </a:lnTo>
                  <a:lnTo>
                    <a:pt x="14452" y="30155"/>
                  </a:lnTo>
                  <a:lnTo>
                    <a:pt x="14313" y="28626"/>
                  </a:lnTo>
                  <a:lnTo>
                    <a:pt x="14174" y="26959"/>
                  </a:lnTo>
                  <a:lnTo>
                    <a:pt x="14313" y="24874"/>
                  </a:lnTo>
                  <a:lnTo>
                    <a:pt x="14591" y="23068"/>
                  </a:lnTo>
                  <a:lnTo>
                    <a:pt x="15147" y="21539"/>
                  </a:lnTo>
                  <a:lnTo>
                    <a:pt x="15564" y="20844"/>
                  </a:lnTo>
                  <a:lnTo>
                    <a:pt x="15980" y="20289"/>
                  </a:lnTo>
                  <a:lnTo>
                    <a:pt x="16397" y="19872"/>
                  </a:lnTo>
                  <a:lnTo>
                    <a:pt x="16953" y="19455"/>
                  </a:lnTo>
                  <a:lnTo>
                    <a:pt x="18065" y="18899"/>
                  </a:lnTo>
                  <a:lnTo>
                    <a:pt x="19454" y="18482"/>
                  </a:lnTo>
                  <a:lnTo>
                    <a:pt x="20983" y="18343"/>
                  </a:lnTo>
                  <a:lnTo>
                    <a:pt x="22650" y="18482"/>
                  </a:lnTo>
                  <a:lnTo>
                    <a:pt x="23901" y="18899"/>
                  </a:lnTo>
                  <a:lnTo>
                    <a:pt x="25152" y="19455"/>
                  </a:lnTo>
                  <a:lnTo>
                    <a:pt x="25707" y="19872"/>
                  </a:lnTo>
                  <a:lnTo>
                    <a:pt x="26124" y="20289"/>
                  </a:lnTo>
                  <a:lnTo>
                    <a:pt x="26541" y="20844"/>
                  </a:lnTo>
                  <a:lnTo>
                    <a:pt x="26958" y="21539"/>
                  </a:lnTo>
                  <a:lnTo>
                    <a:pt x="27514" y="23068"/>
                  </a:lnTo>
                  <a:lnTo>
                    <a:pt x="27792" y="24874"/>
                  </a:lnTo>
                  <a:lnTo>
                    <a:pt x="27931" y="26959"/>
                  </a:lnTo>
                  <a:lnTo>
                    <a:pt x="27931" y="30711"/>
                  </a:lnTo>
                  <a:lnTo>
                    <a:pt x="40854" y="30711"/>
                  </a:lnTo>
                  <a:lnTo>
                    <a:pt x="40854" y="27931"/>
                  </a:lnTo>
                  <a:lnTo>
                    <a:pt x="40854" y="25708"/>
                  </a:lnTo>
                  <a:lnTo>
                    <a:pt x="40715" y="23624"/>
                  </a:lnTo>
                  <a:lnTo>
                    <a:pt x="40437" y="21678"/>
                  </a:lnTo>
                  <a:lnTo>
                    <a:pt x="40020" y="19872"/>
                  </a:lnTo>
                  <a:lnTo>
                    <a:pt x="39464" y="18065"/>
                  </a:lnTo>
                  <a:lnTo>
                    <a:pt x="38770" y="16398"/>
                  </a:lnTo>
                  <a:lnTo>
                    <a:pt x="38075" y="14869"/>
                  </a:lnTo>
                  <a:lnTo>
                    <a:pt x="37241" y="13480"/>
                  </a:lnTo>
                  <a:lnTo>
                    <a:pt x="36268" y="12229"/>
                  </a:lnTo>
                  <a:lnTo>
                    <a:pt x="35157" y="10978"/>
                  </a:lnTo>
                  <a:lnTo>
                    <a:pt x="33906" y="10006"/>
                  </a:lnTo>
                  <a:lnTo>
                    <a:pt x="32516" y="9033"/>
                  </a:lnTo>
                  <a:lnTo>
                    <a:pt x="31127" y="8199"/>
                  </a:lnTo>
                  <a:lnTo>
                    <a:pt x="29598" y="7504"/>
                  </a:lnTo>
                  <a:lnTo>
                    <a:pt x="27931" y="6949"/>
                  </a:lnTo>
                  <a:lnTo>
                    <a:pt x="26124" y="6532"/>
                  </a:lnTo>
                  <a:lnTo>
                    <a:pt x="26124" y="1"/>
                  </a:lnTo>
                  <a:close/>
                </a:path>
              </a:pathLst>
            </a:custGeom>
            <a:solidFill>
              <a:srgbClr val="78A9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3" name="Google Shape;2523;p164"/>
            <p:cNvSpPr/>
            <p:nvPr/>
          </p:nvSpPr>
          <p:spPr>
            <a:xfrm>
              <a:off x="1878475" y="925950"/>
              <a:ext cx="3863050" cy="3863100"/>
            </a:xfrm>
            <a:custGeom>
              <a:avLst/>
              <a:gdLst/>
              <a:ahLst/>
              <a:cxnLst/>
              <a:rect l="l" t="t" r="r" b="b"/>
              <a:pathLst>
                <a:path w="154522" h="154524" extrusionOk="0">
                  <a:moveTo>
                    <a:pt x="77261" y="13341"/>
                  </a:moveTo>
                  <a:lnTo>
                    <a:pt x="80457" y="13480"/>
                  </a:lnTo>
                  <a:lnTo>
                    <a:pt x="83653" y="13619"/>
                  </a:lnTo>
                  <a:lnTo>
                    <a:pt x="86710" y="14036"/>
                  </a:lnTo>
                  <a:lnTo>
                    <a:pt x="89767" y="14592"/>
                  </a:lnTo>
                  <a:lnTo>
                    <a:pt x="92824" y="15286"/>
                  </a:lnTo>
                  <a:lnTo>
                    <a:pt x="95881" y="16120"/>
                  </a:lnTo>
                  <a:lnTo>
                    <a:pt x="98800" y="17093"/>
                  </a:lnTo>
                  <a:lnTo>
                    <a:pt x="101718" y="18204"/>
                  </a:lnTo>
                  <a:lnTo>
                    <a:pt x="104636" y="19455"/>
                  </a:lnTo>
                  <a:lnTo>
                    <a:pt x="107415" y="20845"/>
                  </a:lnTo>
                  <a:lnTo>
                    <a:pt x="110055" y="22373"/>
                  </a:lnTo>
                  <a:lnTo>
                    <a:pt x="112695" y="24041"/>
                  </a:lnTo>
                  <a:lnTo>
                    <a:pt x="115336" y="25847"/>
                  </a:lnTo>
                  <a:lnTo>
                    <a:pt x="117698" y="27793"/>
                  </a:lnTo>
                  <a:lnTo>
                    <a:pt x="120199" y="29877"/>
                  </a:lnTo>
                  <a:lnTo>
                    <a:pt x="122422" y="32100"/>
                  </a:lnTo>
                  <a:lnTo>
                    <a:pt x="124646" y="34324"/>
                  </a:lnTo>
                  <a:lnTo>
                    <a:pt x="126730" y="36825"/>
                  </a:lnTo>
                  <a:lnTo>
                    <a:pt x="128676" y="39187"/>
                  </a:lnTo>
                  <a:lnTo>
                    <a:pt x="130482" y="41827"/>
                  </a:lnTo>
                  <a:lnTo>
                    <a:pt x="132150" y="44468"/>
                  </a:lnTo>
                  <a:lnTo>
                    <a:pt x="133678" y="47108"/>
                  </a:lnTo>
                  <a:lnTo>
                    <a:pt x="135068" y="49887"/>
                  </a:lnTo>
                  <a:lnTo>
                    <a:pt x="136318" y="52805"/>
                  </a:lnTo>
                  <a:lnTo>
                    <a:pt x="137430" y="55723"/>
                  </a:lnTo>
                  <a:lnTo>
                    <a:pt x="138403" y="58642"/>
                  </a:lnTo>
                  <a:lnTo>
                    <a:pt x="139236" y="61699"/>
                  </a:lnTo>
                  <a:lnTo>
                    <a:pt x="139931" y="64756"/>
                  </a:lnTo>
                  <a:lnTo>
                    <a:pt x="140487" y="67813"/>
                  </a:lnTo>
                  <a:lnTo>
                    <a:pt x="140904" y="70870"/>
                  </a:lnTo>
                  <a:lnTo>
                    <a:pt x="141043" y="74066"/>
                  </a:lnTo>
                  <a:lnTo>
                    <a:pt x="141182" y="77262"/>
                  </a:lnTo>
                  <a:lnTo>
                    <a:pt x="141043" y="80458"/>
                  </a:lnTo>
                  <a:lnTo>
                    <a:pt x="140904" y="83654"/>
                  </a:lnTo>
                  <a:lnTo>
                    <a:pt x="140487" y="86711"/>
                  </a:lnTo>
                  <a:lnTo>
                    <a:pt x="139931" y="89768"/>
                  </a:lnTo>
                  <a:lnTo>
                    <a:pt x="139236" y="92825"/>
                  </a:lnTo>
                  <a:lnTo>
                    <a:pt x="138403" y="95882"/>
                  </a:lnTo>
                  <a:lnTo>
                    <a:pt x="137430" y="98801"/>
                  </a:lnTo>
                  <a:lnTo>
                    <a:pt x="136318" y="101719"/>
                  </a:lnTo>
                  <a:lnTo>
                    <a:pt x="135068" y="104637"/>
                  </a:lnTo>
                  <a:lnTo>
                    <a:pt x="133678" y="107416"/>
                  </a:lnTo>
                  <a:lnTo>
                    <a:pt x="132150" y="110056"/>
                  </a:lnTo>
                  <a:lnTo>
                    <a:pt x="130482" y="112697"/>
                  </a:lnTo>
                  <a:lnTo>
                    <a:pt x="128676" y="115337"/>
                  </a:lnTo>
                  <a:lnTo>
                    <a:pt x="126730" y="117699"/>
                  </a:lnTo>
                  <a:lnTo>
                    <a:pt x="124646" y="120200"/>
                  </a:lnTo>
                  <a:lnTo>
                    <a:pt x="122422" y="122424"/>
                  </a:lnTo>
                  <a:lnTo>
                    <a:pt x="120199" y="124647"/>
                  </a:lnTo>
                  <a:lnTo>
                    <a:pt x="117698" y="126731"/>
                  </a:lnTo>
                  <a:lnTo>
                    <a:pt x="115336" y="128677"/>
                  </a:lnTo>
                  <a:lnTo>
                    <a:pt x="112695" y="130483"/>
                  </a:lnTo>
                  <a:lnTo>
                    <a:pt x="110055" y="132151"/>
                  </a:lnTo>
                  <a:lnTo>
                    <a:pt x="107415" y="133679"/>
                  </a:lnTo>
                  <a:lnTo>
                    <a:pt x="104636" y="135069"/>
                  </a:lnTo>
                  <a:lnTo>
                    <a:pt x="101718" y="136320"/>
                  </a:lnTo>
                  <a:lnTo>
                    <a:pt x="98800" y="137431"/>
                  </a:lnTo>
                  <a:lnTo>
                    <a:pt x="95881" y="138404"/>
                  </a:lnTo>
                  <a:lnTo>
                    <a:pt x="92824" y="139238"/>
                  </a:lnTo>
                  <a:lnTo>
                    <a:pt x="89767" y="139932"/>
                  </a:lnTo>
                  <a:lnTo>
                    <a:pt x="86710" y="140488"/>
                  </a:lnTo>
                  <a:lnTo>
                    <a:pt x="83653" y="140905"/>
                  </a:lnTo>
                  <a:lnTo>
                    <a:pt x="80457" y="141044"/>
                  </a:lnTo>
                  <a:lnTo>
                    <a:pt x="77261" y="141183"/>
                  </a:lnTo>
                  <a:lnTo>
                    <a:pt x="74065" y="141044"/>
                  </a:lnTo>
                  <a:lnTo>
                    <a:pt x="70869" y="140905"/>
                  </a:lnTo>
                  <a:lnTo>
                    <a:pt x="67812" y="140488"/>
                  </a:lnTo>
                  <a:lnTo>
                    <a:pt x="64755" y="139932"/>
                  </a:lnTo>
                  <a:lnTo>
                    <a:pt x="61698" y="139238"/>
                  </a:lnTo>
                  <a:lnTo>
                    <a:pt x="58641" y="138404"/>
                  </a:lnTo>
                  <a:lnTo>
                    <a:pt x="55722" y="137431"/>
                  </a:lnTo>
                  <a:lnTo>
                    <a:pt x="52804" y="136320"/>
                  </a:lnTo>
                  <a:lnTo>
                    <a:pt x="49886" y="135069"/>
                  </a:lnTo>
                  <a:lnTo>
                    <a:pt x="47107" y="133679"/>
                  </a:lnTo>
                  <a:lnTo>
                    <a:pt x="44467" y="132151"/>
                  </a:lnTo>
                  <a:lnTo>
                    <a:pt x="41827" y="130483"/>
                  </a:lnTo>
                  <a:lnTo>
                    <a:pt x="39186" y="128677"/>
                  </a:lnTo>
                  <a:lnTo>
                    <a:pt x="36824" y="126731"/>
                  </a:lnTo>
                  <a:lnTo>
                    <a:pt x="34323" y="124647"/>
                  </a:lnTo>
                  <a:lnTo>
                    <a:pt x="32100" y="122424"/>
                  </a:lnTo>
                  <a:lnTo>
                    <a:pt x="29876" y="120200"/>
                  </a:lnTo>
                  <a:lnTo>
                    <a:pt x="27792" y="117699"/>
                  </a:lnTo>
                  <a:lnTo>
                    <a:pt x="25846" y="115337"/>
                  </a:lnTo>
                  <a:lnTo>
                    <a:pt x="24040" y="112697"/>
                  </a:lnTo>
                  <a:lnTo>
                    <a:pt x="22372" y="110056"/>
                  </a:lnTo>
                  <a:lnTo>
                    <a:pt x="20844" y="107416"/>
                  </a:lnTo>
                  <a:lnTo>
                    <a:pt x="19454" y="104637"/>
                  </a:lnTo>
                  <a:lnTo>
                    <a:pt x="18204" y="101719"/>
                  </a:lnTo>
                  <a:lnTo>
                    <a:pt x="17092" y="98801"/>
                  </a:lnTo>
                  <a:lnTo>
                    <a:pt x="16119" y="95882"/>
                  </a:lnTo>
                  <a:lnTo>
                    <a:pt x="15286" y="92825"/>
                  </a:lnTo>
                  <a:lnTo>
                    <a:pt x="14591" y="89768"/>
                  </a:lnTo>
                  <a:lnTo>
                    <a:pt x="14035" y="86711"/>
                  </a:lnTo>
                  <a:lnTo>
                    <a:pt x="13618" y="83654"/>
                  </a:lnTo>
                  <a:lnTo>
                    <a:pt x="13479" y="80458"/>
                  </a:lnTo>
                  <a:lnTo>
                    <a:pt x="13340" y="77262"/>
                  </a:lnTo>
                  <a:lnTo>
                    <a:pt x="13479" y="74066"/>
                  </a:lnTo>
                  <a:lnTo>
                    <a:pt x="13618" y="70870"/>
                  </a:lnTo>
                  <a:lnTo>
                    <a:pt x="14035" y="67813"/>
                  </a:lnTo>
                  <a:lnTo>
                    <a:pt x="14591" y="64756"/>
                  </a:lnTo>
                  <a:lnTo>
                    <a:pt x="15286" y="61699"/>
                  </a:lnTo>
                  <a:lnTo>
                    <a:pt x="16119" y="58642"/>
                  </a:lnTo>
                  <a:lnTo>
                    <a:pt x="17092" y="55723"/>
                  </a:lnTo>
                  <a:lnTo>
                    <a:pt x="18204" y="52805"/>
                  </a:lnTo>
                  <a:lnTo>
                    <a:pt x="19454" y="49887"/>
                  </a:lnTo>
                  <a:lnTo>
                    <a:pt x="20844" y="47108"/>
                  </a:lnTo>
                  <a:lnTo>
                    <a:pt x="22372" y="44468"/>
                  </a:lnTo>
                  <a:lnTo>
                    <a:pt x="24040" y="41827"/>
                  </a:lnTo>
                  <a:lnTo>
                    <a:pt x="25846" y="39187"/>
                  </a:lnTo>
                  <a:lnTo>
                    <a:pt x="27792" y="36825"/>
                  </a:lnTo>
                  <a:lnTo>
                    <a:pt x="29876" y="34324"/>
                  </a:lnTo>
                  <a:lnTo>
                    <a:pt x="32100" y="32100"/>
                  </a:lnTo>
                  <a:lnTo>
                    <a:pt x="34323" y="29877"/>
                  </a:lnTo>
                  <a:lnTo>
                    <a:pt x="36824" y="27793"/>
                  </a:lnTo>
                  <a:lnTo>
                    <a:pt x="39186" y="25847"/>
                  </a:lnTo>
                  <a:lnTo>
                    <a:pt x="41827" y="24041"/>
                  </a:lnTo>
                  <a:lnTo>
                    <a:pt x="44467" y="22373"/>
                  </a:lnTo>
                  <a:lnTo>
                    <a:pt x="47107" y="20845"/>
                  </a:lnTo>
                  <a:lnTo>
                    <a:pt x="49886" y="19455"/>
                  </a:lnTo>
                  <a:lnTo>
                    <a:pt x="52804" y="18204"/>
                  </a:lnTo>
                  <a:lnTo>
                    <a:pt x="55722" y="17093"/>
                  </a:lnTo>
                  <a:lnTo>
                    <a:pt x="58641" y="16120"/>
                  </a:lnTo>
                  <a:lnTo>
                    <a:pt x="61698" y="15286"/>
                  </a:lnTo>
                  <a:lnTo>
                    <a:pt x="64755" y="14592"/>
                  </a:lnTo>
                  <a:lnTo>
                    <a:pt x="67812" y="14036"/>
                  </a:lnTo>
                  <a:lnTo>
                    <a:pt x="70869" y="13619"/>
                  </a:lnTo>
                  <a:lnTo>
                    <a:pt x="74065" y="13480"/>
                  </a:lnTo>
                  <a:lnTo>
                    <a:pt x="77261" y="13341"/>
                  </a:lnTo>
                  <a:close/>
                  <a:moveTo>
                    <a:pt x="77261" y="1"/>
                  </a:moveTo>
                  <a:lnTo>
                    <a:pt x="73231" y="140"/>
                  </a:lnTo>
                  <a:lnTo>
                    <a:pt x="69340" y="418"/>
                  </a:lnTo>
                  <a:lnTo>
                    <a:pt x="65450" y="835"/>
                  </a:lnTo>
                  <a:lnTo>
                    <a:pt x="61698" y="1529"/>
                  </a:lnTo>
                  <a:lnTo>
                    <a:pt x="57946" y="2502"/>
                  </a:lnTo>
                  <a:lnTo>
                    <a:pt x="54333" y="3475"/>
                  </a:lnTo>
                  <a:lnTo>
                    <a:pt x="50720" y="4725"/>
                  </a:lnTo>
                  <a:lnTo>
                    <a:pt x="47246" y="6115"/>
                  </a:lnTo>
                  <a:lnTo>
                    <a:pt x="43772" y="7644"/>
                  </a:lnTo>
                  <a:lnTo>
                    <a:pt x="40437" y="9311"/>
                  </a:lnTo>
                  <a:lnTo>
                    <a:pt x="37241" y="11118"/>
                  </a:lnTo>
                  <a:lnTo>
                    <a:pt x="34045" y="13202"/>
                  </a:lnTo>
                  <a:lnTo>
                    <a:pt x="30988" y="15286"/>
                  </a:lnTo>
                  <a:lnTo>
                    <a:pt x="28070" y="17649"/>
                  </a:lnTo>
                  <a:lnTo>
                    <a:pt x="25291" y="20011"/>
                  </a:lnTo>
                  <a:lnTo>
                    <a:pt x="22650" y="22651"/>
                  </a:lnTo>
                  <a:lnTo>
                    <a:pt x="20010" y="25291"/>
                  </a:lnTo>
                  <a:lnTo>
                    <a:pt x="17648" y="28071"/>
                  </a:lnTo>
                  <a:lnTo>
                    <a:pt x="15286" y="30989"/>
                  </a:lnTo>
                  <a:lnTo>
                    <a:pt x="13201" y="34046"/>
                  </a:lnTo>
                  <a:lnTo>
                    <a:pt x="11117" y="37242"/>
                  </a:lnTo>
                  <a:lnTo>
                    <a:pt x="9310" y="40438"/>
                  </a:lnTo>
                  <a:lnTo>
                    <a:pt x="7643" y="43773"/>
                  </a:lnTo>
                  <a:lnTo>
                    <a:pt x="6114" y="47247"/>
                  </a:lnTo>
                  <a:lnTo>
                    <a:pt x="4725" y="50721"/>
                  </a:lnTo>
                  <a:lnTo>
                    <a:pt x="3474" y="54334"/>
                  </a:lnTo>
                  <a:lnTo>
                    <a:pt x="2501" y="57947"/>
                  </a:lnTo>
                  <a:lnTo>
                    <a:pt x="1529" y="61699"/>
                  </a:lnTo>
                  <a:lnTo>
                    <a:pt x="834" y="65450"/>
                  </a:lnTo>
                  <a:lnTo>
                    <a:pt x="417" y="69341"/>
                  </a:lnTo>
                  <a:lnTo>
                    <a:pt x="139" y="73232"/>
                  </a:lnTo>
                  <a:lnTo>
                    <a:pt x="0" y="77262"/>
                  </a:lnTo>
                  <a:lnTo>
                    <a:pt x="139" y="81292"/>
                  </a:lnTo>
                  <a:lnTo>
                    <a:pt x="417" y="85183"/>
                  </a:lnTo>
                  <a:lnTo>
                    <a:pt x="834" y="89074"/>
                  </a:lnTo>
                  <a:lnTo>
                    <a:pt x="1529" y="92825"/>
                  </a:lnTo>
                  <a:lnTo>
                    <a:pt x="2501" y="96577"/>
                  </a:lnTo>
                  <a:lnTo>
                    <a:pt x="3474" y="100190"/>
                  </a:lnTo>
                  <a:lnTo>
                    <a:pt x="4725" y="103803"/>
                  </a:lnTo>
                  <a:lnTo>
                    <a:pt x="6114" y="107277"/>
                  </a:lnTo>
                  <a:lnTo>
                    <a:pt x="7643" y="110751"/>
                  </a:lnTo>
                  <a:lnTo>
                    <a:pt x="9310" y="114086"/>
                  </a:lnTo>
                  <a:lnTo>
                    <a:pt x="11117" y="117282"/>
                  </a:lnTo>
                  <a:lnTo>
                    <a:pt x="13201" y="120478"/>
                  </a:lnTo>
                  <a:lnTo>
                    <a:pt x="15286" y="123535"/>
                  </a:lnTo>
                  <a:lnTo>
                    <a:pt x="17648" y="126453"/>
                  </a:lnTo>
                  <a:lnTo>
                    <a:pt x="20010" y="129233"/>
                  </a:lnTo>
                  <a:lnTo>
                    <a:pt x="22650" y="131873"/>
                  </a:lnTo>
                  <a:lnTo>
                    <a:pt x="25291" y="134513"/>
                  </a:lnTo>
                  <a:lnTo>
                    <a:pt x="28070" y="136875"/>
                  </a:lnTo>
                  <a:lnTo>
                    <a:pt x="30988" y="139238"/>
                  </a:lnTo>
                  <a:lnTo>
                    <a:pt x="34045" y="141322"/>
                  </a:lnTo>
                  <a:lnTo>
                    <a:pt x="37241" y="143406"/>
                  </a:lnTo>
                  <a:lnTo>
                    <a:pt x="40437" y="145213"/>
                  </a:lnTo>
                  <a:lnTo>
                    <a:pt x="43772" y="146880"/>
                  </a:lnTo>
                  <a:lnTo>
                    <a:pt x="47246" y="148409"/>
                  </a:lnTo>
                  <a:lnTo>
                    <a:pt x="50720" y="149799"/>
                  </a:lnTo>
                  <a:lnTo>
                    <a:pt x="54333" y="151049"/>
                  </a:lnTo>
                  <a:lnTo>
                    <a:pt x="57946" y="152022"/>
                  </a:lnTo>
                  <a:lnTo>
                    <a:pt x="61698" y="152995"/>
                  </a:lnTo>
                  <a:lnTo>
                    <a:pt x="65450" y="153689"/>
                  </a:lnTo>
                  <a:lnTo>
                    <a:pt x="69340" y="154106"/>
                  </a:lnTo>
                  <a:lnTo>
                    <a:pt x="73231" y="154384"/>
                  </a:lnTo>
                  <a:lnTo>
                    <a:pt x="77261" y="154523"/>
                  </a:lnTo>
                  <a:lnTo>
                    <a:pt x="81291" y="154384"/>
                  </a:lnTo>
                  <a:lnTo>
                    <a:pt x="85182" y="154106"/>
                  </a:lnTo>
                  <a:lnTo>
                    <a:pt x="89072" y="153689"/>
                  </a:lnTo>
                  <a:lnTo>
                    <a:pt x="92824" y="152995"/>
                  </a:lnTo>
                  <a:lnTo>
                    <a:pt x="96576" y="152022"/>
                  </a:lnTo>
                  <a:lnTo>
                    <a:pt x="100189" y="151049"/>
                  </a:lnTo>
                  <a:lnTo>
                    <a:pt x="103802" y="149799"/>
                  </a:lnTo>
                  <a:lnTo>
                    <a:pt x="107276" y="148409"/>
                  </a:lnTo>
                  <a:lnTo>
                    <a:pt x="110750" y="146880"/>
                  </a:lnTo>
                  <a:lnTo>
                    <a:pt x="114085" y="145213"/>
                  </a:lnTo>
                  <a:lnTo>
                    <a:pt x="117281" y="143406"/>
                  </a:lnTo>
                  <a:lnTo>
                    <a:pt x="120477" y="141322"/>
                  </a:lnTo>
                  <a:lnTo>
                    <a:pt x="123534" y="139238"/>
                  </a:lnTo>
                  <a:lnTo>
                    <a:pt x="126452" y="136875"/>
                  </a:lnTo>
                  <a:lnTo>
                    <a:pt x="129231" y="134513"/>
                  </a:lnTo>
                  <a:lnTo>
                    <a:pt x="131872" y="131873"/>
                  </a:lnTo>
                  <a:lnTo>
                    <a:pt x="134512" y="129233"/>
                  </a:lnTo>
                  <a:lnTo>
                    <a:pt x="136874" y="126453"/>
                  </a:lnTo>
                  <a:lnTo>
                    <a:pt x="139236" y="123535"/>
                  </a:lnTo>
                  <a:lnTo>
                    <a:pt x="141321" y="120478"/>
                  </a:lnTo>
                  <a:lnTo>
                    <a:pt x="143405" y="117282"/>
                  </a:lnTo>
                  <a:lnTo>
                    <a:pt x="145212" y="114086"/>
                  </a:lnTo>
                  <a:lnTo>
                    <a:pt x="146879" y="110751"/>
                  </a:lnTo>
                  <a:lnTo>
                    <a:pt x="148408" y="107277"/>
                  </a:lnTo>
                  <a:lnTo>
                    <a:pt x="149797" y="103803"/>
                  </a:lnTo>
                  <a:lnTo>
                    <a:pt x="151048" y="100190"/>
                  </a:lnTo>
                  <a:lnTo>
                    <a:pt x="152021" y="96577"/>
                  </a:lnTo>
                  <a:lnTo>
                    <a:pt x="152993" y="92825"/>
                  </a:lnTo>
                  <a:lnTo>
                    <a:pt x="153688" y="89074"/>
                  </a:lnTo>
                  <a:lnTo>
                    <a:pt x="154105" y="85183"/>
                  </a:lnTo>
                  <a:lnTo>
                    <a:pt x="154383" y="81292"/>
                  </a:lnTo>
                  <a:lnTo>
                    <a:pt x="154522" y="77262"/>
                  </a:lnTo>
                  <a:lnTo>
                    <a:pt x="154383" y="73232"/>
                  </a:lnTo>
                  <a:lnTo>
                    <a:pt x="154105" y="69341"/>
                  </a:lnTo>
                  <a:lnTo>
                    <a:pt x="153688" y="65450"/>
                  </a:lnTo>
                  <a:lnTo>
                    <a:pt x="152993" y="61699"/>
                  </a:lnTo>
                  <a:lnTo>
                    <a:pt x="152021" y="57947"/>
                  </a:lnTo>
                  <a:lnTo>
                    <a:pt x="151048" y="54334"/>
                  </a:lnTo>
                  <a:lnTo>
                    <a:pt x="149797" y="50721"/>
                  </a:lnTo>
                  <a:lnTo>
                    <a:pt x="148408" y="47247"/>
                  </a:lnTo>
                  <a:lnTo>
                    <a:pt x="146879" y="43773"/>
                  </a:lnTo>
                  <a:lnTo>
                    <a:pt x="145212" y="40438"/>
                  </a:lnTo>
                  <a:lnTo>
                    <a:pt x="143405" y="37242"/>
                  </a:lnTo>
                  <a:lnTo>
                    <a:pt x="141321" y="34046"/>
                  </a:lnTo>
                  <a:lnTo>
                    <a:pt x="139236" y="30989"/>
                  </a:lnTo>
                  <a:lnTo>
                    <a:pt x="136874" y="28071"/>
                  </a:lnTo>
                  <a:lnTo>
                    <a:pt x="134512" y="25291"/>
                  </a:lnTo>
                  <a:lnTo>
                    <a:pt x="131872" y="22651"/>
                  </a:lnTo>
                  <a:lnTo>
                    <a:pt x="129231" y="20011"/>
                  </a:lnTo>
                  <a:lnTo>
                    <a:pt x="126452" y="17649"/>
                  </a:lnTo>
                  <a:lnTo>
                    <a:pt x="123534" y="15286"/>
                  </a:lnTo>
                  <a:lnTo>
                    <a:pt x="120477" y="13202"/>
                  </a:lnTo>
                  <a:lnTo>
                    <a:pt x="117281" y="11118"/>
                  </a:lnTo>
                  <a:lnTo>
                    <a:pt x="114085" y="9311"/>
                  </a:lnTo>
                  <a:lnTo>
                    <a:pt x="110750" y="7644"/>
                  </a:lnTo>
                  <a:lnTo>
                    <a:pt x="107276" y="6115"/>
                  </a:lnTo>
                  <a:lnTo>
                    <a:pt x="103802" y="4725"/>
                  </a:lnTo>
                  <a:lnTo>
                    <a:pt x="100189" y="3475"/>
                  </a:lnTo>
                  <a:lnTo>
                    <a:pt x="96576" y="2502"/>
                  </a:lnTo>
                  <a:lnTo>
                    <a:pt x="92824" y="1529"/>
                  </a:lnTo>
                  <a:lnTo>
                    <a:pt x="89072" y="835"/>
                  </a:lnTo>
                  <a:lnTo>
                    <a:pt x="85182" y="418"/>
                  </a:lnTo>
                  <a:lnTo>
                    <a:pt x="81291" y="140"/>
                  </a:lnTo>
                  <a:lnTo>
                    <a:pt x="77261" y="1"/>
                  </a:lnTo>
                  <a:close/>
                </a:path>
              </a:pathLst>
            </a:custGeom>
            <a:solidFill>
              <a:srgbClr val="78A9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4" name="Google Shape;2524;p164"/>
            <p:cNvSpPr/>
            <p:nvPr/>
          </p:nvSpPr>
          <p:spPr>
            <a:xfrm>
              <a:off x="2211975" y="1259450"/>
              <a:ext cx="3196050" cy="3196100"/>
            </a:xfrm>
            <a:custGeom>
              <a:avLst/>
              <a:gdLst/>
              <a:ahLst/>
              <a:cxnLst/>
              <a:rect l="l" t="t" r="r" b="b"/>
              <a:pathLst>
                <a:path w="127842" h="127844" fill="none" extrusionOk="0">
                  <a:moveTo>
                    <a:pt x="63921" y="1"/>
                  </a:moveTo>
                  <a:lnTo>
                    <a:pt x="63921" y="1"/>
                  </a:lnTo>
                  <a:lnTo>
                    <a:pt x="67117" y="140"/>
                  </a:lnTo>
                  <a:lnTo>
                    <a:pt x="70313" y="279"/>
                  </a:lnTo>
                  <a:lnTo>
                    <a:pt x="73370" y="696"/>
                  </a:lnTo>
                  <a:lnTo>
                    <a:pt x="76427" y="1252"/>
                  </a:lnTo>
                  <a:lnTo>
                    <a:pt x="79484" y="1946"/>
                  </a:lnTo>
                  <a:lnTo>
                    <a:pt x="82541" y="2780"/>
                  </a:lnTo>
                  <a:lnTo>
                    <a:pt x="85460" y="3753"/>
                  </a:lnTo>
                  <a:lnTo>
                    <a:pt x="88378" y="4864"/>
                  </a:lnTo>
                  <a:lnTo>
                    <a:pt x="91296" y="6115"/>
                  </a:lnTo>
                  <a:lnTo>
                    <a:pt x="94075" y="7505"/>
                  </a:lnTo>
                  <a:lnTo>
                    <a:pt x="96715" y="9033"/>
                  </a:lnTo>
                  <a:lnTo>
                    <a:pt x="99355" y="10701"/>
                  </a:lnTo>
                  <a:lnTo>
                    <a:pt x="101996" y="12507"/>
                  </a:lnTo>
                  <a:lnTo>
                    <a:pt x="104358" y="14453"/>
                  </a:lnTo>
                  <a:lnTo>
                    <a:pt x="106859" y="16537"/>
                  </a:lnTo>
                  <a:lnTo>
                    <a:pt x="109082" y="18760"/>
                  </a:lnTo>
                  <a:lnTo>
                    <a:pt x="109082" y="18760"/>
                  </a:lnTo>
                  <a:lnTo>
                    <a:pt x="111306" y="20984"/>
                  </a:lnTo>
                  <a:lnTo>
                    <a:pt x="113390" y="23485"/>
                  </a:lnTo>
                  <a:lnTo>
                    <a:pt x="115336" y="25847"/>
                  </a:lnTo>
                  <a:lnTo>
                    <a:pt x="117142" y="28487"/>
                  </a:lnTo>
                  <a:lnTo>
                    <a:pt x="118810" y="31128"/>
                  </a:lnTo>
                  <a:lnTo>
                    <a:pt x="120338" y="33768"/>
                  </a:lnTo>
                  <a:lnTo>
                    <a:pt x="121728" y="36547"/>
                  </a:lnTo>
                  <a:lnTo>
                    <a:pt x="122978" y="39465"/>
                  </a:lnTo>
                  <a:lnTo>
                    <a:pt x="124090" y="42383"/>
                  </a:lnTo>
                  <a:lnTo>
                    <a:pt x="125063" y="45302"/>
                  </a:lnTo>
                  <a:lnTo>
                    <a:pt x="125896" y="48359"/>
                  </a:lnTo>
                  <a:lnTo>
                    <a:pt x="126591" y="51416"/>
                  </a:lnTo>
                  <a:lnTo>
                    <a:pt x="127147" y="54473"/>
                  </a:lnTo>
                  <a:lnTo>
                    <a:pt x="127564" y="57530"/>
                  </a:lnTo>
                  <a:lnTo>
                    <a:pt x="127703" y="60726"/>
                  </a:lnTo>
                  <a:lnTo>
                    <a:pt x="127842" y="63922"/>
                  </a:lnTo>
                  <a:lnTo>
                    <a:pt x="127842" y="63922"/>
                  </a:lnTo>
                  <a:lnTo>
                    <a:pt x="127703" y="67118"/>
                  </a:lnTo>
                  <a:lnTo>
                    <a:pt x="127564" y="70314"/>
                  </a:lnTo>
                  <a:lnTo>
                    <a:pt x="127147" y="73371"/>
                  </a:lnTo>
                  <a:lnTo>
                    <a:pt x="126591" y="76428"/>
                  </a:lnTo>
                  <a:lnTo>
                    <a:pt x="125896" y="79485"/>
                  </a:lnTo>
                  <a:lnTo>
                    <a:pt x="125063" y="82542"/>
                  </a:lnTo>
                  <a:lnTo>
                    <a:pt x="124090" y="85461"/>
                  </a:lnTo>
                  <a:lnTo>
                    <a:pt x="122978" y="88379"/>
                  </a:lnTo>
                  <a:lnTo>
                    <a:pt x="121728" y="91297"/>
                  </a:lnTo>
                  <a:lnTo>
                    <a:pt x="120338" y="94076"/>
                  </a:lnTo>
                  <a:lnTo>
                    <a:pt x="118810" y="96716"/>
                  </a:lnTo>
                  <a:lnTo>
                    <a:pt x="117142" y="99357"/>
                  </a:lnTo>
                  <a:lnTo>
                    <a:pt x="115336" y="101997"/>
                  </a:lnTo>
                  <a:lnTo>
                    <a:pt x="113390" y="104359"/>
                  </a:lnTo>
                  <a:lnTo>
                    <a:pt x="111306" y="106860"/>
                  </a:lnTo>
                  <a:lnTo>
                    <a:pt x="109082" y="109084"/>
                  </a:lnTo>
                  <a:lnTo>
                    <a:pt x="109082" y="109084"/>
                  </a:lnTo>
                  <a:lnTo>
                    <a:pt x="106859" y="111307"/>
                  </a:lnTo>
                  <a:lnTo>
                    <a:pt x="104358" y="113391"/>
                  </a:lnTo>
                  <a:lnTo>
                    <a:pt x="101996" y="115337"/>
                  </a:lnTo>
                  <a:lnTo>
                    <a:pt x="99355" y="117143"/>
                  </a:lnTo>
                  <a:lnTo>
                    <a:pt x="96715" y="118811"/>
                  </a:lnTo>
                  <a:lnTo>
                    <a:pt x="94075" y="120339"/>
                  </a:lnTo>
                  <a:lnTo>
                    <a:pt x="91296" y="121729"/>
                  </a:lnTo>
                  <a:lnTo>
                    <a:pt x="88378" y="122980"/>
                  </a:lnTo>
                  <a:lnTo>
                    <a:pt x="85460" y="124091"/>
                  </a:lnTo>
                  <a:lnTo>
                    <a:pt x="82541" y="125064"/>
                  </a:lnTo>
                  <a:lnTo>
                    <a:pt x="79484" y="125898"/>
                  </a:lnTo>
                  <a:lnTo>
                    <a:pt x="76427" y="126592"/>
                  </a:lnTo>
                  <a:lnTo>
                    <a:pt x="73370" y="127148"/>
                  </a:lnTo>
                  <a:lnTo>
                    <a:pt x="70313" y="127565"/>
                  </a:lnTo>
                  <a:lnTo>
                    <a:pt x="67117" y="127704"/>
                  </a:lnTo>
                  <a:lnTo>
                    <a:pt x="63921" y="127843"/>
                  </a:lnTo>
                  <a:lnTo>
                    <a:pt x="63921" y="127843"/>
                  </a:lnTo>
                  <a:lnTo>
                    <a:pt x="60725" y="127704"/>
                  </a:lnTo>
                  <a:lnTo>
                    <a:pt x="57529" y="127565"/>
                  </a:lnTo>
                  <a:lnTo>
                    <a:pt x="54472" y="127148"/>
                  </a:lnTo>
                  <a:lnTo>
                    <a:pt x="51415" y="126592"/>
                  </a:lnTo>
                  <a:lnTo>
                    <a:pt x="48358" y="125898"/>
                  </a:lnTo>
                  <a:lnTo>
                    <a:pt x="45301" y="125064"/>
                  </a:lnTo>
                  <a:lnTo>
                    <a:pt x="42382" y="124091"/>
                  </a:lnTo>
                  <a:lnTo>
                    <a:pt x="39464" y="122980"/>
                  </a:lnTo>
                  <a:lnTo>
                    <a:pt x="36546" y="121729"/>
                  </a:lnTo>
                  <a:lnTo>
                    <a:pt x="33767" y="120339"/>
                  </a:lnTo>
                  <a:lnTo>
                    <a:pt x="31127" y="118811"/>
                  </a:lnTo>
                  <a:lnTo>
                    <a:pt x="28487" y="117143"/>
                  </a:lnTo>
                  <a:lnTo>
                    <a:pt x="25846" y="115337"/>
                  </a:lnTo>
                  <a:lnTo>
                    <a:pt x="23484" y="113391"/>
                  </a:lnTo>
                  <a:lnTo>
                    <a:pt x="20983" y="111307"/>
                  </a:lnTo>
                  <a:lnTo>
                    <a:pt x="18760" y="109084"/>
                  </a:lnTo>
                  <a:lnTo>
                    <a:pt x="18760" y="109084"/>
                  </a:lnTo>
                  <a:lnTo>
                    <a:pt x="16536" y="106860"/>
                  </a:lnTo>
                  <a:lnTo>
                    <a:pt x="14452" y="104359"/>
                  </a:lnTo>
                  <a:lnTo>
                    <a:pt x="12506" y="101997"/>
                  </a:lnTo>
                  <a:lnTo>
                    <a:pt x="10700" y="99357"/>
                  </a:lnTo>
                  <a:lnTo>
                    <a:pt x="9032" y="96716"/>
                  </a:lnTo>
                  <a:lnTo>
                    <a:pt x="7504" y="94076"/>
                  </a:lnTo>
                  <a:lnTo>
                    <a:pt x="6114" y="91297"/>
                  </a:lnTo>
                  <a:lnTo>
                    <a:pt x="4864" y="88379"/>
                  </a:lnTo>
                  <a:lnTo>
                    <a:pt x="3752" y="85461"/>
                  </a:lnTo>
                  <a:lnTo>
                    <a:pt x="2779" y="82542"/>
                  </a:lnTo>
                  <a:lnTo>
                    <a:pt x="1946" y="79485"/>
                  </a:lnTo>
                  <a:lnTo>
                    <a:pt x="1251" y="76428"/>
                  </a:lnTo>
                  <a:lnTo>
                    <a:pt x="695" y="73371"/>
                  </a:lnTo>
                  <a:lnTo>
                    <a:pt x="278" y="70314"/>
                  </a:lnTo>
                  <a:lnTo>
                    <a:pt x="139" y="67118"/>
                  </a:lnTo>
                  <a:lnTo>
                    <a:pt x="0" y="63922"/>
                  </a:lnTo>
                  <a:lnTo>
                    <a:pt x="0" y="63922"/>
                  </a:lnTo>
                  <a:lnTo>
                    <a:pt x="139" y="60726"/>
                  </a:lnTo>
                  <a:lnTo>
                    <a:pt x="278" y="57530"/>
                  </a:lnTo>
                  <a:lnTo>
                    <a:pt x="695" y="54473"/>
                  </a:lnTo>
                  <a:lnTo>
                    <a:pt x="1251" y="51416"/>
                  </a:lnTo>
                  <a:lnTo>
                    <a:pt x="1946" y="48359"/>
                  </a:lnTo>
                  <a:lnTo>
                    <a:pt x="2779" y="45302"/>
                  </a:lnTo>
                  <a:lnTo>
                    <a:pt x="3752" y="42383"/>
                  </a:lnTo>
                  <a:lnTo>
                    <a:pt x="4864" y="39465"/>
                  </a:lnTo>
                  <a:lnTo>
                    <a:pt x="6114" y="36547"/>
                  </a:lnTo>
                  <a:lnTo>
                    <a:pt x="7504" y="33768"/>
                  </a:lnTo>
                  <a:lnTo>
                    <a:pt x="9032" y="31128"/>
                  </a:lnTo>
                  <a:lnTo>
                    <a:pt x="10700" y="28487"/>
                  </a:lnTo>
                  <a:lnTo>
                    <a:pt x="12506" y="25847"/>
                  </a:lnTo>
                  <a:lnTo>
                    <a:pt x="14452" y="23485"/>
                  </a:lnTo>
                  <a:lnTo>
                    <a:pt x="16536" y="20984"/>
                  </a:lnTo>
                  <a:lnTo>
                    <a:pt x="18760" y="18760"/>
                  </a:lnTo>
                  <a:lnTo>
                    <a:pt x="18760" y="18760"/>
                  </a:lnTo>
                  <a:lnTo>
                    <a:pt x="20983" y="16537"/>
                  </a:lnTo>
                  <a:lnTo>
                    <a:pt x="23484" y="14453"/>
                  </a:lnTo>
                  <a:lnTo>
                    <a:pt x="25846" y="12507"/>
                  </a:lnTo>
                  <a:lnTo>
                    <a:pt x="28487" y="10701"/>
                  </a:lnTo>
                  <a:lnTo>
                    <a:pt x="31127" y="9033"/>
                  </a:lnTo>
                  <a:lnTo>
                    <a:pt x="33767" y="7505"/>
                  </a:lnTo>
                  <a:lnTo>
                    <a:pt x="36546" y="6115"/>
                  </a:lnTo>
                  <a:lnTo>
                    <a:pt x="39464" y="4864"/>
                  </a:lnTo>
                  <a:lnTo>
                    <a:pt x="42382" y="3753"/>
                  </a:lnTo>
                  <a:lnTo>
                    <a:pt x="45301" y="2780"/>
                  </a:lnTo>
                  <a:lnTo>
                    <a:pt x="48358" y="1946"/>
                  </a:lnTo>
                  <a:lnTo>
                    <a:pt x="51415" y="1252"/>
                  </a:lnTo>
                  <a:lnTo>
                    <a:pt x="54472" y="696"/>
                  </a:lnTo>
                  <a:lnTo>
                    <a:pt x="57529" y="279"/>
                  </a:lnTo>
                  <a:lnTo>
                    <a:pt x="60725" y="140"/>
                  </a:lnTo>
                  <a:lnTo>
                    <a:pt x="63921" y="1"/>
                  </a:lnTo>
                </a:path>
              </a:pathLst>
            </a:custGeom>
            <a:solidFill>
              <a:srgbClr val="78A9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5" name="Google Shape;2525;p164"/>
            <p:cNvSpPr/>
            <p:nvPr/>
          </p:nvSpPr>
          <p:spPr>
            <a:xfrm>
              <a:off x="1878475" y="925950"/>
              <a:ext cx="3863050" cy="3863100"/>
            </a:xfrm>
            <a:custGeom>
              <a:avLst/>
              <a:gdLst/>
              <a:ahLst/>
              <a:cxnLst/>
              <a:rect l="l" t="t" r="r" b="b"/>
              <a:pathLst>
                <a:path w="154522" h="154524" fill="none" extrusionOk="0">
                  <a:moveTo>
                    <a:pt x="77261" y="1"/>
                  </a:moveTo>
                  <a:lnTo>
                    <a:pt x="77261" y="1"/>
                  </a:lnTo>
                  <a:lnTo>
                    <a:pt x="73231" y="140"/>
                  </a:lnTo>
                  <a:lnTo>
                    <a:pt x="69340" y="418"/>
                  </a:lnTo>
                  <a:lnTo>
                    <a:pt x="65450" y="835"/>
                  </a:lnTo>
                  <a:lnTo>
                    <a:pt x="61698" y="1529"/>
                  </a:lnTo>
                  <a:lnTo>
                    <a:pt x="57946" y="2502"/>
                  </a:lnTo>
                  <a:lnTo>
                    <a:pt x="54333" y="3475"/>
                  </a:lnTo>
                  <a:lnTo>
                    <a:pt x="50720" y="4725"/>
                  </a:lnTo>
                  <a:lnTo>
                    <a:pt x="47246" y="6115"/>
                  </a:lnTo>
                  <a:lnTo>
                    <a:pt x="43772" y="7644"/>
                  </a:lnTo>
                  <a:lnTo>
                    <a:pt x="40437" y="9311"/>
                  </a:lnTo>
                  <a:lnTo>
                    <a:pt x="37241" y="11118"/>
                  </a:lnTo>
                  <a:lnTo>
                    <a:pt x="34045" y="13202"/>
                  </a:lnTo>
                  <a:lnTo>
                    <a:pt x="30988" y="15286"/>
                  </a:lnTo>
                  <a:lnTo>
                    <a:pt x="28070" y="17649"/>
                  </a:lnTo>
                  <a:lnTo>
                    <a:pt x="25291" y="20011"/>
                  </a:lnTo>
                  <a:lnTo>
                    <a:pt x="22650" y="22651"/>
                  </a:lnTo>
                  <a:lnTo>
                    <a:pt x="20010" y="25291"/>
                  </a:lnTo>
                  <a:lnTo>
                    <a:pt x="17648" y="28071"/>
                  </a:lnTo>
                  <a:lnTo>
                    <a:pt x="15286" y="30989"/>
                  </a:lnTo>
                  <a:lnTo>
                    <a:pt x="13201" y="34046"/>
                  </a:lnTo>
                  <a:lnTo>
                    <a:pt x="11117" y="37242"/>
                  </a:lnTo>
                  <a:lnTo>
                    <a:pt x="9310" y="40438"/>
                  </a:lnTo>
                  <a:lnTo>
                    <a:pt x="7643" y="43773"/>
                  </a:lnTo>
                  <a:lnTo>
                    <a:pt x="6114" y="47247"/>
                  </a:lnTo>
                  <a:lnTo>
                    <a:pt x="4725" y="50721"/>
                  </a:lnTo>
                  <a:lnTo>
                    <a:pt x="3474" y="54334"/>
                  </a:lnTo>
                  <a:lnTo>
                    <a:pt x="2501" y="57947"/>
                  </a:lnTo>
                  <a:lnTo>
                    <a:pt x="1529" y="61699"/>
                  </a:lnTo>
                  <a:lnTo>
                    <a:pt x="834" y="65450"/>
                  </a:lnTo>
                  <a:lnTo>
                    <a:pt x="417" y="69341"/>
                  </a:lnTo>
                  <a:lnTo>
                    <a:pt x="139" y="73232"/>
                  </a:lnTo>
                  <a:lnTo>
                    <a:pt x="0" y="77262"/>
                  </a:lnTo>
                  <a:lnTo>
                    <a:pt x="0" y="77262"/>
                  </a:lnTo>
                  <a:lnTo>
                    <a:pt x="139" y="81292"/>
                  </a:lnTo>
                  <a:lnTo>
                    <a:pt x="417" y="85183"/>
                  </a:lnTo>
                  <a:lnTo>
                    <a:pt x="834" y="89074"/>
                  </a:lnTo>
                  <a:lnTo>
                    <a:pt x="1529" y="92825"/>
                  </a:lnTo>
                  <a:lnTo>
                    <a:pt x="2501" y="96577"/>
                  </a:lnTo>
                  <a:lnTo>
                    <a:pt x="3474" y="100190"/>
                  </a:lnTo>
                  <a:lnTo>
                    <a:pt x="4725" y="103803"/>
                  </a:lnTo>
                  <a:lnTo>
                    <a:pt x="6114" y="107277"/>
                  </a:lnTo>
                  <a:lnTo>
                    <a:pt x="7643" y="110751"/>
                  </a:lnTo>
                  <a:lnTo>
                    <a:pt x="9310" y="114086"/>
                  </a:lnTo>
                  <a:lnTo>
                    <a:pt x="11117" y="117282"/>
                  </a:lnTo>
                  <a:lnTo>
                    <a:pt x="13201" y="120478"/>
                  </a:lnTo>
                  <a:lnTo>
                    <a:pt x="15286" y="123535"/>
                  </a:lnTo>
                  <a:lnTo>
                    <a:pt x="17648" y="126453"/>
                  </a:lnTo>
                  <a:lnTo>
                    <a:pt x="20010" y="129233"/>
                  </a:lnTo>
                  <a:lnTo>
                    <a:pt x="22650" y="131873"/>
                  </a:lnTo>
                  <a:lnTo>
                    <a:pt x="25291" y="134513"/>
                  </a:lnTo>
                  <a:lnTo>
                    <a:pt x="28070" y="136875"/>
                  </a:lnTo>
                  <a:lnTo>
                    <a:pt x="30988" y="139238"/>
                  </a:lnTo>
                  <a:lnTo>
                    <a:pt x="34045" y="141322"/>
                  </a:lnTo>
                  <a:lnTo>
                    <a:pt x="37241" y="143406"/>
                  </a:lnTo>
                  <a:lnTo>
                    <a:pt x="40437" y="145213"/>
                  </a:lnTo>
                  <a:lnTo>
                    <a:pt x="43772" y="146880"/>
                  </a:lnTo>
                  <a:lnTo>
                    <a:pt x="47246" y="148409"/>
                  </a:lnTo>
                  <a:lnTo>
                    <a:pt x="50720" y="149799"/>
                  </a:lnTo>
                  <a:lnTo>
                    <a:pt x="54333" y="151049"/>
                  </a:lnTo>
                  <a:lnTo>
                    <a:pt x="57946" y="152022"/>
                  </a:lnTo>
                  <a:lnTo>
                    <a:pt x="61698" y="152995"/>
                  </a:lnTo>
                  <a:lnTo>
                    <a:pt x="65450" y="153689"/>
                  </a:lnTo>
                  <a:lnTo>
                    <a:pt x="69340" y="154106"/>
                  </a:lnTo>
                  <a:lnTo>
                    <a:pt x="73231" y="154384"/>
                  </a:lnTo>
                  <a:lnTo>
                    <a:pt x="77261" y="154523"/>
                  </a:lnTo>
                  <a:lnTo>
                    <a:pt x="77261" y="154523"/>
                  </a:lnTo>
                  <a:lnTo>
                    <a:pt x="81291" y="154384"/>
                  </a:lnTo>
                  <a:lnTo>
                    <a:pt x="85182" y="154106"/>
                  </a:lnTo>
                  <a:lnTo>
                    <a:pt x="89072" y="153689"/>
                  </a:lnTo>
                  <a:lnTo>
                    <a:pt x="92824" y="152995"/>
                  </a:lnTo>
                  <a:lnTo>
                    <a:pt x="96576" y="152022"/>
                  </a:lnTo>
                  <a:lnTo>
                    <a:pt x="100189" y="151049"/>
                  </a:lnTo>
                  <a:lnTo>
                    <a:pt x="103802" y="149799"/>
                  </a:lnTo>
                  <a:lnTo>
                    <a:pt x="107276" y="148409"/>
                  </a:lnTo>
                  <a:lnTo>
                    <a:pt x="110750" y="146880"/>
                  </a:lnTo>
                  <a:lnTo>
                    <a:pt x="114085" y="145213"/>
                  </a:lnTo>
                  <a:lnTo>
                    <a:pt x="117281" y="143406"/>
                  </a:lnTo>
                  <a:lnTo>
                    <a:pt x="120477" y="141322"/>
                  </a:lnTo>
                  <a:lnTo>
                    <a:pt x="123534" y="139238"/>
                  </a:lnTo>
                  <a:lnTo>
                    <a:pt x="126452" y="136875"/>
                  </a:lnTo>
                  <a:lnTo>
                    <a:pt x="129231" y="134513"/>
                  </a:lnTo>
                  <a:lnTo>
                    <a:pt x="131872" y="131873"/>
                  </a:lnTo>
                  <a:lnTo>
                    <a:pt x="134512" y="129233"/>
                  </a:lnTo>
                  <a:lnTo>
                    <a:pt x="136874" y="126453"/>
                  </a:lnTo>
                  <a:lnTo>
                    <a:pt x="139236" y="123535"/>
                  </a:lnTo>
                  <a:lnTo>
                    <a:pt x="141321" y="120478"/>
                  </a:lnTo>
                  <a:lnTo>
                    <a:pt x="143405" y="117282"/>
                  </a:lnTo>
                  <a:lnTo>
                    <a:pt x="145212" y="114086"/>
                  </a:lnTo>
                  <a:lnTo>
                    <a:pt x="146879" y="110751"/>
                  </a:lnTo>
                  <a:lnTo>
                    <a:pt x="148408" y="107277"/>
                  </a:lnTo>
                  <a:lnTo>
                    <a:pt x="149797" y="103803"/>
                  </a:lnTo>
                  <a:lnTo>
                    <a:pt x="151048" y="100190"/>
                  </a:lnTo>
                  <a:lnTo>
                    <a:pt x="152021" y="96577"/>
                  </a:lnTo>
                  <a:lnTo>
                    <a:pt x="152993" y="92825"/>
                  </a:lnTo>
                  <a:lnTo>
                    <a:pt x="153688" y="89074"/>
                  </a:lnTo>
                  <a:lnTo>
                    <a:pt x="154105" y="85183"/>
                  </a:lnTo>
                  <a:lnTo>
                    <a:pt x="154383" y="81292"/>
                  </a:lnTo>
                  <a:lnTo>
                    <a:pt x="154522" y="77262"/>
                  </a:lnTo>
                  <a:lnTo>
                    <a:pt x="154522" y="77262"/>
                  </a:lnTo>
                  <a:lnTo>
                    <a:pt x="154383" y="73232"/>
                  </a:lnTo>
                  <a:lnTo>
                    <a:pt x="154105" y="69341"/>
                  </a:lnTo>
                  <a:lnTo>
                    <a:pt x="153688" y="65450"/>
                  </a:lnTo>
                  <a:lnTo>
                    <a:pt x="152993" y="61699"/>
                  </a:lnTo>
                  <a:lnTo>
                    <a:pt x="152021" y="57947"/>
                  </a:lnTo>
                  <a:lnTo>
                    <a:pt x="151048" y="54334"/>
                  </a:lnTo>
                  <a:lnTo>
                    <a:pt x="149797" y="50721"/>
                  </a:lnTo>
                  <a:lnTo>
                    <a:pt x="148408" y="47247"/>
                  </a:lnTo>
                  <a:lnTo>
                    <a:pt x="146879" y="43773"/>
                  </a:lnTo>
                  <a:lnTo>
                    <a:pt x="145212" y="40438"/>
                  </a:lnTo>
                  <a:lnTo>
                    <a:pt x="143405" y="37242"/>
                  </a:lnTo>
                  <a:lnTo>
                    <a:pt x="141321" y="34046"/>
                  </a:lnTo>
                  <a:lnTo>
                    <a:pt x="139236" y="30989"/>
                  </a:lnTo>
                  <a:lnTo>
                    <a:pt x="136874" y="28071"/>
                  </a:lnTo>
                  <a:lnTo>
                    <a:pt x="134512" y="25291"/>
                  </a:lnTo>
                  <a:lnTo>
                    <a:pt x="131872" y="22651"/>
                  </a:lnTo>
                  <a:lnTo>
                    <a:pt x="129231" y="20011"/>
                  </a:lnTo>
                  <a:lnTo>
                    <a:pt x="126452" y="17649"/>
                  </a:lnTo>
                  <a:lnTo>
                    <a:pt x="123534" y="15286"/>
                  </a:lnTo>
                  <a:lnTo>
                    <a:pt x="120477" y="13202"/>
                  </a:lnTo>
                  <a:lnTo>
                    <a:pt x="117281" y="11118"/>
                  </a:lnTo>
                  <a:lnTo>
                    <a:pt x="114085" y="9311"/>
                  </a:lnTo>
                  <a:lnTo>
                    <a:pt x="110750" y="7644"/>
                  </a:lnTo>
                  <a:lnTo>
                    <a:pt x="107276" y="6115"/>
                  </a:lnTo>
                  <a:lnTo>
                    <a:pt x="103802" y="4725"/>
                  </a:lnTo>
                  <a:lnTo>
                    <a:pt x="100189" y="3475"/>
                  </a:lnTo>
                  <a:lnTo>
                    <a:pt x="96576" y="2502"/>
                  </a:lnTo>
                  <a:lnTo>
                    <a:pt x="92824" y="1529"/>
                  </a:lnTo>
                  <a:lnTo>
                    <a:pt x="89072" y="835"/>
                  </a:lnTo>
                  <a:lnTo>
                    <a:pt x="85182" y="418"/>
                  </a:lnTo>
                  <a:lnTo>
                    <a:pt x="81291" y="140"/>
                  </a:lnTo>
                  <a:lnTo>
                    <a:pt x="77261" y="1"/>
                  </a:lnTo>
                  <a:lnTo>
                    <a:pt x="77261" y="1"/>
                  </a:lnTo>
                </a:path>
              </a:pathLst>
            </a:custGeom>
            <a:solidFill>
              <a:srgbClr val="78A9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526" name="Google Shape;2526;p164"/>
          <p:cNvGrpSpPr/>
          <p:nvPr/>
        </p:nvGrpSpPr>
        <p:grpSpPr>
          <a:xfrm>
            <a:off x="5091868" y="1579521"/>
            <a:ext cx="392497" cy="477774"/>
            <a:chOff x="1658150" y="238125"/>
            <a:chExt cx="4303700" cy="5238750"/>
          </a:xfrm>
        </p:grpSpPr>
        <p:sp>
          <p:nvSpPr>
            <p:cNvPr id="2527" name="Google Shape;2527;p164"/>
            <p:cNvSpPr/>
            <p:nvPr/>
          </p:nvSpPr>
          <p:spPr>
            <a:xfrm>
              <a:off x="3656275" y="1650275"/>
              <a:ext cx="307450" cy="1325725"/>
            </a:xfrm>
            <a:custGeom>
              <a:avLst/>
              <a:gdLst/>
              <a:ahLst/>
              <a:cxnLst/>
              <a:rect l="l" t="t" r="r" b="b"/>
              <a:pathLst>
                <a:path w="12298" h="53029" extrusionOk="0">
                  <a:moveTo>
                    <a:pt x="1" y="0"/>
                  </a:moveTo>
                  <a:lnTo>
                    <a:pt x="1" y="53028"/>
                  </a:lnTo>
                  <a:lnTo>
                    <a:pt x="12297" y="53028"/>
                  </a:lnTo>
                  <a:lnTo>
                    <a:pt x="12297" y="0"/>
                  </a:lnTo>
                  <a:close/>
                </a:path>
              </a:pathLst>
            </a:custGeom>
            <a:solidFill>
              <a:srgbClr val="78A9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8" name="Google Shape;2528;p164"/>
            <p:cNvSpPr/>
            <p:nvPr/>
          </p:nvSpPr>
          <p:spPr>
            <a:xfrm>
              <a:off x="3249600" y="3959025"/>
              <a:ext cx="1159225" cy="307450"/>
            </a:xfrm>
            <a:custGeom>
              <a:avLst/>
              <a:gdLst/>
              <a:ahLst/>
              <a:cxnLst/>
              <a:rect l="l" t="t" r="r" b="b"/>
              <a:pathLst>
                <a:path w="46369" h="12298" extrusionOk="0">
                  <a:moveTo>
                    <a:pt x="1" y="1"/>
                  </a:moveTo>
                  <a:lnTo>
                    <a:pt x="1" y="12297"/>
                  </a:lnTo>
                  <a:lnTo>
                    <a:pt x="46368" y="12297"/>
                  </a:lnTo>
                  <a:lnTo>
                    <a:pt x="46368" y="1"/>
                  </a:lnTo>
                  <a:close/>
                </a:path>
              </a:pathLst>
            </a:custGeom>
            <a:solidFill>
              <a:srgbClr val="78A9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9" name="Google Shape;2529;p164"/>
            <p:cNvSpPr/>
            <p:nvPr/>
          </p:nvSpPr>
          <p:spPr>
            <a:xfrm>
              <a:off x="3031875" y="4708350"/>
              <a:ext cx="1591475" cy="307425"/>
            </a:xfrm>
            <a:custGeom>
              <a:avLst/>
              <a:gdLst/>
              <a:ahLst/>
              <a:cxnLst/>
              <a:rect l="l" t="t" r="r" b="b"/>
              <a:pathLst>
                <a:path w="63659" h="12297" extrusionOk="0">
                  <a:moveTo>
                    <a:pt x="0" y="0"/>
                  </a:moveTo>
                  <a:lnTo>
                    <a:pt x="0" y="12297"/>
                  </a:lnTo>
                  <a:lnTo>
                    <a:pt x="63659" y="12297"/>
                  </a:lnTo>
                  <a:lnTo>
                    <a:pt x="63659" y="0"/>
                  </a:lnTo>
                  <a:close/>
                </a:path>
              </a:pathLst>
            </a:custGeom>
            <a:solidFill>
              <a:srgbClr val="78A9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0" name="Google Shape;2530;p164"/>
            <p:cNvSpPr/>
            <p:nvPr/>
          </p:nvSpPr>
          <p:spPr>
            <a:xfrm>
              <a:off x="4671375" y="599950"/>
              <a:ext cx="675675" cy="1966175"/>
            </a:xfrm>
            <a:custGeom>
              <a:avLst/>
              <a:gdLst/>
              <a:ahLst/>
              <a:cxnLst/>
              <a:rect l="l" t="t" r="r" b="b"/>
              <a:pathLst>
                <a:path w="27027" h="78647" extrusionOk="0">
                  <a:moveTo>
                    <a:pt x="16908" y="1"/>
                  </a:moveTo>
                  <a:lnTo>
                    <a:pt x="6789" y="6917"/>
                  </a:lnTo>
                  <a:lnTo>
                    <a:pt x="8582" y="9992"/>
                  </a:lnTo>
                  <a:lnTo>
                    <a:pt x="10119" y="13194"/>
                  </a:lnTo>
                  <a:lnTo>
                    <a:pt x="11528" y="16396"/>
                  </a:lnTo>
                  <a:lnTo>
                    <a:pt x="12681" y="19726"/>
                  </a:lnTo>
                  <a:lnTo>
                    <a:pt x="13577" y="23185"/>
                  </a:lnTo>
                  <a:lnTo>
                    <a:pt x="14218" y="26643"/>
                  </a:lnTo>
                  <a:lnTo>
                    <a:pt x="14602" y="30229"/>
                  </a:lnTo>
                  <a:lnTo>
                    <a:pt x="14730" y="33816"/>
                  </a:lnTo>
                  <a:lnTo>
                    <a:pt x="14730" y="36249"/>
                  </a:lnTo>
                  <a:lnTo>
                    <a:pt x="14474" y="38683"/>
                  </a:lnTo>
                  <a:lnTo>
                    <a:pt x="14218" y="41117"/>
                  </a:lnTo>
                  <a:lnTo>
                    <a:pt x="13834" y="43550"/>
                  </a:lnTo>
                  <a:lnTo>
                    <a:pt x="13321" y="45856"/>
                  </a:lnTo>
                  <a:lnTo>
                    <a:pt x="12681" y="48161"/>
                  </a:lnTo>
                  <a:lnTo>
                    <a:pt x="11912" y="50467"/>
                  </a:lnTo>
                  <a:lnTo>
                    <a:pt x="11016" y="52644"/>
                  </a:lnTo>
                  <a:lnTo>
                    <a:pt x="9991" y="54822"/>
                  </a:lnTo>
                  <a:lnTo>
                    <a:pt x="8966" y="56999"/>
                  </a:lnTo>
                  <a:lnTo>
                    <a:pt x="7813" y="59049"/>
                  </a:lnTo>
                  <a:lnTo>
                    <a:pt x="6533" y="61098"/>
                  </a:lnTo>
                  <a:lnTo>
                    <a:pt x="5124" y="63148"/>
                  </a:lnTo>
                  <a:lnTo>
                    <a:pt x="3587" y="65069"/>
                  </a:lnTo>
                  <a:lnTo>
                    <a:pt x="2050" y="66862"/>
                  </a:lnTo>
                  <a:lnTo>
                    <a:pt x="384" y="68655"/>
                  </a:lnTo>
                  <a:lnTo>
                    <a:pt x="0" y="69040"/>
                  </a:lnTo>
                  <a:lnTo>
                    <a:pt x="7685" y="78646"/>
                  </a:lnTo>
                  <a:lnTo>
                    <a:pt x="8966" y="77365"/>
                  </a:lnTo>
                  <a:lnTo>
                    <a:pt x="10888" y="75316"/>
                  </a:lnTo>
                  <a:lnTo>
                    <a:pt x="12681" y="73266"/>
                  </a:lnTo>
                  <a:lnTo>
                    <a:pt x="14474" y="71089"/>
                  </a:lnTo>
                  <a:lnTo>
                    <a:pt x="16011" y="68912"/>
                  </a:lnTo>
                  <a:lnTo>
                    <a:pt x="17548" y="66734"/>
                  </a:lnTo>
                  <a:lnTo>
                    <a:pt x="18957" y="64428"/>
                  </a:lnTo>
                  <a:lnTo>
                    <a:pt x="20110" y="62123"/>
                  </a:lnTo>
                  <a:lnTo>
                    <a:pt x="21391" y="59689"/>
                  </a:lnTo>
                  <a:lnTo>
                    <a:pt x="22415" y="57384"/>
                  </a:lnTo>
                  <a:lnTo>
                    <a:pt x="23312" y="54950"/>
                  </a:lnTo>
                  <a:lnTo>
                    <a:pt x="24209" y="52388"/>
                  </a:lnTo>
                  <a:lnTo>
                    <a:pt x="24849" y="49955"/>
                  </a:lnTo>
                  <a:lnTo>
                    <a:pt x="25489" y="47393"/>
                  </a:lnTo>
                  <a:lnTo>
                    <a:pt x="26002" y="44831"/>
                  </a:lnTo>
                  <a:lnTo>
                    <a:pt x="26386" y="42269"/>
                  </a:lnTo>
                  <a:lnTo>
                    <a:pt x="26770" y="39708"/>
                  </a:lnTo>
                  <a:lnTo>
                    <a:pt x="26898" y="37146"/>
                  </a:lnTo>
                  <a:lnTo>
                    <a:pt x="27026" y="34584"/>
                  </a:lnTo>
                  <a:lnTo>
                    <a:pt x="27026" y="32023"/>
                  </a:lnTo>
                  <a:lnTo>
                    <a:pt x="26898" y="29461"/>
                  </a:lnTo>
                  <a:lnTo>
                    <a:pt x="26642" y="26899"/>
                  </a:lnTo>
                  <a:lnTo>
                    <a:pt x="26258" y="24337"/>
                  </a:lnTo>
                  <a:lnTo>
                    <a:pt x="25874" y="21776"/>
                  </a:lnTo>
                  <a:lnTo>
                    <a:pt x="25233" y="19214"/>
                  </a:lnTo>
                  <a:lnTo>
                    <a:pt x="24593" y="16652"/>
                  </a:lnTo>
                  <a:lnTo>
                    <a:pt x="23824" y="14218"/>
                  </a:lnTo>
                  <a:lnTo>
                    <a:pt x="22928" y="11785"/>
                  </a:lnTo>
                  <a:lnTo>
                    <a:pt x="21903" y="9351"/>
                  </a:lnTo>
                  <a:lnTo>
                    <a:pt x="20878" y="6917"/>
                  </a:lnTo>
                  <a:lnTo>
                    <a:pt x="19597" y="4612"/>
                  </a:lnTo>
                  <a:lnTo>
                    <a:pt x="18317" y="2306"/>
                  </a:lnTo>
                  <a:lnTo>
                    <a:pt x="16908" y="1"/>
                  </a:lnTo>
                  <a:close/>
                </a:path>
              </a:pathLst>
            </a:custGeom>
            <a:solidFill>
              <a:srgbClr val="78A9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1" name="Google Shape;2531;p164"/>
            <p:cNvSpPr/>
            <p:nvPr/>
          </p:nvSpPr>
          <p:spPr>
            <a:xfrm>
              <a:off x="4283900" y="945800"/>
              <a:ext cx="448325" cy="1136775"/>
            </a:xfrm>
            <a:custGeom>
              <a:avLst/>
              <a:gdLst/>
              <a:ahLst/>
              <a:cxnLst/>
              <a:rect l="l" t="t" r="r" b="b"/>
              <a:pathLst>
                <a:path w="17933" h="45471" extrusionOk="0">
                  <a:moveTo>
                    <a:pt x="12041" y="0"/>
                  </a:moveTo>
                  <a:lnTo>
                    <a:pt x="1922" y="7045"/>
                  </a:lnTo>
                  <a:lnTo>
                    <a:pt x="2819" y="8710"/>
                  </a:lnTo>
                  <a:lnTo>
                    <a:pt x="3715" y="10375"/>
                  </a:lnTo>
                  <a:lnTo>
                    <a:pt x="4356" y="12168"/>
                  </a:lnTo>
                  <a:lnTo>
                    <a:pt x="4868" y="14090"/>
                  </a:lnTo>
                  <a:lnTo>
                    <a:pt x="5252" y="15883"/>
                  </a:lnTo>
                  <a:lnTo>
                    <a:pt x="5508" y="17804"/>
                  </a:lnTo>
                  <a:lnTo>
                    <a:pt x="5637" y="19726"/>
                  </a:lnTo>
                  <a:lnTo>
                    <a:pt x="5508" y="21519"/>
                  </a:lnTo>
                  <a:lnTo>
                    <a:pt x="5380" y="23440"/>
                  </a:lnTo>
                  <a:lnTo>
                    <a:pt x="4996" y="25361"/>
                  </a:lnTo>
                  <a:lnTo>
                    <a:pt x="4612" y="27155"/>
                  </a:lnTo>
                  <a:lnTo>
                    <a:pt x="3971" y="28948"/>
                  </a:lnTo>
                  <a:lnTo>
                    <a:pt x="3203" y="30741"/>
                  </a:lnTo>
                  <a:lnTo>
                    <a:pt x="2306" y="32406"/>
                  </a:lnTo>
                  <a:lnTo>
                    <a:pt x="1282" y="34071"/>
                  </a:lnTo>
                  <a:lnTo>
                    <a:pt x="1" y="35608"/>
                  </a:lnTo>
                  <a:lnTo>
                    <a:pt x="7814" y="45471"/>
                  </a:lnTo>
                  <a:lnTo>
                    <a:pt x="9863" y="43037"/>
                  </a:lnTo>
                  <a:lnTo>
                    <a:pt x="11785" y="40476"/>
                  </a:lnTo>
                  <a:lnTo>
                    <a:pt x="13322" y="37786"/>
                  </a:lnTo>
                  <a:lnTo>
                    <a:pt x="14731" y="35096"/>
                  </a:lnTo>
                  <a:lnTo>
                    <a:pt x="15883" y="32150"/>
                  </a:lnTo>
                  <a:lnTo>
                    <a:pt x="16780" y="29332"/>
                  </a:lnTo>
                  <a:lnTo>
                    <a:pt x="17421" y="26258"/>
                  </a:lnTo>
                  <a:lnTo>
                    <a:pt x="17805" y="23312"/>
                  </a:lnTo>
                  <a:lnTo>
                    <a:pt x="17933" y="20238"/>
                  </a:lnTo>
                  <a:lnTo>
                    <a:pt x="17805" y="17292"/>
                  </a:lnTo>
                  <a:lnTo>
                    <a:pt x="17421" y="14218"/>
                  </a:lnTo>
                  <a:lnTo>
                    <a:pt x="16908" y="11272"/>
                  </a:lnTo>
                  <a:lnTo>
                    <a:pt x="16012" y="8326"/>
                  </a:lnTo>
                  <a:lnTo>
                    <a:pt x="14987" y="5508"/>
                  </a:lnTo>
                  <a:lnTo>
                    <a:pt x="13578" y="2690"/>
                  </a:lnTo>
                  <a:lnTo>
                    <a:pt x="12041" y="0"/>
                  </a:lnTo>
                  <a:close/>
                </a:path>
              </a:pathLst>
            </a:custGeom>
            <a:solidFill>
              <a:srgbClr val="78A9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2" name="Google Shape;2532;p164"/>
            <p:cNvSpPr/>
            <p:nvPr/>
          </p:nvSpPr>
          <p:spPr>
            <a:xfrm>
              <a:off x="5052425" y="254125"/>
              <a:ext cx="909425" cy="2795525"/>
            </a:xfrm>
            <a:custGeom>
              <a:avLst/>
              <a:gdLst/>
              <a:ahLst/>
              <a:cxnLst/>
              <a:rect l="l" t="t" r="r" b="b"/>
              <a:pathLst>
                <a:path w="36377" h="111821" extrusionOk="0">
                  <a:moveTo>
                    <a:pt x="22031" y="0"/>
                  </a:moveTo>
                  <a:lnTo>
                    <a:pt x="11784" y="6917"/>
                  </a:lnTo>
                  <a:lnTo>
                    <a:pt x="13321" y="9223"/>
                  </a:lnTo>
                  <a:lnTo>
                    <a:pt x="14602" y="11528"/>
                  </a:lnTo>
                  <a:lnTo>
                    <a:pt x="15883" y="13834"/>
                  </a:lnTo>
                  <a:lnTo>
                    <a:pt x="17036" y="16267"/>
                  </a:lnTo>
                  <a:lnTo>
                    <a:pt x="18189" y="18701"/>
                  </a:lnTo>
                  <a:lnTo>
                    <a:pt x="19213" y="21263"/>
                  </a:lnTo>
                  <a:lnTo>
                    <a:pt x="20110" y="23696"/>
                  </a:lnTo>
                  <a:lnTo>
                    <a:pt x="20879" y="26258"/>
                  </a:lnTo>
                  <a:lnTo>
                    <a:pt x="21647" y="28820"/>
                  </a:lnTo>
                  <a:lnTo>
                    <a:pt x="22288" y="31510"/>
                  </a:lnTo>
                  <a:lnTo>
                    <a:pt x="22800" y="34072"/>
                  </a:lnTo>
                  <a:lnTo>
                    <a:pt x="23312" y="36761"/>
                  </a:lnTo>
                  <a:lnTo>
                    <a:pt x="23568" y="39451"/>
                  </a:lnTo>
                  <a:lnTo>
                    <a:pt x="23825" y="42141"/>
                  </a:lnTo>
                  <a:lnTo>
                    <a:pt x="24081" y="44959"/>
                  </a:lnTo>
                  <a:lnTo>
                    <a:pt x="24081" y="47649"/>
                  </a:lnTo>
                  <a:lnTo>
                    <a:pt x="23953" y="51363"/>
                  </a:lnTo>
                  <a:lnTo>
                    <a:pt x="23696" y="54950"/>
                  </a:lnTo>
                  <a:lnTo>
                    <a:pt x="23312" y="58664"/>
                  </a:lnTo>
                  <a:lnTo>
                    <a:pt x="22672" y="62251"/>
                  </a:lnTo>
                  <a:lnTo>
                    <a:pt x="21903" y="65709"/>
                  </a:lnTo>
                  <a:lnTo>
                    <a:pt x="20879" y="69167"/>
                  </a:lnTo>
                  <a:lnTo>
                    <a:pt x="19854" y="72626"/>
                  </a:lnTo>
                  <a:lnTo>
                    <a:pt x="18445" y="75956"/>
                  </a:lnTo>
                  <a:lnTo>
                    <a:pt x="17036" y="79158"/>
                  </a:lnTo>
                  <a:lnTo>
                    <a:pt x="15371" y="82360"/>
                  </a:lnTo>
                  <a:lnTo>
                    <a:pt x="13706" y="85562"/>
                  </a:lnTo>
                  <a:lnTo>
                    <a:pt x="11784" y="88637"/>
                  </a:lnTo>
                  <a:lnTo>
                    <a:pt x="9607" y="91582"/>
                  </a:lnTo>
                  <a:lnTo>
                    <a:pt x="7430" y="94400"/>
                  </a:lnTo>
                  <a:lnTo>
                    <a:pt x="4996" y="97218"/>
                  </a:lnTo>
                  <a:lnTo>
                    <a:pt x="2434" y="99908"/>
                  </a:lnTo>
                  <a:lnTo>
                    <a:pt x="0" y="102214"/>
                  </a:lnTo>
                  <a:lnTo>
                    <a:pt x="7686" y="111820"/>
                  </a:lnTo>
                  <a:lnTo>
                    <a:pt x="11144" y="108490"/>
                  </a:lnTo>
                  <a:lnTo>
                    <a:pt x="13834" y="105800"/>
                  </a:lnTo>
                  <a:lnTo>
                    <a:pt x="16396" y="102854"/>
                  </a:lnTo>
                  <a:lnTo>
                    <a:pt x="18829" y="99908"/>
                  </a:lnTo>
                  <a:lnTo>
                    <a:pt x="21007" y="96834"/>
                  </a:lnTo>
                  <a:lnTo>
                    <a:pt x="23056" y="93632"/>
                  </a:lnTo>
                  <a:lnTo>
                    <a:pt x="24977" y="90430"/>
                  </a:lnTo>
                  <a:lnTo>
                    <a:pt x="26771" y="87228"/>
                  </a:lnTo>
                  <a:lnTo>
                    <a:pt x="28436" y="83897"/>
                  </a:lnTo>
                  <a:lnTo>
                    <a:pt x="29973" y="80439"/>
                  </a:lnTo>
                  <a:lnTo>
                    <a:pt x="31254" y="76981"/>
                  </a:lnTo>
                  <a:lnTo>
                    <a:pt x="32406" y="73522"/>
                  </a:lnTo>
                  <a:lnTo>
                    <a:pt x="33431" y="70064"/>
                  </a:lnTo>
                  <a:lnTo>
                    <a:pt x="34328" y="66477"/>
                  </a:lnTo>
                  <a:lnTo>
                    <a:pt x="34968" y="62891"/>
                  </a:lnTo>
                  <a:lnTo>
                    <a:pt x="35608" y="59305"/>
                  </a:lnTo>
                  <a:lnTo>
                    <a:pt x="35993" y="55718"/>
                  </a:lnTo>
                  <a:lnTo>
                    <a:pt x="36249" y="52132"/>
                  </a:lnTo>
                  <a:lnTo>
                    <a:pt x="36377" y="48545"/>
                  </a:lnTo>
                  <a:lnTo>
                    <a:pt x="36377" y="44831"/>
                  </a:lnTo>
                  <a:lnTo>
                    <a:pt x="36121" y="41244"/>
                  </a:lnTo>
                  <a:lnTo>
                    <a:pt x="35737" y="37658"/>
                  </a:lnTo>
                  <a:lnTo>
                    <a:pt x="35352" y="34072"/>
                  </a:lnTo>
                  <a:lnTo>
                    <a:pt x="34584" y="30485"/>
                  </a:lnTo>
                  <a:lnTo>
                    <a:pt x="33815" y="26899"/>
                  </a:lnTo>
                  <a:lnTo>
                    <a:pt x="32919" y="23440"/>
                  </a:lnTo>
                  <a:lnTo>
                    <a:pt x="31766" y="19854"/>
                  </a:lnTo>
                  <a:lnTo>
                    <a:pt x="30485" y="16396"/>
                  </a:lnTo>
                  <a:lnTo>
                    <a:pt x="29076" y="13065"/>
                  </a:lnTo>
                  <a:lnTo>
                    <a:pt x="27539" y="9735"/>
                  </a:lnTo>
                  <a:lnTo>
                    <a:pt x="25874" y="6405"/>
                  </a:lnTo>
                  <a:lnTo>
                    <a:pt x="23953" y="3203"/>
                  </a:lnTo>
                  <a:lnTo>
                    <a:pt x="22031" y="0"/>
                  </a:lnTo>
                  <a:close/>
                </a:path>
              </a:pathLst>
            </a:custGeom>
            <a:solidFill>
              <a:srgbClr val="78A9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3" name="Google Shape;2533;p164"/>
            <p:cNvSpPr/>
            <p:nvPr/>
          </p:nvSpPr>
          <p:spPr>
            <a:xfrm>
              <a:off x="1658150" y="238125"/>
              <a:ext cx="922225" cy="2824325"/>
            </a:xfrm>
            <a:custGeom>
              <a:avLst/>
              <a:gdLst/>
              <a:ahLst/>
              <a:cxnLst/>
              <a:rect l="l" t="t" r="r" b="b"/>
              <a:pathLst>
                <a:path w="36889" h="112973" extrusionOk="0">
                  <a:moveTo>
                    <a:pt x="14858" y="0"/>
                  </a:moveTo>
                  <a:lnTo>
                    <a:pt x="12809" y="3074"/>
                  </a:lnTo>
                  <a:lnTo>
                    <a:pt x="10887" y="6404"/>
                  </a:lnTo>
                  <a:lnTo>
                    <a:pt x="9094" y="9735"/>
                  </a:lnTo>
                  <a:lnTo>
                    <a:pt x="7557" y="13065"/>
                  </a:lnTo>
                  <a:lnTo>
                    <a:pt x="6148" y="16523"/>
                  </a:lnTo>
                  <a:lnTo>
                    <a:pt x="4867" y="19982"/>
                  </a:lnTo>
                  <a:lnTo>
                    <a:pt x="3715" y="23440"/>
                  </a:lnTo>
                  <a:lnTo>
                    <a:pt x="2690" y="27026"/>
                  </a:lnTo>
                  <a:lnTo>
                    <a:pt x="1793" y="30613"/>
                  </a:lnTo>
                  <a:lnTo>
                    <a:pt x="1153" y="34199"/>
                  </a:lnTo>
                  <a:lnTo>
                    <a:pt x="640" y="37786"/>
                  </a:lnTo>
                  <a:lnTo>
                    <a:pt x="256" y="41372"/>
                  </a:lnTo>
                  <a:lnTo>
                    <a:pt x="128" y="45087"/>
                  </a:lnTo>
                  <a:lnTo>
                    <a:pt x="0" y="48673"/>
                  </a:lnTo>
                  <a:lnTo>
                    <a:pt x="128" y="52388"/>
                  </a:lnTo>
                  <a:lnTo>
                    <a:pt x="384" y="55974"/>
                  </a:lnTo>
                  <a:lnTo>
                    <a:pt x="769" y="59688"/>
                  </a:lnTo>
                  <a:lnTo>
                    <a:pt x="1281" y="63275"/>
                  </a:lnTo>
                  <a:lnTo>
                    <a:pt x="2049" y="66861"/>
                  </a:lnTo>
                  <a:lnTo>
                    <a:pt x="2818" y="70448"/>
                  </a:lnTo>
                  <a:lnTo>
                    <a:pt x="3843" y="73906"/>
                  </a:lnTo>
                  <a:lnTo>
                    <a:pt x="4995" y="77493"/>
                  </a:lnTo>
                  <a:lnTo>
                    <a:pt x="6404" y="80951"/>
                  </a:lnTo>
                  <a:lnTo>
                    <a:pt x="7813" y="84281"/>
                  </a:lnTo>
                  <a:lnTo>
                    <a:pt x="9478" y="87611"/>
                  </a:lnTo>
                  <a:lnTo>
                    <a:pt x="11272" y="90942"/>
                  </a:lnTo>
                  <a:lnTo>
                    <a:pt x="13193" y="94144"/>
                  </a:lnTo>
                  <a:lnTo>
                    <a:pt x="15242" y="97346"/>
                  </a:lnTo>
                  <a:lnTo>
                    <a:pt x="17548" y="100420"/>
                  </a:lnTo>
                  <a:lnTo>
                    <a:pt x="19981" y="103494"/>
                  </a:lnTo>
                  <a:lnTo>
                    <a:pt x="22543" y="106312"/>
                  </a:lnTo>
                  <a:lnTo>
                    <a:pt x="25233" y="109130"/>
                  </a:lnTo>
                  <a:lnTo>
                    <a:pt x="27154" y="111179"/>
                  </a:lnTo>
                  <a:lnTo>
                    <a:pt x="29204" y="112973"/>
                  </a:lnTo>
                  <a:lnTo>
                    <a:pt x="36889" y="103238"/>
                  </a:lnTo>
                  <a:lnTo>
                    <a:pt x="33943" y="100548"/>
                  </a:lnTo>
                  <a:lnTo>
                    <a:pt x="31381" y="97858"/>
                  </a:lnTo>
                  <a:lnTo>
                    <a:pt x="28948" y="95040"/>
                  </a:lnTo>
                  <a:lnTo>
                    <a:pt x="26770" y="92222"/>
                  </a:lnTo>
                  <a:lnTo>
                    <a:pt x="24593" y="89277"/>
                  </a:lnTo>
                  <a:lnTo>
                    <a:pt x="22671" y="86202"/>
                  </a:lnTo>
                  <a:lnTo>
                    <a:pt x="21006" y="83000"/>
                  </a:lnTo>
                  <a:lnTo>
                    <a:pt x="19341" y="79798"/>
                  </a:lnTo>
                  <a:lnTo>
                    <a:pt x="17932" y="76596"/>
                  </a:lnTo>
                  <a:lnTo>
                    <a:pt x="16523" y="73266"/>
                  </a:lnTo>
                  <a:lnTo>
                    <a:pt x="15498" y="69807"/>
                  </a:lnTo>
                  <a:lnTo>
                    <a:pt x="14474" y="66349"/>
                  </a:lnTo>
                  <a:lnTo>
                    <a:pt x="13705" y="62891"/>
                  </a:lnTo>
                  <a:lnTo>
                    <a:pt x="13065" y="59304"/>
                  </a:lnTo>
                  <a:lnTo>
                    <a:pt x="12681" y="55590"/>
                  </a:lnTo>
                  <a:lnTo>
                    <a:pt x="12424" y="52003"/>
                  </a:lnTo>
                  <a:lnTo>
                    <a:pt x="12296" y="48289"/>
                  </a:lnTo>
                  <a:lnTo>
                    <a:pt x="12296" y="45471"/>
                  </a:lnTo>
                  <a:lnTo>
                    <a:pt x="12552" y="42781"/>
                  </a:lnTo>
                  <a:lnTo>
                    <a:pt x="12809" y="39963"/>
                  </a:lnTo>
                  <a:lnTo>
                    <a:pt x="13065" y="37273"/>
                  </a:lnTo>
                  <a:lnTo>
                    <a:pt x="13577" y="34455"/>
                  </a:lnTo>
                  <a:lnTo>
                    <a:pt x="14089" y="31766"/>
                  </a:lnTo>
                  <a:lnTo>
                    <a:pt x="14858" y="29076"/>
                  </a:lnTo>
                  <a:lnTo>
                    <a:pt x="15627" y="26514"/>
                  </a:lnTo>
                  <a:lnTo>
                    <a:pt x="16395" y="23952"/>
                  </a:lnTo>
                  <a:lnTo>
                    <a:pt x="17420" y="21390"/>
                  </a:lnTo>
                  <a:lnTo>
                    <a:pt x="18444" y="18829"/>
                  </a:lnTo>
                  <a:lnTo>
                    <a:pt x="19597" y="16267"/>
                  </a:lnTo>
                  <a:lnTo>
                    <a:pt x="20750" y="13833"/>
                  </a:lnTo>
                  <a:lnTo>
                    <a:pt x="22159" y="11528"/>
                  </a:lnTo>
                  <a:lnTo>
                    <a:pt x="23568" y="9094"/>
                  </a:lnTo>
                  <a:lnTo>
                    <a:pt x="25105" y="6789"/>
                  </a:lnTo>
                  <a:lnTo>
                    <a:pt x="14858" y="0"/>
                  </a:lnTo>
                  <a:close/>
                </a:path>
              </a:pathLst>
            </a:custGeom>
            <a:solidFill>
              <a:srgbClr val="78A9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4" name="Google Shape;2534;p164"/>
            <p:cNvSpPr/>
            <p:nvPr/>
          </p:nvSpPr>
          <p:spPr>
            <a:xfrm>
              <a:off x="2272950" y="580750"/>
              <a:ext cx="688500" cy="1998175"/>
            </a:xfrm>
            <a:custGeom>
              <a:avLst/>
              <a:gdLst/>
              <a:ahLst/>
              <a:cxnLst/>
              <a:rect l="l" t="t" r="r" b="b"/>
              <a:pathLst>
                <a:path w="27540" h="79927" extrusionOk="0">
                  <a:moveTo>
                    <a:pt x="10632" y="0"/>
                  </a:moveTo>
                  <a:lnTo>
                    <a:pt x="9223" y="2306"/>
                  </a:lnTo>
                  <a:lnTo>
                    <a:pt x="7814" y="4611"/>
                  </a:lnTo>
                  <a:lnTo>
                    <a:pt x="6533" y="6917"/>
                  </a:lnTo>
                  <a:lnTo>
                    <a:pt x="5380" y="9351"/>
                  </a:lnTo>
                  <a:lnTo>
                    <a:pt x="4356" y="11784"/>
                  </a:lnTo>
                  <a:lnTo>
                    <a:pt x="3459" y="14218"/>
                  </a:lnTo>
                  <a:lnTo>
                    <a:pt x="2690" y="16780"/>
                  </a:lnTo>
                  <a:lnTo>
                    <a:pt x="1922" y="19341"/>
                  </a:lnTo>
                  <a:lnTo>
                    <a:pt x="1281" y="21903"/>
                  </a:lnTo>
                  <a:lnTo>
                    <a:pt x="897" y="24465"/>
                  </a:lnTo>
                  <a:lnTo>
                    <a:pt x="513" y="27027"/>
                  </a:lnTo>
                  <a:lnTo>
                    <a:pt x="257" y="29588"/>
                  </a:lnTo>
                  <a:lnTo>
                    <a:pt x="1" y="32278"/>
                  </a:lnTo>
                  <a:lnTo>
                    <a:pt x="1" y="34840"/>
                  </a:lnTo>
                  <a:lnTo>
                    <a:pt x="129" y="37402"/>
                  </a:lnTo>
                  <a:lnTo>
                    <a:pt x="257" y="40091"/>
                  </a:lnTo>
                  <a:lnTo>
                    <a:pt x="513" y="42653"/>
                  </a:lnTo>
                  <a:lnTo>
                    <a:pt x="897" y="45215"/>
                  </a:lnTo>
                  <a:lnTo>
                    <a:pt x="1410" y="47777"/>
                  </a:lnTo>
                  <a:lnTo>
                    <a:pt x="2050" y="50338"/>
                  </a:lnTo>
                  <a:lnTo>
                    <a:pt x="2818" y="52900"/>
                  </a:lnTo>
                  <a:lnTo>
                    <a:pt x="3587" y="55334"/>
                  </a:lnTo>
                  <a:lnTo>
                    <a:pt x="4484" y="57896"/>
                  </a:lnTo>
                  <a:lnTo>
                    <a:pt x="5636" y="60329"/>
                  </a:lnTo>
                  <a:lnTo>
                    <a:pt x="6789" y="62635"/>
                  </a:lnTo>
                  <a:lnTo>
                    <a:pt x="8070" y="65068"/>
                  </a:lnTo>
                  <a:lnTo>
                    <a:pt x="9479" y="67374"/>
                  </a:lnTo>
                  <a:lnTo>
                    <a:pt x="10888" y="69680"/>
                  </a:lnTo>
                  <a:lnTo>
                    <a:pt x="12553" y="71857"/>
                  </a:lnTo>
                  <a:lnTo>
                    <a:pt x="14218" y="74034"/>
                  </a:lnTo>
                  <a:lnTo>
                    <a:pt x="16011" y="76084"/>
                  </a:lnTo>
                  <a:lnTo>
                    <a:pt x="18061" y="78133"/>
                  </a:lnTo>
                  <a:lnTo>
                    <a:pt x="19854" y="79926"/>
                  </a:lnTo>
                  <a:lnTo>
                    <a:pt x="27539" y="70192"/>
                  </a:lnTo>
                  <a:lnTo>
                    <a:pt x="26643" y="69423"/>
                  </a:lnTo>
                  <a:lnTo>
                    <a:pt x="25105" y="67758"/>
                  </a:lnTo>
                  <a:lnTo>
                    <a:pt x="23697" y="66093"/>
                  </a:lnTo>
                  <a:lnTo>
                    <a:pt x="22288" y="64428"/>
                  </a:lnTo>
                  <a:lnTo>
                    <a:pt x="21007" y="62635"/>
                  </a:lnTo>
                  <a:lnTo>
                    <a:pt x="19854" y="60842"/>
                  </a:lnTo>
                  <a:lnTo>
                    <a:pt x="18701" y="58920"/>
                  </a:lnTo>
                  <a:lnTo>
                    <a:pt x="17676" y="57127"/>
                  </a:lnTo>
                  <a:lnTo>
                    <a:pt x="16780" y="55206"/>
                  </a:lnTo>
                  <a:lnTo>
                    <a:pt x="15883" y="53156"/>
                  </a:lnTo>
                  <a:lnTo>
                    <a:pt x="15243" y="51235"/>
                  </a:lnTo>
                  <a:lnTo>
                    <a:pt x="14474" y="49186"/>
                  </a:lnTo>
                  <a:lnTo>
                    <a:pt x="13962" y="47264"/>
                  </a:lnTo>
                  <a:lnTo>
                    <a:pt x="13450" y="45215"/>
                  </a:lnTo>
                  <a:lnTo>
                    <a:pt x="13065" y="43037"/>
                  </a:lnTo>
                  <a:lnTo>
                    <a:pt x="12681" y="40988"/>
                  </a:lnTo>
                  <a:lnTo>
                    <a:pt x="12553" y="38939"/>
                  </a:lnTo>
                  <a:lnTo>
                    <a:pt x="12425" y="36889"/>
                  </a:lnTo>
                  <a:lnTo>
                    <a:pt x="12297" y="34712"/>
                  </a:lnTo>
                  <a:lnTo>
                    <a:pt x="12425" y="32662"/>
                  </a:lnTo>
                  <a:lnTo>
                    <a:pt x="12553" y="30613"/>
                  </a:lnTo>
                  <a:lnTo>
                    <a:pt x="12681" y="28564"/>
                  </a:lnTo>
                  <a:lnTo>
                    <a:pt x="13065" y="26386"/>
                  </a:lnTo>
                  <a:lnTo>
                    <a:pt x="13450" y="24337"/>
                  </a:lnTo>
                  <a:lnTo>
                    <a:pt x="13834" y="22287"/>
                  </a:lnTo>
                  <a:lnTo>
                    <a:pt x="14474" y="20366"/>
                  </a:lnTo>
                  <a:lnTo>
                    <a:pt x="15115" y="18317"/>
                  </a:lnTo>
                  <a:lnTo>
                    <a:pt x="15883" y="16267"/>
                  </a:lnTo>
                  <a:lnTo>
                    <a:pt x="16652" y="14346"/>
                  </a:lnTo>
                  <a:lnTo>
                    <a:pt x="17548" y="12425"/>
                  </a:lnTo>
                  <a:lnTo>
                    <a:pt x="18573" y="10503"/>
                  </a:lnTo>
                  <a:lnTo>
                    <a:pt x="19726" y="8710"/>
                  </a:lnTo>
                  <a:lnTo>
                    <a:pt x="20879" y="6917"/>
                  </a:lnTo>
                  <a:lnTo>
                    <a:pt x="10632" y="0"/>
                  </a:lnTo>
                  <a:close/>
                </a:path>
              </a:pathLst>
            </a:custGeom>
            <a:solidFill>
              <a:srgbClr val="78A9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5" name="Google Shape;2535;p164"/>
            <p:cNvSpPr/>
            <p:nvPr/>
          </p:nvSpPr>
          <p:spPr>
            <a:xfrm>
              <a:off x="2887775" y="923375"/>
              <a:ext cx="457925" cy="1168825"/>
            </a:xfrm>
            <a:custGeom>
              <a:avLst/>
              <a:gdLst/>
              <a:ahLst/>
              <a:cxnLst/>
              <a:rect l="l" t="t" r="r" b="b"/>
              <a:pathLst>
                <a:path w="18317" h="46753" extrusionOk="0">
                  <a:moveTo>
                    <a:pt x="6533" y="1"/>
                  </a:moveTo>
                  <a:lnTo>
                    <a:pt x="4739" y="2818"/>
                  </a:lnTo>
                  <a:lnTo>
                    <a:pt x="3330" y="5636"/>
                  </a:lnTo>
                  <a:lnTo>
                    <a:pt x="2178" y="8582"/>
                  </a:lnTo>
                  <a:lnTo>
                    <a:pt x="1153" y="11528"/>
                  </a:lnTo>
                  <a:lnTo>
                    <a:pt x="512" y="14602"/>
                  </a:lnTo>
                  <a:lnTo>
                    <a:pt x="128" y="17677"/>
                  </a:lnTo>
                  <a:lnTo>
                    <a:pt x="0" y="20879"/>
                  </a:lnTo>
                  <a:lnTo>
                    <a:pt x="128" y="23953"/>
                  </a:lnTo>
                  <a:lnTo>
                    <a:pt x="512" y="27027"/>
                  </a:lnTo>
                  <a:lnTo>
                    <a:pt x="1153" y="30101"/>
                  </a:lnTo>
                  <a:lnTo>
                    <a:pt x="2050" y="33175"/>
                  </a:lnTo>
                  <a:lnTo>
                    <a:pt x="3202" y="36121"/>
                  </a:lnTo>
                  <a:lnTo>
                    <a:pt x="4739" y="38939"/>
                  </a:lnTo>
                  <a:lnTo>
                    <a:pt x="6404" y="41629"/>
                  </a:lnTo>
                  <a:lnTo>
                    <a:pt x="8326" y="44319"/>
                  </a:lnTo>
                  <a:lnTo>
                    <a:pt x="10631" y="46752"/>
                  </a:lnTo>
                  <a:lnTo>
                    <a:pt x="18316" y="37018"/>
                  </a:lnTo>
                  <a:lnTo>
                    <a:pt x="16908" y="35353"/>
                  </a:lnTo>
                  <a:lnTo>
                    <a:pt x="15883" y="33559"/>
                  </a:lnTo>
                  <a:lnTo>
                    <a:pt x="14858" y="31766"/>
                  </a:lnTo>
                  <a:lnTo>
                    <a:pt x="13962" y="29973"/>
                  </a:lnTo>
                  <a:lnTo>
                    <a:pt x="13321" y="28052"/>
                  </a:lnTo>
                  <a:lnTo>
                    <a:pt x="12809" y="26130"/>
                  </a:lnTo>
                  <a:lnTo>
                    <a:pt x="12553" y="24081"/>
                  </a:lnTo>
                  <a:lnTo>
                    <a:pt x="12296" y="22160"/>
                  </a:lnTo>
                  <a:lnTo>
                    <a:pt x="12296" y="20110"/>
                  </a:lnTo>
                  <a:lnTo>
                    <a:pt x="12425" y="18189"/>
                  </a:lnTo>
                  <a:lnTo>
                    <a:pt x="12809" y="16140"/>
                  </a:lnTo>
                  <a:lnTo>
                    <a:pt x="13193" y="14218"/>
                  </a:lnTo>
                  <a:lnTo>
                    <a:pt x="13833" y="12297"/>
                  </a:lnTo>
                  <a:lnTo>
                    <a:pt x="14602" y="10504"/>
                  </a:lnTo>
                  <a:lnTo>
                    <a:pt x="15627" y="8710"/>
                  </a:lnTo>
                  <a:lnTo>
                    <a:pt x="16651" y="6917"/>
                  </a:lnTo>
                  <a:lnTo>
                    <a:pt x="6533" y="1"/>
                  </a:lnTo>
                  <a:close/>
                </a:path>
              </a:pathLst>
            </a:custGeom>
            <a:solidFill>
              <a:srgbClr val="78A9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6" name="Google Shape;2536;p164"/>
            <p:cNvSpPr/>
            <p:nvPr/>
          </p:nvSpPr>
          <p:spPr>
            <a:xfrm>
              <a:off x="3502575" y="1137925"/>
              <a:ext cx="614850" cy="614850"/>
            </a:xfrm>
            <a:custGeom>
              <a:avLst/>
              <a:gdLst/>
              <a:ahLst/>
              <a:cxnLst/>
              <a:rect l="l" t="t" r="r" b="b"/>
              <a:pathLst>
                <a:path w="24594" h="24594" extrusionOk="0">
                  <a:moveTo>
                    <a:pt x="12297" y="0"/>
                  </a:moveTo>
                  <a:lnTo>
                    <a:pt x="11144" y="128"/>
                  </a:lnTo>
                  <a:lnTo>
                    <a:pt x="9991" y="257"/>
                  </a:lnTo>
                  <a:lnTo>
                    <a:pt x="8839" y="513"/>
                  </a:lnTo>
                  <a:lnTo>
                    <a:pt x="7686" y="897"/>
                  </a:lnTo>
                  <a:lnTo>
                    <a:pt x="6533" y="1409"/>
                  </a:lnTo>
                  <a:lnTo>
                    <a:pt x="5508" y="2050"/>
                  </a:lnTo>
                  <a:lnTo>
                    <a:pt x="4484" y="2818"/>
                  </a:lnTo>
                  <a:lnTo>
                    <a:pt x="3587" y="3587"/>
                  </a:lnTo>
                  <a:lnTo>
                    <a:pt x="2819" y="4612"/>
                  </a:lnTo>
                  <a:lnTo>
                    <a:pt x="2050" y="5508"/>
                  </a:lnTo>
                  <a:lnTo>
                    <a:pt x="1410" y="6661"/>
                  </a:lnTo>
                  <a:lnTo>
                    <a:pt x="897" y="7686"/>
                  </a:lnTo>
                  <a:lnTo>
                    <a:pt x="513" y="8838"/>
                  </a:lnTo>
                  <a:lnTo>
                    <a:pt x="257" y="9991"/>
                  </a:lnTo>
                  <a:lnTo>
                    <a:pt x="1" y="11144"/>
                  </a:lnTo>
                  <a:lnTo>
                    <a:pt x="1" y="12297"/>
                  </a:lnTo>
                  <a:lnTo>
                    <a:pt x="1" y="13450"/>
                  </a:lnTo>
                  <a:lnTo>
                    <a:pt x="257" y="14730"/>
                  </a:lnTo>
                  <a:lnTo>
                    <a:pt x="513" y="15883"/>
                  </a:lnTo>
                  <a:lnTo>
                    <a:pt x="897" y="16908"/>
                  </a:lnTo>
                  <a:lnTo>
                    <a:pt x="1410" y="18061"/>
                  </a:lnTo>
                  <a:lnTo>
                    <a:pt x="2050" y="19085"/>
                  </a:lnTo>
                  <a:lnTo>
                    <a:pt x="2819" y="20110"/>
                  </a:lnTo>
                  <a:lnTo>
                    <a:pt x="3587" y="21007"/>
                  </a:lnTo>
                  <a:lnTo>
                    <a:pt x="4484" y="21903"/>
                  </a:lnTo>
                  <a:lnTo>
                    <a:pt x="5508" y="22544"/>
                  </a:lnTo>
                  <a:lnTo>
                    <a:pt x="6533" y="23184"/>
                  </a:lnTo>
                  <a:lnTo>
                    <a:pt x="7686" y="23696"/>
                  </a:lnTo>
                  <a:lnTo>
                    <a:pt x="8839" y="24081"/>
                  </a:lnTo>
                  <a:lnTo>
                    <a:pt x="9991" y="24465"/>
                  </a:lnTo>
                  <a:lnTo>
                    <a:pt x="11144" y="24593"/>
                  </a:lnTo>
                  <a:lnTo>
                    <a:pt x="13450" y="24593"/>
                  </a:lnTo>
                  <a:lnTo>
                    <a:pt x="14603" y="24465"/>
                  </a:lnTo>
                  <a:lnTo>
                    <a:pt x="15755" y="24081"/>
                  </a:lnTo>
                  <a:lnTo>
                    <a:pt x="16908" y="23696"/>
                  </a:lnTo>
                  <a:lnTo>
                    <a:pt x="18061" y="23184"/>
                  </a:lnTo>
                  <a:lnTo>
                    <a:pt x="19086" y="22544"/>
                  </a:lnTo>
                  <a:lnTo>
                    <a:pt x="20110" y="21903"/>
                  </a:lnTo>
                  <a:lnTo>
                    <a:pt x="21007" y="21007"/>
                  </a:lnTo>
                  <a:lnTo>
                    <a:pt x="21775" y="20110"/>
                  </a:lnTo>
                  <a:lnTo>
                    <a:pt x="22544" y="19085"/>
                  </a:lnTo>
                  <a:lnTo>
                    <a:pt x="23184" y="18061"/>
                  </a:lnTo>
                  <a:lnTo>
                    <a:pt x="23697" y="16908"/>
                  </a:lnTo>
                  <a:lnTo>
                    <a:pt x="24081" y="15883"/>
                  </a:lnTo>
                  <a:lnTo>
                    <a:pt x="24337" y="14730"/>
                  </a:lnTo>
                  <a:lnTo>
                    <a:pt x="24593" y="13450"/>
                  </a:lnTo>
                  <a:lnTo>
                    <a:pt x="24593" y="12297"/>
                  </a:lnTo>
                  <a:lnTo>
                    <a:pt x="24593" y="11144"/>
                  </a:lnTo>
                  <a:lnTo>
                    <a:pt x="24337" y="9991"/>
                  </a:lnTo>
                  <a:lnTo>
                    <a:pt x="24081" y="8838"/>
                  </a:lnTo>
                  <a:lnTo>
                    <a:pt x="23697" y="7686"/>
                  </a:lnTo>
                  <a:lnTo>
                    <a:pt x="23184" y="6661"/>
                  </a:lnTo>
                  <a:lnTo>
                    <a:pt x="22544" y="5508"/>
                  </a:lnTo>
                  <a:lnTo>
                    <a:pt x="21775" y="4612"/>
                  </a:lnTo>
                  <a:lnTo>
                    <a:pt x="21007" y="3587"/>
                  </a:lnTo>
                  <a:lnTo>
                    <a:pt x="20110" y="2818"/>
                  </a:lnTo>
                  <a:lnTo>
                    <a:pt x="19086" y="2050"/>
                  </a:lnTo>
                  <a:lnTo>
                    <a:pt x="18061" y="1409"/>
                  </a:lnTo>
                  <a:lnTo>
                    <a:pt x="16908" y="897"/>
                  </a:lnTo>
                  <a:lnTo>
                    <a:pt x="15755" y="513"/>
                  </a:lnTo>
                  <a:lnTo>
                    <a:pt x="14603" y="257"/>
                  </a:lnTo>
                  <a:lnTo>
                    <a:pt x="13450" y="128"/>
                  </a:lnTo>
                  <a:lnTo>
                    <a:pt x="12297" y="0"/>
                  </a:lnTo>
                  <a:close/>
                </a:path>
              </a:pathLst>
            </a:custGeom>
            <a:solidFill>
              <a:srgbClr val="78A9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7" name="Google Shape;2537;p164"/>
            <p:cNvSpPr/>
            <p:nvPr/>
          </p:nvSpPr>
          <p:spPr>
            <a:xfrm>
              <a:off x="2689225" y="3501125"/>
              <a:ext cx="890225" cy="1975750"/>
            </a:xfrm>
            <a:custGeom>
              <a:avLst/>
              <a:gdLst/>
              <a:ahLst/>
              <a:cxnLst/>
              <a:rect l="l" t="t" r="r" b="b"/>
              <a:pathLst>
                <a:path w="35609" h="79030" extrusionOk="0">
                  <a:moveTo>
                    <a:pt x="22800" y="0"/>
                  </a:moveTo>
                  <a:lnTo>
                    <a:pt x="1" y="79030"/>
                  </a:lnTo>
                  <a:lnTo>
                    <a:pt x="12809" y="79030"/>
                  </a:lnTo>
                  <a:lnTo>
                    <a:pt x="35609" y="0"/>
                  </a:lnTo>
                  <a:close/>
                </a:path>
              </a:pathLst>
            </a:custGeom>
            <a:solidFill>
              <a:srgbClr val="78A9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8" name="Google Shape;2538;p164"/>
            <p:cNvSpPr/>
            <p:nvPr/>
          </p:nvSpPr>
          <p:spPr>
            <a:xfrm>
              <a:off x="4072575" y="3501125"/>
              <a:ext cx="890225" cy="1975750"/>
            </a:xfrm>
            <a:custGeom>
              <a:avLst/>
              <a:gdLst/>
              <a:ahLst/>
              <a:cxnLst/>
              <a:rect l="l" t="t" r="r" b="b"/>
              <a:pathLst>
                <a:path w="35609" h="79030" extrusionOk="0">
                  <a:moveTo>
                    <a:pt x="0" y="0"/>
                  </a:moveTo>
                  <a:lnTo>
                    <a:pt x="22799" y="79030"/>
                  </a:lnTo>
                  <a:lnTo>
                    <a:pt x="35608" y="79030"/>
                  </a:lnTo>
                  <a:lnTo>
                    <a:pt x="12809" y="0"/>
                  </a:lnTo>
                  <a:close/>
                </a:path>
              </a:pathLst>
            </a:custGeom>
            <a:solidFill>
              <a:srgbClr val="78A9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9" name="Google Shape;2539;p164"/>
            <p:cNvSpPr/>
            <p:nvPr/>
          </p:nvSpPr>
          <p:spPr>
            <a:xfrm>
              <a:off x="3031875" y="2908725"/>
              <a:ext cx="1591475" cy="614850"/>
            </a:xfrm>
            <a:custGeom>
              <a:avLst/>
              <a:gdLst/>
              <a:ahLst/>
              <a:cxnLst/>
              <a:rect l="l" t="t" r="r" b="b"/>
              <a:pathLst>
                <a:path w="63659" h="24594" extrusionOk="0">
                  <a:moveTo>
                    <a:pt x="0" y="0"/>
                  </a:moveTo>
                  <a:lnTo>
                    <a:pt x="0" y="24593"/>
                  </a:lnTo>
                  <a:lnTo>
                    <a:pt x="63659" y="24593"/>
                  </a:lnTo>
                  <a:lnTo>
                    <a:pt x="63659" y="0"/>
                  </a:lnTo>
                  <a:close/>
                </a:path>
              </a:pathLst>
            </a:custGeom>
            <a:solidFill>
              <a:srgbClr val="78A9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540" name="Google Shape;2540;p164"/>
          <p:cNvGrpSpPr/>
          <p:nvPr/>
        </p:nvGrpSpPr>
        <p:grpSpPr>
          <a:xfrm>
            <a:off x="1315415" y="3172631"/>
            <a:ext cx="467524" cy="450009"/>
            <a:chOff x="1091825" y="238125"/>
            <a:chExt cx="5436325" cy="5238750"/>
          </a:xfrm>
        </p:grpSpPr>
        <p:sp>
          <p:nvSpPr>
            <p:cNvPr id="2541" name="Google Shape;2541;p164"/>
            <p:cNvSpPr/>
            <p:nvPr/>
          </p:nvSpPr>
          <p:spPr>
            <a:xfrm>
              <a:off x="3286100" y="762000"/>
              <a:ext cx="1805150" cy="1523750"/>
            </a:xfrm>
            <a:custGeom>
              <a:avLst/>
              <a:gdLst/>
              <a:ahLst/>
              <a:cxnLst/>
              <a:rect l="l" t="t" r="r" b="b"/>
              <a:pathLst>
                <a:path w="72206" h="60950" extrusionOk="0">
                  <a:moveTo>
                    <a:pt x="5748" y="0"/>
                  </a:moveTo>
                  <a:lnTo>
                    <a:pt x="1" y="9939"/>
                  </a:lnTo>
                  <a:lnTo>
                    <a:pt x="31373" y="28020"/>
                  </a:lnTo>
                  <a:lnTo>
                    <a:pt x="31373" y="60949"/>
                  </a:lnTo>
                  <a:lnTo>
                    <a:pt x="42868" y="60949"/>
                  </a:lnTo>
                  <a:lnTo>
                    <a:pt x="42868" y="28020"/>
                  </a:lnTo>
                  <a:lnTo>
                    <a:pt x="72205" y="11016"/>
                  </a:lnTo>
                  <a:lnTo>
                    <a:pt x="66458" y="1078"/>
                  </a:lnTo>
                  <a:lnTo>
                    <a:pt x="37121" y="18081"/>
                  </a:lnTo>
                  <a:lnTo>
                    <a:pt x="5748" y="0"/>
                  </a:lnTo>
                  <a:close/>
                </a:path>
              </a:pathLst>
            </a:custGeom>
            <a:solidFill>
              <a:srgbClr val="78A9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2" name="Google Shape;2542;p164"/>
            <p:cNvSpPr/>
            <p:nvPr/>
          </p:nvSpPr>
          <p:spPr>
            <a:xfrm>
              <a:off x="3498650" y="3620850"/>
              <a:ext cx="1427950" cy="1856025"/>
            </a:xfrm>
            <a:custGeom>
              <a:avLst/>
              <a:gdLst/>
              <a:ahLst/>
              <a:cxnLst/>
              <a:rect l="l" t="t" r="r" b="b"/>
              <a:pathLst>
                <a:path w="57118" h="74241" extrusionOk="0">
                  <a:moveTo>
                    <a:pt x="29816" y="14849"/>
                  </a:moveTo>
                  <a:lnTo>
                    <a:pt x="30894" y="15088"/>
                  </a:lnTo>
                  <a:lnTo>
                    <a:pt x="31972" y="15328"/>
                  </a:lnTo>
                  <a:lnTo>
                    <a:pt x="33049" y="15687"/>
                  </a:lnTo>
                  <a:lnTo>
                    <a:pt x="34127" y="16166"/>
                  </a:lnTo>
                  <a:lnTo>
                    <a:pt x="35085" y="16764"/>
                  </a:lnTo>
                  <a:lnTo>
                    <a:pt x="35923" y="17483"/>
                  </a:lnTo>
                  <a:lnTo>
                    <a:pt x="36761" y="18201"/>
                  </a:lnTo>
                  <a:lnTo>
                    <a:pt x="37480" y="19040"/>
                  </a:lnTo>
                  <a:lnTo>
                    <a:pt x="38198" y="19878"/>
                  </a:lnTo>
                  <a:lnTo>
                    <a:pt x="38677" y="20836"/>
                  </a:lnTo>
                  <a:lnTo>
                    <a:pt x="39156" y="21794"/>
                  </a:lnTo>
                  <a:lnTo>
                    <a:pt x="39635" y="22871"/>
                  </a:lnTo>
                  <a:lnTo>
                    <a:pt x="39875" y="23949"/>
                  </a:lnTo>
                  <a:lnTo>
                    <a:pt x="39994" y="25146"/>
                  </a:lnTo>
                  <a:lnTo>
                    <a:pt x="40114" y="26344"/>
                  </a:lnTo>
                  <a:lnTo>
                    <a:pt x="39994" y="27541"/>
                  </a:lnTo>
                  <a:lnTo>
                    <a:pt x="39875" y="28619"/>
                  </a:lnTo>
                  <a:lnTo>
                    <a:pt x="39635" y="29697"/>
                  </a:lnTo>
                  <a:lnTo>
                    <a:pt x="39156" y="30774"/>
                  </a:lnTo>
                  <a:lnTo>
                    <a:pt x="38677" y="31732"/>
                  </a:lnTo>
                  <a:lnTo>
                    <a:pt x="38198" y="32690"/>
                  </a:lnTo>
                  <a:lnTo>
                    <a:pt x="37480" y="33648"/>
                  </a:lnTo>
                  <a:lnTo>
                    <a:pt x="36761" y="34486"/>
                  </a:lnTo>
                  <a:lnTo>
                    <a:pt x="35923" y="35205"/>
                  </a:lnTo>
                  <a:lnTo>
                    <a:pt x="35085" y="35804"/>
                  </a:lnTo>
                  <a:lnTo>
                    <a:pt x="34127" y="36402"/>
                  </a:lnTo>
                  <a:lnTo>
                    <a:pt x="33049" y="36881"/>
                  </a:lnTo>
                  <a:lnTo>
                    <a:pt x="31972" y="37240"/>
                  </a:lnTo>
                  <a:lnTo>
                    <a:pt x="30894" y="37600"/>
                  </a:lnTo>
                  <a:lnTo>
                    <a:pt x="29816" y="37719"/>
                  </a:lnTo>
                  <a:lnTo>
                    <a:pt x="28619" y="37839"/>
                  </a:lnTo>
                  <a:lnTo>
                    <a:pt x="27421" y="37719"/>
                  </a:lnTo>
                  <a:lnTo>
                    <a:pt x="26344" y="37600"/>
                  </a:lnTo>
                  <a:lnTo>
                    <a:pt x="25146" y="37240"/>
                  </a:lnTo>
                  <a:lnTo>
                    <a:pt x="24188" y="36881"/>
                  </a:lnTo>
                  <a:lnTo>
                    <a:pt x="23111" y="36402"/>
                  </a:lnTo>
                  <a:lnTo>
                    <a:pt x="22153" y="35804"/>
                  </a:lnTo>
                  <a:lnTo>
                    <a:pt x="21314" y="35205"/>
                  </a:lnTo>
                  <a:lnTo>
                    <a:pt x="20476" y="34486"/>
                  </a:lnTo>
                  <a:lnTo>
                    <a:pt x="19758" y="33648"/>
                  </a:lnTo>
                  <a:lnTo>
                    <a:pt x="19039" y="32690"/>
                  </a:lnTo>
                  <a:lnTo>
                    <a:pt x="18441" y="31732"/>
                  </a:lnTo>
                  <a:lnTo>
                    <a:pt x="17962" y="30774"/>
                  </a:lnTo>
                  <a:lnTo>
                    <a:pt x="17602" y="29697"/>
                  </a:lnTo>
                  <a:lnTo>
                    <a:pt x="17363" y="28619"/>
                  </a:lnTo>
                  <a:lnTo>
                    <a:pt x="17123" y="27541"/>
                  </a:lnTo>
                  <a:lnTo>
                    <a:pt x="17123" y="26344"/>
                  </a:lnTo>
                  <a:lnTo>
                    <a:pt x="17123" y="25146"/>
                  </a:lnTo>
                  <a:lnTo>
                    <a:pt x="17363" y="23949"/>
                  </a:lnTo>
                  <a:lnTo>
                    <a:pt x="17602" y="22871"/>
                  </a:lnTo>
                  <a:lnTo>
                    <a:pt x="17962" y="21794"/>
                  </a:lnTo>
                  <a:lnTo>
                    <a:pt x="18441" y="20836"/>
                  </a:lnTo>
                  <a:lnTo>
                    <a:pt x="19039" y="19878"/>
                  </a:lnTo>
                  <a:lnTo>
                    <a:pt x="19758" y="19040"/>
                  </a:lnTo>
                  <a:lnTo>
                    <a:pt x="20476" y="18201"/>
                  </a:lnTo>
                  <a:lnTo>
                    <a:pt x="21314" y="17483"/>
                  </a:lnTo>
                  <a:lnTo>
                    <a:pt x="22153" y="16764"/>
                  </a:lnTo>
                  <a:lnTo>
                    <a:pt x="23111" y="16166"/>
                  </a:lnTo>
                  <a:lnTo>
                    <a:pt x="24188" y="15687"/>
                  </a:lnTo>
                  <a:lnTo>
                    <a:pt x="25146" y="15328"/>
                  </a:lnTo>
                  <a:lnTo>
                    <a:pt x="26344" y="15088"/>
                  </a:lnTo>
                  <a:lnTo>
                    <a:pt x="27421" y="14849"/>
                  </a:lnTo>
                  <a:close/>
                  <a:moveTo>
                    <a:pt x="26583" y="0"/>
                  </a:moveTo>
                  <a:lnTo>
                    <a:pt x="24548" y="240"/>
                  </a:lnTo>
                  <a:lnTo>
                    <a:pt x="22632" y="599"/>
                  </a:lnTo>
                  <a:lnTo>
                    <a:pt x="20716" y="1078"/>
                  </a:lnTo>
                  <a:lnTo>
                    <a:pt x="18920" y="1677"/>
                  </a:lnTo>
                  <a:lnTo>
                    <a:pt x="17123" y="2276"/>
                  </a:lnTo>
                  <a:lnTo>
                    <a:pt x="15327" y="3114"/>
                  </a:lnTo>
                  <a:lnTo>
                    <a:pt x="13771" y="4072"/>
                  </a:lnTo>
                  <a:lnTo>
                    <a:pt x="12454" y="4790"/>
                  </a:lnTo>
                  <a:lnTo>
                    <a:pt x="11256" y="5748"/>
                  </a:lnTo>
                  <a:lnTo>
                    <a:pt x="10059" y="6586"/>
                  </a:lnTo>
                  <a:lnTo>
                    <a:pt x="8981" y="7544"/>
                  </a:lnTo>
                  <a:lnTo>
                    <a:pt x="7903" y="8622"/>
                  </a:lnTo>
                  <a:lnTo>
                    <a:pt x="6945" y="9700"/>
                  </a:lnTo>
                  <a:lnTo>
                    <a:pt x="5987" y="10777"/>
                  </a:lnTo>
                  <a:lnTo>
                    <a:pt x="5149" y="11975"/>
                  </a:lnTo>
                  <a:lnTo>
                    <a:pt x="4431" y="13052"/>
                  </a:lnTo>
                  <a:lnTo>
                    <a:pt x="3712" y="14370"/>
                  </a:lnTo>
                  <a:lnTo>
                    <a:pt x="2395" y="16884"/>
                  </a:lnTo>
                  <a:lnTo>
                    <a:pt x="1437" y="19519"/>
                  </a:lnTo>
                  <a:lnTo>
                    <a:pt x="719" y="22273"/>
                  </a:lnTo>
                  <a:lnTo>
                    <a:pt x="240" y="25027"/>
                  </a:lnTo>
                  <a:lnTo>
                    <a:pt x="0" y="27901"/>
                  </a:lnTo>
                  <a:lnTo>
                    <a:pt x="120" y="30655"/>
                  </a:lnTo>
                  <a:lnTo>
                    <a:pt x="479" y="33528"/>
                  </a:lnTo>
                  <a:lnTo>
                    <a:pt x="1078" y="36402"/>
                  </a:lnTo>
                  <a:lnTo>
                    <a:pt x="1557" y="37719"/>
                  </a:lnTo>
                  <a:lnTo>
                    <a:pt x="2036" y="39156"/>
                  </a:lnTo>
                  <a:lnTo>
                    <a:pt x="2635" y="40474"/>
                  </a:lnTo>
                  <a:lnTo>
                    <a:pt x="3233" y="41791"/>
                  </a:lnTo>
                  <a:lnTo>
                    <a:pt x="3952" y="43108"/>
                  </a:lnTo>
                  <a:lnTo>
                    <a:pt x="4790" y="44425"/>
                  </a:lnTo>
                  <a:lnTo>
                    <a:pt x="25266" y="70649"/>
                  </a:lnTo>
                  <a:lnTo>
                    <a:pt x="28619" y="74241"/>
                  </a:lnTo>
                  <a:lnTo>
                    <a:pt x="31972" y="70649"/>
                  </a:lnTo>
                  <a:lnTo>
                    <a:pt x="52448" y="44425"/>
                  </a:lnTo>
                  <a:lnTo>
                    <a:pt x="53286" y="43108"/>
                  </a:lnTo>
                  <a:lnTo>
                    <a:pt x="54004" y="41791"/>
                  </a:lnTo>
                  <a:lnTo>
                    <a:pt x="54603" y="40474"/>
                  </a:lnTo>
                  <a:lnTo>
                    <a:pt x="55202" y="39156"/>
                  </a:lnTo>
                  <a:lnTo>
                    <a:pt x="55681" y="37719"/>
                  </a:lnTo>
                  <a:lnTo>
                    <a:pt x="56040" y="36402"/>
                  </a:lnTo>
                  <a:lnTo>
                    <a:pt x="56758" y="33528"/>
                  </a:lnTo>
                  <a:lnTo>
                    <a:pt x="57118" y="30655"/>
                  </a:lnTo>
                  <a:lnTo>
                    <a:pt x="57118" y="27901"/>
                  </a:lnTo>
                  <a:lnTo>
                    <a:pt x="56998" y="25027"/>
                  </a:lnTo>
                  <a:lnTo>
                    <a:pt x="56519" y="22273"/>
                  </a:lnTo>
                  <a:lnTo>
                    <a:pt x="55800" y="19519"/>
                  </a:lnTo>
                  <a:lnTo>
                    <a:pt x="54842" y="16884"/>
                  </a:lnTo>
                  <a:lnTo>
                    <a:pt x="53525" y="14370"/>
                  </a:lnTo>
                  <a:lnTo>
                    <a:pt x="52807" y="13052"/>
                  </a:lnTo>
                  <a:lnTo>
                    <a:pt x="51969" y="11975"/>
                  </a:lnTo>
                  <a:lnTo>
                    <a:pt x="51130" y="10777"/>
                  </a:lnTo>
                  <a:lnTo>
                    <a:pt x="50292" y="9700"/>
                  </a:lnTo>
                  <a:lnTo>
                    <a:pt x="49334" y="8622"/>
                  </a:lnTo>
                  <a:lnTo>
                    <a:pt x="48257" y="7544"/>
                  </a:lnTo>
                  <a:lnTo>
                    <a:pt x="47179" y="6586"/>
                  </a:lnTo>
                  <a:lnTo>
                    <a:pt x="45982" y="5748"/>
                  </a:lnTo>
                  <a:lnTo>
                    <a:pt x="44784" y="4790"/>
                  </a:lnTo>
                  <a:lnTo>
                    <a:pt x="43467" y="4072"/>
                  </a:lnTo>
                  <a:lnTo>
                    <a:pt x="41791" y="3114"/>
                  </a:lnTo>
                  <a:lnTo>
                    <a:pt x="40114" y="2276"/>
                  </a:lnTo>
                  <a:lnTo>
                    <a:pt x="38318" y="1677"/>
                  </a:lnTo>
                  <a:lnTo>
                    <a:pt x="36522" y="1078"/>
                  </a:lnTo>
                  <a:lnTo>
                    <a:pt x="34606" y="599"/>
                  </a:lnTo>
                  <a:lnTo>
                    <a:pt x="32690" y="240"/>
                  </a:lnTo>
                  <a:lnTo>
                    <a:pt x="30654" y="0"/>
                  </a:lnTo>
                  <a:close/>
                </a:path>
              </a:pathLst>
            </a:custGeom>
            <a:solidFill>
              <a:srgbClr val="78A9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3" name="Google Shape;2543;p164"/>
            <p:cNvSpPr/>
            <p:nvPr/>
          </p:nvSpPr>
          <p:spPr>
            <a:xfrm>
              <a:off x="1091825" y="456650"/>
              <a:ext cx="1847050" cy="1847050"/>
            </a:xfrm>
            <a:custGeom>
              <a:avLst/>
              <a:gdLst/>
              <a:ahLst/>
              <a:cxnLst/>
              <a:rect l="l" t="t" r="r" b="b"/>
              <a:pathLst>
                <a:path w="73882" h="73882" extrusionOk="0">
                  <a:moveTo>
                    <a:pt x="14728" y="0"/>
                  </a:moveTo>
                  <a:lnTo>
                    <a:pt x="14728" y="13651"/>
                  </a:lnTo>
                  <a:lnTo>
                    <a:pt x="73881" y="13651"/>
                  </a:lnTo>
                  <a:lnTo>
                    <a:pt x="73881" y="0"/>
                  </a:lnTo>
                  <a:close/>
                  <a:moveTo>
                    <a:pt x="0" y="30175"/>
                  </a:moveTo>
                  <a:lnTo>
                    <a:pt x="0" y="43706"/>
                  </a:lnTo>
                  <a:lnTo>
                    <a:pt x="59033" y="43706"/>
                  </a:lnTo>
                  <a:lnTo>
                    <a:pt x="59033" y="30175"/>
                  </a:lnTo>
                  <a:close/>
                  <a:moveTo>
                    <a:pt x="14728" y="60231"/>
                  </a:moveTo>
                  <a:lnTo>
                    <a:pt x="14728" y="73882"/>
                  </a:lnTo>
                  <a:lnTo>
                    <a:pt x="73881" y="73882"/>
                  </a:lnTo>
                  <a:lnTo>
                    <a:pt x="73881" y="60231"/>
                  </a:lnTo>
                  <a:close/>
                </a:path>
              </a:pathLst>
            </a:custGeom>
            <a:solidFill>
              <a:srgbClr val="78A9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4" name="Google Shape;2544;p164"/>
            <p:cNvSpPr/>
            <p:nvPr/>
          </p:nvSpPr>
          <p:spPr>
            <a:xfrm>
              <a:off x="3226225" y="238125"/>
              <a:ext cx="1975775" cy="2284100"/>
            </a:xfrm>
            <a:custGeom>
              <a:avLst/>
              <a:gdLst/>
              <a:ahLst/>
              <a:cxnLst/>
              <a:rect l="l" t="t" r="r" b="b"/>
              <a:pathLst>
                <a:path w="79031" h="91364" extrusionOk="0">
                  <a:moveTo>
                    <a:pt x="39516" y="13291"/>
                  </a:moveTo>
                  <a:lnTo>
                    <a:pt x="67536" y="29457"/>
                  </a:lnTo>
                  <a:lnTo>
                    <a:pt x="67536" y="61907"/>
                  </a:lnTo>
                  <a:lnTo>
                    <a:pt x="39516" y="78072"/>
                  </a:lnTo>
                  <a:lnTo>
                    <a:pt x="11496" y="61907"/>
                  </a:lnTo>
                  <a:lnTo>
                    <a:pt x="11496" y="29457"/>
                  </a:lnTo>
                  <a:lnTo>
                    <a:pt x="39516" y="13291"/>
                  </a:lnTo>
                  <a:close/>
                  <a:moveTo>
                    <a:pt x="39516" y="0"/>
                  </a:moveTo>
                  <a:lnTo>
                    <a:pt x="1" y="22871"/>
                  </a:lnTo>
                  <a:lnTo>
                    <a:pt x="1" y="68493"/>
                  </a:lnTo>
                  <a:lnTo>
                    <a:pt x="39516" y="91364"/>
                  </a:lnTo>
                  <a:lnTo>
                    <a:pt x="79031" y="68493"/>
                  </a:lnTo>
                  <a:lnTo>
                    <a:pt x="79031" y="22871"/>
                  </a:lnTo>
                  <a:lnTo>
                    <a:pt x="39516" y="0"/>
                  </a:lnTo>
                  <a:close/>
                </a:path>
              </a:pathLst>
            </a:custGeom>
            <a:solidFill>
              <a:srgbClr val="78A9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5" name="Google Shape;2545;p164"/>
            <p:cNvSpPr/>
            <p:nvPr/>
          </p:nvSpPr>
          <p:spPr>
            <a:xfrm>
              <a:off x="3513600" y="570400"/>
              <a:ext cx="1401025" cy="1619550"/>
            </a:xfrm>
            <a:custGeom>
              <a:avLst/>
              <a:gdLst/>
              <a:ahLst/>
              <a:cxnLst/>
              <a:rect l="l" t="t" r="r" b="b"/>
              <a:pathLst>
                <a:path w="56041" h="64782" fill="none" extrusionOk="0">
                  <a:moveTo>
                    <a:pt x="28021" y="0"/>
                  </a:moveTo>
                  <a:lnTo>
                    <a:pt x="56041" y="16166"/>
                  </a:lnTo>
                  <a:lnTo>
                    <a:pt x="56041" y="48616"/>
                  </a:lnTo>
                  <a:lnTo>
                    <a:pt x="28021" y="64781"/>
                  </a:lnTo>
                  <a:lnTo>
                    <a:pt x="1" y="48616"/>
                  </a:lnTo>
                  <a:lnTo>
                    <a:pt x="1" y="16166"/>
                  </a:lnTo>
                  <a:lnTo>
                    <a:pt x="28021" y="0"/>
                  </a:lnTo>
                </a:path>
              </a:pathLst>
            </a:custGeom>
            <a:solidFill>
              <a:srgbClr val="78A9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6" name="Google Shape;2546;p164"/>
            <p:cNvSpPr/>
            <p:nvPr/>
          </p:nvSpPr>
          <p:spPr>
            <a:xfrm>
              <a:off x="3226225" y="238125"/>
              <a:ext cx="1975775" cy="2284100"/>
            </a:xfrm>
            <a:custGeom>
              <a:avLst/>
              <a:gdLst/>
              <a:ahLst/>
              <a:cxnLst/>
              <a:rect l="l" t="t" r="r" b="b"/>
              <a:pathLst>
                <a:path w="79031" h="91364" fill="none" extrusionOk="0">
                  <a:moveTo>
                    <a:pt x="39516" y="0"/>
                  </a:moveTo>
                  <a:lnTo>
                    <a:pt x="1" y="22871"/>
                  </a:lnTo>
                  <a:lnTo>
                    <a:pt x="1" y="68493"/>
                  </a:lnTo>
                  <a:lnTo>
                    <a:pt x="39516" y="91364"/>
                  </a:lnTo>
                  <a:lnTo>
                    <a:pt x="79031" y="68493"/>
                  </a:lnTo>
                  <a:lnTo>
                    <a:pt x="79031" y="22871"/>
                  </a:lnTo>
                  <a:lnTo>
                    <a:pt x="39516" y="0"/>
                  </a:lnTo>
                  <a:lnTo>
                    <a:pt x="39516" y="0"/>
                  </a:lnTo>
                </a:path>
              </a:pathLst>
            </a:custGeom>
            <a:solidFill>
              <a:srgbClr val="78A9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7" name="Google Shape;2547;p164"/>
            <p:cNvSpPr/>
            <p:nvPr/>
          </p:nvSpPr>
          <p:spPr>
            <a:xfrm>
              <a:off x="1486975" y="1234975"/>
              <a:ext cx="5041175" cy="3457600"/>
            </a:xfrm>
            <a:custGeom>
              <a:avLst/>
              <a:gdLst/>
              <a:ahLst/>
              <a:cxnLst/>
              <a:rect l="l" t="t" r="r" b="b"/>
              <a:pathLst>
                <a:path w="201647" h="138304" extrusionOk="0">
                  <a:moveTo>
                    <a:pt x="160096" y="0"/>
                  </a:moveTo>
                  <a:lnTo>
                    <a:pt x="160096" y="11496"/>
                  </a:lnTo>
                  <a:lnTo>
                    <a:pt x="162371" y="11496"/>
                  </a:lnTo>
                  <a:lnTo>
                    <a:pt x="163808" y="11615"/>
                  </a:lnTo>
                  <a:lnTo>
                    <a:pt x="165245" y="11735"/>
                  </a:lnTo>
                  <a:lnTo>
                    <a:pt x="167999" y="12094"/>
                  </a:lnTo>
                  <a:lnTo>
                    <a:pt x="170634" y="12813"/>
                  </a:lnTo>
                  <a:lnTo>
                    <a:pt x="173148" y="13771"/>
                  </a:lnTo>
                  <a:lnTo>
                    <a:pt x="175663" y="14848"/>
                  </a:lnTo>
                  <a:lnTo>
                    <a:pt x="177938" y="16285"/>
                  </a:lnTo>
                  <a:lnTo>
                    <a:pt x="180093" y="17842"/>
                  </a:lnTo>
                  <a:lnTo>
                    <a:pt x="182009" y="19638"/>
                  </a:lnTo>
                  <a:lnTo>
                    <a:pt x="183805" y="21674"/>
                  </a:lnTo>
                  <a:lnTo>
                    <a:pt x="185362" y="23829"/>
                  </a:lnTo>
                  <a:lnTo>
                    <a:pt x="186799" y="26104"/>
                  </a:lnTo>
                  <a:lnTo>
                    <a:pt x="187996" y="28499"/>
                  </a:lnTo>
                  <a:lnTo>
                    <a:pt x="188835" y="31014"/>
                  </a:lnTo>
                  <a:lnTo>
                    <a:pt x="189553" y="33648"/>
                  </a:lnTo>
                  <a:lnTo>
                    <a:pt x="190032" y="36402"/>
                  </a:lnTo>
                  <a:lnTo>
                    <a:pt x="190152" y="37839"/>
                  </a:lnTo>
                  <a:lnTo>
                    <a:pt x="190152" y="39276"/>
                  </a:lnTo>
                  <a:lnTo>
                    <a:pt x="190152" y="40713"/>
                  </a:lnTo>
                  <a:lnTo>
                    <a:pt x="190032" y="42030"/>
                  </a:lnTo>
                  <a:lnTo>
                    <a:pt x="189553" y="44784"/>
                  </a:lnTo>
                  <a:lnTo>
                    <a:pt x="188835" y="47419"/>
                  </a:lnTo>
                  <a:lnTo>
                    <a:pt x="187996" y="50053"/>
                  </a:lnTo>
                  <a:lnTo>
                    <a:pt x="186799" y="52448"/>
                  </a:lnTo>
                  <a:lnTo>
                    <a:pt x="185362" y="54723"/>
                  </a:lnTo>
                  <a:lnTo>
                    <a:pt x="183805" y="56878"/>
                  </a:lnTo>
                  <a:lnTo>
                    <a:pt x="182009" y="58794"/>
                  </a:lnTo>
                  <a:lnTo>
                    <a:pt x="180093" y="60590"/>
                  </a:lnTo>
                  <a:lnTo>
                    <a:pt x="177938" y="62267"/>
                  </a:lnTo>
                  <a:lnTo>
                    <a:pt x="175663" y="63584"/>
                  </a:lnTo>
                  <a:lnTo>
                    <a:pt x="173148" y="64781"/>
                  </a:lnTo>
                  <a:lnTo>
                    <a:pt x="170634" y="65739"/>
                  </a:lnTo>
                  <a:lnTo>
                    <a:pt x="167999" y="66338"/>
                  </a:lnTo>
                  <a:lnTo>
                    <a:pt x="165245" y="66817"/>
                  </a:lnTo>
                  <a:lnTo>
                    <a:pt x="163808" y="66937"/>
                  </a:lnTo>
                  <a:lnTo>
                    <a:pt x="33887" y="66937"/>
                  </a:lnTo>
                  <a:lnTo>
                    <a:pt x="31971" y="67176"/>
                  </a:lnTo>
                  <a:lnTo>
                    <a:pt x="30295" y="67416"/>
                  </a:lnTo>
                  <a:lnTo>
                    <a:pt x="28499" y="67655"/>
                  </a:lnTo>
                  <a:lnTo>
                    <a:pt x="26822" y="68014"/>
                  </a:lnTo>
                  <a:lnTo>
                    <a:pt x="25026" y="68613"/>
                  </a:lnTo>
                  <a:lnTo>
                    <a:pt x="23470" y="69092"/>
                  </a:lnTo>
                  <a:lnTo>
                    <a:pt x="21793" y="69810"/>
                  </a:lnTo>
                  <a:lnTo>
                    <a:pt x="20237" y="70529"/>
                  </a:lnTo>
                  <a:lnTo>
                    <a:pt x="18680" y="71247"/>
                  </a:lnTo>
                  <a:lnTo>
                    <a:pt x="17243" y="72086"/>
                  </a:lnTo>
                  <a:lnTo>
                    <a:pt x="15686" y="73044"/>
                  </a:lnTo>
                  <a:lnTo>
                    <a:pt x="14369" y="74001"/>
                  </a:lnTo>
                  <a:lnTo>
                    <a:pt x="13052" y="75079"/>
                  </a:lnTo>
                  <a:lnTo>
                    <a:pt x="11735" y="76277"/>
                  </a:lnTo>
                  <a:lnTo>
                    <a:pt x="10418" y="77354"/>
                  </a:lnTo>
                  <a:lnTo>
                    <a:pt x="9220" y="78671"/>
                  </a:lnTo>
                  <a:lnTo>
                    <a:pt x="8143" y="79989"/>
                  </a:lnTo>
                  <a:lnTo>
                    <a:pt x="7065" y="81306"/>
                  </a:lnTo>
                  <a:lnTo>
                    <a:pt x="6107" y="82743"/>
                  </a:lnTo>
                  <a:lnTo>
                    <a:pt x="5149" y="84180"/>
                  </a:lnTo>
                  <a:lnTo>
                    <a:pt x="4311" y="85617"/>
                  </a:lnTo>
                  <a:lnTo>
                    <a:pt x="3473" y="87173"/>
                  </a:lnTo>
                  <a:lnTo>
                    <a:pt x="2754" y="88730"/>
                  </a:lnTo>
                  <a:lnTo>
                    <a:pt x="2155" y="90406"/>
                  </a:lnTo>
                  <a:lnTo>
                    <a:pt x="1557" y="92083"/>
                  </a:lnTo>
                  <a:lnTo>
                    <a:pt x="1078" y="93759"/>
                  </a:lnTo>
                  <a:lnTo>
                    <a:pt x="719" y="95435"/>
                  </a:lnTo>
                  <a:lnTo>
                    <a:pt x="359" y="97232"/>
                  </a:lnTo>
                  <a:lnTo>
                    <a:pt x="240" y="99028"/>
                  </a:lnTo>
                  <a:lnTo>
                    <a:pt x="0" y="100824"/>
                  </a:lnTo>
                  <a:lnTo>
                    <a:pt x="0" y="102620"/>
                  </a:lnTo>
                  <a:lnTo>
                    <a:pt x="0" y="104416"/>
                  </a:lnTo>
                  <a:lnTo>
                    <a:pt x="240" y="106212"/>
                  </a:lnTo>
                  <a:lnTo>
                    <a:pt x="359" y="108008"/>
                  </a:lnTo>
                  <a:lnTo>
                    <a:pt x="719" y="109805"/>
                  </a:lnTo>
                  <a:lnTo>
                    <a:pt x="1078" y="111481"/>
                  </a:lnTo>
                  <a:lnTo>
                    <a:pt x="1557" y="113277"/>
                  </a:lnTo>
                  <a:lnTo>
                    <a:pt x="2155" y="114834"/>
                  </a:lnTo>
                  <a:lnTo>
                    <a:pt x="2754" y="116510"/>
                  </a:lnTo>
                  <a:lnTo>
                    <a:pt x="3473" y="118067"/>
                  </a:lnTo>
                  <a:lnTo>
                    <a:pt x="4311" y="119623"/>
                  </a:lnTo>
                  <a:lnTo>
                    <a:pt x="5149" y="121060"/>
                  </a:lnTo>
                  <a:lnTo>
                    <a:pt x="6107" y="122497"/>
                  </a:lnTo>
                  <a:lnTo>
                    <a:pt x="7065" y="123934"/>
                  </a:lnTo>
                  <a:lnTo>
                    <a:pt x="8143" y="125251"/>
                  </a:lnTo>
                  <a:lnTo>
                    <a:pt x="9220" y="126569"/>
                  </a:lnTo>
                  <a:lnTo>
                    <a:pt x="10418" y="127886"/>
                  </a:lnTo>
                  <a:lnTo>
                    <a:pt x="11735" y="128963"/>
                  </a:lnTo>
                  <a:lnTo>
                    <a:pt x="13052" y="130161"/>
                  </a:lnTo>
                  <a:lnTo>
                    <a:pt x="14369" y="131239"/>
                  </a:lnTo>
                  <a:lnTo>
                    <a:pt x="15686" y="132196"/>
                  </a:lnTo>
                  <a:lnTo>
                    <a:pt x="17243" y="133154"/>
                  </a:lnTo>
                  <a:lnTo>
                    <a:pt x="18680" y="133993"/>
                  </a:lnTo>
                  <a:lnTo>
                    <a:pt x="20237" y="134831"/>
                  </a:lnTo>
                  <a:lnTo>
                    <a:pt x="21793" y="135549"/>
                  </a:lnTo>
                  <a:lnTo>
                    <a:pt x="23470" y="136148"/>
                  </a:lnTo>
                  <a:lnTo>
                    <a:pt x="25026" y="136747"/>
                  </a:lnTo>
                  <a:lnTo>
                    <a:pt x="26822" y="137226"/>
                  </a:lnTo>
                  <a:lnTo>
                    <a:pt x="28499" y="137585"/>
                  </a:lnTo>
                  <a:lnTo>
                    <a:pt x="30295" y="137944"/>
                  </a:lnTo>
                  <a:lnTo>
                    <a:pt x="31971" y="138064"/>
                  </a:lnTo>
                  <a:lnTo>
                    <a:pt x="33887" y="138303"/>
                  </a:lnTo>
                  <a:lnTo>
                    <a:pt x="68972" y="138303"/>
                  </a:lnTo>
                  <a:lnTo>
                    <a:pt x="68972" y="126808"/>
                  </a:lnTo>
                  <a:lnTo>
                    <a:pt x="35683" y="126808"/>
                  </a:lnTo>
                  <a:lnTo>
                    <a:pt x="33169" y="126688"/>
                  </a:lnTo>
                  <a:lnTo>
                    <a:pt x="30774" y="126329"/>
                  </a:lnTo>
                  <a:lnTo>
                    <a:pt x="28499" y="125730"/>
                  </a:lnTo>
                  <a:lnTo>
                    <a:pt x="26224" y="124892"/>
                  </a:lnTo>
                  <a:lnTo>
                    <a:pt x="24188" y="123934"/>
                  </a:lnTo>
                  <a:lnTo>
                    <a:pt x="22152" y="122617"/>
                  </a:lnTo>
                  <a:lnTo>
                    <a:pt x="20356" y="121300"/>
                  </a:lnTo>
                  <a:lnTo>
                    <a:pt x="18560" y="119743"/>
                  </a:lnTo>
                  <a:lnTo>
                    <a:pt x="17004" y="117947"/>
                  </a:lnTo>
                  <a:lnTo>
                    <a:pt x="15686" y="116151"/>
                  </a:lnTo>
                  <a:lnTo>
                    <a:pt x="14369" y="114115"/>
                  </a:lnTo>
                  <a:lnTo>
                    <a:pt x="13411" y="112080"/>
                  </a:lnTo>
                  <a:lnTo>
                    <a:pt x="12573" y="109805"/>
                  </a:lnTo>
                  <a:lnTo>
                    <a:pt x="11974" y="107529"/>
                  </a:lnTo>
                  <a:lnTo>
                    <a:pt x="11615" y="105135"/>
                  </a:lnTo>
                  <a:lnTo>
                    <a:pt x="11495" y="102620"/>
                  </a:lnTo>
                  <a:lnTo>
                    <a:pt x="11615" y="100105"/>
                  </a:lnTo>
                  <a:lnTo>
                    <a:pt x="11974" y="97711"/>
                  </a:lnTo>
                  <a:lnTo>
                    <a:pt x="12573" y="95435"/>
                  </a:lnTo>
                  <a:lnTo>
                    <a:pt x="13411" y="93280"/>
                  </a:lnTo>
                  <a:lnTo>
                    <a:pt x="14369" y="91125"/>
                  </a:lnTo>
                  <a:lnTo>
                    <a:pt x="15686" y="89089"/>
                  </a:lnTo>
                  <a:lnTo>
                    <a:pt x="17004" y="87293"/>
                  </a:lnTo>
                  <a:lnTo>
                    <a:pt x="18560" y="85497"/>
                  </a:lnTo>
                  <a:lnTo>
                    <a:pt x="20356" y="83940"/>
                  </a:lnTo>
                  <a:lnTo>
                    <a:pt x="22152" y="82623"/>
                  </a:lnTo>
                  <a:lnTo>
                    <a:pt x="24188" y="81426"/>
                  </a:lnTo>
                  <a:lnTo>
                    <a:pt x="26224" y="80348"/>
                  </a:lnTo>
                  <a:lnTo>
                    <a:pt x="28499" y="79510"/>
                  </a:lnTo>
                  <a:lnTo>
                    <a:pt x="30774" y="78911"/>
                  </a:lnTo>
                  <a:lnTo>
                    <a:pt x="33169" y="78552"/>
                  </a:lnTo>
                  <a:lnTo>
                    <a:pt x="35683" y="78432"/>
                  </a:lnTo>
                  <a:lnTo>
                    <a:pt x="164407" y="78432"/>
                  </a:lnTo>
                  <a:lnTo>
                    <a:pt x="166443" y="78192"/>
                  </a:lnTo>
                  <a:lnTo>
                    <a:pt x="168358" y="77953"/>
                  </a:lnTo>
                  <a:lnTo>
                    <a:pt x="170274" y="77594"/>
                  </a:lnTo>
                  <a:lnTo>
                    <a:pt x="172190" y="77235"/>
                  </a:lnTo>
                  <a:lnTo>
                    <a:pt x="174106" y="76636"/>
                  </a:lnTo>
                  <a:lnTo>
                    <a:pt x="175902" y="76037"/>
                  </a:lnTo>
                  <a:lnTo>
                    <a:pt x="177698" y="75319"/>
                  </a:lnTo>
                  <a:lnTo>
                    <a:pt x="179375" y="74600"/>
                  </a:lnTo>
                  <a:lnTo>
                    <a:pt x="181051" y="73762"/>
                  </a:lnTo>
                  <a:lnTo>
                    <a:pt x="182728" y="72804"/>
                  </a:lnTo>
                  <a:lnTo>
                    <a:pt x="184284" y="71726"/>
                  </a:lnTo>
                  <a:lnTo>
                    <a:pt x="185841" y="70649"/>
                  </a:lnTo>
                  <a:lnTo>
                    <a:pt x="187398" y="69451"/>
                  </a:lnTo>
                  <a:lnTo>
                    <a:pt x="188715" y="68254"/>
                  </a:lnTo>
                  <a:lnTo>
                    <a:pt x="190152" y="66937"/>
                  </a:lnTo>
                  <a:lnTo>
                    <a:pt x="191469" y="65619"/>
                  </a:lnTo>
                  <a:lnTo>
                    <a:pt x="192666" y="64183"/>
                  </a:lnTo>
                  <a:lnTo>
                    <a:pt x="193864" y="62626"/>
                  </a:lnTo>
                  <a:lnTo>
                    <a:pt x="194941" y="61189"/>
                  </a:lnTo>
                  <a:lnTo>
                    <a:pt x="195899" y="59513"/>
                  </a:lnTo>
                  <a:lnTo>
                    <a:pt x="196857" y="57956"/>
                  </a:lnTo>
                  <a:lnTo>
                    <a:pt x="197695" y="56280"/>
                  </a:lnTo>
                  <a:lnTo>
                    <a:pt x="198534" y="54483"/>
                  </a:lnTo>
                  <a:lnTo>
                    <a:pt x="199252" y="52687"/>
                  </a:lnTo>
                  <a:lnTo>
                    <a:pt x="199851" y="50891"/>
                  </a:lnTo>
                  <a:lnTo>
                    <a:pt x="200330" y="48975"/>
                  </a:lnTo>
                  <a:lnTo>
                    <a:pt x="200809" y="47179"/>
                  </a:lnTo>
                  <a:lnTo>
                    <a:pt x="201168" y="45263"/>
                  </a:lnTo>
                  <a:lnTo>
                    <a:pt x="201408" y="43228"/>
                  </a:lnTo>
                  <a:lnTo>
                    <a:pt x="201527" y="41312"/>
                  </a:lnTo>
                  <a:lnTo>
                    <a:pt x="201647" y="39276"/>
                  </a:lnTo>
                  <a:lnTo>
                    <a:pt x="201527" y="37240"/>
                  </a:lnTo>
                  <a:lnTo>
                    <a:pt x="201408" y="35205"/>
                  </a:lnTo>
                  <a:lnTo>
                    <a:pt x="201168" y="33289"/>
                  </a:lnTo>
                  <a:lnTo>
                    <a:pt x="200809" y="31373"/>
                  </a:lnTo>
                  <a:lnTo>
                    <a:pt x="200330" y="29457"/>
                  </a:lnTo>
                  <a:lnTo>
                    <a:pt x="199851" y="27661"/>
                  </a:lnTo>
                  <a:lnTo>
                    <a:pt x="199252" y="25745"/>
                  </a:lnTo>
                  <a:lnTo>
                    <a:pt x="198534" y="23949"/>
                  </a:lnTo>
                  <a:lnTo>
                    <a:pt x="197695" y="22273"/>
                  </a:lnTo>
                  <a:lnTo>
                    <a:pt x="196857" y="20596"/>
                  </a:lnTo>
                  <a:lnTo>
                    <a:pt x="195899" y="18920"/>
                  </a:lnTo>
                  <a:lnTo>
                    <a:pt x="194941" y="17363"/>
                  </a:lnTo>
                  <a:lnTo>
                    <a:pt x="193864" y="15806"/>
                  </a:lnTo>
                  <a:lnTo>
                    <a:pt x="192666" y="14370"/>
                  </a:lnTo>
                  <a:lnTo>
                    <a:pt x="191469" y="12933"/>
                  </a:lnTo>
                  <a:lnTo>
                    <a:pt x="190152" y="11496"/>
                  </a:lnTo>
                  <a:lnTo>
                    <a:pt x="188715" y="10298"/>
                  </a:lnTo>
                  <a:lnTo>
                    <a:pt x="187398" y="8981"/>
                  </a:lnTo>
                  <a:lnTo>
                    <a:pt x="185841" y="7903"/>
                  </a:lnTo>
                  <a:lnTo>
                    <a:pt x="184284" y="6706"/>
                  </a:lnTo>
                  <a:lnTo>
                    <a:pt x="182728" y="5748"/>
                  </a:lnTo>
                  <a:lnTo>
                    <a:pt x="181051" y="4790"/>
                  </a:lnTo>
                  <a:lnTo>
                    <a:pt x="179375" y="3952"/>
                  </a:lnTo>
                  <a:lnTo>
                    <a:pt x="177698" y="3114"/>
                  </a:lnTo>
                  <a:lnTo>
                    <a:pt x="175902" y="2395"/>
                  </a:lnTo>
                  <a:lnTo>
                    <a:pt x="174106" y="1797"/>
                  </a:lnTo>
                  <a:lnTo>
                    <a:pt x="172190" y="1318"/>
                  </a:lnTo>
                  <a:lnTo>
                    <a:pt x="170274" y="839"/>
                  </a:lnTo>
                  <a:lnTo>
                    <a:pt x="168358" y="479"/>
                  </a:lnTo>
                  <a:lnTo>
                    <a:pt x="166443" y="240"/>
                  </a:lnTo>
                  <a:lnTo>
                    <a:pt x="164407" y="120"/>
                  </a:lnTo>
                  <a:lnTo>
                    <a:pt x="162371" y="0"/>
                  </a:lnTo>
                  <a:close/>
                </a:path>
              </a:pathLst>
            </a:custGeom>
            <a:solidFill>
              <a:srgbClr val="78A9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548" name="Google Shape;2548;p164"/>
          <p:cNvGrpSpPr/>
          <p:nvPr/>
        </p:nvGrpSpPr>
        <p:grpSpPr>
          <a:xfrm>
            <a:off x="5082695" y="3172637"/>
            <a:ext cx="410875" cy="432197"/>
            <a:chOff x="1316825" y="238125"/>
            <a:chExt cx="4986350" cy="5238750"/>
          </a:xfrm>
        </p:grpSpPr>
        <p:sp>
          <p:nvSpPr>
            <p:cNvPr id="2549" name="Google Shape;2549;p164"/>
            <p:cNvSpPr/>
            <p:nvPr/>
          </p:nvSpPr>
          <p:spPr>
            <a:xfrm>
              <a:off x="2054825" y="1415875"/>
              <a:ext cx="2428200" cy="2592625"/>
            </a:xfrm>
            <a:custGeom>
              <a:avLst/>
              <a:gdLst/>
              <a:ahLst/>
              <a:cxnLst/>
              <a:rect l="l" t="t" r="r" b="b"/>
              <a:pathLst>
                <a:path w="97128" h="103705" extrusionOk="0">
                  <a:moveTo>
                    <a:pt x="0" y="1"/>
                  </a:moveTo>
                  <a:lnTo>
                    <a:pt x="0" y="14837"/>
                  </a:lnTo>
                  <a:lnTo>
                    <a:pt x="97127" y="14837"/>
                  </a:lnTo>
                  <a:lnTo>
                    <a:pt x="97127" y="1"/>
                  </a:lnTo>
                  <a:close/>
                  <a:moveTo>
                    <a:pt x="0" y="29674"/>
                  </a:moveTo>
                  <a:lnTo>
                    <a:pt x="0" y="44511"/>
                  </a:lnTo>
                  <a:lnTo>
                    <a:pt x="97127" y="44511"/>
                  </a:lnTo>
                  <a:lnTo>
                    <a:pt x="97127" y="29674"/>
                  </a:lnTo>
                  <a:close/>
                  <a:moveTo>
                    <a:pt x="0" y="59348"/>
                  </a:moveTo>
                  <a:lnTo>
                    <a:pt x="0" y="74031"/>
                  </a:lnTo>
                  <a:lnTo>
                    <a:pt x="57971" y="74031"/>
                  </a:lnTo>
                  <a:lnTo>
                    <a:pt x="57971" y="59348"/>
                  </a:lnTo>
                  <a:close/>
                  <a:moveTo>
                    <a:pt x="0" y="88868"/>
                  </a:moveTo>
                  <a:lnTo>
                    <a:pt x="0" y="103705"/>
                  </a:lnTo>
                  <a:lnTo>
                    <a:pt x="57971" y="103705"/>
                  </a:lnTo>
                  <a:lnTo>
                    <a:pt x="57971" y="88868"/>
                  </a:lnTo>
                  <a:close/>
                </a:path>
              </a:pathLst>
            </a:custGeom>
            <a:solidFill>
              <a:srgbClr val="78A9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0" name="Google Shape;2550;p164"/>
            <p:cNvSpPr/>
            <p:nvPr/>
          </p:nvSpPr>
          <p:spPr>
            <a:xfrm>
              <a:off x="1316825" y="238125"/>
              <a:ext cx="3904200" cy="4810475"/>
            </a:xfrm>
            <a:custGeom>
              <a:avLst/>
              <a:gdLst/>
              <a:ahLst/>
              <a:cxnLst/>
              <a:rect l="l" t="t" r="r" b="b"/>
              <a:pathLst>
                <a:path w="156168" h="192419" extrusionOk="0">
                  <a:moveTo>
                    <a:pt x="0" y="0"/>
                  </a:moveTo>
                  <a:lnTo>
                    <a:pt x="0" y="192419"/>
                  </a:lnTo>
                  <a:lnTo>
                    <a:pt x="145002" y="192419"/>
                  </a:lnTo>
                  <a:lnTo>
                    <a:pt x="131083" y="179877"/>
                  </a:lnTo>
                  <a:lnTo>
                    <a:pt x="128636" y="177582"/>
                  </a:lnTo>
                  <a:lnTo>
                    <a:pt x="14837" y="177582"/>
                  </a:lnTo>
                  <a:lnTo>
                    <a:pt x="14837" y="14837"/>
                  </a:lnTo>
                  <a:lnTo>
                    <a:pt x="141484" y="14837"/>
                  </a:lnTo>
                  <a:lnTo>
                    <a:pt x="141484" y="113494"/>
                  </a:lnTo>
                  <a:lnTo>
                    <a:pt x="151273" y="109211"/>
                  </a:lnTo>
                  <a:lnTo>
                    <a:pt x="156168" y="111352"/>
                  </a:lnTo>
                  <a:lnTo>
                    <a:pt x="156168" y="0"/>
                  </a:lnTo>
                  <a:close/>
                </a:path>
              </a:pathLst>
            </a:custGeom>
            <a:solidFill>
              <a:srgbClr val="78A9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1" name="Google Shape;2551;p164"/>
            <p:cNvSpPr/>
            <p:nvPr/>
          </p:nvSpPr>
          <p:spPr>
            <a:xfrm>
              <a:off x="3894125" y="2731300"/>
              <a:ext cx="2409050" cy="2745575"/>
            </a:xfrm>
            <a:custGeom>
              <a:avLst/>
              <a:gdLst/>
              <a:ahLst/>
              <a:cxnLst/>
              <a:rect l="l" t="t" r="r" b="b"/>
              <a:pathLst>
                <a:path w="96362" h="109823" extrusionOk="0">
                  <a:moveTo>
                    <a:pt x="48181" y="16061"/>
                  </a:moveTo>
                  <a:lnTo>
                    <a:pt x="79996" y="29980"/>
                  </a:lnTo>
                  <a:lnTo>
                    <a:pt x="75560" y="55371"/>
                  </a:lnTo>
                  <a:lnTo>
                    <a:pt x="74948" y="58277"/>
                  </a:lnTo>
                  <a:lnTo>
                    <a:pt x="74031" y="61030"/>
                  </a:lnTo>
                  <a:lnTo>
                    <a:pt x="72960" y="63783"/>
                  </a:lnTo>
                  <a:lnTo>
                    <a:pt x="71736" y="66383"/>
                  </a:lnTo>
                  <a:lnTo>
                    <a:pt x="70207" y="68984"/>
                  </a:lnTo>
                  <a:lnTo>
                    <a:pt x="68371" y="71278"/>
                  </a:lnTo>
                  <a:lnTo>
                    <a:pt x="66536" y="73572"/>
                  </a:lnTo>
                  <a:lnTo>
                    <a:pt x="64394" y="75561"/>
                  </a:lnTo>
                  <a:lnTo>
                    <a:pt x="48181" y="90092"/>
                  </a:lnTo>
                  <a:lnTo>
                    <a:pt x="31968" y="75561"/>
                  </a:lnTo>
                  <a:lnTo>
                    <a:pt x="29979" y="73572"/>
                  </a:lnTo>
                  <a:lnTo>
                    <a:pt x="27991" y="71278"/>
                  </a:lnTo>
                  <a:lnTo>
                    <a:pt x="26308" y="68984"/>
                  </a:lnTo>
                  <a:lnTo>
                    <a:pt x="24779" y="66383"/>
                  </a:lnTo>
                  <a:lnTo>
                    <a:pt x="23402" y="63783"/>
                  </a:lnTo>
                  <a:lnTo>
                    <a:pt x="22332" y="61030"/>
                  </a:lnTo>
                  <a:lnTo>
                    <a:pt x="21414" y="58277"/>
                  </a:lnTo>
                  <a:lnTo>
                    <a:pt x="20802" y="55371"/>
                  </a:lnTo>
                  <a:lnTo>
                    <a:pt x="16366" y="29980"/>
                  </a:lnTo>
                  <a:lnTo>
                    <a:pt x="48181" y="16061"/>
                  </a:lnTo>
                  <a:close/>
                  <a:moveTo>
                    <a:pt x="48181" y="0"/>
                  </a:moveTo>
                  <a:lnTo>
                    <a:pt x="42369" y="2601"/>
                  </a:lnTo>
                  <a:lnTo>
                    <a:pt x="10554" y="16520"/>
                  </a:lnTo>
                  <a:lnTo>
                    <a:pt x="0" y="21108"/>
                  </a:lnTo>
                  <a:lnTo>
                    <a:pt x="1988" y="32580"/>
                  </a:lnTo>
                  <a:lnTo>
                    <a:pt x="6271" y="57818"/>
                  </a:lnTo>
                  <a:lnTo>
                    <a:pt x="7189" y="61948"/>
                  </a:lnTo>
                  <a:lnTo>
                    <a:pt x="8413" y="65925"/>
                  </a:lnTo>
                  <a:lnTo>
                    <a:pt x="9942" y="69748"/>
                  </a:lnTo>
                  <a:lnTo>
                    <a:pt x="11931" y="73572"/>
                  </a:lnTo>
                  <a:lnTo>
                    <a:pt x="14072" y="77090"/>
                  </a:lnTo>
                  <a:lnTo>
                    <a:pt x="16519" y="80455"/>
                  </a:lnTo>
                  <a:lnTo>
                    <a:pt x="19272" y="83667"/>
                  </a:lnTo>
                  <a:lnTo>
                    <a:pt x="22179" y="86574"/>
                  </a:lnTo>
                  <a:lnTo>
                    <a:pt x="38392" y="100952"/>
                  </a:lnTo>
                  <a:lnTo>
                    <a:pt x="48181" y="109823"/>
                  </a:lnTo>
                  <a:lnTo>
                    <a:pt x="57970" y="100952"/>
                  </a:lnTo>
                  <a:lnTo>
                    <a:pt x="74183" y="86574"/>
                  </a:lnTo>
                  <a:lnTo>
                    <a:pt x="77090" y="83667"/>
                  </a:lnTo>
                  <a:lnTo>
                    <a:pt x="79843" y="80455"/>
                  </a:lnTo>
                  <a:lnTo>
                    <a:pt x="82290" y="77090"/>
                  </a:lnTo>
                  <a:lnTo>
                    <a:pt x="84431" y="73572"/>
                  </a:lnTo>
                  <a:lnTo>
                    <a:pt x="86420" y="69748"/>
                  </a:lnTo>
                  <a:lnTo>
                    <a:pt x="87949" y="65925"/>
                  </a:lnTo>
                  <a:lnTo>
                    <a:pt x="89173" y="61948"/>
                  </a:lnTo>
                  <a:lnTo>
                    <a:pt x="90091" y="57818"/>
                  </a:lnTo>
                  <a:lnTo>
                    <a:pt x="94374" y="32580"/>
                  </a:lnTo>
                  <a:lnTo>
                    <a:pt x="96362" y="21108"/>
                  </a:lnTo>
                  <a:lnTo>
                    <a:pt x="85808" y="16520"/>
                  </a:lnTo>
                  <a:lnTo>
                    <a:pt x="54146" y="2601"/>
                  </a:lnTo>
                  <a:lnTo>
                    <a:pt x="48181" y="0"/>
                  </a:lnTo>
                  <a:close/>
                </a:path>
              </a:pathLst>
            </a:custGeom>
            <a:solidFill>
              <a:srgbClr val="78A9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2" name="Google Shape;2552;p164"/>
            <p:cNvSpPr/>
            <p:nvPr/>
          </p:nvSpPr>
          <p:spPr>
            <a:xfrm>
              <a:off x="4303275" y="3132800"/>
              <a:ext cx="1590750" cy="1850800"/>
            </a:xfrm>
            <a:custGeom>
              <a:avLst/>
              <a:gdLst/>
              <a:ahLst/>
              <a:cxnLst/>
              <a:rect l="l" t="t" r="r" b="b"/>
              <a:pathLst>
                <a:path w="63630" h="74032" fill="none" extrusionOk="0">
                  <a:moveTo>
                    <a:pt x="31815" y="1"/>
                  </a:moveTo>
                  <a:lnTo>
                    <a:pt x="63630" y="13920"/>
                  </a:lnTo>
                  <a:lnTo>
                    <a:pt x="59194" y="39311"/>
                  </a:lnTo>
                  <a:lnTo>
                    <a:pt x="59194" y="39311"/>
                  </a:lnTo>
                  <a:lnTo>
                    <a:pt x="58582" y="42217"/>
                  </a:lnTo>
                  <a:lnTo>
                    <a:pt x="57665" y="44970"/>
                  </a:lnTo>
                  <a:lnTo>
                    <a:pt x="56594" y="47723"/>
                  </a:lnTo>
                  <a:lnTo>
                    <a:pt x="55370" y="50323"/>
                  </a:lnTo>
                  <a:lnTo>
                    <a:pt x="53841" y="52924"/>
                  </a:lnTo>
                  <a:lnTo>
                    <a:pt x="52005" y="55218"/>
                  </a:lnTo>
                  <a:lnTo>
                    <a:pt x="50170" y="57512"/>
                  </a:lnTo>
                  <a:lnTo>
                    <a:pt x="48028" y="59501"/>
                  </a:lnTo>
                  <a:lnTo>
                    <a:pt x="31815" y="74032"/>
                  </a:lnTo>
                  <a:lnTo>
                    <a:pt x="15602" y="59501"/>
                  </a:lnTo>
                  <a:lnTo>
                    <a:pt x="15602" y="59501"/>
                  </a:lnTo>
                  <a:lnTo>
                    <a:pt x="13613" y="57512"/>
                  </a:lnTo>
                  <a:lnTo>
                    <a:pt x="11625" y="55218"/>
                  </a:lnTo>
                  <a:lnTo>
                    <a:pt x="9942" y="52924"/>
                  </a:lnTo>
                  <a:lnTo>
                    <a:pt x="8413" y="50323"/>
                  </a:lnTo>
                  <a:lnTo>
                    <a:pt x="7036" y="47723"/>
                  </a:lnTo>
                  <a:lnTo>
                    <a:pt x="5966" y="44970"/>
                  </a:lnTo>
                  <a:lnTo>
                    <a:pt x="5048" y="42217"/>
                  </a:lnTo>
                  <a:lnTo>
                    <a:pt x="4436" y="39311"/>
                  </a:lnTo>
                  <a:lnTo>
                    <a:pt x="0" y="13920"/>
                  </a:lnTo>
                  <a:lnTo>
                    <a:pt x="31815" y="1"/>
                  </a:lnTo>
                </a:path>
              </a:pathLst>
            </a:custGeom>
            <a:solidFill>
              <a:srgbClr val="78A9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3" name="Google Shape;2553;p164"/>
            <p:cNvSpPr/>
            <p:nvPr/>
          </p:nvSpPr>
          <p:spPr>
            <a:xfrm>
              <a:off x="3894125" y="2731300"/>
              <a:ext cx="2409050" cy="2745575"/>
            </a:xfrm>
            <a:custGeom>
              <a:avLst/>
              <a:gdLst/>
              <a:ahLst/>
              <a:cxnLst/>
              <a:rect l="l" t="t" r="r" b="b"/>
              <a:pathLst>
                <a:path w="96362" h="109823" fill="none" extrusionOk="0">
                  <a:moveTo>
                    <a:pt x="48181" y="0"/>
                  </a:moveTo>
                  <a:lnTo>
                    <a:pt x="42369" y="2601"/>
                  </a:lnTo>
                  <a:lnTo>
                    <a:pt x="10554" y="16520"/>
                  </a:lnTo>
                  <a:lnTo>
                    <a:pt x="0" y="21108"/>
                  </a:lnTo>
                  <a:lnTo>
                    <a:pt x="1988" y="32580"/>
                  </a:lnTo>
                  <a:lnTo>
                    <a:pt x="6271" y="57818"/>
                  </a:lnTo>
                  <a:lnTo>
                    <a:pt x="6271" y="57818"/>
                  </a:lnTo>
                  <a:lnTo>
                    <a:pt x="7189" y="61948"/>
                  </a:lnTo>
                  <a:lnTo>
                    <a:pt x="8413" y="65925"/>
                  </a:lnTo>
                  <a:lnTo>
                    <a:pt x="9942" y="69748"/>
                  </a:lnTo>
                  <a:lnTo>
                    <a:pt x="11931" y="73572"/>
                  </a:lnTo>
                  <a:lnTo>
                    <a:pt x="14072" y="77090"/>
                  </a:lnTo>
                  <a:lnTo>
                    <a:pt x="16519" y="80455"/>
                  </a:lnTo>
                  <a:lnTo>
                    <a:pt x="19272" y="83667"/>
                  </a:lnTo>
                  <a:lnTo>
                    <a:pt x="22179" y="86574"/>
                  </a:lnTo>
                  <a:lnTo>
                    <a:pt x="38392" y="100952"/>
                  </a:lnTo>
                  <a:lnTo>
                    <a:pt x="48181" y="109823"/>
                  </a:lnTo>
                  <a:lnTo>
                    <a:pt x="57970" y="100952"/>
                  </a:lnTo>
                  <a:lnTo>
                    <a:pt x="74183" y="86574"/>
                  </a:lnTo>
                  <a:lnTo>
                    <a:pt x="74183" y="86574"/>
                  </a:lnTo>
                  <a:lnTo>
                    <a:pt x="77090" y="83667"/>
                  </a:lnTo>
                  <a:lnTo>
                    <a:pt x="79843" y="80455"/>
                  </a:lnTo>
                  <a:lnTo>
                    <a:pt x="82290" y="77090"/>
                  </a:lnTo>
                  <a:lnTo>
                    <a:pt x="84431" y="73572"/>
                  </a:lnTo>
                  <a:lnTo>
                    <a:pt x="86420" y="69748"/>
                  </a:lnTo>
                  <a:lnTo>
                    <a:pt x="87949" y="65925"/>
                  </a:lnTo>
                  <a:lnTo>
                    <a:pt x="89173" y="61948"/>
                  </a:lnTo>
                  <a:lnTo>
                    <a:pt x="90091" y="57818"/>
                  </a:lnTo>
                  <a:lnTo>
                    <a:pt x="94374" y="32580"/>
                  </a:lnTo>
                  <a:lnTo>
                    <a:pt x="96362" y="21108"/>
                  </a:lnTo>
                  <a:lnTo>
                    <a:pt x="85808" y="16520"/>
                  </a:lnTo>
                  <a:lnTo>
                    <a:pt x="54146" y="2601"/>
                  </a:lnTo>
                  <a:lnTo>
                    <a:pt x="48181" y="0"/>
                  </a:lnTo>
                  <a:lnTo>
                    <a:pt x="48181" y="0"/>
                  </a:lnTo>
                </a:path>
              </a:pathLst>
            </a:custGeom>
            <a:solidFill>
              <a:srgbClr val="78A9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4" name="Google Shape;2554;p164"/>
            <p:cNvSpPr/>
            <p:nvPr/>
          </p:nvSpPr>
          <p:spPr>
            <a:xfrm>
              <a:off x="4613000" y="3668150"/>
              <a:ext cx="971300" cy="780100"/>
            </a:xfrm>
            <a:custGeom>
              <a:avLst/>
              <a:gdLst/>
              <a:ahLst/>
              <a:cxnLst/>
              <a:rect l="l" t="t" r="r" b="b"/>
              <a:pathLst>
                <a:path w="38852" h="31204" extrusionOk="0">
                  <a:moveTo>
                    <a:pt x="31051" y="1"/>
                  </a:moveTo>
                  <a:lnTo>
                    <a:pt x="15602" y="15602"/>
                  </a:lnTo>
                  <a:lnTo>
                    <a:pt x="7801" y="7801"/>
                  </a:lnTo>
                  <a:lnTo>
                    <a:pt x="1" y="15602"/>
                  </a:lnTo>
                  <a:lnTo>
                    <a:pt x="7801" y="23403"/>
                  </a:lnTo>
                  <a:lnTo>
                    <a:pt x="15602" y="31204"/>
                  </a:lnTo>
                  <a:lnTo>
                    <a:pt x="23250" y="23403"/>
                  </a:lnTo>
                  <a:lnTo>
                    <a:pt x="38851" y="7801"/>
                  </a:lnTo>
                  <a:lnTo>
                    <a:pt x="31051" y="1"/>
                  </a:lnTo>
                  <a:close/>
                </a:path>
              </a:pathLst>
            </a:custGeom>
            <a:solidFill>
              <a:srgbClr val="78A9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558"/>
        <p:cNvGrpSpPr/>
        <p:nvPr/>
      </p:nvGrpSpPr>
      <p:grpSpPr>
        <a:xfrm>
          <a:off x="0" y="0"/>
          <a:ext cx="0" cy="0"/>
          <a:chOff x="0" y="0"/>
          <a:chExt cx="0" cy="0"/>
        </a:xfrm>
      </p:grpSpPr>
      <p:sp>
        <p:nvSpPr>
          <p:cNvPr id="2559" name="Google Shape;2559;p165"/>
          <p:cNvSpPr/>
          <p:nvPr/>
        </p:nvSpPr>
        <p:spPr>
          <a:xfrm>
            <a:off x="6062375" y="0"/>
            <a:ext cx="3082800" cy="5143500"/>
          </a:xfrm>
          <a:prstGeom prst="rect">
            <a:avLst/>
          </a:prstGeom>
          <a:solidFill>
            <a:srgbClr val="28089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BM Plex Sans"/>
              <a:ea typeface="IBM Plex Sans"/>
              <a:cs typeface="IBM Plex Sans"/>
              <a:sym typeface="IBM Plex Sans"/>
            </a:endParaRPr>
          </a:p>
        </p:txBody>
      </p:sp>
      <p:sp>
        <p:nvSpPr>
          <p:cNvPr id="2560" name="Google Shape;2560;p165"/>
          <p:cNvSpPr txBox="1"/>
          <p:nvPr/>
        </p:nvSpPr>
        <p:spPr>
          <a:xfrm>
            <a:off x="566350" y="716900"/>
            <a:ext cx="5123700" cy="8292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3000" b="1">
                <a:solidFill>
                  <a:schemeClr val="lt1"/>
                </a:solidFill>
                <a:latin typeface="IBM Plex Sans"/>
                <a:ea typeface="IBM Plex Sans"/>
                <a:cs typeface="IBM Plex Sans"/>
                <a:sym typeface="IBM Plex Sans"/>
              </a:rPr>
              <a:t>Let’s design your </a:t>
            </a:r>
            <a:endParaRPr sz="3000" b="1">
              <a:solidFill>
                <a:schemeClr val="lt1"/>
              </a:solidFill>
              <a:latin typeface="IBM Plex Sans"/>
              <a:ea typeface="IBM Plex Sans"/>
              <a:cs typeface="IBM Plex Sans"/>
              <a:sym typeface="IBM Plex Sans"/>
            </a:endParaRPr>
          </a:p>
          <a:p>
            <a:pPr marL="0" lvl="0" indent="0" algn="l" rtl="0">
              <a:spcBef>
                <a:spcPts val="0"/>
              </a:spcBef>
              <a:spcAft>
                <a:spcPts val="0"/>
              </a:spcAft>
              <a:buNone/>
            </a:pPr>
            <a:r>
              <a:rPr lang="en" sz="3000" b="1">
                <a:solidFill>
                  <a:schemeClr val="lt1"/>
                </a:solidFill>
                <a:latin typeface="IBM Plex Sans"/>
                <a:ea typeface="IBM Plex Sans"/>
                <a:cs typeface="IBM Plex Sans"/>
                <a:sym typeface="IBM Plex Sans"/>
              </a:rPr>
              <a:t>AI-native enterprise</a:t>
            </a:r>
            <a:endParaRPr sz="3000" b="1">
              <a:solidFill>
                <a:schemeClr val="lt1"/>
              </a:solidFill>
              <a:latin typeface="IBM Plex Sans"/>
              <a:ea typeface="IBM Plex Sans"/>
              <a:cs typeface="IBM Plex Sans"/>
              <a:sym typeface="IBM Plex Sans"/>
            </a:endParaRPr>
          </a:p>
        </p:txBody>
      </p:sp>
      <p:pic>
        <p:nvPicPr>
          <p:cNvPr id="2561" name="Google Shape;2561;p165"/>
          <p:cNvPicPr preferRelativeResize="0"/>
          <p:nvPr/>
        </p:nvPicPr>
        <p:blipFill rotWithShape="1">
          <a:blip r:embed="rId3">
            <a:alphaModFix/>
          </a:blip>
          <a:srcRect r="9502"/>
          <a:stretch/>
        </p:blipFill>
        <p:spPr>
          <a:xfrm>
            <a:off x="5689900" y="177307"/>
            <a:ext cx="3454183" cy="3045391"/>
          </a:xfrm>
          <a:prstGeom prst="rect">
            <a:avLst/>
          </a:prstGeom>
          <a:noFill/>
          <a:ln>
            <a:noFill/>
          </a:ln>
        </p:spPr>
      </p:pic>
      <p:sp>
        <p:nvSpPr>
          <p:cNvPr id="2562" name="Google Shape;2562;p165"/>
          <p:cNvSpPr txBox="1"/>
          <p:nvPr/>
        </p:nvSpPr>
        <p:spPr>
          <a:xfrm>
            <a:off x="597675" y="1733450"/>
            <a:ext cx="4473600" cy="10173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00"/>
              </a:spcBef>
              <a:spcAft>
                <a:spcPts val="0"/>
              </a:spcAft>
              <a:buNone/>
            </a:pPr>
            <a:r>
              <a:rPr lang="en" sz="2200" b="1">
                <a:solidFill>
                  <a:srgbClr val="FFF56F"/>
                </a:solidFill>
                <a:latin typeface="IBM Plex Mono"/>
                <a:ea typeface="IBM Plex Mono"/>
                <a:cs typeface="IBM Plex Mono"/>
                <a:sym typeface="IBM Plex Mono"/>
              </a:rPr>
              <a:t>Assess Capabilities</a:t>
            </a:r>
            <a:endParaRPr sz="2200" b="1">
              <a:solidFill>
                <a:srgbClr val="FFF56F"/>
              </a:solidFill>
              <a:latin typeface="IBM Plex Mono"/>
              <a:ea typeface="IBM Plex Mono"/>
              <a:cs typeface="IBM Plex Mono"/>
              <a:sym typeface="IBM Plex Mono"/>
            </a:endParaRPr>
          </a:p>
          <a:p>
            <a:pPr marL="0" lvl="0" indent="0" algn="l" rtl="0">
              <a:lnSpc>
                <a:spcPct val="115000"/>
              </a:lnSpc>
              <a:spcBef>
                <a:spcPts val="100"/>
              </a:spcBef>
              <a:spcAft>
                <a:spcPts val="0"/>
              </a:spcAft>
              <a:buNone/>
            </a:pPr>
            <a:r>
              <a:rPr lang="en" sz="1300">
                <a:solidFill>
                  <a:schemeClr val="lt1"/>
                </a:solidFill>
                <a:latin typeface="IBM Plex Sans"/>
                <a:ea typeface="IBM Plex Sans"/>
                <a:cs typeface="IBM Plex Sans"/>
                <a:sym typeface="IBM Plex Sans"/>
              </a:rPr>
              <a:t>Align your strategic goals and technical capabilities </a:t>
            </a:r>
            <a:br>
              <a:rPr lang="en" sz="1300">
                <a:solidFill>
                  <a:schemeClr val="lt1"/>
                </a:solidFill>
                <a:latin typeface="IBM Plex Sans"/>
                <a:ea typeface="IBM Plex Sans"/>
                <a:cs typeface="IBM Plex Sans"/>
                <a:sym typeface="IBM Plex Sans"/>
              </a:rPr>
            </a:br>
            <a:r>
              <a:rPr lang="en" sz="1300">
                <a:solidFill>
                  <a:schemeClr val="lt1"/>
                </a:solidFill>
                <a:latin typeface="IBM Plex Sans"/>
                <a:ea typeface="IBM Plex Sans"/>
                <a:cs typeface="IBM Plex Sans"/>
                <a:sym typeface="IBM Plex Sans"/>
              </a:rPr>
              <a:t>during a more technical discussion.</a:t>
            </a:r>
            <a:endParaRPr sz="1300">
              <a:solidFill>
                <a:schemeClr val="lt1"/>
              </a:solidFill>
              <a:latin typeface="IBM Plex Sans"/>
              <a:ea typeface="IBM Plex Sans"/>
              <a:cs typeface="IBM Plex Sans"/>
              <a:sym typeface="IBM Plex Sans"/>
            </a:endParaRPr>
          </a:p>
        </p:txBody>
      </p:sp>
      <p:sp>
        <p:nvSpPr>
          <p:cNvPr id="2563" name="Google Shape;2563;p165"/>
          <p:cNvSpPr txBox="1"/>
          <p:nvPr/>
        </p:nvSpPr>
        <p:spPr>
          <a:xfrm>
            <a:off x="597675" y="2779825"/>
            <a:ext cx="4473600" cy="10044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00"/>
              </a:spcBef>
              <a:spcAft>
                <a:spcPts val="0"/>
              </a:spcAft>
              <a:buNone/>
            </a:pPr>
            <a:r>
              <a:rPr lang="en" sz="2200" b="1">
                <a:solidFill>
                  <a:srgbClr val="FFF56F"/>
                </a:solidFill>
                <a:latin typeface="IBM Plex Mono"/>
                <a:ea typeface="IBM Plex Mono"/>
                <a:cs typeface="IBM Plex Mono"/>
                <a:sym typeface="IBM Plex Mono"/>
              </a:rPr>
              <a:t>Accelerated Pilot</a:t>
            </a:r>
            <a:endParaRPr sz="2200" b="1">
              <a:solidFill>
                <a:srgbClr val="FFF56F"/>
              </a:solidFill>
              <a:latin typeface="IBM Plex Sans"/>
              <a:ea typeface="IBM Plex Sans"/>
              <a:cs typeface="IBM Plex Sans"/>
              <a:sym typeface="IBM Plex Sans"/>
            </a:endParaRPr>
          </a:p>
          <a:p>
            <a:pPr marL="0" lvl="0" indent="0" algn="l" rtl="0">
              <a:lnSpc>
                <a:spcPct val="115000"/>
              </a:lnSpc>
              <a:spcBef>
                <a:spcPts val="0"/>
              </a:spcBef>
              <a:spcAft>
                <a:spcPts val="0"/>
              </a:spcAft>
              <a:buNone/>
            </a:pPr>
            <a:r>
              <a:rPr lang="en" sz="1300">
                <a:solidFill>
                  <a:schemeClr val="lt1"/>
                </a:solidFill>
                <a:latin typeface="IBM Plex Sans"/>
                <a:ea typeface="IBM Plex Sans"/>
                <a:cs typeface="IBM Plex Sans"/>
                <a:sym typeface="IBM Plex Sans"/>
              </a:rPr>
              <a:t>Our teams work together to identify and build one high-impact agentic process to prove concept.</a:t>
            </a:r>
            <a:endParaRPr sz="1300">
              <a:solidFill>
                <a:schemeClr val="lt1"/>
              </a:solidFill>
              <a:latin typeface="IBM Plex Sans"/>
              <a:ea typeface="IBM Plex Sans"/>
              <a:cs typeface="IBM Plex Sans"/>
              <a:sym typeface="IBM Plex Sans"/>
            </a:endParaRPr>
          </a:p>
        </p:txBody>
      </p:sp>
      <p:sp>
        <p:nvSpPr>
          <p:cNvPr id="2564" name="Google Shape;2564;p165"/>
          <p:cNvSpPr txBox="1"/>
          <p:nvPr/>
        </p:nvSpPr>
        <p:spPr>
          <a:xfrm>
            <a:off x="597675" y="3891300"/>
            <a:ext cx="4827900" cy="10044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00"/>
              </a:spcBef>
              <a:spcAft>
                <a:spcPts val="0"/>
              </a:spcAft>
              <a:buNone/>
            </a:pPr>
            <a:r>
              <a:rPr lang="en" sz="2200" b="1">
                <a:solidFill>
                  <a:srgbClr val="FFF56F"/>
                </a:solidFill>
                <a:latin typeface="IBM Plex Mono"/>
                <a:ea typeface="IBM Plex Mono"/>
                <a:cs typeface="IBM Plex Mono"/>
                <a:sym typeface="IBM Plex Mono"/>
              </a:rPr>
              <a:t>Partner Collaboration</a:t>
            </a:r>
            <a:endParaRPr sz="2200" b="1">
              <a:solidFill>
                <a:srgbClr val="FFF56F"/>
              </a:solidFill>
              <a:latin typeface="IBM Plex Mono"/>
              <a:ea typeface="IBM Plex Mono"/>
              <a:cs typeface="IBM Plex Mono"/>
              <a:sym typeface="IBM Plex Mono"/>
            </a:endParaRPr>
          </a:p>
          <a:p>
            <a:pPr marL="0" lvl="0" indent="0" algn="l" rtl="0">
              <a:lnSpc>
                <a:spcPct val="115000"/>
              </a:lnSpc>
              <a:spcBef>
                <a:spcPts val="0"/>
              </a:spcBef>
              <a:spcAft>
                <a:spcPts val="0"/>
              </a:spcAft>
              <a:buNone/>
            </a:pPr>
            <a:r>
              <a:rPr lang="en" sz="1300">
                <a:solidFill>
                  <a:schemeClr val="lt1"/>
                </a:solidFill>
                <a:latin typeface="IBM Plex Sans"/>
                <a:ea typeface="IBM Plex Sans"/>
                <a:cs typeface="IBM Plex Sans"/>
                <a:sym typeface="IBM Plex Sans"/>
              </a:rPr>
              <a:t>Your trusted partner. Our expertise. </a:t>
            </a:r>
            <a:br>
              <a:rPr lang="en" sz="1300">
                <a:solidFill>
                  <a:schemeClr val="lt1"/>
                </a:solidFill>
                <a:latin typeface="IBM Plex Sans"/>
                <a:ea typeface="IBM Plex Sans"/>
                <a:cs typeface="IBM Plex Sans"/>
                <a:sym typeface="IBM Plex Sans"/>
              </a:rPr>
            </a:br>
            <a:r>
              <a:rPr lang="en" sz="1300">
                <a:solidFill>
                  <a:schemeClr val="lt1"/>
                </a:solidFill>
                <a:latin typeface="IBM Plex Sans"/>
                <a:ea typeface="IBM Plex Sans"/>
                <a:cs typeface="IBM Plex Sans"/>
                <a:sym typeface="IBM Plex Sans"/>
              </a:rPr>
              <a:t>Increase the output and potential for your agentic projects.</a:t>
            </a:r>
            <a:endParaRPr sz="1300">
              <a:solidFill>
                <a:schemeClr val="lt1"/>
              </a:solidFill>
              <a:latin typeface="IBM Plex Sans"/>
              <a:ea typeface="IBM Plex Sans"/>
              <a:cs typeface="IBM Plex Sans"/>
              <a:sym typeface="IBM Plex Sans"/>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568"/>
        <p:cNvGrpSpPr/>
        <p:nvPr/>
      </p:nvGrpSpPr>
      <p:grpSpPr>
        <a:xfrm>
          <a:off x="0" y="0"/>
          <a:ext cx="0" cy="0"/>
          <a:chOff x="0" y="0"/>
          <a:chExt cx="0" cy="0"/>
        </a:xfrm>
      </p:grpSpPr>
      <p:sp>
        <p:nvSpPr>
          <p:cNvPr id="2569" name="Google Shape;2569;p166"/>
          <p:cNvSpPr txBox="1">
            <a:spLocks noGrp="1"/>
          </p:cNvSpPr>
          <p:nvPr>
            <p:ph type="title"/>
          </p:nvPr>
        </p:nvSpPr>
        <p:spPr>
          <a:xfrm>
            <a:off x="457200" y="857250"/>
            <a:ext cx="8229600" cy="841800"/>
          </a:xfrm>
          <a:prstGeom prst="rect">
            <a:avLst/>
          </a:prstGeom>
        </p:spPr>
        <p:txBody>
          <a:bodyPr spcFirstLastPara="1" wrap="square" lIns="0" tIns="0" rIns="0" bIns="0" anchor="t" anchorCtr="0">
            <a:normAutofit/>
          </a:bodyPr>
          <a:lstStyle/>
          <a:p>
            <a:pPr marL="0" lvl="0" indent="0" algn="l" rtl="0">
              <a:spcBef>
                <a:spcPts val="0"/>
              </a:spcBef>
              <a:spcAft>
                <a:spcPts val="0"/>
              </a:spcAft>
              <a:buNone/>
            </a:pPr>
            <a:r>
              <a:rPr lang="en" sz="4500" b="0">
                <a:latin typeface="IBM Plex Sans Medium"/>
                <a:ea typeface="IBM Plex Sans Medium"/>
                <a:cs typeface="IBM Plex Sans Medium"/>
                <a:sym typeface="IBM Plex Sans Medium"/>
              </a:rPr>
              <a:t>Thank you</a:t>
            </a:r>
            <a:endParaRPr sz="4500" b="0">
              <a:latin typeface="IBM Plex Sans Medium"/>
              <a:ea typeface="IBM Plex Sans Medium"/>
              <a:cs typeface="IBM Plex Sans Medium"/>
              <a:sym typeface="IBM Plex Sans Medium"/>
            </a:endParaRPr>
          </a:p>
        </p:txBody>
      </p:sp>
      <p:sp>
        <p:nvSpPr>
          <p:cNvPr id="2570" name="Google Shape;2570;p166"/>
          <p:cNvSpPr txBox="1">
            <a:spLocks noGrp="1"/>
          </p:cNvSpPr>
          <p:nvPr>
            <p:ph type="subTitle" idx="6"/>
          </p:nvPr>
        </p:nvSpPr>
        <p:spPr>
          <a:xfrm>
            <a:off x="1082800" y="2843100"/>
            <a:ext cx="5272500" cy="673800"/>
          </a:xfrm>
          <a:prstGeom prst="rect">
            <a:avLst/>
          </a:prstGeom>
        </p:spPr>
        <p:txBody>
          <a:bodyPr spcFirstLastPara="1" wrap="square" lIns="0" tIns="0" rIns="0" bIns="0" anchor="ctr" anchorCtr="0">
            <a:normAutofit/>
          </a:bodyPr>
          <a:lstStyle/>
          <a:p>
            <a:pPr marL="0" lvl="0" indent="0" algn="l" rtl="0">
              <a:spcBef>
                <a:spcPts val="0"/>
              </a:spcBef>
              <a:spcAft>
                <a:spcPts val="1200"/>
              </a:spcAft>
              <a:buNone/>
            </a:pPr>
            <a:r>
              <a:rPr lang="en" u="sng">
                <a:hlinkClick r:id="rId3"/>
              </a:rPr>
              <a:t>linkedin.com/company/camunda</a:t>
            </a:r>
            <a:endParaRPr/>
          </a:p>
        </p:txBody>
      </p:sp>
      <p:sp>
        <p:nvSpPr>
          <p:cNvPr id="2571" name="Google Shape;2571;p166"/>
          <p:cNvSpPr txBox="1">
            <a:spLocks noGrp="1"/>
          </p:cNvSpPr>
          <p:nvPr>
            <p:ph type="subTitle" idx="7"/>
          </p:nvPr>
        </p:nvSpPr>
        <p:spPr>
          <a:xfrm>
            <a:off x="1082800" y="2081788"/>
            <a:ext cx="5272500" cy="673800"/>
          </a:xfrm>
          <a:prstGeom prst="rect">
            <a:avLst/>
          </a:prstGeom>
        </p:spPr>
        <p:txBody>
          <a:bodyPr spcFirstLastPara="1" wrap="square" lIns="0" tIns="0" rIns="0" bIns="0" anchor="ctr" anchorCtr="0">
            <a:normAutofit/>
          </a:bodyPr>
          <a:lstStyle/>
          <a:p>
            <a:pPr marL="0" lvl="0" indent="0" algn="l" rtl="0">
              <a:spcBef>
                <a:spcPts val="0"/>
              </a:spcBef>
              <a:spcAft>
                <a:spcPts val="1200"/>
              </a:spcAft>
              <a:buNone/>
            </a:pPr>
            <a:r>
              <a:rPr lang="en" u="sng">
                <a:hlinkClick r:id="rId4"/>
              </a:rPr>
              <a:t>camunda.com</a:t>
            </a:r>
            <a:endParaRPr/>
          </a:p>
        </p:txBody>
      </p:sp>
      <p:sp>
        <p:nvSpPr>
          <p:cNvPr id="2572" name="Google Shape;2572;p166"/>
          <p:cNvSpPr/>
          <p:nvPr/>
        </p:nvSpPr>
        <p:spPr>
          <a:xfrm>
            <a:off x="519369" y="2304830"/>
            <a:ext cx="276011" cy="275984"/>
          </a:xfrm>
          <a:custGeom>
            <a:avLst/>
            <a:gdLst/>
            <a:ahLst/>
            <a:cxnLst/>
            <a:rect l="l" t="t" r="r" b="b"/>
            <a:pathLst>
              <a:path w="17248" h="17249" extrusionOk="0">
                <a:moveTo>
                  <a:pt x="5742" y="1934"/>
                </a:moveTo>
                <a:lnTo>
                  <a:pt x="5588" y="2123"/>
                </a:lnTo>
                <a:lnTo>
                  <a:pt x="5435" y="2323"/>
                </a:lnTo>
                <a:lnTo>
                  <a:pt x="5305" y="2524"/>
                </a:lnTo>
                <a:lnTo>
                  <a:pt x="5164" y="2736"/>
                </a:lnTo>
                <a:lnTo>
                  <a:pt x="5046" y="2948"/>
                </a:lnTo>
                <a:lnTo>
                  <a:pt x="4928" y="3160"/>
                </a:lnTo>
                <a:lnTo>
                  <a:pt x="4834" y="3384"/>
                </a:lnTo>
                <a:lnTo>
                  <a:pt x="4728" y="3608"/>
                </a:lnTo>
                <a:lnTo>
                  <a:pt x="4633" y="3844"/>
                </a:lnTo>
                <a:lnTo>
                  <a:pt x="4551" y="4080"/>
                </a:lnTo>
                <a:lnTo>
                  <a:pt x="4268" y="3950"/>
                </a:lnTo>
                <a:lnTo>
                  <a:pt x="3997" y="3797"/>
                </a:lnTo>
                <a:lnTo>
                  <a:pt x="3726" y="3644"/>
                </a:lnTo>
                <a:lnTo>
                  <a:pt x="3454" y="3490"/>
                </a:lnTo>
                <a:lnTo>
                  <a:pt x="3714" y="3243"/>
                </a:lnTo>
                <a:lnTo>
                  <a:pt x="3973" y="3019"/>
                </a:lnTo>
                <a:lnTo>
                  <a:pt x="4244" y="2807"/>
                </a:lnTo>
                <a:lnTo>
                  <a:pt x="4527" y="2606"/>
                </a:lnTo>
                <a:lnTo>
                  <a:pt x="4822" y="2417"/>
                </a:lnTo>
                <a:lnTo>
                  <a:pt x="5117" y="2241"/>
                </a:lnTo>
                <a:lnTo>
                  <a:pt x="5423" y="2087"/>
                </a:lnTo>
                <a:lnTo>
                  <a:pt x="5742" y="1934"/>
                </a:lnTo>
                <a:close/>
                <a:moveTo>
                  <a:pt x="11507" y="1934"/>
                </a:moveTo>
                <a:lnTo>
                  <a:pt x="11813" y="2087"/>
                </a:lnTo>
                <a:lnTo>
                  <a:pt x="12131" y="2241"/>
                </a:lnTo>
                <a:lnTo>
                  <a:pt x="12426" y="2417"/>
                </a:lnTo>
                <a:lnTo>
                  <a:pt x="12721" y="2606"/>
                </a:lnTo>
                <a:lnTo>
                  <a:pt x="12992" y="2807"/>
                </a:lnTo>
                <a:lnTo>
                  <a:pt x="13275" y="3019"/>
                </a:lnTo>
                <a:lnTo>
                  <a:pt x="13534" y="3243"/>
                </a:lnTo>
                <a:lnTo>
                  <a:pt x="13782" y="3479"/>
                </a:lnTo>
                <a:lnTo>
                  <a:pt x="13523" y="3644"/>
                </a:lnTo>
                <a:lnTo>
                  <a:pt x="13251" y="3797"/>
                </a:lnTo>
                <a:lnTo>
                  <a:pt x="12968" y="3938"/>
                </a:lnTo>
                <a:lnTo>
                  <a:pt x="12697" y="4080"/>
                </a:lnTo>
                <a:lnTo>
                  <a:pt x="12603" y="3844"/>
                </a:lnTo>
                <a:lnTo>
                  <a:pt x="12509" y="3608"/>
                </a:lnTo>
                <a:lnTo>
                  <a:pt x="12414" y="3384"/>
                </a:lnTo>
                <a:lnTo>
                  <a:pt x="12308" y="3160"/>
                </a:lnTo>
                <a:lnTo>
                  <a:pt x="12190" y="2948"/>
                </a:lnTo>
                <a:lnTo>
                  <a:pt x="12072" y="2736"/>
                </a:lnTo>
                <a:lnTo>
                  <a:pt x="11943" y="2524"/>
                </a:lnTo>
                <a:lnTo>
                  <a:pt x="11801" y="2323"/>
                </a:lnTo>
                <a:lnTo>
                  <a:pt x="11660" y="2123"/>
                </a:lnTo>
                <a:lnTo>
                  <a:pt x="11507" y="1934"/>
                </a:lnTo>
                <a:close/>
                <a:moveTo>
                  <a:pt x="7958" y="1793"/>
                </a:moveTo>
                <a:lnTo>
                  <a:pt x="7958" y="4988"/>
                </a:lnTo>
                <a:lnTo>
                  <a:pt x="7675" y="4964"/>
                </a:lnTo>
                <a:lnTo>
                  <a:pt x="7404" y="4929"/>
                </a:lnTo>
                <a:lnTo>
                  <a:pt x="7133" y="4893"/>
                </a:lnTo>
                <a:lnTo>
                  <a:pt x="6850" y="4846"/>
                </a:lnTo>
                <a:lnTo>
                  <a:pt x="6579" y="4787"/>
                </a:lnTo>
                <a:lnTo>
                  <a:pt x="6319" y="4728"/>
                </a:lnTo>
                <a:lnTo>
                  <a:pt x="6048" y="4657"/>
                </a:lnTo>
                <a:lnTo>
                  <a:pt x="5777" y="4575"/>
                </a:lnTo>
                <a:lnTo>
                  <a:pt x="5954" y="4139"/>
                </a:lnTo>
                <a:lnTo>
                  <a:pt x="6048" y="3927"/>
                </a:lnTo>
                <a:lnTo>
                  <a:pt x="6142" y="3738"/>
                </a:lnTo>
                <a:lnTo>
                  <a:pt x="6237" y="3549"/>
                </a:lnTo>
                <a:lnTo>
                  <a:pt x="6343" y="3361"/>
                </a:lnTo>
                <a:lnTo>
                  <a:pt x="6449" y="3184"/>
                </a:lnTo>
                <a:lnTo>
                  <a:pt x="6567" y="3019"/>
                </a:lnTo>
                <a:lnTo>
                  <a:pt x="6685" y="2865"/>
                </a:lnTo>
                <a:lnTo>
                  <a:pt x="6803" y="2712"/>
                </a:lnTo>
                <a:lnTo>
                  <a:pt x="6932" y="2571"/>
                </a:lnTo>
                <a:lnTo>
                  <a:pt x="7062" y="2441"/>
                </a:lnTo>
                <a:lnTo>
                  <a:pt x="7203" y="2311"/>
                </a:lnTo>
                <a:lnTo>
                  <a:pt x="7345" y="2193"/>
                </a:lnTo>
                <a:lnTo>
                  <a:pt x="7486" y="2087"/>
                </a:lnTo>
                <a:lnTo>
                  <a:pt x="7640" y="1981"/>
                </a:lnTo>
                <a:lnTo>
                  <a:pt x="7793" y="1887"/>
                </a:lnTo>
                <a:lnTo>
                  <a:pt x="7958" y="1793"/>
                </a:lnTo>
                <a:close/>
                <a:moveTo>
                  <a:pt x="9290" y="1793"/>
                </a:moveTo>
                <a:lnTo>
                  <a:pt x="9443" y="1887"/>
                </a:lnTo>
                <a:lnTo>
                  <a:pt x="9608" y="1981"/>
                </a:lnTo>
                <a:lnTo>
                  <a:pt x="9750" y="2087"/>
                </a:lnTo>
                <a:lnTo>
                  <a:pt x="9903" y="2193"/>
                </a:lnTo>
                <a:lnTo>
                  <a:pt x="10045" y="2311"/>
                </a:lnTo>
                <a:lnTo>
                  <a:pt x="10174" y="2441"/>
                </a:lnTo>
                <a:lnTo>
                  <a:pt x="10304" y="2571"/>
                </a:lnTo>
                <a:lnTo>
                  <a:pt x="10434" y="2712"/>
                </a:lnTo>
                <a:lnTo>
                  <a:pt x="10552" y="2865"/>
                </a:lnTo>
                <a:lnTo>
                  <a:pt x="10670" y="3019"/>
                </a:lnTo>
                <a:lnTo>
                  <a:pt x="10787" y="3184"/>
                </a:lnTo>
                <a:lnTo>
                  <a:pt x="10894" y="3361"/>
                </a:lnTo>
                <a:lnTo>
                  <a:pt x="11000" y="3537"/>
                </a:lnTo>
                <a:lnTo>
                  <a:pt x="11106" y="3726"/>
                </a:lnTo>
                <a:lnTo>
                  <a:pt x="11200" y="3927"/>
                </a:lnTo>
                <a:lnTo>
                  <a:pt x="11294" y="4127"/>
                </a:lnTo>
                <a:lnTo>
                  <a:pt x="11459" y="4575"/>
                </a:lnTo>
                <a:lnTo>
                  <a:pt x="11200" y="4657"/>
                </a:lnTo>
                <a:lnTo>
                  <a:pt x="10929" y="4728"/>
                </a:lnTo>
                <a:lnTo>
                  <a:pt x="10658" y="4787"/>
                </a:lnTo>
                <a:lnTo>
                  <a:pt x="10387" y="4846"/>
                </a:lnTo>
                <a:lnTo>
                  <a:pt x="10115" y="4893"/>
                </a:lnTo>
                <a:lnTo>
                  <a:pt x="9844" y="4929"/>
                </a:lnTo>
                <a:lnTo>
                  <a:pt x="9561" y="4964"/>
                </a:lnTo>
                <a:lnTo>
                  <a:pt x="9290" y="4988"/>
                </a:lnTo>
                <a:lnTo>
                  <a:pt x="9290" y="1793"/>
                </a:lnTo>
                <a:close/>
                <a:moveTo>
                  <a:pt x="2594" y="4528"/>
                </a:moveTo>
                <a:lnTo>
                  <a:pt x="2983" y="4764"/>
                </a:lnTo>
                <a:lnTo>
                  <a:pt x="3372" y="4976"/>
                </a:lnTo>
                <a:lnTo>
                  <a:pt x="3773" y="5188"/>
                </a:lnTo>
                <a:lnTo>
                  <a:pt x="4174" y="5377"/>
                </a:lnTo>
                <a:lnTo>
                  <a:pt x="4103" y="5695"/>
                </a:lnTo>
                <a:lnTo>
                  <a:pt x="4044" y="6025"/>
                </a:lnTo>
                <a:lnTo>
                  <a:pt x="3997" y="6343"/>
                </a:lnTo>
                <a:lnTo>
                  <a:pt x="3950" y="6662"/>
                </a:lnTo>
                <a:lnTo>
                  <a:pt x="3902" y="6992"/>
                </a:lnTo>
                <a:lnTo>
                  <a:pt x="3879" y="7310"/>
                </a:lnTo>
                <a:lnTo>
                  <a:pt x="3855" y="7640"/>
                </a:lnTo>
                <a:lnTo>
                  <a:pt x="3832" y="7958"/>
                </a:lnTo>
                <a:lnTo>
                  <a:pt x="1368" y="7958"/>
                </a:lnTo>
                <a:lnTo>
                  <a:pt x="1391" y="7734"/>
                </a:lnTo>
                <a:lnTo>
                  <a:pt x="1415" y="7499"/>
                </a:lnTo>
                <a:lnTo>
                  <a:pt x="1462" y="7275"/>
                </a:lnTo>
                <a:lnTo>
                  <a:pt x="1509" y="7051"/>
                </a:lnTo>
                <a:lnTo>
                  <a:pt x="1556" y="6827"/>
                </a:lnTo>
                <a:lnTo>
                  <a:pt x="1615" y="6603"/>
                </a:lnTo>
                <a:lnTo>
                  <a:pt x="1686" y="6379"/>
                </a:lnTo>
                <a:lnTo>
                  <a:pt x="1757" y="6166"/>
                </a:lnTo>
                <a:lnTo>
                  <a:pt x="1839" y="5942"/>
                </a:lnTo>
                <a:lnTo>
                  <a:pt x="1934" y="5730"/>
                </a:lnTo>
                <a:lnTo>
                  <a:pt x="2028" y="5530"/>
                </a:lnTo>
                <a:lnTo>
                  <a:pt x="2122" y="5318"/>
                </a:lnTo>
                <a:lnTo>
                  <a:pt x="2228" y="5117"/>
                </a:lnTo>
                <a:lnTo>
                  <a:pt x="2346" y="4917"/>
                </a:lnTo>
                <a:lnTo>
                  <a:pt x="2476" y="4716"/>
                </a:lnTo>
                <a:lnTo>
                  <a:pt x="2594" y="4528"/>
                </a:lnTo>
                <a:close/>
                <a:moveTo>
                  <a:pt x="5435" y="5860"/>
                </a:moveTo>
                <a:lnTo>
                  <a:pt x="5742" y="5954"/>
                </a:lnTo>
                <a:lnTo>
                  <a:pt x="6048" y="6037"/>
                </a:lnTo>
                <a:lnTo>
                  <a:pt x="6366" y="6108"/>
                </a:lnTo>
                <a:lnTo>
                  <a:pt x="6685" y="6166"/>
                </a:lnTo>
                <a:lnTo>
                  <a:pt x="6991" y="6225"/>
                </a:lnTo>
                <a:lnTo>
                  <a:pt x="7310" y="6261"/>
                </a:lnTo>
                <a:lnTo>
                  <a:pt x="7628" y="6296"/>
                </a:lnTo>
                <a:lnTo>
                  <a:pt x="7958" y="6320"/>
                </a:lnTo>
                <a:lnTo>
                  <a:pt x="7958" y="7958"/>
                </a:lnTo>
                <a:lnTo>
                  <a:pt x="5176" y="7958"/>
                </a:lnTo>
                <a:lnTo>
                  <a:pt x="5211" y="7428"/>
                </a:lnTo>
                <a:lnTo>
                  <a:pt x="5270" y="6909"/>
                </a:lnTo>
                <a:lnTo>
                  <a:pt x="5341" y="6379"/>
                </a:lnTo>
                <a:lnTo>
                  <a:pt x="5435" y="5860"/>
                </a:lnTo>
                <a:close/>
                <a:moveTo>
                  <a:pt x="11813" y="5860"/>
                </a:moveTo>
                <a:lnTo>
                  <a:pt x="11907" y="6379"/>
                </a:lnTo>
                <a:lnTo>
                  <a:pt x="11978" y="6909"/>
                </a:lnTo>
                <a:lnTo>
                  <a:pt x="12025" y="7428"/>
                </a:lnTo>
                <a:lnTo>
                  <a:pt x="12061" y="7958"/>
                </a:lnTo>
                <a:lnTo>
                  <a:pt x="9290" y="7958"/>
                </a:lnTo>
                <a:lnTo>
                  <a:pt x="9290" y="6320"/>
                </a:lnTo>
                <a:lnTo>
                  <a:pt x="9608" y="6296"/>
                </a:lnTo>
                <a:lnTo>
                  <a:pt x="9927" y="6261"/>
                </a:lnTo>
                <a:lnTo>
                  <a:pt x="10245" y="6225"/>
                </a:lnTo>
                <a:lnTo>
                  <a:pt x="10563" y="6166"/>
                </a:lnTo>
                <a:lnTo>
                  <a:pt x="10882" y="6108"/>
                </a:lnTo>
                <a:lnTo>
                  <a:pt x="11188" y="6037"/>
                </a:lnTo>
                <a:lnTo>
                  <a:pt x="11507" y="5954"/>
                </a:lnTo>
                <a:lnTo>
                  <a:pt x="11813" y="5860"/>
                </a:lnTo>
                <a:close/>
                <a:moveTo>
                  <a:pt x="14643" y="4528"/>
                </a:moveTo>
                <a:lnTo>
                  <a:pt x="14772" y="4716"/>
                </a:lnTo>
                <a:lnTo>
                  <a:pt x="14890" y="4917"/>
                </a:lnTo>
                <a:lnTo>
                  <a:pt x="15008" y="5117"/>
                </a:lnTo>
                <a:lnTo>
                  <a:pt x="15114" y="5318"/>
                </a:lnTo>
                <a:lnTo>
                  <a:pt x="15220" y="5530"/>
                </a:lnTo>
                <a:lnTo>
                  <a:pt x="15315" y="5730"/>
                </a:lnTo>
                <a:lnTo>
                  <a:pt x="15397" y="5942"/>
                </a:lnTo>
                <a:lnTo>
                  <a:pt x="15480" y="6166"/>
                </a:lnTo>
                <a:lnTo>
                  <a:pt x="15562" y="6379"/>
                </a:lnTo>
                <a:lnTo>
                  <a:pt x="15621" y="6603"/>
                </a:lnTo>
                <a:lnTo>
                  <a:pt x="15680" y="6827"/>
                </a:lnTo>
                <a:lnTo>
                  <a:pt x="15739" y="7051"/>
                </a:lnTo>
                <a:lnTo>
                  <a:pt x="15786" y="7275"/>
                </a:lnTo>
                <a:lnTo>
                  <a:pt x="15821" y="7499"/>
                </a:lnTo>
                <a:lnTo>
                  <a:pt x="15857" y="7734"/>
                </a:lnTo>
                <a:lnTo>
                  <a:pt x="15880" y="7958"/>
                </a:lnTo>
                <a:lnTo>
                  <a:pt x="13405" y="7958"/>
                </a:lnTo>
                <a:lnTo>
                  <a:pt x="13393" y="7640"/>
                </a:lnTo>
                <a:lnTo>
                  <a:pt x="13369" y="7310"/>
                </a:lnTo>
                <a:lnTo>
                  <a:pt x="13334" y="6992"/>
                </a:lnTo>
                <a:lnTo>
                  <a:pt x="13299" y="6662"/>
                </a:lnTo>
                <a:lnTo>
                  <a:pt x="13251" y="6343"/>
                </a:lnTo>
                <a:lnTo>
                  <a:pt x="13192" y="6025"/>
                </a:lnTo>
                <a:lnTo>
                  <a:pt x="13134" y="5695"/>
                </a:lnTo>
                <a:lnTo>
                  <a:pt x="13075" y="5377"/>
                </a:lnTo>
                <a:lnTo>
                  <a:pt x="13475" y="5188"/>
                </a:lnTo>
                <a:lnTo>
                  <a:pt x="13876" y="4976"/>
                </a:lnTo>
                <a:lnTo>
                  <a:pt x="14265" y="4764"/>
                </a:lnTo>
                <a:lnTo>
                  <a:pt x="14643" y="4528"/>
                </a:lnTo>
                <a:close/>
                <a:moveTo>
                  <a:pt x="7958" y="9291"/>
                </a:moveTo>
                <a:lnTo>
                  <a:pt x="7958" y="10929"/>
                </a:lnTo>
                <a:lnTo>
                  <a:pt x="7628" y="10953"/>
                </a:lnTo>
                <a:lnTo>
                  <a:pt x="7310" y="10988"/>
                </a:lnTo>
                <a:lnTo>
                  <a:pt x="6991" y="11035"/>
                </a:lnTo>
                <a:lnTo>
                  <a:pt x="6685" y="11083"/>
                </a:lnTo>
                <a:lnTo>
                  <a:pt x="6366" y="11153"/>
                </a:lnTo>
                <a:lnTo>
                  <a:pt x="6048" y="11224"/>
                </a:lnTo>
                <a:lnTo>
                  <a:pt x="5742" y="11307"/>
                </a:lnTo>
                <a:lnTo>
                  <a:pt x="5435" y="11401"/>
                </a:lnTo>
                <a:lnTo>
                  <a:pt x="5341" y="10870"/>
                </a:lnTo>
                <a:lnTo>
                  <a:pt x="5258" y="10352"/>
                </a:lnTo>
                <a:lnTo>
                  <a:pt x="5211" y="9821"/>
                </a:lnTo>
                <a:lnTo>
                  <a:pt x="5176" y="9291"/>
                </a:lnTo>
                <a:close/>
                <a:moveTo>
                  <a:pt x="12072" y="9291"/>
                </a:moveTo>
                <a:lnTo>
                  <a:pt x="12037" y="9821"/>
                </a:lnTo>
                <a:lnTo>
                  <a:pt x="11978" y="10352"/>
                </a:lnTo>
                <a:lnTo>
                  <a:pt x="11907" y="10870"/>
                </a:lnTo>
                <a:lnTo>
                  <a:pt x="11813" y="11401"/>
                </a:lnTo>
                <a:lnTo>
                  <a:pt x="11507" y="11307"/>
                </a:lnTo>
                <a:lnTo>
                  <a:pt x="11188" y="11224"/>
                </a:lnTo>
                <a:lnTo>
                  <a:pt x="10882" y="11153"/>
                </a:lnTo>
                <a:lnTo>
                  <a:pt x="10563" y="11083"/>
                </a:lnTo>
                <a:lnTo>
                  <a:pt x="10245" y="11035"/>
                </a:lnTo>
                <a:lnTo>
                  <a:pt x="9927" y="10988"/>
                </a:lnTo>
                <a:lnTo>
                  <a:pt x="9608" y="10953"/>
                </a:lnTo>
                <a:lnTo>
                  <a:pt x="9290" y="10929"/>
                </a:lnTo>
                <a:lnTo>
                  <a:pt x="9290" y="9291"/>
                </a:lnTo>
                <a:close/>
                <a:moveTo>
                  <a:pt x="3832" y="9291"/>
                </a:moveTo>
                <a:lnTo>
                  <a:pt x="3855" y="9621"/>
                </a:lnTo>
                <a:lnTo>
                  <a:pt x="3879" y="9951"/>
                </a:lnTo>
                <a:lnTo>
                  <a:pt x="3902" y="10269"/>
                </a:lnTo>
                <a:lnTo>
                  <a:pt x="3950" y="10587"/>
                </a:lnTo>
                <a:lnTo>
                  <a:pt x="3997" y="10917"/>
                </a:lnTo>
                <a:lnTo>
                  <a:pt x="4044" y="11236"/>
                </a:lnTo>
                <a:lnTo>
                  <a:pt x="4103" y="11554"/>
                </a:lnTo>
                <a:lnTo>
                  <a:pt x="4174" y="11872"/>
                </a:lnTo>
                <a:lnTo>
                  <a:pt x="3761" y="12073"/>
                </a:lnTo>
                <a:lnTo>
                  <a:pt x="3360" y="12273"/>
                </a:lnTo>
                <a:lnTo>
                  <a:pt x="2971" y="12497"/>
                </a:lnTo>
                <a:lnTo>
                  <a:pt x="2594" y="12733"/>
                </a:lnTo>
                <a:lnTo>
                  <a:pt x="2464" y="12544"/>
                </a:lnTo>
                <a:lnTo>
                  <a:pt x="2346" y="12344"/>
                </a:lnTo>
                <a:lnTo>
                  <a:pt x="2228" y="12144"/>
                </a:lnTo>
                <a:lnTo>
                  <a:pt x="2122" y="11943"/>
                </a:lnTo>
                <a:lnTo>
                  <a:pt x="2016" y="11731"/>
                </a:lnTo>
                <a:lnTo>
                  <a:pt x="1922" y="11519"/>
                </a:lnTo>
                <a:lnTo>
                  <a:pt x="1839" y="11307"/>
                </a:lnTo>
                <a:lnTo>
                  <a:pt x="1757" y="11094"/>
                </a:lnTo>
                <a:lnTo>
                  <a:pt x="1686" y="10882"/>
                </a:lnTo>
                <a:lnTo>
                  <a:pt x="1615" y="10658"/>
                </a:lnTo>
                <a:lnTo>
                  <a:pt x="1556" y="10434"/>
                </a:lnTo>
                <a:lnTo>
                  <a:pt x="1497" y="10210"/>
                </a:lnTo>
                <a:lnTo>
                  <a:pt x="1462" y="9986"/>
                </a:lnTo>
                <a:lnTo>
                  <a:pt x="1415" y="9762"/>
                </a:lnTo>
                <a:lnTo>
                  <a:pt x="1391" y="9526"/>
                </a:lnTo>
                <a:lnTo>
                  <a:pt x="1368" y="9291"/>
                </a:lnTo>
                <a:close/>
                <a:moveTo>
                  <a:pt x="15880" y="9291"/>
                </a:moveTo>
                <a:lnTo>
                  <a:pt x="15857" y="9526"/>
                </a:lnTo>
                <a:lnTo>
                  <a:pt x="15821" y="9762"/>
                </a:lnTo>
                <a:lnTo>
                  <a:pt x="15786" y="9986"/>
                </a:lnTo>
                <a:lnTo>
                  <a:pt x="15739" y="10210"/>
                </a:lnTo>
                <a:lnTo>
                  <a:pt x="15692" y="10434"/>
                </a:lnTo>
                <a:lnTo>
                  <a:pt x="15633" y="10658"/>
                </a:lnTo>
                <a:lnTo>
                  <a:pt x="15562" y="10882"/>
                </a:lnTo>
                <a:lnTo>
                  <a:pt x="15491" y="11094"/>
                </a:lnTo>
                <a:lnTo>
                  <a:pt x="15409" y="11307"/>
                </a:lnTo>
                <a:lnTo>
                  <a:pt x="15315" y="11519"/>
                </a:lnTo>
                <a:lnTo>
                  <a:pt x="15220" y="11731"/>
                </a:lnTo>
                <a:lnTo>
                  <a:pt x="15126" y="11943"/>
                </a:lnTo>
                <a:lnTo>
                  <a:pt x="15020" y="12144"/>
                </a:lnTo>
                <a:lnTo>
                  <a:pt x="14902" y="12344"/>
                </a:lnTo>
                <a:lnTo>
                  <a:pt x="14784" y="12544"/>
                </a:lnTo>
                <a:lnTo>
                  <a:pt x="14654" y="12733"/>
                </a:lnTo>
                <a:lnTo>
                  <a:pt x="14265" y="12497"/>
                </a:lnTo>
                <a:lnTo>
                  <a:pt x="13876" y="12273"/>
                </a:lnTo>
                <a:lnTo>
                  <a:pt x="13475" y="12073"/>
                </a:lnTo>
                <a:lnTo>
                  <a:pt x="13075" y="11872"/>
                </a:lnTo>
                <a:lnTo>
                  <a:pt x="13134" y="11554"/>
                </a:lnTo>
                <a:lnTo>
                  <a:pt x="13192" y="11236"/>
                </a:lnTo>
                <a:lnTo>
                  <a:pt x="13251" y="10917"/>
                </a:lnTo>
                <a:lnTo>
                  <a:pt x="13299" y="10587"/>
                </a:lnTo>
                <a:lnTo>
                  <a:pt x="13334" y="10269"/>
                </a:lnTo>
                <a:lnTo>
                  <a:pt x="13369" y="9951"/>
                </a:lnTo>
                <a:lnTo>
                  <a:pt x="13393" y="9621"/>
                </a:lnTo>
                <a:lnTo>
                  <a:pt x="13405" y="9291"/>
                </a:lnTo>
                <a:close/>
                <a:moveTo>
                  <a:pt x="4551" y="13181"/>
                </a:moveTo>
                <a:lnTo>
                  <a:pt x="4728" y="13641"/>
                </a:lnTo>
                <a:lnTo>
                  <a:pt x="4834" y="13877"/>
                </a:lnTo>
                <a:lnTo>
                  <a:pt x="4940" y="14101"/>
                </a:lnTo>
                <a:lnTo>
                  <a:pt x="5046" y="14325"/>
                </a:lnTo>
                <a:lnTo>
                  <a:pt x="5176" y="14537"/>
                </a:lnTo>
                <a:lnTo>
                  <a:pt x="5305" y="14737"/>
                </a:lnTo>
                <a:lnTo>
                  <a:pt x="5447" y="14949"/>
                </a:lnTo>
                <a:lnTo>
                  <a:pt x="5588" y="15138"/>
                </a:lnTo>
                <a:lnTo>
                  <a:pt x="5742" y="15327"/>
                </a:lnTo>
                <a:lnTo>
                  <a:pt x="5423" y="15185"/>
                </a:lnTo>
                <a:lnTo>
                  <a:pt x="5117" y="15032"/>
                </a:lnTo>
                <a:lnTo>
                  <a:pt x="4822" y="14855"/>
                </a:lnTo>
                <a:lnTo>
                  <a:pt x="4527" y="14666"/>
                </a:lnTo>
                <a:lnTo>
                  <a:pt x="4244" y="14466"/>
                </a:lnTo>
                <a:lnTo>
                  <a:pt x="3973" y="14242"/>
                </a:lnTo>
                <a:lnTo>
                  <a:pt x="3702" y="14018"/>
                </a:lnTo>
                <a:lnTo>
                  <a:pt x="3454" y="13770"/>
                </a:lnTo>
                <a:lnTo>
                  <a:pt x="3726" y="13617"/>
                </a:lnTo>
                <a:lnTo>
                  <a:pt x="3997" y="13464"/>
                </a:lnTo>
                <a:lnTo>
                  <a:pt x="4268" y="13322"/>
                </a:lnTo>
                <a:lnTo>
                  <a:pt x="4551" y="13181"/>
                </a:lnTo>
                <a:close/>
                <a:moveTo>
                  <a:pt x="12697" y="13181"/>
                </a:moveTo>
                <a:lnTo>
                  <a:pt x="12968" y="13322"/>
                </a:lnTo>
                <a:lnTo>
                  <a:pt x="13251" y="13464"/>
                </a:lnTo>
                <a:lnTo>
                  <a:pt x="13523" y="13617"/>
                </a:lnTo>
                <a:lnTo>
                  <a:pt x="13794" y="13770"/>
                </a:lnTo>
                <a:lnTo>
                  <a:pt x="13534" y="14018"/>
                </a:lnTo>
                <a:lnTo>
                  <a:pt x="13275" y="14242"/>
                </a:lnTo>
                <a:lnTo>
                  <a:pt x="13004" y="14466"/>
                </a:lnTo>
                <a:lnTo>
                  <a:pt x="12721" y="14666"/>
                </a:lnTo>
                <a:lnTo>
                  <a:pt x="12426" y="14855"/>
                </a:lnTo>
                <a:lnTo>
                  <a:pt x="12120" y="15032"/>
                </a:lnTo>
                <a:lnTo>
                  <a:pt x="11813" y="15185"/>
                </a:lnTo>
                <a:lnTo>
                  <a:pt x="11495" y="15327"/>
                </a:lnTo>
                <a:lnTo>
                  <a:pt x="11648" y="15138"/>
                </a:lnTo>
                <a:lnTo>
                  <a:pt x="11801" y="14949"/>
                </a:lnTo>
                <a:lnTo>
                  <a:pt x="11943" y="14737"/>
                </a:lnTo>
                <a:lnTo>
                  <a:pt x="12072" y="14537"/>
                </a:lnTo>
                <a:lnTo>
                  <a:pt x="12190" y="14313"/>
                </a:lnTo>
                <a:lnTo>
                  <a:pt x="12308" y="14101"/>
                </a:lnTo>
                <a:lnTo>
                  <a:pt x="12414" y="13877"/>
                </a:lnTo>
                <a:lnTo>
                  <a:pt x="12509" y="13641"/>
                </a:lnTo>
                <a:lnTo>
                  <a:pt x="12603" y="13417"/>
                </a:lnTo>
                <a:lnTo>
                  <a:pt x="12697" y="13181"/>
                </a:lnTo>
                <a:close/>
                <a:moveTo>
                  <a:pt x="7958" y="12261"/>
                </a:moveTo>
                <a:lnTo>
                  <a:pt x="7958" y="15456"/>
                </a:lnTo>
                <a:lnTo>
                  <a:pt x="7793" y="15374"/>
                </a:lnTo>
                <a:lnTo>
                  <a:pt x="7640" y="15279"/>
                </a:lnTo>
                <a:lnTo>
                  <a:pt x="7486" y="15173"/>
                </a:lnTo>
                <a:lnTo>
                  <a:pt x="7345" y="15055"/>
                </a:lnTo>
                <a:lnTo>
                  <a:pt x="7203" y="14938"/>
                </a:lnTo>
                <a:lnTo>
                  <a:pt x="7062" y="14808"/>
                </a:lnTo>
                <a:lnTo>
                  <a:pt x="6932" y="14678"/>
                </a:lnTo>
                <a:lnTo>
                  <a:pt x="6814" y="14537"/>
                </a:lnTo>
                <a:lnTo>
                  <a:pt x="6685" y="14384"/>
                </a:lnTo>
                <a:lnTo>
                  <a:pt x="6567" y="14230"/>
                </a:lnTo>
                <a:lnTo>
                  <a:pt x="6449" y="14065"/>
                </a:lnTo>
                <a:lnTo>
                  <a:pt x="6343" y="13888"/>
                </a:lnTo>
                <a:lnTo>
                  <a:pt x="6237" y="13712"/>
                </a:lnTo>
                <a:lnTo>
                  <a:pt x="6142" y="13511"/>
                </a:lnTo>
                <a:lnTo>
                  <a:pt x="6048" y="13322"/>
                </a:lnTo>
                <a:lnTo>
                  <a:pt x="5954" y="13110"/>
                </a:lnTo>
                <a:lnTo>
                  <a:pt x="5789" y="12686"/>
                </a:lnTo>
                <a:lnTo>
                  <a:pt x="6048" y="12615"/>
                </a:lnTo>
                <a:lnTo>
                  <a:pt x="6319" y="12533"/>
                </a:lnTo>
                <a:lnTo>
                  <a:pt x="6590" y="12474"/>
                </a:lnTo>
                <a:lnTo>
                  <a:pt x="6862" y="12415"/>
                </a:lnTo>
                <a:lnTo>
                  <a:pt x="7133" y="12368"/>
                </a:lnTo>
                <a:lnTo>
                  <a:pt x="7404" y="12320"/>
                </a:lnTo>
                <a:lnTo>
                  <a:pt x="7675" y="12297"/>
                </a:lnTo>
                <a:lnTo>
                  <a:pt x="7958" y="12261"/>
                </a:lnTo>
                <a:close/>
                <a:moveTo>
                  <a:pt x="9290" y="12273"/>
                </a:moveTo>
                <a:lnTo>
                  <a:pt x="9561" y="12297"/>
                </a:lnTo>
                <a:lnTo>
                  <a:pt x="9844" y="12332"/>
                </a:lnTo>
                <a:lnTo>
                  <a:pt x="10115" y="12368"/>
                </a:lnTo>
                <a:lnTo>
                  <a:pt x="10387" y="12415"/>
                </a:lnTo>
                <a:lnTo>
                  <a:pt x="10658" y="12474"/>
                </a:lnTo>
                <a:lnTo>
                  <a:pt x="10929" y="12533"/>
                </a:lnTo>
                <a:lnTo>
                  <a:pt x="11188" y="12615"/>
                </a:lnTo>
                <a:lnTo>
                  <a:pt x="11459" y="12698"/>
                </a:lnTo>
                <a:lnTo>
                  <a:pt x="11294" y="13110"/>
                </a:lnTo>
                <a:lnTo>
                  <a:pt x="11200" y="13322"/>
                </a:lnTo>
                <a:lnTo>
                  <a:pt x="11106" y="13511"/>
                </a:lnTo>
                <a:lnTo>
                  <a:pt x="11000" y="13712"/>
                </a:lnTo>
                <a:lnTo>
                  <a:pt x="10894" y="13888"/>
                </a:lnTo>
                <a:lnTo>
                  <a:pt x="10787" y="14065"/>
                </a:lnTo>
                <a:lnTo>
                  <a:pt x="10670" y="14230"/>
                </a:lnTo>
                <a:lnTo>
                  <a:pt x="10552" y="14384"/>
                </a:lnTo>
                <a:lnTo>
                  <a:pt x="10434" y="14537"/>
                </a:lnTo>
                <a:lnTo>
                  <a:pt x="10304" y="14678"/>
                </a:lnTo>
                <a:lnTo>
                  <a:pt x="10174" y="14808"/>
                </a:lnTo>
                <a:lnTo>
                  <a:pt x="10033" y="14938"/>
                </a:lnTo>
                <a:lnTo>
                  <a:pt x="9903" y="15055"/>
                </a:lnTo>
                <a:lnTo>
                  <a:pt x="9750" y="15173"/>
                </a:lnTo>
                <a:lnTo>
                  <a:pt x="9597" y="15279"/>
                </a:lnTo>
                <a:lnTo>
                  <a:pt x="9443" y="15374"/>
                </a:lnTo>
                <a:lnTo>
                  <a:pt x="9290" y="15468"/>
                </a:lnTo>
                <a:lnTo>
                  <a:pt x="9290" y="12273"/>
                </a:lnTo>
                <a:close/>
                <a:moveTo>
                  <a:pt x="8618" y="1"/>
                </a:moveTo>
                <a:lnTo>
                  <a:pt x="8194" y="13"/>
                </a:lnTo>
                <a:lnTo>
                  <a:pt x="7769" y="48"/>
                </a:lnTo>
                <a:lnTo>
                  <a:pt x="7345" y="95"/>
                </a:lnTo>
                <a:lnTo>
                  <a:pt x="6921" y="166"/>
                </a:lnTo>
                <a:lnTo>
                  <a:pt x="6520" y="260"/>
                </a:lnTo>
                <a:lnTo>
                  <a:pt x="6107" y="378"/>
                </a:lnTo>
                <a:lnTo>
                  <a:pt x="5706" y="508"/>
                </a:lnTo>
                <a:lnTo>
                  <a:pt x="5317" y="661"/>
                </a:lnTo>
                <a:lnTo>
                  <a:pt x="4940" y="826"/>
                </a:lnTo>
                <a:lnTo>
                  <a:pt x="4563" y="1015"/>
                </a:lnTo>
                <a:lnTo>
                  <a:pt x="4197" y="1227"/>
                </a:lnTo>
                <a:lnTo>
                  <a:pt x="3844" y="1451"/>
                </a:lnTo>
                <a:lnTo>
                  <a:pt x="3490" y="1687"/>
                </a:lnTo>
                <a:lnTo>
                  <a:pt x="3160" y="1958"/>
                </a:lnTo>
                <a:lnTo>
                  <a:pt x="2830" y="2229"/>
                </a:lnTo>
                <a:lnTo>
                  <a:pt x="2523" y="2535"/>
                </a:lnTo>
                <a:lnTo>
                  <a:pt x="2228" y="2842"/>
                </a:lnTo>
                <a:lnTo>
                  <a:pt x="1945" y="3160"/>
                </a:lnTo>
                <a:lnTo>
                  <a:pt x="1686" y="3502"/>
                </a:lnTo>
                <a:lnTo>
                  <a:pt x="1438" y="3844"/>
                </a:lnTo>
                <a:lnTo>
                  <a:pt x="1214" y="4198"/>
                </a:lnTo>
                <a:lnTo>
                  <a:pt x="1002" y="4563"/>
                </a:lnTo>
                <a:lnTo>
                  <a:pt x="814" y="4940"/>
                </a:lnTo>
                <a:lnTo>
                  <a:pt x="649" y="5329"/>
                </a:lnTo>
                <a:lnTo>
                  <a:pt x="495" y="5718"/>
                </a:lnTo>
                <a:lnTo>
                  <a:pt x="366" y="6119"/>
                </a:lnTo>
                <a:lnTo>
                  <a:pt x="260" y="6520"/>
                </a:lnTo>
                <a:lnTo>
                  <a:pt x="165" y="6933"/>
                </a:lnTo>
                <a:lnTo>
                  <a:pt x="94" y="7345"/>
                </a:lnTo>
                <a:lnTo>
                  <a:pt x="36" y="7770"/>
                </a:lnTo>
                <a:lnTo>
                  <a:pt x="12" y="8194"/>
                </a:lnTo>
                <a:lnTo>
                  <a:pt x="0" y="8630"/>
                </a:lnTo>
                <a:lnTo>
                  <a:pt x="12" y="9067"/>
                </a:lnTo>
                <a:lnTo>
                  <a:pt x="36" y="9515"/>
                </a:lnTo>
                <a:lnTo>
                  <a:pt x="94" y="9939"/>
                </a:lnTo>
                <a:lnTo>
                  <a:pt x="177" y="10363"/>
                </a:lnTo>
                <a:lnTo>
                  <a:pt x="271" y="10776"/>
                </a:lnTo>
                <a:lnTo>
                  <a:pt x="389" y="11189"/>
                </a:lnTo>
                <a:lnTo>
                  <a:pt x="519" y="11589"/>
                </a:lnTo>
                <a:lnTo>
                  <a:pt x="672" y="11979"/>
                </a:lnTo>
                <a:lnTo>
                  <a:pt x="849" y="12368"/>
                </a:lnTo>
                <a:lnTo>
                  <a:pt x="1038" y="12733"/>
                </a:lnTo>
                <a:lnTo>
                  <a:pt x="1250" y="13098"/>
                </a:lnTo>
                <a:lnTo>
                  <a:pt x="1474" y="13452"/>
                </a:lnTo>
                <a:lnTo>
                  <a:pt x="1710" y="13782"/>
                </a:lnTo>
                <a:lnTo>
                  <a:pt x="1969" y="14112"/>
                </a:lnTo>
                <a:lnTo>
                  <a:pt x="2240" y="14419"/>
                </a:lnTo>
                <a:lnTo>
                  <a:pt x="2523" y="14725"/>
                </a:lnTo>
                <a:lnTo>
                  <a:pt x="2830" y="15008"/>
                </a:lnTo>
                <a:lnTo>
                  <a:pt x="3136" y="15279"/>
                </a:lnTo>
                <a:lnTo>
                  <a:pt x="3466" y="15539"/>
                </a:lnTo>
                <a:lnTo>
                  <a:pt x="3796" y="15775"/>
                </a:lnTo>
                <a:lnTo>
                  <a:pt x="4150" y="15999"/>
                </a:lnTo>
                <a:lnTo>
                  <a:pt x="4515" y="16211"/>
                </a:lnTo>
                <a:lnTo>
                  <a:pt x="4881" y="16399"/>
                </a:lnTo>
                <a:lnTo>
                  <a:pt x="5270" y="16576"/>
                </a:lnTo>
                <a:lnTo>
                  <a:pt x="5659" y="16730"/>
                </a:lnTo>
                <a:lnTo>
                  <a:pt x="6060" y="16859"/>
                </a:lnTo>
                <a:lnTo>
                  <a:pt x="6473" y="16977"/>
                </a:lnTo>
                <a:lnTo>
                  <a:pt x="6885" y="17083"/>
                </a:lnTo>
                <a:lnTo>
                  <a:pt x="7310" y="17154"/>
                </a:lnTo>
                <a:lnTo>
                  <a:pt x="7746" y="17213"/>
                </a:lnTo>
                <a:lnTo>
                  <a:pt x="8182" y="17236"/>
                </a:lnTo>
                <a:lnTo>
                  <a:pt x="8618" y="17248"/>
                </a:lnTo>
                <a:lnTo>
                  <a:pt x="9054" y="17248"/>
                </a:lnTo>
                <a:lnTo>
                  <a:pt x="9479" y="17213"/>
                </a:lnTo>
                <a:lnTo>
                  <a:pt x="9903" y="17166"/>
                </a:lnTo>
                <a:lnTo>
                  <a:pt x="10316" y="17083"/>
                </a:lnTo>
                <a:lnTo>
                  <a:pt x="10728" y="17001"/>
                </a:lnTo>
                <a:lnTo>
                  <a:pt x="11129" y="16883"/>
                </a:lnTo>
                <a:lnTo>
                  <a:pt x="11530" y="16753"/>
                </a:lnTo>
                <a:lnTo>
                  <a:pt x="11919" y="16600"/>
                </a:lnTo>
                <a:lnTo>
                  <a:pt x="12308" y="16435"/>
                </a:lnTo>
                <a:lnTo>
                  <a:pt x="12686" y="16246"/>
                </a:lnTo>
                <a:lnTo>
                  <a:pt x="13051" y="16034"/>
                </a:lnTo>
                <a:lnTo>
                  <a:pt x="13405" y="15810"/>
                </a:lnTo>
                <a:lnTo>
                  <a:pt x="13747" y="15562"/>
                </a:lnTo>
                <a:lnTo>
                  <a:pt x="14088" y="15303"/>
                </a:lnTo>
                <a:lnTo>
                  <a:pt x="14407" y="15020"/>
                </a:lnTo>
                <a:lnTo>
                  <a:pt x="14725" y="14725"/>
                </a:lnTo>
                <a:lnTo>
                  <a:pt x="15020" y="14419"/>
                </a:lnTo>
                <a:lnTo>
                  <a:pt x="15291" y="14089"/>
                </a:lnTo>
                <a:lnTo>
                  <a:pt x="15562" y="13759"/>
                </a:lnTo>
                <a:lnTo>
                  <a:pt x="15798" y="13417"/>
                </a:lnTo>
                <a:lnTo>
                  <a:pt x="16022" y="13051"/>
                </a:lnTo>
                <a:lnTo>
                  <a:pt x="16234" y="12686"/>
                </a:lnTo>
                <a:lnTo>
                  <a:pt x="16423" y="12320"/>
                </a:lnTo>
                <a:lnTo>
                  <a:pt x="16600" y="11931"/>
                </a:lnTo>
                <a:lnTo>
                  <a:pt x="16741" y="11542"/>
                </a:lnTo>
                <a:lnTo>
                  <a:pt x="16871" y="11141"/>
                </a:lnTo>
                <a:lnTo>
                  <a:pt x="16989" y="10741"/>
                </a:lnTo>
                <a:lnTo>
                  <a:pt x="17083" y="10328"/>
                </a:lnTo>
                <a:lnTo>
                  <a:pt x="17154" y="9904"/>
                </a:lnTo>
                <a:lnTo>
                  <a:pt x="17201" y="9491"/>
                </a:lnTo>
                <a:lnTo>
                  <a:pt x="17236" y="9055"/>
                </a:lnTo>
                <a:lnTo>
                  <a:pt x="17248" y="8630"/>
                </a:lnTo>
                <a:lnTo>
                  <a:pt x="17236" y="8194"/>
                </a:lnTo>
                <a:lnTo>
                  <a:pt x="17201" y="7770"/>
                </a:lnTo>
                <a:lnTo>
                  <a:pt x="17154" y="7345"/>
                </a:lnTo>
                <a:lnTo>
                  <a:pt x="17083" y="6933"/>
                </a:lnTo>
                <a:lnTo>
                  <a:pt x="16989" y="6520"/>
                </a:lnTo>
                <a:lnTo>
                  <a:pt x="16871" y="6119"/>
                </a:lnTo>
                <a:lnTo>
                  <a:pt x="16741" y="5718"/>
                </a:lnTo>
                <a:lnTo>
                  <a:pt x="16588" y="5329"/>
                </a:lnTo>
                <a:lnTo>
                  <a:pt x="16423" y="4940"/>
                </a:lnTo>
                <a:lnTo>
                  <a:pt x="16234" y="4563"/>
                </a:lnTo>
                <a:lnTo>
                  <a:pt x="16022" y="4198"/>
                </a:lnTo>
                <a:lnTo>
                  <a:pt x="15798" y="3844"/>
                </a:lnTo>
                <a:lnTo>
                  <a:pt x="15562" y="3502"/>
                </a:lnTo>
                <a:lnTo>
                  <a:pt x="15291" y="3172"/>
                </a:lnTo>
                <a:lnTo>
                  <a:pt x="15020" y="2842"/>
                </a:lnTo>
                <a:lnTo>
                  <a:pt x="14713" y="2535"/>
                </a:lnTo>
                <a:lnTo>
                  <a:pt x="14407" y="2229"/>
                </a:lnTo>
                <a:lnTo>
                  <a:pt x="14088" y="1958"/>
                </a:lnTo>
                <a:lnTo>
                  <a:pt x="13747" y="1698"/>
                </a:lnTo>
                <a:lnTo>
                  <a:pt x="13405" y="1451"/>
                </a:lnTo>
                <a:lnTo>
                  <a:pt x="13051" y="1227"/>
                </a:lnTo>
                <a:lnTo>
                  <a:pt x="12686" y="1015"/>
                </a:lnTo>
                <a:lnTo>
                  <a:pt x="12308" y="826"/>
                </a:lnTo>
                <a:lnTo>
                  <a:pt x="11919" y="661"/>
                </a:lnTo>
                <a:lnTo>
                  <a:pt x="11530" y="508"/>
                </a:lnTo>
                <a:lnTo>
                  <a:pt x="11129" y="378"/>
                </a:lnTo>
                <a:lnTo>
                  <a:pt x="10728" y="260"/>
                </a:lnTo>
                <a:lnTo>
                  <a:pt x="10316" y="166"/>
                </a:lnTo>
                <a:lnTo>
                  <a:pt x="9903" y="95"/>
                </a:lnTo>
                <a:lnTo>
                  <a:pt x="9479" y="48"/>
                </a:lnTo>
                <a:lnTo>
                  <a:pt x="9054" y="13"/>
                </a:lnTo>
                <a:lnTo>
                  <a:pt x="8618"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3" name="Google Shape;2573;p166"/>
          <p:cNvSpPr/>
          <p:nvPr/>
        </p:nvSpPr>
        <p:spPr>
          <a:xfrm>
            <a:off x="549875" y="3054575"/>
            <a:ext cx="214998" cy="222815"/>
          </a:xfrm>
          <a:custGeom>
            <a:avLst/>
            <a:gdLst/>
            <a:ahLst/>
            <a:cxnLst/>
            <a:rect l="l" t="t" r="r" b="b"/>
            <a:pathLst>
              <a:path w="16929" h="17541" extrusionOk="0">
                <a:moveTo>
                  <a:pt x="1944" y="1"/>
                </a:moveTo>
                <a:lnTo>
                  <a:pt x="1756" y="16"/>
                </a:lnTo>
                <a:lnTo>
                  <a:pt x="1552" y="48"/>
                </a:lnTo>
                <a:lnTo>
                  <a:pt x="1364" y="95"/>
                </a:lnTo>
                <a:lnTo>
                  <a:pt x="1191" y="157"/>
                </a:lnTo>
                <a:lnTo>
                  <a:pt x="1019" y="236"/>
                </a:lnTo>
                <a:lnTo>
                  <a:pt x="862" y="330"/>
                </a:lnTo>
                <a:lnTo>
                  <a:pt x="705" y="455"/>
                </a:lnTo>
                <a:lnTo>
                  <a:pt x="580" y="580"/>
                </a:lnTo>
                <a:lnTo>
                  <a:pt x="455" y="706"/>
                </a:lnTo>
                <a:lnTo>
                  <a:pt x="345" y="863"/>
                </a:lnTo>
                <a:lnTo>
                  <a:pt x="235" y="1019"/>
                </a:lnTo>
                <a:lnTo>
                  <a:pt x="157" y="1192"/>
                </a:lnTo>
                <a:lnTo>
                  <a:pt x="94" y="1380"/>
                </a:lnTo>
                <a:lnTo>
                  <a:pt x="47" y="1568"/>
                </a:lnTo>
                <a:lnTo>
                  <a:pt x="16" y="1756"/>
                </a:lnTo>
                <a:lnTo>
                  <a:pt x="0" y="1960"/>
                </a:lnTo>
                <a:lnTo>
                  <a:pt x="16" y="2164"/>
                </a:lnTo>
                <a:lnTo>
                  <a:pt x="47" y="2352"/>
                </a:lnTo>
                <a:lnTo>
                  <a:pt x="94" y="2540"/>
                </a:lnTo>
                <a:lnTo>
                  <a:pt x="157" y="2728"/>
                </a:lnTo>
                <a:lnTo>
                  <a:pt x="235" y="2885"/>
                </a:lnTo>
                <a:lnTo>
                  <a:pt x="345" y="3057"/>
                </a:lnTo>
                <a:lnTo>
                  <a:pt x="455" y="3198"/>
                </a:lnTo>
                <a:lnTo>
                  <a:pt x="580" y="3339"/>
                </a:lnTo>
                <a:lnTo>
                  <a:pt x="705" y="3465"/>
                </a:lnTo>
                <a:lnTo>
                  <a:pt x="862" y="3574"/>
                </a:lnTo>
                <a:lnTo>
                  <a:pt x="1019" y="3684"/>
                </a:lnTo>
                <a:lnTo>
                  <a:pt x="1191" y="3762"/>
                </a:lnTo>
                <a:lnTo>
                  <a:pt x="1364" y="3825"/>
                </a:lnTo>
                <a:lnTo>
                  <a:pt x="1552" y="3872"/>
                </a:lnTo>
                <a:lnTo>
                  <a:pt x="1756" y="3903"/>
                </a:lnTo>
                <a:lnTo>
                  <a:pt x="1944" y="3919"/>
                </a:lnTo>
                <a:lnTo>
                  <a:pt x="2147" y="3903"/>
                </a:lnTo>
                <a:lnTo>
                  <a:pt x="2336" y="3872"/>
                </a:lnTo>
                <a:lnTo>
                  <a:pt x="2524" y="3825"/>
                </a:lnTo>
                <a:lnTo>
                  <a:pt x="2712" y="3762"/>
                </a:lnTo>
                <a:lnTo>
                  <a:pt x="2868" y="3684"/>
                </a:lnTo>
                <a:lnTo>
                  <a:pt x="3041" y="3574"/>
                </a:lnTo>
                <a:lnTo>
                  <a:pt x="3182" y="3465"/>
                </a:lnTo>
                <a:lnTo>
                  <a:pt x="3323" y="3339"/>
                </a:lnTo>
                <a:lnTo>
                  <a:pt x="3448" y="3198"/>
                </a:lnTo>
                <a:lnTo>
                  <a:pt x="3558" y="3057"/>
                </a:lnTo>
                <a:lnTo>
                  <a:pt x="3652" y="2885"/>
                </a:lnTo>
                <a:lnTo>
                  <a:pt x="3731" y="2728"/>
                </a:lnTo>
                <a:lnTo>
                  <a:pt x="3809" y="2540"/>
                </a:lnTo>
                <a:lnTo>
                  <a:pt x="3856" y="2352"/>
                </a:lnTo>
                <a:lnTo>
                  <a:pt x="3887" y="2164"/>
                </a:lnTo>
                <a:lnTo>
                  <a:pt x="3887" y="1960"/>
                </a:lnTo>
                <a:lnTo>
                  <a:pt x="3887" y="1756"/>
                </a:lnTo>
                <a:lnTo>
                  <a:pt x="3856" y="1568"/>
                </a:lnTo>
                <a:lnTo>
                  <a:pt x="3809" y="1380"/>
                </a:lnTo>
                <a:lnTo>
                  <a:pt x="3731" y="1192"/>
                </a:lnTo>
                <a:lnTo>
                  <a:pt x="3652" y="1019"/>
                </a:lnTo>
                <a:lnTo>
                  <a:pt x="3558" y="863"/>
                </a:lnTo>
                <a:lnTo>
                  <a:pt x="3448" y="706"/>
                </a:lnTo>
                <a:lnTo>
                  <a:pt x="3323" y="580"/>
                </a:lnTo>
                <a:lnTo>
                  <a:pt x="3182" y="455"/>
                </a:lnTo>
                <a:lnTo>
                  <a:pt x="3041" y="330"/>
                </a:lnTo>
                <a:lnTo>
                  <a:pt x="2868" y="236"/>
                </a:lnTo>
                <a:lnTo>
                  <a:pt x="2712" y="157"/>
                </a:lnTo>
                <a:lnTo>
                  <a:pt x="2524" y="95"/>
                </a:lnTo>
                <a:lnTo>
                  <a:pt x="2336" y="48"/>
                </a:lnTo>
                <a:lnTo>
                  <a:pt x="2147" y="16"/>
                </a:lnTo>
                <a:lnTo>
                  <a:pt x="1944" y="1"/>
                </a:lnTo>
                <a:close/>
                <a:moveTo>
                  <a:pt x="282" y="5330"/>
                </a:moveTo>
                <a:lnTo>
                  <a:pt x="282" y="17540"/>
                </a:lnTo>
                <a:lnTo>
                  <a:pt x="3621" y="17540"/>
                </a:lnTo>
                <a:lnTo>
                  <a:pt x="3621" y="5330"/>
                </a:lnTo>
                <a:close/>
                <a:moveTo>
                  <a:pt x="5831" y="5330"/>
                </a:moveTo>
                <a:lnTo>
                  <a:pt x="5831" y="17540"/>
                </a:lnTo>
                <a:lnTo>
                  <a:pt x="9170" y="17540"/>
                </a:lnTo>
                <a:lnTo>
                  <a:pt x="9170" y="11317"/>
                </a:lnTo>
                <a:lnTo>
                  <a:pt x="9170" y="11004"/>
                </a:lnTo>
                <a:lnTo>
                  <a:pt x="9217" y="10706"/>
                </a:lnTo>
                <a:lnTo>
                  <a:pt x="9279" y="10424"/>
                </a:lnTo>
                <a:lnTo>
                  <a:pt x="9358" y="10173"/>
                </a:lnTo>
                <a:lnTo>
                  <a:pt x="9452" y="9922"/>
                </a:lnTo>
                <a:lnTo>
                  <a:pt x="9577" y="9703"/>
                </a:lnTo>
                <a:lnTo>
                  <a:pt x="9703" y="9515"/>
                </a:lnTo>
                <a:lnTo>
                  <a:pt x="9859" y="9327"/>
                </a:lnTo>
                <a:lnTo>
                  <a:pt x="10016" y="9170"/>
                </a:lnTo>
                <a:lnTo>
                  <a:pt x="10189" y="9029"/>
                </a:lnTo>
                <a:lnTo>
                  <a:pt x="10377" y="8904"/>
                </a:lnTo>
                <a:lnTo>
                  <a:pt x="10565" y="8810"/>
                </a:lnTo>
                <a:lnTo>
                  <a:pt x="10769" y="8731"/>
                </a:lnTo>
                <a:lnTo>
                  <a:pt x="10972" y="8668"/>
                </a:lnTo>
                <a:lnTo>
                  <a:pt x="11176" y="8637"/>
                </a:lnTo>
                <a:lnTo>
                  <a:pt x="11380" y="8621"/>
                </a:lnTo>
                <a:lnTo>
                  <a:pt x="11584" y="8621"/>
                </a:lnTo>
                <a:lnTo>
                  <a:pt x="11803" y="8637"/>
                </a:lnTo>
                <a:lnTo>
                  <a:pt x="12007" y="8684"/>
                </a:lnTo>
                <a:lnTo>
                  <a:pt x="12195" y="8763"/>
                </a:lnTo>
                <a:lnTo>
                  <a:pt x="12383" y="8857"/>
                </a:lnTo>
                <a:lnTo>
                  <a:pt x="12571" y="8966"/>
                </a:lnTo>
                <a:lnTo>
                  <a:pt x="12744" y="9092"/>
                </a:lnTo>
                <a:lnTo>
                  <a:pt x="12916" y="9248"/>
                </a:lnTo>
                <a:lnTo>
                  <a:pt x="13057" y="9421"/>
                </a:lnTo>
                <a:lnTo>
                  <a:pt x="13198" y="9625"/>
                </a:lnTo>
                <a:lnTo>
                  <a:pt x="13308" y="9860"/>
                </a:lnTo>
                <a:lnTo>
                  <a:pt x="13418" y="10095"/>
                </a:lnTo>
                <a:lnTo>
                  <a:pt x="13496" y="10361"/>
                </a:lnTo>
                <a:lnTo>
                  <a:pt x="13559" y="10659"/>
                </a:lnTo>
                <a:lnTo>
                  <a:pt x="13590" y="10973"/>
                </a:lnTo>
                <a:lnTo>
                  <a:pt x="13606" y="11317"/>
                </a:lnTo>
                <a:lnTo>
                  <a:pt x="13606" y="17540"/>
                </a:lnTo>
                <a:lnTo>
                  <a:pt x="16929" y="17540"/>
                </a:lnTo>
                <a:lnTo>
                  <a:pt x="16929" y="10032"/>
                </a:lnTo>
                <a:lnTo>
                  <a:pt x="16913" y="9499"/>
                </a:lnTo>
                <a:lnTo>
                  <a:pt x="16866" y="9013"/>
                </a:lnTo>
                <a:lnTo>
                  <a:pt x="16772" y="8543"/>
                </a:lnTo>
                <a:lnTo>
                  <a:pt x="16662" y="8120"/>
                </a:lnTo>
                <a:lnTo>
                  <a:pt x="16521" y="7728"/>
                </a:lnTo>
                <a:lnTo>
                  <a:pt x="16349" y="7367"/>
                </a:lnTo>
                <a:lnTo>
                  <a:pt x="16161" y="7038"/>
                </a:lnTo>
                <a:lnTo>
                  <a:pt x="15941" y="6741"/>
                </a:lnTo>
                <a:lnTo>
                  <a:pt x="15706" y="6474"/>
                </a:lnTo>
                <a:lnTo>
                  <a:pt x="15440" y="6239"/>
                </a:lnTo>
                <a:lnTo>
                  <a:pt x="15173" y="6019"/>
                </a:lnTo>
                <a:lnTo>
                  <a:pt x="14875" y="5847"/>
                </a:lnTo>
                <a:lnTo>
                  <a:pt x="14577" y="5690"/>
                </a:lnTo>
                <a:lnTo>
                  <a:pt x="14280" y="5565"/>
                </a:lnTo>
                <a:lnTo>
                  <a:pt x="13950" y="5471"/>
                </a:lnTo>
                <a:lnTo>
                  <a:pt x="13621" y="5393"/>
                </a:lnTo>
                <a:lnTo>
                  <a:pt x="13292" y="5345"/>
                </a:lnTo>
                <a:lnTo>
                  <a:pt x="12963" y="5330"/>
                </a:lnTo>
                <a:lnTo>
                  <a:pt x="12634" y="5330"/>
                </a:lnTo>
                <a:lnTo>
                  <a:pt x="12305" y="5361"/>
                </a:lnTo>
                <a:lnTo>
                  <a:pt x="11975" y="5408"/>
                </a:lnTo>
                <a:lnTo>
                  <a:pt x="11646" y="5471"/>
                </a:lnTo>
                <a:lnTo>
                  <a:pt x="11333" y="5565"/>
                </a:lnTo>
                <a:lnTo>
                  <a:pt x="11035" y="5675"/>
                </a:lnTo>
                <a:lnTo>
                  <a:pt x="10737" y="5816"/>
                </a:lnTo>
                <a:lnTo>
                  <a:pt x="10455" y="5972"/>
                </a:lnTo>
                <a:lnTo>
                  <a:pt x="10189" y="6145"/>
                </a:lnTo>
                <a:lnTo>
                  <a:pt x="9938" y="6333"/>
                </a:lnTo>
                <a:lnTo>
                  <a:pt x="9718" y="6552"/>
                </a:lnTo>
                <a:lnTo>
                  <a:pt x="9499" y="6772"/>
                </a:lnTo>
                <a:lnTo>
                  <a:pt x="9326" y="7023"/>
                </a:lnTo>
                <a:lnTo>
                  <a:pt x="9170" y="7289"/>
                </a:lnTo>
                <a:lnTo>
                  <a:pt x="9170" y="533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4" name="Google Shape;2574;p166"/>
          <p:cNvSpPr txBox="1">
            <a:spLocks noGrp="1"/>
          </p:cNvSpPr>
          <p:nvPr>
            <p:ph type="subTitle" idx="7"/>
          </p:nvPr>
        </p:nvSpPr>
        <p:spPr>
          <a:xfrm>
            <a:off x="1082800" y="3604388"/>
            <a:ext cx="5272500" cy="673800"/>
          </a:xfrm>
          <a:prstGeom prst="rect">
            <a:avLst/>
          </a:prstGeom>
        </p:spPr>
        <p:txBody>
          <a:bodyPr spcFirstLastPara="1" wrap="square" lIns="0" tIns="0" rIns="0" bIns="0" anchor="ctr" anchorCtr="0">
            <a:normAutofit/>
          </a:bodyPr>
          <a:lstStyle/>
          <a:p>
            <a:pPr marL="0" lvl="0" indent="0" algn="l" rtl="0">
              <a:spcBef>
                <a:spcPts val="0"/>
              </a:spcBef>
              <a:spcAft>
                <a:spcPts val="1200"/>
              </a:spcAft>
              <a:buNone/>
            </a:pPr>
            <a:r>
              <a:rPr lang="en" u="sng">
                <a:hlinkClick r:id="rId5"/>
              </a:rPr>
              <a:t>@CamundaTeam</a:t>
            </a:r>
            <a:endParaRPr/>
          </a:p>
        </p:txBody>
      </p:sp>
      <p:pic>
        <p:nvPicPr>
          <p:cNvPr id="2575" name="Google Shape;2575;p166"/>
          <p:cNvPicPr preferRelativeResize="0"/>
          <p:nvPr/>
        </p:nvPicPr>
        <p:blipFill rotWithShape="1">
          <a:blip r:embed="rId6">
            <a:alphaModFix/>
          </a:blip>
          <a:srcRect l="30196" t="30383" r="30192" b="30387"/>
          <a:stretch/>
        </p:blipFill>
        <p:spPr>
          <a:xfrm>
            <a:off x="507392" y="3829900"/>
            <a:ext cx="299965" cy="222824"/>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0">
  <p:cSld>
    <p:spTree>
      <p:nvGrpSpPr>
        <p:cNvPr id="1" name="Shape 2579"/>
        <p:cNvGrpSpPr/>
        <p:nvPr/>
      </p:nvGrpSpPr>
      <p:grpSpPr>
        <a:xfrm>
          <a:off x="0" y="0"/>
          <a:ext cx="0" cy="0"/>
          <a:chOff x="0" y="0"/>
          <a:chExt cx="0" cy="0"/>
        </a:xfrm>
      </p:grpSpPr>
      <p:sp>
        <p:nvSpPr>
          <p:cNvPr id="2580" name="Google Shape;2580;p167"/>
          <p:cNvSpPr txBox="1">
            <a:spLocks noGrp="1"/>
          </p:cNvSpPr>
          <p:nvPr>
            <p:ph type="title"/>
          </p:nvPr>
        </p:nvSpPr>
        <p:spPr>
          <a:xfrm>
            <a:off x="457200" y="2120100"/>
            <a:ext cx="8229600" cy="903300"/>
          </a:xfrm>
          <a:prstGeom prst="rect">
            <a:avLst/>
          </a:prstGeom>
        </p:spPr>
        <p:txBody>
          <a:bodyPr spcFirstLastPara="1" wrap="square" lIns="0" tIns="0" rIns="0" bIns="0" anchor="ctr" anchorCtr="0">
            <a:normAutofit/>
          </a:bodyPr>
          <a:lstStyle/>
          <a:p>
            <a:pPr marL="0" lvl="0" indent="0" algn="ctr" rtl="0">
              <a:spcBef>
                <a:spcPts val="0"/>
              </a:spcBef>
              <a:spcAft>
                <a:spcPts val="0"/>
              </a:spcAft>
              <a:buNone/>
            </a:pPr>
            <a:r>
              <a:rPr lang="en"/>
              <a:t>SUPPLEMENTARY SLIDES</a:t>
            </a:r>
            <a:endParaRPr/>
          </a:p>
        </p:txBody>
      </p:sp>
      <p:sp>
        <p:nvSpPr>
          <p:cNvPr id="2581" name="Google Shape;2581;p167"/>
          <p:cNvSpPr txBox="1">
            <a:spLocks noGrp="1"/>
          </p:cNvSpPr>
          <p:nvPr>
            <p:ph type="sldNum" idx="12"/>
          </p:nvPr>
        </p:nvSpPr>
        <p:spPr>
          <a:xfrm>
            <a:off x="8366700" y="4805546"/>
            <a:ext cx="548700" cy="2154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fld id="{00000000-1234-1234-1234-123412341234}" type="slidenum">
              <a:rPr lang="en"/>
              <a:t>24</a:t>
            </a:fld>
            <a:endParaRPr/>
          </a:p>
        </p:txBody>
      </p:sp>
      <p:sp>
        <p:nvSpPr>
          <p:cNvPr id="2582" name="Google Shape;2582;p167"/>
          <p:cNvSpPr txBox="1">
            <a:spLocks noGrp="1"/>
          </p:cNvSpPr>
          <p:nvPr>
            <p:ph type="subTitle" idx="2"/>
          </p:nvPr>
        </p:nvSpPr>
        <p:spPr>
          <a:xfrm>
            <a:off x="467075" y="4814525"/>
            <a:ext cx="2326500" cy="206400"/>
          </a:xfrm>
          <a:prstGeom prst="rect">
            <a:avLst/>
          </a:prstGeom>
        </p:spPr>
        <p:txBody>
          <a:bodyPr spcFirstLastPara="1" wrap="square" lIns="0" tIns="0" rIns="0" bIns="0" anchor="b" anchorCtr="0">
            <a:normAutofit fontScale="47500" lnSpcReduction="20000"/>
          </a:bodyPr>
          <a:lstStyle/>
          <a:p>
            <a:pPr marL="0" lvl="0" indent="0" algn="l" rtl="0">
              <a:spcBef>
                <a:spcPts val="0"/>
              </a:spcBef>
              <a:spcAft>
                <a:spcPts val="1200"/>
              </a:spcAft>
              <a:buNone/>
            </a:pPr>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0">
  <p:cSld>
    <p:spTree>
      <p:nvGrpSpPr>
        <p:cNvPr id="1" name="Shape 2586"/>
        <p:cNvGrpSpPr/>
        <p:nvPr/>
      </p:nvGrpSpPr>
      <p:grpSpPr>
        <a:xfrm>
          <a:off x="0" y="0"/>
          <a:ext cx="0" cy="0"/>
          <a:chOff x="0" y="0"/>
          <a:chExt cx="0" cy="0"/>
        </a:xfrm>
      </p:grpSpPr>
      <p:grpSp>
        <p:nvGrpSpPr>
          <p:cNvPr id="2587" name="Google Shape;2587;p168"/>
          <p:cNvGrpSpPr/>
          <p:nvPr/>
        </p:nvGrpSpPr>
        <p:grpSpPr>
          <a:xfrm>
            <a:off x="1906450" y="4079283"/>
            <a:ext cx="6100950" cy="533542"/>
            <a:chOff x="1906450" y="4079283"/>
            <a:chExt cx="6100950" cy="533542"/>
          </a:xfrm>
        </p:grpSpPr>
        <p:sp>
          <p:nvSpPr>
            <p:cNvPr id="2588" name="Google Shape;2588;p168"/>
            <p:cNvSpPr/>
            <p:nvPr/>
          </p:nvSpPr>
          <p:spPr>
            <a:xfrm>
              <a:off x="6934900" y="4082786"/>
              <a:ext cx="1072500" cy="527700"/>
            </a:xfrm>
            <a:prstGeom prst="roundRect">
              <a:avLst>
                <a:gd name="adj" fmla="val 16667"/>
              </a:avLst>
            </a:prstGeom>
            <a:solidFill>
              <a:schemeClr val="lt1"/>
            </a:solidFill>
            <a:ln w="9525" cap="flat" cmpd="sng">
              <a:solidFill>
                <a:srgbClr val="D7D7D7"/>
              </a:solidFill>
              <a:prstDash val="solid"/>
              <a:round/>
              <a:headEnd type="none" w="sm" len="sm"/>
              <a:tailEnd type="none" w="sm" len="sm"/>
            </a:ln>
          </p:spPr>
          <p:txBody>
            <a:bodyPr spcFirstLastPara="1" wrap="square" lIns="91425" tIns="91425" rIns="91425" bIns="91425" anchor="t" anchorCtr="0">
              <a:noAutofit/>
            </a:bodyPr>
            <a:lstStyle/>
            <a:p>
              <a:pPr marL="0" lvl="0" indent="0" algn="ctr" rtl="0">
                <a:spcBef>
                  <a:spcPts val="0"/>
                </a:spcBef>
                <a:spcAft>
                  <a:spcPts val="0"/>
                </a:spcAft>
                <a:buNone/>
              </a:pPr>
              <a:endParaRPr sz="800">
                <a:latin typeface="IBM Plex Sans"/>
                <a:ea typeface="IBM Plex Sans"/>
                <a:cs typeface="IBM Plex Sans"/>
                <a:sym typeface="IBM Plex Sans"/>
              </a:endParaRPr>
            </a:p>
          </p:txBody>
        </p:sp>
        <p:sp>
          <p:nvSpPr>
            <p:cNvPr id="2589" name="Google Shape;2589;p168"/>
            <p:cNvSpPr/>
            <p:nvPr/>
          </p:nvSpPr>
          <p:spPr>
            <a:xfrm>
              <a:off x="5702463" y="4085121"/>
              <a:ext cx="1072500" cy="527700"/>
            </a:xfrm>
            <a:prstGeom prst="roundRect">
              <a:avLst>
                <a:gd name="adj" fmla="val 16667"/>
              </a:avLst>
            </a:prstGeom>
            <a:solidFill>
              <a:schemeClr val="lt1"/>
            </a:solidFill>
            <a:ln w="9525" cap="flat" cmpd="sng">
              <a:solidFill>
                <a:srgbClr val="D7D7D7"/>
              </a:solidFill>
              <a:prstDash val="solid"/>
              <a:round/>
              <a:headEnd type="none" w="sm" len="sm"/>
              <a:tailEnd type="none" w="sm" len="sm"/>
            </a:ln>
          </p:spPr>
          <p:txBody>
            <a:bodyPr spcFirstLastPara="1" wrap="square" lIns="91425" tIns="91425" rIns="91425" bIns="91425" anchor="t" anchorCtr="0">
              <a:noAutofit/>
            </a:bodyPr>
            <a:lstStyle/>
            <a:p>
              <a:pPr marL="0" lvl="0" indent="0" algn="ctr" rtl="0">
                <a:spcBef>
                  <a:spcPts val="0"/>
                </a:spcBef>
                <a:spcAft>
                  <a:spcPts val="0"/>
                </a:spcAft>
                <a:buNone/>
              </a:pPr>
              <a:endParaRPr sz="800">
                <a:latin typeface="IBM Plex Sans"/>
                <a:ea typeface="IBM Plex Sans"/>
                <a:cs typeface="IBM Plex Sans"/>
                <a:sym typeface="IBM Plex Sans"/>
              </a:endParaRPr>
            </a:p>
          </p:txBody>
        </p:sp>
        <p:sp>
          <p:nvSpPr>
            <p:cNvPr id="2590" name="Google Shape;2590;p168"/>
            <p:cNvSpPr/>
            <p:nvPr/>
          </p:nvSpPr>
          <p:spPr>
            <a:xfrm>
              <a:off x="4470025" y="4085126"/>
              <a:ext cx="1072500" cy="527700"/>
            </a:xfrm>
            <a:prstGeom prst="roundRect">
              <a:avLst>
                <a:gd name="adj" fmla="val 16667"/>
              </a:avLst>
            </a:prstGeom>
            <a:solidFill>
              <a:schemeClr val="lt1"/>
            </a:solidFill>
            <a:ln w="9525" cap="flat" cmpd="sng">
              <a:solidFill>
                <a:srgbClr val="D7D7D7"/>
              </a:solidFill>
              <a:prstDash val="solid"/>
              <a:round/>
              <a:headEnd type="none" w="sm" len="sm"/>
              <a:tailEnd type="none" w="sm" len="sm"/>
            </a:ln>
          </p:spPr>
          <p:txBody>
            <a:bodyPr spcFirstLastPara="1" wrap="square" lIns="91425" tIns="91425" rIns="91425" bIns="91425" anchor="t" anchorCtr="0">
              <a:noAutofit/>
            </a:bodyPr>
            <a:lstStyle/>
            <a:p>
              <a:pPr marL="0" lvl="0" indent="0" algn="ctr" rtl="0">
                <a:spcBef>
                  <a:spcPts val="0"/>
                </a:spcBef>
                <a:spcAft>
                  <a:spcPts val="0"/>
                </a:spcAft>
                <a:buNone/>
              </a:pPr>
              <a:endParaRPr sz="800">
                <a:latin typeface="IBM Plex Sans"/>
                <a:ea typeface="IBM Plex Sans"/>
                <a:cs typeface="IBM Plex Sans"/>
                <a:sym typeface="IBM Plex Sans"/>
              </a:endParaRPr>
            </a:p>
          </p:txBody>
        </p:sp>
        <p:sp>
          <p:nvSpPr>
            <p:cNvPr id="2591" name="Google Shape;2591;p168"/>
            <p:cNvSpPr/>
            <p:nvPr/>
          </p:nvSpPr>
          <p:spPr>
            <a:xfrm>
              <a:off x="3138888" y="4081475"/>
              <a:ext cx="1171200" cy="527700"/>
            </a:xfrm>
            <a:prstGeom prst="roundRect">
              <a:avLst>
                <a:gd name="adj" fmla="val 16667"/>
              </a:avLst>
            </a:prstGeom>
            <a:solidFill>
              <a:schemeClr val="lt1"/>
            </a:solidFill>
            <a:ln w="9525" cap="flat" cmpd="sng">
              <a:solidFill>
                <a:srgbClr val="D7D7D7"/>
              </a:solidFill>
              <a:prstDash val="solid"/>
              <a:round/>
              <a:headEnd type="none" w="sm" len="sm"/>
              <a:tailEnd type="none" w="sm" len="sm"/>
            </a:ln>
          </p:spPr>
          <p:txBody>
            <a:bodyPr spcFirstLastPara="1" wrap="square" lIns="91425" tIns="91425" rIns="91425" bIns="91425" anchor="t" anchorCtr="0">
              <a:noAutofit/>
            </a:bodyPr>
            <a:lstStyle/>
            <a:p>
              <a:pPr marL="0" lvl="0" indent="0" algn="ctr" rtl="0">
                <a:spcBef>
                  <a:spcPts val="0"/>
                </a:spcBef>
                <a:spcAft>
                  <a:spcPts val="0"/>
                </a:spcAft>
                <a:buNone/>
              </a:pPr>
              <a:endParaRPr sz="800">
                <a:latin typeface="IBM Plex Sans"/>
                <a:ea typeface="IBM Plex Sans"/>
                <a:cs typeface="IBM Plex Sans"/>
                <a:sym typeface="IBM Plex Sans"/>
              </a:endParaRPr>
            </a:p>
          </p:txBody>
        </p:sp>
        <p:sp>
          <p:nvSpPr>
            <p:cNvPr id="2592" name="Google Shape;2592;p168"/>
            <p:cNvSpPr/>
            <p:nvPr/>
          </p:nvSpPr>
          <p:spPr>
            <a:xfrm>
              <a:off x="1906450" y="4079283"/>
              <a:ext cx="1072500" cy="527700"/>
            </a:xfrm>
            <a:prstGeom prst="roundRect">
              <a:avLst>
                <a:gd name="adj" fmla="val 16667"/>
              </a:avLst>
            </a:prstGeom>
            <a:solidFill>
              <a:schemeClr val="lt1"/>
            </a:solidFill>
            <a:ln w="9525" cap="flat" cmpd="sng">
              <a:solidFill>
                <a:srgbClr val="D7D7D7"/>
              </a:solidFill>
              <a:prstDash val="solid"/>
              <a:round/>
              <a:headEnd type="none" w="sm" len="sm"/>
              <a:tailEnd type="none" w="sm" len="sm"/>
            </a:ln>
          </p:spPr>
          <p:txBody>
            <a:bodyPr spcFirstLastPara="1" wrap="square" lIns="91425" tIns="91425" rIns="91425" bIns="91425" anchor="t" anchorCtr="0">
              <a:noAutofit/>
            </a:bodyPr>
            <a:lstStyle/>
            <a:p>
              <a:pPr marL="0" lvl="0" indent="0" algn="ctr" rtl="0">
                <a:spcBef>
                  <a:spcPts val="0"/>
                </a:spcBef>
                <a:spcAft>
                  <a:spcPts val="0"/>
                </a:spcAft>
                <a:buNone/>
              </a:pPr>
              <a:endParaRPr sz="800">
                <a:latin typeface="IBM Plex Sans"/>
                <a:ea typeface="IBM Plex Sans"/>
                <a:cs typeface="IBM Plex Sans"/>
                <a:sym typeface="IBM Plex Sans"/>
              </a:endParaRPr>
            </a:p>
          </p:txBody>
        </p:sp>
      </p:grpSp>
      <p:sp>
        <p:nvSpPr>
          <p:cNvPr id="2593" name="Google Shape;2593;p168"/>
          <p:cNvSpPr txBox="1">
            <a:spLocks noGrp="1"/>
          </p:cNvSpPr>
          <p:nvPr>
            <p:ph type="title"/>
          </p:nvPr>
        </p:nvSpPr>
        <p:spPr>
          <a:xfrm>
            <a:off x="457200" y="114300"/>
            <a:ext cx="8229600" cy="903300"/>
          </a:xfrm>
          <a:prstGeom prst="rect">
            <a:avLst/>
          </a:prstGeom>
        </p:spPr>
        <p:txBody>
          <a:bodyPr spcFirstLastPara="1" wrap="square" lIns="0" tIns="0" rIns="0" bIns="0" anchor="t" anchorCtr="0">
            <a:normAutofit/>
          </a:bodyPr>
          <a:lstStyle/>
          <a:p>
            <a:pPr marL="0" lvl="0" indent="0" algn="l" rtl="0">
              <a:spcBef>
                <a:spcPts val="0"/>
              </a:spcBef>
              <a:spcAft>
                <a:spcPts val="0"/>
              </a:spcAft>
              <a:buNone/>
            </a:pPr>
            <a:r>
              <a:rPr lang="en"/>
              <a:t>Simply works with everything</a:t>
            </a:r>
            <a:endParaRPr/>
          </a:p>
        </p:txBody>
      </p:sp>
      <p:sp>
        <p:nvSpPr>
          <p:cNvPr id="2594" name="Google Shape;2594;p168"/>
          <p:cNvSpPr/>
          <p:nvPr/>
        </p:nvSpPr>
        <p:spPr>
          <a:xfrm>
            <a:off x="1912400" y="2356362"/>
            <a:ext cx="6101100" cy="527700"/>
          </a:xfrm>
          <a:prstGeom prst="roundRect">
            <a:avLst>
              <a:gd name="adj" fmla="val 16667"/>
            </a:avLst>
          </a:prstGeom>
          <a:solidFill>
            <a:schemeClr val="accent1"/>
          </a:solidFill>
          <a:ln>
            <a:noFill/>
          </a:ln>
        </p:spPr>
        <p:txBody>
          <a:bodyPr spcFirstLastPara="1" wrap="square" lIns="91425" tIns="64000" rIns="91425" bIns="91425" anchor="t" anchorCtr="0">
            <a:noAutofit/>
          </a:bodyPr>
          <a:lstStyle/>
          <a:p>
            <a:pPr marL="0" lvl="0" indent="0" algn="ctr" rtl="0">
              <a:spcBef>
                <a:spcPts val="0"/>
              </a:spcBef>
              <a:spcAft>
                <a:spcPts val="0"/>
              </a:spcAft>
              <a:buNone/>
            </a:pPr>
            <a:r>
              <a:rPr lang="en" sz="1000" b="1">
                <a:solidFill>
                  <a:schemeClr val="lt1"/>
                </a:solidFill>
                <a:latin typeface="IBM Plex Sans"/>
                <a:ea typeface="IBM Plex Sans"/>
                <a:cs typeface="IBM Plex Sans"/>
                <a:sym typeface="IBM Plex Sans"/>
              </a:rPr>
              <a:t>Task Automation</a:t>
            </a:r>
            <a:endParaRPr sz="1000" b="1">
              <a:solidFill>
                <a:schemeClr val="lt1"/>
              </a:solidFill>
              <a:latin typeface="IBM Plex Sans"/>
              <a:ea typeface="IBM Plex Sans"/>
              <a:cs typeface="IBM Plex Sans"/>
              <a:sym typeface="IBM Plex Sans"/>
            </a:endParaRPr>
          </a:p>
          <a:p>
            <a:pPr marL="0" marR="0" lvl="0" indent="0" algn="ctr" rtl="0">
              <a:lnSpc>
                <a:spcPct val="100000"/>
              </a:lnSpc>
              <a:spcBef>
                <a:spcPts val="0"/>
              </a:spcBef>
              <a:spcAft>
                <a:spcPts val="0"/>
              </a:spcAft>
              <a:buNone/>
            </a:pPr>
            <a:endParaRPr sz="800">
              <a:latin typeface="IBM Plex Sans"/>
              <a:ea typeface="IBM Plex Sans"/>
              <a:cs typeface="IBM Plex Sans"/>
              <a:sym typeface="IBM Plex Sans"/>
            </a:endParaRPr>
          </a:p>
        </p:txBody>
      </p:sp>
      <p:sp>
        <p:nvSpPr>
          <p:cNvPr id="2595" name="Google Shape;2595;p168"/>
          <p:cNvSpPr txBox="1"/>
          <p:nvPr/>
        </p:nvSpPr>
        <p:spPr>
          <a:xfrm>
            <a:off x="403450" y="813275"/>
            <a:ext cx="1522200" cy="627900"/>
          </a:xfrm>
          <a:prstGeom prst="rect">
            <a:avLst/>
          </a:prstGeom>
          <a:noFill/>
          <a:ln>
            <a:noFill/>
          </a:ln>
        </p:spPr>
        <p:txBody>
          <a:bodyPr spcFirstLastPara="1" wrap="square" lIns="91425" tIns="91425" rIns="91425" bIns="91425" anchor="t" anchorCtr="0">
            <a:spAutoFit/>
          </a:bodyPr>
          <a:lstStyle/>
          <a:p>
            <a:pPr marL="0" lvl="0" indent="0" algn="l" rtl="0">
              <a:lnSpc>
                <a:spcPct val="80000"/>
              </a:lnSpc>
              <a:spcBef>
                <a:spcPts val="0"/>
              </a:spcBef>
              <a:spcAft>
                <a:spcPts val="0"/>
              </a:spcAft>
              <a:buNone/>
            </a:pPr>
            <a:r>
              <a:rPr lang="en" sz="2200" b="1">
                <a:solidFill>
                  <a:schemeClr val="dk1"/>
                </a:solidFill>
                <a:latin typeface="IBM Plex Sans"/>
                <a:ea typeface="IBM Plex Sans"/>
                <a:cs typeface="IBM Plex Sans"/>
                <a:sym typeface="IBM Plex Sans"/>
              </a:rPr>
              <a:t>YOUR</a:t>
            </a:r>
            <a:endParaRPr sz="2200" b="1">
              <a:solidFill>
                <a:schemeClr val="dk1"/>
              </a:solidFill>
              <a:latin typeface="IBM Plex Sans"/>
              <a:ea typeface="IBM Plex Sans"/>
              <a:cs typeface="IBM Plex Sans"/>
              <a:sym typeface="IBM Plex Sans"/>
            </a:endParaRPr>
          </a:p>
          <a:p>
            <a:pPr marL="0" lvl="0" indent="0" algn="l" rtl="0">
              <a:lnSpc>
                <a:spcPct val="80000"/>
              </a:lnSpc>
              <a:spcBef>
                <a:spcPts val="0"/>
              </a:spcBef>
              <a:spcAft>
                <a:spcPts val="0"/>
              </a:spcAft>
              <a:buNone/>
            </a:pPr>
            <a:r>
              <a:rPr lang="en" b="1">
                <a:solidFill>
                  <a:schemeClr val="dk1"/>
                </a:solidFill>
                <a:latin typeface="IBM Plex Sans"/>
                <a:ea typeface="IBM Plex Sans"/>
                <a:cs typeface="IBM Plex Sans"/>
                <a:sym typeface="IBM Plex Sans"/>
              </a:rPr>
              <a:t>Front End</a:t>
            </a:r>
            <a:endParaRPr sz="1200">
              <a:solidFill>
                <a:schemeClr val="dk1"/>
              </a:solidFill>
              <a:latin typeface="IBM Plex Sans"/>
              <a:ea typeface="IBM Plex Sans"/>
              <a:cs typeface="IBM Plex Sans"/>
              <a:sym typeface="IBM Plex Sans"/>
            </a:endParaRPr>
          </a:p>
        </p:txBody>
      </p:sp>
      <p:cxnSp>
        <p:nvCxnSpPr>
          <p:cNvPr id="2596" name="Google Shape;2596;p168"/>
          <p:cNvCxnSpPr/>
          <p:nvPr/>
        </p:nvCxnSpPr>
        <p:spPr>
          <a:xfrm>
            <a:off x="459125" y="1525750"/>
            <a:ext cx="7550100" cy="0"/>
          </a:xfrm>
          <a:prstGeom prst="straightConnector1">
            <a:avLst/>
          </a:prstGeom>
          <a:noFill/>
          <a:ln w="9525" cap="flat" cmpd="sng">
            <a:solidFill>
              <a:schemeClr val="accent4"/>
            </a:solidFill>
            <a:prstDash val="dash"/>
            <a:round/>
            <a:headEnd type="none" w="med" len="med"/>
            <a:tailEnd type="none" w="med" len="med"/>
          </a:ln>
        </p:spPr>
      </p:cxnSp>
      <p:sp>
        <p:nvSpPr>
          <p:cNvPr id="2597" name="Google Shape;2597;p168"/>
          <p:cNvSpPr/>
          <p:nvPr/>
        </p:nvSpPr>
        <p:spPr>
          <a:xfrm>
            <a:off x="1925650" y="1129201"/>
            <a:ext cx="2354700" cy="232800"/>
          </a:xfrm>
          <a:prstGeom prst="roundRect">
            <a:avLst>
              <a:gd name="adj" fmla="val 16667"/>
            </a:avLst>
          </a:prstGeom>
          <a:solidFill>
            <a:srgbClr val="D7D7D7"/>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800">
                <a:solidFill>
                  <a:schemeClr val="dk1"/>
                </a:solidFill>
                <a:latin typeface="IBM Plex Sans"/>
                <a:ea typeface="IBM Plex Sans"/>
                <a:cs typeface="IBM Plex Sans"/>
                <a:sym typeface="IBM Plex Sans"/>
              </a:rPr>
              <a:t>Multimodal, Omnichannel, Mobile</a:t>
            </a:r>
            <a:endParaRPr sz="800">
              <a:solidFill>
                <a:schemeClr val="dk1"/>
              </a:solidFill>
              <a:latin typeface="IBM Plex Sans"/>
              <a:ea typeface="IBM Plex Sans"/>
              <a:cs typeface="IBM Plex Sans"/>
              <a:sym typeface="IBM Plex Sans"/>
            </a:endParaRPr>
          </a:p>
        </p:txBody>
      </p:sp>
      <p:sp>
        <p:nvSpPr>
          <p:cNvPr id="2598" name="Google Shape;2598;p168"/>
          <p:cNvSpPr/>
          <p:nvPr/>
        </p:nvSpPr>
        <p:spPr>
          <a:xfrm>
            <a:off x="4632600" y="1129201"/>
            <a:ext cx="3394200" cy="232800"/>
          </a:xfrm>
          <a:prstGeom prst="roundRect">
            <a:avLst>
              <a:gd name="adj" fmla="val 16667"/>
            </a:avLst>
          </a:prstGeom>
          <a:solidFill>
            <a:srgbClr val="D7D7D7"/>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800">
                <a:solidFill>
                  <a:schemeClr val="dk1"/>
                </a:solidFill>
                <a:latin typeface="IBM Plex Sans"/>
                <a:ea typeface="IBM Plex Sans"/>
                <a:cs typeface="IBM Plex Sans"/>
                <a:sym typeface="IBM Plex Sans"/>
              </a:rPr>
              <a:t>Digital Twin, Personalized, Proactive, Predictive, Relevant</a:t>
            </a:r>
            <a:endParaRPr sz="800">
              <a:solidFill>
                <a:schemeClr val="dk1"/>
              </a:solidFill>
              <a:latin typeface="IBM Plex Sans"/>
              <a:ea typeface="IBM Plex Sans"/>
              <a:cs typeface="IBM Plex Sans"/>
              <a:sym typeface="IBM Plex Sans"/>
            </a:endParaRPr>
          </a:p>
        </p:txBody>
      </p:sp>
      <p:cxnSp>
        <p:nvCxnSpPr>
          <p:cNvPr id="2599" name="Google Shape;2599;p168"/>
          <p:cNvCxnSpPr/>
          <p:nvPr/>
        </p:nvCxnSpPr>
        <p:spPr>
          <a:xfrm rot="10800000" flipH="1">
            <a:off x="440413" y="3948087"/>
            <a:ext cx="7553100" cy="5400"/>
          </a:xfrm>
          <a:prstGeom prst="straightConnector1">
            <a:avLst/>
          </a:prstGeom>
          <a:noFill/>
          <a:ln w="9525" cap="flat" cmpd="sng">
            <a:solidFill>
              <a:schemeClr val="accent4"/>
            </a:solidFill>
            <a:prstDash val="dash"/>
            <a:round/>
            <a:headEnd type="none" w="med" len="med"/>
            <a:tailEnd type="none" w="med" len="med"/>
          </a:ln>
        </p:spPr>
      </p:cxnSp>
      <p:sp>
        <p:nvSpPr>
          <p:cNvPr id="2600" name="Google Shape;2600;p168"/>
          <p:cNvSpPr txBox="1"/>
          <p:nvPr/>
        </p:nvSpPr>
        <p:spPr>
          <a:xfrm>
            <a:off x="4490500" y="4031759"/>
            <a:ext cx="943200" cy="3078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800">
                <a:solidFill>
                  <a:schemeClr val="dk1"/>
                </a:solidFill>
                <a:latin typeface="IBM Plex Sans"/>
                <a:ea typeface="IBM Plex Sans"/>
                <a:cs typeface="IBM Plex Sans"/>
                <a:sym typeface="IBM Plex Sans"/>
              </a:rPr>
              <a:t>Real-time Data</a:t>
            </a:r>
            <a:endParaRPr sz="800">
              <a:solidFill>
                <a:schemeClr val="dk1"/>
              </a:solidFill>
              <a:latin typeface="IBM Plex Sans"/>
              <a:ea typeface="IBM Plex Sans"/>
              <a:cs typeface="IBM Plex Sans"/>
              <a:sym typeface="IBM Plex Sans"/>
            </a:endParaRPr>
          </a:p>
        </p:txBody>
      </p:sp>
      <p:sp>
        <p:nvSpPr>
          <p:cNvPr id="2601" name="Google Shape;2601;p168"/>
          <p:cNvSpPr txBox="1"/>
          <p:nvPr/>
        </p:nvSpPr>
        <p:spPr>
          <a:xfrm>
            <a:off x="2062650" y="4127575"/>
            <a:ext cx="772800" cy="431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800">
                <a:solidFill>
                  <a:schemeClr val="dk1"/>
                </a:solidFill>
                <a:latin typeface="IBM Plex Sans"/>
                <a:ea typeface="IBM Plex Sans"/>
                <a:cs typeface="IBM Plex Sans"/>
                <a:sym typeface="IBM Plex Sans"/>
              </a:rPr>
              <a:t>Legacy Applications</a:t>
            </a:r>
            <a:endParaRPr sz="800">
              <a:solidFill>
                <a:schemeClr val="dk1"/>
              </a:solidFill>
              <a:latin typeface="IBM Plex Sans"/>
              <a:ea typeface="IBM Plex Sans"/>
              <a:cs typeface="IBM Plex Sans"/>
              <a:sym typeface="IBM Plex Sans"/>
            </a:endParaRPr>
          </a:p>
        </p:txBody>
      </p:sp>
      <p:sp>
        <p:nvSpPr>
          <p:cNvPr id="2602" name="Google Shape;2602;p168"/>
          <p:cNvSpPr txBox="1"/>
          <p:nvPr/>
        </p:nvSpPr>
        <p:spPr>
          <a:xfrm>
            <a:off x="3117000" y="4031759"/>
            <a:ext cx="1201800" cy="3078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800">
                <a:solidFill>
                  <a:schemeClr val="dk1"/>
                </a:solidFill>
                <a:latin typeface="IBM Plex Sans"/>
                <a:ea typeface="IBM Plex Sans"/>
                <a:cs typeface="IBM Plex Sans"/>
                <a:sym typeface="IBM Plex Sans"/>
              </a:rPr>
              <a:t>Systems of Record</a:t>
            </a:r>
            <a:endParaRPr sz="800">
              <a:solidFill>
                <a:schemeClr val="dk1"/>
              </a:solidFill>
              <a:latin typeface="IBM Plex Sans"/>
              <a:ea typeface="IBM Plex Sans"/>
              <a:cs typeface="IBM Plex Sans"/>
              <a:sym typeface="IBM Plex Sans"/>
            </a:endParaRPr>
          </a:p>
        </p:txBody>
      </p:sp>
      <p:sp>
        <p:nvSpPr>
          <p:cNvPr id="2603" name="Google Shape;2603;p168"/>
          <p:cNvSpPr txBox="1"/>
          <p:nvPr/>
        </p:nvSpPr>
        <p:spPr>
          <a:xfrm>
            <a:off x="5725100" y="4031759"/>
            <a:ext cx="943200" cy="3078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800">
                <a:solidFill>
                  <a:schemeClr val="dk1"/>
                </a:solidFill>
                <a:latin typeface="IBM Plex Sans"/>
                <a:ea typeface="IBM Plex Sans"/>
                <a:cs typeface="IBM Plex Sans"/>
                <a:sym typeface="IBM Plex Sans"/>
              </a:rPr>
              <a:t>Data Warehouse</a:t>
            </a:r>
            <a:endParaRPr sz="800">
              <a:solidFill>
                <a:schemeClr val="dk1"/>
              </a:solidFill>
              <a:latin typeface="IBM Plex Sans"/>
              <a:ea typeface="IBM Plex Sans"/>
              <a:cs typeface="IBM Plex Sans"/>
              <a:sym typeface="IBM Plex Sans"/>
            </a:endParaRPr>
          </a:p>
        </p:txBody>
      </p:sp>
      <p:sp>
        <p:nvSpPr>
          <p:cNvPr id="2604" name="Google Shape;2604;p168"/>
          <p:cNvSpPr txBox="1"/>
          <p:nvPr/>
        </p:nvSpPr>
        <p:spPr>
          <a:xfrm>
            <a:off x="6845450" y="4031759"/>
            <a:ext cx="1276200" cy="3078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800">
                <a:solidFill>
                  <a:schemeClr val="dk1"/>
                </a:solidFill>
                <a:latin typeface="IBM Plex Sans"/>
                <a:ea typeface="IBM Plex Sans"/>
                <a:cs typeface="IBM Plex Sans"/>
                <a:sym typeface="IBM Plex Sans"/>
              </a:rPr>
              <a:t>APIs &amp; Microservices</a:t>
            </a:r>
            <a:endParaRPr sz="800">
              <a:solidFill>
                <a:schemeClr val="dk1"/>
              </a:solidFill>
              <a:latin typeface="IBM Plex Sans"/>
              <a:ea typeface="IBM Plex Sans"/>
              <a:cs typeface="IBM Plex Sans"/>
              <a:sym typeface="IBM Plex Sans"/>
            </a:endParaRPr>
          </a:p>
        </p:txBody>
      </p:sp>
      <p:sp>
        <p:nvSpPr>
          <p:cNvPr id="2605" name="Google Shape;2605;p168"/>
          <p:cNvSpPr/>
          <p:nvPr/>
        </p:nvSpPr>
        <p:spPr>
          <a:xfrm>
            <a:off x="1912400" y="3251750"/>
            <a:ext cx="6101100" cy="459900"/>
          </a:xfrm>
          <a:prstGeom prst="roundRect">
            <a:avLst>
              <a:gd name="adj" fmla="val 16667"/>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b="1">
                <a:solidFill>
                  <a:schemeClr val="lt1"/>
                </a:solidFill>
                <a:latin typeface="IBM Plex Sans"/>
                <a:ea typeface="IBM Plex Sans"/>
                <a:cs typeface="IBM Plex Sans"/>
                <a:sym typeface="IBM Plex Sans"/>
              </a:rPr>
              <a:t>Integration </a:t>
            </a:r>
            <a:r>
              <a:rPr lang="en" sz="1000">
                <a:solidFill>
                  <a:schemeClr val="lt1"/>
                </a:solidFill>
                <a:latin typeface="IBM Plex Sans"/>
                <a:ea typeface="IBM Plex Sans"/>
                <a:cs typeface="IBM Plex Sans"/>
                <a:sym typeface="IBM Plex Sans"/>
              </a:rPr>
              <a:t>(APIs, Events, Documents, Data)</a:t>
            </a:r>
            <a:endParaRPr sz="800">
              <a:latin typeface="IBM Plex Sans"/>
              <a:ea typeface="IBM Plex Sans"/>
              <a:cs typeface="IBM Plex Sans"/>
              <a:sym typeface="IBM Plex Sans"/>
            </a:endParaRPr>
          </a:p>
        </p:txBody>
      </p:sp>
      <p:grpSp>
        <p:nvGrpSpPr>
          <p:cNvPr id="2606" name="Google Shape;2606;p168"/>
          <p:cNvGrpSpPr/>
          <p:nvPr/>
        </p:nvGrpSpPr>
        <p:grpSpPr>
          <a:xfrm>
            <a:off x="2442700" y="3711650"/>
            <a:ext cx="5028450" cy="234000"/>
            <a:chOff x="2290300" y="3711650"/>
            <a:chExt cx="5028450" cy="234000"/>
          </a:xfrm>
        </p:grpSpPr>
        <p:cxnSp>
          <p:nvCxnSpPr>
            <p:cNvPr id="2607" name="Google Shape;2607;p168"/>
            <p:cNvCxnSpPr/>
            <p:nvPr/>
          </p:nvCxnSpPr>
          <p:spPr>
            <a:xfrm>
              <a:off x="2290300" y="3711650"/>
              <a:ext cx="0" cy="234000"/>
            </a:xfrm>
            <a:prstGeom prst="straightConnector1">
              <a:avLst/>
            </a:prstGeom>
            <a:noFill/>
            <a:ln w="9525" cap="flat" cmpd="sng">
              <a:solidFill>
                <a:schemeClr val="accent4"/>
              </a:solidFill>
              <a:prstDash val="solid"/>
              <a:round/>
              <a:headEnd type="none" w="med" len="med"/>
              <a:tailEnd type="none" w="med" len="med"/>
            </a:ln>
          </p:spPr>
        </p:cxnSp>
        <p:cxnSp>
          <p:nvCxnSpPr>
            <p:cNvPr id="2608" name="Google Shape;2608;p168"/>
            <p:cNvCxnSpPr/>
            <p:nvPr/>
          </p:nvCxnSpPr>
          <p:spPr>
            <a:xfrm>
              <a:off x="3547413" y="3711650"/>
              <a:ext cx="0" cy="234000"/>
            </a:xfrm>
            <a:prstGeom prst="straightConnector1">
              <a:avLst/>
            </a:prstGeom>
            <a:noFill/>
            <a:ln w="9525" cap="flat" cmpd="sng">
              <a:solidFill>
                <a:schemeClr val="accent4"/>
              </a:solidFill>
              <a:prstDash val="solid"/>
              <a:round/>
              <a:headEnd type="none" w="med" len="med"/>
              <a:tailEnd type="none" w="med" len="med"/>
            </a:ln>
          </p:spPr>
        </p:cxnSp>
        <p:cxnSp>
          <p:nvCxnSpPr>
            <p:cNvPr id="2609" name="Google Shape;2609;p168"/>
            <p:cNvCxnSpPr/>
            <p:nvPr/>
          </p:nvCxnSpPr>
          <p:spPr>
            <a:xfrm>
              <a:off x="4804525" y="3711650"/>
              <a:ext cx="0" cy="234000"/>
            </a:xfrm>
            <a:prstGeom prst="straightConnector1">
              <a:avLst/>
            </a:prstGeom>
            <a:noFill/>
            <a:ln w="9525" cap="flat" cmpd="sng">
              <a:solidFill>
                <a:schemeClr val="accent4"/>
              </a:solidFill>
              <a:prstDash val="solid"/>
              <a:round/>
              <a:headEnd type="none" w="med" len="med"/>
              <a:tailEnd type="none" w="med" len="med"/>
            </a:ln>
          </p:spPr>
        </p:cxnSp>
        <p:cxnSp>
          <p:nvCxnSpPr>
            <p:cNvPr id="2610" name="Google Shape;2610;p168"/>
            <p:cNvCxnSpPr/>
            <p:nvPr/>
          </p:nvCxnSpPr>
          <p:spPr>
            <a:xfrm>
              <a:off x="6061638" y="3711650"/>
              <a:ext cx="0" cy="234000"/>
            </a:xfrm>
            <a:prstGeom prst="straightConnector1">
              <a:avLst/>
            </a:prstGeom>
            <a:noFill/>
            <a:ln w="9525" cap="flat" cmpd="sng">
              <a:solidFill>
                <a:schemeClr val="accent4"/>
              </a:solidFill>
              <a:prstDash val="solid"/>
              <a:round/>
              <a:headEnd type="none" w="med" len="med"/>
              <a:tailEnd type="none" w="med" len="med"/>
            </a:ln>
          </p:spPr>
        </p:cxnSp>
        <p:cxnSp>
          <p:nvCxnSpPr>
            <p:cNvPr id="2611" name="Google Shape;2611;p168"/>
            <p:cNvCxnSpPr/>
            <p:nvPr/>
          </p:nvCxnSpPr>
          <p:spPr>
            <a:xfrm>
              <a:off x="7318750" y="3711650"/>
              <a:ext cx="0" cy="234000"/>
            </a:xfrm>
            <a:prstGeom prst="straightConnector1">
              <a:avLst/>
            </a:prstGeom>
            <a:noFill/>
            <a:ln w="9525" cap="flat" cmpd="sng">
              <a:solidFill>
                <a:schemeClr val="accent4"/>
              </a:solidFill>
              <a:prstDash val="solid"/>
              <a:round/>
              <a:headEnd type="none" w="med" len="med"/>
              <a:tailEnd type="none" w="med" len="med"/>
            </a:ln>
          </p:spPr>
        </p:cxnSp>
      </p:grpSp>
      <p:sp>
        <p:nvSpPr>
          <p:cNvPr id="2612" name="Google Shape;2612;p168"/>
          <p:cNvSpPr/>
          <p:nvPr/>
        </p:nvSpPr>
        <p:spPr>
          <a:xfrm>
            <a:off x="1912400" y="1684700"/>
            <a:ext cx="6101100" cy="459900"/>
          </a:xfrm>
          <a:prstGeom prst="roundRect">
            <a:avLst>
              <a:gd name="adj" fmla="val 16667"/>
            </a:avLst>
          </a:prstGeom>
          <a:solidFill>
            <a:srgbClr val="6967F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b="1">
                <a:solidFill>
                  <a:schemeClr val="lt1"/>
                </a:solidFill>
                <a:latin typeface="IBM Plex Sans"/>
                <a:ea typeface="IBM Plex Sans"/>
                <a:cs typeface="IBM Plex Sans"/>
                <a:sym typeface="IBM Plex Sans"/>
              </a:rPr>
              <a:t>Agentic Orchestration</a:t>
            </a:r>
            <a:r>
              <a:rPr lang="en" sz="1000">
                <a:solidFill>
                  <a:schemeClr val="lt1"/>
                </a:solidFill>
                <a:latin typeface="IBM Plex Sans"/>
                <a:ea typeface="IBM Plex Sans"/>
                <a:cs typeface="IBM Plex Sans"/>
                <a:sym typeface="IBM Plex Sans"/>
              </a:rPr>
              <a:t> (end-to-end)</a:t>
            </a:r>
            <a:endParaRPr sz="800">
              <a:latin typeface="IBM Plex Sans"/>
              <a:ea typeface="IBM Plex Sans"/>
              <a:cs typeface="IBM Plex Sans"/>
              <a:sym typeface="IBM Plex Sans"/>
            </a:endParaRPr>
          </a:p>
        </p:txBody>
      </p:sp>
      <p:grpSp>
        <p:nvGrpSpPr>
          <p:cNvPr id="2613" name="Google Shape;2613;p168"/>
          <p:cNvGrpSpPr/>
          <p:nvPr/>
        </p:nvGrpSpPr>
        <p:grpSpPr>
          <a:xfrm>
            <a:off x="2005726" y="2686175"/>
            <a:ext cx="5892393" cy="353800"/>
            <a:chOff x="1832251" y="2729538"/>
            <a:chExt cx="5892393" cy="353800"/>
          </a:xfrm>
        </p:grpSpPr>
        <p:sp>
          <p:nvSpPr>
            <p:cNvPr id="2614" name="Google Shape;2614;p168"/>
            <p:cNvSpPr/>
            <p:nvPr/>
          </p:nvSpPr>
          <p:spPr>
            <a:xfrm>
              <a:off x="1832251" y="2729550"/>
              <a:ext cx="772800" cy="352500"/>
            </a:xfrm>
            <a:prstGeom prst="roundRect">
              <a:avLst>
                <a:gd name="adj" fmla="val 16667"/>
              </a:avLst>
            </a:prstGeom>
            <a:solidFill>
              <a:schemeClr val="lt2"/>
            </a:solid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a:solidFill>
                    <a:schemeClr val="dk1"/>
                  </a:solidFill>
                  <a:latin typeface="IBM Plex Sans"/>
                  <a:ea typeface="IBM Plex Sans"/>
                  <a:cs typeface="IBM Plex Sans"/>
                  <a:sym typeface="IBM Plex Sans"/>
                </a:rPr>
                <a:t>Decisions</a:t>
              </a:r>
              <a:endParaRPr sz="900">
                <a:solidFill>
                  <a:schemeClr val="dk1"/>
                </a:solidFill>
                <a:latin typeface="IBM Plex Sans"/>
                <a:ea typeface="IBM Plex Sans"/>
                <a:cs typeface="IBM Plex Sans"/>
                <a:sym typeface="IBM Plex Sans"/>
              </a:endParaRPr>
            </a:p>
          </p:txBody>
        </p:sp>
        <p:sp>
          <p:nvSpPr>
            <p:cNvPr id="2615" name="Google Shape;2615;p168"/>
            <p:cNvSpPr/>
            <p:nvPr/>
          </p:nvSpPr>
          <p:spPr>
            <a:xfrm>
              <a:off x="2707567" y="2729538"/>
              <a:ext cx="713700" cy="352500"/>
            </a:xfrm>
            <a:prstGeom prst="roundRect">
              <a:avLst>
                <a:gd name="adj" fmla="val 16667"/>
              </a:avLst>
            </a:prstGeom>
            <a:solidFill>
              <a:schemeClr val="lt2"/>
            </a:solid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a:solidFill>
                    <a:schemeClr val="dk1"/>
                  </a:solidFill>
                  <a:latin typeface="IBM Plex Sans"/>
                  <a:ea typeface="IBM Plex Sans"/>
                  <a:cs typeface="IBM Plex Sans"/>
                  <a:sym typeface="IBM Plex Sans"/>
                </a:rPr>
                <a:t>RPA Bots</a:t>
              </a:r>
              <a:endParaRPr sz="900">
                <a:solidFill>
                  <a:schemeClr val="dk1"/>
                </a:solidFill>
                <a:latin typeface="IBM Plex Sans"/>
                <a:ea typeface="IBM Plex Sans"/>
                <a:cs typeface="IBM Plex Sans"/>
                <a:sym typeface="IBM Plex Sans"/>
              </a:endParaRPr>
            </a:p>
          </p:txBody>
        </p:sp>
        <p:sp>
          <p:nvSpPr>
            <p:cNvPr id="2616" name="Google Shape;2616;p168"/>
            <p:cNvSpPr/>
            <p:nvPr/>
          </p:nvSpPr>
          <p:spPr>
            <a:xfrm>
              <a:off x="3523782" y="2729538"/>
              <a:ext cx="425100" cy="352500"/>
            </a:xfrm>
            <a:prstGeom prst="roundRect">
              <a:avLst>
                <a:gd name="adj" fmla="val 16667"/>
              </a:avLst>
            </a:prstGeom>
            <a:solidFill>
              <a:schemeClr val="lt2"/>
            </a:solid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a:solidFill>
                    <a:schemeClr val="dk1"/>
                  </a:solidFill>
                  <a:latin typeface="IBM Plex Sans"/>
                  <a:ea typeface="IBM Plex Sans"/>
                  <a:cs typeface="IBM Plex Sans"/>
                  <a:sym typeface="IBM Plex Sans"/>
                </a:rPr>
                <a:t>IDP</a:t>
              </a:r>
              <a:endParaRPr sz="900">
                <a:solidFill>
                  <a:schemeClr val="dk1"/>
                </a:solidFill>
                <a:latin typeface="IBM Plex Sans"/>
                <a:ea typeface="IBM Plex Sans"/>
                <a:cs typeface="IBM Plex Sans"/>
                <a:sym typeface="IBM Plex Sans"/>
              </a:endParaRPr>
            </a:p>
          </p:txBody>
        </p:sp>
        <p:sp>
          <p:nvSpPr>
            <p:cNvPr id="2617" name="Google Shape;2617;p168"/>
            <p:cNvSpPr/>
            <p:nvPr/>
          </p:nvSpPr>
          <p:spPr>
            <a:xfrm>
              <a:off x="4820213" y="2729550"/>
              <a:ext cx="1201800" cy="352500"/>
            </a:xfrm>
            <a:prstGeom prst="roundRect">
              <a:avLst>
                <a:gd name="adj" fmla="val 16667"/>
              </a:avLst>
            </a:prstGeom>
            <a:solidFill>
              <a:schemeClr val="lt2"/>
            </a:solid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a:solidFill>
                    <a:schemeClr val="dk1"/>
                  </a:solidFill>
                  <a:latin typeface="IBM Plex Sans"/>
                  <a:ea typeface="IBM Plex Sans"/>
                  <a:cs typeface="IBM Plex Sans"/>
                  <a:sym typeface="IBM Plex Sans"/>
                </a:rPr>
                <a:t>Human in the Loop</a:t>
              </a:r>
              <a:endParaRPr sz="900">
                <a:solidFill>
                  <a:schemeClr val="dk1"/>
                </a:solidFill>
                <a:latin typeface="IBM Plex Sans"/>
                <a:ea typeface="IBM Plex Sans"/>
                <a:cs typeface="IBM Plex Sans"/>
                <a:sym typeface="IBM Plex Sans"/>
              </a:endParaRPr>
            </a:p>
          </p:txBody>
        </p:sp>
        <p:sp>
          <p:nvSpPr>
            <p:cNvPr id="2618" name="Google Shape;2618;p168"/>
            <p:cNvSpPr/>
            <p:nvPr/>
          </p:nvSpPr>
          <p:spPr>
            <a:xfrm>
              <a:off x="4051398" y="2729913"/>
              <a:ext cx="666300" cy="352500"/>
            </a:xfrm>
            <a:prstGeom prst="roundRect">
              <a:avLst>
                <a:gd name="adj" fmla="val 16667"/>
              </a:avLst>
            </a:prstGeom>
            <a:solidFill>
              <a:schemeClr val="lt2"/>
            </a:solid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None/>
              </a:pPr>
              <a:r>
                <a:rPr lang="en" sz="900">
                  <a:solidFill>
                    <a:schemeClr val="dk1"/>
                  </a:solidFill>
                  <a:latin typeface="IBM Plex Sans"/>
                  <a:ea typeface="IBM Plex Sans"/>
                  <a:cs typeface="IBM Plex Sans"/>
                  <a:sym typeface="IBM Plex Sans"/>
                </a:rPr>
                <a:t>Agents</a:t>
              </a:r>
              <a:endParaRPr sz="900">
                <a:solidFill>
                  <a:schemeClr val="dk1"/>
                </a:solidFill>
                <a:latin typeface="IBM Plex Sans"/>
                <a:ea typeface="IBM Plex Sans"/>
                <a:cs typeface="IBM Plex Sans"/>
                <a:sym typeface="IBM Plex Sans"/>
              </a:endParaRPr>
            </a:p>
          </p:txBody>
        </p:sp>
        <p:sp>
          <p:nvSpPr>
            <p:cNvPr id="2619" name="Google Shape;2619;p168"/>
            <p:cNvSpPr/>
            <p:nvPr/>
          </p:nvSpPr>
          <p:spPr>
            <a:xfrm>
              <a:off x="6124529" y="2730838"/>
              <a:ext cx="1072500" cy="352500"/>
            </a:xfrm>
            <a:prstGeom prst="roundRect">
              <a:avLst>
                <a:gd name="adj" fmla="val 16667"/>
              </a:avLst>
            </a:prstGeom>
            <a:solidFill>
              <a:schemeClr val="lt2"/>
            </a:solid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a:solidFill>
                    <a:schemeClr val="dk1"/>
                  </a:solidFill>
                  <a:latin typeface="IBM Plex Sans"/>
                  <a:ea typeface="IBM Plex Sans"/>
                  <a:cs typeface="IBM Plex Sans"/>
                  <a:sym typeface="IBM Plex Sans"/>
                </a:rPr>
                <a:t>AI computer use</a:t>
              </a:r>
              <a:endParaRPr sz="900">
                <a:solidFill>
                  <a:schemeClr val="dk1"/>
                </a:solidFill>
                <a:latin typeface="IBM Plex Sans"/>
                <a:ea typeface="IBM Plex Sans"/>
                <a:cs typeface="IBM Plex Sans"/>
                <a:sym typeface="IBM Plex Sans"/>
              </a:endParaRPr>
            </a:p>
          </p:txBody>
        </p:sp>
        <p:sp>
          <p:nvSpPr>
            <p:cNvPr id="2620" name="Google Shape;2620;p168"/>
            <p:cNvSpPr/>
            <p:nvPr/>
          </p:nvSpPr>
          <p:spPr>
            <a:xfrm>
              <a:off x="7299544" y="2729538"/>
              <a:ext cx="425100" cy="352500"/>
            </a:xfrm>
            <a:prstGeom prst="roundRect">
              <a:avLst>
                <a:gd name="adj" fmla="val 16667"/>
              </a:avLst>
            </a:prstGeom>
            <a:solidFill>
              <a:schemeClr val="lt2"/>
            </a:solid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a:solidFill>
                    <a:schemeClr val="dk1"/>
                  </a:solidFill>
                  <a:latin typeface="IBM Plex Sans"/>
                  <a:ea typeface="IBM Plex Sans"/>
                  <a:cs typeface="IBM Plex Sans"/>
                  <a:sym typeface="IBM Plex Sans"/>
                </a:rPr>
                <a:t>…</a:t>
              </a:r>
              <a:endParaRPr sz="900">
                <a:solidFill>
                  <a:schemeClr val="dk1"/>
                </a:solidFill>
                <a:latin typeface="IBM Plex Sans"/>
                <a:ea typeface="IBM Plex Sans"/>
                <a:cs typeface="IBM Plex Sans"/>
                <a:sym typeface="IBM Plex Sans"/>
              </a:endParaRPr>
            </a:p>
          </p:txBody>
        </p:sp>
      </p:grpSp>
      <p:pic>
        <p:nvPicPr>
          <p:cNvPr id="2621" name="Google Shape;2621;p168"/>
          <p:cNvPicPr preferRelativeResize="0"/>
          <p:nvPr/>
        </p:nvPicPr>
        <p:blipFill rotWithShape="1">
          <a:blip r:embed="rId3">
            <a:alphaModFix/>
          </a:blip>
          <a:srcRect l="4586" r="9199"/>
          <a:stretch/>
        </p:blipFill>
        <p:spPr>
          <a:xfrm>
            <a:off x="7048387" y="4313125"/>
            <a:ext cx="452500" cy="227600"/>
          </a:xfrm>
          <a:prstGeom prst="rect">
            <a:avLst/>
          </a:prstGeom>
          <a:noFill/>
          <a:ln>
            <a:noFill/>
          </a:ln>
        </p:spPr>
      </p:pic>
      <p:pic>
        <p:nvPicPr>
          <p:cNvPr id="2622" name="Google Shape;2622;p168"/>
          <p:cNvPicPr preferRelativeResize="0"/>
          <p:nvPr/>
        </p:nvPicPr>
        <p:blipFill rotWithShape="1">
          <a:blip r:embed="rId4">
            <a:alphaModFix/>
          </a:blip>
          <a:srcRect l="5284" r="5293"/>
          <a:stretch/>
        </p:blipFill>
        <p:spPr>
          <a:xfrm>
            <a:off x="3801550" y="4354125"/>
            <a:ext cx="452524" cy="145625"/>
          </a:xfrm>
          <a:prstGeom prst="rect">
            <a:avLst/>
          </a:prstGeom>
          <a:noFill/>
          <a:ln>
            <a:noFill/>
          </a:ln>
        </p:spPr>
      </p:pic>
      <p:pic>
        <p:nvPicPr>
          <p:cNvPr id="2623" name="Google Shape;2623;p168"/>
          <p:cNvPicPr preferRelativeResize="0"/>
          <p:nvPr/>
        </p:nvPicPr>
        <p:blipFill>
          <a:blip r:embed="rId5">
            <a:alphaModFix/>
          </a:blip>
          <a:stretch>
            <a:fillRect/>
          </a:stretch>
        </p:blipFill>
        <p:spPr>
          <a:xfrm>
            <a:off x="4614004" y="4364159"/>
            <a:ext cx="772693" cy="125575"/>
          </a:xfrm>
          <a:prstGeom prst="rect">
            <a:avLst/>
          </a:prstGeom>
          <a:noFill/>
          <a:ln>
            <a:noFill/>
          </a:ln>
        </p:spPr>
      </p:pic>
      <p:pic>
        <p:nvPicPr>
          <p:cNvPr id="2624" name="Google Shape;2624;p168"/>
          <p:cNvPicPr preferRelativeResize="0"/>
          <p:nvPr/>
        </p:nvPicPr>
        <p:blipFill>
          <a:blip r:embed="rId6">
            <a:alphaModFix/>
          </a:blip>
          <a:stretch>
            <a:fillRect/>
          </a:stretch>
        </p:blipFill>
        <p:spPr>
          <a:xfrm>
            <a:off x="5794724" y="4313119"/>
            <a:ext cx="524861" cy="125575"/>
          </a:xfrm>
          <a:prstGeom prst="rect">
            <a:avLst/>
          </a:prstGeom>
          <a:noFill/>
          <a:ln>
            <a:noFill/>
          </a:ln>
        </p:spPr>
      </p:pic>
      <p:pic>
        <p:nvPicPr>
          <p:cNvPr id="2625" name="Google Shape;2625;p168"/>
          <p:cNvPicPr preferRelativeResize="0"/>
          <p:nvPr/>
        </p:nvPicPr>
        <p:blipFill>
          <a:blip r:embed="rId7">
            <a:alphaModFix/>
          </a:blip>
          <a:stretch>
            <a:fillRect/>
          </a:stretch>
        </p:blipFill>
        <p:spPr>
          <a:xfrm>
            <a:off x="6136523" y="4458604"/>
            <a:ext cx="524851" cy="83492"/>
          </a:xfrm>
          <a:prstGeom prst="rect">
            <a:avLst/>
          </a:prstGeom>
          <a:noFill/>
          <a:ln>
            <a:noFill/>
          </a:ln>
        </p:spPr>
      </p:pic>
      <p:pic>
        <p:nvPicPr>
          <p:cNvPr id="2626" name="Google Shape;2626;p168"/>
          <p:cNvPicPr preferRelativeResize="0"/>
          <p:nvPr/>
        </p:nvPicPr>
        <p:blipFill>
          <a:blip r:embed="rId8">
            <a:alphaModFix/>
          </a:blip>
          <a:stretch>
            <a:fillRect/>
          </a:stretch>
        </p:blipFill>
        <p:spPr>
          <a:xfrm>
            <a:off x="7594448" y="4332037"/>
            <a:ext cx="303667" cy="189776"/>
          </a:xfrm>
          <a:prstGeom prst="rect">
            <a:avLst/>
          </a:prstGeom>
          <a:noFill/>
          <a:ln>
            <a:noFill/>
          </a:ln>
        </p:spPr>
      </p:pic>
      <p:pic>
        <p:nvPicPr>
          <p:cNvPr id="2627" name="Google Shape;2627;p168"/>
          <p:cNvPicPr preferRelativeResize="0"/>
          <p:nvPr/>
        </p:nvPicPr>
        <p:blipFill>
          <a:blip r:embed="rId9">
            <a:alphaModFix/>
          </a:blip>
          <a:stretch>
            <a:fillRect/>
          </a:stretch>
        </p:blipFill>
        <p:spPr>
          <a:xfrm>
            <a:off x="3464515" y="4275100"/>
            <a:ext cx="303675" cy="303675"/>
          </a:xfrm>
          <a:prstGeom prst="rect">
            <a:avLst/>
          </a:prstGeom>
          <a:noFill/>
          <a:ln>
            <a:noFill/>
          </a:ln>
        </p:spPr>
      </p:pic>
      <p:pic>
        <p:nvPicPr>
          <p:cNvPr id="2628" name="Google Shape;2628;p168"/>
          <p:cNvPicPr preferRelativeResize="0"/>
          <p:nvPr/>
        </p:nvPicPr>
        <p:blipFill>
          <a:blip r:embed="rId10">
            <a:alphaModFix/>
          </a:blip>
          <a:stretch>
            <a:fillRect/>
          </a:stretch>
        </p:blipFill>
        <p:spPr>
          <a:xfrm>
            <a:off x="3195373" y="4364042"/>
            <a:ext cx="235774" cy="115556"/>
          </a:xfrm>
          <a:prstGeom prst="rect">
            <a:avLst/>
          </a:prstGeom>
          <a:noFill/>
          <a:ln>
            <a:noFill/>
          </a:ln>
        </p:spPr>
      </p:pic>
      <p:sp>
        <p:nvSpPr>
          <p:cNvPr id="2629" name="Google Shape;2629;p168"/>
          <p:cNvSpPr txBox="1"/>
          <p:nvPr/>
        </p:nvSpPr>
        <p:spPr>
          <a:xfrm>
            <a:off x="403450" y="2251775"/>
            <a:ext cx="1522200" cy="868200"/>
          </a:xfrm>
          <a:prstGeom prst="rect">
            <a:avLst/>
          </a:prstGeom>
          <a:noFill/>
          <a:ln>
            <a:noFill/>
          </a:ln>
        </p:spPr>
        <p:txBody>
          <a:bodyPr spcFirstLastPara="1" wrap="square" lIns="91425" tIns="91425" rIns="91425" bIns="91425" anchor="t" anchorCtr="0">
            <a:spAutoFit/>
          </a:bodyPr>
          <a:lstStyle/>
          <a:p>
            <a:pPr marL="0" lvl="0" indent="0" algn="l" rtl="0">
              <a:lnSpc>
                <a:spcPct val="80000"/>
              </a:lnSpc>
              <a:spcBef>
                <a:spcPts val="0"/>
              </a:spcBef>
              <a:spcAft>
                <a:spcPts val="0"/>
              </a:spcAft>
              <a:buNone/>
            </a:pPr>
            <a:r>
              <a:rPr lang="en" sz="2400" b="1">
                <a:solidFill>
                  <a:schemeClr val="dk1"/>
                </a:solidFill>
                <a:latin typeface="IBM Plex Sans"/>
                <a:ea typeface="IBM Plex Sans"/>
                <a:cs typeface="IBM Plex Sans"/>
                <a:sym typeface="IBM Plex Sans"/>
              </a:rPr>
              <a:t>YOUR</a:t>
            </a:r>
            <a:endParaRPr sz="2400" b="1">
              <a:solidFill>
                <a:schemeClr val="dk1"/>
              </a:solidFill>
              <a:latin typeface="IBM Plex Sans"/>
              <a:ea typeface="IBM Plex Sans"/>
              <a:cs typeface="IBM Plex Sans"/>
              <a:sym typeface="IBM Plex Sans"/>
            </a:endParaRPr>
          </a:p>
          <a:p>
            <a:pPr marL="0" lvl="0" indent="0" algn="l" rtl="0">
              <a:lnSpc>
                <a:spcPct val="80000"/>
              </a:lnSpc>
              <a:spcBef>
                <a:spcPts val="0"/>
              </a:spcBef>
              <a:spcAft>
                <a:spcPts val="0"/>
              </a:spcAft>
              <a:buNone/>
            </a:pPr>
            <a:r>
              <a:rPr lang="en" b="1">
                <a:solidFill>
                  <a:schemeClr val="dk1"/>
                </a:solidFill>
                <a:latin typeface="IBM Plex Sans"/>
                <a:ea typeface="IBM Plex Sans"/>
                <a:cs typeface="IBM Plex Sans"/>
                <a:sym typeface="IBM Plex Sans"/>
              </a:rPr>
              <a:t>Technology</a:t>
            </a:r>
            <a:endParaRPr b="1">
              <a:solidFill>
                <a:schemeClr val="dk1"/>
              </a:solidFill>
              <a:latin typeface="IBM Plex Sans"/>
              <a:ea typeface="IBM Plex Sans"/>
              <a:cs typeface="IBM Plex Sans"/>
              <a:sym typeface="IBM Plex Sans"/>
            </a:endParaRPr>
          </a:p>
          <a:p>
            <a:pPr marL="0" lvl="0" indent="0" algn="l" rtl="0">
              <a:lnSpc>
                <a:spcPct val="100000"/>
              </a:lnSpc>
              <a:spcBef>
                <a:spcPts val="0"/>
              </a:spcBef>
              <a:spcAft>
                <a:spcPts val="0"/>
              </a:spcAft>
              <a:buNone/>
            </a:pPr>
            <a:r>
              <a:rPr lang="en" b="1">
                <a:solidFill>
                  <a:schemeClr val="dk1"/>
                </a:solidFill>
                <a:latin typeface="IBM Plex Sans"/>
                <a:ea typeface="IBM Plex Sans"/>
                <a:cs typeface="IBM Plex Sans"/>
                <a:sym typeface="IBM Plex Sans"/>
              </a:rPr>
              <a:t>and Tools</a:t>
            </a:r>
            <a:endParaRPr b="1">
              <a:solidFill>
                <a:schemeClr val="dk1"/>
              </a:solidFill>
              <a:latin typeface="IBM Plex Sans"/>
              <a:ea typeface="IBM Plex Sans"/>
              <a:cs typeface="IBM Plex Sans"/>
              <a:sym typeface="IBM Plex Sans"/>
            </a:endParaRPr>
          </a:p>
        </p:txBody>
      </p:sp>
      <p:sp>
        <p:nvSpPr>
          <p:cNvPr id="2630" name="Google Shape;2630;p168"/>
          <p:cNvSpPr txBox="1"/>
          <p:nvPr/>
        </p:nvSpPr>
        <p:spPr>
          <a:xfrm>
            <a:off x="403450" y="4079350"/>
            <a:ext cx="1522200" cy="652500"/>
          </a:xfrm>
          <a:prstGeom prst="rect">
            <a:avLst/>
          </a:prstGeom>
          <a:noFill/>
          <a:ln>
            <a:noFill/>
          </a:ln>
        </p:spPr>
        <p:txBody>
          <a:bodyPr spcFirstLastPara="1" wrap="square" lIns="91425" tIns="91425" rIns="91425" bIns="91425" anchor="t" anchorCtr="0">
            <a:spAutoFit/>
          </a:bodyPr>
          <a:lstStyle/>
          <a:p>
            <a:pPr marL="0" lvl="0" indent="0" algn="l" rtl="0">
              <a:lnSpc>
                <a:spcPct val="80000"/>
              </a:lnSpc>
              <a:spcBef>
                <a:spcPts val="0"/>
              </a:spcBef>
              <a:spcAft>
                <a:spcPts val="0"/>
              </a:spcAft>
              <a:buNone/>
            </a:pPr>
            <a:r>
              <a:rPr lang="en" sz="2400" b="1">
                <a:solidFill>
                  <a:schemeClr val="dk1"/>
                </a:solidFill>
                <a:latin typeface="IBM Plex Sans"/>
                <a:ea typeface="IBM Plex Sans"/>
                <a:cs typeface="IBM Plex Sans"/>
                <a:sym typeface="IBM Plex Sans"/>
              </a:rPr>
              <a:t>YOUR</a:t>
            </a:r>
            <a:endParaRPr sz="2400" b="1">
              <a:solidFill>
                <a:schemeClr val="dk1"/>
              </a:solidFill>
              <a:latin typeface="IBM Plex Sans"/>
              <a:ea typeface="IBM Plex Sans"/>
              <a:cs typeface="IBM Plex Sans"/>
              <a:sym typeface="IBM Plex Sans"/>
            </a:endParaRPr>
          </a:p>
          <a:p>
            <a:pPr marL="0" lvl="0" indent="0" algn="l" rtl="0">
              <a:lnSpc>
                <a:spcPct val="80000"/>
              </a:lnSpc>
              <a:spcBef>
                <a:spcPts val="0"/>
              </a:spcBef>
              <a:spcAft>
                <a:spcPts val="0"/>
              </a:spcAft>
              <a:buNone/>
            </a:pPr>
            <a:r>
              <a:rPr lang="en" b="1">
                <a:solidFill>
                  <a:schemeClr val="dk1"/>
                </a:solidFill>
                <a:latin typeface="IBM Plex Sans"/>
                <a:ea typeface="IBM Plex Sans"/>
                <a:cs typeface="IBM Plex Sans"/>
                <a:sym typeface="IBM Plex Sans"/>
              </a:rPr>
              <a:t>Core Systems</a:t>
            </a:r>
            <a:endParaRPr b="1">
              <a:solidFill>
                <a:schemeClr val="dk1"/>
              </a:solidFill>
              <a:latin typeface="IBM Plex Sans"/>
              <a:ea typeface="IBM Plex Sans"/>
              <a:cs typeface="IBM Plex Sans"/>
              <a:sym typeface="IBM Plex Sans"/>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0">
  <p:cSld>
    <p:spTree>
      <p:nvGrpSpPr>
        <p:cNvPr id="1" name="Shape 2634"/>
        <p:cNvGrpSpPr/>
        <p:nvPr/>
      </p:nvGrpSpPr>
      <p:grpSpPr>
        <a:xfrm>
          <a:off x="0" y="0"/>
          <a:ext cx="0" cy="0"/>
          <a:chOff x="0" y="0"/>
          <a:chExt cx="0" cy="0"/>
        </a:xfrm>
      </p:grpSpPr>
      <p:sp>
        <p:nvSpPr>
          <p:cNvPr id="2635" name="Google Shape;2635;p169"/>
          <p:cNvSpPr txBox="1">
            <a:spLocks noGrp="1"/>
          </p:cNvSpPr>
          <p:nvPr>
            <p:ph type="title"/>
          </p:nvPr>
        </p:nvSpPr>
        <p:spPr>
          <a:xfrm>
            <a:off x="627300" y="296042"/>
            <a:ext cx="7889400" cy="615600"/>
          </a:xfrm>
          <a:prstGeom prst="rect">
            <a:avLst/>
          </a:prstGeom>
        </p:spPr>
        <p:txBody>
          <a:bodyPr spcFirstLastPara="1" wrap="square" lIns="0" tIns="0" rIns="0" bIns="0" anchor="t" anchorCtr="0">
            <a:normAutofit fontScale="90000"/>
          </a:bodyPr>
          <a:lstStyle/>
          <a:p>
            <a:pPr marL="0" lvl="0" indent="0" algn="ctr" rtl="0">
              <a:spcBef>
                <a:spcPts val="0"/>
              </a:spcBef>
              <a:spcAft>
                <a:spcPts val="0"/>
              </a:spcAft>
              <a:buNone/>
            </a:pPr>
            <a:r>
              <a:rPr lang="en"/>
              <a:t>Camunda powers the AI-led enterprise</a:t>
            </a:r>
            <a:endParaRPr/>
          </a:p>
          <a:p>
            <a:pPr marL="0" lvl="0" indent="0" algn="ctr" rtl="0">
              <a:spcBef>
                <a:spcPts val="0"/>
              </a:spcBef>
              <a:spcAft>
                <a:spcPts val="0"/>
              </a:spcAft>
              <a:buNone/>
            </a:pPr>
            <a:endParaRPr/>
          </a:p>
        </p:txBody>
      </p:sp>
      <p:sp>
        <p:nvSpPr>
          <p:cNvPr id="2636" name="Google Shape;2636;p169"/>
          <p:cNvSpPr/>
          <p:nvPr/>
        </p:nvSpPr>
        <p:spPr>
          <a:xfrm>
            <a:off x="1872513" y="1325867"/>
            <a:ext cx="598800" cy="598800"/>
          </a:xfrm>
          <a:prstGeom prst="ellipse">
            <a:avLst/>
          </a:prstGeom>
          <a:solidFill>
            <a:srgbClr val="280892"/>
          </a:solidFill>
          <a:ln w="19050" cap="flat" cmpd="sng">
            <a:solidFill>
              <a:srgbClr val="6967FF"/>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BM Plex Sans"/>
              <a:ea typeface="IBM Plex Sans"/>
              <a:cs typeface="IBM Plex Sans"/>
              <a:sym typeface="IBM Plex Sans"/>
            </a:endParaRPr>
          </a:p>
        </p:txBody>
      </p:sp>
      <p:sp>
        <p:nvSpPr>
          <p:cNvPr id="2637" name="Google Shape;2637;p169"/>
          <p:cNvSpPr/>
          <p:nvPr/>
        </p:nvSpPr>
        <p:spPr>
          <a:xfrm>
            <a:off x="1872513" y="2118864"/>
            <a:ext cx="598800" cy="598800"/>
          </a:xfrm>
          <a:prstGeom prst="ellipse">
            <a:avLst/>
          </a:prstGeom>
          <a:solidFill>
            <a:srgbClr val="280892"/>
          </a:solidFill>
          <a:ln w="19050" cap="flat" cmpd="sng">
            <a:solidFill>
              <a:srgbClr val="6967FF"/>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BM Plex Sans"/>
              <a:ea typeface="IBM Plex Sans"/>
              <a:cs typeface="IBM Plex Sans"/>
              <a:sym typeface="IBM Plex Sans"/>
            </a:endParaRPr>
          </a:p>
        </p:txBody>
      </p:sp>
      <p:sp>
        <p:nvSpPr>
          <p:cNvPr id="2638" name="Google Shape;2638;p169"/>
          <p:cNvSpPr/>
          <p:nvPr/>
        </p:nvSpPr>
        <p:spPr>
          <a:xfrm>
            <a:off x="1872513" y="2911860"/>
            <a:ext cx="598800" cy="598800"/>
          </a:xfrm>
          <a:prstGeom prst="ellipse">
            <a:avLst/>
          </a:prstGeom>
          <a:solidFill>
            <a:srgbClr val="280892"/>
          </a:solidFill>
          <a:ln w="19050" cap="flat" cmpd="sng">
            <a:solidFill>
              <a:srgbClr val="6967FF"/>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BM Plex Sans"/>
              <a:ea typeface="IBM Plex Sans"/>
              <a:cs typeface="IBM Plex Sans"/>
              <a:sym typeface="IBM Plex Sans"/>
            </a:endParaRPr>
          </a:p>
        </p:txBody>
      </p:sp>
      <p:sp>
        <p:nvSpPr>
          <p:cNvPr id="2639" name="Google Shape;2639;p169"/>
          <p:cNvSpPr/>
          <p:nvPr/>
        </p:nvSpPr>
        <p:spPr>
          <a:xfrm>
            <a:off x="1872513" y="3704857"/>
            <a:ext cx="598800" cy="598800"/>
          </a:xfrm>
          <a:prstGeom prst="ellipse">
            <a:avLst/>
          </a:prstGeom>
          <a:solidFill>
            <a:srgbClr val="280892"/>
          </a:solidFill>
          <a:ln w="19050" cap="flat" cmpd="sng">
            <a:solidFill>
              <a:srgbClr val="6967FF"/>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BM Plex Sans"/>
              <a:ea typeface="IBM Plex Sans"/>
              <a:cs typeface="IBM Plex Sans"/>
              <a:sym typeface="IBM Plex Sans"/>
            </a:endParaRPr>
          </a:p>
        </p:txBody>
      </p:sp>
      <p:sp>
        <p:nvSpPr>
          <p:cNvPr id="2640" name="Google Shape;2640;p169"/>
          <p:cNvSpPr/>
          <p:nvPr/>
        </p:nvSpPr>
        <p:spPr>
          <a:xfrm>
            <a:off x="6672680" y="1325867"/>
            <a:ext cx="598800" cy="598800"/>
          </a:xfrm>
          <a:prstGeom prst="ellipse">
            <a:avLst/>
          </a:prstGeom>
          <a:solidFill>
            <a:srgbClr val="280892"/>
          </a:solidFill>
          <a:ln w="19050" cap="flat" cmpd="sng">
            <a:solidFill>
              <a:srgbClr val="6967FF"/>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BM Plex Sans"/>
              <a:ea typeface="IBM Plex Sans"/>
              <a:cs typeface="IBM Plex Sans"/>
              <a:sym typeface="IBM Plex Sans"/>
            </a:endParaRPr>
          </a:p>
        </p:txBody>
      </p:sp>
      <p:sp>
        <p:nvSpPr>
          <p:cNvPr id="2641" name="Google Shape;2641;p169"/>
          <p:cNvSpPr/>
          <p:nvPr/>
        </p:nvSpPr>
        <p:spPr>
          <a:xfrm>
            <a:off x="6672680" y="2118864"/>
            <a:ext cx="598800" cy="598800"/>
          </a:xfrm>
          <a:prstGeom prst="ellipse">
            <a:avLst/>
          </a:prstGeom>
          <a:solidFill>
            <a:srgbClr val="280892"/>
          </a:solidFill>
          <a:ln w="19050" cap="flat" cmpd="sng">
            <a:solidFill>
              <a:srgbClr val="6967FF"/>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BM Plex Sans"/>
              <a:ea typeface="IBM Plex Sans"/>
              <a:cs typeface="IBM Plex Sans"/>
              <a:sym typeface="IBM Plex Sans"/>
            </a:endParaRPr>
          </a:p>
        </p:txBody>
      </p:sp>
      <p:sp>
        <p:nvSpPr>
          <p:cNvPr id="2642" name="Google Shape;2642;p169"/>
          <p:cNvSpPr/>
          <p:nvPr/>
        </p:nvSpPr>
        <p:spPr>
          <a:xfrm>
            <a:off x="6672680" y="2911860"/>
            <a:ext cx="598800" cy="598800"/>
          </a:xfrm>
          <a:prstGeom prst="ellipse">
            <a:avLst/>
          </a:prstGeom>
          <a:solidFill>
            <a:srgbClr val="280892"/>
          </a:solidFill>
          <a:ln w="19050" cap="flat" cmpd="sng">
            <a:solidFill>
              <a:srgbClr val="6967FF"/>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BM Plex Sans"/>
              <a:ea typeface="IBM Plex Sans"/>
              <a:cs typeface="IBM Plex Sans"/>
              <a:sym typeface="IBM Plex Sans"/>
            </a:endParaRPr>
          </a:p>
        </p:txBody>
      </p:sp>
      <p:sp>
        <p:nvSpPr>
          <p:cNvPr id="2643" name="Google Shape;2643;p169"/>
          <p:cNvSpPr/>
          <p:nvPr/>
        </p:nvSpPr>
        <p:spPr>
          <a:xfrm>
            <a:off x="6672680" y="3704857"/>
            <a:ext cx="598800" cy="598800"/>
          </a:xfrm>
          <a:prstGeom prst="ellipse">
            <a:avLst/>
          </a:prstGeom>
          <a:solidFill>
            <a:srgbClr val="280892"/>
          </a:solidFill>
          <a:ln w="19050" cap="flat" cmpd="sng">
            <a:solidFill>
              <a:srgbClr val="6967FF"/>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BM Plex Sans"/>
              <a:ea typeface="IBM Plex Sans"/>
              <a:cs typeface="IBM Plex Sans"/>
              <a:sym typeface="IBM Plex Sans"/>
            </a:endParaRPr>
          </a:p>
        </p:txBody>
      </p:sp>
      <p:cxnSp>
        <p:nvCxnSpPr>
          <p:cNvPr id="2644" name="Google Shape;2644;p169"/>
          <p:cNvCxnSpPr/>
          <p:nvPr/>
        </p:nvCxnSpPr>
        <p:spPr>
          <a:xfrm>
            <a:off x="3437647" y="1622993"/>
            <a:ext cx="0" cy="2382600"/>
          </a:xfrm>
          <a:prstGeom prst="straightConnector1">
            <a:avLst/>
          </a:prstGeom>
          <a:noFill/>
          <a:ln w="19050" cap="flat" cmpd="sng">
            <a:solidFill>
              <a:schemeClr val="accent1"/>
            </a:solidFill>
            <a:prstDash val="solid"/>
            <a:round/>
            <a:headEnd type="none" w="med" len="med"/>
            <a:tailEnd type="none" w="med" len="med"/>
          </a:ln>
        </p:spPr>
      </p:cxnSp>
      <p:cxnSp>
        <p:nvCxnSpPr>
          <p:cNvPr id="2645" name="Google Shape;2645;p169"/>
          <p:cNvCxnSpPr/>
          <p:nvPr/>
        </p:nvCxnSpPr>
        <p:spPr>
          <a:xfrm rot="10800000">
            <a:off x="2693063" y="1625272"/>
            <a:ext cx="749100" cy="0"/>
          </a:xfrm>
          <a:prstGeom prst="straightConnector1">
            <a:avLst/>
          </a:prstGeom>
          <a:noFill/>
          <a:ln w="19050" cap="flat" cmpd="sng">
            <a:solidFill>
              <a:schemeClr val="accent1"/>
            </a:solidFill>
            <a:prstDash val="solid"/>
            <a:round/>
            <a:headEnd type="none" w="med" len="med"/>
            <a:tailEnd type="none" w="med" len="med"/>
          </a:ln>
        </p:spPr>
      </p:cxnSp>
      <p:cxnSp>
        <p:nvCxnSpPr>
          <p:cNvPr id="2646" name="Google Shape;2646;p169"/>
          <p:cNvCxnSpPr/>
          <p:nvPr/>
        </p:nvCxnSpPr>
        <p:spPr>
          <a:xfrm rot="10800000">
            <a:off x="2693063" y="2418269"/>
            <a:ext cx="749100" cy="0"/>
          </a:xfrm>
          <a:prstGeom prst="straightConnector1">
            <a:avLst/>
          </a:prstGeom>
          <a:noFill/>
          <a:ln w="19050" cap="flat" cmpd="sng">
            <a:solidFill>
              <a:schemeClr val="accent1"/>
            </a:solidFill>
            <a:prstDash val="solid"/>
            <a:round/>
            <a:headEnd type="none" w="med" len="med"/>
            <a:tailEnd type="none" w="med" len="med"/>
          </a:ln>
        </p:spPr>
      </p:cxnSp>
      <p:cxnSp>
        <p:nvCxnSpPr>
          <p:cNvPr id="2647" name="Google Shape;2647;p169"/>
          <p:cNvCxnSpPr/>
          <p:nvPr/>
        </p:nvCxnSpPr>
        <p:spPr>
          <a:xfrm rot="10800000">
            <a:off x="2693063" y="3211265"/>
            <a:ext cx="749100" cy="0"/>
          </a:xfrm>
          <a:prstGeom prst="straightConnector1">
            <a:avLst/>
          </a:prstGeom>
          <a:noFill/>
          <a:ln w="19050" cap="flat" cmpd="sng">
            <a:solidFill>
              <a:schemeClr val="accent1"/>
            </a:solidFill>
            <a:prstDash val="solid"/>
            <a:round/>
            <a:headEnd type="none" w="med" len="med"/>
            <a:tailEnd type="none" w="med" len="med"/>
          </a:ln>
        </p:spPr>
      </p:cxnSp>
      <p:cxnSp>
        <p:nvCxnSpPr>
          <p:cNvPr id="2648" name="Google Shape;2648;p169"/>
          <p:cNvCxnSpPr/>
          <p:nvPr/>
        </p:nvCxnSpPr>
        <p:spPr>
          <a:xfrm rot="10800000">
            <a:off x="2693063" y="4004262"/>
            <a:ext cx="749100" cy="0"/>
          </a:xfrm>
          <a:prstGeom prst="straightConnector1">
            <a:avLst/>
          </a:prstGeom>
          <a:noFill/>
          <a:ln w="19050" cap="flat" cmpd="sng">
            <a:solidFill>
              <a:schemeClr val="accent1"/>
            </a:solidFill>
            <a:prstDash val="solid"/>
            <a:round/>
            <a:headEnd type="none" w="med" len="med"/>
            <a:tailEnd type="none" w="med" len="med"/>
          </a:ln>
        </p:spPr>
      </p:cxnSp>
      <p:cxnSp>
        <p:nvCxnSpPr>
          <p:cNvPr id="2649" name="Google Shape;2649;p169"/>
          <p:cNvCxnSpPr/>
          <p:nvPr/>
        </p:nvCxnSpPr>
        <p:spPr>
          <a:xfrm rot="10800000">
            <a:off x="3437667" y="2831874"/>
            <a:ext cx="488100" cy="0"/>
          </a:xfrm>
          <a:prstGeom prst="straightConnector1">
            <a:avLst/>
          </a:prstGeom>
          <a:noFill/>
          <a:ln w="19050" cap="flat" cmpd="sng">
            <a:solidFill>
              <a:schemeClr val="accent1"/>
            </a:solidFill>
            <a:prstDash val="solid"/>
            <a:round/>
            <a:headEnd type="none" w="med" len="med"/>
            <a:tailEnd type="none" w="med" len="med"/>
          </a:ln>
        </p:spPr>
      </p:cxnSp>
      <p:cxnSp>
        <p:nvCxnSpPr>
          <p:cNvPr id="2650" name="Google Shape;2650;p169"/>
          <p:cNvCxnSpPr/>
          <p:nvPr/>
        </p:nvCxnSpPr>
        <p:spPr>
          <a:xfrm>
            <a:off x="5706349" y="1622993"/>
            <a:ext cx="0" cy="2379000"/>
          </a:xfrm>
          <a:prstGeom prst="straightConnector1">
            <a:avLst/>
          </a:prstGeom>
          <a:noFill/>
          <a:ln w="19050" cap="flat" cmpd="sng">
            <a:solidFill>
              <a:schemeClr val="accent1"/>
            </a:solidFill>
            <a:prstDash val="solid"/>
            <a:round/>
            <a:headEnd type="none" w="med" len="med"/>
            <a:tailEnd type="none" w="med" len="med"/>
          </a:ln>
        </p:spPr>
      </p:cxnSp>
      <p:cxnSp>
        <p:nvCxnSpPr>
          <p:cNvPr id="2651" name="Google Shape;2651;p169"/>
          <p:cNvCxnSpPr/>
          <p:nvPr/>
        </p:nvCxnSpPr>
        <p:spPr>
          <a:xfrm>
            <a:off x="5701833" y="1625272"/>
            <a:ext cx="749100" cy="0"/>
          </a:xfrm>
          <a:prstGeom prst="straightConnector1">
            <a:avLst/>
          </a:prstGeom>
          <a:noFill/>
          <a:ln w="19050" cap="flat" cmpd="sng">
            <a:solidFill>
              <a:schemeClr val="accent1"/>
            </a:solidFill>
            <a:prstDash val="solid"/>
            <a:round/>
            <a:headEnd type="none" w="med" len="med"/>
            <a:tailEnd type="none" w="med" len="med"/>
          </a:ln>
        </p:spPr>
      </p:cxnSp>
      <p:cxnSp>
        <p:nvCxnSpPr>
          <p:cNvPr id="2652" name="Google Shape;2652;p169"/>
          <p:cNvCxnSpPr/>
          <p:nvPr/>
        </p:nvCxnSpPr>
        <p:spPr>
          <a:xfrm>
            <a:off x="5701833" y="2418269"/>
            <a:ext cx="749100" cy="0"/>
          </a:xfrm>
          <a:prstGeom prst="straightConnector1">
            <a:avLst/>
          </a:prstGeom>
          <a:noFill/>
          <a:ln w="19050" cap="flat" cmpd="sng">
            <a:solidFill>
              <a:schemeClr val="accent1"/>
            </a:solidFill>
            <a:prstDash val="solid"/>
            <a:round/>
            <a:headEnd type="none" w="med" len="med"/>
            <a:tailEnd type="none" w="med" len="med"/>
          </a:ln>
        </p:spPr>
      </p:cxnSp>
      <p:cxnSp>
        <p:nvCxnSpPr>
          <p:cNvPr id="2653" name="Google Shape;2653;p169"/>
          <p:cNvCxnSpPr/>
          <p:nvPr/>
        </p:nvCxnSpPr>
        <p:spPr>
          <a:xfrm>
            <a:off x="5701833" y="3211265"/>
            <a:ext cx="749100" cy="0"/>
          </a:xfrm>
          <a:prstGeom prst="straightConnector1">
            <a:avLst/>
          </a:prstGeom>
          <a:noFill/>
          <a:ln w="19050" cap="flat" cmpd="sng">
            <a:solidFill>
              <a:schemeClr val="accent1"/>
            </a:solidFill>
            <a:prstDash val="solid"/>
            <a:round/>
            <a:headEnd type="none" w="med" len="med"/>
            <a:tailEnd type="none" w="med" len="med"/>
          </a:ln>
        </p:spPr>
      </p:cxnSp>
      <p:cxnSp>
        <p:nvCxnSpPr>
          <p:cNvPr id="2654" name="Google Shape;2654;p169"/>
          <p:cNvCxnSpPr/>
          <p:nvPr/>
        </p:nvCxnSpPr>
        <p:spPr>
          <a:xfrm>
            <a:off x="5701833" y="4004262"/>
            <a:ext cx="749100" cy="0"/>
          </a:xfrm>
          <a:prstGeom prst="straightConnector1">
            <a:avLst/>
          </a:prstGeom>
          <a:noFill/>
          <a:ln w="19050" cap="flat" cmpd="sng">
            <a:solidFill>
              <a:schemeClr val="accent1"/>
            </a:solidFill>
            <a:prstDash val="solid"/>
            <a:round/>
            <a:headEnd type="none" w="med" len="med"/>
            <a:tailEnd type="none" w="med" len="med"/>
          </a:ln>
        </p:spPr>
      </p:cxnSp>
      <p:cxnSp>
        <p:nvCxnSpPr>
          <p:cNvPr id="2655" name="Google Shape;2655;p169"/>
          <p:cNvCxnSpPr/>
          <p:nvPr/>
        </p:nvCxnSpPr>
        <p:spPr>
          <a:xfrm>
            <a:off x="5218229" y="2831874"/>
            <a:ext cx="488100" cy="0"/>
          </a:xfrm>
          <a:prstGeom prst="straightConnector1">
            <a:avLst/>
          </a:prstGeom>
          <a:noFill/>
          <a:ln w="19050" cap="flat" cmpd="sng">
            <a:solidFill>
              <a:schemeClr val="accent1"/>
            </a:solidFill>
            <a:prstDash val="solid"/>
            <a:round/>
            <a:headEnd type="none" w="med" len="med"/>
            <a:tailEnd type="none" w="med" len="med"/>
          </a:ln>
        </p:spPr>
      </p:cxnSp>
      <p:sp>
        <p:nvSpPr>
          <p:cNvPr id="2656" name="Google Shape;2656;p169"/>
          <p:cNvSpPr txBox="1"/>
          <p:nvPr/>
        </p:nvSpPr>
        <p:spPr>
          <a:xfrm>
            <a:off x="721425" y="1420917"/>
            <a:ext cx="1074900" cy="400200"/>
          </a:xfrm>
          <a:prstGeom prst="rect">
            <a:avLst/>
          </a:prstGeom>
          <a:noFill/>
          <a:ln>
            <a:noFill/>
          </a:ln>
        </p:spPr>
        <p:txBody>
          <a:bodyPr spcFirstLastPara="1" wrap="square" lIns="91425" tIns="91425" rIns="91425" bIns="91425" anchor="t" anchorCtr="0">
            <a:spAutoFit/>
          </a:bodyPr>
          <a:lstStyle/>
          <a:p>
            <a:pPr marL="0" lvl="0" indent="0" algn="r" rtl="0">
              <a:spcBef>
                <a:spcPts val="0"/>
              </a:spcBef>
              <a:spcAft>
                <a:spcPts val="0"/>
              </a:spcAft>
              <a:buNone/>
            </a:pPr>
            <a:r>
              <a:rPr lang="en" b="1">
                <a:solidFill>
                  <a:schemeClr val="lt1"/>
                </a:solidFill>
                <a:latin typeface="IBM Plex Sans"/>
                <a:ea typeface="IBM Plex Sans"/>
                <a:cs typeface="IBM Plex Sans"/>
                <a:sym typeface="IBM Plex Sans"/>
              </a:rPr>
              <a:t>AI Agents</a:t>
            </a:r>
            <a:endParaRPr b="1">
              <a:solidFill>
                <a:schemeClr val="lt1"/>
              </a:solidFill>
              <a:latin typeface="IBM Plex Sans"/>
              <a:ea typeface="IBM Plex Sans"/>
              <a:cs typeface="IBM Plex Sans"/>
              <a:sym typeface="IBM Plex Sans"/>
            </a:endParaRPr>
          </a:p>
        </p:txBody>
      </p:sp>
      <p:sp>
        <p:nvSpPr>
          <p:cNvPr id="2657" name="Google Shape;2657;p169"/>
          <p:cNvSpPr txBox="1"/>
          <p:nvPr/>
        </p:nvSpPr>
        <p:spPr>
          <a:xfrm>
            <a:off x="456925" y="2218167"/>
            <a:ext cx="1339500" cy="400200"/>
          </a:xfrm>
          <a:prstGeom prst="rect">
            <a:avLst/>
          </a:prstGeom>
          <a:noFill/>
          <a:ln>
            <a:noFill/>
          </a:ln>
        </p:spPr>
        <p:txBody>
          <a:bodyPr spcFirstLastPara="1" wrap="square" lIns="91425" tIns="91425" rIns="91425" bIns="91425" anchor="t" anchorCtr="0">
            <a:spAutoFit/>
          </a:bodyPr>
          <a:lstStyle/>
          <a:p>
            <a:pPr marL="0" lvl="0" indent="0" algn="r" rtl="0">
              <a:spcBef>
                <a:spcPts val="0"/>
              </a:spcBef>
              <a:spcAft>
                <a:spcPts val="0"/>
              </a:spcAft>
              <a:buNone/>
            </a:pPr>
            <a:r>
              <a:rPr lang="en" b="1">
                <a:solidFill>
                  <a:schemeClr val="lt1"/>
                </a:solidFill>
                <a:latin typeface="IBM Plex Sans"/>
                <a:ea typeface="IBM Plex Sans"/>
                <a:cs typeface="IBM Plex Sans"/>
                <a:sym typeface="IBM Plex Sans"/>
              </a:rPr>
              <a:t>Human Tasks</a:t>
            </a:r>
            <a:endParaRPr b="1">
              <a:solidFill>
                <a:schemeClr val="lt1"/>
              </a:solidFill>
              <a:latin typeface="IBM Plex Sans"/>
              <a:ea typeface="IBM Plex Sans"/>
              <a:cs typeface="IBM Plex Sans"/>
              <a:sym typeface="IBM Plex Sans"/>
            </a:endParaRPr>
          </a:p>
        </p:txBody>
      </p:sp>
      <p:sp>
        <p:nvSpPr>
          <p:cNvPr id="2658" name="Google Shape;2658;p169"/>
          <p:cNvSpPr txBox="1"/>
          <p:nvPr/>
        </p:nvSpPr>
        <p:spPr>
          <a:xfrm>
            <a:off x="721425" y="3015417"/>
            <a:ext cx="1074900" cy="400200"/>
          </a:xfrm>
          <a:prstGeom prst="rect">
            <a:avLst/>
          </a:prstGeom>
          <a:noFill/>
          <a:ln>
            <a:noFill/>
          </a:ln>
        </p:spPr>
        <p:txBody>
          <a:bodyPr spcFirstLastPara="1" wrap="square" lIns="91425" tIns="91425" rIns="91425" bIns="91425" anchor="t" anchorCtr="0">
            <a:spAutoFit/>
          </a:bodyPr>
          <a:lstStyle/>
          <a:p>
            <a:pPr marL="0" lvl="0" indent="0" algn="r" rtl="0">
              <a:spcBef>
                <a:spcPts val="0"/>
              </a:spcBef>
              <a:spcAft>
                <a:spcPts val="0"/>
              </a:spcAft>
              <a:buNone/>
            </a:pPr>
            <a:r>
              <a:rPr lang="en" b="1">
                <a:solidFill>
                  <a:schemeClr val="lt1"/>
                </a:solidFill>
                <a:latin typeface="IBM Plex Sans"/>
                <a:ea typeface="IBM Plex Sans"/>
                <a:cs typeface="IBM Plex Sans"/>
                <a:sym typeface="IBM Plex Sans"/>
              </a:rPr>
              <a:t>IDP</a:t>
            </a:r>
            <a:endParaRPr b="1">
              <a:solidFill>
                <a:schemeClr val="lt1"/>
              </a:solidFill>
              <a:latin typeface="IBM Plex Sans"/>
              <a:ea typeface="IBM Plex Sans"/>
              <a:cs typeface="IBM Plex Sans"/>
              <a:sym typeface="IBM Plex Sans"/>
            </a:endParaRPr>
          </a:p>
        </p:txBody>
      </p:sp>
      <p:sp>
        <p:nvSpPr>
          <p:cNvPr id="2659" name="Google Shape;2659;p169"/>
          <p:cNvSpPr txBox="1"/>
          <p:nvPr/>
        </p:nvSpPr>
        <p:spPr>
          <a:xfrm>
            <a:off x="721425" y="3804167"/>
            <a:ext cx="1074900" cy="400200"/>
          </a:xfrm>
          <a:prstGeom prst="rect">
            <a:avLst/>
          </a:prstGeom>
          <a:noFill/>
          <a:ln>
            <a:noFill/>
          </a:ln>
        </p:spPr>
        <p:txBody>
          <a:bodyPr spcFirstLastPara="1" wrap="square" lIns="91425" tIns="91425" rIns="91425" bIns="91425" anchor="t" anchorCtr="0">
            <a:spAutoFit/>
          </a:bodyPr>
          <a:lstStyle/>
          <a:p>
            <a:pPr marL="0" lvl="0" indent="0" algn="r" rtl="0">
              <a:spcBef>
                <a:spcPts val="0"/>
              </a:spcBef>
              <a:spcAft>
                <a:spcPts val="0"/>
              </a:spcAft>
              <a:buNone/>
            </a:pPr>
            <a:r>
              <a:rPr lang="en" b="1">
                <a:solidFill>
                  <a:schemeClr val="lt1"/>
                </a:solidFill>
                <a:latin typeface="IBM Plex Sans"/>
                <a:ea typeface="IBM Plex Sans"/>
                <a:cs typeface="IBM Plex Sans"/>
                <a:sym typeface="IBM Plex Sans"/>
              </a:rPr>
              <a:t>RPA</a:t>
            </a:r>
            <a:endParaRPr b="1">
              <a:solidFill>
                <a:schemeClr val="lt1"/>
              </a:solidFill>
              <a:latin typeface="IBM Plex Sans"/>
              <a:ea typeface="IBM Plex Sans"/>
              <a:cs typeface="IBM Plex Sans"/>
              <a:sym typeface="IBM Plex Sans"/>
            </a:endParaRPr>
          </a:p>
        </p:txBody>
      </p:sp>
      <p:sp>
        <p:nvSpPr>
          <p:cNvPr id="2660" name="Google Shape;2660;p169"/>
          <p:cNvSpPr txBox="1"/>
          <p:nvPr/>
        </p:nvSpPr>
        <p:spPr>
          <a:xfrm>
            <a:off x="7347675" y="1420917"/>
            <a:ext cx="14916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b="1">
                <a:solidFill>
                  <a:schemeClr val="lt1"/>
                </a:solidFill>
                <a:latin typeface="IBM Plex Sans"/>
                <a:ea typeface="IBM Plex Sans"/>
                <a:cs typeface="IBM Plex Sans"/>
                <a:sym typeface="IBM Plex Sans"/>
              </a:rPr>
              <a:t>Marketplace</a:t>
            </a:r>
            <a:endParaRPr b="1">
              <a:solidFill>
                <a:schemeClr val="lt1"/>
              </a:solidFill>
              <a:latin typeface="IBM Plex Sans"/>
              <a:ea typeface="IBM Plex Sans"/>
              <a:cs typeface="IBM Plex Sans"/>
              <a:sym typeface="IBM Plex Sans"/>
            </a:endParaRPr>
          </a:p>
        </p:txBody>
      </p:sp>
      <p:sp>
        <p:nvSpPr>
          <p:cNvPr id="2661" name="Google Shape;2661;p169"/>
          <p:cNvSpPr txBox="1"/>
          <p:nvPr/>
        </p:nvSpPr>
        <p:spPr>
          <a:xfrm>
            <a:off x="7347675" y="2218167"/>
            <a:ext cx="14916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b="1">
                <a:solidFill>
                  <a:schemeClr val="lt1"/>
                </a:solidFill>
                <a:latin typeface="IBM Plex Sans"/>
                <a:ea typeface="IBM Plex Sans"/>
                <a:cs typeface="IBM Plex Sans"/>
                <a:sym typeface="IBM Plex Sans"/>
              </a:rPr>
              <a:t>APIs</a:t>
            </a:r>
            <a:endParaRPr b="1">
              <a:solidFill>
                <a:schemeClr val="lt1"/>
              </a:solidFill>
              <a:latin typeface="IBM Plex Sans"/>
              <a:ea typeface="IBM Plex Sans"/>
              <a:cs typeface="IBM Plex Sans"/>
              <a:sym typeface="IBM Plex Sans"/>
            </a:endParaRPr>
          </a:p>
        </p:txBody>
      </p:sp>
      <p:sp>
        <p:nvSpPr>
          <p:cNvPr id="2662" name="Google Shape;2662;p169"/>
          <p:cNvSpPr txBox="1"/>
          <p:nvPr/>
        </p:nvSpPr>
        <p:spPr>
          <a:xfrm>
            <a:off x="7347675" y="3015417"/>
            <a:ext cx="14916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b="1">
                <a:solidFill>
                  <a:schemeClr val="lt1"/>
                </a:solidFill>
                <a:latin typeface="IBM Plex Sans"/>
                <a:ea typeface="IBM Plex Sans"/>
                <a:cs typeface="IBM Plex Sans"/>
                <a:sym typeface="IBM Plex Sans"/>
              </a:rPr>
              <a:t>Microservices</a:t>
            </a:r>
            <a:endParaRPr b="1">
              <a:solidFill>
                <a:schemeClr val="lt1"/>
              </a:solidFill>
              <a:latin typeface="IBM Plex Sans"/>
              <a:ea typeface="IBM Plex Sans"/>
              <a:cs typeface="IBM Plex Sans"/>
              <a:sym typeface="IBM Plex Sans"/>
            </a:endParaRPr>
          </a:p>
        </p:txBody>
      </p:sp>
      <p:sp>
        <p:nvSpPr>
          <p:cNvPr id="2663" name="Google Shape;2663;p169"/>
          <p:cNvSpPr txBox="1"/>
          <p:nvPr/>
        </p:nvSpPr>
        <p:spPr>
          <a:xfrm>
            <a:off x="7347675" y="3696467"/>
            <a:ext cx="1491600" cy="615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b="1">
                <a:solidFill>
                  <a:schemeClr val="lt1"/>
                </a:solidFill>
                <a:latin typeface="IBM Plex Sans"/>
                <a:ea typeface="IBM Plex Sans"/>
                <a:cs typeface="IBM Plex Sans"/>
                <a:sym typeface="IBM Plex Sans"/>
              </a:rPr>
              <a:t>Decision Intelligence</a:t>
            </a:r>
            <a:endParaRPr b="1">
              <a:solidFill>
                <a:schemeClr val="lt1"/>
              </a:solidFill>
              <a:latin typeface="IBM Plex Sans"/>
              <a:ea typeface="IBM Plex Sans"/>
              <a:cs typeface="IBM Plex Sans"/>
              <a:sym typeface="IBM Plex Sans"/>
            </a:endParaRPr>
          </a:p>
        </p:txBody>
      </p:sp>
      <p:sp>
        <p:nvSpPr>
          <p:cNvPr id="2664" name="Google Shape;2664;p169"/>
          <p:cNvSpPr/>
          <p:nvPr/>
        </p:nvSpPr>
        <p:spPr>
          <a:xfrm>
            <a:off x="8568725" y="114300"/>
            <a:ext cx="488100" cy="615600"/>
          </a:xfrm>
          <a:prstGeom prst="rect">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BM Plex Sans"/>
              <a:ea typeface="IBM Plex Sans"/>
              <a:cs typeface="IBM Plex Sans"/>
              <a:sym typeface="IBM Plex Sans"/>
            </a:endParaRPr>
          </a:p>
        </p:txBody>
      </p:sp>
      <p:sp>
        <p:nvSpPr>
          <p:cNvPr id="2665" name="Google Shape;2665;p169"/>
          <p:cNvSpPr txBox="1"/>
          <p:nvPr/>
        </p:nvSpPr>
        <p:spPr>
          <a:xfrm>
            <a:off x="3542000" y="1097671"/>
            <a:ext cx="2060100" cy="10467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a:solidFill>
                  <a:schemeClr val="lt1"/>
                </a:solidFill>
                <a:latin typeface="IBM Plex Sans Medium"/>
                <a:ea typeface="IBM Plex Sans Medium"/>
                <a:cs typeface="IBM Plex Sans Medium"/>
                <a:sym typeface="IBM Plex Sans Medium"/>
              </a:rPr>
              <a:t>A vendor-neutral platform designed to handle real-world complexity and scale</a:t>
            </a:r>
            <a:endParaRPr>
              <a:solidFill>
                <a:schemeClr val="lt1"/>
              </a:solidFill>
              <a:latin typeface="IBM Plex Sans Medium"/>
              <a:ea typeface="IBM Plex Sans Medium"/>
              <a:cs typeface="IBM Plex Sans Medium"/>
              <a:sym typeface="IBM Plex Sans Medium"/>
            </a:endParaRPr>
          </a:p>
        </p:txBody>
      </p:sp>
      <p:grpSp>
        <p:nvGrpSpPr>
          <p:cNvPr id="2666" name="Google Shape;2666;p169"/>
          <p:cNvGrpSpPr/>
          <p:nvPr/>
        </p:nvGrpSpPr>
        <p:grpSpPr>
          <a:xfrm>
            <a:off x="2046365" y="1470001"/>
            <a:ext cx="231666" cy="311706"/>
            <a:chOff x="1863225" y="238125"/>
            <a:chExt cx="3893550" cy="5238750"/>
          </a:xfrm>
        </p:grpSpPr>
        <p:sp>
          <p:nvSpPr>
            <p:cNvPr id="2667" name="Google Shape;2667;p169"/>
            <p:cNvSpPr/>
            <p:nvPr/>
          </p:nvSpPr>
          <p:spPr>
            <a:xfrm>
              <a:off x="3010350" y="996650"/>
              <a:ext cx="2103750" cy="2298050"/>
            </a:xfrm>
            <a:custGeom>
              <a:avLst/>
              <a:gdLst/>
              <a:ahLst/>
              <a:cxnLst/>
              <a:rect l="l" t="t" r="r" b="b"/>
              <a:pathLst>
                <a:path w="84150" h="91922" extrusionOk="0">
                  <a:moveTo>
                    <a:pt x="42150" y="13901"/>
                  </a:moveTo>
                  <a:lnTo>
                    <a:pt x="44840" y="22719"/>
                  </a:lnTo>
                  <a:lnTo>
                    <a:pt x="45288" y="24214"/>
                  </a:lnTo>
                  <a:lnTo>
                    <a:pt x="45886" y="25858"/>
                  </a:lnTo>
                  <a:lnTo>
                    <a:pt x="47381" y="28847"/>
                  </a:lnTo>
                  <a:lnTo>
                    <a:pt x="49174" y="31538"/>
                  </a:lnTo>
                  <a:lnTo>
                    <a:pt x="51267" y="34078"/>
                  </a:lnTo>
                  <a:lnTo>
                    <a:pt x="53509" y="36470"/>
                  </a:lnTo>
                  <a:lnTo>
                    <a:pt x="56050" y="38562"/>
                  </a:lnTo>
                  <a:lnTo>
                    <a:pt x="58890" y="40356"/>
                  </a:lnTo>
                  <a:lnTo>
                    <a:pt x="60384" y="41253"/>
                  </a:lnTo>
                  <a:lnTo>
                    <a:pt x="61879" y="41851"/>
                  </a:lnTo>
                  <a:lnTo>
                    <a:pt x="70996" y="45886"/>
                  </a:lnTo>
                  <a:lnTo>
                    <a:pt x="61879" y="50071"/>
                  </a:lnTo>
                  <a:lnTo>
                    <a:pt x="60384" y="50669"/>
                  </a:lnTo>
                  <a:lnTo>
                    <a:pt x="58890" y="51566"/>
                  </a:lnTo>
                  <a:lnTo>
                    <a:pt x="56050" y="53359"/>
                  </a:lnTo>
                  <a:lnTo>
                    <a:pt x="53509" y="55452"/>
                  </a:lnTo>
                  <a:lnTo>
                    <a:pt x="51267" y="57694"/>
                  </a:lnTo>
                  <a:lnTo>
                    <a:pt x="49174" y="60384"/>
                  </a:lnTo>
                  <a:lnTo>
                    <a:pt x="47381" y="63075"/>
                  </a:lnTo>
                  <a:lnTo>
                    <a:pt x="45886" y="66064"/>
                  </a:lnTo>
                  <a:lnTo>
                    <a:pt x="45288" y="67708"/>
                  </a:lnTo>
                  <a:lnTo>
                    <a:pt x="44840" y="69203"/>
                  </a:lnTo>
                  <a:lnTo>
                    <a:pt x="42150" y="78021"/>
                  </a:lnTo>
                  <a:lnTo>
                    <a:pt x="39310" y="69203"/>
                  </a:lnTo>
                  <a:lnTo>
                    <a:pt x="38861" y="67708"/>
                  </a:lnTo>
                  <a:lnTo>
                    <a:pt x="38264" y="66064"/>
                  </a:lnTo>
                  <a:lnTo>
                    <a:pt x="36769" y="63075"/>
                  </a:lnTo>
                  <a:lnTo>
                    <a:pt x="34975" y="60384"/>
                  </a:lnTo>
                  <a:lnTo>
                    <a:pt x="32883" y="57694"/>
                  </a:lnTo>
                  <a:lnTo>
                    <a:pt x="30641" y="55452"/>
                  </a:lnTo>
                  <a:lnTo>
                    <a:pt x="28100" y="53359"/>
                  </a:lnTo>
                  <a:lnTo>
                    <a:pt x="25260" y="51566"/>
                  </a:lnTo>
                  <a:lnTo>
                    <a:pt x="23765" y="50669"/>
                  </a:lnTo>
                  <a:lnTo>
                    <a:pt x="22271" y="50071"/>
                  </a:lnTo>
                  <a:lnTo>
                    <a:pt x="13153" y="45886"/>
                  </a:lnTo>
                  <a:lnTo>
                    <a:pt x="22271" y="41851"/>
                  </a:lnTo>
                  <a:lnTo>
                    <a:pt x="23765" y="41253"/>
                  </a:lnTo>
                  <a:lnTo>
                    <a:pt x="25260" y="40356"/>
                  </a:lnTo>
                  <a:lnTo>
                    <a:pt x="28100" y="38562"/>
                  </a:lnTo>
                  <a:lnTo>
                    <a:pt x="30641" y="36470"/>
                  </a:lnTo>
                  <a:lnTo>
                    <a:pt x="32883" y="34078"/>
                  </a:lnTo>
                  <a:lnTo>
                    <a:pt x="34975" y="31538"/>
                  </a:lnTo>
                  <a:lnTo>
                    <a:pt x="36769" y="28847"/>
                  </a:lnTo>
                  <a:lnTo>
                    <a:pt x="38264" y="25858"/>
                  </a:lnTo>
                  <a:lnTo>
                    <a:pt x="38861" y="24214"/>
                  </a:lnTo>
                  <a:lnTo>
                    <a:pt x="39310" y="22719"/>
                  </a:lnTo>
                  <a:lnTo>
                    <a:pt x="42150" y="13901"/>
                  </a:lnTo>
                  <a:close/>
                  <a:moveTo>
                    <a:pt x="42150" y="0"/>
                  </a:moveTo>
                  <a:lnTo>
                    <a:pt x="40207" y="150"/>
                  </a:lnTo>
                  <a:lnTo>
                    <a:pt x="38562" y="598"/>
                  </a:lnTo>
                  <a:lnTo>
                    <a:pt x="36918" y="1196"/>
                  </a:lnTo>
                  <a:lnTo>
                    <a:pt x="35424" y="2093"/>
                  </a:lnTo>
                  <a:lnTo>
                    <a:pt x="34079" y="3289"/>
                  </a:lnTo>
                  <a:lnTo>
                    <a:pt x="33032" y="4634"/>
                  </a:lnTo>
                  <a:lnTo>
                    <a:pt x="32135" y="6128"/>
                  </a:lnTo>
                  <a:lnTo>
                    <a:pt x="31388" y="7773"/>
                  </a:lnTo>
                  <a:lnTo>
                    <a:pt x="27950" y="19132"/>
                  </a:lnTo>
                  <a:lnTo>
                    <a:pt x="27203" y="21075"/>
                  </a:lnTo>
                  <a:lnTo>
                    <a:pt x="26306" y="22869"/>
                  </a:lnTo>
                  <a:lnTo>
                    <a:pt x="25260" y="24662"/>
                  </a:lnTo>
                  <a:lnTo>
                    <a:pt x="23915" y="26157"/>
                  </a:lnTo>
                  <a:lnTo>
                    <a:pt x="22570" y="27651"/>
                  </a:lnTo>
                  <a:lnTo>
                    <a:pt x="20926" y="28847"/>
                  </a:lnTo>
                  <a:lnTo>
                    <a:pt x="19282" y="30043"/>
                  </a:lnTo>
                  <a:lnTo>
                    <a:pt x="17488" y="30940"/>
                  </a:lnTo>
                  <a:lnTo>
                    <a:pt x="6577" y="35723"/>
                  </a:lnTo>
                  <a:lnTo>
                    <a:pt x="5232" y="36470"/>
                  </a:lnTo>
                  <a:lnTo>
                    <a:pt x="3887" y="37516"/>
                  </a:lnTo>
                  <a:lnTo>
                    <a:pt x="2691" y="38562"/>
                  </a:lnTo>
                  <a:lnTo>
                    <a:pt x="1794" y="39908"/>
                  </a:lnTo>
                  <a:lnTo>
                    <a:pt x="1047" y="41253"/>
                  </a:lnTo>
                  <a:lnTo>
                    <a:pt x="449" y="42747"/>
                  </a:lnTo>
                  <a:lnTo>
                    <a:pt x="150" y="44242"/>
                  </a:lnTo>
                  <a:lnTo>
                    <a:pt x="1" y="45886"/>
                  </a:lnTo>
                  <a:lnTo>
                    <a:pt x="150" y="47530"/>
                  </a:lnTo>
                  <a:lnTo>
                    <a:pt x="449" y="49174"/>
                  </a:lnTo>
                  <a:lnTo>
                    <a:pt x="1047" y="50669"/>
                  </a:lnTo>
                  <a:lnTo>
                    <a:pt x="1794" y="52014"/>
                  </a:lnTo>
                  <a:lnTo>
                    <a:pt x="2691" y="53359"/>
                  </a:lnTo>
                  <a:lnTo>
                    <a:pt x="3887" y="54406"/>
                  </a:lnTo>
                  <a:lnTo>
                    <a:pt x="5232" y="55302"/>
                  </a:lnTo>
                  <a:lnTo>
                    <a:pt x="6577" y="56199"/>
                  </a:lnTo>
                  <a:lnTo>
                    <a:pt x="17488" y="60982"/>
                  </a:lnTo>
                  <a:lnTo>
                    <a:pt x="19282" y="61879"/>
                  </a:lnTo>
                  <a:lnTo>
                    <a:pt x="20926" y="62925"/>
                  </a:lnTo>
                  <a:lnTo>
                    <a:pt x="22570" y="64270"/>
                  </a:lnTo>
                  <a:lnTo>
                    <a:pt x="23915" y="65765"/>
                  </a:lnTo>
                  <a:lnTo>
                    <a:pt x="25260" y="67260"/>
                  </a:lnTo>
                  <a:lnTo>
                    <a:pt x="26306" y="69053"/>
                  </a:lnTo>
                  <a:lnTo>
                    <a:pt x="27203" y="70847"/>
                  </a:lnTo>
                  <a:lnTo>
                    <a:pt x="27950" y="72790"/>
                  </a:lnTo>
                  <a:lnTo>
                    <a:pt x="31388" y="84000"/>
                  </a:lnTo>
                  <a:lnTo>
                    <a:pt x="32135" y="85793"/>
                  </a:lnTo>
                  <a:lnTo>
                    <a:pt x="33032" y="87288"/>
                  </a:lnTo>
                  <a:lnTo>
                    <a:pt x="34079" y="88633"/>
                  </a:lnTo>
                  <a:lnTo>
                    <a:pt x="35424" y="89829"/>
                  </a:lnTo>
                  <a:lnTo>
                    <a:pt x="36918" y="90726"/>
                  </a:lnTo>
                  <a:lnTo>
                    <a:pt x="38562" y="91324"/>
                  </a:lnTo>
                  <a:lnTo>
                    <a:pt x="40207" y="91772"/>
                  </a:lnTo>
                  <a:lnTo>
                    <a:pt x="42150" y="91921"/>
                  </a:lnTo>
                  <a:lnTo>
                    <a:pt x="43943" y="91772"/>
                  </a:lnTo>
                  <a:lnTo>
                    <a:pt x="45587" y="91324"/>
                  </a:lnTo>
                  <a:lnTo>
                    <a:pt x="47231" y="90726"/>
                  </a:lnTo>
                  <a:lnTo>
                    <a:pt x="48726" y="89829"/>
                  </a:lnTo>
                  <a:lnTo>
                    <a:pt x="50071" y="88633"/>
                  </a:lnTo>
                  <a:lnTo>
                    <a:pt x="51117" y="87288"/>
                  </a:lnTo>
                  <a:lnTo>
                    <a:pt x="52014" y="85793"/>
                  </a:lnTo>
                  <a:lnTo>
                    <a:pt x="52762" y="84000"/>
                  </a:lnTo>
                  <a:lnTo>
                    <a:pt x="56199" y="72790"/>
                  </a:lnTo>
                  <a:lnTo>
                    <a:pt x="56947" y="70847"/>
                  </a:lnTo>
                  <a:lnTo>
                    <a:pt x="57843" y="69053"/>
                  </a:lnTo>
                  <a:lnTo>
                    <a:pt x="58890" y="67260"/>
                  </a:lnTo>
                  <a:lnTo>
                    <a:pt x="60235" y="65765"/>
                  </a:lnTo>
                  <a:lnTo>
                    <a:pt x="61580" y="64270"/>
                  </a:lnTo>
                  <a:lnTo>
                    <a:pt x="63224" y="62925"/>
                  </a:lnTo>
                  <a:lnTo>
                    <a:pt x="64868" y="61879"/>
                  </a:lnTo>
                  <a:lnTo>
                    <a:pt x="66662" y="60982"/>
                  </a:lnTo>
                  <a:lnTo>
                    <a:pt x="77573" y="56199"/>
                  </a:lnTo>
                  <a:lnTo>
                    <a:pt x="78918" y="55302"/>
                  </a:lnTo>
                  <a:lnTo>
                    <a:pt x="80263" y="54406"/>
                  </a:lnTo>
                  <a:lnTo>
                    <a:pt x="81459" y="53359"/>
                  </a:lnTo>
                  <a:lnTo>
                    <a:pt x="82356" y="52014"/>
                  </a:lnTo>
                  <a:lnTo>
                    <a:pt x="83103" y="50669"/>
                  </a:lnTo>
                  <a:lnTo>
                    <a:pt x="83701" y="49174"/>
                  </a:lnTo>
                  <a:lnTo>
                    <a:pt x="84000" y="47530"/>
                  </a:lnTo>
                  <a:lnTo>
                    <a:pt x="84149" y="45886"/>
                  </a:lnTo>
                  <a:lnTo>
                    <a:pt x="84000" y="44242"/>
                  </a:lnTo>
                  <a:lnTo>
                    <a:pt x="83701" y="42747"/>
                  </a:lnTo>
                  <a:lnTo>
                    <a:pt x="83103" y="41253"/>
                  </a:lnTo>
                  <a:lnTo>
                    <a:pt x="82356" y="39908"/>
                  </a:lnTo>
                  <a:lnTo>
                    <a:pt x="81459" y="38562"/>
                  </a:lnTo>
                  <a:lnTo>
                    <a:pt x="80263" y="37516"/>
                  </a:lnTo>
                  <a:lnTo>
                    <a:pt x="78918" y="36470"/>
                  </a:lnTo>
                  <a:lnTo>
                    <a:pt x="77573" y="35723"/>
                  </a:lnTo>
                  <a:lnTo>
                    <a:pt x="66662" y="30940"/>
                  </a:lnTo>
                  <a:lnTo>
                    <a:pt x="64868" y="30043"/>
                  </a:lnTo>
                  <a:lnTo>
                    <a:pt x="63224" y="28847"/>
                  </a:lnTo>
                  <a:lnTo>
                    <a:pt x="61580" y="27651"/>
                  </a:lnTo>
                  <a:lnTo>
                    <a:pt x="60235" y="26157"/>
                  </a:lnTo>
                  <a:lnTo>
                    <a:pt x="58890" y="24662"/>
                  </a:lnTo>
                  <a:lnTo>
                    <a:pt x="57843" y="22869"/>
                  </a:lnTo>
                  <a:lnTo>
                    <a:pt x="56947" y="21075"/>
                  </a:lnTo>
                  <a:lnTo>
                    <a:pt x="56199" y="19132"/>
                  </a:lnTo>
                  <a:lnTo>
                    <a:pt x="52762" y="7773"/>
                  </a:lnTo>
                  <a:lnTo>
                    <a:pt x="52014" y="6128"/>
                  </a:lnTo>
                  <a:lnTo>
                    <a:pt x="51117" y="4634"/>
                  </a:lnTo>
                  <a:lnTo>
                    <a:pt x="50071" y="3289"/>
                  </a:lnTo>
                  <a:lnTo>
                    <a:pt x="48726" y="2093"/>
                  </a:lnTo>
                  <a:lnTo>
                    <a:pt x="47231" y="1196"/>
                  </a:lnTo>
                  <a:lnTo>
                    <a:pt x="45587" y="598"/>
                  </a:lnTo>
                  <a:lnTo>
                    <a:pt x="43943" y="150"/>
                  </a:lnTo>
                  <a:lnTo>
                    <a:pt x="4215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8" name="Google Shape;2668;p169"/>
            <p:cNvSpPr/>
            <p:nvPr/>
          </p:nvSpPr>
          <p:spPr>
            <a:xfrm>
              <a:off x="1863225" y="238125"/>
              <a:ext cx="3893550" cy="5238750"/>
            </a:xfrm>
            <a:custGeom>
              <a:avLst/>
              <a:gdLst/>
              <a:ahLst/>
              <a:cxnLst/>
              <a:rect l="l" t="t" r="r" b="b"/>
              <a:pathLst>
                <a:path w="155742" h="209550" extrusionOk="0">
                  <a:moveTo>
                    <a:pt x="140048" y="15694"/>
                  </a:moveTo>
                  <a:lnTo>
                    <a:pt x="140048" y="126298"/>
                  </a:lnTo>
                  <a:lnTo>
                    <a:pt x="116283" y="150511"/>
                  </a:lnTo>
                  <a:lnTo>
                    <a:pt x="116283" y="193856"/>
                  </a:lnTo>
                  <a:lnTo>
                    <a:pt x="80860" y="193856"/>
                  </a:lnTo>
                  <a:lnTo>
                    <a:pt x="80860" y="154995"/>
                  </a:lnTo>
                  <a:lnTo>
                    <a:pt x="33331" y="154995"/>
                  </a:lnTo>
                  <a:lnTo>
                    <a:pt x="33331" y="131828"/>
                  </a:lnTo>
                  <a:lnTo>
                    <a:pt x="33331" y="116284"/>
                  </a:lnTo>
                  <a:lnTo>
                    <a:pt x="18683" y="116284"/>
                  </a:lnTo>
                  <a:lnTo>
                    <a:pt x="34825" y="76227"/>
                  </a:lnTo>
                  <a:lnTo>
                    <a:pt x="34825" y="15694"/>
                  </a:lnTo>
                  <a:close/>
                  <a:moveTo>
                    <a:pt x="17338" y="0"/>
                  </a:moveTo>
                  <a:lnTo>
                    <a:pt x="17338" y="76227"/>
                  </a:lnTo>
                  <a:lnTo>
                    <a:pt x="0" y="116284"/>
                  </a:lnTo>
                  <a:lnTo>
                    <a:pt x="0" y="131828"/>
                  </a:lnTo>
                  <a:lnTo>
                    <a:pt x="17786" y="131828"/>
                  </a:lnTo>
                  <a:lnTo>
                    <a:pt x="17786" y="170689"/>
                  </a:lnTo>
                  <a:lnTo>
                    <a:pt x="65167" y="170689"/>
                  </a:lnTo>
                  <a:lnTo>
                    <a:pt x="65167" y="209550"/>
                  </a:lnTo>
                  <a:lnTo>
                    <a:pt x="131977" y="209550"/>
                  </a:lnTo>
                  <a:lnTo>
                    <a:pt x="131977" y="156789"/>
                  </a:lnTo>
                  <a:lnTo>
                    <a:pt x="155593" y="132576"/>
                  </a:lnTo>
                  <a:lnTo>
                    <a:pt x="155742" y="132576"/>
                  </a:lnTo>
                  <a:lnTo>
                    <a:pt x="155742"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669" name="Google Shape;2669;p169"/>
          <p:cNvSpPr/>
          <p:nvPr/>
        </p:nvSpPr>
        <p:spPr>
          <a:xfrm>
            <a:off x="2056088" y="2258552"/>
            <a:ext cx="231639" cy="297554"/>
          </a:xfrm>
          <a:custGeom>
            <a:avLst/>
            <a:gdLst/>
            <a:ahLst/>
            <a:cxnLst/>
            <a:rect l="l" t="t" r="r" b="b"/>
            <a:pathLst>
              <a:path w="13442" h="17267" extrusionOk="0">
                <a:moveTo>
                  <a:pt x="6721" y="0"/>
                </a:moveTo>
                <a:lnTo>
                  <a:pt x="6559" y="14"/>
                </a:lnTo>
                <a:lnTo>
                  <a:pt x="6397" y="14"/>
                </a:lnTo>
                <a:lnTo>
                  <a:pt x="6086" y="68"/>
                </a:lnTo>
                <a:lnTo>
                  <a:pt x="5775" y="149"/>
                </a:lnTo>
                <a:lnTo>
                  <a:pt x="5491" y="257"/>
                </a:lnTo>
                <a:lnTo>
                  <a:pt x="5207" y="392"/>
                </a:lnTo>
                <a:lnTo>
                  <a:pt x="4950" y="541"/>
                </a:lnTo>
                <a:lnTo>
                  <a:pt x="4706" y="730"/>
                </a:lnTo>
                <a:lnTo>
                  <a:pt x="4476" y="933"/>
                </a:lnTo>
                <a:lnTo>
                  <a:pt x="4274" y="1163"/>
                </a:lnTo>
                <a:lnTo>
                  <a:pt x="4098" y="1406"/>
                </a:lnTo>
                <a:lnTo>
                  <a:pt x="3936" y="1663"/>
                </a:lnTo>
                <a:lnTo>
                  <a:pt x="3800" y="1947"/>
                </a:lnTo>
                <a:lnTo>
                  <a:pt x="3692" y="2231"/>
                </a:lnTo>
                <a:lnTo>
                  <a:pt x="3611" y="2542"/>
                </a:lnTo>
                <a:lnTo>
                  <a:pt x="3571" y="2853"/>
                </a:lnTo>
                <a:lnTo>
                  <a:pt x="3557" y="3015"/>
                </a:lnTo>
                <a:lnTo>
                  <a:pt x="3544" y="3178"/>
                </a:lnTo>
                <a:lnTo>
                  <a:pt x="3557" y="3340"/>
                </a:lnTo>
                <a:lnTo>
                  <a:pt x="3571" y="3502"/>
                </a:lnTo>
                <a:lnTo>
                  <a:pt x="3611" y="3813"/>
                </a:lnTo>
                <a:lnTo>
                  <a:pt x="3692" y="4124"/>
                </a:lnTo>
                <a:lnTo>
                  <a:pt x="3800" y="4408"/>
                </a:lnTo>
                <a:lnTo>
                  <a:pt x="3936" y="4692"/>
                </a:lnTo>
                <a:lnTo>
                  <a:pt x="4098" y="4949"/>
                </a:lnTo>
                <a:lnTo>
                  <a:pt x="4274" y="5192"/>
                </a:lnTo>
                <a:lnTo>
                  <a:pt x="4476" y="5422"/>
                </a:lnTo>
                <a:lnTo>
                  <a:pt x="4706" y="5625"/>
                </a:lnTo>
                <a:lnTo>
                  <a:pt x="4950" y="5801"/>
                </a:lnTo>
                <a:lnTo>
                  <a:pt x="5207" y="5963"/>
                </a:lnTo>
                <a:lnTo>
                  <a:pt x="5491" y="6098"/>
                </a:lnTo>
                <a:lnTo>
                  <a:pt x="5775" y="6206"/>
                </a:lnTo>
                <a:lnTo>
                  <a:pt x="6086" y="6288"/>
                </a:lnTo>
                <a:lnTo>
                  <a:pt x="6397" y="6328"/>
                </a:lnTo>
                <a:lnTo>
                  <a:pt x="6559" y="6342"/>
                </a:lnTo>
                <a:lnTo>
                  <a:pt x="6721" y="6355"/>
                </a:lnTo>
                <a:lnTo>
                  <a:pt x="6883" y="6342"/>
                </a:lnTo>
                <a:lnTo>
                  <a:pt x="7046" y="6328"/>
                </a:lnTo>
                <a:lnTo>
                  <a:pt x="7357" y="6288"/>
                </a:lnTo>
                <a:lnTo>
                  <a:pt x="7668" y="6206"/>
                </a:lnTo>
                <a:lnTo>
                  <a:pt x="7952" y="6098"/>
                </a:lnTo>
                <a:lnTo>
                  <a:pt x="8235" y="5963"/>
                </a:lnTo>
                <a:lnTo>
                  <a:pt x="8492" y="5801"/>
                </a:lnTo>
                <a:lnTo>
                  <a:pt x="8736" y="5625"/>
                </a:lnTo>
                <a:lnTo>
                  <a:pt x="8966" y="5422"/>
                </a:lnTo>
                <a:lnTo>
                  <a:pt x="9168" y="5192"/>
                </a:lnTo>
                <a:lnTo>
                  <a:pt x="9358" y="4949"/>
                </a:lnTo>
                <a:lnTo>
                  <a:pt x="9506" y="4692"/>
                </a:lnTo>
                <a:lnTo>
                  <a:pt x="9642" y="4408"/>
                </a:lnTo>
                <a:lnTo>
                  <a:pt x="9750" y="4124"/>
                </a:lnTo>
                <a:lnTo>
                  <a:pt x="9831" y="3813"/>
                </a:lnTo>
                <a:lnTo>
                  <a:pt x="9885" y="3502"/>
                </a:lnTo>
                <a:lnTo>
                  <a:pt x="9885" y="3340"/>
                </a:lnTo>
                <a:lnTo>
                  <a:pt x="9899" y="3178"/>
                </a:lnTo>
                <a:lnTo>
                  <a:pt x="9885" y="3015"/>
                </a:lnTo>
                <a:lnTo>
                  <a:pt x="9885" y="2853"/>
                </a:lnTo>
                <a:lnTo>
                  <a:pt x="9831" y="2542"/>
                </a:lnTo>
                <a:lnTo>
                  <a:pt x="9750" y="2231"/>
                </a:lnTo>
                <a:lnTo>
                  <a:pt x="9642" y="1947"/>
                </a:lnTo>
                <a:lnTo>
                  <a:pt x="9506" y="1663"/>
                </a:lnTo>
                <a:lnTo>
                  <a:pt x="9358" y="1406"/>
                </a:lnTo>
                <a:lnTo>
                  <a:pt x="9168" y="1163"/>
                </a:lnTo>
                <a:lnTo>
                  <a:pt x="8966" y="933"/>
                </a:lnTo>
                <a:lnTo>
                  <a:pt x="8736" y="730"/>
                </a:lnTo>
                <a:lnTo>
                  <a:pt x="8492" y="541"/>
                </a:lnTo>
                <a:lnTo>
                  <a:pt x="8235" y="392"/>
                </a:lnTo>
                <a:lnTo>
                  <a:pt x="7952" y="257"/>
                </a:lnTo>
                <a:lnTo>
                  <a:pt x="7668" y="149"/>
                </a:lnTo>
                <a:lnTo>
                  <a:pt x="7357" y="68"/>
                </a:lnTo>
                <a:lnTo>
                  <a:pt x="7046" y="14"/>
                </a:lnTo>
                <a:lnTo>
                  <a:pt x="6883" y="14"/>
                </a:lnTo>
                <a:lnTo>
                  <a:pt x="6721" y="0"/>
                </a:lnTo>
                <a:close/>
                <a:moveTo>
                  <a:pt x="6843" y="12845"/>
                </a:moveTo>
                <a:lnTo>
                  <a:pt x="6964" y="12859"/>
                </a:lnTo>
                <a:lnTo>
                  <a:pt x="7073" y="12886"/>
                </a:lnTo>
                <a:lnTo>
                  <a:pt x="7181" y="12927"/>
                </a:lnTo>
                <a:lnTo>
                  <a:pt x="7289" y="12981"/>
                </a:lnTo>
                <a:lnTo>
                  <a:pt x="7384" y="13048"/>
                </a:lnTo>
                <a:lnTo>
                  <a:pt x="7478" y="13116"/>
                </a:lnTo>
                <a:lnTo>
                  <a:pt x="7559" y="13183"/>
                </a:lnTo>
                <a:lnTo>
                  <a:pt x="7641" y="13265"/>
                </a:lnTo>
                <a:lnTo>
                  <a:pt x="7708" y="13359"/>
                </a:lnTo>
                <a:lnTo>
                  <a:pt x="7762" y="13454"/>
                </a:lnTo>
                <a:lnTo>
                  <a:pt x="7816" y="13562"/>
                </a:lnTo>
                <a:lnTo>
                  <a:pt x="7857" y="13670"/>
                </a:lnTo>
                <a:lnTo>
                  <a:pt x="7884" y="13792"/>
                </a:lnTo>
                <a:lnTo>
                  <a:pt x="7897" y="13900"/>
                </a:lnTo>
                <a:lnTo>
                  <a:pt x="7911" y="14022"/>
                </a:lnTo>
                <a:lnTo>
                  <a:pt x="7897" y="14143"/>
                </a:lnTo>
                <a:lnTo>
                  <a:pt x="7884" y="14265"/>
                </a:lnTo>
                <a:lnTo>
                  <a:pt x="7857" y="14373"/>
                </a:lnTo>
                <a:lnTo>
                  <a:pt x="7816" y="14482"/>
                </a:lnTo>
                <a:lnTo>
                  <a:pt x="7762" y="14590"/>
                </a:lnTo>
                <a:lnTo>
                  <a:pt x="7708" y="14684"/>
                </a:lnTo>
                <a:lnTo>
                  <a:pt x="7641" y="14779"/>
                </a:lnTo>
                <a:lnTo>
                  <a:pt x="7559" y="14860"/>
                </a:lnTo>
                <a:lnTo>
                  <a:pt x="7478" y="14941"/>
                </a:lnTo>
                <a:lnTo>
                  <a:pt x="7384" y="15009"/>
                </a:lnTo>
                <a:lnTo>
                  <a:pt x="7289" y="15063"/>
                </a:lnTo>
                <a:lnTo>
                  <a:pt x="7181" y="15117"/>
                </a:lnTo>
                <a:lnTo>
                  <a:pt x="7073" y="15158"/>
                </a:lnTo>
                <a:lnTo>
                  <a:pt x="6964" y="15185"/>
                </a:lnTo>
                <a:lnTo>
                  <a:pt x="6843" y="15212"/>
                </a:lnTo>
                <a:lnTo>
                  <a:pt x="6599" y="15212"/>
                </a:lnTo>
                <a:lnTo>
                  <a:pt x="6478" y="15185"/>
                </a:lnTo>
                <a:lnTo>
                  <a:pt x="6369" y="15158"/>
                </a:lnTo>
                <a:lnTo>
                  <a:pt x="6261" y="15117"/>
                </a:lnTo>
                <a:lnTo>
                  <a:pt x="6153" y="15063"/>
                </a:lnTo>
                <a:lnTo>
                  <a:pt x="6059" y="15009"/>
                </a:lnTo>
                <a:lnTo>
                  <a:pt x="5964" y="14941"/>
                </a:lnTo>
                <a:lnTo>
                  <a:pt x="5883" y="14860"/>
                </a:lnTo>
                <a:lnTo>
                  <a:pt x="5802" y="14779"/>
                </a:lnTo>
                <a:lnTo>
                  <a:pt x="5734" y="14684"/>
                </a:lnTo>
                <a:lnTo>
                  <a:pt x="5680" y="14590"/>
                </a:lnTo>
                <a:lnTo>
                  <a:pt x="5626" y="14482"/>
                </a:lnTo>
                <a:lnTo>
                  <a:pt x="5585" y="14373"/>
                </a:lnTo>
                <a:lnTo>
                  <a:pt x="5558" y="14265"/>
                </a:lnTo>
                <a:lnTo>
                  <a:pt x="5545" y="14143"/>
                </a:lnTo>
                <a:lnTo>
                  <a:pt x="5531" y="14022"/>
                </a:lnTo>
                <a:lnTo>
                  <a:pt x="5545" y="13900"/>
                </a:lnTo>
                <a:lnTo>
                  <a:pt x="5558" y="13792"/>
                </a:lnTo>
                <a:lnTo>
                  <a:pt x="5585" y="13670"/>
                </a:lnTo>
                <a:lnTo>
                  <a:pt x="5626" y="13562"/>
                </a:lnTo>
                <a:lnTo>
                  <a:pt x="5680" y="13454"/>
                </a:lnTo>
                <a:lnTo>
                  <a:pt x="5734" y="13359"/>
                </a:lnTo>
                <a:lnTo>
                  <a:pt x="5802" y="13265"/>
                </a:lnTo>
                <a:lnTo>
                  <a:pt x="5883" y="13183"/>
                </a:lnTo>
                <a:lnTo>
                  <a:pt x="5964" y="13116"/>
                </a:lnTo>
                <a:lnTo>
                  <a:pt x="6059" y="13048"/>
                </a:lnTo>
                <a:lnTo>
                  <a:pt x="6153" y="12981"/>
                </a:lnTo>
                <a:lnTo>
                  <a:pt x="6261" y="12927"/>
                </a:lnTo>
                <a:lnTo>
                  <a:pt x="6369" y="12886"/>
                </a:lnTo>
                <a:lnTo>
                  <a:pt x="6478" y="12859"/>
                </a:lnTo>
                <a:lnTo>
                  <a:pt x="6599" y="12845"/>
                </a:lnTo>
                <a:close/>
                <a:moveTo>
                  <a:pt x="3868" y="7897"/>
                </a:moveTo>
                <a:lnTo>
                  <a:pt x="2894" y="9208"/>
                </a:lnTo>
                <a:lnTo>
                  <a:pt x="2894" y="10777"/>
                </a:lnTo>
                <a:lnTo>
                  <a:pt x="1" y="10777"/>
                </a:lnTo>
                <a:lnTo>
                  <a:pt x="650" y="17267"/>
                </a:lnTo>
                <a:lnTo>
                  <a:pt x="12792" y="17267"/>
                </a:lnTo>
                <a:lnTo>
                  <a:pt x="13441" y="10777"/>
                </a:lnTo>
                <a:lnTo>
                  <a:pt x="10548" y="10777"/>
                </a:lnTo>
                <a:lnTo>
                  <a:pt x="10548" y="9208"/>
                </a:lnTo>
                <a:lnTo>
                  <a:pt x="9588" y="7897"/>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670" name="Google Shape;2670;p169"/>
          <p:cNvGrpSpPr/>
          <p:nvPr/>
        </p:nvGrpSpPr>
        <p:grpSpPr>
          <a:xfrm>
            <a:off x="2035499" y="3076057"/>
            <a:ext cx="321449" cy="270319"/>
            <a:chOff x="2710175" y="3150000"/>
            <a:chExt cx="445900" cy="374975"/>
          </a:xfrm>
        </p:grpSpPr>
        <p:sp>
          <p:nvSpPr>
            <p:cNvPr id="2671" name="Google Shape;2671;p169"/>
            <p:cNvSpPr/>
            <p:nvPr/>
          </p:nvSpPr>
          <p:spPr>
            <a:xfrm>
              <a:off x="2710175" y="3150000"/>
              <a:ext cx="304625" cy="374975"/>
            </a:xfrm>
            <a:custGeom>
              <a:avLst/>
              <a:gdLst/>
              <a:ahLst/>
              <a:cxnLst/>
              <a:rect l="l" t="t" r="r" b="b"/>
              <a:pathLst>
                <a:path w="12185" h="14999" extrusionOk="0">
                  <a:moveTo>
                    <a:pt x="0" y="1"/>
                  </a:moveTo>
                  <a:lnTo>
                    <a:pt x="0" y="14999"/>
                  </a:lnTo>
                  <a:lnTo>
                    <a:pt x="12185" y="14999"/>
                  </a:lnTo>
                  <a:lnTo>
                    <a:pt x="12185" y="12781"/>
                  </a:lnTo>
                  <a:lnTo>
                    <a:pt x="11887" y="12757"/>
                  </a:lnTo>
                  <a:lnTo>
                    <a:pt x="11601" y="12710"/>
                  </a:lnTo>
                  <a:lnTo>
                    <a:pt x="11314" y="12650"/>
                  </a:lnTo>
                  <a:lnTo>
                    <a:pt x="11028" y="12567"/>
                  </a:lnTo>
                  <a:lnTo>
                    <a:pt x="11028" y="13842"/>
                  </a:lnTo>
                  <a:lnTo>
                    <a:pt x="1157" y="13842"/>
                  </a:lnTo>
                  <a:lnTo>
                    <a:pt x="1157" y="1157"/>
                  </a:lnTo>
                  <a:lnTo>
                    <a:pt x="11028" y="1157"/>
                  </a:lnTo>
                  <a:lnTo>
                    <a:pt x="11028" y="3411"/>
                  </a:lnTo>
                  <a:lnTo>
                    <a:pt x="11314" y="3327"/>
                  </a:lnTo>
                  <a:lnTo>
                    <a:pt x="11601" y="3268"/>
                  </a:lnTo>
                  <a:lnTo>
                    <a:pt x="11887" y="3220"/>
                  </a:lnTo>
                  <a:lnTo>
                    <a:pt x="12185" y="3196"/>
                  </a:lnTo>
                  <a:lnTo>
                    <a:pt x="1218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2" name="Google Shape;2672;p169"/>
            <p:cNvSpPr/>
            <p:nvPr/>
          </p:nvSpPr>
          <p:spPr>
            <a:xfrm>
              <a:off x="2825825" y="3241800"/>
              <a:ext cx="131150" cy="202125"/>
            </a:xfrm>
            <a:custGeom>
              <a:avLst/>
              <a:gdLst/>
              <a:ahLst/>
              <a:cxnLst/>
              <a:rect l="l" t="t" r="r" b="b"/>
              <a:pathLst>
                <a:path w="5246" h="8085" extrusionOk="0">
                  <a:moveTo>
                    <a:pt x="0" y="1"/>
                  </a:moveTo>
                  <a:lnTo>
                    <a:pt x="0" y="1157"/>
                  </a:lnTo>
                  <a:lnTo>
                    <a:pt x="4221" y="1157"/>
                  </a:lnTo>
                  <a:lnTo>
                    <a:pt x="4459" y="907"/>
                  </a:lnTo>
                  <a:lnTo>
                    <a:pt x="4709" y="680"/>
                  </a:lnTo>
                  <a:lnTo>
                    <a:pt x="4972" y="466"/>
                  </a:lnTo>
                  <a:lnTo>
                    <a:pt x="5246" y="275"/>
                  </a:lnTo>
                  <a:lnTo>
                    <a:pt x="5246" y="1"/>
                  </a:lnTo>
                  <a:close/>
                  <a:moveTo>
                    <a:pt x="0" y="2314"/>
                  </a:moveTo>
                  <a:lnTo>
                    <a:pt x="0" y="3470"/>
                  </a:lnTo>
                  <a:lnTo>
                    <a:pt x="3112" y="3470"/>
                  </a:lnTo>
                  <a:lnTo>
                    <a:pt x="3171" y="3172"/>
                  </a:lnTo>
                  <a:lnTo>
                    <a:pt x="3255" y="2874"/>
                  </a:lnTo>
                  <a:lnTo>
                    <a:pt x="3350" y="2588"/>
                  </a:lnTo>
                  <a:lnTo>
                    <a:pt x="3469" y="2314"/>
                  </a:lnTo>
                  <a:close/>
                  <a:moveTo>
                    <a:pt x="0" y="4627"/>
                  </a:moveTo>
                  <a:lnTo>
                    <a:pt x="0" y="5771"/>
                  </a:lnTo>
                  <a:lnTo>
                    <a:pt x="1729" y="5771"/>
                  </a:lnTo>
                  <a:lnTo>
                    <a:pt x="1729" y="4627"/>
                  </a:lnTo>
                  <a:close/>
                  <a:moveTo>
                    <a:pt x="0" y="6928"/>
                  </a:moveTo>
                  <a:lnTo>
                    <a:pt x="0" y="8084"/>
                  </a:lnTo>
                  <a:lnTo>
                    <a:pt x="4864" y="8084"/>
                  </a:lnTo>
                  <a:lnTo>
                    <a:pt x="4709" y="7953"/>
                  </a:lnTo>
                  <a:lnTo>
                    <a:pt x="4566" y="7822"/>
                  </a:lnTo>
                  <a:lnTo>
                    <a:pt x="4423" y="7691"/>
                  </a:lnTo>
                  <a:lnTo>
                    <a:pt x="4292" y="7548"/>
                  </a:lnTo>
                  <a:lnTo>
                    <a:pt x="4161" y="7404"/>
                  </a:lnTo>
                  <a:lnTo>
                    <a:pt x="4042" y="7250"/>
                  </a:lnTo>
                  <a:lnTo>
                    <a:pt x="3922" y="7095"/>
                  </a:lnTo>
                  <a:lnTo>
                    <a:pt x="3803" y="6928"/>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3" name="Google Shape;2673;p169"/>
            <p:cNvSpPr/>
            <p:nvPr/>
          </p:nvSpPr>
          <p:spPr>
            <a:xfrm>
              <a:off x="2768000" y="3241800"/>
              <a:ext cx="28925" cy="202125"/>
            </a:xfrm>
            <a:custGeom>
              <a:avLst/>
              <a:gdLst/>
              <a:ahLst/>
              <a:cxnLst/>
              <a:rect l="l" t="t" r="r" b="b"/>
              <a:pathLst>
                <a:path w="1157" h="8085" extrusionOk="0">
                  <a:moveTo>
                    <a:pt x="0" y="1"/>
                  </a:moveTo>
                  <a:lnTo>
                    <a:pt x="0" y="1157"/>
                  </a:lnTo>
                  <a:lnTo>
                    <a:pt x="1157" y="1157"/>
                  </a:lnTo>
                  <a:lnTo>
                    <a:pt x="1157" y="1"/>
                  </a:lnTo>
                  <a:close/>
                  <a:moveTo>
                    <a:pt x="0" y="2314"/>
                  </a:moveTo>
                  <a:lnTo>
                    <a:pt x="0" y="3470"/>
                  </a:lnTo>
                  <a:lnTo>
                    <a:pt x="1157" y="3470"/>
                  </a:lnTo>
                  <a:lnTo>
                    <a:pt x="1157" y="2314"/>
                  </a:lnTo>
                  <a:close/>
                  <a:moveTo>
                    <a:pt x="0" y="4627"/>
                  </a:moveTo>
                  <a:lnTo>
                    <a:pt x="0" y="5771"/>
                  </a:lnTo>
                  <a:lnTo>
                    <a:pt x="1157" y="5771"/>
                  </a:lnTo>
                  <a:lnTo>
                    <a:pt x="1157" y="4627"/>
                  </a:lnTo>
                  <a:close/>
                  <a:moveTo>
                    <a:pt x="0" y="6928"/>
                  </a:moveTo>
                  <a:lnTo>
                    <a:pt x="0" y="8084"/>
                  </a:lnTo>
                  <a:lnTo>
                    <a:pt x="1157" y="8084"/>
                  </a:lnTo>
                  <a:lnTo>
                    <a:pt x="1157" y="6928"/>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4" name="Google Shape;2674;p169"/>
            <p:cNvSpPr/>
            <p:nvPr/>
          </p:nvSpPr>
          <p:spPr>
            <a:xfrm>
              <a:off x="2972450" y="3323175"/>
              <a:ext cx="107325" cy="62025"/>
            </a:xfrm>
            <a:custGeom>
              <a:avLst/>
              <a:gdLst/>
              <a:ahLst/>
              <a:cxnLst/>
              <a:rect l="l" t="t" r="r" b="b"/>
              <a:pathLst>
                <a:path w="4293" h="2481" extrusionOk="0">
                  <a:moveTo>
                    <a:pt x="2147" y="776"/>
                  </a:moveTo>
                  <a:lnTo>
                    <a:pt x="2302" y="787"/>
                  </a:lnTo>
                  <a:lnTo>
                    <a:pt x="2457" y="811"/>
                  </a:lnTo>
                  <a:lnTo>
                    <a:pt x="2612" y="859"/>
                  </a:lnTo>
                  <a:lnTo>
                    <a:pt x="2755" y="931"/>
                  </a:lnTo>
                  <a:lnTo>
                    <a:pt x="2886" y="1002"/>
                  </a:lnTo>
                  <a:lnTo>
                    <a:pt x="3017" y="1074"/>
                  </a:lnTo>
                  <a:lnTo>
                    <a:pt x="3124" y="1157"/>
                  </a:lnTo>
                  <a:lnTo>
                    <a:pt x="3232" y="1241"/>
                  </a:lnTo>
                  <a:lnTo>
                    <a:pt x="3124" y="1324"/>
                  </a:lnTo>
                  <a:lnTo>
                    <a:pt x="3017" y="1396"/>
                  </a:lnTo>
                  <a:lnTo>
                    <a:pt x="2886" y="1479"/>
                  </a:lnTo>
                  <a:lnTo>
                    <a:pt x="2755" y="1550"/>
                  </a:lnTo>
                  <a:lnTo>
                    <a:pt x="2612" y="1610"/>
                  </a:lnTo>
                  <a:lnTo>
                    <a:pt x="2457" y="1658"/>
                  </a:lnTo>
                  <a:lnTo>
                    <a:pt x="2302" y="1694"/>
                  </a:lnTo>
                  <a:lnTo>
                    <a:pt x="2147" y="1705"/>
                  </a:lnTo>
                  <a:lnTo>
                    <a:pt x="1980" y="1694"/>
                  </a:lnTo>
                  <a:lnTo>
                    <a:pt x="1825" y="1658"/>
                  </a:lnTo>
                  <a:lnTo>
                    <a:pt x="1682" y="1610"/>
                  </a:lnTo>
                  <a:lnTo>
                    <a:pt x="1539" y="1550"/>
                  </a:lnTo>
                  <a:lnTo>
                    <a:pt x="1396" y="1479"/>
                  </a:lnTo>
                  <a:lnTo>
                    <a:pt x="1276" y="1396"/>
                  </a:lnTo>
                  <a:lnTo>
                    <a:pt x="1157" y="1324"/>
                  </a:lnTo>
                  <a:lnTo>
                    <a:pt x="1062" y="1241"/>
                  </a:lnTo>
                  <a:lnTo>
                    <a:pt x="1157" y="1157"/>
                  </a:lnTo>
                  <a:lnTo>
                    <a:pt x="1276" y="1074"/>
                  </a:lnTo>
                  <a:lnTo>
                    <a:pt x="1396" y="1002"/>
                  </a:lnTo>
                  <a:lnTo>
                    <a:pt x="1539" y="931"/>
                  </a:lnTo>
                  <a:lnTo>
                    <a:pt x="1682" y="859"/>
                  </a:lnTo>
                  <a:lnTo>
                    <a:pt x="1825" y="811"/>
                  </a:lnTo>
                  <a:lnTo>
                    <a:pt x="1980" y="787"/>
                  </a:lnTo>
                  <a:lnTo>
                    <a:pt x="2147" y="776"/>
                  </a:lnTo>
                  <a:close/>
                  <a:moveTo>
                    <a:pt x="2147" y="1"/>
                  </a:moveTo>
                  <a:lnTo>
                    <a:pt x="1944" y="13"/>
                  </a:lnTo>
                  <a:lnTo>
                    <a:pt x="1753" y="48"/>
                  </a:lnTo>
                  <a:lnTo>
                    <a:pt x="1574" y="84"/>
                  </a:lnTo>
                  <a:lnTo>
                    <a:pt x="1396" y="156"/>
                  </a:lnTo>
                  <a:lnTo>
                    <a:pt x="1229" y="227"/>
                  </a:lnTo>
                  <a:lnTo>
                    <a:pt x="1074" y="299"/>
                  </a:lnTo>
                  <a:lnTo>
                    <a:pt x="931" y="394"/>
                  </a:lnTo>
                  <a:lnTo>
                    <a:pt x="788" y="478"/>
                  </a:lnTo>
                  <a:lnTo>
                    <a:pt x="561" y="656"/>
                  </a:lnTo>
                  <a:lnTo>
                    <a:pt x="382" y="811"/>
                  </a:lnTo>
                  <a:lnTo>
                    <a:pt x="263" y="931"/>
                  </a:lnTo>
                  <a:lnTo>
                    <a:pt x="215" y="990"/>
                  </a:lnTo>
                  <a:lnTo>
                    <a:pt x="1" y="1241"/>
                  </a:lnTo>
                  <a:lnTo>
                    <a:pt x="215" y="1491"/>
                  </a:lnTo>
                  <a:lnTo>
                    <a:pt x="263" y="1539"/>
                  </a:lnTo>
                  <a:lnTo>
                    <a:pt x="382" y="1658"/>
                  </a:lnTo>
                  <a:lnTo>
                    <a:pt x="561" y="1825"/>
                  </a:lnTo>
                  <a:lnTo>
                    <a:pt x="788" y="2004"/>
                  </a:lnTo>
                  <a:lnTo>
                    <a:pt x="931" y="2087"/>
                  </a:lnTo>
                  <a:lnTo>
                    <a:pt x="1074" y="2170"/>
                  </a:lnTo>
                  <a:lnTo>
                    <a:pt x="1229" y="2254"/>
                  </a:lnTo>
                  <a:lnTo>
                    <a:pt x="1396" y="2325"/>
                  </a:lnTo>
                  <a:lnTo>
                    <a:pt x="1574" y="2385"/>
                  </a:lnTo>
                  <a:lnTo>
                    <a:pt x="1753" y="2433"/>
                  </a:lnTo>
                  <a:lnTo>
                    <a:pt x="1944" y="2468"/>
                  </a:lnTo>
                  <a:lnTo>
                    <a:pt x="2147" y="2480"/>
                  </a:lnTo>
                  <a:lnTo>
                    <a:pt x="2338" y="2468"/>
                  </a:lnTo>
                  <a:lnTo>
                    <a:pt x="2528" y="2433"/>
                  </a:lnTo>
                  <a:lnTo>
                    <a:pt x="2719" y="2385"/>
                  </a:lnTo>
                  <a:lnTo>
                    <a:pt x="2898" y="2325"/>
                  </a:lnTo>
                  <a:lnTo>
                    <a:pt x="3053" y="2254"/>
                  </a:lnTo>
                  <a:lnTo>
                    <a:pt x="3220" y="2170"/>
                  </a:lnTo>
                  <a:lnTo>
                    <a:pt x="3363" y="2087"/>
                  </a:lnTo>
                  <a:lnTo>
                    <a:pt x="3494" y="2004"/>
                  </a:lnTo>
                  <a:lnTo>
                    <a:pt x="3732" y="1825"/>
                  </a:lnTo>
                  <a:lnTo>
                    <a:pt x="3911" y="1658"/>
                  </a:lnTo>
                  <a:lnTo>
                    <a:pt x="4030" y="1539"/>
                  </a:lnTo>
                  <a:lnTo>
                    <a:pt x="4078" y="1491"/>
                  </a:lnTo>
                  <a:lnTo>
                    <a:pt x="4293" y="1241"/>
                  </a:lnTo>
                  <a:lnTo>
                    <a:pt x="4078" y="990"/>
                  </a:lnTo>
                  <a:lnTo>
                    <a:pt x="4030" y="931"/>
                  </a:lnTo>
                  <a:lnTo>
                    <a:pt x="3911" y="811"/>
                  </a:lnTo>
                  <a:lnTo>
                    <a:pt x="3732" y="656"/>
                  </a:lnTo>
                  <a:lnTo>
                    <a:pt x="3494" y="478"/>
                  </a:lnTo>
                  <a:lnTo>
                    <a:pt x="3363" y="394"/>
                  </a:lnTo>
                  <a:lnTo>
                    <a:pt x="3220" y="299"/>
                  </a:lnTo>
                  <a:lnTo>
                    <a:pt x="3053" y="227"/>
                  </a:lnTo>
                  <a:lnTo>
                    <a:pt x="2898" y="156"/>
                  </a:lnTo>
                  <a:lnTo>
                    <a:pt x="2719" y="84"/>
                  </a:lnTo>
                  <a:lnTo>
                    <a:pt x="2528" y="48"/>
                  </a:lnTo>
                  <a:lnTo>
                    <a:pt x="2338" y="13"/>
                  </a:lnTo>
                  <a:lnTo>
                    <a:pt x="214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5" name="Google Shape;2675;p169"/>
            <p:cNvSpPr/>
            <p:nvPr/>
          </p:nvSpPr>
          <p:spPr>
            <a:xfrm>
              <a:off x="3015375" y="3343450"/>
              <a:ext cx="21475" cy="21475"/>
            </a:xfrm>
            <a:custGeom>
              <a:avLst/>
              <a:gdLst/>
              <a:ahLst/>
              <a:cxnLst/>
              <a:rect l="l" t="t" r="r" b="b"/>
              <a:pathLst>
                <a:path w="859" h="859" extrusionOk="0">
                  <a:moveTo>
                    <a:pt x="334" y="0"/>
                  </a:moveTo>
                  <a:lnTo>
                    <a:pt x="263" y="24"/>
                  </a:lnTo>
                  <a:lnTo>
                    <a:pt x="179" y="72"/>
                  </a:lnTo>
                  <a:lnTo>
                    <a:pt x="120" y="120"/>
                  </a:lnTo>
                  <a:lnTo>
                    <a:pt x="72" y="191"/>
                  </a:lnTo>
                  <a:lnTo>
                    <a:pt x="24" y="263"/>
                  </a:lnTo>
                  <a:lnTo>
                    <a:pt x="1" y="346"/>
                  </a:lnTo>
                  <a:lnTo>
                    <a:pt x="1" y="430"/>
                  </a:lnTo>
                  <a:lnTo>
                    <a:pt x="1" y="513"/>
                  </a:lnTo>
                  <a:lnTo>
                    <a:pt x="24" y="596"/>
                  </a:lnTo>
                  <a:lnTo>
                    <a:pt x="72" y="668"/>
                  </a:lnTo>
                  <a:lnTo>
                    <a:pt x="120" y="728"/>
                  </a:lnTo>
                  <a:lnTo>
                    <a:pt x="179" y="787"/>
                  </a:lnTo>
                  <a:lnTo>
                    <a:pt x="263" y="823"/>
                  </a:lnTo>
                  <a:lnTo>
                    <a:pt x="334" y="847"/>
                  </a:lnTo>
                  <a:lnTo>
                    <a:pt x="430" y="859"/>
                  </a:lnTo>
                  <a:lnTo>
                    <a:pt x="513" y="847"/>
                  </a:lnTo>
                  <a:lnTo>
                    <a:pt x="597" y="823"/>
                  </a:lnTo>
                  <a:lnTo>
                    <a:pt x="668" y="787"/>
                  </a:lnTo>
                  <a:lnTo>
                    <a:pt x="728" y="728"/>
                  </a:lnTo>
                  <a:lnTo>
                    <a:pt x="787" y="668"/>
                  </a:lnTo>
                  <a:lnTo>
                    <a:pt x="823" y="596"/>
                  </a:lnTo>
                  <a:lnTo>
                    <a:pt x="847" y="513"/>
                  </a:lnTo>
                  <a:lnTo>
                    <a:pt x="859" y="430"/>
                  </a:lnTo>
                  <a:lnTo>
                    <a:pt x="847" y="346"/>
                  </a:lnTo>
                  <a:lnTo>
                    <a:pt x="823" y="263"/>
                  </a:lnTo>
                  <a:lnTo>
                    <a:pt x="787" y="191"/>
                  </a:lnTo>
                  <a:lnTo>
                    <a:pt x="728" y="120"/>
                  </a:lnTo>
                  <a:lnTo>
                    <a:pt x="668" y="72"/>
                  </a:lnTo>
                  <a:lnTo>
                    <a:pt x="597" y="24"/>
                  </a:lnTo>
                  <a:lnTo>
                    <a:pt x="51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6" name="Google Shape;2676;p169"/>
            <p:cNvSpPr/>
            <p:nvPr/>
          </p:nvSpPr>
          <p:spPr>
            <a:xfrm>
              <a:off x="2928050" y="3256125"/>
              <a:ext cx="228025" cy="228025"/>
            </a:xfrm>
            <a:custGeom>
              <a:avLst/>
              <a:gdLst/>
              <a:ahLst/>
              <a:cxnLst/>
              <a:rect l="l" t="t" r="r" b="b"/>
              <a:pathLst>
                <a:path w="9121" h="9121" extrusionOk="0">
                  <a:moveTo>
                    <a:pt x="4066" y="1157"/>
                  </a:moveTo>
                  <a:lnTo>
                    <a:pt x="4197" y="1169"/>
                  </a:lnTo>
                  <a:lnTo>
                    <a:pt x="4483" y="1204"/>
                  </a:lnTo>
                  <a:lnTo>
                    <a:pt x="4745" y="1276"/>
                  </a:lnTo>
                  <a:lnTo>
                    <a:pt x="4996" y="1371"/>
                  </a:lnTo>
                  <a:lnTo>
                    <a:pt x="5234" y="1490"/>
                  </a:lnTo>
                  <a:lnTo>
                    <a:pt x="5473" y="1622"/>
                  </a:lnTo>
                  <a:lnTo>
                    <a:pt x="5675" y="1788"/>
                  </a:lnTo>
                  <a:lnTo>
                    <a:pt x="5878" y="1967"/>
                  </a:lnTo>
                  <a:lnTo>
                    <a:pt x="6057" y="2158"/>
                  </a:lnTo>
                  <a:lnTo>
                    <a:pt x="6212" y="2373"/>
                  </a:lnTo>
                  <a:lnTo>
                    <a:pt x="6355" y="2599"/>
                  </a:lnTo>
                  <a:lnTo>
                    <a:pt x="6474" y="2838"/>
                  </a:lnTo>
                  <a:lnTo>
                    <a:pt x="6558" y="3100"/>
                  </a:lnTo>
                  <a:lnTo>
                    <a:pt x="6629" y="3362"/>
                  </a:lnTo>
                  <a:lnTo>
                    <a:pt x="6677" y="3636"/>
                  </a:lnTo>
                  <a:lnTo>
                    <a:pt x="6689" y="3779"/>
                  </a:lnTo>
                  <a:lnTo>
                    <a:pt x="6689" y="3923"/>
                  </a:lnTo>
                  <a:lnTo>
                    <a:pt x="6689" y="4066"/>
                  </a:lnTo>
                  <a:lnTo>
                    <a:pt x="6677" y="4209"/>
                  </a:lnTo>
                  <a:lnTo>
                    <a:pt x="6629" y="4483"/>
                  </a:lnTo>
                  <a:lnTo>
                    <a:pt x="6558" y="4745"/>
                  </a:lnTo>
                  <a:lnTo>
                    <a:pt x="6474" y="4996"/>
                  </a:lnTo>
                  <a:lnTo>
                    <a:pt x="6355" y="5246"/>
                  </a:lnTo>
                  <a:lnTo>
                    <a:pt x="6212" y="5472"/>
                  </a:lnTo>
                  <a:lnTo>
                    <a:pt x="6057" y="5687"/>
                  </a:lnTo>
                  <a:lnTo>
                    <a:pt x="5878" y="5878"/>
                  </a:lnTo>
                  <a:lnTo>
                    <a:pt x="5675" y="6057"/>
                  </a:lnTo>
                  <a:lnTo>
                    <a:pt x="5473" y="6212"/>
                  </a:lnTo>
                  <a:lnTo>
                    <a:pt x="5234" y="6355"/>
                  </a:lnTo>
                  <a:lnTo>
                    <a:pt x="4996" y="6474"/>
                  </a:lnTo>
                  <a:lnTo>
                    <a:pt x="4745" y="6569"/>
                  </a:lnTo>
                  <a:lnTo>
                    <a:pt x="4483" y="6629"/>
                  </a:lnTo>
                  <a:lnTo>
                    <a:pt x="4197" y="6677"/>
                  </a:lnTo>
                  <a:lnTo>
                    <a:pt x="4066" y="6688"/>
                  </a:lnTo>
                  <a:lnTo>
                    <a:pt x="3780" y="6688"/>
                  </a:lnTo>
                  <a:lnTo>
                    <a:pt x="3637" y="6677"/>
                  </a:lnTo>
                  <a:lnTo>
                    <a:pt x="3362" y="6629"/>
                  </a:lnTo>
                  <a:lnTo>
                    <a:pt x="3100" y="6569"/>
                  </a:lnTo>
                  <a:lnTo>
                    <a:pt x="2838" y="6474"/>
                  </a:lnTo>
                  <a:lnTo>
                    <a:pt x="2599" y="6355"/>
                  </a:lnTo>
                  <a:lnTo>
                    <a:pt x="2373" y="6212"/>
                  </a:lnTo>
                  <a:lnTo>
                    <a:pt x="2158" y="6057"/>
                  </a:lnTo>
                  <a:lnTo>
                    <a:pt x="1968" y="5878"/>
                  </a:lnTo>
                  <a:lnTo>
                    <a:pt x="1789" y="5687"/>
                  </a:lnTo>
                  <a:lnTo>
                    <a:pt x="1622" y="5472"/>
                  </a:lnTo>
                  <a:lnTo>
                    <a:pt x="1491" y="5246"/>
                  </a:lnTo>
                  <a:lnTo>
                    <a:pt x="1371" y="4996"/>
                  </a:lnTo>
                  <a:lnTo>
                    <a:pt x="1276" y="4745"/>
                  </a:lnTo>
                  <a:lnTo>
                    <a:pt x="1205" y="4483"/>
                  </a:lnTo>
                  <a:lnTo>
                    <a:pt x="1169" y="4209"/>
                  </a:lnTo>
                  <a:lnTo>
                    <a:pt x="1157" y="4066"/>
                  </a:lnTo>
                  <a:lnTo>
                    <a:pt x="1157" y="3923"/>
                  </a:lnTo>
                  <a:lnTo>
                    <a:pt x="1157" y="3779"/>
                  </a:lnTo>
                  <a:lnTo>
                    <a:pt x="1169" y="3636"/>
                  </a:lnTo>
                  <a:lnTo>
                    <a:pt x="1205" y="3362"/>
                  </a:lnTo>
                  <a:lnTo>
                    <a:pt x="1276" y="3100"/>
                  </a:lnTo>
                  <a:lnTo>
                    <a:pt x="1371" y="2838"/>
                  </a:lnTo>
                  <a:lnTo>
                    <a:pt x="1491" y="2599"/>
                  </a:lnTo>
                  <a:lnTo>
                    <a:pt x="1622" y="2373"/>
                  </a:lnTo>
                  <a:lnTo>
                    <a:pt x="1789" y="2158"/>
                  </a:lnTo>
                  <a:lnTo>
                    <a:pt x="1968" y="1967"/>
                  </a:lnTo>
                  <a:lnTo>
                    <a:pt x="2158" y="1788"/>
                  </a:lnTo>
                  <a:lnTo>
                    <a:pt x="2373" y="1622"/>
                  </a:lnTo>
                  <a:lnTo>
                    <a:pt x="2599" y="1490"/>
                  </a:lnTo>
                  <a:lnTo>
                    <a:pt x="2838" y="1371"/>
                  </a:lnTo>
                  <a:lnTo>
                    <a:pt x="3100" y="1276"/>
                  </a:lnTo>
                  <a:lnTo>
                    <a:pt x="3362" y="1204"/>
                  </a:lnTo>
                  <a:lnTo>
                    <a:pt x="3637" y="1169"/>
                  </a:lnTo>
                  <a:lnTo>
                    <a:pt x="3780" y="1157"/>
                  </a:lnTo>
                  <a:close/>
                  <a:moveTo>
                    <a:pt x="3720" y="0"/>
                  </a:moveTo>
                  <a:lnTo>
                    <a:pt x="3517" y="24"/>
                  </a:lnTo>
                  <a:lnTo>
                    <a:pt x="3327" y="48"/>
                  </a:lnTo>
                  <a:lnTo>
                    <a:pt x="3136" y="84"/>
                  </a:lnTo>
                  <a:lnTo>
                    <a:pt x="2945" y="119"/>
                  </a:lnTo>
                  <a:lnTo>
                    <a:pt x="2754" y="179"/>
                  </a:lnTo>
                  <a:lnTo>
                    <a:pt x="2576" y="239"/>
                  </a:lnTo>
                  <a:lnTo>
                    <a:pt x="2397" y="310"/>
                  </a:lnTo>
                  <a:lnTo>
                    <a:pt x="2218" y="382"/>
                  </a:lnTo>
                  <a:lnTo>
                    <a:pt x="2051" y="477"/>
                  </a:lnTo>
                  <a:lnTo>
                    <a:pt x="1884" y="572"/>
                  </a:lnTo>
                  <a:lnTo>
                    <a:pt x="1729" y="668"/>
                  </a:lnTo>
                  <a:lnTo>
                    <a:pt x="1574" y="775"/>
                  </a:lnTo>
                  <a:lnTo>
                    <a:pt x="1431" y="894"/>
                  </a:lnTo>
                  <a:lnTo>
                    <a:pt x="1288" y="1014"/>
                  </a:lnTo>
                  <a:lnTo>
                    <a:pt x="1145" y="1145"/>
                  </a:lnTo>
                  <a:lnTo>
                    <a:pt x="1014" y="1288"/>
                  </a:lnTo>
                  <a:lnTo>
                    <a:pt x="895" y="1431"/>
                  </a:lnTo>
                  <a:lnTo>
                    <a:pt x="775" y="1574"/>
                  </a:lnTo>
                  <a:lnTo>
                    <a:pt x="668" y="1729"/>
                  </a:lnTo>
                  <a:lnTo>
                    <a:pt x="573" y="1884"/>
                  </a:lnTo>
                  <a:lnTo>
                    <a:pt x="477" y="2051"/>
                  </a:lnTo>
                  <a:lnTo>
                    <a:pt x="382" y="2218"/>
                  </a:lnTo>
                  <a:lnTo>
                    <a:pt x="310" y="2397"/>
                  </a:lnTo>
                  <a:lnTo>
                    <a:pt x="239" y="2575"/>
                  </a:lnTo>
                  <a:lnTo>
                    <a:pt x="179" y="2754"/>
                  </a:lnTo>
                  <a:lnTo>
                    <a:pt x="120" y="2945"/>
                  </a:lnTo>
                  <a:lnTo>
                    <a:pt x="84" y="3136"/>
                  </a:lnTo>
                  <a:lnTo>
                    <a:pt x="48" y="3326"/>
                  </a:lnTo>
                  <a:lnTo>
                    <a:pt x="24" y="3517"/>
                  </a:lnTo>
                  <a:lnTo>
                    <a:pt x="0" y="3720"/>
                  </a:lnTo>
                  <a:lnTo>
                    <a:pt x="0" y="3923"/>
                  </a:lnTo>
                  <a:lnTo>
                    <a:pt x="0" y="4125"/>
                  </a:lnTo>
                  <a:lnTo>
                    <a:pt x="24" y="4316"/>
                  </a:lnTo>
                  <a:lnTo>
                    <a:pt x="48" y="4519"/>
                  </a:lnTo>
                  <a:lnTo>
                    <a:pt x="84" y="4709"/>
                  </a:lnTo>
                  <a:lnTo>
                    <a:pt x="120" y="4900"/>
                  </a:lnTo>
                  <a:lnTo>
                    <a:pt x="179" y="5091"/>
                  </a:lnTo>
                  <a:lnTo>
                    <a:pt x="239" y="5270"/>
                  </a:lnTo>
                  <a:lnTo>
                    <a:pt x="310" y="5449"/>
                  </a:lnTo>
                  <a:lnTo>
                    <a:pt x="382" y="5615"/>
                  </a:lnTo>
                  <a:lnTo>
                    <a:pt x="477" y="5794"/>
                  </a:lnTo>
                  <a:lnTo>
                    <a:pt x="573" y="5949"/>
                  </a:lnTo>
                  <a:lnTo>
                    <a:pt x="668" y="6116"/>
                  </a:lnTo>
                  <a:lnTo>
                    <a:pt x="775" y="6271"/>
                  </a:lnTo>
                  <a:lnTo>
                    <a:pt x="895" y="6414"/>
                  </a:lnTo>
                  <a:lnTo>
                    <a:pt x="1014" y="6557"/>
                  </a:lnTo>
                  <a:lnTo>
                    <a:pt x="1145" y="6688"/>
                  </a:lnTo>
                  <a:lnTo>
                    <a:pt x="1288" y="6820"/>
                  </a:lnTo>
                  <a:lnTo>
                    <a:pt x="1431" y="6951"/>
                  </a:lnTo>
                  <a:lnTo>
                    <a:pt x="1574" y="7058"/>
                  </a:lnTo>
                  <a:lnTo>
                    <a:pt x="1729" y="7177"/>
                  </a:lnTo>
                  <a:lnTo>
                    <a:pt x="1884" y="7273"/>
                  </a:lnTo>
                  <a:lnTo>
                    <a:pt x="2051" y="7368"/>
                  </a:lnTo>
                  <a:lnTo>
                    <a:pt x="2218" y="7451"/>
                  </a:lnTo>
                  <a:lnTo>
                    <a:pt x="2397" y="7535"/>
                  </a:lnTo>
                  <a:lnTo>
                    <a:pt x="2576" y="7606"/>
                  </a:lnTo>
                  <a:lnTo>
                    <a:pt x="2754" y="7666"/>
                  </a:lnTo>
                  <a:lnTo>
                    <a:pt x="2945" y="7714"/>
                  </a:lnTo>
                  <a:lnTo>
                    <a:pt x="3136" y="7761"/>
                  </a:lnTo>
                  <a:lnTo>
                    <a:pt x="3327" y="7797"/>
                  </a:lnTo>
                  <a:lnTo>
                    <a:pt x="3517" y="7821"/>
                  </a:lnTo>
                  <a:lnTo>
                    <a:pt x="3720" y="7833"/>
                  </a:lnTo>
                  <a:lnTo>
                    <a:pt x="3923" y="7845"/>
                  </a:lnTo>
                  <a:lnTo>
                    <a:pt x="4173" y="7833"/>
                  </a:lnTo>
                  <a:lnTo>
                    <a:pt x="4435" y="7809"/>
                  </a:lnTo>
                  <a:lnTo>
                    <a:pt x="4686" y="7773"/>
                  </a:lnTo>
                  <a:lnTo>
                    <a:pt x="4924" y="7714"/>
                  </a:lnTo>
                  <a:lnTo>
                    <a:pt x="5163" y="7642"/>
                  </a:lnTo>
                  <a:lnTo>
                    <a:pt x="5389" y="7559"/>
                  </a:lnTo>
                  <a:lnTo>
                    <a:pt x="5616" y="7451"/>
                  </a:lnTo>
                  <a:lnTo>
                    <a:pt x="5830" y="7344"/>
                  </a:lnTo>
                  <a:lnTo>
                    <a:pt x="7619" y="9121"/>
                  </a:lnTo>
                  <a:lnTo>
                    <a:pt x="9121" y="7618"/>
                  </a:lnTo>
                  <a:lnTo>
                    <a:pt x="7332" y="5842"/>
                  </a:lnTo>
                  <a:lnTo>
                    <a:pt x="7452" y="5627"/>
                  </a:lnTo>
                  <a:lnTo>
                    <a:pt x="7547" y="5401"/>
                  </a:lnTo>
                  <a:lnTo>
                    <a:pt x="7642" y="5162"/>
                  </a:lnTo>
                  <a:lnTo>
                    <a:pt x="7714" y="4924"/>
                  </a:lnTo>
                  <a:lnTo>
                    <a:pt x="7762" y="4686"/>
                  </a:lnTo>
                  <a:lnTo>
                    <a:pt x="7809" y="4435"/>
                  </a:lnTo>
                  <a:lnTo>
                    <a:pt x="7833" y="4185"/>
                  </a:lnTo>
                  <a:lnTo>
                    <a:pt x="7845" y="3923"/>
                  </a:lnTo>
                  <a:lnTo>
                    <a:pt x="7833" y="3720"/>
                  </a:lnTo>
                  <a:lnTo>
                    <a:pt x="7821" y="3517"/>
                  </a:lnTo>
                  <a:lnTo>
                    <a:pt x="7797" y="3326"/>
                  </a:lnTo>
                  <a:lnTo>
                    <a:pt x="7762" y="3136"/>
                  </a:lnTo>
                  <a:lnTo>
                    <a:pt x="7714" y="2945"/>
                  </a:lnTo>
                  <a:lnTo>
                    <a:pt x="7666" y="2754"/>
                  </a:lnTo>
                  <a:lnTo>
                    <a:pt x="7607" y="2575"/>
                  </a:lnTo>
                  <a:lnTo>
                    <a:pt x="7535" y="2397"/>
                  </a:lnTo>
                  <a:lnTo>
                    <a:pt x="7452" y="2218"/>
                  </a:lnTo>
                  <a:lnTo>
                    <a:pt x="7368" y="2051"/>
                  </a:lnTo>
                  <a:lnTo>
                    <a:pt x="7273" y="1884"/>
                  </a:lnTo>
                  <a:lnTo>
                    <a:pt x="7166" y="1729"/>
                  </a:lnTo>
                  <a:lnTo>
                    <a:pt x="7058" y="1574"/>
                  </a:lnTo>
                  <a:lnTo>
                    <a:pt x="6939" y="1431"/>
                  </a:lnTo>
                  <a:lnTo>
                    <a:pt x="6820" y="1288"/>
                  </a:lnTo>
                  <a:lnTo>
                    <a:pt x="6689" y="1145"/>
                  </a:lnTo>
                  <a:lnTo>
                    <a:pt x="6558" y="1014"/>
                  </a:lnTo>
                  <a:lnTo>
                    <a:pt x="6414" y="894"/>
                  </a:lnTo>
                  <a:lnTo>
                    <a:pt x="6260" y="775"/>
                  </a:lnTo>
                  <a:lnTo>
                    <a:pt x="6116" y="668"/>
                  </a:lnTo>
                  <a:lnTo>
                    <a:pt x="5950" y="572"/>
                  </a:lnTo>
                  <a:lnTo>
                    <a:pt x="5783" y="477"/>
                  </a:lnTo>
                  <a:lnTo>
                    <a:pt x="5616" y="382"/>
                  </a:lnTo>
                  <a:lnTo>
                    <a:pt x="5449" y="310"/>
                  </a:lnTo>
                  <a:lnTo>
                    <a:pt x="5270" y="239"/>
                  </a:lnTo>
                  <a:lnTo>
                    <a:pt x="5079" y="179"/>
                  </a:lnTo>
                  <a:lnTo>
                    <a:pt x="4900" y="119"/>
                  </a:lnTo>
                  <a:lnTo>
                    <a:pt x="4710" y="84"/>
                  </a:lnTo>
                  <a:lnTo>
                    <a:pt x="4519" y="48"/>
                  </a:lnTo>
                  <a:lnTo>
                    <a:pt x="4316" y="24"/>
                  </a:lnTo>
                  <a:lnTo>
                    <a:pt x="412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677" name="Google Shape;2677;p169"/>
          <p:cNvGrpSpPr/>
          <p:nvPr/>
        </p:nvGrpSpPr>
        <p:grpSpPr>
          <a:xfrm>
            <a:off x="2011202" y="3832106"/>
            <a:ext cx="321460" cy="304908"/>
            <a:chOff x="3479450" y="1575950"/>
            <a:chExt cx="386975" cy="367050"/>
          </a:xfrm>
        </p:grpSpPr>
        <p:sp>
          <p:nvSpPr>
            <p:cNvPr id="2678" name="Google Shape;2678;p169"/>
            <p:cNvSpPr/>
            <p:nvPr/>
          </p:nvSpPr>
          <p:spPr>
            <a:xfrm>
              <a:off x="3626475" y="1835050"/>
              <a:ext cx="92950" cy="23625"/>
            </a:xfrm>
            <a:custGeom>
              <a:avLst/>
              <a:gdLst/>
              <a:ahLst/>
              <a:cxnLst/>
              <a:rect l="l" t="t" r="r" b="b"/>
              <a:pathLst>
                <a:path w="3718" h="945" extrusionOk="0">
                  <a:moveTo>
                    <a:pt x="0" y="0"/>
                  </a:moveTo>
                  <a:lnTo>
                    <a:pt x="0" y="944"/>
                  </a:lnTo>
                  <a:lnTo>
                    <a:pt x="3717" y="944"/>
                  </a:lnTo>
                  <a:lnTo>
                    <a:pt x="3717"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9" name="Google Shape;2679;p169"/>
            <p:cNvSpPr/>
            <p:nvPr/>
          </p:nvSpPr>
          <p:spPr>
            <a:xfrm>
              <a:off x="3479450" y="1575950"/>
              <a:ext cx="386975" cy="367050"/>
            </a:xfrm>
            <a:custGeom>
              <a:avLst/>
              <a:gdLst/>
              <a:ahLst/>
              <a:cxnLst/>
              <a:rect l="l" t="t" r="r" b="b"/>
              <a:pathLst>
                <a:path w="15479" h="14682" extrusionOk="0">
                  <a:moveTo>
                    <a:pt x="7858" y="954"/>
                  </a:moveTo>
                  <a:lnTo>
                    <a:pt x="7976" y="974"/>
                  </a:lnTo>
                  <a:lnTo>
                    <a:pt x="8084" y="1003"/>
                  </a:lnTo>
                  <a:lnTo>
                    <a:pt x="8182" y="1042"/>
                  </a:lnTo>
                  <a:lnTo>
                    <a:pt x="8291" y="1092"/>
                  </a:lnTo>
                  <a:lnTo>
                    <a:pt x="8379" y="1151"/>
                  </a:lnTo>
                  <a:lnTo>
                    <a:pt x="8468" y="1210"/>
                  </a:lnTo>
                  <a:lnTo>
                    <a:pt x="8546" y="1288"/>
                  </a:lnTo>
                  <a:lnTo>
                    <a:pt x="8625" y="1367"/>
                  </a:lnTo>
                  <a:lnTo>
                    <a:pt x="8694" y="1455"/>
                  </a:lnTo>
                  <a:lnTo>
                    <a:pt x="8743" y="1554"/>
                  </a:lnTo>
                  <a:lnTo>
                    <a:pt x="8792" y="1652"/>
                  </a:lnTo>
                  <a:lnTo>
                    <a:pt x="8831" y="1750"/>
                  </a:lnTo>
                  <a:lnTo>
                    <a:pt x="8861" y="1868"/>
                  </a:lnTo>
                  <a:lnTo>
                    <a:pt x="8881" y="1977"/>
                  </a:lnTo>
                  <a:lnTo>
                    <a:pt x="8881" y="2095"/>
                  </a:lnTo>
                  <a:lnTo>
                    <a:pt x="8881" y="2213"/>
                  </a:lnTo>
                  <a:lnTo>
                    <a:pt x="8861" y="2321"/>
                  </a:lnTo>
                  <a:lnTo>
                    <a:pt x="8831" y="2429"/>
                  </a:lnTo>
                  <a:lnTo>
                    <a:pt x="8792" y="2537"/>
                  </a:lnTo>
                  <a:lnTo>
                    <a:pt x="8743" y="2635"/>
                  </a:lnTo>
                  <a:lnTo>
                    <a:pt x="8694" y="2734"/>
                  </a:lnTo>
                  <a:lnTo>
                    <a:pt x="8625" y="2822"/>
                  </a:lnTo>
                  <a:lnTo>
                    <a:pt x="8546" y="2901"/>
                  </a:lnTo>
                  <a:lnTo>
                    <a:pt x="8468" y="2980"/>
                  </a:lnTo>
                  <a:lnTo>
                    <a:pt x="8379" y="3039"/>
                  </a:lnTo>
                  <a:lnTo>
                    <a:pt x="8291" y="3098"/>
                  </a:lnTo>
                  <a:lnTo>
                    <a:pt x="8182" y="3147"/>
                  </a:lnTo>
                  <a:lnTo>
                    <a:pt x="8084" y="3186"/>
                  </a:lnTo>
                  <a:lnTo>
                    <a:pt x="7976" y="3216"/>
                  </a:lnTo>
                  <a:lnTo>
                    <a:pt x="7858" y="3235"/>
                  </a:lnTo>
                  <a:lnTo>
                    <a:pt x="7622" y="3235"/>
                  </a:lnTo>
                  <a:lnTo>
                    <a:pt x="7514" y="3216"/>
                  </a:lnTo>
                  <a:lnTo>
                    <a:pt x="7406" y="3186"/>
                  </a:lnTo>
                  <a:lnTo>
                    <a:pt x="7297" y="3147"/>
                  </a:lnTo>
                  <a:lnTo>
                    <a:pt x="7199" y="3098"/>
                  </a:lnTo>
                  <a:lnTo>
                    <a:pt x="7101" y="3039"/>
                  </a:lnTo>
                  <a:lnTo>
                    <a:pt x="7012" y="2980"/>
                  </a:lnTo>
                  <a:lnTo>
                    <a:pt x="6934" y="2901"/>
                  </a:lnTo>
                  <a:lnTo>
                    <a:pt x="6865" y="2822"/>
                  </a:lnTo>
                  <a:lnTo>
                    <a:pt x="6796" y="2734"/>
                  </a:lnTo>
                  <a:lnTo>
                    <a:pt x="6737" y="2635"/>
                  </a:lnTo>
                  <a:lnTo>
                    <a:pt x="6688" y="2537"/>
                  </a:lnTo>
                  <a:lnTo>
                    <a:pt x="6648" y="2429"/>
                  </a:lnTo>
                  <a:lnTo>
                    <a:pt x="6629" y="2321"/>
                  </a:lnTo>
                  <a:lnTo>
                    <a:pt x="6609" y="2213"/>
                  </a:lnTo>
                  <a:lnTo>
                    <a:pt x="6599" y="2095"/>
                  </a:lnTo>
                  <a:lnTo>
                    <a:pt x="6609" y="1977"/>
                  </a:lnTo>
                  <a:lnTo>
                    <a:pt x="6629" y="1868"/>
                  </a:lnTo>
                  <a:lnTo>
                    <a:pt x="6648" y="1750"/>
                  </a:lnTo>
                  <a:lnTo>
                    <a:pt x="6688" y="1652"/>
                  </a:lnTo>
                  <a:lnTo>
                    <a:pt x="6737" y="1554"/>
                  </a:lnTo>
                  <a:lnTo>
                    <a:pt x="6796" y="1455"/>
                  </a:lnTo>
                  <a:lnTo>
                    <a:pt x="6865" y="1367"/>
                  </a:lnTo>
                  <a:lnTo>
                    <a:pt x="6934" y="1288"/>
                  </a:lnTo>
                  <a:lnTo>
                    <a:pt x="7012" y="1210"/>
                  </a:lnTo>
                  <a:lnTo>
                    <a:pt x="7101" y="1151"/>
                  </a:lnTo>
                  <a:lnTo>
                    <a:pt x="7199" y="1092"/>
                  </a:lnTo>
                  <a:lnTo>
                    <a:pt x="7297" y="1042"/>
                  </a:lnTo>
                  <a:lnTo>
                    <a:pt x="7406" y="1003"/>
                  </a:lnTo>
                  <a:lnTo>
                    <a:pt x="7514" y="974"/>
                  </a:lnTo>
                  <a:lnTo>
                    <a:pt x="7622" y="954"/>
                  </a:lnTo>
                  <a:close/>
                  <a:moveTo>
                    <a:pt x="8025" y="4169"/>
                  </a:moveTo>
                  <a:lnTo>
                    <a:pt x="8025" y="4661"/>
                  </a:lnTo>
                  <a:lnTo>
                    <a:pt x="7465" y="4661"/>
                  </a:lnTo>
                  <a:lnTo>
                    <a:pt x="7465" y="4169"/>
                  </a:lnTo>
                  <a:lnTo>
                    <a:pt x="7602" y="4179"/>
                  </a:lnTo>
                  <a:lnTo>
                    <a:pt x="7740" y="4189"/>
                  </a:lnTo>
                  <a:lnTo>
                    <a:pt x="7887" y="4179"/>
                  </a:lnTo>
                  <a:lnTo>
                    <a:pt x="8025" y="4169"/>
                  </a:lnTo>
                  <a:close/>
                  <a:moveTo>
                    <a:pt x="1427" y="7031"/>
                  </a:moveTo>
                  <a:lnTo>
                    <a:pt x="1427" y="10364"/>
                  </a:lnTo>
                  <a:lnTo>
                    <a:pt x="955" y="10364"/>
                  </a:lnTo>
                  <a:lnTo>
                    <a:pt x="955" y="7031"/>
                  </a:lnTo>
                  <a:close/>
                  <a:moveTo>
                    <a:pt x="14535" y="7031"/>
                  </a:moveTo>
                  <a:lnTo>
                    <a:pt x="14535" y="10364"/>
                  </a:lnTo>
                  <a:lnTo>
                    <a:pt x="14053" y="10364"/>
                  </a:lnTo>
                  <a:lnTo>
                    <a:pt x="14053" y="7031"/>
                  </a:lnTo>
                  <a:close/>
                  <a:moveTo>
                    <a:pt x="13109" y="5615"/>
                  </a:moveTo>
                  <a:lnTo>
                    <a:pt x="13109" y="12125"/>
                  </a:lnTo>
                  <a:lnTo>
                    <a:pt x="2381" y="12125"/>
                  </a:lnTo>
                  <a:lnTo>
                    <a:pt x="2381" y="5615"/>
                  </a:lnTo>
                  <a:close/>
                  <a:moveTo>
                    <a:pt x="9598" y="13078"/>
                  </a:moveTo>
                  <a:lnTo>
                    <a:pt x="9598" y="13737"/>
                  </a:lnTo>
                  <a:lnTo>
                    <a:pt x="5881" y="13737"/>
                  </a:lnTo>
                  <a:lnTo>
                    <a:pt x="5881" y="13078"/>
                  </a:lnTo>
                  <a:close/>
                  <a:moveTo>
                    <a:pt x="7740" y="0"/>
                  </a:moveTo>
                  <a:lnTo>
                    <a:pt x="7533" y="10"/>
                  </a:lnTo>
                  <a:lnTo>
                    <a:pt x="7317" y="39"/>
                  </a:lnTo>
                  <a:lnTo>
                    <a:pt x="7120" y="98"/>
                  </a:lnTo>
                  <a:lnTo>
                    <a:pt x="6924" y="167"/>
                  </a:lnTo>
                  <a:lnTo>
                    <a:pt x="6747" y="256"/>
                  </a:lnTo>
                  <a:lnTo>
                    <a:pt x="6570" y="354"/>
                  </a:lnTo>
                  <a:lnTo>
                    <a:pt x="6412" y="482"/>
                  </a:lnTo>
                  <a:lnTo>
                    <a:pt x="6265" y="620"/>
                  </a:lnTo>
                  <a:lnTo>
                    <a:pt x="6127" y="767"/>
                  </a:lnTo>
                  <a:lnTo>
                    <a:pt x="6009" y="924"/>
                  </a:lnTo>
                  <a:lnTo>
                    <a:pt x="5901" y="1101"/>
                  </a:lnTo>
                  <a:lnTo>
                    <a:pt x="5813" y="1278"/>
                  </a:lnTo>
                  <a:lnTo>
                    <a:pt x="5744" y="1475"/>
                  </a:lnTo>
                  <a:lnTo>
                    <a:pt x="5695" y="1672"/>
                  </a:lnTo>
                  <a:lnTo>
                    <a:pt x="5655" y="1878"/>
                  </a:lnTo>
                  <a:lnTo>
                    <a:pt x="5645" y="2095"/>
                  </a:lnTo>
                  <a:lnTo>
                    <a:pt x="5655" y="2222"/>
                  </a:lnTo>
                  <a:lnTo>
                    <a:pt x="5665" y="2350"/>
                  </a:lnTo>
                  <a:lnTo>
                    <a:pt x="5685" y="2478"/>
                  </a:lnTo>
                  <a:lnTo>
                    <a:pt x="5714" y="2596"/>
                  </a:lnTo>
                  <a:lnTo>
                    <a:pt x="5744" y="2714"/>
                  </a:lnTo>
                  <a:lnTo>
                    <a:pt x="5783" y="2832"/>
                  </a:lnTo>
                  <a:lnTo>
                    <a:pt x="5832" y="2950"/>
                  </a:lnTo>
                  <a:lnTo>
                    <a:pt x="5881" y="3058"/>
                  </a:lnTo>
                  <a:lnTo>
                    <a:pt x="5940" y="3166"/>
                  </a:lnTo>
                  <a:lnTo>
                    <a:pt x="6009" y="3265"/>
                  </a:lnTo>
                  <a:lnTo>
                    <a:pt x="6078" y="3363"/>
                  </a:lnTo>
                  <a:lnTo>
                    <a:pt x="6157" y="3461"/>
                  </a:lnTo>
                  <a:lnTo>
                    <a:pt x="6235" y="3550"/>
                  </a:lnTo>
                  <a:lnTo>
                    <a:pt x="6324" y="3638"/>
                  </a:lnTo>
                  <a:lnTo>
                    <a:pt x="6412" y="3717"/>
                  </a:lnTo>
                  <a:lnTo>
                    <a:pt x="6511" y="3786"/>
                  </a:lnTo>
                  <a:lnTo>
                    <a:pt x="6511" y="4661"/>
                  </a:lnTo>
                  <a:lnTo>
                    <a:pt x="1427" y="4661"/>
                  </a:lnTo>
                  <a:lnTo>
                    <a:pt x="1427" y="4995"/>
                  </a:lnTo>
                  <a:lnTo>
                    <a:pt x="1427" y="5615"/>
                  </a:lnTo>
                  <a:lnTo>
                    <a:pt x="1427" y="6077"/>
                  </a:lnTo>
                  <a:lnTo>
                    <a:pt x="1" y="6077"/>
                  </a:lnTo>
                  <a:lnTo>
                    <a:pt x="1" y="11308"/>
                  </a:lnTo>
                  <a:lnTo>
                    <a:pt x="1427" y="11308"/>
                  </a:lnTo>
                  <a:lnTo>
                    <a:pt x="1427" y="13078"/>
                  </a:lnTo>
                  <a:lnTo>
                    <a:pt x="4937" y="13078"/>
                  </a:lnTo>
                  <a:lnTo>
                    <a:pt x="4937" y="14681"/>
                  </a:lnTo>
                  <a:lnTo>
                    <a:pt x="10552" y="14681"/>
                  </a:lnTo>
                  <a:lnTo>
                    <a:pt x="10552" y="13078"/>
                  </a:lnTo>
                  <a:lnTo>
                    <a:pt x="14053" y="13078"/>
                  </a:lnTo>
                  <a:lnTo>
                    <a:pt x="14053" y="11308"/>
                  </a:lnTo>
                  <a:lnTo>
                    <a:pt x="15479" y="11308"/>
                  </a:lnTo>
                  <a:lnTo>
                    <a:pt x="15479" y="6077"/>
                  </a:lnTo>
                  <a:lnTo>
                    <a:pt x="14053" y="6077"/>
                  </a:lnTo>
                  <a:lnTo>
                    <a:pt x="14053" y="4661"/>
                  </a:lnTo>
                  <a:lnTo>
                    <a:pt x="8969" y="4661"/>
                  </a:lnTo>
                  <a:lnTo>
                    <a:pt x="8969" y="3786"/>
                  </a:lnTo>
                  <a:lnTo>
                    <a:pt x="9067" y="3717"/>
                  </a:lnTo>
                  <a:lnTo>
                    <a:pt x="9156" y="3638"/>
                  </a:lnTo>
                  <a:lnTo>
                    <a:pt x="9244" y="3550"/>
                  </a:lnTo>
                  <a:lnTo>
                    <a:pt x="9333" y="3461"/>
                  </a:lnTo>
                  <a:lnTo>
                    <a:pt x="9402" y="3363"/>
                  </a:lnTo>
                  <a:lnTo>
                    <a:pt x="9480" y="3265"/>
                  </a:lnTo>
                  <a:lnTo>
                    <a:pt x="9539" y="3166"/>
                  </a:lnTo>
                  <a:lnTo>
                    <a:pt x="9598" y="3058"/>
                  </a:lnTo>
                  <a:lnTo>
                    <a:pt x="9657" y="2950"/>
                  </a:lnTo>
                  <a:lnTo>
                    <a:pt x="9697" y="2832"/>
                  </a:lnTo>
                  <a:lnTo>
                    <a:pt x="9746" y="2714"/>
                  </a:lnTo>
                  <a:lnTo>
                    <a:pt x="9775" y="2596"/>
                  </a:lnTo>
                  <a:lnTo>
                    <a:pt x="9805" y="2478"/>
                  </a:lnTo>
                  <a:lnTo>
                    <a:pt x="9825" y="2350"/>
                  </a:lnTo>
                  <a:lnTo>
                    <a:pt x="9834" y="2222"/>
                  </a:lnTo>
                  <a:lnTo>
                    <a:pt x="9834" y="2095"/>
                  </a:lnTo>
                  <a:lnTo>
                    <a:pt x="9825" y="1878"/>
                  </a:lnTo>
                  <a:lnTo>
                    <a:pt x="9795" y="1672"/>
                  </a:lnTo>
                  <a:lnTo>
                    <a:pt x="9746" y="1475"/>
                  </a:lnTo>
                  <a:lnTo>
                    <a:pt x="9667" y="1278"/>
                  </a:lnTo>
                  <a:lnTo>
                    <a:pt x="9579" y="1101"/>
                  </a:lnTo>
                  <a:lnTo>
                    <a:pt x="9480" y="924"/>
                  </a:lnTo>
                  <a:lnTo>
                    <a:pt x="9362" y="767"/>
                  </a:lnTo>
                  <a:lnTo>
                    <a:pt x="9225" y="620"/>
                  </a:lnTo>
                  <a:lnTo>
                    <a:pt x="9077" y="482"/>
                  </a:lnTo>
                  <a:lnTo>
                    <a:pt x="8910" y="354"/>
                  </a:lnTo>
                  <a:lnTo>
                    <a:pt x="8743" y="256"/>
                  </a:lnTo>
                  <a:lnTo>
                    <a:pt x="8556" y="167"/>
                  </a:lnTo>
                  <a:lnTo>
                    <a:pt x="8369" y="98"/>
                  </a:lnTo>
                  <a:lnTo>
                    <a:pt x="8163" y="39"/>
                  </a:lnTo>
                  <a:lnTo>
                    <a:pt x="7956" y="10"/>
                  </a:lnTo>
                  <a:lnTo>
                    <a:pt x="774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0" name="Google Shape;2680;p169"/>
            <p:cNvSpPr/>
            <p:nvPr/>
          </p:nvSpPr>
          <p:spPr>
            <a:xfrm>
              <a:off x="3559100" y="1738925"/>
              <a:ext cx="227675" cy="82875"/>
            </a:xfrm>
            <a:custGeom>
              <a:avLst/>
              <a:gdLst/>
              <a:ahLst/>
              <a:cxnLst/>
              <a:rect l="l" t="t" r="r" b="b"/>
              <a:pathLst>
                <a:path w="9107" h="3315" extrusionOk="0">
                  <a:moveTo>
                    <a:pt x="1732" y="954"/>
                  </a:moveTo>
                  <a:lnTo>
                    <a:pt x="1800" y="964"/>
                  </a:lnTo>
                  <a:lnTo>
                    <a:pt x="1869" y="984"/>
                  </a:lnTo>
                  <a:lnTo>
                    <a:pt x="1938" y="1004"/>
                  </a:lnTo>
                  <a:lnTo>
                    <a:pt x="1997" y="1033"/>
                  </a:lnTo>
                  <a:lnTo>
                    <a:pt x="2056" y="1072"/>
                  </a:lnTo>
                  <a:lnTo>
                    <a:pt x="2115" y="1112"/>
                  </a:lnTo>
                  <a:lnTo>
                    <a:pt x="2164" y="1161"/>
                  </a:lnTo>
                  <a:lnTo>
                    <a:pt x="2204" y="1210"/>
                  </a:lnTo>
                  <a:lnTo>
                    <a:pt x="2243" y="1259"/>
                  </a:lnTo>
                  <a:lnTo>
                    <a:pt x="2282" y="1318"/>
                  </a:lnTo>
                  <a:lnTo>
                    <a:pt x="2312" y="1387"/>
                  </a:lnTo>
                  <a:lnTo>
                    <a:pt x="2341" y="1446"/>
                  </a:lnTo>
                  <a:lnTo>
                    <a:pt x="2351" y="1515"/>
                  </a:lnTo>
                  <a:lnTo>
                    <a:pt x="2361" y="1584"/>
                  </a:lnTo>
                  <a:lnTo>
                    <a:pt x="2371" y="1662"/>
                  </a:lnTo>
                  <a:lnTo>
                    <a:pt x="2361" y="1731"/>
                  </a:lnTo>
                  <a:lnTo>
                    <a:pt x="2351" y="1800"/>
                  </a:lnTo>
                  <a:lnTo>
                    <a:pt x="2341" y="1869"/>
                  </a:lnTo>
                  <a:lnTo>
                    <a:pt x="2312" y="1928"/>
                  </a:lnTo>
                  <a:lnTo>
                    <a:pt x="2282" y="1997"/>
                  </a:lnTo>
                  <a:lnTo>
                    <a:pt x="2243" y="2056"/>
                  </a:lnTo>
                  <a:lnTo>
                    <a:pt x="2204" y="2105"/>
                  </a:lnTo>
                  <a:lnTo>
                    <a:pt x="2164" y="2154"/>
                  </a:lnTo>
                  <a:lnTo>
                    <a:pt x="2115" y="2203"/>
                  </a:lnTo>
                  <a:lnTo>
                    <a:pt x="2056" y="2243"/>
                  </a:lnTo>
                  <a:lnTo>
                    <a:pt x="1997" y="2282"/>
                  </a:lnTo>
                  <a:lnTo>
                    <a:pt x="1938" y="2311"/>
                  </a:lnTo>
                  <a:lnTo>
                    <a:pt x="1869" y="2331"/>
                  </a:lnTo>
                  <a:lnTo>
                    <a:pt x="1800" y="2351"/>
                  </a:lnTo>
                  <a:lnTo>
                    <a:pt x="1732" y="2361"/>
                  </a:lnTo>
                  <a:lnTo>
                    <a:pt x="1594" y="2361"/>
                  </a:lnTo>
                  <a:lnTo>
                    <a:pt x="1515" y="2351"/>
                  </a:lnTo>
                  <a:lnTo>
                    <a:pt x="1456" y="2331"/>
                  </a:lnTo>
                  <a:lnTo>
                    <a:pt x="1387" y="2311"/>
                  </a:lnTo>
                  <a:lnTo>
                    <a:pt x="1328" y="2282"/>
                  </a:lnTo>
                  <a:lnTo>
                    <a:pt x="1269" y="2243"/>
                  </a:lnTo>
                  <a:lnTo>
                    <a:pt x="1210" y="2203"/>
                  </a:lnTo>
                  <a:lnTo>
                    <a:pt x="1161" y="2154"/>
                  </a:lnTo>
                  <a:lnTo>
                    <a:pt x="1122" y="2105"/>
                  </a:lnTo>
                  <a:lnTo>
                    <a:pt x="1073" y="2056"/>
                  </a:lnTo>
                  <a:lnTo>
                    <a:pt x="1043" y="1997"/>
                  </a:lnTo>
                  <a:lnTo>
                    <a:pt x="1014" y="1928"/>
                  </a:lnTo>
                  <a:lnTo>
                    <a:pt x="984" y="1869"/>
                  </a:lnTo>
                  <a:lnTo>
                    <a:pt x="974" y="1800"/>
                  </a:lnTo>
                  <a:lnTo>
                    <a:pt x="955" y="1731"/>
                  </a:lnTo>
                  <a:lnTo>
                    <a:pt x="955" y="1662"/>
                  </a:lnTo>
                  <a:lnTo>
                    <a:pt x="955" y="1584"/>
                  </a:lnTo>
                  <a:lnTo>
                    <a:pt x="974" y="1515"/>
                  </a:lnTo>
                  <a:lnTo>
                    <a:pt x="984" y="1446"/>
                  </a:lnTo>
                  <a:lnTo>
                    <a:pt x="1014" y="1387"/>
                  </a:lnTo>
                  <a:lnTo>
                    <a:pt x="1043" y="1318"/>
                  </a:lnTo>
                  <a:lnTo>
                    <a:pt x="1073" y="1259"/>
                  </a:lnTo>
                  <a:lnTo>
                    <a:pt x="1122" y="1210"/>
                  </a:lnTo>
                  <a:lnTo>
                    <a:pt x="1161" y="1161"/>
                  </a:lnTo>
                  <a:lnTo>
                    <a:pt x="1210" y="1112"/>
                  </a:lnTo>
                  <a:lnTo>
                    <a:pt x="1269" y="1072"/>
                  </a:lnTo>
                  <a:lnTo>
                    <a:pt x="1328" y="1033"/>
                  </a:lnTo>
                  <a:lnTo>
                    <a:pt x="1387" y="1004"/>
                  </a:lnTo>
                  <a:lnTo>
                    <a:pt x="1456" y="984"/>
                  </a:lnTo>
                  <a:lnTo>
                    <a:pt x="1515" y="964"/>
                  </a:lnTo>
                  <a:lnTo>
                    <a:pt x="1594" y="954"/>
                  </a:lnTo>
                  <a:close/>
                  <a:moveTo>
                    <a:pt x="7524" y="954"/>
                  </a:moveTo>
                  <a:lnTo>
                    <a:pt x="7592" y="964"/>
                  </a:lnTo>
                  <a:lnTo>
                    <a:pt x="7661" y="984"/>
                  </a:lnTo>
                  <a:lnTo>
                    <a:pt x="7730" y="1004"/>
                  </a:lnTo>
                  <a:lnTo>
                    <a:pt x="7789" y="1033"/>
                  </a:lnTo>
                  <a:lnTo>
                    <a:pt x="7848" y="1072"/>
                  </a:lnTo>
                  <a:lnTo>
                    <a:pt x="7897" y="1112"/>
                  </a:lnTo>
                  <a:lnTo>
                    <a:pt x="7946" y="1161"/>
                  </a:lnTo>
                  <a:lnTo>
                    <a:pt x="7996" y="1210"/>
                  </a:lnTo>
                  <a:lnTo>
                    <a:pt x="8035" y="1259"/>
                  </a:lnTo>
                  <a:lnTo>
                    <a:pt x="8074" y="1318"/>
                  </a:lnTo>
                  <a:lnTo>
                    <a:pt x="8104" y="1387"/>
                  </a:lnTo>
                  <a:lnTo>
                    <a:pt x="8123" y="1446"/>
                  </a:lnTo>
                  <a:lnTo>
                    <a:pt x="8143" y="1515"/>
                  </a:lnTo>
                  <a:lnTo>
                    <a:pt x="8153" y="1584"/>
                  </a:lnTo>
                  <a:lnTo>
                    <a:pt x="8153" y="1662"/>
                  </a:lnTo>
                  <a:lnTo>
                    <a:pt x="8153" y="1731"/>
                  </a:lnTo>
                  <a:lnTo>
                    <a:pt x="8143" y="1800"/>
                  </a:lnTo>
                  <a:lnTo>
                    <a:pt x="8123" y="1869"/>
                  </a:lnTo>
                  <a:lnTo>
                    <a:pt x="8104" y="1928"/>
                  </a:lnTo>
                  <a:lnTo>
                    <a:pt x="8074" y="1997"/>
                  </a:lnTo>
                  <a:lnTo>
                    <a:pt x="8035" y="2056"/>
                  </a:lnTo>
                  <a:lnTo>
                    <a:pt x="7996" y="2105"/>
                  </a:lnTo>
                  <a:lnTo>
                    <a:pt x="7946" y="2154"/>
                  </a:lnTo>
                  <a:lnTo>
                    <a:pt x="7897" y="2203"/>
                  </a:lnTo>
                  <a:lnTo>
                    <a:pt x="7848" y="2243"/>
                  </a:lnTo>
                  <a:lnTo>
                    <a:pt x="7789" y="2282"/>
                  </a:lnTo>
                  <a:lnTo>
                    <a:pt x="7730" y="2311"/>
                  </a:lnTo>
                  <a:lnTo>
                    <a:pt x="7661" y="2331"/>
                  </a:lnTo>
                  <a:lnTo>
                    <a:pt x="7592" y="2351"/>
                  </a:lnTo>
                  <a:lnTo>
                    <a:pt x="7524" y="2361"/>
                  </a:lnTo>
                  <a:lnTo>
                    <a:pt x="7376" y="2361"/>
                  </a:lnTo>
                  <a:lnTo>
                    <a:pt x="7307" y="2351"/>
                  </a:lnTo>
                  <a:lnTo>
                    <a:pt x="7238" y="2331"/>
                  </a:lnTo>
                  <a:lnTo>
                    <a:pt x="7179" y="2311"/>
                  </a:lnTo>
                  <a:lnTo>
                    <a:pt x="7111" y="2282"/>
                  </a:lnTo>
                  <a:lnTo>
                    <a:pt x="7061" y="2243"/>
                  </a:lnTo>
                  <a:lnTo>
                    <a:pt x="7002" y="2203"/>
                  </a:lnTo>
                  <a:lnTo>
                    <a:pt x="6953" y="2154"/>
                  </a:lnTo>
                  <a:lnTo>
                    <a:pt x="6904" y="2105"/>
                  </a:lnTo>
                  <a:lnTo>
                    <a:pt x="6865" y="2056"/>
                  </a:lnTo>
                  <a:lnTo>
                    <a:pt x="6835" y="1997"/>
                  </a:lnTo>
                  <a:lnTo>
                    <a:pt x="6796" y="1928"/>
                  </a:lnTo>
                  <a:lnTo>
                    <a:pt x="6776" y="1869"/>
                  </a:lnTo>
                  <a:lnTo>
                    <a:pt x="6757" y="1800"/>
                  </a:lnTo>
                  <a:lnTo>
                    <a:pt x="6747" y="1731"/>
                  </a:lnTo>
                  <a:lnTo>
                    <a:pt x="6747" y="1662"/>
                  </a:lnTo>
                  <a:lnTo>
                    <a:pt x="6747" y="1584"/>
                  </a:lnTo>
                  <a:lnTo>
                    <a:pt x="6757" y="1515"/>
                  </a:lnTo>
                  <a:lnTo>
                    <a:pt x="6776" y="1446"/>
                  </a:lnTo>
                  <a:lnTo>
                    <a:pt x="6796" y="1387"/>
                  </a:lnTo>
                  <a:lnTo>
                    <a:pt x="6835" y="1318"/>
                  </a:lnTo>
                  <a:lnTo>
                    <a:pt x="6865" y="1259"/>
                  </a:lnTo>
                  <a:lnTo>
                    <a:pt x="6904" y="1210"/>
                  </a:lnTo>
                  <a:lnTo>
                    <a:pt x="6953" y="1161"/>
                  </a:lnTo>
                  <a:lnTo>
                    <a:pt x="7002" y="1112"/>
                  </a:lnTo>
                  <a:lnTo>
                    <a:pt x="7061" y="1072"/>
                  </a:lnTo>
                  <a:lnTo>
                    <a:pt x="7111" y="1033"/>
                  </a:lnTo>
                  <a:lnTo>
                    <a:pt x="7179" y="1004"/>
                  </a:lnTo>
                  <a:lnTo>
                    <a:pt x="7238" y="984"/>
                  </a:lnTo>
                  <a:lnTo>
                    <a:pt x="7307" y="964"/>
                  </a:lnTo>
                  <a:lnTo>
                    <a:pt x="7376" y="954"/>
                  </a:lnTo>
                  <a:close/>
                  <a:moveTo>
                    <a:pt x="1663" y="1"/>
                  </a:moveTo>
                  <a:lnTo>
                    <a:pt x="1496" y="10"/>
                  </a:lnTo>
                  <a:lnTo>
                    <a:pt x="1328" y="30"/>
                  </a:lnTo>
                  <a:lnTo>
                    <a:pt x="1171" y="79"/>
                  </a:lnTo>
                  <a:lnTo>
                    <a:pt x="1014" y="128"/>
                  </a:lnTo>
                  <a:lnTo>
                    <a:pt x="876" y="197"/>
                  </a:lnTo>
                  <a:lnTo>
                    <a:pt x="738" y="286"/>
                  </a:lnTo>
                  <a:lnTo>
                    <a:pt x="611" y="374"/>
                  </a:lnTo>
                  <a:lnTo>
                    <a:pt x="493" y="482"/>
                  </a:lnTo>
                  <a:lnTo>
                    <a:pt x="384" y="600"/>
                  </a:lnTo>
                  <a:lnTo>
                    <a:pt x="286" y="728"/>
                  </a:lnTo>
                  <a:lnTo>
                    <a:pt x="207" y="866"/>
                  </a:lnTo>
                  <a:lnTo>
                    <a:pt x="139" y="1013"/>
                  </a:lnTo>
                  <a:lnTo>
                    <a:pt x="80" y="1161"/>
                  </a:lnTo>
                  <a:lnTo>
                    <a:pt x="40" y="1328"/>
                  </a:lnTo>
                  <a:lnTo>
                    <a:pt x="11" y="1485"/>
                  </a:lnTo>
                  <a:lnTo>
                    <a:pt x="1" y="1662"/>
                  </a:lnTo>
                  <a:lnTo>
                    <a:pt x="11" y="1830"/>
                  </a:lnTo>
                  <a:lnTo>
                    <a:pt x="40" y="1987"/>
                  </a:lnTo>
                  <a:lnTo>
                    <a:pt x="80" y="2154"/>
                  </a:lnTo>
                  <a:lnTo>
                    <a:pt x="139" y="2302"/>
                  </a:lnTo>
                  <a:lnTo>
                    <a:pt x="207" y="2449"/>
                  </a:lnTo>
                  <a:lnTo>
                    <a:pt x="286" y="2587"/>
                  </a:lnTo>
                  <a:lnTo>
                    <a:pt x="384" y="2715"/>
                  </a:lnTo>
                  <a:lnTo>
                    <a:pt x="493" y="2833"/>
                  </a:lnTo>
                  <a:lnTo>
                    <a:pt x="611" y="2941"/>
                  </a:lnTo>
                  <a:lnTo>
                    <a:pt x="738" y="3029"/>
                  </a:lnTo>
                  <a:lnTo>
                    <a:pt x="876" y="3118"/>
                  </a:lnTo>
                  <a:lnTo>
                    <a:pt x="1014" y="3187"/>
                  </a:lnTo>
                  <a:lnTo>
                    <a:pt x="1171" y="3246"/>
                  </a:lnTo>
                  <a:lnTo>
                    <a:pt x="1328" y="3285"/>
                  </a:lnTo>
                  <a:lnTo>
                    <a:pt x="1496" y="3305"/>
                  </a:lnTo>
                  <a:lnTo>
                    <a:pt x="1663" y="3314"/>
                  </a:lnTo>
                  <a:lnTo>
                    <a:pt x="1830" y="3305"/>
                  </a:lnTo>
                  <a:lnTo>
                    <a:pt x="1997" y="3285"/>
                  </a:lnTo>
                  <a:lnTo>
                    <a:pt x="2155" y="3246"/>
                  </a:lnTo>
                  <a:lnTo>
                    <a:pt x="2312" y="3187"/>
                  </a:lnTo>
                  <a:lnTo>
                    <a:pt x="2450" y="3118"/>
                  </a:lnTo>
                  <a:lnTo>
                    <a:pt x="2587" y="3029"/>
                  </a:lnTo>
                  <a:lnTo>
                    <a:pt x="2715" y="2941"/>
                  </a:lnTo>
                  <a:lnTo>
                    <a:pt x="2833" y="2833"/>
                  </a:lnTo>
                  <a:lnTo>
                    <a:pt x="2941" y="2715"/>
                  </a:lnTo>
                  <a:lnTo>
                    <a:pt x="3040" y="2587"/>
                  </a:lnTo>
                  <a:lnTo>
                    <a:pt x="3118" y="2449"/>
                  </a:lnTo>
                  <a:lnTo>
                    <a:pt x="3187" y="2302"/>
                  </a:lnTo>
                  <a:lnTo>
                    <a:pt x="3246" y="2154"/>
                  </a:lnTo>
                  <a:lnTo>
                    <a:pt x="3285" y="1987"/>
                  </a:lnTo>
                  <a:lnTo>
                    <a:pt x="3315" y="1830"/>
                  </a:lnTo>
                  <a:lnTo>
                    <a:pt x="3325" y="1662"/>
                  </a:lnTo>
                  <a:lnTo>
                    <a:pt x="3315" y="1485"/>
                  </a:lnTo>
                  <a:lnTo>
                    <a:pt x="3285" y="1328"/>
                  </a:lnTo>
                  <a:lnTo>
                    <a:pt x="3246" y="1161"/>
                  </a:lnTo>
                  <a:lnTo>
                    <a:pt x="3187" y="1013"/>
                  </a:lnTo>
                  <a:lnTo>
                    <a:pt x="3118" y="866"/>
                  </a:lnTo>
                  <a:lnTo>
                    <a:pt x="3040" y="728"/>
                  </a:lnTo>
                  <a:lnTo>
                    <a:pt x="2941" y="600"/>
                  </a:lnTo>
                  <a:lnTo>
                    <a:pt x="2833" y="482"/>
                  </a:lnTo>
                  <a:lnTo>
                    <a:pt x="2715" y="374"/>
                  </a:lnTo>
                  <a:lnTo>
                    <a:pt x="2587" y="286"/>
                  </a:lnTo>
                  <a:lnTo>
                    <a:pt x="2450" y="197"/>
                  </a:lnTo>
                  <a:lnTo>
                    <a:pt x="2312" y="128"/>
                  </a:lnTo>
                  <a:lnTo>
                    <a:pt x="2155" y="79"/>
                  </a:lnTo>
                  <a:lnTo>
                    <a:pt x="1997" y="30"/>
                  </a:lnTo>
                  <a:lnTo>
                    <a:pt x="1830" y="10"/>
                  </a:lnTo>
                  <a:lnTo>
                    <a:pt x="1663" y="1"/>
                  </a:lnTo>
                  <a:close/>
                  <a:moveTo>
                    <a:pt x="7455" y="1"/>
                  </a:moveTo>
                  <a:lnTo>
                    <a:pt x="7278" y="10"/>
                  </a:lnTo>
                  <a:lnTo>
                    <a:pt x="7120" y="30"/>
                  </a:lnTo>
                  <a:lnTo>
                    <a:pt x="6963" y="79"/>
                  </a:lnTo>
                  <a:lnTo>
                    <a:pt x="6806" y="128"/>
                  </a:lnTo>
                  <a:lnTo>
                    <a:pt x="6658" y="197"/>
                  </a:lnTo>
                  <a:lnTo>
                    <a:pt x="6521" y="286"/>
                  </a:lnTo>
                  <a:lnTo>
                    <a:pt x="6393" y="374"/>
                  </a:lnTo>
                  <a:lnTo>
                    <a:pt x="6285" y="482"/>
                  </a:lnTo>
                  <a:lnTo>
                    <a:pt x="6176" y="600"/>
                  </a:lnTo>
                  <a:lnTo>
                    <a:pt x="6078" y="728"/>
                  </a:lnTo>
                  <a:lnTo>
                    <a:pt x="5990" y="866"/>
                  </a:lnTo>
                  <a:lnTo>
                    <a:pt x="5921" y="1013"/>
                  </a:lnTo>
                  <a:lnTo>
                    <a:pt x="5872" y="1161"/>
                  </a:lnTo>
                  <a:lnTo>
                    <a:pt x="5822" y="1328"/>
                  </a:lnTo>
                  <a:lnTo>
                    <a:pt x="5803" y="1485"/>
                  </a:lnTo>
                  <a:lnTo>
                    <a:pt x="5793" y="1662"/>
                  </a:lnTo>
                  <a:lnTo>
                    <a:pt x="5803" y="1830"/>
                  </a:lnTo>
                  <a:lnTo>
                    <a:pt x="5822" y="1987"/>
                  </a:lnTo>
                  <a:lnTo>
                    <a:pt x="5872" y="2154"/>
                  </a:lnTo>
                  <a:lnTo>
                    <a:pt x="5921" y="2302"/>
                  </a:lnTo>
                  <a:lnTo>
                    <a:pt x="5990" y="2449"/>
                  </a:lnTo>
                  <a:lnTo>
                    <a:pt x="6078" y="2587"/>
                  </a:lnTo>
                  <a:lnTo>
                    <a:pt x="6176" y="2715"/>
                  </a:lnTo>
                  <a:lnTo>
                    <a:pt x="6285" y="2833"/>
                  </a:lnTo>
                  <a:lnTo>
                    <a:pt x="6393" y="2941"/>
                  </a:lnTo>
                  <a:lnTo>
                    <a:pt x="6521" y="3029"/>
                  </a:lnTo>
                  <a:lnTo>
                    <a:pt x="6658" y="3118"/>
                  </a:lnTo>
                  <a:lnTo>
                    <a:pt x="6806" y="3187"/>
                  </a:lnTo>
                  <a:lnTo>
                    <a:pt x="6963" y="3246"/>
                  </a:lnTo>
                  <a:lnTo>
                    <a:pt x="7120" y="3285"/>
                  </a:lnTo>
                  <a:lnTo>
                    <a:pt x="7278" y="3305"/>
                  </a:lnTo>
                  <a:lnTo>
                    <a:pt x="7455" y="3314"/>
                  </a:lnTo>
                  <a:lnTo>
                    <a:pt x="7622" y="3305"/>
                  </a:lnTo>
                  <a:lnTo>
                    <a:pt x="7789" y="3285"/>
                  </a:lnTo>
                  <a:lnTo>
                    <a:pt x="7946" y="3246"/>
                  </a:lnTo>
                  <a:lnTo>
                    <a:pt x="8094" y="3187"/>
                  </a:lnTo>
                  <a:lnTo>
                    <a:pt x="8241" y="3118"/>
                  </a:lnTo>
                  <a:lnTo>
                    <a:pt x="8379" y="3029"/>
                  </a:lnTo>
                  <a:lnTo>
                    <a:pt x="8507" y="2941"/>
                  </a:lnTo>
                  <a:lnTo>
                    <a:pt x="8625" y="2833"/>
                  </a:lnTo>
                  <a:lnTo>
                    <a:pt x="8733" y="2715"/>
                  </a:lnTo>
                  <a:lnTo>
                    <a:pt x="8822" y="2587"/>
                  </a:lnTo>
                  <a:lnTo>
                    <a:pt x="8910" y="2449"/>
                  </a:lnTo>
                  <a:lnTo>
                    <a:pt x="8979" y="2302"/>
                  </a:lnTo>
                  <a:lnTo>
                    <a:pt x="9038" y="2154"/>
                  </a:lnTo>
                  <a:lnTo>
                    <a:pt x="9077" y="1987"/>
                  </a:lnTo>
                  <a:lnTo>
                    <a:pt x="9097" y="1830"/>
                  </a:lnTo>
                  <a:lnTo>
                    <a:pt x="9107" y="1662"/>
                  </a:lnTo>
                  <a:lnTo>
                    <a:pt x="9097" y="1485"/>
                  </a:lnTo>
                  <a:lnTo>
                    <a:pt x="9077" y="1328"/>
                  </a:lnTo>
                  <a:lnTo>
                    <a:pt x="9038" y="1161"/>
                  </a:lnTo>
                  <a:lnTo>
                    <a:pt x="8979" y="1013"/>
                  </a:lnTo>
                  <a:lnTo>
                    <a:pt x="8910" y="866"/>
                  </a:lnTo>
                  <a:lnTo>
                    <a:pt x="8822" y="728"/>
                  </a:lnTo>
                  <a:lnTo>
                    <a:pt x="8733" y="600"/>
                  </a:lnTo>
                  <a:lnTo>
                    <a:pt x="8625" y="482"/>
                  </a:lnTo>
                  <a:lnTo>
                    <a:pt x="8507" y="374"/>
                  </a:lnTo>
                  <a:lnTo>
                    <a:pt x="8379" y="286"/>
                  </a:lnTo>
                  <a:lnTo>
                    <a:pt x="8241" y="197"/>
                  </a:lnTo>
                  <a:lnTo>
                    <a:pt x="8094" y="128"/>
                  </a:lnTo>
                  <a:lnTo>
                    <a:pt x="7946" y="79"/>
                  </a:lnTo>
                  <a:lnTo>
                    <a:pt x="7789" y="30"/>
                  </a:lnTo>
                  <a:lnTo>
                    <a:pt x="7622" y="10"/>
                  </a:lnTo>
                  <a:lnTo>
                    <a:pt x="745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681" name="Google Shape;2681;p169"/>
          <p:cNvSpPr/>
          <p:nvPr/>
        </p:nvSpPr>
        <p:spPr>
          <a:xfrm>
            <a:off x="6816428" y="1485855"/>
            <a:ext cx="311304" cy="270319"/>
          </a:xfrm>
          <a:custGeom>
            <a:avLst/>
            <a:gdLst/>
            <a:ahLst/>
            <a:cxnLst/>
            <a:rect l="l" t="t" r="r" b="b"/>
            <a:pathLst>
              <a:path w="241321" h="209550" extrusionOk="0">
                <a:moveTo>
                  <a:pt x="209035" y="15012"/>
                </a:moveTo>
                <a:lnTo>
                  <a:pt x="209858" y="15218"/>
                </a:lnTo>
                <a:lnTo>
                  <a:pt x="210578" y="15629"/>
                </a:lnTo>
                <a:lnTo>
                  <a:pt x="211297" y="16040"/>
                </a:lnTo>
                <a:lnTo>
                  <a:pt x="211914" y="16554"/>
                </a:lnTo>
                <a:lnTo>
                  <a:pt x="212428" y="17274"/>
                </a:lnTo>
                <a:lnTo>
                  <a:pt x="212840" y="17994"/>
                </a:lnTo>
                <a:lnTo>
                  <a:pt x="213045" y="18816"/>
                </a:lnTo>
                <a:lnTo>
                  <a:pt x="226103" y="71872"/>
                </a:lnTo>
                <a:lnTo>
                  <a:pt x="226309" y="72592"/>
                </a:lnTo>
                <a:lnTo>
                  <a:pt x="226309" y="73312"/>
                </a:lnTo>
                <a:lnTo>
                  <a:pt x="226206" y="73929"/>
                </a:lnTo>
                <a:lnTo>
                  <a:pt x="226103" y="74546"/>
                </a:lnTo>
                <a:lnTo>
                  <a:pt x="225692" y="75471"/>
                </a:lnTo>
                <a:lnTo>
                  <a:pt x="225178" y="76191"/>
                </a:lnTo>
                <a:lnTo>
                  <a:pt x="224664" y="76808"/>
                </a:lnTo>
                <a:lnTo>
                  <a:pt x="223841" y="77425"/>
                </a:lnTo>
                <a:lnTo>
                  <a:pt x="223327" y="77630"/>
                </a:lnTo>
                <a:lnTo>
                  <a:pt x="222710" y="77939"/>
                </a:lnTo>
                <a:lnTo>
                  <a:pt x="221991" y="78041"/>
                </a:lnTo>
                <a:lnTo>
                  <a:pt x="221271" y="78144"/>
                </a:lnTo>
                <a:lnTo>
                  <a:pt x="208110" y="78144"/>
                </a:lnTo>
                <a:lnTo>
                  <a:pt x="206362" y="78041"/>
                </a:lnTo>
                <a:lnTo>
                  <a:pt x="204614" y="77836"/>
                </a:lnTo>
                <a:lnTo>
                  <a:pt x="202969" y="77527"/>
                </a:lnTo>
                <a:lnTo>
                  <a:pt x="201324" y="77013"/>
                </a:lnTo>
                <a:lnTo>
                  <a:pt x="199781" y="76499"/>
                </a:lnTo>
                <a:lnTo>
                  <a:pt x="198239" y="75779"/>
                </a:lnTo>
                <a:lnTo>
                  <a:pt x="196799" y="74957"/>
                </a:lnTo>
                <a:lnTo>
                  <a:pt x="195463" y="74031"/>
                </a:lnTo>
                <a:lnTo>
                  <a:pt x="194126" y="73003"/>
                </a:lnTo>
                <a:lnTo>
                  <a:pt x="192892" y="71872"/>
                </a:lnTo>
                <a:lnTo>
                  <a:pt x="191761" y="70638"/>
                </a:lnTo>
                <a:lnTo>
                  <a:pt x="190733" y="69404"/>
                </a:lnTo>
                <a:lnTo>
                  <a:pt x="189705" y="67965"/>
                </a:lnTo>
                <a:lnTo>
                  <a:pt x="188882" y="66525"/>
                </a:lnTo>
                <a:lnTo>
                  <a:pt x="188163" y="64983"/>
                </a:lnTo>
                <a:lnTo>
                  <a:pt x="187546" y="63338"/>
                </a:lnTo>
                <a:lnTo>
                  <a:pt x="187031" y="61693"/>
                </a:lnTo>
                <a:lnTo>
                  <a:pt x="186723" y="59945"/>
                </a:lnTo>
                <a:lnTo>
                  <a:pt x="186517" y="58197"/>
                </a:lnTo>
                <a:lnTo>
                  <a:pt x="186415" y="56449"/>
                </a:lnTo>
                <a:lnTo>
                  <a:pt x="186415" y="55729"/>
                </a:lnTo>
                <a:lnTo>
                  <a:pt x="186312" y="54907"/>
                </a:lnTo>
                <a:lnTo>
                  <a:pt x="185900" y="53673"/>
                </a:lnTo>
                <a:lnTo>
                  <a:pt x="185386" y="52542"/>
                </a:lnTo>
                <a:lnTo>
                  <a:pt x="184564" y="51514"/>
                </a:lnTo>
                <a:lnTo>
                  <a:pt x="183741" y="50691"/>
                </a:lnTo>
                <a:lnTo>
                  <a:pt x="182713" y="49971"/>
                </a:lnTo>
                <a:lnTo>
                  <a:pt x="181479" y="49457"/>
                </a:lnTo>
                <a:lnTo>
                  <a:pt x="180245" y="49046"/>
                </a:lnTo>
                <a:lnTo>
                  <a:pt x="178909" y="48943"/>
                </a:lnTo>
                <a:lnTo>
                  <a:pt x="177572" y="49046"/>
                </a:lnTo>
                <a:lnTo>
                  <a:pt x="176338" y="49457"/>
                </a:lnTo>
                <a:lnTo>
                  <a:pt x="175207" y="49971"/>
                </a:lnTo>
                <a:lnTo>
                  <a:pt x="174179" y="50691"/>
                </a:lnTo>
                <a:lnTo>
                  <a:pt x="173253" y="51514"/>
                </a:lnTo>
                <a:lnTo>
                  <a:pt x="172534" y="52542"/>
                </a:lnTo>
                <a:lnTo>
                  <a:pt x="171917" y="53673"/>
                </a:lnTo>
                <a:lnTo>
                  <a:pt x="171608" y="54907"/>
                </a:lnTo>
                <a:lnTo>
                  <a:pt x="171506" y="55729"/>
                </a:lnTo>
                <a:lnTo>
                  <a:pt x="171403" y="56449"/>
                </a:lnTo>
                <a:lnTo>
                  <a:pt x="171403" y="58197"/>
                </a:lnTo>
                <a:lnTo>
                  <a:pt x="171197" y="59945"/>
                </a:lnTo>
                <a:lnTo>
                  <a:pt x="170786" y="61693"/>
                </a:lnTo>
                <a:lnTo>
                  <a:pt x="170374" y="63338"/>
                </a:lnTo>
                <a:lnTo>
                  <a:pt x="169758" y="64983"/>
                </a:lnTo>
                <a:lnTo>
                  <a:pt x="168935" y="66525"/>
                </a:lnTo>
                <a:lnTo>
                  <a:pt x="168112" y="67965"/>
                </a:lnTo>
                <a:lnTo>
                  <a:pt x="167187" y="69404"/>
                </a:lnTo>
                <a:lnTo>
                  <a:pt x="166159" y="70638"/>
                </a:lnTo>
                <a:lnTo>
                  <a:pt x="165028" y="71872"/>
                </a:lnTo>
                <a:lnTo>
                  <a:pt x="163794" y="73003"/>
                </a:lnTo>
                <a:lnTo>
                  <a:pt x="162457" y="74031"/>
                </a:lnTo>
                <a:lnTo>
                  <a:pt x="161018" y="74957"/>
                </a:lnTo>
                <a:lnTo>
                  <a:pt x="159578" y="75779"/>
                </a:lnTo>
                <a:lnTo>
                  <a:pt x="158036" y="76499"/>
                </a:lnTo>
                <a:lnTo>
                  <a:pt x="156494" y="77013"/>
                </a:lnTo>
                <a:lnTo>
                  <a:pt x="154849" y="77527"/>
                </a:lnTo>
                <a:lnTo>
                  <a:pt x="153203" y="77836"/>
                </a:lnTo>
                <a:lnTo>
                  <a:pt x="151558" y="78041"/>
                </a:lnTo>
                <a:lnTo>
                  <a:pt x="149810" y="78144"/>
                </a:lnTo>
                <a:lnTo>
                  <a:pt x="147651" y="78041"/>
                </a:lnTo>
                <a:lnTo>
                  <a:pt x="145492" y="77733"/>
                </a:lnTo>
                <a:lnTo>
                  <a:pt x="143435" y="77219"/>
                </a:lnTo>
                <a:lnTo>
                  <a:pt x="141482" y="76499"/>
                </a:lnTo>
                <a:lnTo>
                  <a:pt x="139631" y="75574"/>
                </a:lnTo>
                <a:lnTo>
                  <a:pt x="137780" y="74443"/>
                </a:lnTo>
                <a:lnTo>
                  <a:pt x="136032" y="73209"/>
                </a:lnTo>
                <a:lnTo>
                  <a:pt x="134490" y="71769"/>
                </a:lnTo>
                <a:lnTo>
                  <a:pt x="133667" y="70844"/>
                </a:lnTo>
                <a:lnTo>
                  <a:pt x="132845" y="69919"/>
                </a:lnTo>
                <a:lnTo>
                  <a:pt x="132022" y="68890"/>
                </a:lnTo>
                <a:lnTo>
                  <a:pt x="131405" y="67862"/>
                </a:lnTo>
                <a:lnTo>
                  <a:pt x="130788" y="66731"/>
                </a:lnTo>
                <a:lnTo>
                  <a:pt x="130171" y="65703"/>
                </a:lnTo>
                <a:lnTo>
                  <a:pt x="129657" y="64469"/>
                </a:lnTo>
                <a:lnTo>
                  <a:pt x="129246" y="63338"/>
                </a:lnTo>
                <a:lnTo>
                  <a:pt x="128732" y="61693"/>
                </a:lnTo>
                <a:lnTo>
                  <a:pt x="128423" y="59945"/>
                </a:lnTo>
                <a:lnTo>
                  <a:pt x="128218" y="58197"/>
                </a:lnTo>
                <a:lnTo>
                  <a:pt x="128115" y="56449"/>
                </a:lnTo>
                <a:lnTo>
                  <a:pt x="128115" y="55729"/>
                </a:lnTo>
                <a:lnTo>
                  <a:pt x="128012" y="54907"/>
                </a:lnTo>
                <a:lnTo>
                  <a:pt x="127601" y="53673"/>
                </a:lnTo>
                <a:lnTo>
                  <a:pt x="127087" y="52542"/>
                </a:lnTo>
                <a:lnTo>
                  <a:pt x="126264" y="51514"/>
                </a:lnTo>
                <a:lnTo>
                  <a:pt x="125442" y="50691"/>
                </a:lnTo>
                <a:lnTo>
                  <a:pt x="124413" y="49971"/>
                </a:lnTo>
                <a:lnTo>
                  <a:pt x="123180" y="49457"/>
                </a:lnTo>
                <a:lnTo>
                  <a:pt x="121946" y="49046"/>
                </a:lnTo>
                <a:lnTo>
                  <a:pt x="120609" y="48943"/>
                </a:lnTo>
                <a:lnTo>
                  <a:pt x="119272" y="49046"/>
                </a:lnTo>
                <a:lnTo>
                  <a:pt x="118039" y="49457"/>
                </a:lnTo>
                <a:lnTo>
                  <a:pt x="116908" y="49971"/>
                </a:lnTo>
                <a:lnTo>
                  <a:pt x="115879" y="50691"/>
                </a:lnTo>
                <a:lnTo>
                  <a:pt x="114954" y="51514"/>
                </a:lnTo>
                <a:lnTo>
                  <a:pt x="114234" y="52542"/>
                </a:lnTo>
                <a:lnTo>
                  <a:pt x="113617" y="53673"/>
                </a:lnTo>
                <a:lnTo>
                  <a:pt x="113309" y="54907"/>
                </a:lnTo>
                <a:lnTo>
                  <a:pt x="113206" y="55729"/>
                </a:lnTo>
                <a:lnTo>
                  <a:pt x="113103" y="56449"/>
                </a:lnTo>
                <a:lnTo>
                  <a:pt x="113103" y="58197"/>
                </a:lnTo>
                <a:lnTo>
                  <a:pt x="112898" y="59945"/>
                </a:lnTo>
                <a:lnTo>
                  <a:pt x="112486" y="61693"/>
                </a:lnTo>
                <a:lnTo>
                  <a:pt x="112075" y="63338"/>
                </a:lnTo>
                <a:lnTo>
                  <a:pt x="111458" y="64983"/>
                </a:lnTo>
                <a:lnTo>
                  <a:pt x="110635" y="66525"/>
                </a:lnTo>
                <a:lnTo>
                  <a:pt x="109813" y="67965"/>
                </a:lnTo>
                <a:lnTo>
                  <a:pt x="108887" y="69404"/>
                </a:lnTo>
                <a:lnTo>
                  <a:pt x="107859" y="70638"/>
                </a:lnTo>
                <a:lnTo>
                  <a:pt x="106728" y="71872"/>
                </a:lnTo>
                <a:lnTo>
                  <a:pt x="105494" y="73003"/>
                </a:lnTo>
                <a:lnTo>
                  <a:pt x="104158" y="74031"/>
                </a:lnTo>
                <a:lnTo>
                  <a:pt x="102718" y="74957"/>
                </a:lnTo>
                <a:lnTo>
                  <a:pt x="101279" y="75779"/>
                </a:lnTo>
                <a:lnTo>
                  <a:pt x="99736" y="76499"/>
                </a:lnTo>
                <a:lnTo>
                  <a:pt x="98194" y="77013"/>
                </a:lnTo>
                <a:lnTo>
                  <a:pt x="96549" y="77527"/>
                </a:lnTo>
                <a:lnTo>
                  <a:pt x="94904" y="77836"/>
                </a:lnTo>
                <a:lnTo>
                  <a:pt x="93259" y="78041"/>
                </a:lnTo>
                <a:lnTo>
                  <a:pt x="91511" y="78144"/>
                </a:lnTo>
                <a:lnTo>
                  <a:pt x="89763" y="78041"/>
                </a:lnTo>
                <a:lnTo>
                  <a:pt x="88015" y="77836"/>
                </a:lnTo>
                <a:lnTo>
                  <a:pt x="86370" y="77527"/>
                </a:lnTo>
                <a:lnTo>
                  <a:pt x="84725" y="77013"/>
                </a:lnTo>
                <a:lnTo>
                  <a:pt x="83182" y="76499"/>
                </a:lnTo>
                <a:lnTo>
                  <a:pt x="81640" y="75779"/>
                </a:lnTo>
                <a:lnTo>
                  <a:pt x="80200" y="74957"/>
                </a:lnTo>
                <a:lnTo>
                  <a:pt x="78864" y="74031"/>
                </a:lnTo>
                <a:lnTo>
                  <a:pt x="77527" y="73003"/>
                </a:lnTo>
                <a:lnTo>
                  <a:pt x="76293" y="71872"/>
                </a:lnTo>
                <a:lnTo>
                  <a:pt x="75162" y="70638"/>
                </a:lnTo>
                <a:lnTo>
                  <a:pt x="74134" y="69404"/>
                </a:lnTo>
                <a:lnTo>
                  <a:pt x="73106" y="67965"/>
                </a:lnTo>
                <a:lnTo>
                  <a:pt x="72283" y="66525"/>
                </a:lnTo>
                <a:lnTo>
                  <a:pt x="71563" y="64983"/>
                </a:lnTo>
                <a:lnTo>
                  <a:pt x="70947" y="63338"/>
                </a:lnTo>
                <a:lnTo>
                  <a:pt x="70432" y="61693"/>
                </a:lnTo>
                <a:lnTo>
                  <a:pt x="70124" y="59945"/>
                </a:lnTo>
                <a:lnTo>
                  <a:pt x="69918" y="58197"/>
                </a:lnTo>
                <a:lnTo>
                  <a:pt x="69815" y="56449"/>
                </a:lnTo>
                <a:lnTo>
                  <a:pt x="69815" y="55729"/>
                </a:lnTo>
                <a:lnTo>
                  <a:pt x="69713" y="54907"/>
                </a:lnTo>
                <a:lnTo>
                  <a:pt x="69507" y="54187"/>
                </a:lnTo>
                <a:lnTo>
                  <a:pt x="69199" y="53570"/>
                </a:lnTo>
                <a:lnTo>
                  <a:pt x="68890" y="52850"/>
                </a:lnTo>
                <a:lnTo>
                  <a:pt x="68582" y="52233"/>
                </a:lnTo>
                <a:lnTo>
                  <a:pt x="68170" y="51719"/>
                </a:lnTo>
                <a:lnTo>
                  <a:pt x="67656" y="51205"/>
                </a:lnTo>
                <a:lnTo>
                  <a:pt x="67142" y="50691"/>
                </a:lnTo>
                <a:lnTo>
                  <a:pt x="66525" y="50280"/>
                </a:lnTo>
                <a:lnTo>
                  <a:pt x="65908" y="49868"/>
                </a:lnTo>
                <a:lnTo>
                  <a:pt x="65291" y="49560"/>
                </a:lnTo>
                <a:lnTo>
                  <a:pt x="64572" y="49354"/>
                </a:lnTo>
                <a:lnTo>
                  <a:pt x="63852" y="49149"/>
                </a:lnTo>
                <a:lnTo>
                  <a:pt x="63132" y="49046"/>
                </a:lnTo>
                <a:lnTo>
                  <a:pt x="62310" y="48943"/>
                </a:lnTo>
                <a:lnTo>
                  <a:pt x="61590" y="49046"/>
                </a:lnTo>
                <a:lnTo>
                  <a:pt x="60870" y="49149"/>
                </a:lnTo>
                <a:lnTo>
                  <a:pt x="60150" y="49354"/>
                </a:lnTo>
                <a:lnTo>
                  <a:pt x="59431" y="49560"/>
                </a:lnTo>
                <a:lnTo>
                  <a:pt x="58814" y="49868"/>
                </a:lnTo>
                <a:lnTo>
                  <a:pt x="58197" y="50280"/>
                </a:lnTo>
                <a:lnTo>
                  <a:pt x="57580" y="50691"/>
                </a:lnTo>
                <a:lnTo>
                  <a:pt x="57066" y="51205"/>
                </a:lnTo>
                <a:lnTo>
                  <a:pt x="56552" y="51719"/>
                </a:lnTo>
                <a:lnTo>
                  <a:pt x="56140" y="52233"/>
                </a:lnTo>
                <a:lnTo>
                  <a:pt x="55729" y="52850"/>
                </a:lnTo>
                <a:lnTo>
                  <a:pt x="55421" y="53570"/>
                </a:lnTo>
                <a:lnTo>
                  <a:pt x="55215" y="54187"/>
                </a:lnTo>
                <a:lnTo>
                  <a:pt x="55009" y="54907"/>
                </a:lnTo>
                <a:lnTo>
                  <a:pt x="54906" y="55729"/>
                </a:lnTo>
                <a:lnTo>
                  <a:pt x="54804" y="56449"/>
                </a:lnTo>
                <a:lnTo>
                  <a:pt x="54804" y="58197"/>
                </a:lnTo>
                <a:lnTo>
                  <a:pt x="54598" y="59945"/>
                </a:lnTo>
                <a:lnTo>
                  <a:pt x="54187" y="61693"/>
                </a:lnTo>
                <a:lnTo>
                  <a:pt x="53775" y="63338"/>
                </a:lnTo>
                <a:lnTo>
                  <a:pt x="53158" y="64983"/>
                </a:lnTo>
                <a:lnTo>
                  <a:pt x="52336" y="66525"/>
                </a:lnTo>
                <a:lnTo>
                  <a:pt x="51513" y="67965"/>
                </a:lnTo>
                <a:lnTo>
                  <a:pt x="50588" y="69404"/>
                </a:lnTo>
                <a:lnTo>
                  <a:pt x="49560" y="70638"/>
                </a:lnTo>
                <a:lnTo>
                  <a:pt x="48429" y="71872"/>
                </a:lnTo>
                <a:lnTo>
                  <a:pt x="47195" y="73003"/>
                </a:lnTo>
                <a:lnTo>
                  <a:pt x="45858" y="74031"/>
                </a:lnTo>
                <a:lnTo>
                  <a:pt x="44419" y="74957"/>
                </a:lnTo>
                <a:lnTo>
                  <a:pt x="42979" y="75779"/>
                </a:lnTo>
                <a:lnTo>
                  <a:pt x="41437" y="76499"/>
                </a:lnTo>
                <a:lnTo>
                  <a:pt x="39895" y="77013"/>
                </a:lnTo>
                <a:lnTo>
                  <a:pt x="38249" y="77527"/>
                </a:lnTo>
                <a:lnTo>
                  <a:pt x="36604" y="77836"/>
                </a:lnTo>
                <a:lnTo>
                  <a:pt x="34959" y="78041"/>
                </a:lnTo>
                <a:lnTo>
                  <a:pt x="33211" y="78144"/>
                </a:lnTo>
                <a:lnTo>
                  <a:pt x="20050" y="78144"/>
                </a:lnTo>
                <a:lnTo>
                  <a:pt x="19228" y="78041"/>
                </a:lnTo>
                <a:lnTo>
                  <a:pt x="18611" y="77939"/>
                </a:lnTo>
                <a:lnTo>
                  <a:pt x="17994" y="77630"/>
                </a:lnTo>
                <a:lnTo>
                  <a:pt x="17480" y="77425"/>
                </a:lnTo>
                <a:lnTo>
                  <a:pt x="16657" y="76808"/>
                </a:lnTo>
                <a:lnTo>
                  <a:pt x="16040" y="76191"/>
                </a:lnTo>
                <a:lnTo>
                  <a:pt x="15629" y="75471"/>
                </a:lnTo>
                <a:lnTo>
                  <a:pt x="15218" y="74546"/>
                </a:lnTo>
                <a:lnTo>
                  <a:pt x="15012" y="73929"/>
                </a:lnTo>
                <a:lnTo>
                  <a:pt x="15012" y="73312"/>
                </a:lnTo>
                <a:lnTo>
                  <a:pt x="15012" y="72592"/>
                </a:lnTo>
                <a:lnTo>
                  <a:pt x="15115" y="71872"/>
                </a:lnTo>
                <a:lnTo>
                  <a:pt x="28173" y="18816"/>
                </a:lnTo>
                <a:lnTo>
                  <a:pt x="28481" y="17994"/>
                </a:lnTo>
                <a:lnTo>
                  <a:pt x="28893" y="17274"/>
                </a:lnTo>
                <a:lnTo>
                  <a:pt x="29407" y="16554"/>
                </a:lnTo>
                <a:lnTo>
                  <a:pt x="30024" y="16040"/>
                </a:lnTo>
                <a:lnTo>
                  <a:pt x="30641" y="15629"/>
                </a:lnTo>
                <a:lnTo>
                  <a:pt x="31463" y="15218"/>
                </a:lnTo>
                <a:lnTo>
                  <a:pt x="32183" y="15012"/>
                </a:lnTo>
                <a:close/>
                <a:moveTo>
                  <a:pt x="178909" y="78658"/>
                </a:moveTo>
                <a:lnTo>
                  <a:pt x="180245" y="80304"/>
                </a:lnTo>
                <a:lnTo>
                  <a:pt x="181685" y="81846"/>
                </a:lnTo>
                <a:lnTo>
                  <a:pt x="183124" y="83285"/>
                </a:lnTo>
                <a:lnTo>
                  <a:pt x="184667" y="84622"/>
                </a:lnTo>
                <a:lnTo>
                  <a:pt x="186312" y="85959"/>
                </a:lnTo>
                <a:lnTo>
                  <a:pt x="188060" y="87090"/>
                </a:lnTo>
                <a:lnTo>
                  <a:pt x="189808" y="88221"/>
                </a:lnTo>
                <a:lnTo>
                  <a:pt x="191658" y="89249"/>
                </a:lnTo>
                <a:lnTo>
                  <a:pt x="193612" y="90072"/>
                </a:lnTo>
                <a:lnTo>
                  <a:pt x="195566" y="90894"/>
                </a:lnTo>
                <a:lnTo>
                  <a:pt x="197519" y="91511"/>
                </a:lnTo>
                <a:lnTo>
                  <a:pt x="199576" y="92025"/>
                </a:lnTo>
                <a:lnTo>
                  <a:pt x="201632" y="92539"/>
                </a:lnTo>
                <a:lnTo>
                  <a:pt x="203791" y="92848"/>
                </a:lnTo>
                <a:lnTo>
                  <a:pt x="205951" y="93053"/>
                </a:lnTo>
                <a:lnTo>
                  <a:pt x="210475" y="93053"/>
                </a:lnTo>
                <a:lnTo>
                  <a:pt x="210475" y="189603"/>
                </a:lnTo>
                <a:lnTo>
                  <a:pt x="210372" y="190631"/>
                </a:lnTo>
                <a:lnTo>
                  <a:pt x="210166" y="191556"/>
                </a:lnTo>
                <a:lnTo>
                  <a:pt x="209652" y="192379"/>
                </a:lnTo>
                <a:lnTo>
                  <a:pt x="209035" y="193099"/>
                </a:lnTo>
                <a:lnTo>
                  <a:pt x="208315" y="193716"/>
                </a:lnTo>
                <a:lnTo>
                  <a:pt x="207493" y="194230"/>
                </a:lnTo>
                <a:lnTo>
                  <a:pt x="206465" y="194538"/>
                </a:lnTo>
                <a:lnTo>
                  <a:pt x="205436" y="194641"/>
                </a:lnTo>
                <a:lnTo>
                  <a:pt x="157316" y="194641"/>
                </a:lnTo>
                <a:lnTo>
                  <a:pt x="157316" y="137164"/>
                </a:lnTo>
                <a:lnTo>
                  <a:pt x="157213" y="135107"/>
                </a:lnTo>
                <a:lnTo>
                  <a:pt x="156905" y="133154"/>
                </a:lnTo>
                <a:lnTo>
                  <a:pt x="156391" y="131200"/>
                </a:lnTo>
                <a:lnTo>
                  <a:pt x="155671" y="129349"/>
                </a:lnTo>
                <a:lnTo>
                  <a:pt x="154849" y="127601"/>
                </a:lnTo>
                <a:lnTo>
                  <a:pt x="153820" y="125956"/>
                </a:lnTo>
                <a:lnTo>
                  <a:pt x="152689" y="124414"/>
                </a:lnTo>
                <a:lnTo>
                  <a:pt x="151455" y="122974"/>
                </a:lnTo>
                <a:lnTo>
                  <a:pt x="150016" y="121741"/>
                </a:lnTo>
                <a:lnTo>
                  <a:pt x="148474" y="120609"/>
                </a:lnTo>
                <a:lnTo>
                  <a:pt x="146828" y="119581"/>
                </a:lnTo>
                <a:lnTo>
                  <a:pt x="145081" y="118759"/>
                </a:lnTo>
                <a:lnTo>
                  <a:pt x="143230" y="118039"/>
                </a:lnTo>
                <a:lnTo>
                  <a:pt x="141276" y="117525"/>
                </a:lnTo>
                <a:lnTo>
                  <a:pt x="139323" y="117216"/>
                </a:lnTo>
                <a:lnTo>
                  <a:pt x="137266" y="117114"/>
                </a:lnTo>
                <a:lnTo>
                  <a:pt x="104055" y="117114"/>
                </a:lnTo>
                <a:lnTo>
                  <a:pt x="101998" y="117216"/>
                </a:lnTo>
                <a:lnTo>
                  <a:pt x="100045" y="117525"/>
                </a:lnTo>
                <a:lnTo>
                  <a:pt x="98091" y="118039"/>
                </a:lnTo>
                <a:lnTo>
                  <a:pt x="96241" y="118759"/>
                </a:lnTo>
                <a:lnTo>
                  <a:pt x="94493" y="119581"/>
                </a:lnTo>
                <a:lnTo>
                  <a:pt x="92847" y="120609"/>
                </a:lnTo>
                <a:lnTo>
                  <a:pt x="91305" y="121741"/>
                </a:lnTo>
                <a:lnTo>
                  <a:pt x="89866" y="122974"/>
                </a:lnTo>
                <a:lnTo>
                  <a:pt x="88632" y="124414"/>
                </a:lnTo>
                <a:lnTo>
                  <a:pt x="87398" y="125956"/>
                </a:lnTo>
                <a:lnTo>
                  <a:pt x="86473" y="127601"/>
                </a:lnTo>
                <a:lnTo>
                  <a:pt x="85547" y="129349"/>
                </a:lnTo>
                <a:lnTo>
                  <a:pt x="84930" y="131200"/>
                </a:lnTo>
                <a:lnTo>
                  <a:pt x="84416" y="133154"/>
                </a:lnTo>
                <a:lnTo>
                  <a:pt x="84108" y="135107"/>
                </a:lnTo>
                <a:lnTo>
                  <a:pt x="84005" y="137164"/>
                </a:lnTo>
                <a:lnTo>
                  <a:pt x="84005" y="194641"/>
                </a:lnTo>
                <a:lnTo>
                  <a:pt x="35782" y="194641"/>
                </a:lnTo>
                <a:lnTo>
                  <a:pt x="34754" y="194538"/>
                </a:lnTo>
                <a:lnTo>
                  <a:pt x="33828" y="194230"/>
                </a:lnTo>
                <a:lnTo>
                  <a:pt x="33006" y="193716"/>
                </a:lnTo>
                <a:lnTo>
                  <a:pt x="32183" y="193099"/>
                </a:lnTo>
                <a:lnTo>
                  <a:pt x="31566" y="192379"/>
                </a:lnTo>
                <a:lnTo>
                  <a:pt x="31155" y="191556"/>
                </a:lnTo>
                <a:lnTo>
                  <a:pt x="30846" y="190631"/>
                </a:lnTo>
                <a:lnTo>
                  <a:pt x="30743" y="189603"/>
                </a:lnTo>
                <a:lnTo>
                  <a:pt x="30743" y="93053"/>
                </a:lnTo>
                <a:lnTo>
                  <a:pt x="35370" y="93053"/>
                </a:lnTo>
                <a:lnTo>
                  <a:pt x="37530" y="92848"/>
                </a:lnTo>
                <a:lnTo>
                  <a:pt x="39586" y="92539"/>
                </a:lnTo>
                <a:lnTo>
                  <a:pt x="41745" y="92025"/>
                </a:lnTo>
                <a:lnTo>
                  <a:pt x="43802" y="91511"/>
                </a:lnTo>
                <a:lnTo>
                  <a:pt x="45755" y="90894"/>
                </a:lnTo>
                <a:lnTo>
                  <a:pt x="47709" y="90072"/>
                </a:lnTo>
                <a:lnTo>
                  <a:pt x="49560" y="89249"/>
                </a:lnTo>
                <a:lnTo>
                  <a:pt x="51411" y="88221"/>
                </a:lnTo>
                <a:lnTo>
                  <a:pt x="53158" y="87090"/>
                </a:lnTo>
                <a:lnTo>
                  <a:pt x="54906" y="85959"/>
                </a:lnTo>
                <a:lnTo>
                  <a:pt x="56552" y="84622"/>
                </a:lnTo>
                <a:lnTo>
                  <a:pt x="58094" y="83285"/>
                </a:lnTo>
                <a:lnTo>
                  <a:pt x="59636" y="81846"/>
                </a:lnTo>
                <a:lnTo>
                  <a:pt x="60973" y="80304"/>
                </a:lnTo>
                <a:lnTo>
                  <a:pt x="62310" y="78658"/>
                </a:lnTo>
                <a:lnTo>
                  <a:pt x="63646" y="80304"/>
                </a:lnTo>
                <a:lnTo>
                  <a:pt x="65086" y="81846"/>
                </a:lnTo>
                <a:lnTo>
                  <a:pt x="66525" y="83285"/>
                </a:lnTo>
                <a:lnTo>
                  <a:pt x="68170" y="84622"/>
                </a:lnTo>
                <a:lnTo>
                  <a:pt x="69713" y="85959"/>
                </a:lnTo>
                <a:lnTo>
                  <a:pt x="71461" y="87090"/>
                </a:lnTo>
                <a:lnTo>
                  <a:pt x="73209" y="88221"/>
                </a:lnTo>
                <a:lnTo>
                  <a:pt x="75059" y="89249"/>
                </a:lnTo>
                <a:lnTo>
                  <a:pt x="77013" y="90072"/>
                </a:lnTo>
                <a:lnTo>
                  <a:pt x="78967" y="90894"/>
                </a:lnTo>
                <a:lnTo>
                  <a:pt x="80920" y="91511"/>
                </a:lnTo>
                <a:lnTo>
                  <a:pt x="82977" y="92025"/>
                </a:lnTo>
                <a:lnTo>
                  <a:pt x="85033" y="92539"/>
                </a:lnTo>
                <a:lnTo>
                  <a:pt x="87192" y="92848"/>
                </a:lnTo>
                <a:lnTo>
                  <a:pt x="89351" y="93053"/>
                </a:lnTo>
                <a:lnTo>
                  <a:pt x="93670" y="93053"/>
                </a:lnTo>
                <a:lnTo>
                  <a:pt x="95829" y="92848"/>
                </a:lnTo>
                <a:lnTo>
                  <a:pt x="97988" y="92539"/>
                </a:lnTo>
                <a:lnTo>
                  <a:pt x="100045" y="92025"/>
                </a:lnTo>
                <a:lnTo>
                  <a:pt x="102101" y="91511"/>
                </a:lnTo>
                <a:lnTo>
                  <a:pt x="104055" y="90894"/>
                </a:lnTo>
                <a:lnTo>
                  <a:pt x="106009" y="90072"/>
                </a:lnTo>
                <a:lnTo>
                  <a:pt x="107859" y="89249"/>
                </a:lnTo>
                <a:lnTo>
                  <a:pt x="109710" y="88221"/>
                </a:lnTo>
                <a:lnTo>
                  <a:pt x="111561" y="87090"/>
                </a:lnTo>
                <a:lnTo>
                  <a:pt x="113206" y="85959"/>
                </a:lnTo>
                <a:lnTo>
                  <a:pt x="114851" y="84622"/>
                </a:lnTo>
                <a:lnTo>
                  <a:pt x="116393" y="83285"/>
                </a:lnTo>
                <a:lnTo>
                  <a:pt x="117936" y="81846"/>
                </a:lnTo>
                <a:lnTo>
                  <a:pt x="119375" y="80304"/>
                </a:lnTo>
                <a:lnTo>
                  <a:pt x="120609" y="78658"/>
                </a:lnTo>
                <a:lnTo>
                  <a:pt x="122254" y="80509"/>
                </a:lnTo>
                <a:lnTo>
                  <a:pt x="123899" y="82360"/>
                </a:lnTo>
                <a:lnTo>
                  <a:pt x="125236" y="83594"/>
                </a:lnTo>
                <a:lnTo>
                  <a:pt x="126573" y="84828"/>
                </a:lnTo>
                <a:lnTo>
                  <a:pt x="128012" y="85856"/>
                </a:lnTo>
                <a:lnTo>
                  <a:pt x="129452" y="86987"/>
                </a:lnTo>
                <a:lnTo>
                  <a:pt x="130994" y="87912"/>
                </a:lnTo>
                <a:lnTo>
                  <a:pt x="132536" y="88735"/>
                </a:lnTo>
                <a:lnTo>
                  <a:pt x="134079" y="89557"/>
                </a:lnTo>
                <a:lnTo>
                  <a:pt x="135724" y="90277"/>
                </a:lnTo>
                <a:lnTo>
                  <a:pt x="137369" y="90894"/>
                </a:lnTo>
                <a:lnTo>
                  <a:pt x="139117" y="91511"/>
                </a:lnTo>
                <a:lnTo>
                  <a:pt x="140865" y="92025"/>
                </a:lnTo>
                <a:lnTo>
                  <a:pt x="142613" y="92334"/>
                </a:lnTo>
                <a:lnTo>
                  <a:pt x="144361" y="92642"/>
                </a:lnTo>
                <a:lnTo>
                  <a:pt x="146109" y="92848"/>
                </a:lnTo>
                <a:lnTo>
                  <a:pt x="147959" y="93053"/>
                </a:lnTo>
                <a:lnTo>
                  <a:pt x="151970" y="93053"/>
                </a:lnTo>
                <a:lnTo>
                  <a:pt x="154129" y="92848"/>
                </a:lnTo>
                <a:lnTo>
                  <a:pt x="156185" y="92539"/>
                </a:lnTo>
                <a:lnTo>
                  <a:pt x="158344" y="92025"/>
                </a:lnTo>
                <a:lnTo>
                  <a:pt x="160298" y="91511"/>
                </a:lnTo>
                <a:lnTo>
                  <a:pt x="162354" y="90894"/>
                </a:lnTo>
                <a:lnTo>
                  <a:pt x="164308" y="90072"/>
                </a:lnTo>
                <a:lnTo>
                  <a:pt x="166159" y="89249"/>
                </a:lnTo>
                <a:lnTo>
                  <a:pt x="168010" y="88221"/>
                </a:lnTo>
                <a:lnTo>
                  <a:pt x="169758" y="87090"/>
                </a:lnTo>
                <a:lnTo>
                  <a:pt x="171506" y="85959"/>
                </a:lnTo>
                <a:lnTo>
                  <a:pt x="173151" y="84622"/>
                </a:lnTo>
                <a:lnTo>
                  <a:pt x="174693" y="83285"/>
                </a:lnTo>
                <a:lnTo>
                  <a:pt x="176235" y="81846"/>
                </a:lnTo>
                <a:lnTo>
                  <a:pt x="177572" y="80304"/>
                </a:lnTo>
                <a:lnTo>
                  <a:pt x="178909" y="78658"/>
                </a:lnTo>
                <a:close/>
                <a:moveTo>
                  <a:pt x="33108" y="0"/>
                </a:moveTo>
                <a:lnTo>
                  <a:pt x="31360" y="103"/>
                </a:lnTo>
                <a:lnTo>
                  <a:pt x="29715" y="308"/>
                </a:lnTo>
                <a:lnTo>
                  <a:pt x="28070" y="617"/>
                </a:lnTo>
                <a:lnTo>
                  <a:pt x="26425" y="1131"/>
                </a:lnTo>
                <a:lnTo>
                  <a:pt x="24883" y="1748"/>
                </a:lnTo>
                <a:lnTo>
                  <a:pt x="23443" y="2468"/>
                </a:lnTo>
                <a:lnTo>
                  <a:pt x="22004" y="3290"/>
                </a:lnTo>
                <a:lnTo>
                  <a:pt x="20770" y="4216"/>
                </a:lnTo>
                <a:lnTo>
                  <a:pt x="19433" y="5347"/>
                </a:lnTo>
                <a:lnTo>
                  <a:pt x="18302" y="6478"/>
                </a:lnTo>
                <a:lnTo>
                  <a:pt x="17274" y="7712"/>
                </a:lnTo>
                <a:lnTo>
                  <a:pt x="16349" y="9048"/>
                </a:lnTo>
                <a:lnTo>
                  <a:pt x="15423" y="10488"/>
                </a:lnTo>
                <a:lnTo>
                  <a:pt x="14703" y="12030"/>
                </a:lnTo>
                <a:lnTo>
                  <a:pt x="14086" y="13572"/>
                </a:lnTo>
                <a:lnTo>
                  <a:pt x="13675" y="15218"/>
                </a:lnTo>
                <a:lnTo>
                  <a:pt x="617" y="68273"/>
                </a:lnTo>
                <a:lnTo>
                  <a:pt x="308" y="69404"/>
                </a:lnTo>
                <a:lnTo>
                  <a:pt x="206" y="70535"/>
                </a:lnTo>
                <a:lnTo>
                  <a:pt x="0" y="71667"/>
                </a:lnTo>
                <a:lnTo>
                  <a:pt x="0" y="72798"/>
                </a:lnTo>
                <a:lnTo>
                  <a:pt x="0" y="73929"/>
                </a:lnTo>
                <a:lnTo>
                  <a:pt x="103" y="75060"/>
                </a:lnTo>
                <a:lnTo>
                  <a:pt x="206" y="76191"/>
                </a:lnTo>
                <a:lnTo>
                  <a:pt x="411" y="77219"/>
                </a:lnTo>
                <a:lnTo>
                  <a:pt x="720" y="78350"/>
                </a:lnTo>
                <a:lnTo>
                  <a:pt x="1028" y="79481"/>
                </a:lnTo>
                <a:lnTo>
                  <a:pt x="1439" y="80509"/>
                </a:lnTo>
                <a:lnTo>
                  <a:pt x="1851" y="81537"/>
                </a:lnTo>
                <a:lnTo>
                  <a:pt x="2365" y="82566"/>
                </a:lnTo>
                <a:lnTo>
                  <a:pt x="2982" y="83491"/>
                </a:lnTo>
                <a:lnTo>
                  <a:pt x="3599" y="84519"/>
                </a:lnTo>
                <a:lnTo>
                  <a:pt x="4318" y="85445"/>
                </a:lnTo>
                <a:lnTo>
                  <a:pt x="5450" y="86781"/>
                </a:lnTo>
                <a:lnTo>
                  <a:pt x="6683" y="88015"/>
                </a:lnTo>
                <a:lnTo>
                  <a:pt x="8020" y="89043"/>
                </a:lnTo>
                <a:lnTo>
                  <a:pt x="9460" y="90072"/>
                </a:lnTo>
                <a:lnTo>
                  <a:pt x="10899" y="90894"/>
                </a:lnTo>
                <a:lnTo>
                  <a:pt x="12441" y="91614"/>
                </a:lnTo>
                <a:lnTo>
                  <a:pt x="14086" y="92231"/>
                </a:lnTo>
                <a:lnTo>
                  <a:pt x="15732" y="92642"/>
                </a:lnTo>
                <a:lnTo>
                  <a:pt x="15732" y="189603"/>
                </a:lnTo>
                <a:lnTo>
                  <a:pt x="15834" y="191659"/>
                </a:lnTo>
                <a:lnTo>
                  <a:pt x="16143" y="193613"/>
                </a:lnTo>
                <a:lnTo>
                  <a:pt x="16657" y="195463"/>
                </a:lnTo>
                <a:lnTo>
                  <a:pt x="17377" y="197314"/>
                </a:lnTo>
                <a:lnTo>
                  <a:pt x="18199" y="199062"/>
                </a:lnTo>
                <a:lnTo>
                  <a:pt x="19228" y="200707"/>
                </a:lnTo>
                <a:lnTo>
                  <a:pt x="20359" y="202250"/>
                </a:lnTo>
                <a:lnTo>
                  <a:pt x="21592" y="203689"/>
                </a:lnTo>
                <a:lnTo>
                  <a:pt x="23032" y="205026"/>
                </a:lnTo>
                <a:lnTo>
                  <a:pt x="24574" y="206157"/>
                </a:lnTo>
                <a:lnTo>
                  <a:pt x="26219" y="207185"/>
                </a:lnTo>
                <a:lnTo>
                  <a:pt x="27967" y="208008"/>
                </a:lnTo>
                <a:lnTo>
                  <a:pt x="29818" y="208727"/>
                </a:lnTo>
                <a:lnTo>
                  <a:pt x="31772" y="209139"/>
                </a:lnTo>
                <a:lnTo>
                  <a:pt x="33725" y="209447"/>
                </a:lnTo>
                <a:lnTo>
                  <a:pt x="35782" y="209550"/>
                </a:lnTo>
                <a:lnTo>
                  <a:pt x="92230" y="209550"/>
                </a:lnTo>
                <a:lnTo>
                  <a:pt x="93053" y="209447"/>
                </a:lnTo>
                <a:lnTo>
                  <a:pt x="93773" y="209242"/>
                </a:lnTo>
                <a:lnTo>
                  <a:pt x="94390" y="209036"/>
                </a:lnTo>
                <a:lnTo>
                  <a:pt x="95109" y="208625"/>
                </a:lnTo>
                <a:lnTo>
                  <a:pt x="95726" y="208316"/>
                </a:lnTo>
                <a:lnTo>
                  <a:pt x="96241" y="207905"/>
                </a:lnTo>
                <a:lnTo>
                  <a:pt x="96755" y="207391"/>
                </a:lnTo>
                <a:lnTo>
                  <a:pt x="97269" y="206877"/>
                </a:lnTo>
                <a:lnTo>
                  <a:pt x="97680" y="206260"/>
                </a:lnTo>
                <a:lnTo>
                  <a:pt x="98091" y="205643"/>
                </a:lnTo>
                <a:lnTo>
                  <a:pt x="98400" y="205026"/>
                </a:lnTo>
                <a:lnTo>
                  <a:pt x="98605" y="204306"/>
                </a:lnTo>
                <a:lnTo>
                  <a:pt x="98811" y="203586"/>
                </a:lnTo>
                <a:lnTo>
                  <a:pt x="98914" y="202867"/>
                </a:lnTo>
                <a:lnTo>
                  <a:pt x="99017" y="202044"/>
                </a:lnTo>
                <a:lnTo>
                  <a:pt x="99017" y="137164"/>
                </a:lnTo>
                <a:lnTo>
                  <a:pt x="99119" y="136136"/>
                </a:lnTo>
                <a:lnTo>
                  <a:pt x="99428" y="135210"/>
                </a:lnTo>
                <a:lnTo>
                  <a:pt x="99839" y="134388"/>
                </a:lnTo>
                <a:lnTo>
                  <a:pt x="100456" y="133565"/>
                </a:lnTo>
                <a:lnTo>
                  <a:pt x="101176" y="132948"/>
                </a:lnTo>
                <a:lnTo>
                  <a:pt x="102101" y="132537"/>
                </a:lnTo>
                <a:lnTo>
                  <a:pt x="103027" y="132228"/>
                </a:lnTo>
                <a:lnTo>
                  <a:pt x="104055" y="132125"/>
                </a:lnTo>
                <a:lnTo>
                  <a:pt x="137266" y="132125"/>
                </a:lnTo>
                <a:lnTo>
                  <a:pt x="138294" y="132228"/>
                </a:lnTo>
                <a:lnTo>
                  <a:pt x="139220" y="132537"/>
                </a:lnTo>
                <a:lnTo>
                  <a:pt x="140042" y="132948"/>
                </a:lnTo>
                <a:lnTo>
                  <a:pt x="140865" y="133565"/>
                </a:lnTo>
                <a:lnTo>
                  <a:pt x="141482" y="134388"/>
                </a:lnTo>
                <a:lnTo>
                  <a:pt x="141893" y="135210"/>
                </a:lnTo>
                <a:lnTo>
                  <a:pt x="142202" y="136136"/>
                </a:lnTo>
                <a:lnTo>
                  <a:pt x="142304" y="137164"/>
                </a:lnTo>
                <a:lnTo>
                  <a:pt x="142304" y="202044"/>
                </a:lnTo>
                <a:lnTo>
                  <a:pt x="142304" y="202867"/>
                </a:lnTo>
                <a:lnTo>
                  <a:pt x="142407" y="203586"/>
                </a:lnTo>
                <a:lnTo>
                  <a:pt x="142613" y="204306"/>
                </a:lnTo>
                <a:lnTo>
                  <a:pt x="142921" y="205026"/>
                </a:lnTo>
                <a:lnTo>
                  <a:pt x="143230" y="205643"/>
                </a:lnTo>
                <a:lnTo>
                  <a:pt x="143538" y="206260"/>
                </a:lnTo>
                <a:lnTo>
                  <a:pt x="144052" y="206877"/>
                </a:lnTo>
                <a:lnTo>
                  <a:pt x="144464" y="207391"/>
                </a:lnTo>
                <a:lnTo>
                  <a:pt x="144978" y="207905"/>
                </a:lnTo>
                <a:lnTo>
                  <a:pt x="145595" y="208316"/>
                </a:lnTo>
                <a:lnTo>
                  <a:pt x="146212" y="208625"/>
                </a:lnTo>
                <a:lnTo>
                  <a:pt x="146828" y="209036"/>
                </a:lnTo>
                <a:lnTo>
                  <a:pt x="147548" y="209242"/>
                </a:lnTo>
                <a:lnTo>
                  <a:pt x="148268" y="209447"/>
                </a:lnTo>
                <a:lnTo>
                  <a:pt x="148988" y="209550"/>
                </a:lnTo>
                <a:lnTo>
                  <a:pt x="205436" y="209550"/>
                </a:lnTo>
                <a:lnTo>
                  <a:pt x="207493" y="209447"/>
                </a:lnTo>
                <a:lnTo>
                  <a:pt x="209549" y="209139"/>
                </a:lnTo>
                <a:lnTo>
                  <a:pt x="211400" y="208727"/>
                </a:lnTo>
                <a:lnTo>
                  <a:pt x="213251" y="208008"/>
                </a:lnTo>
                <a:lnTo>
                  <a:pt x="214999" y="207185"/>
                </a:lnTo>
                <a:lnTo>
                  <a:pt x="216644" y="206157"/>
                </a:lnTo>
                <a:lnTo>
                  <a:pt x="218186" y="205026"/>
                </a:lnTo>
                <a:lnTo>
                  <a:pt x="219626" y="203689"/>
                </a:lnTo>
                <a:lnTo>
                  <a:pt x="220962" y="202250"/>
                </a:lnTo>
                <a:lnTo>
                  <a:pt x="222093" y="200707"/>
                </a:lnTo>
                <a:lnTo>
                  <a:pt x="223122" y="199062"/>
                </a:lnTo>
                <a:lnTo>
                  <a:pt x="223944" y="197314"/>
                </a:lnTo>
                <a:lnTo>
                  <a:pt x="224561" y="195463"/>
                </a:lnTo>
                <a:lnTo>
                  <a:pt x="225075" y="193613"/>
                </a:lnTo>
                <a:lnTo>
                  <a:pt x="225384" y="191659"/>
                </a:lnTo>
                <a:lnTo>
                  <a:pt x="225487" y="189603"/>
                </a:lnTo>
                <a:lnTo>
                  <a:pt x="225487" y="92642"/>
                </a:lnTo>
                <a:lnTo>
                  <a:pt x="227132" y="92231"/>
                </a:lnTo>
                <a:lnTo>
                  <a:pt x="228777" y="91614"/>
                </a:lnTo>
                <a:lnTo>
                  <a:pt x="230319" y="90894"/>
                </a:lnTo>
                <a:lnTo>
                  <a:pt x="231861" y="90072"/>
                </a:lnTo>
                <a:lnTo>
                  <a:pt x="233301" y="89043"/>
                </a:lnTo>
                <a:lnTo>
                  <a:pt x="234638" y="88015"/>
                </a:lnTo>
                <a:lnTo>
                  <a:pt x="235872" y="86781"/>
                </a:lnTo>
                <a:lnTo>
                  <a:pt x="237003" y="85445"/>
                </a:lnTo>
                <a:lnTo>
                  <a:pt x="237722" y="84519"/>
                </a:lnTo>
                <a:lnTo>
                  <a:pt x="238339" y="83491"/>
                </a:lnTo>
                <a:lnTo>
                  <a:pt x="238853" y="82566"/>
                </a:lnTo>
                <a:lnTo>
                  <a:pt x="239367" y="81537"/>
                </a:lnTo>
                <a:lnTo>
                  <a:pt x="239882" y="80509"/>
                </a:lnTo>
                <a:lnTo>
                  <a:pt x="240190" y="79481"/>
                </a:lnTo>
                <a:lnTo>
                  <a:pt x="240601" y="78350"/>
                </a:lnTo>
                <a:lnTo>
                  <a:pt x="240807" y="77219"/>
                </a:lnTo>
                <a:lnTo>
                  <a:pt x="241013" y="76191"/>
                </a:lnTo>
                <a:lnTo>
                  <a:pt x="241218" y="75060"/>
                </a:lnTo>
                <a:lnTo>
                  <a:pt x="241218" y="73929"/>
                </a:lnTo>
                <a:lnTo>
                  <a:pt x="241321" y="72798"/>
                </a:lnTo>
                <a:lnTo>
                  <a:pt x="241218" y="71667"/>
                </a:lnTo>
                <a:lnTo>
                  <a:pt x="241115" y="70535"/>
                </a:lnTo>
                <a:lnTo>
                  <a:pt x="240910" y="69404"/>
                </a:lnTo>
                <a:lnTo>
                  <a:pt x="240704" y="68273"/>
                </a:lnTo>
                <a:lnTo>
                  <a:pt x="227646" y="15218"/>
                </a:lnTo>
                <a:lnTo>
                  <a:pt x="227132" y="13572"/>
                </a:lnTo>
                <a:lnTo>
                  <a:pt x="226515" y="12030"/>
                </a:lnTo>
                <a:lnTo>
                  <a:pt x="225795" y="10488"/>
                </a:lnTo>
                <a:lnTo>
                  <a:pt x="224972" y="9048"/>
                </a:lnTo>
                <a:lnTo>
                  <a:pt x="224047" y="7712"/>
                </a:lnTo>
                <a:lnTo>
                  <a:pt x="222916" y="6478"/>
                </a:lnTo>
                <a:lnTo>
                  <a:pt x="221785" y="5347"/>
                </a:lnTo>
                <a:lnTo>
                  <a:pt x="220551" y="4216"/>
                </a:lnTo>
                <a:lnTo>
                  <a:pt x="219214" y="3290"/>
                </a:lnTo>
                <a:lnTo>
                  <a:pt x="217775" y="2468"/>
                </a:lnTo>
                <a:lnTo>
                  <a:pt x="216335" y="1748"/>
                </a:lnTo>
                <a:lnTo>
                  <a:pt x="214793" y="1131"/>
                </a:lnTo>
                <a:lnTo>
                  <a:pt x="213251" y="617"/>
                </a:lnTo>
                <a:lnTo>
                  <a:pt x="211606" y="308"/>
                </a:lnTo>
                <a:lnTo>
                  <a:pt x="209858" y="103"/>
                </a:lnTo>
                <a:lnTo>
                  <a:pt x="20821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682" name="Google Shape;2682;p169"/>
          <p:cNvGrpSpPr/>
          <p:nvPr/>
        </p:nvGrpSpPr>
        <p:grpSpPr>
          <a:xfrm>
            <a:off x="6809348" y="2320591"/>
            <a:ext cx="325187" cy="195338"/>
            <a:chOff x="3489775" y="2366300"/>
            <a:chExt cx="366325" cy="220050"/>
          </a:xfrm>
        </p:grpSpPr>
        <p:sp>
          <p:nvSpPr>
            <p:cNvPr id="2683" name="Google Shape;2683;p169"/>
            <p:cNvSpPr/>
            <p:nvPr/>
          </p:nvSpPr>
          <p:spPr>
            <a:xfrm>
              <a:off x="3583200" y="2455525"/>
              <a:ext cx="179500" cy="41575"/>
            </a:xfrm>
            <a:custGeom>
              <a:avLst/>
              <a:gdLst/>
              <a:ahLst/>
              <a:cxnLst/>
              <a:rect l="l" t="t" r="r" b="b"/>
              <a:pathLst>
                <a:path w="7180" h="1663" extrusionOk="0">
                  <a:moveTo>
                    <a:pt x="709" y="1"/>
                  </a:moveTo>
                  <a:lnTo>
                    <a:pt x="610" y="11"/>
                  </a:lnTo>
                  <a:lnTo>
                    <a:pt x="532" y="30"/>
                  </a:lnTo>
                  <a:lnTo>
                    <a:pt x="453" y="50"/>
                  </a:lnTo>
                  <a:lnTo>
                    <a:pt x="374" y="70"/>
                  </a:lnTo>
                  <a:lnTo>
                    <a:pt x="315" y="109"/>
                  </a:lnTo>
                  <a:lnTo>
                    <a:pt x="256" y="148"/>
                  </a:lnTo>
                  <a:lnTo>
                    <a:pt x="197" y="188"/>
                  </a:lnTo>
                  <a:lnTo>
                    <a:pt x="148" y="237"/>
                  </a:lnTo>
                  <a:lnTo>
                    <a:pt x="109" y="286"/>
                  </a:lnTo>
                  <a:lnTo>
                    <a:pt x="79" y="345"/>
                  </a:lnTo>
                  <a:lnTo>
                    <a:pt x="50" y="414"/>
                  </a:lnTo>
                  <a:lnTo>
                    <a:pt x="30" y="483"/>
                  </a:lnTo>
                  <a:lnTo>
                    <a:pt x="10" y="552"/>
                  </a:lnTo>
                  <a:lnTo>
                    <a:pt x="1" y="620"/>
                  </a:lnTo>
                  <a:lnTo>
                    <a:pt x="1" y="709"/>
                  </a:lnTo>
                  <a:lnTo>
                    <a:pt x="1" y="955"/>
                  </a:lnTo>
                  <a:lnTo>
                    <a:pt x="1" y="1033"/>
                  </a:lnTo>
                  <a:lnTo>
                    <a:pt x="10" y="1112"/>
                  </a:lnTo>
                  <a:lnTo>
                    <a:pt x="30" y="1181"/>
                  </a:lnTo>
                  <a:lnTo>
                    <a:pt x="50" y="1250"/>
                  </a:lnTo>
                  <a:lnTo>
                    <a:pt x="79" y="1319"/>
                  </a:lnTo>
                  <a:lnTo>
                    <a:pt x="109" y="1368"/>
                  </a:lnTo>
                  <a:lnTo>
                    <a:pt x="148" y="1427"/>
                  </a:lnTo>
                  <a:lnTo>
                    <a:pt x="197" y="1476"/>
                  </a:lnTo>
                  <a:lnTo>
                    <a:pt x="256" y="1515"/>
                  </a:lnTo>
                  <a:lnTo>
                    <a:pt x="315" y="1555"/>
                  </a:lnTo>
                  <a:lnTo>
                    <a:pt x="374" y="1584"/>
                  </a:lnTo>
                  <a:lnTo>
                    <a:pt x="453" y="1614"/>
                  </a:lnTo>
                  <a:lnTo>
                    <a:pt x="532" y="1633"/>
                  </a:lnTo>
                  <a:lnTo>
                    <a:pt x="610" y="1653"/>
                  </a:lnTo>
                  <a:lnTo>
                    <a:pt x="709" y="1663"/>
                  </a:lnTo>
                  <a:lnTo>
                    <a:pt x="905" y="1663"/>
                  </a:lnTo>
                  <a:lnTo>
                    <a:pt x="1004" y="1653"/>
                  </a:lnTo>
                  <a:lnTo>
                    <a:pt x="1082" y="1633"/>
                  </a:lnTo>
                  <a:lnTo>
                    <a:pt x="1161" y="1614"/>
                  </a:lnTo>
                  <a:lnTo>
                    <a:pt x="1240" y="1584"/>
                  </a:lnTo>
                  <a:lnTo>
                    <a:pt x="1299" y="1555"/>
                  </a:lnTo>
                  <a:lnTo>
                    <a:pt x="1358" y="1515"/>
                  </a:lnTo>
                  <a:lnTo>
                    <a:pt x="1417" y="1476"/>
                  </a:lnTo>
                  <a:lnTo>
                    <a:pt x="1466" y="1427"/>
                  </a:lnTo>
                  <a:lnTo>
                    <a:pt x="1505" y="1368"/>
                  </a:lnTo>
                  <a:lnTo>
                    <a:pt x="1535" y="1319"/>
                  </a:lnTo>
                  <a:lnTo>
                    <a:pt x="1564" y="1250"/>
                  </a:lnTo>
                  <a:lnTo>
                    <a:pt x="1584" y="1181"/>
                  </a:lnTo>
                  <a:lnTo>
                    <a:pt x="1604" y="1112"/>
                  </a:lnTo>
                  <a:lnTo>
                    <a:pt x="1604" y="1033"/>
                  </a:lnTo>
                  <a:lnTo>
                    <a:pt x="1613" y="955"/>
                  </a:lnTo>
                  <a:lnTo>
                    <a:pt x="1613" y="709"/>
                  </a:lnTo>
                  <a:lnTo>
                    <a:pt x="1604" y="620"/>
                  </a:lnTo>
                  <a:lnTo>
                    <a:pt x="1604" y="552"/>
                  </a:lnTo>
                  <a:lnTo>
                    <a:pt x="1584" y="483"/>
                  </a:lnTo>
                  <a:lnTo>
                    <a:pt x="1564" y="414"/>
                  </a:lnTo>
                  <a:lnTo>
                    <a:pt x="1535" y="345"/>
                  </a:lnTo>
                  <a:lnTo>
                    <a:pt x="1505" y="286"/>
                  </a:lnTo>
                  <a:lnTo>
                    <a:pt x="1466" y="237"/>
                  </a:lnTo>
                  <a:lnTo>
                    <a:pt x="1417" y="188"/>
                  </a:lnTo>
                  <a:lnTo>
                    <a:pt x="1358" y="148"/>
                  </a:lnTo>
                  <a:lnTo>
                    <a:pt x="1299" y="109"/>
                  </a:lnTo>
                  <a:lnTo>
                    <a:pt x="1240" y="70"/>
                  </a:lnTo>
                  <a:lnTo>
                    <a:pt x="1161" y="50"/>
                  </a:lnTo>
                  <a:lnTo>
                    <a:pt x="1082" y="30"/>
                  </a:lnTo>
                  <a:lnTo>
                    <a:pt x="1004" y="11"/>
                  </a:lnTo>
                  <a:lnTo>
                    <a:pt x="905" y="1"/>
                  </a:lnTo>
                  <a:close/>
                  <a:moveTo>
                    <a:pt x="3492" y="1"/>
                  </a:moveTo>
                  <a:lnTo>
                    <a:pt x="3403" y="11"/>
                  </a:lnTo>
                  <a:lnTo>
                    <a:pt x="3315" y="30"/>
                  </a:lnTo>
                  <a:lnTo>
                    <a:pt x="3236" y="50"/>
                  </a:lnTo>
                  <a:lnTo>
                    <a:pt x="3167" y="70"/>
                  </a:lnTo>
                  <a:lnTo>
                    <a:pt x="3098" y="109"/>
                  </a:lnTo>
                  <a:lnTo>
                    <a:pt x="3039" y="148"/>
                  </a:lnTo>
                  <a:lnTo>
                    <a:pt x="2980" y="188"/>
                  </a:lnTo>
                  <a:lnTo>
                    <a:pt x="2941" y="237"/>
                  </a:lnTo>
                  <a:lnTo>
                    <a:pt x="2902" y="286"/>
                  </a:lnTo>
                  <a:lnTo>
                    <a:pt x="2862" y="345"/>
                  </a:lnTo>
                  <a:lnTo>
                    <a:pt x="2833" y="414"/>
                  </a:lnTo>
                  <a:lnTo>
                    <a:pt x="2813" y="483"/>
                  </a:lnTo>
                  <a:lnTo>
                    <a:pt x="2803" y="552"/>
                  </a:lnTo>
                  <a:lnTo>
                    <a:pt x="2793" y="620"/>
                  </a:lnTo>
                  <a:lnTo>
                    <a:pt x="2784" y="709"/>
                  </a:lnTo>
                  <a:lnTo>
                    <a:pt x="2784" y="955"/>
                  </a:lnTo>
                  <a:lnTo>
                    <a:pt x="2793" y="1033"/>
                  </a:lnTo>
                  <a:lnTo>
                    <a:pt x="2803" y="1112"/>
                  </a:lnTo>
                  <a:lnTo>
                    <a:pt x="2813" y="1181"/>
                  </a:lnTo>
                  <a:lnTo>
                    <a:pt x="2833" y="1250"/>
                  </a:lnTo>
                  <a:lnTo>
                    <a:pt x="2862" y="1319"/>
                  </a:lnTo>
                  <a:lnTo>
                    <a:pt x="2902" y="1368"/>
                  </a:lnTo>
                  <a:lnTo>
                    <a:pt x="2941" y="1427"/>
                  </a:lnTo>
                  <a:lnTo>
                    <a:pt x="2980" y="1476"/>
                  </a:lnTo>
                  <a:lnTo>
                    <a:pt x="3039" y="1515"/>
                  </a:lnTo>
                  <a:lnTo>
                    <a:pt x="3098" y="1555"/>
                  </a:lnTo>
                  <a:lnTo>
                    <a:pt x="3167" y="1584"/>
                  </a:lnTo>
                  <a:lnTo>
                    <a:pt x="3236" y="1614"/>
                  </a:lnTo>
                  <a:lnTo>
                    <a:pt x="3315" y="1633"/>
                  </a:lnTo>
                  <a:lnTo>
                    <a:pt x="3403" y="1653"/>
                  </a:lnTo>
                  <a:lnTo>
                    <a:pt x="3492" y="1663"/>
                  </a:lnTo>
                  <a:lnTo>
                    <a:pt x="3688" y="1663"/>
                  </a:lnTo>
                  <a:lnTo>
                    <a:pt x="3787" y="1653"/>
                  </a:lnTo>
                  <a:lnTo>
                    <a:pt x="3875" y="1633"/>
                  </a:lnTo>
                  <a:lnTo>
                    <a:pt x="3954" y="1614"/>
                  </a:lnTo>
                  <a:lnTo>
                    <a:pt x="4023" y="1584"/>
                  </a:lnTo>
                  <a:lnTo>
                    <a:pt x="4091" y="1555"/>
                  </a:lnTo>
                  <a:lnTo>
                    <a:pt x="4150" y="1515"/>
                  </a:lnTo>
                  <a:lnTo>
                    <a:pt x="4200" y="1476"/>
                  </a:lnTo>
                  <a:lnTo>
                    <a:pt x="4249" y="1427"/>
                  </a:lnTo>
                  <a:lnTo>
                    <a:pt x="4288" y="1368"/>
                  </a:lnTo>
                  <a:lnTo>
                    <a:pt x="4318" y="1319"/>
                  </a:lnTo>
                  <a:lnTo>
                    <a:pt x="4347" y="1250"/>
                  </a:lnTo>
                  <a:lnTo>
                    <a:pt x="4367" y="1181"/>
                  </a:lnTo>
                  <a:lnTo>
                    <a:pt x="4386" y="1112"/>
                  </a:lnTo>
                  <a:lnTo>
                    <a:pt x="4396" y="1033"/>
                  </a:lnTo>
                  <a:lnTo>
                    <a:pt x="4396" y="955"/>
                  </a:lnTo>
                  <a:lnTo>
                    <a:pt x="4396" y="709"/>
                  </a:lnTo>
                  <a:lnTo>
                    <a:pt x="4396" y="620"/>
                  </a:lnTo>
                  <a:lnTo>
                    <a:pt x="4386" y="552"/>
                  </a:lnTo>
                  <a:lnTo>
                    <a:pt x="4367" y="483"/>
                  </a:lnTo>
                  <a:lnTo>
                    <a:pt x="4347" y="414"/>
                  </a:lnTo>
                  <a:lnTo>
                    <a:pt x="4318" y="345"/>
                  </a:lnTo>
                  <a:lnTo>
                    <a:pt x="4288" y="286"/>
                  </a:lnTo>
                  <a:lnTo>
                    <a:pt x="4249" y="237"/>
                  </a:lnTo>
                  <a:lnTo>
                    <a:pt x="4200" y="188"/>
                  </a:lnTo>
                  <a:lnTo>
                    <a:pt x="4150" y="148"/>
                  </a:lnTo>
                  <a:lnTo>
                    <a:pt x="4091" y="109"/>
                  </a:lnTo>
                  <a:lnTo>
                    <a:pt x="4023" y="70"/>
                  </a:lnTo>
                  <a:lnTo>
                    <a:pt x="3954" y="50"/>
                  </a:lnTo>
                  <a:lnTo>
                    <a:pt x="3875" y="30"/>
                  </a:lnTo>
                  <a:lnTo>
                    <a:pt x="3787" y="11"/>
                  </a:lnTo>
                  <a:lnTo>
                    <a:pt x="3688" y="1"/>
                  </a:lnTo>
                  <a:close/>
                  <a:moveTo>
                    <a:pt x="6274" y="1"/>
                  </a:moveTo>
                  <a:lnTo>
                    <a:pt x="6186" y="11"/>
                  </a:lnTo>
                  <a:lnTo>
                    <a:pt x="6097" y="30"/>
                  </a:lnTo>
                  <a:lnTo>
                    <a:pt x="6019" y="50"/>
                  </a:lnTo>
                  <a:lnTo>
                    <a:pt x="5950" y="70"/>
                  </a:lnTo>
                  <a:lnTo>
                    <a:pt x="5881" y="109"/>
                  </a:lnTo>
                  <a:lnTo>
                    <a:pt x="5822" y="148"/>
                  </a:lnTo>
                  <a:lnTo>
                    <a:pt x="5773" y="188"/>
                  </a:lnTo>
                  <a:lnTo>
                    <a:pt x="5724" y="237"/>
                  </a:lnTo>
                  <a:lnTo>
                    <a:pt x="5684" y="286"/>
                  </a:lnTo>
                  <a:lnTo>
                    <a:pt x="5645" y="345"/>
                  </a:lnTo>
                  <a:lnTo>
                    <a:pt x="5625" y="414"/>
                  </a:lnTo>
                  <a:lnTo>
                    <a:pt x="5606" y="483"/>
                  </a:lnTo>
                  <a:lnTo>
                    <a:pt x="5586" y="552"/>
                  </a:lnTo>
                  <a:lnTo>
                    <a:pt x="5576" y="620"/>
                  </a:lnTo>
                  <a:lnTo>
                    <a:pt x="5576" y="709"/>
                  </a:lnTo>
                  <a:lnTo>
                    <a:pt x="5576" y="955"/>
                  </a:lnTo>
                  <a:lnTo>
                    <a:pt x="5576" y="1033"/>
                  </a:lnTo>
                  <a:lnTo>
                    <a:pt x="5586" y="1112"/>
                  </a:lnTo>
                  <a:lnTo>
                    <a:pt x="5606" y="1181"/>
                  </a:lnTo>
                  <a:lnTo>
                    <a:pt x="5625" y="1250"/>
                  </a:lnTo>
                  <a:lnTo>
                    <a:pt x="5645" y="1319"/>
                  </a:lnTo>
                  <a:lnTo>
                    <a:pt x="5684" y="1368"/>
                  </a:lnTo>
                  <a:lnTo>
                    <a:pt x="5724" y="1427"/>
                  </a:lnTo>
                  <a:lnTo>
                    <a:pt x="5773" y="1476"/>
                  </a:lnTo>
                  <a:lnTo>
                    <a:pt x="5822" y="1515"/>
                  </a:lnTo>
                  <a:lnTo>
                    <a:pt x="5881" y="1555"/>
                  </a:lnTo>
                  <a:lnTo>
                    <a:pt x="5950" y="1584"/>
                  </a:lnTo>
                  <a:lnTo>
                    <a:pt x="6019" y="1614"/>
                  </a:lnTo>
                  <a:lnTo>
                    <a:pt x="6097" y="1633"/>
                  </a:lnTo>
                  <a:lnTo>
                    <a:pt x="6186" y="1653"/>
                  </a:lnTo>
                  <a:lnTo>
                    <a:pt x="6274" y="1663"/>
                  </a:lnTo>
                  <a:lnTo>
                    <a:pt x="6481" y="1663"/>
                  </a:lnTo>
                  <a:lnTo>
                    <a:pt x="6569" y="1653"/>
                  </a:lnTo>
                  <a:lnTo>
                    <a:pt x="6658" y="1633"/>
                  </a:lnTo>
                  <a:lnTo>
                    <a:pt x="6737" y="1614"/>
                  </a:lnTo>
                  <a:lnTo>
                    <a:pt x="6805" y="1584"/>
                  </a:lnTo>
                  <a:lnTo>
                    <a:pt x="6874" y="1555"/>
                  </a:lnTo>
                  <a:lnTo>
                    <a:pt x="6933" y="1515"/>
                  </a:lnTo>
                  <a:lnTo>
                    <a:pt x="6982" y="1476"/>
                  </a:lnTo>
                  <a:lnTo>
                    <a:pt x="7032" y="1427"/>
                  </a:lnTo>
                  <a:lnTo>
                    <a:pt x="7071" y="1368"/>
                  </a:lnTo>
                  <a:lnTo>
                    <a:pt x="7110" y="1319"/>
                  </a:lnTo>
                  <a:lnTo>
                    <a:pt x="7130" y="1250"/>
                  </a:lnTo>
                  <a:lnTo>
                    <a:pt x="7159" y="1181"/>
                  </a:lnTo>
                  <a:lnTo>
                    <a:pt x="7169" y="1112"/>
                  </a:lnTo>
                  <a:lnTo>
                    <a:pt x="7179" y="1033"/>
                  </a:lnTo>
                  <a:lnTo>
                    <a:pt x="7179" y="955"/>
                  </a:lnTo>
                  <a:lnTo>
                    <a:pt x="7179" y="709"/>
                  </a:lnTo>
                  <a:lnTo>
                    <a:pt x="7179" y="620"/>
                  </a:lnTo>
                  <a:lnTo>
                    <a:pt x="7169" y="552"/>
                  </a:lnTo>
                  <a:lnTo>
                    <a:pt x="7159" y="483"/>
                  </a:lnTo>
                  <a:lnTo>
                    <a:pt x="7130" y="414"/>
                  </a:lnTo>
                  <a:lnTo>
                    <a:pt x="7110" y="345"/>
                  </a:lnTo>
                  <a:lnTo>
                    <a:pt x="7071" y="286"/>
                  </a:lnTo>
                  <a:lnTo>
                    <a:pt x="7032" y="237"/>
                  </a:lnTo>
                  <a:lnTo>
                    <a:pt x="6982" y="188"/>
                  </a:lnTo>
                  <a:lnTo>
                    <a:pt x="6933" y="148"/>
                  </a:lnTo>
                  <a:lnTo>
                    <a:pt x="6874" y="109"/>
                  </a:lnTo>
                  <a:lnTo>
                    <a:pt x="6805" y="70"/>
                  </a:lnTo>
                  <a:lnTo>
                    <a:pt x="6737" y="50"/>
                  </a:lnTo>
                  <a:lnTo>
                    <a:pt x="6658" y="30"/>
                  </a:lnTo>
                  <a:lnTo>
                    <a:pt x="6569" y="11"/>
                  </a:lnTo>
                  <a:lnTo>
                    <a:pt x="648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4" name="Google Shape;2684;p169"/>
            <p:cNvSpPr/>
            <p:nvPr/>
          </p:nvSpPr>
          <p:spPr>
            <a:xfrm>
              <a:off x="3489775" y="2366300"/>
              <a:ext cx="366325" cy="220050"/>
            </a:xfrm>
            <a:custGeom>
              <a:avLst/>
              <a:gdLst/>
              <a:ahLst/>
              <a:cxnLst/>
              <a:rect l="l" t="t" r="r" b="b"/>
              <a:pathLst>
                <a:path w="14653" h="8802" extrusionOk="0">
                  <a:moveTo>
                    <a:pt x="1604" y="0"/>
                  </a:moveTo>
                  <a:lnTo>
                    <a:pt x="1515" y="10"/>
                  </a:lnTo>
                  <a:lnTo>
                    <a:pt x="1437" y="30"/>
                  </a:lnTo>
                  <a:lnTo>
                    <a:pt x="1358" y="50"/>
                  </a:lnTo>
                  <a:lnTo>
                    <a:pt x="1279" y="79"/>
                  </a:lnTo>
                  <a:lnTo>
                    <a:pt x="1210" y="118"/>
                  </a:lnTo>
                  <a:lnTo>
                    <a:pt x="1151" y="158"/>
                  </a:lnTo>
                  <a:lnTo>
                    <a:pt x="1092" y="207"/>
                  </a:lnTo>
                  <a:lnTo>
                    <a:pt x="1043" y="266"/>
                  </a:lnTo>
                  <a:lnTo>
                    <a:pt x="994" y="335"/>
                  </a:lnTo>
                  <a:lnTo>
                    <a:pt x="955" y="404"/>
                  </a:lnTo>
                  <a:lnTo>
                    <a:pt x="915" y="482"/>
                  </a:lnTo>
                  <a:lnTo>
                    <a:pt x="896" y="571"/>
                  </a:lnTo>
                  <a:lnTo>
                    <a:pt x="876" y="669"/>
                  </a:lnTo>
                  <a:lnTo>
                    <a:pt x="856" y="767"/>
                  </a:lnTo>
                  <a:lnTo>
                    <a:pt x="856" y="876"/>
                  </a:lnTo>
                  <a:lnTo>
                    <a:pt x="856" y="3098"/>
                  </a:lnTo>
                  <a:lnTo>
                    <a:pt x="856" y="3196"/>
                  </a:lnTo>
                  <a:lnTo>
                    <a:pt x="837" y="3285"/>
                  </a:lnTo>
                  <a:lnTo>
                    <a:pt x="827" y="3363"/>
                  </a:lnTo>
                  <a:lnTo>
                    <a:pt x="797" y="3442"/>
                  </a:lnTo>
                  <a:lnTo>
                    <a:pt x="768" y="3511"/>
                  </a:lnTo>
                  <a:lnTo>
                    <a:pt x="729" y="3570"/>
                  </a:lnTo>
                  <a:lnTo>
                    <a:pt x="679" y="3629"/>
                  </a:lnTo>
                  <a:lnTo>
                    <a:pt x="630" y="3678"/>
                  </a:lnTo>
                  <a:lnTo>
                    <a:pt x="571" y="3727"/>
                  </a:lnTo>
                  <a:lnTo>
                    <a:pt x="502" y="3767"/>
                  </a:lnTo>
                  <a:lnTo>
                    <a:pt x="434" y="3796"/>
                  </a:lnTo>
                  <a:lnTo>
                    <a:pt x="355" y="3826"/>
                  </a:lnTo>
                  <a:lnTo>
                    <a:pt x="276" y="3845"/>
                  </a:lnTo>
                  <a:lnTo>
                    <a:pt x="188" y="3855"/>
                  </a:lnTo>
                  <a:lnTo>
                    <a:pt x="99" y="3865"/>
                  </a:lnTo>
                  <a:lnTo>
                    <a:pt x="1" y="3875"/>
                  </a:lnTo>
                  <a:lnTo>
                    <a:pt x="1" y="4927"/>
                  </a:lnTo>
                  <a:lnTo>
                    <a:pt x="99" y="4937"/>
                  </a:lnTo>
                  <a:lnTo>
                    <a:pt x="188" y="4947"/>
                  </a:lnTo>
                  <a:lnTo>
                    <a:pt x="276" y="4956"/>
                  </a:lnTo>
                  <a:lnTo>
                    <a:pt x="355" y="4976"/>
                  </a:lnTo>
                  <a:lnTo>
                    <a:pt x="434" y="5006"/>
                  </a:lnTo>
                  <a:lnTo>
                    <a:pt x="502" y="5035"/>
                  </a:lnTo>
                  <a:lnTo>
                    <a:pt x="571" y="5074"/>
                  </a:lnTo>
                  <a:lnTo>
                    <a:pt x="630" y="5124"/>
                  </a:lnTo>
                  <a:lnTo>
                    <a:pt x="679" y="5173"/>
                  </a:lnTo>
                  <a:lnTo>
                    <a:pt x="729" y="5232"/>
                  </a:lnTo>
                  <a:lnTo>
                    <a:pt x="768" y="5291"/>
                  </a:lnTo>
                  <a:lnTo>
                    <a:pt x="797" y="5360"/>
                  </a:lnTo>
                  <a:lnTo>
                    <a:pt x="827" y="5438"/>
                  </a:lnTo>
                  <a:lnTo>
                    <a:pt x="837" y="5517"/>
                  </a:lnTo>
                  <a:lnTo>
                    <a:pt x="856" y="5605"/>
                  </a:lnTo>
                  <a:lnTo>
                    <a:pt x="856" y="5704"/>
                  </a:lnTo>
                  <a:lnTo>
                    <a:pt x="856" y="7926"/>
                  </a:lnTo>
                  <a:lnTo>
                    <a:pt x="856" y="8034"/>
                  </a:lnTo>
                  <a:lnTo>
                    <a:pt x="876" y="8133"/>
                  </a:lnTo>
                  <a:lnTo>
                    <a:pt x="896" y="8231"/>
                  </a:lnTo>
                  <a:lnTo>
                    <a:pt x="915" y="8319"/>
                  </a:lnTo>
                  <a:lnTo>
                    <a:pt x="955" y="8398"/>
                  </a:lnTo>
                  <a:lnTo>
                    <a:pt x="994" y="8467"/>
                  </a:lnTo>
                  <a:lnTo>
                    <a:pt x="1043" y="8536"/>
                  </a:lnTo>
                  <a:lnTo>
                    <a:pt x="1092" y="8595"/>
                  </a:lnTo>
                  <a:lnTo>
                    <a:pt x="1151" y="8644"/>
                  </a:lnTo>
                  <a:lnTo>
                    <a:pt x="1210" y="8683"/>
                  </a:lnTo>
                  <a:lnTo>
                    <a:pt x="1279" y="8723"/>
                  </a:lnTo>
                  <a:lnTo>
                    <a:pt x="1358" y="8752"/>
                  </a:lnTo>
                  <a:lnTo>
                    <a:pt x="1437" y="8772"/>
                  </a:lnTo>
                  <a:lnTo>
                    <a:pt x="1515" y="8791"/>
                  </a:lnTo>
                  <a:lnTo>
                    <a:pt x="1604" y="8801"/>
                  </a:lnTo>
                  <a:lnTo>
                    <a:pt x="2715" y="8801"/>
                  </a:lnTo>
                  <a:lnTo>
                    <a:pt x="2715" y="7867"/>
                  </a:lnTo>
                  <a:lnTo>
                    <a:pt x="2056" y="7867"/>
                  </a:lnTo>
                  <a:lnTo>
                    <a:pt x="2056" y="5605"/>
                  </a:lnTo>
                  <a:lnTo>
                    <a:pt x="2046" y="5458"/>
                  </a:lnTo>
                  <a:lnTo>
                    <a:pt x="2027" y="5320"/>
                  </a:lnTo>
                  <a:lnTo>
                    <a:pt x="2007" y="5202"/>
                  </a:lnTo>
                  <a:lnTo>
                    <a:pt x="1968" y="5084"/>
                  </a:lnTo>
                  <a:lnTo>
                    <a:pt x="1918" y="4986"/>
                  </a:lnTo>
                  <a:lnTo>
                    <a:pt x="1859" y="4888"/>
                  </a:lnTo>
                  <a:lnTo>
                    <a:pt x="1791" y="4809"/>
                  </a:lnTo>
                  <a:lnTo>
                    <a:pt x="1712" y="4730"/>
                  </a:lnTo>
                  <a:lnTo>
                    <a:pt x="1623" y="4671"/>
                  </a:lnTo>
                  <a:lnTo>
                    <a:pt x="1525" y="4612"/>
                  </a:lnTo>
                  <a:lnTo>
                    <a:pt x="1417" y="4573"/>
                  </a:lnTo>
                  <a:lnTo>
                    <a:pt x="1299" y="4534"/>
                  </a:lnTo>
                  <a:lnTo>
                    <a:pt x="1171" y="4504"/>
                  </a:lnTo>
                  <a:lnTo>
                    <a:pt x="1033" y="4484"/>
                  </a:lnTo>
                  <a:lnTo>
                    <a:pt x="886" y="4475"/>
                  </a:lnTo>
                  <a:lnTo>
                    <a:pt x="729" y="4465"/>
                  </a:lnTo>
                  <a:lnTo>
                    <a:pt x="729" y="4327"/>
                  </a:lnTo>
                  <a:lnTo>
                    <a:pt x="886" y="4327"/>
                  </a:lnTo>
                  <a:lnTo>
                    <a:pt x="1033" y="4317"/>
                  </a:lnTo>
                  <a:lnTo>
                    <a:pt x="1171" y="4298"/>
                  </a:lnTo>
                  <a:lnTo>
                    <a:pt x="1299" y="4268"/>
                  </a:lnTo>
                  <a:lnTo>
                    <a:pt x="1417" y="4229"/>
                  </a:lnTo>
                  <a:lnTo>
                    <a:pt x="1525" y="4189"/>
                  </a:lnTo>
                  <a:lnTo>
                    <a:pt x="1623" y="4130"/>
                  </a:lnTo>
                  <a:lnTo>
                    <a:pt x="1712" y="4071"/>
                  </a:lnTo>
                  <a:lnTo>
                    <a:pt x="1791" y="3993"/>
                  </a:lnTo>
                  <a:lnTo>
                    <a:pt x="1859" y="3914"/>
                  </a:lnTo>
                  <a:lnTo>
                    <a:pt x="1918" y="3816"/>
                  </a:lnTo>
                  <a:lnTo>
                    <a:pt x="1968" y="3717"/>
                  </a:lnTo>
                  <a:lnTo>
                    <a:pt x="2007" y="3599"/>
                  </a:lnTo>
                  <a:lnTo>
                    <a:pt x="2027" y="3481"/>
                  </a:lnTo>
                  <a:lnTo>
                    <a:pt x="2046" y="3344"/>
                  </a:lnTo>
                  <a:lnTo>
                    <a:pt x="2056" y="3196"/>
                  </a:lnTo>
                  <a:lnTo>
                    <a:pt x="2056" y="935"/>
                  </a:lnTo>
                  <a:lnTo>
                    <a:pt x="2715" y="935"/>
                  </a:lnTo>
                  <a:lnTo>
                    <a:pt x="2715" y="0"/>
                  </a:lnTo>
                  <a:close/>
                  <a:moveTo>
                    <a:pt x="11939" y="0"/>
                  </a:moveTo>
                  <a:lnTo>
                    <a:pt x="11939" y="935"/>
                  </a:lnTo>
                  <a:lnTo>
                    <a:pt x="12607" y="935"/>
                  </a:lnTo>
                  <a:lnTo>
                    <a:pt x="12607" y="3196"/>
                  </a:lnTo>
                  <a:lnTo>
                    <a:pt x="12607" y="3344"/>
                  </a:lnTo>
                  <a:lnTo>
                    <a:pt x="12627" y="3481"/>
                  </a:lnTo>
                  <a:lnTo>
                    <a:pt x="12657" y="3599"/>
                  </a:lnTo>
                  <a:lnTo>
                    <a:pt x="12696" y="3717"/>
                  </a:lnTo>
                  <a:lnTo>
                    <a:pt x="12735" y="3816"/>
                  </a:lnTo>
                  <a:lnTo>
                    <a:pt x="12794" y="3914"/>
                  </a:lnTo>
                  <a:lnTo>
                    <a:pt x="12863" y="3993"/>
                  </a:lnTo>
                  <a:lnTo>
                    <a:pt x="12942" y="4071"/>
                  </a:lnTo>
                  <a:lnTo>
                    <a:pt x="13030" y="4130"/>
                  </a:lnTo>
                  <a:lnTo>
                    <a:pt x="13129" y="4189"/>
                  </a:lnTo>
                  <a:lnTo>
                    <a:pt x="13237" y="4229"/>
                  </a:lnTo>
                  <a:lnTo>
                    <a:pt x="13355" y="4268"/>
                  </a:lnTo>
                  <a:lnTo>
                    <a:pt x="13492" y="4298"/>
                  </a:lnTo>
                  <a:lnTo>
                    <a:pt x="13630" y="4317"/>
                  </a:lnTo>
                  <a:lnTo>
                    <a:pt x="13778" y="4327"/>
                  </a:lnTo>
                  <a:lnTo>
                    <a:pt x="13935" y="4327"/>
                  </a:lnTo>
                  <a:lnTo>
                    <a:pt x="13935" y="4465"/>
                  </a:lnTo>
                  <a:lnTo>
                    <a:pt x="13778" y="4475"/>
                  </a:lnTo>
                  <a:lnTo>
                    <a:pt x="13630" y="4484"/>
                  </a:lnTo>
                  <a:lnTo>
                    <a:pt x="13492" y="4504"/>
                  </a:lnTo>
                  <a:lnTo>
                    <a:pt x="13355" y="4534"/>
                  </a:lnTo>
                  <a:lnTo>
                    <a:pt x="13237" y="4573"/>
                  </a:lnTo>
                  <a:lnTo>
                    <a:pt x="13129" y="4612"/>
                  </a:lnTo>
                  <a:lnTo>
                    <a:pt x="13030" y="4671"/>
                  </a:lnTo>
                  <a:lnTo>
                    <a:pt x="12942" y="4730"/>
                  </a:lnTo>
                  <a:lnTo>
                    <a:pt x="12863" y="4809"/>
                  </a:lnTo>
                  <a:lnTo>
                    <a:pt x="12794" y="4888"/>
                  </a:lnTo>
                  <a:lnTo>
                    <a:pt x="12735" y="4986"/>
                  </a:lnTo>
                  <a:lnTo>
                    <a:pt x="12696" y="5084"/>
                  </a:lnTo>
                  <a:lnTo>
                    <a:pt x="12657" y="5202"/>
                  </a:lnTo>
                  <a:lnTo>
                    <a:pt x="12627" y="5320"/>
                  </a:lnTo>
                  <a:lnTo>
                    <a:pt x="12607" y="5458"/>
                  </a:lnTo>
                  <a:lnTo>
                    <a:pt x="12607" y="5605"/>
                  </a:lnTo>
                  <a:lnTo>
                    <a:pt x="12607" y="7867"/>
                  </a:lnTo>
                  <a:lnTo>
                    <a:pt x="11939" y="7867"/>
                  </a:lnTo>
                  <a:lnTo>
                    <a:pt x="11939" y="8801"/>
                  </a:lnTo>
                  <a:lnTo>
                    <a:pt x="13060" y="8801"/>
                  </a:lnTo>
                  <a:lnTo>
                    <a:pt x="13138" y="8791"/>
                  </a:lnTo>
                  <a:lnTo>
                    <a:pt x="13227" y="8772"/>
                  </a:lnTo>
                  <a:lnTo>
                    <a:pt x="13306" y="8752"/>
                  </a:lnTo>
                  <a:lnTo>
                    <a:pt x="13374" y="8723"/>
                  </a:lnTo>
                  <a:lnTo>
                    <a:pt x="13443" y="8683"/>
                  </a:lnTo>
                  <a:lnTo>
                    <a:pt x="13512" y="8644"/>
                  </a:lnTo>
                  <a:lnTo>
                    <a:pt x="13571" y="8595"/>
                  </a:lnTo>
                  <a:lnTo>
                    <a:pt x="13620" y="8536"/>
                  </a:lnTo>
                  <a:lnTo>
                    <a:pt x="13669" y="8467"/>
                  </a:lnTo>
                  <a:lnTo>
                    <a:pt x="13709" y="8398"/>
                  </a:lnTo>
                  <a:lnTo>
                    <a:pt x="13738" y="8319"/>
                  </a:lnTo>
                  <a:lnTo>
                    <a:pt x="13768" y="8231"/>
                  </a:lnTo>
                  <a:lnTo>
                    <a:pt x="13787" y="8133"/>
                  </a:lnTo>
                  <a:lnTo>
                    <a:pt x="13797" y="8034"/>
                  </a:lnTo>
                  <a:lnTo>
                    <a:pt x="13807" y="7926"/>
                  </a:lnTo>
                  <a:lnTo>
                    <a:pt x="13807" y="5704"/>
                  </a:lnTo>
                  <a:lnTo>
                    <a:pt x="13807" y="5605"/>
                  </a:lnTo>
                  <a:lnTo>
                    <a:pt x="13817" y="5517"/>
                  </a:lnTo>
                  <a:lnTo>
                    <a:pt x="13837" y="5438"/>
                  </a:lnTo>
                  <a:lnTo>
                    <a:pt x="13866" y="5360"/>
                  </a:lnTo>
                  <a:lnTo>
                    <a:pt x="13896" y="5291"/>
                  </a:lnTo>
                  <a:lnTo>
                    <a:pt x="13935" y="5232"/>
                  </a:lnTo>
                  <a:lnTo>
                    <a:pt x="13974" y="5173"/>
                  </a:lnTo>
                  <a:lnTo>
                    <a:pt x="14033" y="5124"/>
                  </a:lnTo>
                  <a:lnTo>
                    <a:pt x="14092" y="5074"/>
                  </a:lnTo>
                  <a:lnTo>
                    <a:pt x="14151" y="5035"/>
                  </a:lnTo>
                  <a:lnTo>
                    <a:pt x="14220" y="5006"/>
                  </a:lnTo>
                  <a:lnTo>
                    <a:pt x="14299" y="4976"/>
                  </a:lnTo>
                  <a:lnTo>
                    <a:pt x="14377" y="4956"/>
                  </a:lnTo>
                  <a:lnTo>
                    <a:pt x="14466" y="4947"/>
                  </a:lnTo>
                  <a:lnTo>
                    <a:pt x="14564" y="4937"/>
                  </a:lnTo>
                  <a:lnTo>
                    <a:pt x="14653" y="4927"/>
                  </a:lnTo>
                  <a:lnTo>
                    <a:pt x="14653" y="3875"/>
                  </a:lnTo>
                  <a:lnTo>
                    <a:pt x="14564" y="3865"/>
                  </a:lnTo>
                  <a:lnTo>
                    <a:pt x="14466" y="3855"/>
                  </a:lnTo>
                  <a:lnTo>
                    <a:pt x="14377" y="3845"/>
                  </a:lnTo>
                  <a:lnTo>
                    <a:pt x="14299" y="3826"/>
                  </a:lnTo>
                  <a:lnTo>
                    <a:pt x="14220" y="3796"/>
                  </a:lnTo>
                  <a:lnTo>
                    <a:pt x="14151" y="3767"/>
                  </a:lnTo>
                  <a:lnTo>
                    <a:pt x="14092" y="3727"/>
                  </a:lnTo>
                  <a:lnTo>
                    <a:pt x="14033" y="3678"/>
                  </a:lnTo>
                  <a:lnTo>
                    <a:pt x="13974" y="3629"/>
                  </a:lnTo>
                  <a:lnTo>
                    <a:pt x="13935" y="3570"/>
                  </a:lnTo>
                  <a:lnTo>
                    <a:pt x="13896" y="3511"/>
                  </a:lnTo>
                  <a:lnTo>
                    <a:pt x="13866" y="3442"/>
                  </a:lnTo>
                  <a:lnTo>
                    <a:pt x="13837" y="3363"/>
                  </a:lnTo>
                  <a:lnTo>
                    <a:pt x="13817" y="3285"/>
                  </a:lnTo>
                  <a:lnTo>
                    <a:pt x="13807" y="3196"/>
                  </a:lnTo>
                  <a:lnTo>
                    <a:pt x="13807" y="3098"/>
                  </a:lnTo>
                  <a:lnTo>
                    <a:pt x="13807" y="876"/>
                  </a:lnTo>
                  <a:lnTo>
                    <a:pt x="13797" y="767"/>
                  </a:lnTo>
                  <a:lnTo>
                    <a:pt x="13787" y="669"/>
                  </a:lnTo>
                  <a:lnTo>
                    <a:pt x="13768" y="571"/>
                  </a:lnTo>
                  <a:lnTo>
                    <a:pt x="13738" y="482"/>
                  </a:lnTo>
                  <a:lnTo>
                    <a:pt x="13709" y="404"/>
                  </a:lnTo>
                  <a:lnTo>
                    <a:pt x="13669" y="335"/>
                  </a:lnTo>
                  <a:lnTo>
                    <a:pt x="13620" y="266"/>
                  </a:lnTo>
                  <a:lnTo>
                    <a:pt x="13571" y="207"/>
                  </a:lnTo>
                  <a:lnTo>
                    <a:pt x="13512" y="158"/>
                  </a:lnTo>
                  <a:lnTo>
                    <a:pt x="13443" y="118"/>
                  </a:lnTo>
                  <a:lnTo>
                    <a:pt x="13374" y="79"/>
                  </a:lnTo>
                  <a:lnTo>
                    <a:pt x="13306" y="50"/>
                  </a:lnTo>
                  <a:lnTo>
                    <a:pt x="13227" y="30"/>
                  </a:lnTo>
                  <a:lnTo>
                    <a:pt x="13138" y="10"/>
                  </a:lnTo>
                  <a:lnTo>
                    <a:pt x="1306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685" name="Google Shape;2685;p169"/>
          <p:cNvSpPr/>
          <p:nvPr/>
        </p:nvSpPr>
        <p:spPr>
          <a:xfrm>
            <a:off x="6809474" y="3060429"/>
            <a:ext cx="325194" cy="301664"/>
          </a:xfrm>
          <a:custGeom>
            <a:avLst/>
            <a:gdLst/>
            <a:ahLst/>
            <a:cxnLst/>
            <a:rect l="l" t="t" r="r" b="b"/>
            <a:pathLst>
              <a:path w="15253" h="14151" extrusionOk="0">
                <a:moveTo>
                  <a:pt x="10080" y="954"/>
                </a:moveTo>
                <a:lnTo>
                  <a:pt x="10886" y="2360"/>
                </a:lnTo>
                <a:lnTo>
                  <a:pt x="10483" y="3068"/>
                </a:lnTo>
                <a:lnTo>
                  <a:pt x="10080" y="3776"/>
                </a:lnTo>
                <a:lnTo>
                  <a:pt x="8448" y="3776"/>
                </a:lnTo>
                <a:lnTo>
                  <a:pt x="8044" y="3068"/>
                </a:lnTo>
                <a:lnTo>
                  <a:pt x="7631" y="2360"/>
                </a:lnTo>
                <a:lnTo>
                  <a:pt x="8448" y="954"/>
                </a:lnTo>
                <a:close/>
                <a:moveTo>
                  <a:pt x="6805" y="2842"/>
                </a:moveTo>
                <a:lnTo>
                  <a:pt x="7218" y="3540"/>
                </a:lnTo>
                <a:lnTo>
                  <a:pt x="7622" y="4248"/>
                </a:lnTo>
                <a:lnTo>
                  <a:pt x="7218" y="4956"/>
                </a:lnTo>
                <a:lnTo>
                  <a:pt x="6805" y="5654"/>
                </a:lnTo>
                <a:lnTo>
                  <a:pt x="5183" y="5654"/>
                </a:lnTo>
                <a:lnTo>
                  <a:pt x="4780" y="4956"/>
                </a:lnTo>
                <a:lnTo>
                  <a:pt x="4367" y="4248"/>
                </a:lnTo>
                <a:lnTo>
                  <a:pt x="5183" y="2842"/>
                </a:lnTo>
                <a:close/>
                <a:moveTo>
                  <a:pt x="13345" y="2842"/>
                </a:moveTo>
                <a:lnTo>
                  <a:pt x="14151" y="4248"/>
                </a:lnTo>
                <a:lnTo>
                  <a:pt x="13345" y="5654"/>
                </a:lnTo>
                <a:lnTo>
                  <a:pt x="11712" y="5654"/>
                </a:lnTo>
                <a:lnTo>
                  <a:pt x="11309" y="4956"/>
                </a:lnTo>
                <a:lnTo>
                  <a:pt x="10896" y="4248"/>
                </a:lnTo>
                <a:lnTo>
                  <a:pt x="11309" y="3540"/>
                </a:lnTo>
                <a:lnTo>
                  <a:pt x="11712" y="2842"/>
                </a:lnTo>
                <a:close/>
                <a:moveTo>
                  <a:pt x="3541" y="4720"/>
                </a:moveTo>
                <a:lnTo>
                  <a:pt x="3954" y="5428"/>
                </a:lnTo>
                <a:lnTo>
                  <a:pt x="4357" y="6136"/>
                </a:lnTo>
                <a:lnTo>
                  <a:pt x="3954" y="6834"/>
                </a:lnTo>
                <a:lnTo>
                  <a:pt x="3541" y="7542"/>
                </a:lnTo>
                <a:lnTo>
                  <a:pt x="1918" y="7542"/>
                </a:lnTo>
                <a:lnTo>
                  <a:pt x="1102" y="6136"/>
                </a:lnTo>
                <a:lnTo>
                  <a:pt x="1918" y="4720"/>
                </a:lnTo>
                <a:close/>
                <a:moveTo>
                  <a:pt x="10080" y="4720"/>
                </a:moveTo>
                <a:lnTo>
                  <a:pt x="10483" y="5428"/>
                </a:lnTo>
                <a:lnTo>
                  <a:pt x="10886" y="6136"/>
                </a:lnTo>
                <a:lnTo>
                  <a:pt x="10483" y="6834"/>
                </a:lnTo>
                <a:lnTo>
                  <a:pt x="10080" y="7542"/>
                </a:lnTo>
                <a:lnTo>
                  <a:pt x="8448" y="7542"/>
                </a:lnTo>
                <a:lnTo>
                  <a:pt x="8044" y="6834"/>
                </a:lnTo>
                <a:lnTo>
                  <a:pt x="7631" y="6136"/>
                </a:lnTo>
                <a:lnTo>
                  <a:pt x="8044" y="5428"/>
                </a:lnTo>
                <a:lnTo>
                  <a:pt x="8448" y="4720"/>
                </a:lnTo>
                <a:close/>
                <a:moveTo>
                  <a:pt x="13345" y="6608"/>
                </a:moveTo>
                <a:lnTo>
                  <a:pt x="14151" y="8024"/>
                </a:lnTo>
                <a:lnTo>
                  <a:pt x="13345" y="9430"/>
                </a:lnTo>
                <a:lnTo>
                  <a:pt x="11712" y="9430"/>
                </a:lnTo>
                <a:lnTo>
                  <a:pt x="11309" y="8722"/>
                </a:lnTo>
                <a:lnTo>
                  <a:pt x="10896" y="8024"/>
                </a:lnTo>
                <a:lnTo>
                  <a:pt x="11309" y="7316"/>
                </a:lnTo>
                <a:lnTo>
                  <a:pt x="11712" y="6608"/>
                </a:lnTo>
                <a:close/>
                <a:moveTo>
                  <a:pt x="10080" y="8496"/>
                </a:moveTo>
                <a:lnTo>
                  <a:pt x="10483" y="9204"/>
                </a:lnTo>
                <a:lnTo>
                  <a:pt x="10886" y="9902"/>
                </a:lnTo>
                <a:lnTo>
                  <a:pt x="10080" y="11318"/>
                </a:lnTo>
                <a:lnTo>
                  <a:pt x="8448" y="11318"/>
                </a:lnTo>
                <a:lnTo>
                  <a:pt x="8044" y="10610"/>
                </a:lnTo>
                <a:lnTo>
                  <a:pt x="7631" y="9902"/>
                </a:lnTo>
                <a:lnTo>
                  <a:pt x="8044" y="9204"/>
                </a:lnTo>
                <a:lnTo>
                  <a:pt x="8448" y="8496"/>
                </a:lnTo>
                <a:close/>
                <a:moveTo>
                  <a:pt x="6805" y="10384"/>
                </a:moveTo>
                <a:lnTo>
                  <a:pt x="7218" y="11082"/>
                </a:lnTo>
                <a:lnTo>
                  <a:pt x="7622" y="11790"/>
                </a:lnTo>
                <a:lnTo>
                  <a:pt x="6805" y="13197"/>
                </a:lnTo>
                <a:lnTo>
                  <a:pt x="5183" y="13197"/>
                </a:lnTo>
                <a:lnTo>
                  <a:pt x="4367" y="11790"/>
                </a:lnTo>
                <a:lnTo>
                  <a:pt x="5183" y="10384"/>
                </a:lnTo>
                <a:close/>
                <a:moveTo>
                  <a:pt x="7897" y="0"/>
                </a:moveTo>
                <a:lnTo>
                  <a:pt x="6805" y="1888"/>
                </a:lnTo>
                <a:lnTo>
                  <a:pt x="4632" y="1888"/>
                </a:lnTo>
                <a:lnTo>
                  <a:pt x="3541" y="3776"/>
                </a:lnTo>
                <a:lnTo>
                  <a:pt x="1367" y="3776"/>
                </a:lnTo>
                <a:lnTo>
                  <a:pt x="1" y="6136"/>
                </a:lnTo>
                <a:lnTo>
                  <a:pt x="1367" y="8496"/>
                </a:lnTo>
                <a:lnTo>
                  <a:pt x="3541" y="8496"/>
                </a:lnTo>
                <a:lnTo>
                  <a:pt x="4357" y="9902"/>
                </a:lnTo>
                <a:lnTo>
                  <a:pt x="3265" y="11790"/>
                </a:lnTo>
                <a:lnTo>
                  <a:pt x="4632" y="14150"/>
                </a:lnTo>
                <a:lnTo>
                  <a:pt x="7356" y="14150"/>
                </a:lnTo>
                <a:lnTo>
                  <a:pt x="8448" y="12262"/>
                </a:lnTo>
                <a:lnTo>
                  <a:pt x="10621" y="12262"/>
                </a:lnTo>
                <a:lnTo>
                  <a:pt x="11712" y="10384"/>
                </a:lnTo>
                <a:lnTo>
                  <a:pt x="13885" y="10384"/>
                </a:lnTo>
                <a:lnTo>
                  <a:pt x="15252" y="8024"/>
                </a:lnTo>
                <a:lnTo>
                  <a:pt x="14161" y="6136"/>
                </a:lnTo>
                <a:lnTo>
                  <a:pt x="15252" y="4248"/>
                </a:lnTo>
                <a:lnTo>
                  <a:pt x="13885" y="1888"/>
                </a:lnTo>
                <a:lnTo>
                  <a:pt x="11712" y="1888"/>
                </a:lnTo>
                <a:lnTo>
                  <a:pt x="1062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686" name="Google Shape;2686;p169"/>
          <p:cNvGrpSpPr/>
          <p:nvPr/>
        </p:nvGrpSpPr>
        <p:grpSpPr>
          <a:xfrm>
            <a:off x="6822729" y="3855479"/>
            <a:ext cx="298639" cy="297561"/>
            <a:chOff x="1181125" y="238125"/>
            <a:chExt cx="5257725" cy="5238750"/>
          </a:xfrm>
        </p:grpSpPr>
        <p:sp>
          <p:nvSpPr>
            <p:cNvPr id="2687" name="Google Shape;2687;p169"/>
            <p:cNvSpPr/>
            <p:nvPr/>
          </p:nvSpPr>
          <p:spPr>
            <a:xfrm>
              <a:off x="3498475" y="823150"/>
              <a:ext cx="2826425" cy="2499725"/>
            </a:xfrm>
            <a:custGeom>
              <a:avLst/>
              <a:gdLst/>
              <a:ahLst/>
              <a:cxnLst/>
              <a:rect l="l" t="t" r="r" b="b"/>
              <a:pathLst>
                <a:path w="113057" h="99989" extrusionOk="0">
                  <a:moveTo>
                    <a:pt x="0" y="1"/>
                  </a:moveTo>
                  <a:lnTo>
                    <a:pt x="0" y="14437"/>
                  </a:lnTo>
                  <a:lnTo>
                    <a:pt x="75371" y="14437"/>
                  </a:lnTo>
                  <a:lnTo>
                    <a:pt x="75371" y="72484"/>
                  </a:lnTo>
                  <a:lnTo>
                    <a:pt x="62303" y="59264"/>
                  </a:lnTo>
                  <a:lnTo>
                    <a:pt x="52121" y="69445"/>
                  </a:lnTo>
                  <a:lnTo>
                    <a:pt x="72332" y="89808"/>
                  </a:lnTo>
                  <a:lnTo>
                    <a:pt x="82513" y="99989"/>
                  </a:lnTo>
                  <a:lnTo>
                    <a:pt x="92694" y="89808"/>
                  </a:lnTo>
                  <a:lnTo>
                    <a:pt x="113056" y="69445"/>
                  </a:lnTo>
                  <a:lnTo>
                    <a:pt x="102875" y="59264"/>
                  </a:lnTo>
                  <a:lnTo>
                    <a:pt x="89807" y="72181"/>
                  </a:lnTo>
                  <a:lnTo>
                    <a:pt x="8980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8" name="Google Shape;2688;p169"/>
            <p:cNvSpPr/>
            <p:nvPr/>
          </p:nvSpPr>
          <p:spPr>
            <a:xfrm>
              <a:off x="1302675" y="2418700"/>
              <a:ext cx="2826425" cy="2499750"/>
            </a:xfrm>
            <a:custGeom>
              <a:avLst/>
              <a:gdLst/>
              <a:ahLst/>
              <a:cxnLst/>
              <a:rect l="l" t="t" r="r" b="b"/>
              <a:pathLst>
                <a:path w="113057" h="99990" extrusionOk="0">
                  <a:moveTo>
                    <a:pt x="30392" y="1"/>
                  </a:moveTo>
                  <a:lnTo>
                    <a:pt x="20211" y="10182"/>
                  </a:lnTo>
                  <a:lnTo>
                    <a:pt x="1" y="30544"/>
                  </a:lnTo>
                  <a:lnTo>
                    <a:pt x="10182" y="40726"/>
                  </a:lnTo>
                  <a:lnTo>
                    <a:pt x="23098" y="27809"/>
                  </a:lnTo>
                  <a:lnTo>
                    <a:pt x="23098" y="99989"/>
                  </a:lnTo>
                  <a:lnTo>
                    <a:pt x="113057" y="99989"/>
                  </a:lnTo>
                  <a:lnTo>
                    <a:pt x="113057" y="85401"/>
                  </a:lnTo>
                  <a:lnTo>
                    <a:pt x="37686" y="85401"/>
                  </a:lnTo>
                  <a:lnTo>
                    <a:pt x="37686" y="27505"/>
                  </a:lnTo>
                  <a:lnTo>
                    <a:pt x="50754" y="40726"/>
                  </a:lnTo>
                  <a:lnTo>
                    <a:pt x="60936" y="30544"/>
                  </a:lnTo>
                  <a:lnTo>
                    <a:pt x="40725" y="10182"/>
                  </a:lnTo>
                  <a:lnTo>
                    <a:pt x="30392"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9" name="Google Shape;2689;p169"/>
            <p:cNvSpPr/>
            <p:nvPr/>
          </p:nvSpPr>
          <p:spPr>
            <a:xfrm>
              <a:off x="4630550" y="3668575"/>
              <a:ext cx="1808300" cy="1808300"/>
            </a:xfrm>
            <a:custGeom>
              <a:avLst/>
              <a:gdLst/>
              <a:ahLst/>
              <a:cxnLst/>
              <a:rect l="l" t="t" r="r" b="b"/>
              <a:pathLst>
                <a:path w="72332" h="72332" extrusionOk="0">
                  <a:moveTo>
                    <a:pt x="51058" y="17019"/>
                  </a:moveTo>
                  <a:lnTo>
                    <a:pt x="58352" y="23250"/>
                  </a:lnTo>
                  <a:lnTo>
                    <a:pt x="31607" y="55161"/>
                  </a:lnTo>
                  <a:lnTo>
                    <a:pt x="13828" y="40269"/>
                  </a:lnTo>
                  <a:lnTo>
                    <a:pt x="20059" y="32823"/>
                  </a:lnTo>
                  <a:lnTo>
                    <a:pt x="30392" y="41637"/>
                  </a:lnTo>
                  <a:lnTo>
                    <a:pt x="51058" y="17019"/>
                  </a:lnTo>
                  <a:close/>
                  <a:moveTo>
                    <a:pt x="34191" y="0"/>
                  </a:moveTo>
                  <a:lnTo>
                    <a:pt x="32367" y="152"/>
                  </a:lnTo>
                  <a:lnTo>
                    <a:pt x="30696" y="456"/>
                  </a:lnTo>
                  <a:lnTo>
                    <a:pt x="28872" y="760"/>
                  </a:lnTo>
                  <a:lnTo>
                    <a:pt x="25377" y="1672"/>
                  </a:lnTo>
                  <a:lnTo>
                    <a:pt x="22034" y="2887"/>
                  </a:lnTo>
                  <a:lnTo>
                    <a:pt x="18843" y="4407"/>
                  </a:lnTo>
                  <a:lnTo>
                    <a:pt x="15956" y="6230"/>
                  </a:lnTo>
                  <a:lnTo>
                    <a:pt x="13069" y="8206"/>
                  </a:lnTo>
                  <a:lnTo>
                    <a:pt x="10637" y="10637"/>
                  </a:lnTo>
                  <a:lnTo>
                    <a:pt x="8206" y="13220"/>
                  </a:lnTo>
                  <a:lnTo>
                    <a:pt x="6231" y="15956"/>
                  </a:lnTo>
                  <a:lnTo>
                    <a:pt x="4407" y="18843"/>
                  </a:lnTo>
                  <a:lnTo>
                    <a:pt x="2887" y="22034"/>
                  </a:lnTo>
                  <a:lnTo>
                    <a:pt x="1672" y="25377"/>
                  </a:lnTo>
                  <a:lnTo>
                    <a:pt x="760" y="28872"/>
                  </a:lnTo>
                  <a:lnTo>
                    <a:pt x="456" y="30696"/>
                  </a:lnTo>
                  <a:lnTo>
                    <a:pt x="152" y="32519"/>
                  </a:lnTo>
                  <a:lnTo>
                    <a:pt x="0" y="34343"/>
                  </a:lnTo>
                  <a:lnTo>
                    <a:pt x="0" y="36166"/>
                  </a:lnTo>
                  <a:lnTo>
                    <a:pt x="0" y="37990"/>
                  </a:lnTo>
                  <a:lnTo>
                    <a:pt x="152" y="39813"/>
                  </a:lnTo>
                  <a:lnTo>
                    <a:pt x="456" y="41637"/>
                  </a:lnTo>
                  <a:lnTo>
                    <a:pt x="760" y="43460"/>
                  </a:lnTo>
                  <a:lnTo>
                    <a:pt x="1672" y="46955"/>
                  </a:lnTo>
                  <a:lnTo>
                    <a:pt x="2887" y="50146"/>
                  </a:lnTo>
                  <a:lnTo>
                    <a:pt x="4407" y="53337"/>
                  </a:lnTo>
                  <a:lnTo>
                    <a:pt x="6231" y="56376"/>
                  </a:lnTo>
                  <a:lnTo>
                    <a:pt x="8206" y="59112"/>
                  </a:lnTo>
                  <a:lnTo>
                    <a:pt x="10637" y="61695"/>
                  </a:lnTo>
                  <a:lnTo>
                    <a:pt x="13069" y="63974"/>
                  </a:lnTo>
                  <a:lnTo>
                    <a:pt x="15956" y="66102"/>
                  </a:lnTo>
                  <a:lnTo>
                    <a:pt x="18843" y="67925"/>
                  </a:lnTo>
                  <a:lnTo>
                    <a:pt x="22034" y="69445"/>
                  </a:lnTo>
                  <a:lnTo>
                    <a:pt x="25377" y="70660"/>
                  </a:lnTo>
                  <a:lnTo>
                    <a:pt x="28872" y="71572"/>
                  </a:lnTo>
                  <a:lnTo>
                    <a:pt x="30696" y="71876"/>
                  </a:lnTo>
                  <a:lnTo>
                    <a:pt x="32367" y="72028"/>
                  </a:lnTo>
                  <a:lnTo>
                    <a:pt x="34191" y="72180"/>
                  </a:lnTo>
                  <a:lnTo>
                    <a:pt x="36166" y="72332"/>
                  </a:lnTo>
                  <a:lnTo>
                    <a:pt x="37990" y="72180"/>
                  </a:lnTo>
                  <a:lnTo>
                    <a:pt x="39813" y="72028"/>
                  </a:lnTo>
                  <a:lnTo>
                    <a:pt x="41637" y="71876"/>
                  </a:lnTo>
                  <a:lnTo>
                    <a:pt x="43460" y="71572"/>
                  </a:lnTo>
                  <a:lnTo>
                    <a:pt x="46803" y="70660"/>
                  </a:lnTo>
                  <a:lnTo>
                    <a:pt x="50146" y="69445"/>
                  </a:lnTo>
                  <a:lnTo>
                    <a:pt x="53337" y="67925"/>
                  </a:lnTo>
                  <a:lnTo>
                    <a:pt x="56376" y="66102"/>
                  </a:lnTo>
                  <a:lnTo>
                    <a:pt x="59112" y="63974"/>
                  </a:lnTo>
                  <a:lnTo>
                    <a:pt x="61695" y="61695"/>
                  </a:lnTo>
                  <a:lnTo>
                    <a:pt x="63974" y="59112"/>
                  </a:lnTo>
                  <a:lnTo>
                    <a:pt x="66102" y="56376"/>
                  </a:lnTo>
                  <a:lnTo>
                    <a:pt x="67925" y="53337"/>
                  </a:lnTo>
                  <a:lnTo>
                    <a:pt x="69445" y="50146"/>
                  </a:lnTo>
                  <a:lnTo>
                    <a:pt x="70660" y="46955"/>
                  </a:lnTo>
                  <a:lnTo>
                    <a:pt x="71572" y="43460"/>
                  </a:lnTo>
                  <a:lnTo>
                    <a:pt x="71876" y="41637"/>
                  </a:lnTo>
                  <a:lnTo>
                    <a:pt x="72028" y="39813"/>
                  </a:lnTo>
                  <a:lnTo>
                    <a:pt x="72180" y="37990"/>
                  </a:lnTo>
                  <a:lnTo>
                    <a:pt x="72332" y="36166"/>
                  </a:lnTo>
                  <a:lnTo>
                    <a:pt x="72180" y="34343"/>
                  </a:lnTo>
                  <a:lnTo>
                    <a:pt x="72028" y="32519"/>
                  </a:lnTo>
                  <a:lnTo>
                    <a:pt x="71876" y="30696"/>
                  </a:lnTo>
                  <a:lnTo>
                    <a:pt x="71572" y="28872"/>
                  </a:lnTo>
                  <a:lnTo>
                    <a:pt x="70660" y="25377"/>
                  </a:lnTo>
                  <a:lnTo>
                    <a:pt x="69445" y="22034"/>
                  </a:lnTo>
                  <a:lnTo>
                    <a:pt x="67925" y="18843"/>
                  </a:lnTo>
                  <a:lnTo>
                    <a:pt x="66102" y="15956"/>
                  </a:lnTo>
                  <a:lnTo>
                    <a:pt x="63974" y="13220"/>
                  </a:lnTo>
                  <a:lnTo>
                    <a:pt x="61695" y="10637"/>
                  </a:lnTo>
                  <a:lnTo>
                    <a:pt x="59112" y="8206"/>
                  </a:lnTo>
                  <a:lnTo>
                    <a:pt x="56376" y="6230"/>
                  </a:lnTo>
                  <a:lnTo>
                    <a:pt x="53337" y="4407"/>
                  </a:lnTo>
                  <a:lnTo>
                    <a:pt x="50146" y="2887"/>
                  </a:lnTo>
                  <a:lnTo>
                    <a:pt x="46803" y="1672"/>
                  </a:lnTo>
                  <a:lnTo>
                    <a:pt x="43460" y="760"/>
                  </a:lnTo>
                  <a:lnTo>
                    <a:pt x="41637" y="456"/>
                  </a:lnTo>
                  <a:lnTo>
                    <a:pt x="39813" y="152"/>
                  </a:lnTo>
                  <a:lnTo>
                    <a:pt x="3799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0" name="Google Shape;2690;p169"/>
            <p:cNvSpPr/>
            <p:nvPr/>
          </p:nvSpPr>
          <p:spPr>
            <a:xfrm>
              <a:off x="1181125" y="238125"/>
              <a:ext cx="1808300" cy="1808300"/>
            </a:xfrm>
            <a:custGeom>
              <a:avLst/>
              <a:gdLst/>
              <a:ahLst/>
              <a:cxnLst/>
              <a:rect l="l" t="t" r="r" b="b"/>
              <a:pathLst>
                <a:path w="72332" h="72332" extrusionOk="0">
                  <a:moveTo>
                    <a:pt x="46651" y="15956"/>
                  </a:moveTo>
                  <a:lnTo>
                    <a:pt x="54705" y="22794"/>
                  </a:lnTo>
                  <a:lnTo>
                    <a:pt x="43156" y="36318"/>
                  </a:lnTo>
                  <a:lnTo>
                    <a:pt x="54705" y="49994"/>
                  </a:lnTo>
                  <a:lnTo>
                    <a:pt x="46651" y="56832"/>
                  </a:lnTo>
                  <a:lnTo>
                    <a:pt x="36166" y="44524"/>
                  </a:lnTo>
                  <a:lnTo>
                    <a:pt x="25681" y="56832"/>
                  </a:lnTo>
                  <a:lnTo>
                    <a:pt x="17779" y="49994"/>
                  </a:lnTo>
                  <a:lnTo>
                    <a:pt x="29328" y="36318"/>
                  </a:lnTo>
                  <a:lnTo>
                    <a:pt x="17779" y="22794"/>
                  </a:lnTo>
                  <a:lnTo>
                    <a:pt x="25681" y="15956"/>
                  </a:lnTo>
                  <a:lnTo>
                    <a:pt x="36166" y="28264"/>
                  </a:lnTo>
                  <a:lnTo>
                    <a:pt x="46651" y="15956"/>
                  </a:lnTo>
                  <a:close/>
                  <a:moveTo>
                    <a:pt x="36166" y="0"/>
                  </a:moveTo>
                  <a:lnTo>
                    <a:pt x="34342" y="152"/>
                  </a:lnTo>
                  <a:lnTo>
                    <a:pt x="32519" y="304"/>
                  </a:lnTo>
                  <a:lnTo>
                    <a:pt x="30695" y="456"/>
                  </a:lnTo>
                  <a:lnTo>
                    <a:pt x="28872" y="760"/>
                  </a:lnTo>
                  <a:lnTo>
                    <a:pt x="25377" y="1672"/>
                  </a:lnTo>
                  <a:lnTo>
                    <a:pt x="22186" y="2887"/>
                  </a:lnTo>
                  <a:lnTo>
                    <a:pt x="18995" y="4407"/>
                  </a:lnTo>
                  <a:lnTo>
                    <a:pt x="15956" y="6230"/>
                  </a:lnTo>
                  <a:lnTo>
                    <a:pt x="13220" y="8358"/>
                  </a:lnTo>
                  <a:lnTo>
                    <a:pt x="10637" y="10637"/>
                  </a:lnTo>
                  <a:lnTo>
                    <a:pt x="8358" y="13220"/>
                  </a:lnTo>
                  <a:lnTo>
                    <a:pt x="6230" y="15956"/>
                  </a:lnTo>
                  <a:lnTo>
                    <a:pt x="4407" y="18995"/>
                  </a:lnTo>
                  <a:lnTo>
                    <a:pt x="2887" y="22186"/>
                  </a:lnTo>
                  <a:lnTo>
                    <a:pt x="1672" y="25529"/>
                  </a:lnTo>
                  <a:lnTo>
                    <a:pt x="760" y="28872"/>
                  </a:lnTo>
                  <a:lnTo>
                    <a:pt x="456" y="30696"/>
                  </a:lnTo>
                  <a:lnTo>
                    <a:pt x="304" y="32519"/>
                  </a:lnTo>
                  <a:lnTo>
                    <a:pt x="152" y="34342"/>
                  </a:lnTo>
                  <a:lnTo>
                    <a:pt x="0" y="36166"/>
                  </a:lnTo>
                  <a:lnTo>
                    <a:pt x="152" y="38141"/>
                  </a:lnTo>
                  <a:lnTo>
                    <a:pt x="304" y="39965"/>
                  </a:lnTo>
                  <a:lnTo>
                    <a:pt x="456" y="41636"/>
                  </a:lnTo>
                  <a:lnTo>
                    <a:pt x="760" y="43460"/>
                  </a:lnTo>
                  <a:lnTo>
                    <a:pt x="1672" y="46955"/>
                  </a:lnTo>
                  <a:lnTo>
                    <a:pt x="2887" y="50298"/>
                  </a:lnTo>
                  <a:lnTo>
                    <a:pt x="4407" y="53489"/>
                  </a:lnTo>
                  <a:lnTo>
                    <a:pt x="6230" y="56376"/>
                  </a:lnTo>
                  <a:lnTo>
                    <a:pt x="8358" y="59264"/>
                  </a:lnTo>
                  <a:lnTo>
                    <a:pt x="10637" y="61695"/>
                  </a:lnTo>
                  <a:lnTo>
                    <a:pt x="13220" y="64126"/>
                  </a:lnTo>
                  <a:lnTo>
                    <a:pt x="15956" y="66102"/>
                  </a:lnTo>
                  <a:lnTo>
                    <a:pt x="18995" y="67925"/>
                  </a:lnTo>
                  <a:lnTo>
                    <a:pt x="22186" y="69445"/>
                  </a:lnTo>
                  <a:lnTo>
                    <a:pt x="25377" y="70660"/>
                  </a:lnTo>
                  <a:lnTo>
                    <a:pt x="28872" y="71572"/>
                  </a:lnTo>
                  <a:lnTo>
                    <a:pt x="30695" y="71876"/>
                  </a:lnTo>
                  <a:lnTo>
                    <a:pt x="32519" y="72180"/>
                  </a:lnTo>
                  <a:lnTo>
                    <a:pt x="34342" y="72332"/>
                  </a:lnTo>
                  <a:lnTo>
                    <a:pt x="37989" y="72332"/>
                  </a:lnTo>
                  <a:lnTo>
                    <a:pt x="39813" y="72180"/>
                  </a:lnTo>
                  <a:lnTo>
                    <a:pt x="41636" y="71876"/>
                  </a:lnTo>
                  <a:lnTo>
                    <a:pt x="43460" y="71572"/>
                  </a:lnTo>
                  <a:lnTo>
                    <a:pt x="46955" y="70660"/>
                  </a:lnTo>
                  <a:lnTo>
                    <a:pt x="50298" y="69445"/>
                  </a:lnTo>
                  <a:lnTo>
                    <a:pt x="53489" y="67925"/>
                  </a:lnTo>
                  <a:lnTo>
                    <a:pt x="56376" y="66102"/>
                  </a:lnTo>
                  <a:lnTo>
                    <a:pt x="59111" y="64126"/>
                  </a:lnTo>
                  <a:lnTo>
                    <a:pt x="61695" y="61695"/>
                  </a:lnTo>
                  <a:lnTo>
                    <a:pt x="64126" y="59264"/>
                  </a:lnTo>
                  <a:lnTo>
                    <a:pt x="66101" y="56376"/>
                  </a:lnTo>
                  <a:lnTo>
                    <a:pt x="67925" y="53489"/>
                  </a:lnTo>
                  <a:lnTo>
                    <a:pt x="69445" y="50298"/>
                  </a:lnTo>
                  <a:lnTo>
                    <a:pt x="70660" y="46955"/>
                  </a:lnTo>
                  <a:lnTo>
                    <a:pt x="71572" y="43460"/>
                  </a:lnTo>
                  <a:lnTo>
                    <a:pt x="71876" y="41636"/>
                  </a:lnTo>
                  <a:lnTo>
                    <a:pt x="72180" y="39965"/>
                  </a:lnTo>
                  <a:lnTo>
                    <a:pt x="72332" y="38141"/>
                  </a:lnTo>
                  <a:lnTo>
                    <a:pt x="72332" y="36166"/>
                  </a:lnTo>
                  <a:lnTo>
                    <a:pt x="72332" y="34342"/>
                  </a:lnTo>
                  <a:lnTo>
                    <a:pt x="72180" y="32519"/>
                  </a:lnTo>
                  <a:lnTo>
                    <a:pt x="71876" y="30696"/>
                  </a:lnTo>
                  <a:lnTo>
                    <a:pt x="71572" y="28872"/>
                  </a:lnTo>
                  <a:lnTo>
                    <a:pt x="70660" y="25529"/>
                  </a:lnTo>
                  <a:lnTo>
                    <a:pt x="69445" y="22186"/>
                  </a:lnTo>
                  <a:lnTo>
                    <a:pt x="67925" y="18995"/>
                  </a:lnTo>
                  <a:lnTo>
                    <a:pt x="66101" y="15956"/>
                  </a:lnTo>
                  <a:lnTo>
                    <a:pt x="64126" y="13220"/>
                  </a:lnTo>
                  <a:lnTo>
                    <a:pt x="61695" y="10637"/>
                  </a:lnTo>
                  <a:lnTo>
                    <a:pt x="59111" y="8358"/>
                  </a:lnTo>
                  <a:lnTo>
                    <a:pt x="56376" y="6230"/>
                  </a:lnTo>
                  <a:lnTo>
                    <a:pt x="53489" y="4407"/>
                  </a:lnTo>
                  <a:lnTo>
                    <a:pt x="50298" y="2887"/>
                  </a:lnTo>
                  <a:lnTo>
                    <a:pt x="46955" y="1672"/>
                  </a:lnTo>
                  <a:lnTo>
                    <a:pt x="43460" y="760"/>
                  </a:lnTo>
                  <a:lnTo>
                    <a:pt x="41636" y="456"/>
                  </a:lnTo>
                  <a:lnTo>
                    <a:pt x="39813" y="304"/>
                  </a:lnTo>
                  <a:lnTo>
                    <a:pt x="37989" y="152"/>
                  </a:lnTo>
                  <a:lnTo>
                    <a:pt x="3616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2691" name="Google Shape;2691;p169"/>
          <p:cNvPicPr preferRelativeResize="0"/>
          <p:nvPr/>
        </p:nvPicPr>
        <p:blipFill>
          <a:blip r:embed="rId3">
            <a:alphaModFix/>
          </a:blip>
          <a:stretch>
            <a:fillRect/>
          </a:stretch>
        </p:blipFill>
        <p:spPr>
          <a:xfrm>
            <a:off x="4057650" y="2228792"/>
            <a:ext cx="1028699" cy="1028699"/>
          </a:xfrm>
          <a:prstGeom prst="rect">
            <a:avLst/>
          </a:prstGeom>
          <a:noFill/>
          <a:ln>
            <a:noFill/>
          </a:ln>
        </p:spPr>
      </p:pic>
      <p:sp>
        <p:nvSpPr>
          <p:cNvPr id="2692" name="Google Shape;2692;p169"/>
          <p:cNvSpPr/>
          <p:nvPr/>
        </p:nvSpPr>
        <p:spPr>
          <a:xfrm>
            <a:off x="1734508" y="4634025"/>
            <a:ext cx="1423800" cy="391200"/>
          </a:xfrm>
          <a:prstGeom prst="roundRect">
            <a:avLst>
              <a:gd name="adj" fmla="val 16667"/>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250" b="1">
                <a:solidFill>
                  <a:schemeClr val="accent5"/>
                </a:solidFill>
                <a:latin typeface="IBM Plex Mono"/>
                <a:ea typeface="IBM Plex Mono"/>
                <a:cs typeface="IBM Plex Mono"/>
                <a:sym typeface="IBM Plex Mono"/>
              </a:rPr>
              <a:t>Composable</a:t>
            </a:r>
            <a:endParaRPr sz="1250" b="1">
              <a:solidFill>
                <a:schemeClr val="accent5"/>
              </a:solidFill>
              <a:latin typeface="IBM Plex Mono"/>
              <a:ea typeface="IBM Plex Mono"/>
              <a:cs typeface="IBM Plex Mono"/>
              <a:sym typeface="IBM Plex Mono"/>
            </a:endParaRPr>
          </a:p>
        </p:txBody>
      </p:sp>
      <p:sp>
        <p:nvSpPr>
          <p:cNvPr id="2693" name="Google Shape;2693;p169"/>
          <p:cNvSpPr/>
          <p:nvPr/>
        </p:nvSpPr>
        <p:spPr>
          <a:xfrm>
            <a:off x="246626" y="4634025"/>
            <a:ext cx="1176600" cy="391200"/>
          </a:xfrm>
          <a:prstGeom prst="roundRect">
            <a:avLst>
              <a:gd name="adj" fmla="val 16667"/>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250" b="1">
                <a:solidFill>
                  <a:schemeClr val="accent5"/>
                </a:solidFill>
                <a:latin typeface="IBM Plex Mono"/>
                <a:ea typeface="IBM Plex Mono"/>
                <a:cs typeface="IBM Plex Mono"/>
                <a:sym typeface="IBM Plex Mono"/>
              </a:rPr>
              <a:t>Open</a:t>
            </a:r>
            <a:endParaRPr sz="1250" b="1">
              <a:solidFill>
                <a:schemeClr val="accent5"/>
              </a:solidFill>
              <a:latin typeface="IBM Plex Mono"/>
              <a:ea typeface="IBM Plex Mono"/>
              <a:cs typeface="IBM Plex Mono"/>
              <a:sym typeface="IBM Plex Mono"/>
            </a:endParaRPr>
          </a:p>
        </p:txBody>
      </p:sp>
      <p:sp>
        <p:nvSpPr>
          <p:cNvPr id="2694" name="Google Shape;2694;p169"/>
          <p:cNvSpPr/>
          <p:nvPr/>
        </p:nvSpPr>
        <p:spPr>
          <a:xfrm>
            <a:off x="3781044" y="4634038"/>
            <a:ext cx="1633200" cy="391200"/>
          </a:xfrm>
          <a:prstGeom prst="roundRect">
            <a:avLst>
              <a:gd name="adj" fmla="val 16667"/>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250" b="1">
                <a:solidFill>
                  <a:schemeClr val="accent5"/>
                </a:solidFill>
                <a:latin typeface="IBM Plex Mono"/>
                <a:ea typeface="IBM Plex Mono"/>
                <a:cs typeface="IBM Plex Mono"/>
                <a:sym typeface="IBM Plex Mono"/>
              </a:rPr>
              <a:t>Collaborative</a:t>
            </a:r>
            <a:endParaRPr sz="1250" b="1">
              <a:solidFill>
                <a:schemeClr val="accent5"/>
              </a:solidFill>
              <a:latin typeface="IBM Plex Mono"/>
              <a:ea typeface="IBM Plex Mono"/>
              <a:cs typeface="IBM Plex Mono"/>
              <a:sym typeface="IBM Plex Mono"/>
            </a:endParaRPr>
          </a:p>
        </p:txBody>
      </p:sp>
      <p:sp>
        <p:nvSpPr>
          <p:cNvPr id="2695" name="Google Shape;2695;p169"/>
          <p:cNvSpPr/>
          <p:nvPr/>
        </p:nvSpPr>
        <p:spPr>
          <a:xfrm>
            <a:off x="5823112" y="4634025"/>
            <a:ext cx="1176600" cy="391200"/>
          </a:xfrm>
          <a:prstGeom prst="roundRect">
            <a:avLst>
              <a:gd name="adj" fmla="val 16667"/>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250" b="1">
                <a:solidFill>
                  <a:schemeClr val="accent5"/>
                </a:solidFill>
                <a:latin typeface="IBM Plex Mono"/>
                <a:ea typeface="IBM Plex Mono"/>
                <a:cs typeface="IBM Plex Mono"/>
                <a:sym typeface="IBM Plex Mono"/>
              </a:rPr>
              <a:t>Scalable</a:t>
            </a:r>
            <a:endParaRPr sz="1250" b="1">
              <a:solidFill>
                <a:schemeClr val="accent5"/>
              </a:solidFill>
              <a:latin typeface="IBM Plex Mono"/>
              <a:ea typeface="IBM Plex Mono"/>
              <a:cs typeface="IBM Plex Mono"/>
              <a:sym typeface="IBM Plex Mono"/>
            </a:endParaRPr>
          </a:p>
        </p:txBody>
      </p:sp>
      <p:sp>
        <p:nvSpPr>
          <p:cNvPr id="2696" name="Google Shape;2696;p169"/>
          <p:cNvSpPr/>
          <p:nvPr/>
        </p:nvSpPr>
        <p:spPr>
          <a:xfrm>
            <a:off x="7408580" y="4634038"/>
            <a:ext cx="1372500" cy="391200"/>
          </a:xfrm>
          <a:prstGeom prst="roundRect">
            <a:avLst>
              <a:gd name="adj" fmla="val 16667"/>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250" b="1">
                <a:solidFill>
                  <a:schemeClr val="accent5"/>
                </a:solidFill>
                <a:latin typeface="IBM Plex Mono"/>
                <a:ea typeface="IBM Plex Mono"/>
                <a:cs typeface="IBM Plex Mono"/>
                <a:sym typeface="IBM Plex Mono"/>
              </a:rPr>
              <a:t>Intelligent</a:t>
            </a:r>
            <a:endParaRPr sz="1250" b="1">
              <a:solidFill>
                <a:schemeClr val="accent5"/>
              </a:solidFill>
              <a:latin typeface="IBM Plex Mono"/>
              <a:ea typeface="IBM Plex Mono"/>
              <a:cs typeface="IBM Plex Mono"/>
              <a:sym typeface="IBM Plex Mono"/>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0">
  <p:cSld>
    <p:spTree>
      <p:nvGrpSpPr>
        <p:cNvPr id="1" name="Shape 2700"/>
        <p:cNvGrpSpPr/>
        <p:nvPr/>
      </p:nvGrpSpPr>
      <p:grpSpPr>
        <a:xfrm>
          <a:off x="0" y="0"/>
          <a:ext cx="0" cy="0"/>
          <a:chOff x="0" y="0"/>
          <a:chExt cx="0" cy="0"/>
        </a:xfrm>
      </p:grpSpPr>
      <p:sp>
        <p:nvSpPr>
          <p:cNvPr id="2701" name="Google Shape;2701;p170"/>
          <p:cNvSpPr/>
          <p:nvPr/>
        </p:nvSpPr>
        <p:spPr>
          <a:xfrm>
            <a:off x="5888023" y="3320163"/>
            <a:ext cx="2908200" cy="987600"/>
          </a:xfrm>
          <a:prstGeom prst="roundRect">
            <a:avLst>
              <a:gd name="adj" fmla="val 6840"/>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BM Plex Sans"/>
              <a:ea typeface="IBM Plex Sans"/>
              <a:cs typeface="IBM Plex Sans"/>
              <a:sym typeface="IBM Plex Sans"/>
            </a:endParaRPr>
          </a:p>
        </p:txBody>
      </p:sp>
      <p:sp>
        <p:nvSpPr>
          <p:cNvPr id="2702" name="Google Shape;2702;p170"/>
          <p:cNvSpPr/>
          <p:nvPr/>
        </p:nvSpPr>
        <p:spPr>
          <a:xfrm>
            <a:off x="5888023" y="2140375"/>
            <a:ext cx="2908200" cy="987600"/>
          </a:xfrm>
          <a:prstGeom prst="roundRect">
            <a:avLst>
              <a:gd name="adj" fmla="val 6840"/>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BM Plex Sans"/>
              <a:ea typeface="IBM Plex Sans"/>
              <a:cs typeface="IBM Plex Sans"/>
              <a:sym typeface="IBM Plex Sans"/>
            </a:endParaRPr>
          </a:p>
        </p:txBody>
      </p:sp>
      <p:sp>
        <p:nvSpPr>
          <p:cNvPr id="2703" name="Google Shape;2703;p170"/>
          <p:cNvSpPr/>
          <p:nvPr/>
        </p:nvSpPr>
        <p:spPr>
          <a:xfrm>
            <a:off x="1503925" y="3319450"/>
            <a:ext cx="2920500" cy="987600"/>
          </a:xfrm>
          <a:prstGeom prst="roundRect">
            <a:avLst>
              <a:gd name="adj" fmla="val 6840"/>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BM Plex Sans"/>
              <a:ea typeface="IBM Plex Sans"/>
              <a:cs typeface="IBM Plex Sans"/>
              <a:sym typeface="IBM Plex Sans"/>
            </a:endParaRPr>
          </a:p>
        </p:txBody>
      </p:sp>
      <p:sp>
        <p:nvSpPr>
          <p:cNvPr id="2704" name="Google Shape;2704;p170"/>
          <p:cNvSpPr/>
          <p:nvPr/>
        </p:nvSpPr>
        <p:spPr>
          <a:xfrm>
            <a:off x="1503925" y="2140650"/>
            <a:ext cx="2920500" cy="987600"/>
          </a:xfrm>
          <a:prstGeom prst="roundRect">
            <a:avLst>
              <a:gd name="adj" fmla="val 6840"/>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BM Plex Sans"/>
              <a:ea typeface="IBM Plex Sans"/>
              <a:cs typeface="IBM Plex Sans"/>
              <a:sym typeface="IBM Plex Sans"/>
            </a:endParaRPr>
          </a:p>
        </p:txBody>
      </p:sp>
      <p:sp>
        <p:nvSpPr>
          <p:cNvPr id="2705" name="Google Shape;2705;p170"/>
          <p:cNvSpPr/>
          <p:nvPr/>
        </p:nvSpPr>
        <p:spPr>
          <a:xfrm>
            <a:off x="5888023" y="965900"/>
            <a:ext cx="2908200" cy="987600"/>
          </a:xfrm>
          <a:prstGeom prst="roundRect">
            <a:avLst>
              <a:gd name="adj" fmla="val 6840"/>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BM Plex Sans"/>
              <a:ea typeface="IBM Plex Sans"/>
              <a:cs typeface="IBM Plex Sans"/>
              <a:sym typeface="IBM Plex Sans"/>
            </a:endParaRPr>
          </a:p>
        </p:txBody>
      </p:sp>
      <p:sp>
        <p:nvSpPr>
          <p:cNvPr id="2706" name="Google Shape;2706;p170"/>
          <p:cNvSpPr/>
          <p:nvPr/>
        </p:nvSpPr>
        <p:spPr>
          <a:xfrm>
            <a:off x="1503925" y="963575"/>
            <a:ext cx="2920500" cy="987600"/>
          </a:xfrm>
          <a:prstGeom prst="roundRect">
            <a:avLst>
              <a:gd name="adj" fmla="val 6840"/>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BM Plex Sans"/>
              <a:ea typeface="IBM Plex Sans"/>
              <a:cs typeface="IBM Plex Sans"/>
              <a:sym typeface="IBM Plex Sans"/>
            </a:endParaRPr>
          </a:p>
        </p:txBody>
      </p:sp>
      <p:sp>
        <p:nvSpPr>
          <p:cNvPr id="2707" name="Google Shape;2707;p170"/>
          <p:cNvSpPr txBox="1"/>
          <p:nvPr/>
        </p:nvSpPr>
        <p:spPr>
          <a:xfrm>
            <a:off x="0" y="243871"/>
            <a:ext cx="9144000" cy="475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300" b="1">
                <a:solidFill>
                  <a:srgbClr val="FFFFFF"/>
                </a:solidFill>
                <a:latin typeface="IBM Plex Sans"/>
                <a:ea typeface="IBM Plex Sans"/>
                <a:cs typeface="IBM Plex Sans"/>
                <a:sym typeface="IBM Plex Sans"/>
              </a:rPr>
              <a:t>Agentic orchestration solutions built by Camunda partners</a:t>
            </a:r>
            <a:endParaRPr sz="2300" b="1">
              <a:solidFill>
                <a:srgbClr val="FFFFFF"/>
              </a:solidFill>
              <a:latin typeface="IBM Plex Sans"/>
              <a:ea typeface="IBM Plex Sans"/>
              <a:cs typeface="IBM Plex Sans"/>
              <a:sym typeface="IBM Plex Sans"/>
            </a:endParaRPr>
          </a:p>
        </p:txBody>
      </p:sp>
      <p:pic>
        <p:nvPicPr>
          <p:cNvPr id="2708" name="Google Shape;2708;p170"/>
          <p:cNvPicPr preferRelativeResize="0"/>
          <p:nvPr/>
        </p:nvPicPr>
        <p:blipFill rotWithShape="1">
          <a:blip r:embed="rId3">
            <a:alphaModFix/>
          </a:blip>
          <a:srcRect/>
          <a:stretch/>
        </p:blipFill>
        <p:spPr>
          <a:xfrm>
            <a:off x="662149" y="3636214"/>
            <a:ext cx="657375" cy="355525"/>
          </a:xfrm>
          <a:prstGeom prst="rect">
            <a:avLst/>
          </a:prstGeom>
          <a:noFill/>
          <a:ln>
            <a:noFill/>
          </a:ln>
        </p:spPr>
      </p:pic>
      <p:sp>
        <p:nvSpPr>
          <p:cNvPr id="2709" name="Google Shape;2709;p170"/>
          <p:cNvSpPr txBox="1"/>
          <p:nvPr/>
        </p:nvSpPr>
        <p:spPr>
          <a:xfrm>
            <a:off x="1558300" y="3585052"/>
            <a:ext cx="2920500" cy="744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sz="1050">
                <a:solidFill>
                  <a:schemeClr val="dk1"/>
                </a:solidFill>
                <a:latin typeface="IBM Plex Sans"/>
                <a:ea typeface="IBM Plex Sans"/>
                <a:cs typeface="IBM Plex Sans"/>
                <a:sym typeface="IBM Plex Sans"/>
              </a:rPr>
              <a:t>Catch policy violations in real time, enforce rules, and provide full audit trails with multi-channel insights.</a:t>
            </a:r>
            <a:endParaRPr sz="1050">
              <a:solidFill>
                <a:schemeClr val="dk1"/>
              </a:solidFill>
              <a:latin typeface="IBM Plex Sans"/>
              <a:ea typeface="IBM Plex Sans"/>
              <a:cs typeface="IBM Plex Sans"/>
              <a:sym typeface="IBM Plex Sans"/>
            </a:endParaRPr>
          </a:p>
        </p:txBody>
      </p:sp>
      <p:sp>
        <p:nvSpPr>
          <p:cNvPr id="2710" name="Google Shape;2710;p170"/>
          <p:cNvSpPr txBox="1"/>
          <p:nvPr/>
        </p:nvSpPr>
        <p:spPr>
          <a:xfrm>
            <a:off x="1558300" y="3333939"/>
            <a:ext cx="2394600" cy="327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150" b="1">
                <a:solidFill>
                  <a:schemeClr val="dk1"/>
                </a:solidFill>
                <a:latin typeface="IBM Plex Sans"/>
                <a:ea typeface="IBM Plex Sans"/>
                <a:cs typeface="IBM Plex Sans"/>
                <a:sym typeface="IBM Plex Sans"/>
              </a:rPr>
              <a:t>Compliance Monitoring Agent</a:t>
            </a:r>
            <a:endParaRPr sz="1150" b="1">
              <a:solidFill>
                <a:schemeClr val="dk1"/>
              </a:solidFill>
              <a:latin typeface="IBM Plex Sans"/>
              <a:ea typeface="IBM Plex Sans"/>
              <a:cs typeface="IBM Plex Sans"/>
              <a:sym typeface="IBM Plex Sans"/>
            </a:endParaRPr>
          </a:p>
        </p:txBody>
      </p:sp>
      <p:sp>
        <p:nvSpPr>
          <p:cNvPr id="2711" name="Google Shape;2711;p170"/>
          <p:cNvSpPr txBox="1"/>
          <p:nvPr/>
        </p:nvSpPr>
        <p:spPr>
          <a:xfrm>
            <a:off x="1558300" y="2416425"/>
            <a:ext cx="2725800" cy="744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sz="1050">
                <a:solidFill>
                  <a:schemeClr val="dk1"/>
                </a:solidFill>
                <a:latin typeface="IBM Plex Sans"/>
                <a:ea typeface="IBM Plex Sans"/>
                <a:cs typeface="IBM Plex Sans"/>
                <a:sym typeface="IBM Plex Sans"/>
              </a:rPr>
              <a:t>Reduce false positives, and speed up FCC investigations using AI that learns and improves over time.</a:t>
            </a:r>
            <a:endParaRPr sz="1050">
              <a:solidFill>
                <a:schemeClr val="dk1"/>
              </a:solidFill>
              <a:latin typeface="IBM Plex Sans"/>
              <a:ea typeface="IBM Plex Sans"/>
              <a:cs typeface="IBM Plex Sans"/>
              <a:sym typeface="IBM Plex Sans"/>
            </a:endParaRPr>
          </a:p>
        </p:txBody>
      </p:sp>
      <p:sp>
        <p:nvSpPr>
          <p:cNvPr id="2712" name="Google Shape;2712;p170"/>
          <p:cNvSpPr txBox="1"/>
          <p:nvPr/>
        </p:nvSpPr>
        <p:spPr>
          <a:xfrm>
            <a:off x="1558300" y="2164875"/>
            <a:ext cx="2725800" cy="327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150" b="1">
                <a:solidFill>
                  <a:schemeClr val="dk1"/>
                </a:solidFill>
                <a:latin typeface="IBM Plex Sans"/>
                <a:ea typeface="IBM Plex Sans"/>
                <a:cs typeface="IBM Plex Sans"/>
                <a:sym typeface="IBM Plex Sans"/>
              </a:rPr>
              <a:t>Agentic Transaction Monitoring</a:t>
            </a:r>
            <a:endParaRPr sz="1150" b="1">
              <a:solidFill>
                <a:schemeClr val="dk1"/>
              </a:solidFill>
              <a:latin typeface="IBM Plex Sans"/>
              <a:ea typeface="IBM Plex Sans"/>
              <a:cs typeface="IBM Plex Sans"/>
              <a:sym typeface="IBM Plex Sans"/>
            </a:endParaRPr>
          </a:p>
        </p:txBody>
      </p:sp>
      <p:sp>
        <p:nvSpPr>
          <p:cNvPr id="2713" name="Google Shape;2713;p170"/>
          <p:cNvSpPr txBox="1"/>
          <p:nvPr/>
        </p:nvSpPr>
        <p:spPr>
          <a:xfrm>
            <a:off x="5942672" y="1257500"/>
            <a:ext cx="2772600" cy="744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sz="1050">
                <a:solidFill>
                  <a:schemeClr val="dk1"/>
                </a:solidFill>
                <a:latin typeface="IBM Plex Sans"/>
                <a:ea typeface="IBM Plex Sans"/>
                <a:cs typeface="IBM Plex Sans"/>
                <a:sym typeface="IBM Plex Sans"/>
              </a:rPr>
              <a:t>Speed up resolutions 45% by orchestrating the full trade lifecycle utilizing automation and agentic AI.</a:t>
            </a:r>
            <a:endParaRPr sz="1050">
              <a:solidFill>
                <a:schemeClr val="dk1"/>
              </a:solidFill>
              <a:latin typeface="IBM Plex Sans"/>
              <a:ea typeface="IBM Plex Sans"/>
              <a:cs typeface="IBM Plex Sans"/>
              <a:sym typeface="IBM Plex Sans"/>
            </a:endParaRPr>
          </a:p>
        </p:txBody>
      </p:sp>
      <p:sp>
        <p:nvSpPr>
          <p:cNvPr id="2714" name="Google Shape;2714;p170"/>
          <p:cNvSpPr txBox="1"/>
          <p:nvPr/>
        </p:nvSpPr>
        <p:spPr>
          <a:xfrm>
            <a:off x="5935966" y="1006400"/>
            <a:ext cx="3022200" cy="327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150" b="1">
                <a:solidFill>
                  <a:schemeClr val="dk1"/>
                </a:solidFill>
                <a:latin typeface="IBM Plex Sans"/>
                <a:ea typeface="IBM Plex Sans"/>
                <a:cs typeface="IBM Plex Sans"/>
                <a:sym typeface="IBM Plex Sans"/>
              </a:rPr>
              <a:t>Agentic Trade Exception Management</a:t>
            </a:r>
            <a:endParaRPr sz="1150" b="1">
              <a:solidFill>
                <a:schemeClr val="dk1"/>
              </a:solidFill>
              <a:latin typeface="IBM Plex Sans"/>
              <a:ea typeface="IBM Plex Sans"/>
              <a:cs typeface="IBM Plex Sans"/>
              <a:sym typeface="IBM Plex Sans"/>
            </a:endParaRPr>
          </a:p>
        </p:txBody>
      </p:sp>
      <p:pic>
        <p:nvPicPr>
          <p:cNvPr id="2715" name="Google Shape;2715;p170"/>
          <p:cNvPicPr preferRelativeResize="0"/>
          <p:nvPr/>
        </p:nvPicPr>
        <p:blipFill rotWithShape="1">
          <a:blip r:embed="rId4">
            <a:alphaModFix/>
          </a:blip>
          <a:srcRect l="8595" t="41847" r="8595" b="41849"/>
          <a:stretch/>
        </p:blipFill>
        <p:spPr>
          <a:xfrm>
            <a:off x="4702363" y="3709275"/>
            <a:ext cx="1021724" cy="209399"/>
          </a:xfrm>
          <a:prstGeom prst="rect">
            <a:avLst/>
          </a:prstGeom>
          <a:noFill/>
          <a:ln>
            <a:noFill/>
          </a:ln>
        </p:spPr>
      </p:pic>
      <p:sp>
        <p:nvSpPr>
          <p:cNvPr id="2716" name="Google Shape;2716;p170"/>
          <p:cNvSpPr txBox="1"/>
          <p:nvPr/>
        </p:nvSpPr>
        <p:spPr>
          <a:xfrm>
            <a:off x="5923016" y="3605655"/>
            <a:ext cx="2772600" cy="744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050">
                <a:solidFill>
                  <a:schemeClr val="dk1"/>
                </a:solidFill>
                <a:latin typeface="IBM Plex Sans"/>
                <a:ea typeface="IBM Plex Sans"/>
                <a:cs typeface="IBM Plex Sans"/>
                <a:sym typeface="IBM Plex Sans"/>
              </a:rPr>
              <a:t>Deliver better customer experiences without adding headcount while resolving inquiries in 58% less time.</a:t>
            </a:r>
            <a:endParaRPr sz="1050">
              <a:solidFill>
                <a:schemeClr val="dk1"/>
              </a:solidFill>
              <a:latin typeface="IBM Plex Sans"/>
              <a:ea typeface="IBM Plex Sans"/>
              <a:cs typeface="IBM Plex Sans"/>
              <a:sym typeface="IBM Plex Sans"/>
            </a:endParaRPr>
          </a:p>
        </p:txBody>
      </p:sp>
      <p:sp>
        <p:nvSpPr>
          <p:cNvPr id="2717" name="Google Shape;2717;p170"/>
          <p:cNvSpPr txBox="1"/>
          <p:nvPr/>
        </p:nvSpPr>
        <p:spPr>
          <a:xfrm>
            <a:off x="5923016" y="3354543"/>
            <a:ext cx="2792400" cy="327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150" b="1">
                <a:solidFill>
                  <a:schemeClr val="dk1"/>
                </a:solidFill>
                <a:latin typeface="IBM Plex Sans"/>
                <a:ea typeface="IBM Plex Sans"/>
                <a:cs typeface="IBM Plex Sans"/>
                <a:sym typeface="IBM Plex Sans"/>
              </a:rPr>
              <a:t>AI Customer Service Agent</a:t>
            </a:r>
            <a:endParaRPr sz="1150" b="1">
              <a:solidFill>
                <a:schemeClr val="dk1"/>
              </a:solidFill>
              <a:latin typeface="IBM Plex Sans"/>
              <a:ea typeface="IBM Plex Sans"/>
              <a:cs typeface="IBM Plex Sans"/>
              <a:sym typeface="IBM Plex Sans"/>
            </a:endParaRPr>
          </a:p>
        </p:txBody>
      </p:sp>
      <p:sp>
        <p:nvSpPr>
          <p:cNvPr id="2718" name="Google Shape;2718;p170"/>
          <p:cNvSpPr txBox="1"/>
          <p:nvPr/>
        </p:nvSpPr>
        <p:spPr>
          <a:xfrm>
            <a:off x="0" y="4598250"/>
            <a:ext cx="9144000" cy="545100"/>
          </a:xfrm>
          <a:prstGeom prst="rect">
            <a:avLst/>
          </a:prstGeom>
          <a:solidFill>
            <a:srgbClr val="0043CE"/>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300" b="1">
                <a:solidFill>
                  <a:srgbClr val="FFFFFF"/>
                </a:solidFill>
                <a:latin typeface="IBM Plex Sans"/>
                <a:ea typeface="IBM Plex Sans"/>
                <a:cs typeface="IBM Plex Sans"/>
                <a:sym typeface="IBM Plex Sans"/>
              </a:rPr>
              <a:t>Explore more solution accelerators in Camunda Marketplace.</a:t>
            </a:r>
            <a:endParaRPr sz="1300" b="1">
              <a:solidFill>
                <a:srgbClr val="FFFFFF"/>
              </a:solidFill>
              <a:latin typeface="IBM Plex Sans"/>
              <a:ea typeface="IBM Plex Sans"/>
              <a:cs typeface="IBM Plex Sans"/>
              <a:sym typeface="IBM Plex Sans"/>
            </a:endParaRPr>
          </a:p>
        </p:txBody>
      </p:sp>
      <p:pic>
        <p:nvPicPr>
          <p:cNvPr id="2719" name="Google Shape;2719;p170"/>
          <p:cNvPicPr preferRelativeResize="0"/>
          <p:nvPr/>
        </p:nvPicPr>
        <p:blipFill rotWithShape="1">
          <a:blip r:embed="rId5">
            <a:alphaModFix/>
          </a:blip>
          <a:srcRect t="21818" b="21818"/>
          <a:stretch/>
        </p:blipFill>
        <p:spPr>
          <a:xfrm>
            <a:off x="132107" y="1356198"/>
            <a:ext cx="1335501" cy="226619"/>
          </a:xfrm>
          <a:prstGeom prst="rect">
            <a:avLst/>
          </a:prstGeom>
          <a:noFill/>
          <a:ln>
            <a:noFill/>
          </a:ln>
        </p:spPr>
      </p:pic>
      <p:sp>
        <p:nvSpPr>
          <p:cNvPr id="2720" name="Google Shape;2720;p170"/>
          <p:cNvSpPr txBox="1"/>
          <p:nvPr/>
        </p:nvSpPr>
        <p:spPr>
          <a:xfrm>
            <a:off x="1553407" y="1003020"/>
            <a:ext cx="2792400" cy="327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150" b="1">
                <a:solidFill>
                  <a:schemeClr val="dk1"/>
                </a:solidFill>
                <a:latin typeface="IBM Plex Sans"/>
                <a:ea typeface="IBM Plex Sans"/>
                <a:cs typeface="IBM Plex Sans"/>
                <a:sym typeface="IBM Plex Sans"/>
              </a:rPr>
              <a:t>Agentic AI Call Quality Audits </a:t>
            </a:r>
            <a:endParaRPr sz="1150" b="1">
              <a:solidFill>
                <a:schemeClr val="dk1"/>
              </a:solidFill>
              <a:latin typeface="IBM Plex Sans"/>
              <a:ea typeface="IBM Plex Sans"/>
              <a:cs typeface="IBM Plex Sans"/>
              <a:sym typeface="IBM Plex Sans"/>
            </a:endParaRPr>
          </a:p>
        </p:txBody>
      </p:sp>
      <p:pic>
        <p:nvPicPr>
          <p:cNvPr id="2721" name="Google Shape;2721;p170"/>
          <p:cNvPicPr preferRelativeResize="0"/>
          <p:nvPr/>
        </p:nvPicPr>
        <p:blipFill rotWithShape="1">
          <a:blip r:embed="rId6">
            <a:alphaModFix/>
          </a:blip>
          <a:srcRect t="29066" b="29062"/>
          <a:stretch/>
        </p:blipFill>
        <p:spPr>
          <a:xfrm>
            <a:off x="168432" y="2596315"/>
            <a:ext cx="1335501" cy="226619"/>
          </a:xfrm>
          <a:prstGeom prst="rect">
            <a:avLst/>
          </a:prstGeom>
          <a:noFill/>
          <a:ln>
            <a:noFill/>
          </a:ln>
        </p:spPr>
      </p:pic>
      <p:sp>
        <p:nvSpPr>
          <p:cNvPr id="2722" name="Google Shape;2722;p170"/>
          <p:cNvSpPr txBox="1"/>
          <p:nvPr/>
        </p:nvSpPr>
        <p:spPr>
          <a:xfrm>
            <a:off x="1553400" y="1254117"/>
            <a:ext cx="2920500" cy="657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050">
                <a:solidFill>
                  <a:schemeClr val="dk1"/>
                </a:solidFill>
                <a:latin typeface="IBM Plex Sans"/>
                <a:ea typeface="IBM Plex Sans"/>
                <a:cs typeface="IBM Plex Sans"/>
                <a:sym typeface="IBM Plex Sans"/>
              </a:rPr>
              <a:t>Review every customer call, reduce audit times by 94%, and provide performance coaching in real time.</a:t>
            </a:r>
            <a:endParaRPr sz="1050">
              <a:solidFill>
                <a:schemeClr val="dk1"/>
              </a:solidFill>
              <a:latin typeface="IBM Plex Sans"/>
              <a:ea typeface="IBM Plex Sans"/>
              <a:cs typeface="IBM Plex Sans"/>
              <a:sym typeface="IBM Plex Sans"/>
            </a:endParaRPr>
          </a:p>
        </p:txBody>
      </p:sp>
      <p:sp>
        <p:nvSpPr>
          <p:cNvPr id="2723" name="Google Shape;2723;p170"/>
          <p:cNvSpPr txBox="1"/>
          <p:nvPr/>
        </p:nvSpPr>
        <p:spPr>
          <a:xfrm>
            <a:off x="5935316" y="2433441"/>
            <a:ext cx="2772600" cy="657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050">
                <a:solidFill>
                  <a:schemeClr val="dk1"/>
                </a:solidFill>
                <a:latin typeface="IBM Plex Sans"/>
                <a:ea typeface="IBM Plex Sans"/>
                <a:cs typeface="IBM Plex Sans"/>
                <a:sym typeface="IBM Plex Sans"/>
              </a:rPr>
              <a:t>Provide 24-7-365 support with a dynamic digital workforce to speed up claims and keep customers informed.</a:t>
            </a:r>
            <a:endParaRPr sz="1050">
              <a:solidFill>
                <a:schemeClr val="dk1"/>
              </a:solidFill>
              <a:latin typeface="IBM Plex Sans"/>
              <a:ea typeface="IBM Plex Sans"/>
              <a:cs typeface="IBM Plex Sans"/>
              <a:sym typeface="IBM Plex Sans"/>
            </a:endParaRPr>
          </a:p>
        </p:txBody>
      </p:sp>
      <p:sp>
        <p:nvSpPr>
          <p:cNvPr id="2724" name="Google Shape;2724;p170"/>
          <p:cNvSpPr txBox="1"/>
          <p:nvPr/>
        </p:nvSpPr>
        <p:spPr>
          <a:xfrm>
            <a:off x="5935966" y="2169341"/>
            <a:ext cx="2792400" cy="327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150" b="1">
                <a:solidFill>
                  <a:schemeClr val="dk1"/>
                </a:solidFill>
                <a:latin typeface="IBM Plex Sans"/>
                <a:ea typeface="IBM Plex Sans"/>
                <a:cs typeface="IBM Plex Sans"/>
                <a:sym typeface="IBM Plex Sans"/>
              </a:rPr>
              <a:t>Agentic Auto Insurance Claims</a:t>
            </a:r>
            <a:endParaRPr sz="1150" b="1">
              <a:solidFill>
                <a:schemeClr val="dk1"/>
              </a:solidFill>
              <a:latin typeface="IBM Plex Sans"/>
              <a:ea typeface="IBM Plex Sans"/>
              <a:cs typeface="IBM Plex Sans"/>
              <a:sym typeface="IBM Plex Sans"/>
            </a:endParaRPr>
          </a:p>
        </p:txBody>
      </p:sp>
      <p:pic>
        <p:nvPicPr>
          <p:cNvPr id="2725" name="Google Shape;2725;p170"/>
          <p:cNvPicPr preferRelativeResize="0"/>
          <p:nvPr/>
        </p:nvPicPr>
        <p:blipFill rotWithShape="1">
          <a:blip r:embed="rId7">
            <a:alphaModFix/>
          </a:blip>
          <a:srcRect t="-3225" b="-3225"/>
          <a:stretch/>
        </p:blipFill>
        <p:spPr>
          <a:xfrm>
            <a:off x="4989237" y="2514919"/>
            <a:ext cx="734850" cy="312912"/>
          </a:xfrm>
          <a:prstGeom prst="rect">
            <a:avLst/>
          </a:prstGeom>
          <a:noFill/>
          <a:ln>
            <a:noFill/>
          </a:ln>
        </p:spPr>
      </p:pic>
      <p:pic>
        <p:nvPicPr>
          <p:cNvPr id="2726" name="Google Shape;2726;p170"/>
          <p:cNvPicPr preferRelativeResize="0"/>
          <p:nvPr/>
        </p:nvPicPr>
        <p:blipFill rotWithShape="1">
          <a:blip r:embed="rId8">
            <a:alphaModFix/>
          </a:blip>
          <a:srcRect/>
          <a:stretch/>
        </p:blipFill>
        <p:spPr>
          <a:xfrm>
            <a:off x="5192275" y="1178625"/>
            <a:ext cx="480600" cy="491050"/>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0">
  <p:cSld>
    <p:spTree>
      <p:nvGrpSpPr>
        <p:cNvPr id="1" name="Shape 2730"/>
        <p:cNvGrpSpPr/>
        <p:nvPr/>
      </p:nvGrpSpPr>
      <p:grpSpPr>
        <a:xfrm>
          <a:off x="0" y="0"/>
          <a:ext cx="0" cy="0"/>
          <a:chOff x="0" y="0"/>
          <a:chExt cx="0" cy="0"/>
        </a:xfrm>
      </p:grpSpPr>
      <p:sp>
        <p:nvSpPr>
          <p:cNvPr id="2731" name="Google Shape;2731;p171"/>
          <p:cNvSpPr txBox="1">
            <a:spLocks noGrp="1"/>
          </p:cNvSpPr>
          <p:nvPr>
            <p:ph type="title"/>
          </p:nvPr>
        </p:nvSpPr>
        <p:spPr>
          <a:xfrm>
            <a:off x="368900" y="2780450"/>
            <a:ext cx="8123100" cy="1644600"/>
          </a:xfrm>
          <a:prstGeom prst="rect">
            <a:avLst/>
          </a:prstGeom>
        </p:spPr>
        <p:txBody>
          <a:bodyPr spcFirstLastPara="1" wrap="square" lIns="0" tIns="0" rIns="0" bIns="0" anchor="t" anchorCtr="0">
            <a:normAutofit/>
          </a:bodyPr>
          <a:lstStyle/>
          <a:p>
            <a:pPr marL="0" lvl="0" indent="0" algn="l" rtl="0">
              <a:spcBef>
                <a:spcPts val="0"/>
              </a:spcBef>
              <a:spcAft>
                <a:spcPts val="0"/>
              </a:spcAft>
              <a:buNone/>
            </a:pPr>
            <a:r>
              <a:rPr lang="en" b="0">
                <a:solidFill>
                  <a:schemeClr val="lt2"/>
                </a:solidFill>
              </a:rPr>
              <a:t>Camunda</a:t>
            </a:r>
            <a:r>
              <a:rPr lang="en" b="0">
                <a:solidFill>
                  <a:schemeClr val="accent1"/>
                </a:solidFill>
              </a:rPr>
              <a:t> |</a:t>
            </a:r>
            <a:r>
              <a:rPr lang="en">
                <a:solidFill>
                  <a:schemeClr val="accent1"/>
                </a:solidFill>
              </a:rPr>
              <a:t> AI / Agentic Orchestration</a:t>
            </a:r>
            <a:endParaRPr>
              <a:solidFill>
                <a:schemeClr val="accent1"/>
              </a:solidFill>
            </a:endParaRPr>
          </a:p>
          <a:p>
            <a:pPr marL="0" lvl="0" indent="0" algn="l" rtl="0">
              <a:spcBef>
                <a:spcPts val="0"/>
              </a:spcBef>
              <a:spcAft>
                <a:spcPts val="0"/>
              </a:spcAft>
              <a:buNone/>
            </a:pPr>
            <a:r>
              <a:rPr lang="en" sz="1600" b="0" i="1">
                <a:solidFill>
                  <a:schemeClr val="accent1"/>
                </a:solidFill>
              </a:rPr>
              <a:t>              Go to Product Pitch Deck </a:t>
            </a:r>
            <a:r>
              <a:rPr lang="en" sz="1600" b="0" i="1">
                <a:solidFill>
                  <a:schemeClr val="accent6"/>
                </a:solidFill>
              </a:rPr>
              <a:t>(double click on roadmap, features, capabilities)</a:t>
            </a:r>
            <a:endParaRPr sz="1600" b="0" i="1">
              <a:solidFill>
                <a:schemeClr val="accent6"/>
              </a:solidFill>
            </a:endParaRPr>
          </a:p>
        </p:txBody>
      </p:sp>
      <p:cxnSp>
        <p:nvCxnSpPr>
          <p:cNvPr id="2732" name="Google Shape;2732;p171"/>
          <p:cNvCxnSpPr/>
          <p:nvPr/>
        </p:nvCxnSpPr>
        <p:spPr>
          <a:xfrm>
            <a:off x="401100" y="3444725"/>
            <a:ext cx="558300" cy="0"/>
          </a:xfrm>
          <a:prstGeom prst="straightConnector1">
            <a:avLst/>
          </a:prstGeom>
          <a:noFill/>
          <a:ln w="38100" cap="flat" cmpd="sng">
            <a:solidFill>
              <a:schemeClr val="accent6"/>
            </a:solidFill>
            <a:prstDash val="solid"/>
            <a:round/>
            <a:headEnd type="none" w="med" len="med"/>
            <a:tailEnd type="triangle" w="med" len="med"/>
          </a:ln>
        </p:spPr>
      </p:cxn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0">
  <p:cSld>
    <p:bg>
      <p:bgPr>
        <a:solidFill>
          <a:srgbClr val="030303"/>
        </a:solidFill>
        <a:effectLst/>
      </p:bgPr>
    </p:bg>
    <p:spTree>
      <p:nvGrpSpPr>
        <p:cNvPr id="1" name="Shape 2736"/>
        <p:cNvGrpSpPr/>
        <p:nvPr/>
      </p:nvGrpSpPr>
      <p:grpSpPr>
        <a:xfrm>
          <a:off x="0" y="0"/>
          <a:ext cx="0" cy="0"/>
          <a:chOff x="0" y="0"/>
          <a:chExt cx="0" cy="0"/>
        </a:xfrm>
      </p:grpSpPr>
      <p:pic>
        <p:nvPicPr>
          <p:cNvPr id="2737" name="Google Shape;2737;p172"/>
          <p:cNvPicPr preferRelativeResize="0"/>
          <p:nvPr/>
        </p:nvPicPr>
        <p:blipFill>
          <a:blip r:embed="rId3">
            <a:alphaModFix/>
          </a:blip>
          <a:stretch>
            <a:fillRect/>
          </a:stretch>
        </p:blipFill>
        <p:spPr>
          <a:xfrm>
            <a:off x="414775" y="130000"/>
            <a:ext cx="7614802" cy="4785099"/>
          </a:xfrm>
          <a:prstGeom prst="rect">
            <a:avLst/>
          </a:prstGeom>
          <a:noFill/>
          <a:ln>
            <a:noFill/>
          </a:ln>
        </p:spPr>
      </p:pic>
      <p:grpSp>
        <p:nvGrpSpPr>
          <p:cNvPr id="2738" name="Google Shape;2738;p172"/>
          <p:cNvGrpSpPr/>
          <p:nvPr/>
        </p:nvGrpSpPr>
        <p:grpSpPr>
          <a:xfrm>
            <a:off x="358402" y="879878"/>
            <a:ext cx="3972376" cy="585000"/>
            <a:chOff x="358402" y="1185253"/>
            <a:chExt cx="3972376" cy="585000"/>
          </a:xfrm>
        </p:grpSpPr>
        <p:sp>
          <p:nvSpPr>
            <p:cNvPr id="2739" name="Google Shape;2739;p172"/>
            <p:cNvSpPr txBox="1"/>
            <p:nvPr/>
          </p:nvSpPr>
          <p:spPr>
            <a:xfrm>
              <a:off x="2207077" y="1185253"/>
              <a:ext cx="2123700" cy="5850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300">
                  <a:solidFill>
                    <a:schemeClr val="lt1"/>
                  </a:solidFill>
                  <a:latin typeface="IBM Plex Sans Medium"/>
                  <a:ea typeface="IBM Plex Sans Medium"/>
                  <a:cs typeface="IBM Plex Sans Medium"/>
                  <a:sym typeface="IBM Plex Sans Medium"/>
                </a:rPr>
                <a:t>Annual Recurring Revenue</a:t>
              </a:r>
              <a:endParaRPr sz="1300">
                <a:solidFill>
                  <a:schemeClr val="lt1"/>
                </a:solidFill>
                <a:latin typeface="IBM Plex Sans Medium"/>
                <a:ea typeface="IBM Plex Sans Medium"/>
                <a:cs typeface="IBM Plex Sans Medium"/>
                <a:sym typeface="IBM Plex Sans Medium"/>
              </a:endParaRPr>
            </a:p>
          </p:txBody>
        </p:sp>
        <p:sp>
          <p:nvSpPr>
            <p:cNvPr id="2740" name="Google Shape;2740;p172"/>
            <p:cNvSpPr/>
            <p:nvPr/>
          </p:nvSpPr>
          <p:spPr>
            <a:xfrm>
              <a:off x="358402" y="1232287"/>
              <a:ext cx="1331700" cy="490800"/>
            </a:xfrm>
            <a:prstGeom prst="roundRect">
              <a:avLst>
                <a:gd name="adj" fmla="val 9423"/>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500" b="1">
                  <a:solidFill>
                    <a:schemeClr val="lt1"/>
                  </a:solidFill>
                  <a:latin typeface="IBM Plex Sans"/>
                  <a:ea typeface="IBM Plex Sans"/>
                  <a:cs typeface="IBM Plex Sans"/>
                  <a:sym typeface="IBM Plex Sans"/>
                </a:rPr>
                <a:t>$100m</a:t>
              </a:r>
              <a:endParaRPr sz="2500" b="1">
                <a:solidFill>
                  <a:schemeClr val="lt1"/>
                </a:solidFill>
                <a:latin typeface="IBM Plex Sans"/>
                <a:ea typeface="IBM Plex Sans"/>
                <a:cs typeface="IBM Plex Sans"/>
                <a:sym typeface="IBM Plex Sans"/>
              </a:endParaRPr>
            </a:p>
          </p:txBody>
        </p:sp>
        <p:grpSp>
          <p:nvGrpSpPr>
            <p:cNvPr id="2741" name="Google Shape;2741;p172"/>
            <p:cNvGrpSpPr/>
            <p:nvPr/>
          </p:nvGrpSpPr>
          <p:grpSpPr>
            <a:xfrm>
              <a:off x="1761745" y="1319837"/>
              <a:ext cx="345691" cy="315558"/>
              <a:chOff x="1863400" y="2253175"/>
              <a:chExt cx="417300" cy="380925"/>
            </a:xfrm>
          </p:grpSpPr>
          <p:sp>
            <p:nvSpPr>
              <p:cNvPr id="2742" name="Google Shape;2742;p172"/>
              <p:cNvSpPr/>
              <p:nvPr/>
            </p:nvSpPr>
            <p:spPr>
              <a:xfrm>
                <a:off x="1863400" y="2391175"/>
                <a:ext cx="417300" cy="242925"/>
              </a:xfrm>
              <a:custGeom>
                <a:avLst/>
                <a:gdLst/>
                <a:ahLst/>
                <a:cxnLst/>
                <a:rect l="l" t="t" r="r" b="b"/>
                <a:pathLst>
                  <a:path w="16692" h="9717" extrusionOk="0">
                    <a:moveTo>
                      <a:pt x="12709" y="1"/>
                    </a:moveTo>
                    <a:lnTo>
                      <a:pt x="12709" y="8739"/>
                    </a:lnTo>
                    <a:lnTo>
                      <a:pt x="11732" y="8739"/>
                    </a:lnTo>
                    <a:lnTo>
                      <a:pt x="11732" y="1956"/>
                    </a:lnTo>
                    <a:lnTo>
                      <a:pt x="8799" y="1956"/>
                    </a:lnTo>
                    <a:lnTo>
                      <a:pt x="8799" y="8739"/>
                    </a:lnTo>
                    <a:lnTo>
                      <a:pt x="7821" y="8739"/>
                    </a:lnTo>
                    <a:lnTo>
                      <a:pt x="7821" y="3911"/>
                    </a:lnTo>
                    <a:lnTo>
                      <a:pt x="4889" y="3911"/>
                    </a:lnTo>
                    <a:lnTo>
                      <a:pt x="4889" y="8739"/>
                    </a:lnTo>
                    <a:lnTo>
                      <a:pt x="3911" y="8727"/>
                    </a:lnTo>
                    <a:lnTo>
                      <a:pt x="3911" y="5866"/>
                    </a:lnTo>
                    <a:lnTo>
                      <a:pt x="978" y="5866"/>
                    </a:lnTo>
                    <a:lnTo>
                      <a:pt x="978" y="8727"/>
                    </a:lnTo>
                    <a:lnTo>
                      <a:pt x="0" y="8727"/>
                    </a:lnTo>
                    <a:lnTo>
                      <a:pt x="0" y="9705"/>
                    </a:lnTo>
                    <a:lnTo>
                      <a:pt x="16691" y="9717"/>
                    </a:lnTo>
                    <a:lnTo>
                      <a:pt x="16691" y="8739"/>
                    </a:lnTo>
                    <a:lnTo>
                      <a:pt x="15642" y="8739"/>
                    </a:lnTo>
                    <a:lnTo>
                      <a:pt x="15642"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3" name="Google Shape;2743;p172"/>
              <p:cNvSpPr/>
              <p:nvPr/>
            </p:nvSpPr>
            <p:spPr>
              <a:xfrm>
                <a:off x="1915850" y="2253175"/>
                <a:ext cx="318650" cy="209250"/>
              </a:xfrm>
              <a:custGeom>
                <a:avLst/>
                <a:gdLst/>
                <a:ahLst/>
                <a:cxnLst/>
                <a:rect l="l" t="t" r="r" b="b"/>
                <a:pathLst>
                  <a:path w="12746" h="8370" extrusionOk="0">
                    <a:moveTo>
                      <a:pt x="10385" y="1"/>
                    </a:moveTo>
                    <a:lnTo>
                      <a:pt x="10135" y="942"/>
                    </a:lnTo>
                    <a:lnTo>
                      <a:pt x="10886" y="1145"/>
                    </a:lnTo>
                    <a:lnTo>
                      <a:pt x="1" y="7523"/>
                    </a:lnTo>
                    <a:lnTo>
                      <a:pt x="490" y="8370"/>
                    </a:lnTo>
                    <a:lnTo>
                      <a:pt x="11374" y="1992"/>
                    </a:lnTo>
                    <a:lnTo>
                      <a:pt x="11172" y="2743"/>
                    </a:lnTo>
                    <a:lnTo>
                      <a:pt x="12126" y="2993"/>
                    </a:lnTo>
                    <a:lnTo>
                      <a:pt x="12746" y="621"/>
                    </a:lnTo>
                    <a:lnTo>
                      <a:pt x="1038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2744" name="Google Shape;2744;p172"/>
          <p:cNvGrpSpPr/>
          <p:nvPr/>
        </p:nvGrpSpPr>
        <p:grpSpPr>
          <a:xfrm>
            <a:off x="358402" y="1524426"/>
            <a:ext cx="3972376" cy="490800"/>
            <a:chOff x="358402" y="1736876"/>
            <a:chExt cx="3972376" cy="490800"/>
          </a:xfrm>
        </p:grpSpPr>
        <p:sp>
          <p:nvSpPr>
            <p:cNvPr id="2745" name="Google Shape;2745;p172"/>
            <p:cNvSpPr txBox="1"/>
            <p:nvPr/>
          </p:nvSpPr>
          <p:spPr>
            <a:xfrm>
              <a:off x="2207077" y="1803739"/>
              <a:ext cx="2123700" cy="384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300">
                  <a:solidFill>
                    <a:schemeClr val="lt1"/>
                  </a:solidFill>
                  <a:latin typeface="IBM Plex Sans Medium"/>
                  <a:ea typeface="IBM Plex Sans Medium"/>
                  <a:cs typeface="IBM Plex Sans Medium"/>
                  <a:sym typeface="IBM Plex Sans Medium"/>
                </a:rPr>
                <a:t>Camundi</a:t>
              </a:r>
              <a:endParaRPr sz="800">
                <a:solidFill>
                  <a:schemeClr val="lt1"/>
                </a:solidFill>
                <a:latin typeface="IBM Plex Sans Medium"/>
                <a:ea typeface="IBM Plex Sans Medium"/>
                <a:cs typeface="IBM Plex Sans Medium"/>
                <a:sym typeface="IBM Plex Sans Medium"/>
              </a:endParaRPr>
            </a:p>
          </p:txBody>
        </p:sp>
        <p:sp>
          <p:nvSpPr>
            <p:cNvPr id="2746" name="Google Shape;2746;p172"/>
            <p:cNvSpPr/>
            <p:nvPr/>
          </p:nvSpPr>
          <p:spPr>
            <a:xfrm>
              <a:off x="358402" y="1736876"/>
              <a:ext cx="1331700" cy="490800"/>
            </a:xfrm>
            <a:prstGeom prst="roundRect">
              <a:avLst>
                <a:gd name="adj" fmla="val 9423"/>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500" b="1">
                  <a:solidFill>
                    <a:schemeClr val="lt1"/>
                  </a:solidFill>
                  <a:latin typeface="IBM Plex Sans"/>
                  <a:ea typeface="IBM Plex Sans"/>
                  <a:cs typeface="IBM Plex Sans"/>
                  <a:sym typeface="IBM Plex Sans"/>
                </a:rPr>
                <a:t>500</a:t>
              </a:r>
              <a:endParaRPr sz="2500" b="1">
                <a:solidFill>
                  <a:schemeClr val="lt1"/>
                </a:solidFill>
                <a:latin typeface="IBM Plex Sans"/>
                <a:ea typeface="IBM Plex Sans"/>
                <a:cs typeface="IBM Plex Sans"/>
                <a:sym typeface="IBM Plex Sans"/>
              </a:endParaRPr>
            </a:p>
          </p:txBody>
        </p:sp>
        <p:grpSp>
          <p:nvGrpSpPr>
            <p:cNvPr id="2747" name="Google Shape;2747;p172"/>
            <p:cNvGrpSpPr/>
            <p:nvPr/>
          </p:nvGrpSpPr>
          <p:grpSpPr>
            <a:xfrm>
              <a:off x="1775234" y="1818995"/>
              <a:ext cx="346672" cy="354383"/>
              <a:chOff x="6893725" y="3303350"/>
              <a:chExt cx="484450" cy="495225"/>
            </a:xfrm>
          </p:grpSpPr>
          <p:sp>
            <p:nvSpPr>
              <p:cNvPr id="2748" name="Google Shape;2748;p172"/>
              <p:cNvSpPr/>
              <p:nvPr/>
            </p:nvSpPr>
            <p:spPr>
              <a:xfrm>
                <a:off x="6893725" y="3406450"/>
                <a:ext cx="80500" cy="153150"/>
              </a:xfrm>
              <a:custGeom>
                <a:avLst/>
                <a:gdLst/>
                <a:ahLst/>
                <a:cxnLst/>
                <a:rect l="l" t="t" r="r" b="b"/>
                <a:pathLst>
                  <a:path w="3220" h="6126" extrusionOk="0">
                    <a:moveTo>
                      <a:pt x="1475" y="0"/>
                    </a:moveTo>
                    <a:lnTo>
                      <a:pt x="1340" y="27"/>
                    </a:lnTo>
                    <a:lnTo>
                      <a:pt x="1218" y="54"/>
                    </a:lnTo>
                    <a:lnTo>
                      <a:pt x="1096" y="108"/>
                    </a:lnTo>
                    <a:lnTo>
                      <a:pt x="975" y="162"/>
                    </a:lnTo>
                    <a:lnTo>
                      <a:pt x="866" y="230"/>
                    </a:lnTo>
                    <a:lnTo>
                      <a:pt x="758" y="298"/>
                    </a:lnTo>
                    <a:lnTo>
                      <a:pt x="664" y="392"/>
                    </a:lnTo>
                    <a:lnTo>
                      <a:pt x="582" y="487"/>
                    </a:lnTo>
                    <a:lnTo>
                      <a:pt x="501" y="582"/>
                    </a:lnTo>
                    <a:lnTo>
                      <a:pt x="434" y="703"/>
                    </a:lnTo>
                    <a:lnTo>
                      <a:pt x="380" y="811"/>
                    </a:lnTo>
                    <a:lnTo>
                      <a:pt x="339" y="933"/>
                    </a:lnTo>
                    <a:lnTo>
                      <a:pt x="312" y="1068"/>
                    </a:lnTo>
                    <a:lnTo>
                      <a:pt x="285" y="1190"/>
                    </a:lnTo>
                    <a:lnTo>
                      <a:pt x="285" y="1339"/>
                    </a:lnTo>
                    <a:lnTo>
                      <a:pt x="285" y="1474"/>
                    </a:lnTo>
                    <a:lnTo>
                      <a:pt x="312" y="1596"/>
                    </a:lnTo>
                    <a:lnTo>
                      <a:pt x="339" y="1731"/>
                    </a:lnTo>
                    <a:lnTo>
                      <a:pt x="380" y="1853"/>
                    </a:lnTo>
                    <a:lnTo>
                      <a:pt x="434" y="1961"/>
                    </a:lnTo>
                    <a:lnTo>
                      <a:pt x="501" y="2083"/>
                    </a:lnTo>
                    <a:lnTo>
                      <a:pt x="582" y="2177"/>
                    </a:lnTo>
                    <a:lnTo>
                      <a:pt x="664" y="2272"/>
                    </a:lnTo>
                    <a:lnTo>
                      <a:pt x="758" y="2366"/>
                    </a:lnTo>
                    <a:lnTo>
                      <a:pt x="866" y="2434"/>
                    </a:lnTo>
                    <a:lnTo>
                      <a:pt x="975" y="2502"/>
                    </a:lnTo>
                    <a:lnTo>
                      <a:pt x="1096" y="2556"/>
                    </a:lnTo>
                    <a:lnTo>
                      <a:pt x="1218" y="2610"/>
                    </a:lnTo>
                    <a:lnTo>
                      <a:pt x="1340" y="2637"/>
                    </a:lnTo>
                    <a:lnTo>
                      <a:pt x="1475" y="2664"/>
                    </a:lnTo>
                    <a:lnTo>
                      <a:pt x="1745" y="2664"/>
                    </a:lnTo>
                    <a:lnTo>
                      <a:pt x="1880" y="2637"/>
                    </a:lnTo>
                    <a:lnTo>
                      <a:pt x="2002" y="2610"/>
                    </a:lnTo>
                    <a:lnTo>
                      <a:pt x="2124" y="2556"/>
                    </a:lnTo>
                    <a:lnTo>
                      <a:pt x="2246" y="2502"/>
                    </a:lnTo>
                    <a:lnTo>
                      <a:pt x="2354" y="2434"/>
                    </a:lnTo>
                    <a:lnTo>
                      <a:pt x="2462" y="2366"/>
                    </a:lnTo>
                    <a:lnTo>
                      <a:pt x="2557" y="2272"/>
                    </a:lnTo>
                    <a:lnTo>
                      <a:pt x="2638" y="2177"/>
                    </a:lnTo>
                    <a:lnTo>
                      <a:pt x="2719" y="2083"/>
                    </a:lnTo>
                    <a:lnTo>
                      <a:pt x="2786" y="1961"/>
                    </a:lnTo>
                    <a:lnTo>
                      <a:pt x="2840" y="1853"/>
                    </a:lnTo>
                    <a:lnTo>
                      <a:pt x="2881" y="1731"/>
                    </a:lnTo>
                    <a:lnTo>
                      <a:pt x="2922" y="1596"/>
                    </a:lnTo>
                    <a:lnTo>
                      <a:pt x="2935" y="1474"/>
                    </a:lnTo>
                    <a:lnTo>
                      <a:pt x="2949" y="1339"/>
                    </a:lnTo>
                    <a:lnTo>
                      <a:pt x="2935" y="1190"/>
                    </a:lnTo>
                    <a:lnTo>
                      <a:pt x="2922" y="1068"/>
                    </a:lnTo>
                    <a:lnTo>
                      <a:pt x="2881" y="933"/>
                    </a:lnTo>
                    <a:lnTo>
                      <a:pt x="2840" y="811"/>
                    </a:lnTo>
                    <a:lnTo>
                      <a:pt x="2786" y="703"/>
                    </a:lnTo>
                    <a:lnTo>
                      <a:pt x="2719" y="582"/>
                    </a:lnTo>
                    <a:lnTo>
                      <a:pt x="2638" y="487"/>
                    </a:lnTo>
                    <a:lnTo>
                      <a:pt x="2557" y="392"/>
                    </a:lnTo>
                    <a:lnTo>
                      <a:pt x="2462" y="298"/>
                    </a:lnTo>
                    <a:lnTo>
                      <a:pt x="2354" y="230"/>
                    </a:lnTo>
                    <a:lnTo>
                      <a:pt x="2246" y="162"/>
                    </a:lnTo>
                    <a:lnTo>
                      <a:pt x="2124" y="108"/>
                    </a:lnTo>
                    <a:lnTo>
                      <a:pt x="2002" y="54"/>
                    </a:lnTo>
                    <a:lnTo>
                      <a:pt x="1880" y="27"/>
                    </a:lnTo>
                    <a:lnTo>
                      <a:pt x="1745" y="0"/>
                    </a:lnTo>
                    <a:close/>
                    <a:moveTo>
                      <a:pt x="407" y="3313"/>
                    </a:moveTo>
                    <a:lnTo>
                      <a:pt x="1" y="3867"/>
                    </a:lnTo>
                    <a:lnTo>
                      <a:pt x="1" y="6125"/>
                    </a:lnTo>
                    <a:lnTo>
                      <a:pt x="3219" y="6125"/>
                    </a:lnTo>
                    <a:lnTo>
                      <a:pt x="3219" y="3867"/>
                    </a:lnTo>
                    <a:lnTo>
                      <a:pt x="3138" y="3746"/>
                    </a:lnTo>
                    <a:lnTo>
                      <a:pt x="3030" y="3610"/>
                    </a:lnTo>
                    <a:lnTo>
                      <a:pt x="2813" y="3313"/>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9" name="Google Shape;2749;p172"/>
              <p:cNvSpPr/>
              <p:nvPr/>
            </p:nvSpPr>
            <p:spPr>
              <a:xfrm>
                <a:off x="7271325" y="3303350"/>
                <a:ext cx="80150" cy="153150"/>
              </a:xfrm>
              <a:custGeom>
                <a:avLst/>
                <a:gdLst/>
                <a:ahLst/>
                <a:cxnLst/>
                <a:rect l="l" t="t" r="r" b="b"/>
                <a:pathLst>
                  <a:path w="3206" h="6126" extrusionOk="0">
                    <a:moveTo>
                      <a:pt x="1610" y="0"/>
                    </a:moveTo>
                    <a:lnTo>
                      <a:pt x="1461" y="14"/>
                    </a:lnTo>
                    <a:lnTo>
                      <a:pt x="1339" y="27"/>
                    </a:lnTo>
                    <a:lnTo>
                      <a:pt x="1204" y="68"/>
                    </a:lnTo>
                    <a:lnTo>
                      <a:pt x="1082" y="108"/>
                    </a:lnTo>
                    <a:lnTo>
                      <a:pt x="974" y="162"/>
                    </a:lnTo>
                    <a:lnTo>
                      <a:pt x="852" y="230"/>
                    </a:lnTo>
                    <a:lnTo>
                      <a:pt x="758" y="311"/>
                    </a:lnTo>
                    <a:lnTo>
                      <a:pt x="663" y="392"/>
                    </a:lnTo>
                    <a:lnTo>
                      <a:pt x="582" y="487"/>
                    </a:lnTo>
                    <a:lnTo>
                      <a:pt x="501" y="595"/>
                    </a:lnTo>
                    <a:lnTo>
                      <a:pt x="433" y="703"/>
                    </a:lnTo>
                    <a:lnTo>
                      <a:pt x="379" y="825"/>
                    </a:lnTo>
                    <a:lnTo>
                      <a:pt x="325" y="947"/>
                    </a:lnTo>
                    <a:lnTo>
                      <a:pt x="298" y="1068"/>
                    </a:lnTo>
                    <a:lnTo>
                      <a:pt x="271" y="1204"/>
                    </a:lnTo>
                    <a:lnTo>
                      <a:pt x="271" y="1339"/>
                    </a:lnTo>
                    <a:lnTo>
                      <a:pt x="271" y="1474"/>
                    </a:lnTo>
                    <a:lnTo>
                      <a:pt x="298" y="1609"/>
                    </a:lnTo>
                    <a:lnTo>
                      <a:pt x="325" y="1731"/>
                    </a:lnTo>
                    <a:lnTo>
                      <a:pt x="379" y="1853"/>
                    </a:lnTo>
                    <a:lnTo>
                      <a:pt x="433" y="1974"/>
                    </a:lnTo>
                    <a:lnTo>
                      <a:pt x="501" y="2082"/>
                    </a:lnTo>
                    <a:lnTo>
                      <a:pt x="582" y="2191"/>
                    </a:lnTo>
                    <a:lnTo>
                      <a:pt x="663" y="2285"/>
                    </a:lnTo>
                    <a:lnTo>
                      <a:pt x="758" y="2366"/>
                    </a:lnTo>
                    <a:lnTo>
                      <a:pt x="852" y="2448"/>
                    </a:lnTo>
                    <a:lnTo>
                      <a:pt x="974" y="2515"/>
                    </a:lnTo>
                    <a:lnTo>
                      <a:pt x="1082" y="2569"/>
                    </a:lnTo>
                    <a:lnTo>
                      <a:pt x="1204" y="2610"/>
                    </a:lnTo>
                    <a:lnTo>
                      <a:pt x="1339" y="2637"/>
                    </a:lnTo>
                    <a:lnTo>
                      <a:pt x="1461" y="2664"/>
                    </a:lnTo>
                    <a:lnTo>
                      <a:pt x="1745" y="2664"/>
                    </a:lnTo>
                    <a:lnTo>
                      <a:pt x="1866" y="2637"/>
                    </a:lnTo>
                    <a:lnTo>
                      <a:pt x="2002" y="2610"/>
                    </a:lnTo>
                    <a:lnTo>
                      <a:pt x="2123" y="2569"/>
                    </a:lnTo>
                    <a:lnTo>
                      <a:pt x="2232" y="2515"/>
                    </a:lnTo>
                    <a:lnTo>
                      <a:pt x="2353" y="2448"/>
                    </a:lnTo>
                    <a:lnTo>
                      <a:pt x="2448" y="2366"/>
                    </a:lnTo>
                    <a:lnTo>
                      <a:pt x="2543" y="2285"/>
                    </a:lnTo>
                    <a:lnTo>
                      <a:pt x="2637" y="2191"/>
                    </a:lnTo>
                    <a:lnTo>
                      <a:pt x="2705" y="2082"/>
                    </a:lnTo>
                    <a:lnTo>
                      <a:pt x="2772" y="1974"/>
                    </a:lnTo>
                    <a:lnTo>
                      <a:pt x="2826" y="1853"/>
                    </a:lnTo>
                    <a:lnTo>
                      <a:pt x="2881" y="1731"/>
                    </a:lnTo>
                    <a:lnTo>
                      <a:pt x="2908" y="1609"/>
                    </a:lnTo>
                    <a:lnTo>
                      <a:pt x="2935" y="1474"/>
                    </a:lnTo>
                    <a:lnTo>
                      <a:pt x="2935" y="1339"/>
                    </a:lnTo>
                    <a:lnTo>
                      <a:pt x="2935" y="1204"/>
                    </a:lnTo>
                    <a:lnTo>
                      <a:pt x="2908" y="1068"/>
                    </a:lnTo>
                    <a:lnTo>
                      <a:pt x="2881" y="947"/>
                    </a:lnTo>
                    <a:lnTo>
                      <a:pt x="2826" y="825"/>
                    </a:lnTo>
                    <a:lnTo>
                      <a:pt x="2772" y="703"/>
                    </a:lnTo>
                    <a:lnTo>
                      <a:pt x="2705" y="595"/>
                    </a:lnTo>
                    <a:lnTo>
                      <a:pt x="2637" y="487"/>
                    </a:lnTo>
                    <a:lnTo>
                      <a:pt x="2543" y="392"/>
                    </a:lnTo>
                    <a:lnTo>
                      <a:pt x="2448" y="311"/>
                    </a:lnTo>
                    <a:lnTo>
                      <a:pt x="2353" y="230"/>
                    </a:lnTo>
                    <a:lnTo>
                      <a:pt x="2232" y="162"/>
                    </a:lnTo>
                    <a:lnTo>
                      <a:pt x="2123" y="108"/>
                    </a:lnTo>
                    <a:lnTo>
                      <a:pt x="2002" y="68"/>
                    </a:lnTo>
                    <a:lnTo>
                      <a:pt x="1866" y="27"/>
                    </a:lnTo>
                    <a:lnTo>
                      <a:pt x="1745" y="14"/>
                    </a:lnTo>
                    <a:lnTo>
                      <a:pt x="1610" y="0"/>
                    </a:lnTo>
                    <a:close/>
                    <a:moveTo>
                      <a:pt x="406" y="3326"/>
                    </a:moveTo>
                    <a:lnTo>
                      <a:pt x="0" y="3867"/>
                    </a:lnTo>
                    <a:lnTo>
                      <a:pt x="0" y="4462"/>
                    </a:lnTo>
                    <a:lnTo>
                      <a:pt x="0" y="6125"/>
                    </a:lnTo>
                    <a:lnTo>
                      <a:pt x="3205" y="6125"/>
                    </a:lnTo>
                    <a:lnTo>
                      <a:pt x="3205" y="5328"/>
                    </a:lnTo>
                    <a:lnTo>
                      <a:pt x="3205" y="3867"/>
                    </a:lnTo>
                    <a:lnTo>
                      <a:pt x="2799" y="3326"/>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0" name="Google Shape;2750;p172"/>
              <p:cNvSpPr/>
              <p:nvPr/>
            </p:nvSpPr>
            <p:spPr>
              <a:xfrm>
                <a:off x="6972500" y="3331725"/>
                <a:ext cx="405675" cy="399600"/>
              </a:xfrm>
              <a:custGeom>
                <a:avLst/>
                <a:gdLst/>
                <a:ahLst/>
                <a:cxnLst/>
                <a:rect l="l" t="t" r="r" b="b"/>
                <a:pathLst>
                  <a:path w="16227" h="15984" extrusionOk="0">
                    <a:moveTo>
                      <a:pt x="7316" y="1421"/>
                    </a:moveTo>
                    <a:lnTo>
                      <a:pt x="7316" y="7600"/>
                    </a:lnTo>
                    <a:lnTo>
                      <a:pt x="4381" y="7600"/>
                    </a:lnTo>
                    <a:lnTo>
                      <a:pt x="4422" y="7019"/>
                    </a:lnTo>
                    <a:lnTo>
                      <a:pt x="4490" y="6464"/>
                    </a:lnTo>
                    <a:lnTo>
                      <a:pt x="4584" y="5923"/>
                    </a:lnTo>
                    <a:lnTo>
                      <a:pt x="4692" y="5396"/>
                    </a:lnTo>
                    <a:lnTo>
                      <a:pt x="4814" y="4896"/>
                    </a:lnTo>
                    <a:lnTo>
                      <a:pt x="4963" y="4422"/>
                    </a:lnTo>
                    <a:lnTo>
                      <a:pt x="5139" y="3976"/>
                    </a:lnTo>
                    <a:lnTo>
                      <a:pt x="5314" y="3557"/>
                    </a:lnTo>
                    <a:lnTo>
                      <a:pt x="5517" y="3165"/>
                    </a:lnTo>
                    <a:lnTo>
                      <a:pt x="5734" y="2800"/>
                    </a:lnTo>
                    <a:lnTo>
                      <a:pt x="5977" y="2475"/>
                    </a:lnTo>
                    <a:lnTo>
                      <a:pt x="6099" y="2327"/>
                    </a:lnTo>
                    <a:lnTo>
                      <a:pt x="6220" y="2178"/>
                    </a:lnTo>
                    <a:lnTo>
                      <a:pt x="6342" y="2056"/>
                    </a:lnTo>
                    <a:lnTo>
                      <a:pt x="6477" y="1935"/>
                    </a:lnTo>
                    <a:lnTo>
                      <a:pt x="6612" y="1813"/>
                    </a:lnTo>
                    <a:lnTo>
                      <a:pt x="6748" y="1718"/>
                    </a:lnTo>
                    <a:lnTo>
                      <a:pt x="6883" y="1624"/>
                    </a:lnTo>
                    <a:lnTo>
                      <a:pt x="7018" y="1542"/>
                    </a:lnTo>
                    <a:lnTo>
                      <a:pt x="7167" y="1475"/>
                    </a:lnTo>
                    <a:lnTo>
                      <a:pt x="7316" y="1421"/>
                    </a:lnTo>
                    <a:close/>
                    <a:moveTo>
                      <a:pt x="14888" y="8912"/>
                    </a:moveTo>
                    <a:lnTo>
                      <a:pt x="14834" y="9344"/>
                    </a:lnTo>
                    <a:lnTo>
                      <a:pt x="14752" y="9763"/>
                    </a:lnTo>
                    <a:lnTo>
                      <a:pt x="14644" y="10183"/>
                    </a:lnTo>
                    <a:lnTo>
                      <a:pt x="14509" y="10588"/>
                    </a:lnTo>
                    <a:lnTo>
                      <a:pt x="14360" y="10980"/>
                    </a:lnTo>
                    <a:lnTo>
                      <a:pt x="14185" y="11359"/>
                    </a:lnTo>
                    <a:lnTo>
                      <a:pt x="13982" y="11724"/>
                    </a:lnTo>
                    <a:lnTo>
                      <a:pt x="13765" y="12076"/>
                    </a:lnTo>
                    <a:lnTo>
                      <a:pt x="13535" y="12414"/>
                    </a:lnTo>
                    <a:lnTo>
                      <a:pt x="13265" y="12738"/>
                    </a:lnTo>
                    <a:lnTo>
                      <a:pt x="12995" y="13049"/>
                    </a:lnTo>
                    <a:lnTo>
                      <a:pt x="12697" y="13347"/>
                    </a:lnTo>
                    <a:lnTo>
                      <a:pt x="12386" y="13617"/>
                    </a:lnTo>
                    <a:lnTo>
                      <a:pt x="12062" y="13874"/>
                    </a:lnTo>
                    <a:lnTo>
                      <a:pt x="11710" y="14104"/>
                    </a:lnTo>
                    <a:lnTo>
                      <a:pt x="11359" y="14320"/>
                    </a:lnTo>
                    <a:lnTo>
                      <a:pt x="11521" y="14050"/>
                    </a:lnTo>
                    <a:lnTo>
                      <a:pt x="11670" y="13766"/>
                    </a:lnTo>
                    <a:lnTo>
                      <a:pt x="11805" y="13509"/>
                    </a:lnTo>
                    <a:lnTo>
                      <a:pt x="11913" y="13252"/>
                    </a:lnTo>
                    <a:lnTo>
                      <a:pt x="12035" y="12982"/>
                    </a:lnTo>
                    <a:lnTo>
                      <a:pt x="12143" y="12698"/>
                    </a:lnTo>
                    <a:lnTo>
                      <a:pt x="12237" y="12414"/>
                    </a:lnTo>
                    <a:lnTo>
                      <a:pt x="12332" y="12116"/>
                    </a:lnTo>
                    <a:lnTo>
                      <a:pt x="12413" y="11819"/>
                    </a:lnTo>
                    <a:lnTo>
                      <a:pt x="12494" y="11521"/>
                    </a:lnTo>
                    <a:lnTo>
                      <a:pt x="12562" y="11210"/>
                    </a:lnTo>
                    <a:lnTo>
                      <a:pt x="12630" y="10886"/>
                    </a:lnTo>
                    <a:lnTo>
                      <a:pt x="12738" y="10250"/>
                    </a:lnTo>
                    <a:lnTo>
                      <a:pt x="12819" y="9588"/>
                    </a:lnTo>
                    <a:lnTo>
                      <a:pt x="12859" y="8912"/>
                    </a:lnTo>
                    <a:close/>
                    <a:moveTo>
                      <a:pt x="7559" y="1"/>
                    </a:moveTo>
                    <a:lnTo>
                      <a:pt x="7153" y="42"/>
                    </a:lnTo>
                    <a:lnTo>
                      <a:pt x="6748" y="82"/>
                    </a:lnTo>
                    <a:lnTo>
                      <a:pt x="6342" y="150"/>
                    </a:lnTo>
                    <a:lnTo>
                      <a:pt x="5950" y="244"/>
                    </a:lnTo>
                    <a:lnTo>
                      <a:pt x="5558" y="353"/>
                    </a:lnTo>
                    <a:lnTo>
                      <a:pt x="5179" y="474"/>
                    </a:lnTo>
                    <a:lnTo>
                      <a:pt x="4801" y="623"/>
                    </a:lnTo>
                    <a:lnTo>
                      <a:pt x="4436" y="785"/>
                    </a:lnTo>
                    <a:lnTo>
                      <a:pt x="4084" y="961"/>
                    </a:lnTo>
                    <a:lnTo>
                      <a:pt x="3732" y="1164"/>
                    </a:lnTo>
                    <a:lnTo>
                      <a:pt x="3394" y="1380"/>
                    </a:lnTo>
                    <a:lnTo>
                      <a:pt x="3056" y="1610"/>
                    </a:lnTo>
                    <a:lnTo>
                      <a:pt x="2732" y="1867"/>
                    </a:lnTo>
                    <a:lnTo>
                      <a:pt x="2434" y="2137"/>
                    </a:lnTo>
                    <a:lnTo>
                      <a:pt x="2123" y="2421"/>
                    </a:lnTo>
                    <a:lnTo>
                      <a:pt x="1826" y="2732"/>
                    </a:lnTo>
                    <a:lnTo>
                      <a:pt x="1542" y="3057"/>
                    </a:lnTo>
                    <a:lnTo>
                      <a:pt x="1285" y="3408"/>
                    </a:lnTo>
                    <a:lnTo>
                      <a:pt x="1042" y="3760"/>
                    </a:lnTo>
                    <a:lnTo>
                      <a:pt x="1082" y="4030"/>
                    </a:lnTo>
                    <a:lnTo>
                      <a:pt x="1096" y="4328"/>
                    </a:lnTo>
                    <a:lnTo>
                      <a:pt x="1096" y="4490"/>
                    </a:lnTo>
                    <a:lnTo>
                      <a:pt x="1082" y="4666"/>
                    </a:lnTo>
                    <a:lnTo>
                      <a:pt x="1055" y="4828"/>
                    </a:lnTo>
                    <a:lnTo>
                      <a:pt x="1015" y="4990"/>
                    </a:lnTo>
                    <a:lnTo>
                      <a:pt x="974" y="5153"/>
                    </a:lnTo>
                    <a:lnTo>
                      <a:pt x="906" y="5301"/>
                    </a:lnTo>
                    <a:lnTo>
                      <a:pt x="839" y="5464"/>
                    </a:lnTo>
                    <a:lnTo>
                      <a:pt x="771" y="5599"/>
                    </a:lnTo>
                    <a:lnTo>
                      <a:pt x="1123" y="6086"/>
                    </a:lnTo>
                    <a:lnTo>
                      <a:pt x="1299" y="6315"/>
                    </a:lnTo>
                    <a:lnTo>
                      <a:pt x="1393" y="5991"/>
                    </a:lnTo>
                    <a:lnTo>
                      <a:pt x="1515" y="5666"/>
                    </a:lnTo>
                    <a:lnTo>
                      <a:pt x="1650" y="5355"/>
                    </a:lnTo>
                    <a:lnTo>
                      <a:pt x="1799" y="5044"/>
                    </a:lnTo>
                    <a:lnTo>
                      <a:pt x="1961" y="4747"/>
                    </a:lnTo>
                    <a:lnTo>
                      <a:pt x="2137" y="4463"/>
                    </a:lnTo>
                    <a:lnTo>
                      <a:pt x="2340" y="4193"/>
                    </a:lnTo>
                    <a:lnTo>
                      <a:pt x="2543" y="3922"/>
                    </a:lnTo>
                    <a:lnTo>
                      <a:pt x="2759" y="3665"/>
                    </a:lnTo>
                    <a:lnTo>
                      <a:pt x="2975" y="3422"/>
                    </a:lnTo>
                    <a:lnTo>
                      <a:pt x="3219" y="3179"/>
                    </a:lnTo>
                    <a:lnTo>
                      <a:pt x="3475" y="2962"/>
                    </a:lnTo>
                    <a:lnTo>
                      <a:pt x="3732" y="2746"/>
                    </a:lnTo>
                    <a:lnTo>
                      <a:pt x="4003" y="2543"/>
                    </a:lnTo>
                    <a:lnTo>
                      <a:pt x="4287" y="2367"/>
                    </a:lnTo>
                    <a:lnTo>
                      <a:pt x="4571" y="2191"/>
                    </a:lnTo>
                    <a:lnTo>
                      <a:pt x="4422" y="2462"/>
                    </a:lnTo>
                    <a:lnTo>
                      <a:pt x="4260" y="2732"/>
                    </a:lnTo>
                    <a:lnTo>
                      <a:pt x="4138" y="2989"/>
                    </a:lnTo>
                    <a:lnTo>
                      <a:pt x="4016" y="3260"/>
                    </a:lnTo>
                    <a:lnTo>
                      <a:pt x="3908" y="3530"/>
                    </a:lnTo>
                    <a:lnTo>
                      <a:pt x="3800" y="3800"/>
                    </a:lnTo>
                    <a:lnTo>
                      <a:pt x="3692" y="4098"/>
                    </a:lnTo>
                    <a:lnTo>
                      <a:pt x="3611" y="4382"/>
                    </a:lnTo>
                    <a:lnTo>
                      <a:pt x="3516" y="4679"/>
                    </a:lnTo>
                    <a:lnTo>
                      <a:pt x="3435" y="4990"/>
                    </a:lnTo>
                    <a:lnTo>
                      <a:pt x="3367" y="5301"/>
                    </a:lnTo>
                    <a:lnTo>
                      <a:pt x="3300" y="5612"/>
                    </a:lnTo>
                    <a:lnTo>
                      <a:pt x="3205" y="6261"/>
                    </a:lnTo>
                    <a:lnTo>
                      <a:pt x="3124" y="6924"/>
                    </a:lnTo>
                    <a:lnTo>
                      <a:pt x="3083" y="7600"/>
                    </a:lnTo>
                    <a:lnTo>
                      <a:pt x="1380" y="7600"/>
                    </a:lnTo>
                    <a:lnTo>
                      <a:pt x="1380" y="8912"/>
                    </a:lnTo>
                    <a:lnTo>
                      <a:pt x="3083" y="8912"/>
                    </a:lnTo>
                    <a:lnTo>
                      <a:pt x="3124" y="9588"/>
                    </a:lnTo>
                    <a:lnTo>
                      <a:pt x="3205" y="10250"/>
                    </a:lnTo>
                    <a:lnTo>
                      <a:pt x="3300" y="10886"/>
                    </a:lnTo>
                    <a:lnTo>
                      <a:pt x="3367" y="11210"/>
                    </a:lnTo>
                    <a:lnTo>
                      <a:pt x="3435" y="11521"/>
                    </a:lnTo>
                    <a:lnTo>
                      <a:pt x="3516" y="11819"/>
                    </a:lnTo>
                    <a:lnTo>
                      <a:pt x="3611" y="12116"/>
                    </a:lnTo>
                    <a:lnTo>
                      <a:pt x="3692" y="12414"/>
                    </a:lnTo>
                    <a:lnTo>
                      <a:pt x="3800" y="12698"/>
                    </a:lnTo>
                    <a:lnTo>
                      <a:pt x="3908" y="12982"/>
                    </a:lnTo>
                    <a:lnTo>
                      <a:pt x="4016" y="13252"/>
                    </a:lnTo>
                    <a:lnTo>
                      <a:pt x="4138" y="13509"/>
                    </a:lnTo>
                    <a:lnTo>
                      <a:pt x="4260" y="13766"/>
                    </a:lnTo>
                    <a:lnTo>
                      <a:pt x="4422" y="14050"/>
                    </a:lnTo>
                    <a:lnTo>
                      <a:pt x="4571" y="14320"/>
                    </a:lnTo>
                    <a:lnTo>
                      <a:pt x="4571" y="14320"/>
                    </a:lnTo>
                    <a:lnTo>
                      <a:pt x="4300" y="14158"/>
                    </a:lnTo>
                    <a:lnTo>
                      <a:pt x="4030" y="13982"/>
                    </a:lnTo>
                    <a:lnTo>
                      <a:pt x="3773" y="13793"/>
                    </a:lnTo>
                    <a:lnTo>
                      <a:pt x="3516" y="13590"/>
                    </a:lnTo>
                    <a:lnTo>
                      <a:pt x="3273" y="13374"/>
                    </a:lnTo>
                    <a:lnTo>
                      <a:pt x="3043" y="13157"/>
                    </a:lnTo>
                    <a:lnTo>
                      <a:pt x="2826" y="12927"/>
                    </a:lnTo>
                    <a:lnTo>
                      <a:pt x="2610" y="12684"/>
                    </a:lnTo>
                    <a:lnTo>
                      <a:pt x="2407" y="12427"/>
                    </a:lnTo>
                    <a:lnTo>
                      <a:pt x="2232" y="12170"/>
                    </a:lnTo>
                    <a:lnTo>
                      <a:pt x="2056" y="11900"/>
                    </a:lnTo>
                    <a:lnTo>
                      <a:pt x="1893" y="11616"/>
                    </a:lnTo>
                    <a:lnTo>
                      <a:pt x="1731" y="11332"/>
                    </a:lnTo>
                    <a:lnTo>
                      <a:pt x="1596" y="11034"/>
                    </a:lnTo>
                    <a:lnTo>
                      <a:pt x="1474" y="10737"/>
                    </a:lnTo>
                    <a:lnTo>
                      <a:pt x="1366" y="10426"/>
                    </a:lnTo>
                    <a:lnTo>
                      <a:pt x="0" y="10426"/>
                    </a:lnTo>
                    <a:lnTo>
                      <a:pt x="68" y="10683"/>
                    </a:lnTo>
                    <a:lnTo>
                      <a:pt x="149" y="10926"/>
                    </a:lnTo>
                    <a:lnTo>
                      <a:pt x="244" y="11183"/>
                    </a:lnTo>
                    <a:lnTo>
                      <a:pt x="339" y="11427"/>
                    </a:lnTo>
                    <a:lnTo>
                      <a:pt x="447" y="11670"/>
                    </a:lnTo>
                    <a:lnTo>
                      <a:pt x="568" y="11913"/>
                    </a:lnTo>
                    <a:lnTo>
                      <a:pt x="690" y="12157"/>
                    </a:lnTo>
                    <a:lnTo>
                      <a:pt x="812" y="12387"/>
                    </a:lnTo>
                    <a:lnTo>
                      <a:pt x="960" y="12616"/>
                    </a:lnTo>
                    <a:lnTo>
                      <a:pt x="1096" y="12833"/>
                    </a:lnTo>
                    <a:lnTo>
                      <a:pt x="1258" y="13063"/>
                    </a:lnTo>
                    <a:lnTo>
                      <a:pt x="1407" y="13279"/>
                    </a:lnTo>
                    <a:lnTo>
                      <a:pt x="1582" y="13482"/>
                    </a:lnTo>
                    <a:lnTo>
                      <a:pt x="1758" y="13698"/>
                    </a:lnTo>
                    <a:lnTo>
                      <a:pt x="1934" y="13901"/>
                    </a:lnTo>
                    <a:lnTo>
                      <a:pt x="2123" y="14090"/>
                    </a:lnTo>
                    <a:lnTo>
                      <a:pt x="2448" y="14401"/>
                    </a:lnTo>
                    <a:lnTo>
                      <a:pt x="2786" y="14685"/>
                    </a:lnTo>
                    <a:lnTo>
                      <a:pt x="3137" y="14956"/>
                    </a:lnTo>
                    <a:lnTo>
                      <a:pt x="3503" y="15199"/>
                    </a:lnTo>
                    <a:lnTo>
                      <a:pt x="3881" y="15429"/>
                    </a:lnTo>
                    <a:lnTo>
                      <a:pt x="4260" y="15632"/>
                    </a:lnTo>
                    <a:lnTo>
                      <a:pt x="4652" y="15821"/>
                    </a:lnTo>
                    <a:lnTo>
                      <a:pt x="5058" y="15983"/>
                    </a:lnTo>
                    <a:lnTo>
                      <a:pt x="5314" y="15632"/>
                    </a:lnTo>
                    <a:lnTo>
                      <a:pt x="5652" y="15158"/>
                    </a:lnTo>
                    <a:lnTo>
                      <a:pt x="5585" y="15010"/>
                    </a:lnTo>
                    <a:lnTo>
                      <a:pt x="5517" y="14861"/>
                    </a:lnTo>
                    <a:lnTo>
                      <a:pt x="5463" y="14712"/>
                    </a:lnTo>
                    <a:lnTo>
                      <a:pt x="5409" y="14550"/>
                    </a:lnTo>
                    <a:lnTo>
                      <a:pt x="5382" y="14388"/>
                    </a:lnTo>
                    <a:lnTo>
                      <a:pt x="5355" y="14225"/>
                    </a:lnTo>
                    <a:lnTo>
                      <a:pt x="5328" y="14050"/>
                    </a:lnTo>
                    <a:lnTo>
                      <a:pt x="5328" y="13874"/>
                    </a:lnTo>
                    <a:lnTo>
                      <a:pt x="5328" y="13698"/>
                    </a:lnTo>
                    <a:lnTo>
                      <a:pt x="5355" y="13509"/>
                    </a:lnTo>
                    <a:lnTo>
                      <a:pt x="5382" y="13333"/>
                    </a:lnTo>
                    <a:lnTo>
                      <a:pt x="5423" y="13171"/>
                    </a:lnTo>
                    <a:lnTo>
                      <a:pt x="5220" y="12738"/>
                    </a:lnTo>
                    <a:lnTo>
                      <a:pt x="5030" y="12265"/>
                    </a:lnTo>
                    <a:lnTo>
                      <a:pt x="4868" y="11765"/>
                    </a:lnTo>
                    <a:lnTo>
                      <a:pt x="4719" y="11237"/>
                    </a:lnTo>
                    <a:lnTo>
                      <a:pt x="4598" y="10696"/>
                    </a:lnTo>
                    <a:lnTo>
                      <a:pt x="4503" y="10115"/>
                    </a:lnTo>
                    <a:lnTo>
                      <a:pt x="4436" y="9520"/>
                    </a:lnTo>
                    <a:lnTo>
                      <a:pt x="4381" y="8912"/>
                    </a:lnTo>
                    <a:lnTo>
                      <a:pt x="7316" y="8912"/>
                    </a:lnTo>
                    <a:lnTo>
                      <a:pt x="7316" y="11318"/>
                    </a:lnTo>
                    <a:lnTo>
                      <a:pt x="7478" y="11291"/>
                    </a:lnTo>
                    <a:lnTo>
                      <a:pt x="7640" y="11264"/>
                    </a:lnTo>
                    <a:lnTo>
                      <a:pt x="7802" y="11237"/>
                    </a:lnTo>
                    <a:lnTo>
                      <a:pt x="8140" y="11237"/>
                    </a:lnTo>
                    <a:lnTo>
                      <a:pt x="8303" y="11264"/>
                    </a:lnTo>
                    <a:lnTo>
                      <a:pt x="8465" y="11291"/>
                    </a:lnTo>
                    <a:lnTo>
                      <a:pt x="8627" y="11318"/>
                    </a:lnTo>
                    <a:lnTo>
                      <a:pt x="8627" y="8912"/>
                    </a:lnTo>
                    <a:lnTo>
                      <a:pt x="11548" y="8912"/>
                    </a:lnTo>
                    <a:lnTo>
                      <a:pt x="11507" y="9520"/>
                    </a:lnTo>
                    <a:lnTo>
                      <a:pt x="11440" y="10115"/>
                    </a:lnTo>
                    <a:lnTo>
                      <a:pt x="11331" y="10696"/>
                    </a:lnTo>
                    <a:lnTo>
                      <a:pt x="11210" y="11237"/>
                    </a:lnTo>
                    <a:lnTo>
                      <a:pt x="11075" y="11765"/>
                    </a:lnTo>
                    <a:lnTo>
                      <a:pt x="10899" y="12265"/>
                    </a:lnTo>
                    <a:lnTo>
                      <a:pt x="10723" y="12738"/>
                    </a:lnTo>
                    <a:lnTo>
                      <a:pt x="10507" y="13171"/>
                    </a:lnTo>
                    <a:lnTo>
                      <a:pt x="10547" y="13333"/>
                    </a:lnTo>
                    <a:lnTo>
                      <a:pt x="10588" y="13509"/>
                    </a:lnTo>
                    <a:lnTo>
                      <a:pt x="10601" y="13698"/>
                    </a:lnTo>
                    <a:lnTo>
                      <a:pt x="10615" y="13874"/>
                    </a:lnTo>
                    <a:lnTo>
                      <a:pt x="10601" y="14050"/>
                    </a:lnTo>
                    <a:lnTo>
                      <a:pt x="10588" y="14225"/>
                    </a:lnTo>
                    <a:lnTo>
                      <a:pt x="10561" y="14388"/>
                    </a:lnTo>
                    <a:lnTo>
                      <a:pt x="10520" y="14550"/>
                    </a:lnTo>
                    <a:lnTo>
                      <a:pt x="10480" y="14712"/>
                    </a:lnTo>
                    <a:lnTo>
                      <a:pt x="10412" y="14861"/>
                    </a:lnTo>
                    <a:lnTo>
                      <a:pt x="10358" y="15010"/>
                    </a:lnTo>
                    <a:lnTo>
                      <a:pt x="10277" y="15158"/>
                    </a:lnTo>
                    <a:lnTo>
                      <a:pt x="10628" y="15632"/>
                    </a:lnTo>
                    <a:lnTo>
                      <a:pt x="10885" y="15983"/>
                    </a:lnTo>
                    <a:lnTo>
                      <a:pt x="11277" y="15821"/>
                    </a:lnTo>
                    <a:lnTo>
                      <a:pt x="11683" y="15632"/>
                    </a:lnTo>
                    <a:lnTo>
                      <a:pt x="12062" y="15429"/>
                    </a:lnTo>
                    <a:lnTo>
                      <a:pt x="12427" y="15199"/>
                    </a:lnTo>
                    <a:lnTo>
                      <a:pt x="12792" y="14956"/>
                    </a:lnTo>
                    <a:lnTo>
                      <a:pt x="13143" y="14685"/>
                    </a:lnTo>
                    <a:lnTo>
                      <a:pt x="13481" y="14401"/>
                    </a:lnTo>
                    <a:lnTo>
                      <a:pt x="13806" y="14090"/>
                    </a:lnTo>
                    <a:lnTo>
                      <a:pt x="14090" y="13793"/>
                    </a:lnTo>
                    <a:lnTo>
                      <a:pt x="14360" y="13482"/>
                    </a:lnTo>
                    <a:lnTo>
                      <a:pt x="14604" y="13157"/>
                    </a:lnTo>
                    <a:lnTo>
                      <a:pt x="14847" y="12833"/>
                    </a:lnTo>
                    <a:lnTo>
                      <a:pt x="15063" y="12495"/>
                    </a:lnTo>
                    <a:lnTo>
                      <a:pt x="15253" y="12143"/>
                    </a:lnTo>
                    <a:lnTo>
                      <a:pt x="15442" y="11778"/>
                    </a:lnTo>
                    <a:lnTo>
                      <a:pt x="15604" y="11413"/>
                    </a:lnTo>
                    <a:lnTo>
                      <a:pt x="15740" y="11034"/>
                    </a:lnTo>
                    <a:lnTo>
                      <a:pt x="15875" y="10656"/>
                    </a:lnTo>
                    <a:lnTo>
                      <a:pt x="15983" y="10264"/>
                    </a:lnTo>
                    <a:lnTo>
                      <a:pt x="16064" y="9872"/>
                    </a:lnTo>
                    <a:lnTo>
                      <a:pt x="16132" y="9479"/>
                    </a:lnTo>
                    <a:lnTo>
                      <a:pt x="16186" y="9074"/>
                    </a:lnTo>
                    <a:lnTo>
                      <a:pt x="16213" y="8668"/>
                    </a:lnTo>
                    <a:lnTo>
                      <a:pt x="16226" y="8249"/>
                    </a:lnTo>
                    <a:lnTo>
                      <a:pt x="16213" y="7762"/>
                    </a:lnTo>
                    <a:lnTo>
                      <a:pt x="16172" y="7262"/>
                    </a:lnTo>
                    <a:lnTo>
                      <a:pt x="16091" y="6775"/>
                    </a:lnTo>
                    <a:lnTo>
                      <a:pt x="15996" y="6302"/>
                    </a:lnTo>
                    <a:lnTo>
                      <a:pt x="14644" y="6302"/>
                    </a:lnTo>
                    <a:lnTo>
                      <a:pt x="14725" y="6626"/>
                    </a:lnTo>
                    <a:lnTo>
                      <a:pt x="14793" y="6937"/>
                    </a:lnTo>
                    <a:lnTo>
                      <a:pt x="14847" y="7262"/>
                    </a:lnTo>
                    <a:lnTo>
                      <a:pt x="14888" y="7600"/>
                    </a:lnTo>
                    <a:lnTo>
                      <a:pt x="12859" y="7600"/>
                    </a:lnTo>
                    <a:lnTo>
                      <a:pt x="12819" y="6951"/>
                    </a:lnTo>
                    <a:lnTo>
                      <a:pt x="12738" y="6302"/>
                    </a:lnTo>
                    <a:lnTo>
                      <a:pt x="11426" y="6302"/>
                    </a:lnTo>
                    <a:lnTo>
                      <a:pt x="11467" y="6626"/>
                    </a:lnTo>
                    <a:lnTo>
                      <a:pt x="11507" y="6937"/>
                    </a:lnTo>
                    <a:lnTo>
                      <a:pt x="11534" y="7262"/>
                    </a:lnTo>
                    <a:lnTo>
                      <a:pt x="11548" y="7600"/>
                    </a:lnTo>
                    <a:lnTo>
                      <a:pt x="8627" y="7600"/>
                    </a:lnTo>
                    <a:lnTo>
                      <a:pt x="8627" y="1421"/>
                    </a:lnTo>
                    <a:lnTo>
                      <a:pt x="8776" y="1475"/>
                    </a:lnTo>
                    <a:lnTo>
                      <a:pt x="8911" y="1556"/>
                    </a:lnTo>
                    <a:lnTo>
                      <a:pt x="9060" y="1637"/>
                    </a:lnTo>
                    <a:lnTo>
                      <a:pt x="9195" y="1718"/>
                    </a:lnTo>
                    <a:lnTo>
                      <a:pt x="9344" y="1826"/>
                    </a:lnTo>
                    <a:lnTo>
                      <a:pt x="9479" y="1948"/>
                    </a:lnTo>
                    <a:lnTo>
                      <a:pt x="9601" y="2070"/>
                    </a:lnTo>
                    <a:lnTo>
                      <a:pt x="9736" y="2205"/>
                    </a:lnTo>
                    <a:lnTo>
                      <a:pt x="9858" y="2340"/>
                    </a:lnTo>
                    <a:lnTo>
                      <a:pt x="9979" y="2502"/>
                    </a:lnTo>
                    <a:lnTo>
                      <a:pt x="10101" y="2665"/>
                    </a:lnTo>
                    <a:lnTo>
                      <a:pt x="10223" y="2840"/>
                    </a:lnTo>
                    <a:lnTo>
                      <a:pt x="10439" y="3206"/>
                    </a:lnTo>
                    <a:lnTo>
                      <a:pt x="10642" y="3611"/>
                    </a:lnTo>
                    <a:lnTo>
                      <a:pt x="10642" y="2732"/>
                    </a:lnTo>
                    <a:lnTo>
                      <a:pt x="10642" y="2313"/>
                    </a:lnTo>
                    <a:lnTo>
                      <a:pt x="10899" y="1962"/>
                    </a:lnTo>
                    <a:lnTo>
                      <a:pt x="11250" y="1488"/>
                    </a:lnTo>
                    <a:lnTo>
                      <a:pt x="11142" y="1258"/>
                    </a:lnTo>
                    <a:lnTo>
                      <a:pt x="11048" y="1029"/>
                    </a:lnTo>
                    <a:lnTo>
                      <a:pt x="10980" y="799"/>
                    </a:lnTo>
                    <a:lnTo>
                      <a:pt x="10939" y="542"/>
                    </a:lnTo>
                    <a:lnTo>
                      <a:pt x="10588" y="420"/>
                    </a:lnTo>
                    <a:lnTo>
                      <a:pt x="10223" y="312"/>
                    </a:lnTo>
                    <a:lnTo>
                      <a:pt x="9858" y="217"/>
                    </a:lnTo>
                    <a:lnTo>
                      <a:pt x="9493" y="136"/>
                    </a:lnTo>
                    <a:lnTo>
                      <a:pt x="9114" y="82"/>
                    </a:lnTo>
                    <a:lnTo>
                      <a:pt x="8735" y="28"/>
                    </a:lnTo>
                    <a:lnTo>
                      <a:pt x="835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1" name="Google Shape;2751;p172"/>
              <p:cNvSpPr/>
              <p:nvPr/>
            </p:nvSpPr>
            <p:spPr>
              <a:xfrm>
                <a:off x="7131725" y="3645425"/>
                <a:ext cx="80125" cy="153150"/>
              </a:xfrm>
              <a:custGeom>
                <a:avLst/>
                <a:gdLst/>
                <a:ahLst/>
                <a:cxnLst/>
                <a:rect l="l" t="t" r="r" b="b"/>
                <a:pathLst>
                  <a:path w="3205" h="6126" extrusionOk="0">
                    <a:moveTo>
                      <a:pt x="1501" y="1"/>
                    </a:moveTo>
                    <a:lnTo>
                      <a:pt x="1433" y="14"/>
                    </a:lnTo>
                    <a:lnTo>
                      <a:pt x="1420" y="14"/>
                    </a:lnTo>
                    <a:lnTo>
                      <a:pt x="1339" y="28"/>
                    </a:lnTo>
                    <a:lnTo>
                      <a:pt x="1258" y="41"/>
                    </a:lnTo>
                    <a:lnTo>
                      <a:pt x="1176" y="68"/>
                    </a:lnTo>
                    <a:lnTo>
                      <a:pt x="1163" y="68"/>
                    </a:lnTo>
                    <a:lnTo>
                      <a:pt x="974" y="150"/>
                    </a:lnTo>
                    <a:lnTo>
                      <a:pt x="811" y="258"/>
                    </a:lnTo>
                    <a:lnTo>
                      <a:pt x="649" y="393"/>
                    </a:lnTo>
                    <a:lnTo>
                      <a:pt x="527" y="555"/>
                    </a:lnTo>
                    <a:lnTo>
                      <a:pt x="419" y="717"/>
                    </a:lnTo>
                    <a:lnTo>
                      <a:pt x="365" y="812"/>
                    </a:lnTo>
                    <a:lnTo>
                      <a:pt x="338" y="907"/>
                    </a:lnTo>
                    <a:lnTo>
                      <a:pt x="311" y="1015"/>
                    </a:lnTo>
                    <a:lnTo>
                      <a:pt x="284" y="1123"/>
                    </a:lnTo>
                    <a:lnTo>
                      <a:pt x="271" y="1218"/>
                    </a:lnTo>
                    <a:lnTo>
                      <a:pt x="271" y="1326"/>
                    </a:lnTo>
                    <a:lnTo>
                      <a:pt x="271" y="1434"/>
                    </a:lnTo>
                    <a:lnTo>
                      <a:pt x="284" y="1542"/>
                    </a:lnTo>
                    <a:lnTo>
                      <a:pt x="311" y="1650"/>
                    </a:lnTo>
                    <a:lnTo>
                      <a:pt x="338" y="1745"/>
                    </a:lnTo>
                    <a:lnTo>
                      <a:pt x="365" y="1853"/>
                    </a:lnTo>
                    <a:lnTo>
                      <a:pt x="419" y="1934"/>
                    </a:lnTo>
                    <a:lnTo>
                      <a:pt x="527" y="2110"/>
                    </a:lnTo>
                    <a:lnTo>
                      <a:pt x="649" y="2272"/>
                    </a:lnTo>
                    <a:lnTo>
                      <a:pt x="811" y="2408"/>
                    </a:lnTo>
                    <a:lnTo>
                      <a:pt x="974" y="2516"/>
                    </a:lnTo>
                    <a:lnTo>
                      <a:pt x="1163" y="2597"/>
                    </a:lnTo>
                    <a:lnTo>
                      <a:pt x="1176" y="2597"/>
                    </a:lnTo>
                    <a:lnTo>
                      <a:pt x="1258" y="2624"/>
                    </a:lnTo>
                    <a:lnTo>
                      <a:pt x="1339" y="2637"/>
                    </a:lnTo>
                    <a:lnTo>
                      <a:pt x="1420" y="2651"/>
                    </a:lnTo>
                    <a:lnTo>
                      <a:pt x="1433" y="2651"/>
                    </a:lnTo>
                    <a:lnTo>
                      <a:pt x="1501" y="2665"/>
                    </a:lnTo>
                    <a:lnTo>
                      <a:pt x="1704" y="2665"/>
                    </a:lnTo>
                    <a:lnTo>
                      <a:pt x="1758" y="2651"/>
                    </a:lnTo>
                    <a:lnTo>
                      <a:pt x="1785" y="2651"/>
                    </a:lnTo>
                    <a:lnTo>
                      <a:pt x="1853" y="2637"/>
                    </a:lnTo>
                    <a:lnTo>
                      <a:pt x="1866" y="2637"/>
                    </a:lnTo>
                    <a:lnTo>
                      <a:pt x="1947" y="2624"/>
                    </a:lnTo>
                    <a:lnTo>
                      <a:pt x="2015" y="2597"/>
                    </a:lnTo>
                    <a:lnTo>
                      <a:pt x="2028" y="2597"/>
                    </a:lnTo>
                    <a:lnTo>
                      <a:pt x="2150" y="2543"/>
                    </a:lnTo>
                    <a:lnTo>
                      <a:pt x="2258" y="2489"/>
                    </a:lnTo>
                    <a:lnTo>
                      <a:pt x="2393" y="2394"/>
                    </a:lnTo>
                    <a:lnTo>
                      <a:pt x="2529" y="2286"/>
                    </a:lnTo>
                    <a:lnTo>
                      <a:pt x="2650" y="2151"/>
                    </a:lnTo>
                    <a:lnTo>
                      <a:pt x="2745" y="2016"/>
                    </a:lnTo>
                    <a:lnTo>
                      <a:pt x="2826" y="1853"/>
                    </a:lnTo>
                    <a:lnTo>
                      <a:pt x="2880" y="1691"/>
                    </a:lnTo>
                    <a:lnTo>
                      <a:pt x="2921" y="1515"/>
                    </a:lnTo>
                    <a:lnTo>
                      <a:pt x="2934" y="1326"/>
                    </a:lnTo>
                    <a:lnTo>
                      <a:pt x="2921" y="1218"/>
                    </a:lnTo>
                    <a:lnTo>
                      <a:pt x="2921" y="1123"/>
                    </a:lnTo>
                    <a:lnTo>
                      <a:pt x="2894" y="1015"/>
                    </a:lnTo>
                    <a:lnTo>
                      <a:pt x="2867" y="907"/>
                    </a:lnTo>
                    <a:lnTo>
                      <a:pt x="2826" y="812"/>
                    </a:lnTo>
                    <a:lnTo>
                      <a:pt x="2786" y="717"/>
                    </a:lnTo>
                    <a:lnTo>
                      <a:pt x="2677" y="555"/>
                    </a:lnTo>
                    <a:lnTo>
                      <a:pt x="2542" y="393"/>
                    </a:lnTo>
                    <a:lnTo>
                      <a:pt x="2393" y="258"/>
                    </a:lnTo>
                    <a:lnTo>
                      <a:pt x="2218" y="150"/>
                    </a:lnTo>
                    <a:lnTo>
                      <a:pt x="2028" y="68"/>
                    </a:lnTo>
                    <a:lnTo>
                      <a:pt x="2015" y="68"/>
                    </a:lnTo>
                    <a:lnTo>
                      <a:pt x="1947" y="41"/>
                    </a:lnTo>
                    <a:lnTo>
                      <a:pt x="1866" y="28"/>
                    </a:lnTo>
                    <a:lnTo>
                      <a:pt x="1853" y="28"/>
                    </a:lnTo>
                    <a:lnTo>
                      <a:pt x="1785" y="14"/>
                    </a:lnTo>
                    <a:lnTo>
                      <a:pt x="1758" y="14"/>
                    </a:lnTo>
                    <a:lnTo>
                      <a:pt x="1704" y="1"/>
                    </a:lnTo>
                    <a:close/>
                    <a:moveTo>
                      <a:pt x="392" y="3314"/>
                    </a:moveTo>
                    <a:lnTo>
                      <a:pt x="27" y="3814"/>
                    </a:lnTo>
                    <a:lnTo>
                      <a:pt x="0" y="3868"/>
                    </a:lnTo>
                    <a:lnTo>
                      <a:pt x="0" y="6126"/>
                    </a:lnTo>
                    <a:lnTo>
                      <a:pt x="3205" y="6126"/>
                    </a:lnTo>
                    <a:lnTo>
                      <a:pt x="3205" y="3868"/>
                    </a:lnTo>
                    <a:lnTo>
                      <a:pt x="3164" y="3814"/>
                    </a:lnTo>
                    <a:lnTo>
                      <a:pt x="2799" y="3314"/>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2752" name="Google Shape;2752;p172"/>
          <p:cNvGrpSpPr/>
          <p:nvPr/>
        </p:nvGrpSpPr>
        <p:grpSpPr>
          <a:xfrm>
            <a:off x="358402" y="2681526"/>
            <a:ext cx="3451976" cy="585000"/>
            <a:chOff x="358402" y="2901151"/>
            <a:chExt cx="3451976" cy="585000"/>
          </a:xfrm>
        </p:grpSpPr>
        <p:sp>
          <p:nvSpPr>
            <p:cNvPr id="2753" name="Google Shape;2753;p172"/>
            <p:cNvSpPr/>
            <p:nvPr/>
          </p:nvSpPr>
          <p:spPr>
            <a:xfrm>
              <a:off x="358402" y="2948185"/>
              <a:ext cx="1331700" cy="490800"/>
            </a:xfrm>
            <a:prstGeom prst="roundRect">
              <a:avLst>
                <a:gd name="adj" fmla="val 9423"/>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500" b="1">
                  <a:solidFill>
                    <a:schemeClr val="lt1"/>
                  </a:solidFill>
                  <a:latin typeface="IBM Plex Sans"/>
                  <a:ea typeface="IBM Plex Sans"/>
                  <a:cs typeface="IBM Plex Sans"/>
                  <a:sym typeface="IBM Plex Sans"/>
                </a:rPr>
                <a:t>600+</a:t>
              </a:r>
              <a:endParaRPr sz="2500" b="1">
                <a:solidFill>
                  <a:schemeClr val="lt1"/>
                </a:solidFill>
                <a:latin typeface="IBM Plex Sans"/>
                <a:ea typeface="IBM Plex Sans"/>
                <a:cs typeface="IBM Plex Sans"/>
                <a:sym typeface="IBM Plex Sans"/>
              </a:endParaRPr>
            </a:p>
          </p:txBody>
        </p:sp>
        <p:sp>
          <p:nvSpPr>
            <p:cNvPr id="2754" name="Google Shape;2754;p172"/>
            <p:cNvSpPr txBox="1"/>
            <p:nvPr/>
          </p:nvSpPr>
          <p:spPr>
            <a:xfrm>
              <a:off x="2186477" y="2901151"/>
              <a:ext cx="1623900" cy="5850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300">
                  <a:solidFill>
                    <a:schemeClr val="lt1"/>
                  </a:solidFill>
                  <a:latin typeface="IBM Plex Sans Medium"/>
                  <a:ea typeface="IBM Plex Sans Medium"/>
                  <a:cs typeface="IBM Plex Sans Medium"/>
                  <a:sym typeface="IBM Plex Sans Medium"/>
                </a:rPr>
                <a:t>Enterprise Customers</a:t>
              </a:r>
              <a:endParaRPr sz="800">
                <a:solidFill>
                  <a:schemeClr val="lt1"/>
                </a:solidFill>
                <a:latin typeface="IBM Plex Sans Medium"/>
                <a:ea typeface="IBM Plex Sans Medium"/>
                <a:cs typeface="IBM Plex Sans Medium"/>
                <a:sym typeface="IBM Plex Sans Medium"/>
              </a:endParaRPr>
            </a:p>
          </p:txBody>
        </p:sp>
        <p:grpSp>
          <p:nvGrpSpPr>
            <p:cNvPr id="2755" name="Google Shape;2755;p172"/>
            <p:cNvGrpSpPr/>
            <p:nvPr/>
          </p:nvGrpSpPr>
          <p:grpSpPr>
            <a:xfrm>
              <a:off x="1775187" y="3025632"/>
              <a:ext cx="399528" cy="335804"/>
              <a:chOff x="712875" y="238125"/>
              <a:chExt cx="6194225" cy="5238750"/>
            </a:xfrm>
          </p:grpSpPr>
          <p:sp>
            <p:nvSpPr>
              <p:cNvPr id="2756" name="Google Shape;2756;p172"/>
              <p:cNvSpPr/>
              <p:nvPr/>
            </p:nvSpPr>
            <p:spPr>
              <a:xfrm>
                <a:off x="3039000" y="1832800"/>
                <a:ext cx="1541975" cy="3644075"/>
              </a:xfrm>
              <a:custGeom>
                <a:avLst/>
                <a:gdLst/>
                <a:ahLst/>
                <a:cxnLst/>
                <a:rect l="l" t="t" r="r" b="b"/>
                <a:pathLst>
                  <a:path w="61679" h="145763" extrusionOk="0">
                    <a:moveTo>
                      <a:pt x="30840" y="1"/>
                    </a:moveTo>
                    <a:lnTo>
                      <a:pt x="28204" y="132"/>
                    </a:lnTo>
                    <a:lnTo>
                      <a:pt x="25700" y="528"/>
                    </a:lnTo>
                    <a:lnTo>
                      <a:pt x="23196" y="1055"/>
                    </a:lnTo>
                    <a:lnTo>
                      <a:pt x="20955" y="1977"/>
                    </a:lnTo>
                    <a:lnTo>
                      <a:pt x="18715" y="3032"/>
                    </a:lnTo>
                    <a:lnTo>
                      <a:pt x="16606" y="4350"/>
                    </a:lnTo>
                    <a:lnTo>
                      <a:pt x="14629" y="5799"/>
                    </a:lnTo>
                    <a:lnTo>
                      <a:pt x="12784" y="7513"/>
                    </a:lnTo>
                    <a:lnTo>
                      <a:pt x="11071" y="9226"/>
                    </a:lnTo>
                    <a:lnTo>
                      <a:pt x="9621" y="11203"/>
                    </a:lnTo>
                    <a:lnTo>
                      <a:pt x="8303" y="13312"/>
                    </a:lnTo>
                    <a:lnTo>
                      <a:pt x="7249" y="15552"/>
                    </a:lnTo>
                    <a:lnTo>
                      <a:pt x="6458" y="17924"/>
                    </a:lnTo>
                    <a:lnTo>
                      <a:pt x="5799" y="20428"/>
                    </a:lnTo>
                    <a:lnTo>
                      <a:pt x="5404" y="22932"/>
                    </a:lnTo>
                    <a:lnTo>
                      <a:pt x="5272" y="25568"/>
                    </a:lnTo>
                    <a:lnTo>
                      <a:pt x="5404" y="28204"/>
                    </a:lnTo>
                    <a:lnTo>
                      <a:pt x="5799" y="30708"/>
                    </a:lnTo>
                    <a:lnTo>
                      <a:pt x="6458" y="33080"/>
                    </a:lnTo>
                    <a:lnTo>
                      <a:pt x="7249" y="35453"/>
                    </a:lnTo>
                    <a:lnTo>
                      <a:pt x="8303" y="37693"/>
                    </a:lnTo>
                    <a:lnTo>
                      <a:pt x="9621" y="39802"/>
                    </a:lnTo>
                    <a:lnTo>
                      <a:pt x="11071" y="41779"/>
                    </a:lnTo>
                    <a:lnTo>
                      <a:pt x="12784" y="43624"/>
                    </a:lnTo>
                    <a:lnTo>
                      <a:pt x="14629" y="45205"/>
                    </a:lnTo>
                    <a:lnTo>
                      <a:pt x="16606" y="46787"/>
                    </a:lnTo>
                    <a:lnTo>
                      <a:pt x="18715" y="47973"/>
                    </a:lnTo>
                    <a:lnTo>
                      <a:pt x="20955" y="49159"/>
                    </a:lnTo>
                    <a:lnTo>
                      <a:pt x="23196" y="49950"/>
                    </a:lnTo>
                    <a:lnTo>
                      <a:pt x="25700" y="50609"/>
                    </a:lnTo>
                    <a:lnTo>
                      <a:pt x="28204" y="51004"/>
                    </a:lnTo>
                    <a:lnTo>
                      <a:pt x="30840" y="51136"/>
                    </a:lnTo>
                    <a:lnTo>
                      <a:pt x="33475" y="51004"/>
                    </a:lnTo>
                    <a:lnTo>
                      <a:pt x="35979" y="50609"/>
                    </a:lnTo>
                    <a:lnTo>
                      <a:pt x="38483" y="49950"/>
                    </a:lnTo>
                    <a:lnTo>
                      <a:pt x="40724" y="49159"/>
                    </a:lnTo>
                    <a:lnTo>
                      <a:pt x="42964" y="47973"/>
                    </a:lnTo>
                    <a:lnTo>
                      <a:pt x="45073" y="46787"/>
                    </a:lnTo>
                    <a:lnTo>
                      <a:pt x="47050" y="45205"/>
                    </a:lnTo>
                    <a:lnTo>
                      <a:pt x="48895" y="43624"/>
                    </a:lnTo>
                    <a:lnTo>
                      <a:pt x="50608" y="41779"/>
                    </a:lnTo>
                    <a:lnTo>
                      <a:pt x="52058" y="39802"/>
                    </a:lnTo>
                    <a:lnTo>
                      <a:pt x="53376" y="37693"/>
                    </a:lnTo>
                    <a:lnTo>
                      <a:pt x="54430" y="35453"/>
                    </a:lnTo>
                    <a:lnTo>
                      <a:pt x="55221" y="33080"/>
                    </a:lnTo>
                    <a:lnTo>
                      <a:pt x="55880" y="30708"/>
                    </a:lnTo>
                    <a:lnTo>
                      <a:pt x="56275" y="28204"/>
                    </a:lnTo>
                    <a:lnTo>
                      <a:pt x="56407" y="25568"/>
                    </a:lnTo>
                    <a:lnTo>
                      <a:pt x="56275" y="22932"/>
                    </a:lnTo>
                    <a:lnTo>
                      <a:pt x="55880" y="20428"/>
                    </a:lnTo>
                    <a:lnTo>
                      <a:pt x="55221" y="17924"/>
                    </a:lnTo>
                    <a:lnTo>
                      <a:pt x="54430" y="15552"/>
                    </a:lnTo>
                    <a:lnTo>
                      <a:pt x="53376" y="13312"/>
                    </a:lnTo>
                    <a:lnTo>
                      <a:pt x="52058" y="11203"/>
                    </a:lnTo>
                    <a:lnTo>
                      <a:pt x="50608" y="9226"/>
                    </a:lnTo>
                    <a:lnTo>
                      <a:pt x="48895" y="7513"/>
                    </a:lnTo>
                    <a:lnTo>
                      <a:pt x="47050" y="5799"/>
                    </a:lnTo>
                    <a:lnTo>
                      <a:pt x="45073" y="4350"/>
                    </a:lnTo>
                    <a:lnTo>
                      <a:pt x="42964" y="3032"/>
                    </a:lnTo>
                    <a:lnTo>
                      <a:pt x="40724" y="1977"/>
                    </a:lnTo>
                    <a:lnTo>
                      <a:pt x="38483" y="1055"/>
                    </a:lnTo>
                    <a:lnTo>
                      <a:pt x="35979" y="528"/>
                    </a:lnTo>
                    <a:lnTo>
                      <a:pt x="33475" y="132"/>
                    </a:lnTo>
                    <a:lnTo>
                      <a:pt x="30840" y="1"/>
                    </a:lnTo>
                    <a:close/>
                    <a:moveTo>
                      <a:pt x="7776" y="63656"/>
                    </a:moveTo>
                    <a:lnTo>
                      <a:pt x="0" y="74200"/>
                    </a:lnTo>
                    <a:lnTo>
                      <a:pt x="0" y="145763"/>
                    </a:lnTo>
                    <a:lnTo>
                      <a:pt x="61679" y="145763"/>
                    </a:lnTo>
                    <a:lnTo>
                      <a:pt x="61679" y="74200"/>
                    </a:lnTo>
                    <a:lnTo>
                      <a:pt x="53903" y="63656"/>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7" name="Google Shape;2757;p172"/>
              <p:cNvSpPr/>
              <p:nvPr/>
            </p:nvSpPr>
            <p:spPr>
              <a:xfrm>
                <a:off x="1773800" y="3921700"/>
                <a:ext cx="948925" cy="1555175"/>
              </a:xfrm>
              <a:custGeom>
                <a:avLst/>
                <a:gdLst/>
                <a:ahLst/>
                <a:cxnLst/>
                <a:rect l="l" t="t" r="r" b="b"/>
                <a:pathLst>
                  <a:path w="37957" h="62207" extrusionOk="0">
                    <a:moveTo>
                      <a:pt x="7644" y="1"/>
                    </a:moveTo>
                    <a:lnTo>
                      <a:pt x="0" y="10544"/>
                    </a:lnTo>
                    <a:lnTo>
                      <a:pt x="0" y="62207"/>
                    </a:lnTo>
                    <a:lnTo>
                      <a:pt x="37956" y="62207"/>
                    </a:lnTo>
                    <a:lnTo>
                      <a:pt x="37956" y="54827"/>
                    </a:lnTo>
                    <a:lnTo>
                      <a:pt x="37956" y="42175"/>
                    </a:lnTo>
                    <a:lnTo>
                      <a:pt x="3795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8" name="Google Shape;2758;p172"/>
              <p:cNvSpPr/>
              <p:nvPr/>
            </p:nvSpPr>
            <p:spPr>
              <a:xfrm>
                <a:off x="1902275" y="2330325"/>
                <a:ext cx="1182875" cy="1278400"/>
              </a:xfrm>
              <a:custGeom>
                <a:avLst/>
                <a:gdLst/>
                <a:ahLst/>
                <a:cxnLst/>
                <a:rect l="l" t="t" r="r" b="b"/>
                <a:pathLst>
                  <a:path w="47315" h="51136" extrusionOk="0">
                    <a:moveTo>
                      <a:pt x="25569" y="0"/>
                    </a:moveTo>
                    <a:lnTo>
                      <a:pt x="22933" y="132"/>
                    </a:lnTo>
                    <a:lnTo>
                      <a:pt x="20429" y="527"/>
                    </a:lnTo>
                    <a:lnTo>
                      <a:pt x="18056" y="1186"/>
                    </a:lnTo>
                    <a:lnTo>
                      <a:pt x="15684" y="2109"/>
                    </a:lnTo>
                    <a:lnTo>
                      <a:pt x="13444" y="3163"/>
                    </a:lnTo>
                    <a:lnTo>
                      <a:pt x="11335" y="4481"/>
                    </a:lnTo>
                    <a:lnTo>
                      <a:pt x="9358" y="5931"/>
                    </a:lnTo>
                    <a:lnTo>
                      <a:pt x="7513" y="7512"/>
                    </a:lnTo>
                    <a:lnTo>
                      <a:pt x="5932" y="9357"/>
                    </a:lnTo>
                    <a:lnTo>
                      <a:pt x="4350" y="11334"/>
                    </a:lnTo>
                    <a:lnTo>
                      <a:pt x="3164" y="13443"/>
                    </a:lnTo>
                    <a:lnTo>
                      <a:pt x="1978" y="15684"/>
                    </a:lnTo>
                    <a:lnTo>
                      <a:pt x="1187" y="18056"/>
                    </a:lnTo>
                    <a:lnTo>
                      <a:pt x="528" y="20428"/>
                    </a:lnTo>
                    <a:lnTo>
                      <a:pt x="133" y="23064"/>
                    </a:lnTo>
                    <a:lnTo>
                      <a:pt x="1" y="25568"/>
                    </a:lnTo>
                    <a:lnTo>
                      <a:pt x="133" y="28204"/>
                    </a:lnTo>
                    <a:lnTo>
                      <a:pt x="528" y="30708"/>
                    </a:lnTo>
                    <a:lnTo>
                      <a:pt x="1187" y="33212"/>
                    </a:lnTo>
                    <a:lnTo>
                      <a:pt x="1978" y="35584"/>
                    </a:lnTo>
                    <a:lnTo>
                      <a:pt x="3164" y="37825"/>
                    </a:lnTo>
                    <a:lnTo>
                      <a:pt x="4350" y="39933"/>
                    </a:lnTo>
                    <a:lnTo>
                      <a:pt x="5932" y="41910"/>
                    </a:lnTo>
                    <a:lnTo>
                      <a:pt x="7513" y="43755"/>
                    </a:lnTo>
                    <a:lnTo>
                      <a:pt x="9358" y="45337"/>
                    </a:lnTo>
                    <a:lnTo>
                      <a:pt x="11335" y="46787"/>
                    </a:lnTo>
                    <a:lnTo>
                      <a:pt x="13444" y="48104"/>
                    </a:lnTo>
                    <a:lnTo>
                      <a:pt x="15684" y="49159"/>
                    </a:lnTo>
                    <a:lnTo>
                      <a:pt x="18056" y="50081"/>
                    </a:lnTo>
                    <a:lnTo>
                      <a:pt x="20429" y="50740"/>
                    </a:lnTo>
                    <a:lnTo>
                      <a:pt x="22933" y="51004"/>
                    </a:lnTo>
                    <a:lnTo>
                      <a:pt x="25569" y="51136"/>
                    </a:lnTo>
                    <a:lnTo>
                      <a:pt x="27414" y="51136"/>
                    </a:lnTo>
                    <a:lnTo>
                      <a:pt x="29259" y="50872"/>
                    </a:lnTo>
                    <a:lnTo>
                      <a:pt x="31104" y="50609"/>
                    </a:lnTo>
                    <a:lnTo>
                      <a:pt x="32817" y="50081"/>
                    </a:lnTo>
                    <a:lnTo>
                      <a:pt x="35321" y="46787"/>
                    </a:lnTo>
                    <a:lnTo>
                      <a:pt x="43097" y="36243"/>
                    </a:lnTo>
                    <a:lnTo>
                      <a:pt x="47314" y="30444"/>
                    </a:lnTo>
                    <a:lnTo>
                      <a:pt x="45206" y="27808"/>
                    </a:lnTo>
                    <a:lnTo>
                      <a:pt x="43360" y="25041"/>
                    </a:lnTo>
                    <a:lnTo>
                      <a:pt x="41911" y="22141"/>
                    </a:lnTo>
                    <a:lnTo>
                      <a:pt x="40593" y="19110"/>
                    </a:lnTo>
                    <a:lnTo>
                      <a:pt x="39539" y="15947"/>
                    </a:lnTo>
                    <a:lnTo>
                      <a:pt x="38748" y="12520"/>
                    </a:lnTo>
                    <a:lnTo>
                      <a:pt x="38221" y="9094"/>
                    </a:lnTo>
                    <a:lnTo>
                      <a:pt x="38089" y="7381"/>
                    </a:lnTo>
                    <a:lnTo>
                      <a:pt x="38089" y="5667"/>
                    </a:lnTo>
                    <a:lnTo>
                      <a:pt x="38221" y="3295"/>
                    </a:lnTo>
                    <a:lnTo>
                      <a:pt x="36771" y="2636"/>
                    </a:lnTo>
                    <a:lnTo>
                      <a:pt x="35321" y="1977"/>
                    </a:lnTo>
                    <a:lnTo>
                      <a:pt x="33740" y="1450"/>
                    </a:lnTo>
                    <a:lnTo>
                      <a:pt x="32158" y="923"/>
                    </a:lnTo>
                    <a:lnTo>
                      <a:pt x="30577" y="527"/>
                    </a:lnTo>
                    <a:lnTo>
                      <a:pt x="28995" y="264"/>
                    </a:lnTo>
                    <a:lnTo>
                      <a:pt x="27282" y="132"/>
                    </a:lnTo>
                    <a:lnTo>
                      <a:pt x="25569"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9" name="Google Shape;2759;p172"/>
              <p:cNvSpPr/>
              <p:nvPr/>
            </p:nvSpPr>
            <p:spPr>
              <a:xfrm>
                <a:off x="4534825" y="2330325"/>
                <a:ext cx="1182875" cy="1278400"/>
              </a:xfrm>
              <a:custGeom>
                <a:avLst/>
                <a:gdLst/>
                <a:ahLst/>
                <a:cxnLst/>
                <a:rect l="l" t="t" r="r" b="b"/>
                <a:pathLst>
                  <a:path w="47315" h="51136" extrusionOk="0">
                    <a:moveTo>
                      <a:pt x="21746" y="0"/>
                    </a:moveTo>
                    <a:lnTo>
                      <a:pt x="20033" y="132"/>
                    </a:lnTo>
                    <a:lnTo>
                      <a:pt x="18320" y="264"/>
                    </a:lnTo>
                    <a:lnTo>
                      <a:pt x="16738" y="527"/>
                    </a:lnTo>
                    <a:lnTo>
                      <a:pt x="15157" y="923"/>
                    </a:lnTo>
                    <a:lnTo>
                      <a:pt x="13575" y="1450"/>
                    </a:lnTo>
                    <a:lnTo>
                      <a:pt x="11994" y="1977"/>
                    </a:lnTo>
                    <a:lnTo>
                      <a:pt x="10544" y="2636"/>
                    </a:lnTo>
                    <a:lnTo>
                      <a:pt x="9094" y="3295"/>
                    </a:lnTo>
                    <a:lnTo>
                      <a:pt x="9226" y="5667"/>
                    </a:lnTo>
                    <a:lnTo>
                      <a:pt x="9226" y="7381"/>
                    </a:lnTo>
                    <a:lnTo>
                      <a:pt x="9094" y="9094"/>
                    </a:lnTo>
                    <a:lnTo>
                      <a:pt x="8567" y="12520"/>
                    </a:lnTo>
                    <a:lnTo>
                      <a:pt x="7776" y="15947"/>
                    </a:lnTo>
                    <a:lnTo>
                      <a:pt x="6722" y="19110"/>
                    </a:lnTo>
                    <a:lnTo>
                      <a:pt x="5404" y="22141"/>
                    </a:lnTo>
                    <a:lnTo>
                      <a:pt x="3955" y="25041"/>
                    </a:lnTo>
                    <a:lnTo>
                      <a:pt x="2109" y="27808"/>
                    </a:lnTo>
                    <a:lnTo>
                      <a:pt x="1" y="30444"/>
                    </a:lnTo>
                    <a:lnTo>
                      <a:pt x="4218" y="36243"/>
                    </a:lnTo>
                    <a:lnTo>
                      <a:pt x="11994" y="46787"/>
                    </a:lnTo>
                    <a:lnTo>
                      <a:pt x="14498" y="50081"/>
                    </a:lnTo>
                    <a:lnTo>
                      <a:pt x="16211" y="50609"/>
                    </a:lnTo>
                    <a:lnTo>
                      <a:pt x="18056" y="50872"/>
                    </a:lnTo>
                    <a:lnTo>
                      <a:pt x="19901" y="51136"/>
                    </a:lnTo>
                    <a:lnTo>
                      <a:pt x="21746" y="51136"/>
                    </a:lnTo>
                    <a:lnTo>
                      <a:pt x="24382" y="51004"/>
                    </a:lnTo>
                    <a:lnTo>
                      <a:pt x="26886" y="50740"/>
                    </a:lnTo>
                    <a:lnTo>
                      <a:pt x="29259" y="50081"/>
                    </a:lnTo>
                    <a:lnTo>
                      <a:pt x="31631" y="49159"/>
                    </a:lnTo>
                    <a:lnTo>
                      <a:pt x="33871" y="48104"/>
                    </a:lnTo>
                    <a:lnTo>
                      <a:pt x="35980" y="46787"/>
                    </a:lnTo>
                    <a:lnTo>
                      <a:pt x="37957" y="45337"/>
                    </a:lnTo>
                    <a:lnTo>
                      <a:pt x="39802" y="43755"/>
                    </a:lnTo>
                    <a:lnTo>
                      <a:pt x="41383" y="41910"/>
                    </a:lnTo>
                    <a:lnTo>
                      <a:pt x="42965" y="39933"/>
                    </a:lnTo>
                    <a:lnTo>
                      <a:pt x="44151" y="37825"/>
                    </a:lnTo>
                    <a:lnTo>
                      <a:pt x="45337" y="35584"/>
                    </a:lnTo>
                    <a:lnTo>
                      <a:pt x="46128" y="33212"/>
                    </a:lnTo>
                    <a:lnTo>
                      <a:pt x="46787" y="30708"/>
                    </a:lnTo>
                    <a:lnTo>
                      <a:pt x="47182" y="28204"/>
                    </a:lnTo>
                    <a:lnTo>
                      <a:pt x="47314" y="25568"/>
                    </a:lnTo>
                    <a:lnTo>
                      <a:pt x="47182" y="23064"/>
                    </a:lnTo>
                    <a:lnTo>
                      <a:pt x="46787" y="20428"/>
                    </a:lnTo>
                    <a:lnTo>
                      <a:pt x="46128" y="18056"/>
                    </a:lnTo>
                    <a:lnTo>
                      <a:pt x="45337" y="15684"/>
                    </a:lnTo>
                    <a:lnTo>
                      <a:pt x="44151" y="13443"/>
                    </a:lnTo>
                    <a:lnTo>
                      <a:pt x="42965" y="11334"/>
                    </a:lnTo>
                    <a:lnTo>
                      <a:pt x="41383" y="9357"/>
                    </a:lnTo>
                    <a:lnTo>
                      <a:pt x="39802" y="7512"/>
                    </a:lnTo>
                    <a:lnTo>
                      <a:pt x="37957" y="5931"/>
                    </a:lnTo>
                    <a:lnTo>
                      <a:pt x="35980" y="4481"/>
                    </a:lnTo>
                    <a:lnTo>
                      <a:pt x="33871" y="3163"/>
                    </a:lnTo>
                    <a:lnTo>
                      <a:pt x="31631" y="2109"/>
                    </a:lnTo>
                    <a:lnTo>
                      <a:pt x="29259" y="1186"/>
                    </a:lnTo>
                    <a:lnTo>
                      <a:pt x="26886" y="527"/>
                    </a:lnTo>
                    <a:lnTo>
                      <a:pt x="24382" y="132"/>
                    </a:lnTo>
                    <a:lnTo>
                      <a:pt x="2174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0" name="Google Shape;2760;p172"/>
              <p:cNvSpPr/>
              <p:nvPr/>
            </p:nvSpPr>
            <p:spPr>
              <a:xfrm>
                <a:off x="4897250" y="3921700"/>
                <a:ext cx="948925" cy="1555175"/>
              </a:xfrm>
              <a:custGeom>
                <a:avLst/>
                <a:gdLst/>
                <a:ahLst/>
                <a:cxnLst/>
                <a:rect l="l" t="t" r="r" b="b"/>
                <a:pathLst>
                  <a:path w="37957" h="62207" extrusionOk="0">
                    <a:moveTo>
                      <a:pt x="1" y="1"/>
                    </a:moveTo>
                    <a:lnTo>
                      <a:pt x="1" y="62207"/>
                    </a:lnTo>
                    <a:lnTo>
                      <a:pt x="37957" y="62207"/>
                    </a:lnTo>
                    <a:lnTo>
                      <a:pt x="37957" y="10544"/>
                    </a:lnTo>
                    <a:lnTo>
                      <a:pt x="30313"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1" name="Google Shape;2761;p172"/>
              <p:cNvSpPr/>
              <p:nvPr/>
            </p:nvSpPr>
            <p:spPr>
              <a:xfrm>
                <a:off x="5921950" y="1552750"/>
                <a:ext cx="985150" cy="935750"/>
              </a:xfrm>
              <a:custGeom>
                <a:avLst/>
                <a:gdLst/>
                <a:ahLst/>
                <a:cxnLst/>
                <a:rect l="l" t="t" r="r" b="b"/>
                <a:pathLst>
                  <a:path w="39406" h="37430" extrusionOk="0">
                    <a:moveTo>
                      <a:pt x="19769" y="0"/>
                    </a:moveTo>
                    <a:lnTo>
                      <a:pt x="12389" y="10675"/>
                    </a:lnTo>
                    <a:lnTo>
                      <a:pt x="0" y="14234"/>
                    </a:lnTo>
                    <a:lnTo>
                      <a:pt x="7908" y="24514"/>
                    </a:lnTo>
                    <a:lnTo>
                      <a:pt x="7512" y="37429"/>
                    </a:lnTo>
                    <a:lnTo>
                      <a:pt x="7512" y="37429"/>
                    </a:lnTo>
                    <a:lnTo>
                      <a:pt x="19769" y="33080"/>
                    </a:lnTo>
                    <a:lnTo>
                      <a:pt x="31894" y="37429"/>
                    </a:lnTo>
                    <a:lnTo>
                      <a:pt x="31498" y="24514"/>
                    </a:lnTo>
                    <a:lnTo>
                      <a:pt x="39406" y="14234"/>
                    </a:lnTo>
                    <a:lnTo>
                      <a:pt x="27018" y="10675"/>
                    </a:lnTo>
                    <a:lnTo>
                      <a:pt x="19769"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2" name="Google Shape;2762;p172"/>
              <p:cNvSpPr/>
              <p:nvPr/>
            </p:nvSpPr>
            <p:spPr>
              <a:xfrm>
                <a:off x="4752300" y="699375"/>
                <a:ext cx="985150" cy="935750"/>
              </a:xfrm>
              <a:custGeom>
                <a:avLst/>
                <a:gdLst/>
                <a:ahLst/>
                <a:cxnLst/>
                <a:rect l="l" t="t" r="r" b="b"/>
                <a:pathLst>
                  <a:path w="39406" h="37430" extrusionOk="0">
                    <a:moveTo>
                      <a:pt x="19637" y="1"/>
                    </a:moveTo>
                    <a:lnTo>
                      <a:pt x="12388" y="10676"/>
                    </a:lnTo>
                    <a:lnTo>
                      <a:pt x="0" y="14235"/>
                    </a:lnTo>
                    <a:lnTo>
                      <a:pt x="7908" y="24514"/>
                    </a:lnTo>
                    <a:lnTo>
                      <a:pt x="7512" y="37430"/>
                    </a:lnTo>
                    <a:lnTo>
                      <a:pt x="7512" y="37430"/>
                    </a:lnTo>
                    <a:lnTo>
                      <a:pt x="19637" y="33081"/>
                    </a:lnTo>
                    <a:lnTo>
                      <a:pt x="31894" y="37430"/>
                    </a:lnTo>
                    <a:lnTo>
                      <a:pt x="31498" y="24514"/>
                    </a:lnTo>
                    <a:lnTo>
                      <a:pt x="39406" y="14235"/>
                    </a:lnTo>
                    <a:lnTo>
                      <a:pt x="27017" y="10676"/>
                    </a:lnTo>
                    <a:lnTo>
                      <a:pt x="1963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3" name="Google Shape;2763;p172"/>
              <p:cNvSpPr/>
              <p:nvPr/>
            </p:nvSpPr>
            <p:spPr>
              <a:xfrm>
                <a:off x="3315750" y="238125"/>
                <a:ext cx="988475" cy="939025"/>
              </a:xfrm>
              <a:custGeom>
                <a:avLst/>
                <a:gdLst/>
                <a:ahLst/>
                <a:cxnLst/>
                <a:rect l="l" t="t" r="r" b="b"/>
                <a:pathLst>
                  <a:path w="39539" h="37561" extrusionOk="0">
                    <a:moveTo>
                      <a:pt x="19770" y="0"/>
                    </a:moveTo>
                    <a:lnTo>
                      <a:pt x="12521" y="10675"/>
                    </a:lnTo>
                    <a:lnTo>
                      <a:pt x="1" y="14365"/>
                    </a:lnTo>
                    <a:lnTo>
                      <a:pt x="7908" y="24645"/>
                    </a:lnTo>
                    <a:lnTo>
                      <a:pt x="7645" y="37561"/>
                    </a:lnTo>
                    <a:lnTo>
                      <a:pt x="19770" y="33212"/>
                    </a:lnTo>
                    <a:lnTo>
                      <a:pt x="31894" y="37561"/>
                    </a:lnTo>
                    <a:lnTo>
                      <a:pt x="31631" y="24645"/>
                    </a:lnTo>
                    <a:lnTo>
                      <a:pt x="39538" y="14365"/>
                    </a:lnTo>
                    <a:lnTo>
                      <a:pt x="27018" y="10675"/>
                    </a:lnTo>
                    <a:lnTo>
                      <a:pt x="1977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4" name="Google Shape;2764;p172"/>
              <p:cNvSpPr/>
              <p:nvPr/>
            </p:nvSpPr>
            <p:spPr>
              <a:xfrm>
                <a:off x="1882525" y="702675"/>
                <a:ext cx="985150" cy="939050"/>
              </a:xfrm>
              <a:custGeom>
                <a:avLst/>
                <a:gdLst/>
                <a:ahLst/>
                <a:cxnLst/>
                <a:rect l="l" t="t" r="r" b="b"/>
                <a:pathLst>
                  <a:path w="39406" h="37562" extrusionOk="0">
                    <a:moveTo>
                      <a:pt x="19769" y="1"/>
                    </a:moveTo>
                    <a:lnTo>
                      <a:pt x="12389" y="10676"/>
                    </a:lnTo>
                    <a:lnTo>
                      <a:pt x="0" y="14366"/>
                    </a:lnTo>
                    <a:lnTo>
                      <a:pt x="7908" y="24646"/>
                    </a:lnTo>
                    <a:lnTo>
                      <a:pt x="7512" y="37562"/>
                    </a:lnTo>
                    <a:lnTo>
                      <a:pt x="19769" y="33212"/>
                    </a:lnTo>
                    <a:lnTo>
                      <a:pt x="31894" y="37562"/>
                    </a:lnTo>
                    <a:lnTo>
                      <a:pt x="31894" y="37562"/>
                    </a:lnTo>
                    <a:lnTo>
                      <a:pt x="31498" y="24646"/>
                    </a:lnTo>
                    <a:lnTo>
                      <a:pt x="39406" y="14366"/>
                    </a:lnTo>
                    <a:lnTo>
                      <a:pt x="27018" y="10676"/>
                    </a:lnTo>
                    <a:lnTo>
                      <a:pt x="19769"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5" name="Google Shape;2765;p172"/>
              <p:cNvSpPr/>
              <p:nvPr/>
            </p:nvSpPr>
            <p:spPr>
              <a:xfrm>
                <a:off x="712875" y="1562625"/>
                <a:ext cx="985150" cy="939050"/>
              </a:xfrm>
              <a:custGeom>
                <a:avLst/>
                <a:gdLst/>
                <a:ahLst/>
                <a:cxnLst/>
                <a:rect l="l" t="t" r="r" b="b"/>
                <a:pathLst>
                  <a:path w="39406" h="37562" extrusionOk="0">
                    <a:moveTo>
                      <a:pt x="19637" y="1"/>
                    </a:moveTo>
                    <a:lnTo>
                      <a:pt x="12388" y="10676"/>
                    </a:lnTo>
                    <a:lnTo>
                      <a:pt x="0" y="14366"/>
                    </a:lnTo>
                    <a:lnTo>
                      <a:pt x="7908" y="24646"/>
                    </a:lnTo>
                    <a:lnTo>
                      <a:pt x="7512" y="37561"/>
                    </a:lnTo>
                    <a:lnTo>
                      <a:pt x="7512" y="37561"/>
                    </a:lnTo>
                    <a:lnTo>
                      <a:pt x="19637" y="33212"/>
                    </a:lnTo>
                    <a:lnTo>
                      <a:pt x="31894" y="37561"/>
                    </a:lnTo>
                    <a:lnTo>
                      <a:pt x="31498" y="24646"/>
                    </a:lnTo>
                    <a:lnTo>
                      <a:pt x="39406" y="14366"/>
                    </a:lnTo>
                    <a:lnTo>
                      <a:pt x="27017" y="10676"/>
                    </a:lnTo>
                    <a:lnTo>
                      <a:pt x="1963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2766" name="Google Shape;2766;p172"/>
          <p:cNvGrpSpPr/>
          <p:nvPr/>
        </p:nvGrpSpPr>
        <p:grpSpPr>
          <a:xfrm>
            <a:off x="358402" y="2123914"/>
            <a:ext cx="3171776" cy="490800"/>
            <a:chOff x="358402" y="2349177"/>
            <a:chExt cx="3171776" cy="490800"/>
          </a:xfrm>
        </p:grpSpPr>
        <p:sp>
          <p:nvSpPr>
            <p:cNvPr id="2767" name="Google Shape;2767;p172"/>
            <p:cNvSpPr txBox="1"/>
            <p:nvPr/>
          </p:nvSpPr>
          <p:spPr>
            <a:xfrm>
              <a:off x="2205377" y="2402090"/>
              <a:ext cx="1324800" cy="384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300">
                  <a:solidFill>
                    <a:schemeClr val="lt1"/>
                  </a:solidFill>
                  <a:latin typeface="IBM Plex Sans Medium"/>
                  <a:ea typeface="IBM Plex Sans Medium"/>
                  <a:cs typeface="IBM Plex Sans Medium"/>
                  <a:sym typeface="IBM Plex Sans Medium"/>
                </a:rPr>
                <a:t>Partners</a:t>
              </a:r>
              <a:endParaRPr sz="800">
                <a:solidFill>
                  <a:schemeClr val="lt1"/>
                </a:solidFill>
                <a:latin typeface="IBM Plex Sans Medium"/>
                <a:ea typeface="IBM Plex Sans Medium"/>
                <a:cs typeface="IBM Plex Sans Medium"/>
                <a:sym typeface="IBM Plex Sans Medium"/>
              </a:endParaRPr>
            </a:p>
          </p:txBody>
        </p:sp>
        <p:sp>
          <p:nvSpPr>
            <p:cNvPr id="2768" name="Google Shape;2768;p172"/>
            <p:cNvSpPr/>
            <p:nvPr/>
          </p:nvSpPr>
          <p:spPr>
            <a:xfrm>
              <a:off x="358402" y="2349177"/>
              <a:ext cx="1331700" cy="490800"/>
            </a:xfrm>
            <a:prstGeom prst="roundRect">
              <a:avLst>
                <a:gd name="adj" fmla="val 9423"/>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500" b="1">
                  <a:solidFill>
                    <a:schemeClr val="lt1"/>
                  </a:solidFill>
                  <a:latin typeface="IBM Plex Sans"/>
                  <a:ea typeface="IBM Plex Sans"/>
                  <a:cs typeface="IBM Plex Sans"/>
                  <a:sym typeface="IBM Plex Sans"/>
                </a:rPr>
                <a:t>160+</a:t>
              </a:r>
              <a:endParaRPr sz="2500" b="1">
                <a:solidFill>
                  <a:schemeClr val="lt1"/>
                </a:solidFill>
                <a:latin typeface="IBM Plex Sans"/>
                <a:ea typeface="IBM Plex Sans"/>
                <a:cs typeface="IBM Plex Sans"/>
                <a:sym typeface="IBM Plex Sans"/>
              </a:endParaRPr>
            </a:p>
          </p:txBody>
        </p:sp>
        <p:grpSp>
          <p:nvGrpSpPr>
            <p:cNvPr id="2769" name="Google Shape;2769;p172"/>
            <p:cNvGrpSpPr/>
            <p:nvPr/>
          </p:nvGrpSpPr>
          <p:grpSpPr>
            <a:xfrm>
              <a:off x="1770954" y="2414073"/>
              <a:ext cx="355440" cy="360950"/>
              <a:chOff x="1230600" y="238125"/>
              <a:chExt cx="5158775" cy="5238750"/>
            </a:xfrm>
          </p:grpSpPr>
          <p:sp>
            <p:nvSpPr>
              <p:cNvPr id="2770" name="Google Shape;2770;p172"/>
              <p:cNvSpPr/>
              <p:nvPr/>
            </p:nvSpPr>
            <p:spPr>
              <a:xfrm>
                <a:off x="5399525" y="2474225"/>
                <a:ext cx="962300" cy="780325"/>
              </a:xfrm>
              <a:custGeom>
                <a:avLst/>
                <a:gdLst/>
                <a:ahLst/>
                <a:cxnLst/>
                <a:rect l="l" t="t" r="r" b="b"/>
                <a:pathLst>
                  <a:path w="38492" h="31213" extrusionOk="0">
                    <a:moveTo>
                      <a:pt x="23823" y="11140"/>
                    </a:moveTo>
                    <a:lnTo>
                      <a:pt x="24595" y="11471"/>
                    </a:lnTo>
                    <a:lnTo>
                      <a:pt x="25367" y="11912"/>
                    </a:lnTo>
                    <a:lnTo>
                      <a:pt x="26139" y="12463"/>
                    </a:lnTo>
                    <a:lnTo>
                      <a:pt x="26690" y="13125"/>
                    </a:lnTo>
                    <a:lnTo>
                      <a:pt x="27021" y="13897"/>
                    </a:lnTo>
                    <a:lnTo>
                      <a:pt x="27352" y="14669"/>
                    </a:lnTo>
                    <a:lnTo>
                      <a:pt x="27462" y="15662"/>
                    </a:lnTo>
                    <a:lnTo>
                      <a:pt x="27352" y="16544"/>
                    </a:lnTo>
                    <a:lnTo>
                      <a:pt x="27021" y="17427"/>
                    </a:lnTo>
                    <a:lnTo>
                      <a:pt x="26690" y="18199"/>
                    </a:lnTo>
                    <a:lnTo>
                      <a:pt x="26139" y="18860"/>
                    </a:lnTo>
                    <a:lnTo>
                      <a:pt x="25367" y="19412"/>
                    </a:lnTo>
                    <a:lnTo>
                      <a:pt x="24595" y="19853"/>
                    </a:lnTo>
                    <a:lnTo>
                      <a:pt x="23823" y="20073"/>
                    </a:lnTo>
                    <a:lnTo>
                      <a:pt x="22830" y="20184"/>
                    </a:lnTo>
                    <a:lnTo>
                      <a:pt x="21948" y="20073"/>
                    </a:lnTo>
                    <a:lnTo>
                      <a:pt x="21065" y="19853"/>
                    </a:lnTo>
                    <a:lnTo>
                      <a:pt x="20293" y="19412"/>
                    </a:lnTo>
                    <a:lnTo>
                      <a:pt x="19632" y="18860"/>
                    </a:lnTo>
                    <a:lnTo>
                      <a:pt x="19080" y="18199"/>
                    </a:lnTo>
                    <a:lnTo>
                      <a:pt x="18749" y="17427"/>
                    </a:lnTo>
                    <a:lnTo>
                      <a:pt x="18418" y="16544"/>
                    </a:lnTo>
                    <a:lnTo>
                      <a:pt x="18308" y="15662"/>
                    </a:lnTo>
                    <a:lnTo>
                      <a:pt x="18418" y="14669"/>
                    </a:lnTo>
                    <a:lnTo>
                      <a:pt x="18749" y="13897"/>
                    </a:lnTo>
                    <a:lnTo>
                      <a:pt x="19080" y="13125"/>
                    </a:lnTo>
                    <a:lnTo>
                      <a:pt x="19632" y="12463"/>
                    </a:lnTo>
                    <a:lnTo>
                      <a:pt x="20293" y="11912"/>
                    </a:lnTo>
                    <a:lnTo>
                      <a:pt x="21065" y="11471"/>
                    </a:lnTo>
                    <a:lnTo>
                      <a:pt x="21948" y="11140"/>
                    </a:lnTo>
                    <a:close/>
                    <a:moveTo>
                      <a:pt x="21617" y="1"/>
                    </a:moveTo>
                    <a:lnTo>
                      <a:pt x="20404" y="221"/>
                    </a:lnTo>
                    <a:lnTo>
                      <a:pt x="19191" y="442"/>
                    </a:lnTo>
                    <a:lnTo>
                      <a:pt x="17977" y="773"/>
                    </a:lnTo>
                    <a:lnTo>
                      <a:pt x="16874" y="1214"/>
                    </a:lnTo>
                    <a:lnTo>
                      <a:pt x="15772" y="1655"/>
                    </a:lnTo>
                    <a:lnTo>
                      <a:pt x="14779" y="2317"/>
                    </a:lnTo>
                    <a:lnTo>
                      <a:pt x="13786" y="2979"/>
                    </a:lnTo>
                    <a:lnTo>
                      <a:pt x="12904" y="3640"/>
                    </a:lnTo>
                    <a:lnTo>
                      <a:pt x="12022" y="4412"/>
                    </a:lnTo>
                    <a:lnTo>
                      <a:pt x="11139" y="5295"/>
                    </a:lnTo>
                    <a:lnTo>
                      <a:pt x="10367" y="6177"/>
                    </a:lnTo>
                    <a:lnTo>
                      <a:pt x="9706" y="7170"/>
                    </a:lnTo>
                    <a:lnTo>
                      <a:pt x="9154" y="8162"/>
                    </a:lnTo>
                    <a:lnTo>
                      <a:pt x="8603" y="9265"/>
                    </a:lnTo>
                    <a:lnTo>
                      <a:pt x="8162" y="10368"/>
                    </a:lnTo>
                    <a:lnTo>
                      <a:pt x="0" y="10368"/>
                    </a:lnTo>
                    <a:lnTo>
                      <a:pt x="110" y="13125"/>
                    </a:lnTo>
                    <a:lnTo>
                      <a:pt x="221" y="15882"/>
                    </a:lnTo>
                    <a:lnTo>
                      <a:pt x="110" y="18750"/>
                    </a:lnTo>
                    <a:lnTo>
                      <a:pt x="0" y="21507"/>
                    </a:lnTo>
                    <a:lnTo>
                      <a:pt x="8382" y="21507"/>
                    </a:lnTo>
                    <a:lnTo>
                      <a:pt x="8823" y="22500"/>
                    </a:lnTo>
                    <a:lnTo>
                      <a:pt x="9375" y="23492"/>
                    </a:lnTo>
                    <a:lnTo>
                      <a:pt x="10037" y="24485"/>
                    </a:lnTo>
                    <a:lnTo>
                      <a:pt x="10698" y="25478"/>
                    </a:lnTo>
                    <a:lnTo>
                      <a:pt x="11470" y="26250"/>
                    </a:lnTo>
                    <a:lnTo>
                      <a:pt x="12242" y="27132"/>
                    </a:lnTo>
                    <a:lnTo>
                      <a:pt x="13125" y="27794"/>
                    </a:lnTo>
                    <a:lnTo>
                      <a:pt x="14007" y="28566"/>
                    </a:lnTo>
                    <a:lnTo>
                      <a:pt x="15000" y="29117"/>
                    </a:lnTo>
                    <a:lnTo>
                      <a:pt x="15992" y="29669"/>
                    </a:lnTo>
                    <a:lnTo>
                      <a:pt x="17095" y="30110"/>
                    </a:lnTo>
                    <a:lnTo>
                      <a:pt x="18198" y="30551"/>
                    </a:lnTo>
                    <a:lnTo>
                      <a:pt x="19301" y="30882"/>
                    </a:lnTo>
                    <a:lnTo>
                      <a:pt x="20514" y="31102"/>
                    </a:lnTo>
                    <a:lnTo>
                      <a:pt x="21617" y="31213"/>
                    </a:lnTo>
                    <a:lnTo>
                      <a:pt x="24484" y="31213"/>
                    </a:lnTo>
                    <a:lnTo>
                      <a:pt x="26028" y="30992"/>
                    </a:lnTo>
                    <a:lnTo>
                      <a:pt x="27572" y="30551"/>
                    </a:lnTo>
                    <a:lnTo>
                      <a:pt x="29006" y="30000"/>
                    </a:lnTo>
                    <a:lnTo>
                      <a:pt x="30330" y="29338"/>
                    </a:lnTo>
                    <a:lnTo>
                      <a:pt x="31653" y="28566"/>
                    </a:lnTo>
                    <a:lnTo>
                      <a:pt x="32866" y="27683"/>
                    </a:lnTo>
                    <a:lnTo>
                      <a:pt x="33969" y="26691"/>
                    </a:lnTo>
                    <a:lnTo>
                      <a:pt x="34962" y="25588"/>
                    </a:lnTo>
                    <a:lnTo>
                      <a:pt x="35844" y="24375"/>
                    </a:lnTo>
                    <a:lnTo>
                      <a:pt x="36616" y="23051"/>
                    </a:lnTo>
                    <a:lnTo>
                      <a:pt x="37278" y="21728"/>
                    </a:lnTo>
                    <a:lnTo>
                      <a:pt x="37829" y="20294"/>
                    </a:lnTo>
                    <a:lnTo>
                      <a:pt x="38160" y="18750"/>
                    </a:lnTo>
                    <a:lnTo>
                      <a:pt x="38381" y="17206"/>
                    </a:lnTo>
                    <a:lnTo>
                      <a:pt x="38491" y="15662"/>
                    </a:lnTo>
                    <a:lnTo>
                      <a:pt x="38381" y="14008"/>
                    </a:lnTo>
                    <a:lnTo>
                      <a:pt x="38160" y="12463"/>
                    </a:lnTo>
                    <a:lnTo>
                      <a:pt x="37829" y="11030"/>
                    </a:lnTo>
                    <a:lnTo>
                      <a:pt x="37278" y="9596"/>
                    </a:lnTo>
                    <a:lnTo>
                      <a:pt x="36616" y="8162"/>
                    </a:lnTo>
                    <a:lnTo>
                      <a:pt x="35844" y="6949"/>
                    </a:lnTo>
                    <a:lnTo>
                      <a:pt x="34962" y="5736"/>
                    </a:lnTo>
                    <a:lnTo>
                      <a:pt x="33969" y="4633"/>
                    </a:lnTo>
                    <a:lnTo>
                      <a:pt x="32866" y="3530"/>
                    </a:lnTo>
                    <a:lnTo>
                      <a:pt x="31653" y="2648"/>
                    </a:lnTo>
                    <a:lnTo>
                      <a:pt x="30330" y="1876"/>
                    </a:lnTo>
                    <a:lnTo>
                      <a:pt x="29006" y="1214"/>
                    </a:lnTo>
                    <a:lnTo>
                      <a:pt x="27572" y="663"/>
                    </a:lnTo>
                    <a:lnTo>
                      <a:pt x="26028" y="332"/>
                    </a:lnTo>
                    <a:lnTo>
                      <a:pt x="24484" y="111"/>
                    </a:lnTo>
                    <a:lnTo>
                      <a:pt x="2283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1" name="Google Shape;2771;p172"/>
              <p:cNvSpPr/>
              <p:nvPr/>
            </p:nvSpPr>
            <p:spPr>
              <a:xfrm>
                <a:off x="4837050" y="3902475"/>
                <a:ext cx="1552325" cy="1552350"/>
              </a:xfrm>
              <a:custGeom>
                <a:avLst/>
                <a:gdLst/>
                <a:ahLst/>
                <a:cxnLst/>
                <a:rect l="l" t="t" r="r" b="b"/>
                <a:pathLst>
                  <a:path w="62093" h="62094" extrusionOk="0">
                    <a:moveTo>
                      <a:pt x="46432" y="41911"/>
                    </a:moveTo>
                    <a:lnTo>
                      <a:pt x="47314" y="42021"/>
                    </a:lnTo>
                    <a:lnTo>
                      <a:pt x="48197" y="42242"/>
                    </a:lnTo>
                    <a:lnTo>
                      <a:pt x="48969" y="42683"/>
                    </a:lnTo>
                    <a:lnTo>
                      <a:pt x="49630" y="43234"/>
                    </a:lnTo>
                    <a:lnTo>
                      <a:pt x="50182" y="43896"/>
                    </a:lnTo>
                    <a:lnTo>
                      <a:pt x="50623" y="44668"/>
                    </a:lnTo>
                    <a:lnTo>
                      <a:pt x="50954" y="45550"/>
                    </a:lnTo>
                    <a:lnTo>
                      <a:pt x="50954" y="46433"/>
                    </a:lnTo>
                    <a:lnTo>
                      <a:pt x="50954" y="47315"/>
                    </a:lnTo>
                    <a:lnTo>
                      <a:pt x="50623" y="48197"/>
                    </a:lnTo>
                    <a:lnTo>
                      <a:pt x="50182" y="48969"/>
                    </a:lnTo>
                    <a:lnTo>
                      <a:pt x="49630" y="49631"/>
                    </a:lnTo>
                    <a:lnTo>
                      <a:pt x="48969" y="50182"/>
                    </a:lnTo>
                    <a:lnTo>
                      <a:pt x="48197" y="50624"/>
                    </a:lnTo>
                    <a:lnTo>
                      <a:pt x="47314" y="50844"/>
                    </a:lnTo>
                    <a:lnTo>
                      <a:pt x="46432" y="50954"/>
                    </a:lnTo>
                    <a:lnTo>
                      <a:pt x="45550" y="50844"/>
                    </a:lnTo>
                    <a:lnTo>
                      <a:pt x="44667" y="50624"/>
                    </a:lnTo>
                    <a:lnTo>
                      <a:pt x="43895" y="50182"/>
                    </a:lnTo>
                    <a:lnTo>
                      <a:pt x="43234" y="49631"/>
                    </a:lnTo>
                    <a:lnTo>
                      <a:pt x="42682" y="48969"/>
                    </a:lnTo>
                    <a:lnTo>
                      <a:pt x="42241" y="48197"/>
                    </a:lnTo>
                    <a:lnTo>
                      <a:pt x="42020" y="47315"/>
                    </a:lnTo>
                    <a:lnTo>
                      <a:pt x="41910" y="46433"/>
                    </a:lnTo>
                    <a:lnTo>
                      <a:pt x="42020" y="45550"/>
                    </a:lnTo>
                    <a:lnTo>
                      <a:pt x="42241" y="44668"/>
                    </a:lnTo>
                    <a:lnTo>
                      <a:pt x="42682" y="43896"/>
                    </a:lnTo>
                    <a:lnTo>
                      <a:pt x="43234" y="43234"/>
                    </a:lnTo>
                    <a:lnTo>
                      <a:pt x="43895" y="42683"/>
                    </a:lnTo>
                    <a:lnTo>
                      <a:pt x="44667" y="42242"/>
                    </a:lnTo>
                    <a:lnTo>
                      <a:pt x="45550" y="42021"/>
                    </a:lnTo>
                    <a:lnTo>
                      <a:pt x="46432" y="41911"/>
                    </a:lnTo>
                    <a:close/>
                    <a:moveTo>
                      <a:pt x="7720" y="1"/>
                    </a:moveTo>
                    <a:lnTo>
                      <a:pt x="5846" y="2207"/>
                    </a:lnTo>
                    <a:lnTo>
                      <a:pt x="3860" y="4302"/>
                    </a:lnTo>
                    <a:lnTo>
                      <a:pt x="1985" y="6177"/>
                    </a:lnTo>
                    <a:lnTo>
                      <a:pt x="0" y="7831"/>
                    </a:lnTo>
                    <a:lnTo>
                      <a:pt x="32094" y="40367"/>
                    </a:lnTo>
                    <a:lnTo>
                      <a:pt x="31543" y="41800"/>
                    </a:lnTo>
                    <a:lnTo>
                      <a:pt x="31102" y="43234"/>
                    </a:lnTo>
                    <a:lnTo>
                      <a:pt x="30881" y="44889"/>
                    </a:lnTo>
                    <a:lnTo>
                      <a:pt x="30771" y="46433"/>
                    </a:lnTo>
                    <a:lnTo>
                      <a:pt x="30881" y="47977"/>
                    </a:lnTo>
                    <a:lnTo>
                      <a:pt x="31102" y="49521"/>
                    </a:lnTo>
                    <a:lnTo>
                      <a:pt x="31433" y="50954"/>
                    </a:lnTo>
                    <a:lnTo>
                      <a:pt x="31984" y="52388"/>
                    </a:lnTo>
                    <a:lnTo>
                      <a:pt x="32646" y="53822"/>
                    </a:lnTo>
                    <a:lnTo>
                      <a:pt x="33418" y="55145"/>
                    </a:lnTo>
                    <a:lnTo>
                      <a:pt x="34300" y="56359"/>
                    </a:lnTo>
                    <a:lnTo>
                      <a:pt x="35403" y="57462"/>
                    </a:lnTo>
                    <a:lnTo>
                      <a:pt x="36506" y="58564"/>
                    </a:lnTo>
                    <a:lnTo>
                      <a:pt x="37829" y="59447"/>
                    </a:lnTo>
                    <a:lnTo>
                      <a:pt x="39043" y="60219"/>
                    </a:lnTo>
                    <a:lnTo>
                      <a:pt x="40476" y="60881"/>
                    </a:lnTo>
                    <a:lnTo>
                      <a:pt x="41910" y="61432"/>
                    </a:lnTo>
                    <a:lnTo>
                      <a:pt x="43344" y="61763"/>
                    </a:lnTo>
                    <a:lnTo>
                      <a:pt x="44888" y="61983"/>
                    </a:lnTo>
                    <a:lnTo>
                      <a:pt x="46432" y="62094"/>
                    </a:lnTo>
                    <a:lnTo>
                      <a:pt x="47976" y="61983"/>
                    </a:lnTo>
                    <a:lnTo>
                      <a:pt x="49520" y="61763"/>
                    </a:lnTo>
                    <a:lnTo>
                      <a:pt x="50954" y="61432"/>
                    </a:lnTo>
                    <a:lnTo>
                      <a:pt x="52388" y="60881"/>
                    </a:lnTo>
                    <a:lnTo>
                      <a:pt x="53821" y="60219"/>
                    </a:lnTo>
                    <a:lnTo>
                      <a:pt x="55145" y="59447"/>
                    </a:lnTo>
                    <a:lnTo>
                      <a:pt x="56358" y="58564"/>
                    </a:lnTo>
                    <a:lnTo>
                      <a:pt x="57461" y="57462"/>
                    </a:lnTo>
                    <a:lnTo>
                      <a:pt x="58564" y="56359"/>
                    </a:lnTo>
                    <a:lnTo>
                      <a:pt x="59446" y="55145"/>
                    </a:lnTo>
                    <a:lnTo>
                      <a:pt x="60218" y="53822"/>
                    </a:lnTo>
                    <a:lnTo>
                      <a:pt x="60880" y="52388"/>
                    </a:lnTo>
                    <a:lnTo>
                      <a:pt x="61431" y="50954"/>
                    </a:lnTo>
                    <a:lnTo>
                      <a:pt x="61762" y="49521"/>
                    </a:lnTo>
                    <a:lnTo>
                      <a:pt x="61983" y="47977"/>
                    </a:lnTo>
                    <a:lnTo>
                      <a:pt x="62093" y="46433"/>
                    </a:lnTo>
                    <a:lnTo>
                      <a:pt x="61983" y="44889"/>
                    </a:lnTo>
                    <a:lnTo>
                      <a:pt x="61762" y="43344"/>
                    </a:lnTo>
                    <a:lnTo>
                      <a:pt x="61431" y="41911"/>
                    </a:lnTo>
                    <a:lnTo>
                      <a:pt x="60880" y="40477"/>
                    </a:lnTo>
                    <a:lnTo>
                      <a:pt x="60218" y="39043"/>
                    </a:lnTo>
                    <a:lnTo>
                      <a:pt x="59446" y="37720"/>
                    </a:lnTo>
                    <a:lnTo>
                      <a:pt x="58564" y="36507"/>
                    </a:lnTo>
                    <a:lnTo>
                      <a:pt x="57461" y="35404"/>
                    </a:lnTo>
                    <a:lnTo>
                      <a:pt x="56358" y="34301"/>
                    </a:lnTo>
                    <a:lnTo>
                      <a:pt x="55145" y="33418"/>
                    </a:lnTo>
                    <a:lnTo>
                      <a:pt x="53821" y="32646"/>
                    </a:lnTo>
                    <a:lnTo>
                      <a:pt x="52388" y="31985"/>
                    </a:lnTo>
                    <a:lnTo>
                      <a:pt x="50954" y="31433"/>
                    </a:lnTo>
                    <a:lnTo>
                      <a:pt x="49520" y="31102"/>
                    </a:lnTo>
                    <a:lnTo>
                      <a:pt x="47976" y="30882"/>
                    </a:lnTo>
                    <a:lnTo>
                      <a:pt x="46432" y="30771"/>
                    </a:lnTo>
                    <a:lnTo>
                      <a:pt x="44667" y="30882"/>
                    </a:lnTo>
                    <a:lnTo>
                      <a:pt x="43013" y="31213"/>
                    </a:lnTo>
                    <a:lnTo>
                      <a:pt x="41359" y="31654"/>
                    </a:lnTo>
                    <a:lnTo>
                      <a:pt x="39704" y="32316"/>
                    </a:lnTo>
                    <a:lnTo>
                      <a:pt x="772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2" name="Google Shape;2772;p172"/>
              <p:cNvSpPr/>
              <p:nvPr/>
            </p:nvSpPr>
            <p:spPr>
              <a:xfrm>
                <a:off x="1230600" y="2488025"/>
                <a:ext cx="965050" cy="783075"/>
              </a:xfrm>
              <a:custGeom>
                <a:avLst/>
                <a:gdLst/>
                <a:ahLst/>
                <a:cxnLst/>
                <a:rect l="l" t="t" r="r" b="b"/>
                <a:pathLst>
                  <a:path w="38602" h="31323" extrusionOk="0">
                    <a:moveTo>
                      <a:pt x="15661" y="11139"/>
                    </a:moveTo>
                    <a:lnTo>
                      <a:pt x="16543" y="11250"/>
                    </a:lnTo>
                    <a:lnTo>
                      <a:pt x="17426" y="11470"/>
                    </a:lnTo>
                    <a:lnTo>
                      <a:pt x="18198" y="11911"/>
                    </a:lnTo>
                    <a:lnTo>
                      <a:pt x="18859" y="12463"/>
                    </a:lnTo>
                    <a:lnTo>
                      <a:pt x="19411" y="13125"/>
                    </a:lnTo>
                    <a:lnTo>
                      <a:pt x="19852" y="13897"/>
                    </a:lnTo>
                    <a:lnTo>
                      <a:pt x="20073" y="14779"/>
                    </a:lnTo>
                    <a:lnTo>
                      <a:pt x="20183" y="15661"/>
                    </a:lnTo>
                    <a:lnTo>
                      <a:pt x="20073" y="16544"/>
                    </a:lnTo>
                    <a:lnTo>
                      <a:pt x="19852" y="17426"/>
                    </a:lnTo>
                    <a:lnTo>
                      <a:pt x="19411" y="18198"/>
                    </a:lnTo>
                    <a:lnTo>
                      <a:pt x="18859" y="18860"/>
                    </a:lnTo>
                    <a:lnTo>
                      <a:pt x="18198" y="19411"/>
                    </a:lnTo>
                    <a:lnTo>
                      <a:pt x="17426" y="19852"/>
                    </a:lnTo>
                    <a:lnTo>
                      <a:pt x="16543" y="20073"/>
                    </a:lnTo>
                    <a:lnTo>
                      <a:pt x="15661" y="20183"/>
                    </a:lnTo>
                    <a:lnTo>
                      <a:pt x="14779" y="20073"/>
                    </a:lnTo>
                    <a:lnTo>
                      <a:pt x="13896" y="19852"/>
                    </a:lnTo>
                    <a:lnTo>
                      <a:pt x="13124" y="19411"/>
                    </a:lnTo>
                    <a:lnTo>
                      <a:pt x="12463" y="18860"/>
                    </a:lnTo>
                    <a:lnTo>
                      <a:pt x="11911" y="18198"/>
                    </a:lnTo>
                    <a:lnTo>
                      <a:pt x="11470" y="17426"/>
                    </a:lnTo>
                    <a:lnTo>
                      <a:pt x="11249" y="16544"/>
                    </a:lnTo>
                    <a:lnTo>
                      <a:pt x="11139" y="15661"/>
                    </a:lnTo>
                    <a:lnTo>
                      <a:pt x="11249" y="14779"/>
                    </a:lnTo>
                    <a:lnTo>
                      <a:pt x="11470" y="13897"/>
                    </a:lnTo>
                    <a:lnTo>
                      <a:pt x="11911" y="13125"/>
                    </a:lnTo>
                    <a:lnTo>
                      <a:pt x="12463" y="12463"/>
                    </a:lnTo>
                    <a:lnTo>
                      <a:pt x="13124" y="11911"/>
                    </a:lnTo>
                    <a:lnTo>
                      <a:pt x="13896" y="11470"/>
                    </a:lnTo>
                    <a:lnTo>
                      <a:pt x="14779" y="11250"/>
                    </a:lnTo>
                    <a:lnTo>
                      <a:pt x="15661" y="11139"/>
                    </a:lnTo>
                    <a:close/>
                    <a:moveTo>
                      <a:pt x="15661" y="0"/>
                    </a:moveTo>
                    <a:lnTo>
                      <a:pt x="14117" y="111"/>
                    </a:lnTo>
                    <a:lnTo>
                      <a:pt x="12463" y="331"/>
                    </a:lnTo>
                    <a:lnTo>
                      <a:pt x="11029" y="772"/>
                    </a:lnTo>
                    <a:lnTo>
                      <a:pt x="9595" y="1324"/>
                    </a:lnTo>
                    <a:lnTo>
                      <a:pt x="8161" y="1985"/>
                    </a:lnTo>
                    <a:lnTo>
                      <a:pt x="6948" y="2757"/>
                    </a:lnTo>
                    <a:lnTo>
                      <a:pt x="5735" y="3640"/>
                    </a:lnTo>
                    <a:lnTo>
                      <a:pt x="4632" y="4632"/>
                    </a:lnTo>
                    <a:lnTo>
                      <a:pt x="3640" y="5735"/>
                    </a:lnTo>
                    <a:lnTo>
                      <a:pt x="2757" y="6948"/>
                    </a:lnTo>
                    <a:lnTo>
                      <a:pt x="1875" y="8272"/>
                    </a:lnTo>
                    <a:lnTo>
                      <a:pt x="1213" y="9595"/>
                    </a:lnTo>
                    <a:lnTo>
                      <a:pt x="772" y="11029"/>
                    </a:lnTo>
                    <a:lnTo>
                      <a:pt x="331" y="12573"/>
                    </a:lnTo>
                    <a:lnTo>
                      <a:pt x="110" y="14117"/>
                    </a:lnTo>
                    <a:lnTo>
                      <a:pt x="0" y="15661"/>
                    </a:lnTo>
                    <a:lnTo>
                      <a:pt x="110" y="17316"/>
                    </a:lnTo>
                    <a:lnTo>
                      <a:pt x="331" y="18860"/>
                    </a:lnTo>
                    <a:lnTo>
                      <a:pt x="772" y="20293"/>
                    </a:lnTo>
                    <a:lnTo>
                      <a:pt x="1213" y="21727"/>
                    </a:lnTo>
                    <a:lnTo>
                      <a:pt x="1875" y="23161"/>
                    </a:lnTo>
                    <a:lnTo>
                      <a:pt x="2757" y="24374"/>
                    </a:lnTo>
                    <a:lnTo>
                      <a:pt x="3640" y="25587"/>
                    </a:lnTo>
                    <a:lnTo>
                      <a:pt x="4632" y="26690"/>
                    </a:lnTo>
                    <a:lnTo>
                      <a:pt x="5735" y="27683"/>
                    </a:lnTo>
                    <a:lnTo>
                      <a:pt x="6948" y="28675"/>
                    </a:lnTo>
                    <a:lnTo>
                      <a:pt x="8161" y="29448"/>
                    </a:lnTo>
                    <a:lnTo>
                      <a:pt x="9595" y="30109"/>
                    </a:lnTo>
                    <a:lnTo>
                      <a:pt x="11029" y="30661"/>
                    </a:lnTo>
                    <a:lnTo>
                      <a:pt x="12463" y="30992"/>
                    </a:lnTo>
                    <a:lnTo>
                      <a:pt x="14117" y="31212"/>
                    </a:lnTo>
                    <a:lnTo>
                      <a:pt x="15661" y="31322"/>
                    </a:lnTo>
                    <a:lnTo>
                      <a:pt x="16874" y="31212"/>
                    </a:lnTo>
                    <a:lnTo>
                      <a:pt x="18198" y="31102"/>
                    </a:lnTo>
                    <a:lnTo>
                      <a:pt x="19301" y="30881"/>
                    </a:lnTo>
                    <a:lnTo>
                      <a:pt x="20514" y="30550"/>
                    </a:lnTo>
                    <a:lnTo>
                      <a:pt x="21617" y="30109"/>
                    </a:lnTo>
                    <a:lnTo>
                      <a:pt x="22720" y="29668"/>
                    </a:lnTo>
                    <a:lnTo>
                      <a:pt x="23822" y="29006"/>
                    </a:lnTo>
                    <a:lnTo>
                      <a:pt x="24705" y="28345"/>
                    </a:lnTo>
                    <a:lnTo>
                      <a:pt x="25697" y="27683"/>
                    </a:lnTo>
                    <a:lnTo>
                      <a:pt x="26580" y="26911"/>
                    </a:lnTo>
                    <a:lnTo>
                      <a:pt x="27352" y="26029"/>
                    </a:lnTo>
                    <a:lnTo>
                      <a:pt x="28124" y="25146"/>
                    </a:lnTo>
                    <a:lnTo>
                      <a:pt x="28785" y="24154"/>
                    </a:lnTo>
                    <a:lnTo>
                      <a:pt x="29447" y="23161"/>
                    </a:lnTo>
                    <a:lnTo>
                      <a:pt x="29888" y="22058"/>
                    </a:lnTo>
                    <a:lnTo>
                      <a:pt x="30440" y="20955"/>
                    </a:lnTo>
                    <a:lnTo>
                      <a:pt x="38601" y="20955"/>
                    </a:lnTo>
                    <a:lnTo>
                      <a:pt x="38381" y="18198"/>
                    </a:lnTo>
                    <a:lnTo>
                      <a:pt x="38381" y="15330"/>
                    </a:lnTo>
                    <a:lnTo>
                      <a:pt x="38381" y="12573"/>
                    </a:lnTo>
                    <a:lnTo>
                      <a:pt x="38601" y="9816"/>
                    </a:lnTo>
                    <a:lnTo>
                      <a:pt x="30109" y="9816"/>
                    </a:lnTo>
                    <a:lnTo>
                      <a:pt x="29668" y="8823"/>
                    </a:lnTo>
                    <a:lnTo>
                      <a:pt x="29116" y="7720"/>
                    </a:lnTo>
                    <a:lnTo>
                      <a:pt x="28565" y="6838"/>
                    </a:lnTo>
                    <a:lnTo>
                      <a:pt x="27793" y="5846"/>
                    </a:lnTo>
                    <a:lnTo>
                      <a:pt x="27131" y="5074"/>
                    </a:lnTo>
                    <a:lnTo>
                      <a:pt x="26249" y="4191"/>
                    </a:lnTo>
                    <a:lnTo>
                      <a:pt x="25367" y="3419"/>
                    </a:lnTo>
                    <a:lnTo>
                      <a:pt x="24484" y="2757"/>
                    </a:lnTo>
                    <a:lnTo>
                      <a:pt x="23492" y="2206"/>
                    </a:lnTo>
                    <a:lnTo>
                      <a:pt x="22499" y="1655"/>
                    </a:lnTo>
                    <a:lnTo>
                      <a:pt x="21506" y="1213"/>
                    </a:lnTo>
                    <a:lnTo>
                      <a:pt x="20403" y="772"/>
                    </a:lnTo>
                    <a:lnTo>
                      <a:pt x="19190" y="441"/>
                    </a:lnTo>
                    <a:lnTo>
                      <a:pt x="18087" y="221"/>
                    </a:lnTo>
                    <a:lnTo>
                      <a:pt x="16874" y="111"/>
                    </a:lnTo>
                    <a:lnTo>
                      <a:pt x="1566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3" name="Google Shape;2773;p172"/>
              <p:cNvSpPr/>
              <p:nvPr/>
            </p:nvSpPr>
            <p:spPr>
              <a:xfrm>
                <a:off x="1600050" y="3908000"/>
                <a:ext cx="1160825" cy="1171850"/>
              </a:xfrm>
              <a:custGeom>
                <a:avLst/>
                <a:gdLst/>
                <a:ahLst/>
                <a:cxnLst/>
                <a:rect l="l" t="t" r="r" b="b"/>
                <a:pathLst>
                  <a:path w="46433" h="46874" extrusionOk="0">
                    <a:moveTo>
                      <a:pt x="16544" y="26690"/>
                    </a:moveTo>
                    <a:lnTo>
                      <a:pt x="17426" y="27021"/>
                    </a:lnTo>
                    <a:lnTo>
                      <a:pt x="18198" y="27462"/>
                    </a:lnTo>
                    <a:lnTo>
                      <a:pt x="18860" y="28014"/>
                    </a:lnTo>
                    <a:lnTo>
                      <a:pt x="19412" y="28676"/>
                    </a:lnTo>
                    <a:lnTo>
                      <a:pt x="19853" y="29448"/>
                    </a:lnTo>
                    <a:lnTo>
                      <a:pt x="20184" y="30330"/>
                    </a:lnTo>
                    <a:lnTo>
                      <a:pt x="20184" y="31212"/>
                    </a:lnTo>
                    <a:lnTo>
                      <a:pt x="20184" y="32095"/>
                    </a:lnTo>
                    <a:lnTo>
                      <a:pt x="19853" y="32977"/>
                    </a:lnTo>
                    <a:lnTo>
                      <a:pt x="19412" y="33749"/>
                    </a:lnTo>
                    <a:lnTo>
                      <a:pt x="18860" y="34411"/>
                    </a:lnTo>
                    <a:lnTo>
                      <a:pt x="18198" y="34962"/>
                    </a:lnTo>
                    <a:lnTo>
                      <a:pt x="17426" y="35403"/>
                    </a:lnTo>
                    <a:lnTo>
                      <a:pt x="16544" y="35624"/>
                    </a:lnTo>
                    <a:lnTo>
                      <a:pt x="15662" y="35734"/>
                    </a:lnTo>
                    <a:lnTo>
                      <a:pt x="14779" y="35624"/>
                    </a:lnTo>
                    <a:lnTo>
                      <a:pt x="14007" y="35403"/>
                    </a:lnTo>
                    <a:lnTo>
                      <a:pt x="13125" y="34962"/>
                    </a:lnTo>
                    <a:lnTo>
                      <a:pt x="12463" y="34411"/>
                    </a:lnTo>
                    <a:lnTo>
                      <a:pt x="11912" y="33749"/>
                    </a:lnTo>
                    <a:lnTo>
                      <a:pt x="11471" y="32867"/>
                    </a:lnTo>
                    <a:lnTo>
                      <a:pt x="11250" y="32095"/>
                    </a:lnTo>
                    <a:lnTo>
                      <a:pt x="11140" y="31212"/>
                    </a:lnTo>
                    <a:lnTo>
                      <a:pt x="11250" y="30330"/>
                    </a:lnTo>
                    <a:lnTo>
                      <a:pt x="11471" y="29448"/>
                    </a:lnTo>
                    <a:lnTo>
                      <a:pt x="11912" y="28676"/>
                    </a:lnTo>
                    <a:lnTo>
                      <a:pt x="12463" y="28014"/>
                    </a:lnTo>
                    <a:lnTo>
                      <a:pt x="13125" y="27462"/>
                    </a:lnTo>
                    <a:lnTo>
                      <a:pt x="14007" y="27021"/>
                    </a:lnTo>
                    <a:lnTo>
                      <a:pt x="14779" y="26690"/>
                    </a:lnTo>
                    <a:close/>
                    <a:moveTo>
                      <a:pt x="38602" y="0"/>
                    </a:moveTo>
                    <a:lnTo>
                      <a:pt x="21838" y="16764"/>
                    </a:lnTo>
                    <a:lnTo>
                      <a:pt x="20294" y="16323"/>
                    </a:lnTo>
                    <a:lnTo>
                      <a:pt x="18750" y="15882"/>
                    </a:lnTo>
                    <a:lnTo>
                      <a:pt x="17206" y="15661"/>
                    </a:lnTo>
                    <a:lnTo>
                      <a:pt x="15662" y="15551"/>
                    </a:lnTo>
                    <a:lnTo>
                      <a:pt x="14228" y="15661"/>
                    </a:lnTo>
                    <a:lnTo>
                      <a:pt x="12684" y="15882"/>
                    </a:lnTo>
                    <a:lnTo>
                      <a:pt x="11250" y="16213"/>
                    </a:lnTo>
                    <a:lnTo>
                      <a:pt x="9816" y="16764"/>
                    </a:lnTo>
                    <a:lnTo>
                      <a:pt x="8383" y="17316"/>
                    </a:lnTo>
                    <a:lnTo>
                      <a:pt x="7059" y="18198"/>
                    </a:lnTo>
                    <a:lnTo>
                      <a:pt x="5846" y="19080"/>
                    </a:lnTo>
                    <a:lnTo>
                      <a:pt x="4633" y="20183"/>
                    </a:lnTo>
                    <a:lnTo>
                      <a:pt x="3530" y="21286"/>
                    </a:lnTo>
                    <a:lnTo>
                      <a:pt x="2648" y="22610"/>
                    </a:lnTo>
                    <a:lnTo>
                      <a:pt x="1876" y="23933"/>
                    </a:lnTo>
                    <a:lnTo>
                      <a:pt x="1214" y="25367"/>
                    </a:lnTo>
                    <a:lnTo>
                      <a:pt x="662" y="26801"/>
                    </a:lnTo>
                    <a:lnTo>
                      <a:pt x="332" y="28234"/>
                    </a:lnTo>
                    <a:lnTo>
                      <a:pt x="111" y="29668"/>
                    </a:lnTo>
                    <a:lnTo>
                      <a:pt x="1" y="31212"/>
                    </a:lnTo>
                    <a:lnTo>
                      <a:pt x="111" y="32646"/>
                    </a:lnTo>
                    <a:lnTo>
                      <a:pt x="332" y="34190"/>
                    </a:lnTo>
                    <a:lnTo>
                      <a:pt x="662" y="35624"/>
                    </a:lnTo>
                    <a:lnTo>
                      <a:pt x="1214" y="37058"/>
                    </a:lnTo>
                    <a:lnTo>
                      <a:pt x="1876" y="38491"/>
                    </a:lnTo>
                    <a:lnTo>
                      <a:pt x="2648" y="39815"/>
                    </a:lnTo>
                    <a:lnTo>
                      <a:pt x="3530" y="41028"/>
                    </a:lnTo>
                    <a:lnTo>
                      <a:pt x="4633" y="42241"/>
                    </a:lnTo>
                    <a:lnTo>
                      <a:pt x="5846" y="43344"/>
                    </a:lnTo>
                    <a:lnTo>
                      <a:pt x="7059" y="44226"/>
                    </a:lnTo>
                    <a:lnTo>
                      <a:pt x="8383" y="44998"/>
                    </a:lnTo>
                    <a:lnTo>
                      <a:pt x="9816" y="45660"/>
                    </a:lnTo>
                    <a:lnTo>
                      <a:pt x="11250" y="46212"/>
                    </a:lnTo>
                    <a:lnTo>
                      <a:pt x="12684" y="46542"/>
                    </a:lnTo>
                    <a:lnTo>
                      <a:pt x="14228" y="46763"/>
                    </a:lnTo>
                    <a:lnTo>
                      <a:pt x="15662" y="46873"/>
                    </a:lnTo>
                    <a:lnTo>
                      <a:pt x="17206" y="46763"/>
                    </a:lnTo>
                    <a:lnTo>
                      <a:pt x="18640" y="46542"/>
                    </a:lnTo>
                    <a:lnTo>
                      <a:pt x="20073" y="46212"/>
                    </a:lnTo>
                    <a:lnTo>
                      <a:pt x="21507" y="45660"/>
                    </a:lnTo>
                    <a:lnTo>
                      <a:pt x="22941" y="44998"/>
                    </a:lnTo>
                    <a:lnTo>
                      <a:pt x="24264" y="44226"/>
                    </a:lnTo>
                    <a:lnTo>
                      <a:pt x="25588" y="43344"/>
                    </a:lnTo>
                    <a:lnTo>
                      <a:pt x="26691" y="42241"/>
                    </a:lnTo>
                    <a:lnTo>
                      <a:pt x="27794" y="41138"/>
                    </a:lnTo>
                    <a:lnTo>
                      <a:pt x="28676" y="39815"/>
                    </a:lnTo>
                    <a:lnTo>
                      <a:pt x="29448" y="38602"/>
                    </a:lnTo>
                    <a:lnTo>
                      <a:pt x="30110" y="37168"/>
                    </a:lnTo>
                    <a:lnTo>
                      <a:pt x="30661" y="35734"/>
                    </a:lnTo>
                    <a:lnTo>
                      <a:pt x="30992" y="34300"/>
                    </a:lnTo>
                    <a:lnTo>
                      <a:pt x="31213" y="32756"/>
                    </a:lnTo>
                    <a:lnTo>
                      <a:pt x="31323" y="31212"/>
                    </a:lnTo>
                    <a:lnTo>
                      <a:pt x="31213" y="29448"/>
                    </a:lnTo>
                    <a:lnTo>
                      <a:pt x="30882" y="27683"/>
                    </a:lnTo>
                    <a:lnTo>
                      <a:pt x="30441" y="26029"/>
                    </a:lnTo>
                    <a:lnTo>
                      <a:pt x="29779" y="24485"/>
                    </a:lnTo>
                    <a:lnTo>
                      <a:pt x="46432" y="7831"/>
                    </a:lnTo>
                    <a:lnTo>
                      <a:pt x="44447" y="5956"/>
                    </a:lnTo>
                    <a:lnTo>
                      <a:pt x="42352" y="4081"/>
                    </a:lnTo>
                    <a:lnTo>
                      <a:pt x="40477" y="2096"/>
                    </a:lnTo>
                    <a:lnTo>
                      <a:pt x="38602"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4" name="Google Shape;2774;p172"/>
              <p:cNvSpPr/>
              <p:nvPr/>
            </p:nvSpPr>
            <p:spPr>
              <a:xfrm>
                <a:off x="1492525" y="580000"/>
                <a:ext cx="1268350" cy="1257325"/>
              </a:xfrm>
              <a:custGeom>
                <a:avLst/>
                <a:gdLst/>
                <a:ahLst/>
                <a:cxnLst/>
                <a:rect l="l" t="t" r="r" b="b"/>
                <a:pathLst>
                  <a:path w="50734" h="50293" extrusionOk="0">
                    <a:moveTo>
                      <a:pt x="15662" y="11030"/>
                    </a:moveTo>
                    <a:lnTo>
                      <a:pt x="16544" y="11140"/>
                    </a:lnTo>
                    <a:lnTo>
                      <a:pt x="17316" y="11361"/>
                    </a:lnTo>
                    <a:lnTo>
                      <a:pt x="18088" y="11802"/>
                    </a:lnTo>
                    <a:lnTo>
                      <a:pt x="18860" y="12353"/>
                    </a:lnTo>
                    <a:lnTo>
                      <a:pt x="19411" y="13125"/>
                    </a:lnTo>
                    <a:lnTo>
                      <a:pt x="19853" y="13897"/>
                    </a:lnTo>
                    <a:lnTo>
                      <a:pt x="20073" y="14669"/>
                    </a:lnTo>
                    <a:lnTo>
                      <a:pt x="20183" y="15552"/>
                    </a:lnTo>
                    <a:lnTo>
                      <a:pt x="20073" y="16434"/>
                    </a:lnTo>
                    <a:lnTo>
                      <a:pt x="19853" y="17316"/>
                    </a:lnTo>
                    <a:lnTo>
                      <a:pt x="19411" y="18088"/>
                    </a:lnTo>
                    <a:lnTo>
                      <a:pt x="18860" y="18750"/>
                    </a:lnTo>
                    <a:lnTo>
                      <a:pt x="18088" y="19412"/>
                    </a:lnTo>
                    <a:lnTo>
                      <a:pt x="17316" y="19853"/>
                    </a:lnTo>
                    <a:lnTo>
                      <a:pt x="16544" y="20074"/>
                    </a:lnTo>
                    <a:lnTo>
                      <a:pt x="15662" y="20184"/>
                    </a:lnTo>
                    <a:lnTo>
                      <a:pt x="14779" y="20074"/>
                    </a:lnTo>
                    <a:lnTo>
                      <a:pt x="13897" y="19853"/>
                    </a:lnTo>
                    <a:lnTo>
                      <a:pt x="13125" y="19412"/>
                    </a:lnTo>
                    <a:lnTo>
                      <a:pt x="12463" y="18750"/>
                    </a:lnTo>
                    <a:lnTo>
                      <a:pt x="11801" y="18088"/>
                    </a:lnTo>
                    <a:lnTo>
                      <a:pt x="11471" y="17316"/>
                    </a:lnTo>
                    <a:lnTo>
                      <a:pt x="11140" y="16434"/>
                    </a:lnTo>
                    <a:lnTo>
                      <a:pt x="11140" y="15552"/>
                    </a:lnTo>
                    <a:lnTo>
                      <a:pt x="11140" y="14780"/>
                    </a:lnTo>
                    <a:lnTo>
                      <a:pt x="11471" y="13897"/>
                    </a:lnTo>
                    <a:lnTo>
                      <a:pt x="11801" y="13125"/>
                    </a:lnTo>
                    <a:lnTo>
                      <a:pt x="12463" y="12353"/>
                    </a:lnTo>
                    <a:lnTo>
                      <a:pt x="13125" y="11802"/>
                    </a:lnTo>
                    <a:lnTo>
                      <a:pt x="13897" y="11361"/>
                    </a:lnTo>
                    <a:lnTo>
                      <a:pt x="14779" y="11140"/>
                    </a:lnTo>
                    <a:lnTo>
                      <a:pt x="15662" y="11030"/>
                    </a:lnTo>
                    <a:close/>
                    <a:moveTo>
                      <a:pt x="14117" y="1"/>
                    </a:moveTo>
                    <a:lnTo>
                      <a:pt x="12684" y="221"/>
                    </a:lnTo>
                    <a:lnTo>
                      <a:pt x="11140" y="663"/>
                    </a:lnTo>
                    <a:lnTo>
                      <a:pt x="9706" y="1104"/>
                    </a:lnTo>
                    <a:lnTo>
                      <a:pt x="8382" y="1766"/>
                    </a:lnTo>
                    <a:lnTo>
                      <a:pt x="7059" y="2538"/>
                    </a:lnTo>
                    <a:lnTo>
                      <a:pt x="5736" y="3420"/>
                    </a:lnTo>
                    <a:lnTo>
                      <a:pt x="4633" y="4523"/>
                    </a:lnTo>
                    <a:lnTo>
                      <a:pt x="3530" y="5736"/>
                    </a:lnTo>
                    <a:lnTo>
                      <a:pt x="2537" y="6949"/>
                    </a:lnTo>
                    <a:lnTo>
                      <a:pt x="1765" y="8273"/>
                    </a:lnTo>
                    <a:lnTo>
                      <a:pt x="1214" y="9706"/>
                    </a:lnTo>
                    <a:lnTo>
                      <a:pt x="662" y="11140"/>
                    </a:lnTo>
                    <a:lnTo>
                      <a:pt x="331" y="12574"/>
                    </a:lnTo>
                    <a:lnTo>
                      <a:pt x="111" y="14118"/>
                    </a:lnTo>
                    <a:lnTo>
                      <a:pt x="0" y="15552"/>
                    </a:lnTo>
                    <a:lnTo>
                      <a:pt x="111" y="17096"/>
                    </a:lnTo>
                    <a:lnTo>
                      <a:pt x="331" y="18530"/>
                    </a:lnTo>
                    <a:lnTo>
                      <a:pt x="662" y="20074"/>
                    </a:lnTo>
                    <a:lnTo>
                      <a:pt x="1214" y="21507"/>
                    </a:lnTo>
                    <a:lnTo>
                      <a:pt x="1765" y="22831"/>
                    </a:lnTo>
                    <a:lnTo>
                      <a:pt x="2537" y="24154"/>
                    </a:lnTo>
                    <a:lnTo>
                      <a:pt x="3530" y="25478"/>
                    </a:lnTo>
                    <a:lnTo>
                      <a:pt x="4633" y="26691"/>
                    </a:lnTo>
                    <a:lnTo>
                      <a:pt x="5515" y="27463"/>
                    </a:lnTo>
                    <a:lnTo>
                      <a:pt x="6508" y="28235"/>
                    </a:lnTo>
                    <a:lnTo>
                      <a:pt x="7500" y="28897"/>
                    </a:lnTo>
                    <a:lnTo>
                      <a:pt x="8603" y="29558"/>
                    </a:lnTo>
                    <a:lnTo>
                      <a:pt x="9706" y="30000"/>
                    </a:lnTo>
                    <a:lnTo>
                      <a:pt x="10809" y="30441"/>
                    </a:lnTo>
                    <a:lnTo>
                      <a:pt x="11912" y="30772"/>
                    </a:lnTo>
                    <a:lnTo>
                      <a:pt x="13125" y="30992"/>
                    </a:lnTo>
                    <a:lnTo>
                      <a:pt x="14228" y="31103"/>
                    </a:lnTo>
                    <a:lnTo>
                      <a:pt x="15441" y="31213"/>
                    </a:lnTo>
                    <a:lnTo>
                      <a:pt x="16654" y="31213"/>
                    </a:lnTo>
                    <a:lnTo>
                      <a:pt x="17757" y="31103"/>
                    </a:lnTo>
                    <a:lnTo>
                      <a:pt x="18970" y="30882"/>
                    </a:lnTo>
                    <a:lnTo>
                      <a:pt x="20073" y="30551"/>
                    </a:lnTo>
                    <a:lnTo>
                      <a:pt x="21286" y="30220"/>
                    </a:lnTo>
                    <a:lnTo>
                      <a:pt x="22389" y="29669"/>
                    </a:lnTo>
                    <a:lnTo>
                      <a:pt x="42903" y="50293"/>
                    </a:lnTo>
                    <a:lnTo>
                      <a:pt x="44778" y="48197"/>
                    </a:lnTo>
                    <a:lnTo>
                      <a:pt x="46653" y="46212"/>
                    </a:lnTo>
                    <a:lnTo>
                      <a:pt x="48748" y="44337"/>
                    </a:lnTo>
                    <a:lnTo>
                      <a:pt x="50733" y="42462"/>
                    </a:lnTo>
                    <a:lnTo>
                      <a:pt x="29999" y="21728"/>
                    </a:lnTo>
                    <a:lnTo>
                      <a:pt x="30551" y="20294"/>
                    </a:lnTo>
                    <a:lnTo>
                      <a:pt x="30992" y="18750"/>
                    </a:lnTo>
                    <a:lnTo>
                      <a:pt x="31212" y="17206"/>
                    </a:lnTo>
                    <a:lnTo>
                      <a:pt x="31323" y="15552"/>
                    </a:lnTo>
                    <a:lnTo>
                      <a:pt x="31212" y="14008"/>
                    </a:lnTo>
                    <a:lnTo>
                      <a:pt x="30992" y="12574"/>
                    </a:lnTo>
                    <a:lnTo>
                      <a:pt x="30551" y="11030"/>
                    </a:lnTo>
                    <a:lnTo>
                      <a:pt x="30109" y="9596"/>
                    </a:lnTo>
                    <a:lnTo>
                      <a:pt x="29448" y="8273"/>
                    </a:lnTo>
                    <a:lnTo>
                      <a:pt x="28676" y="6949"/>
                    </a:lnTo>
                    <a:lnTo>
                      <a:pt x="27793" y="5736"/>
                    </a:lnTo>
                    <a:lnTo>
                      <a:pt x="26690" y="4523"/>
                    </a:lnTo>
                    <a:lnTo>
                      <a:pt x="25477" y="3420"/>
                    </a:lnTo>
                    <a:lnTo>
                      <a:pt x="24264" y="2538"/>
                    </a:lnTo>
                    <a:lnTo>
                      <a:pt x="22941" y="1766"/>
                    </a:lnTo>
                    <a:lnTo>
                      <a:pt x="21507" y="1104"/>
                    </a:lnTo>
                    <a:lnTo>
                      <a:pt x="20073" y="663"/>
                    </a:lnTo>
                    <a:lnTo>
                      <a:pt x="18639" y="221"/>
                    </a:lnTo>
                    <a:lnTo>
                      <a:pt x="1709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5" name="Google Shape;2775;p172"/>
              <p:cNvSpPr/>
              <p:nvPr/>
            </p:nvSpPr>
            <p:spPr>
              <a:xfrm>
                <a:off x="4826025" y="351150"/>
                <a:ext cx="1450325" cy="1480675"/>
              </a:xfrm>
              <a:custGeom>
                <a:avLst/>
                <a:gdLst/>
                <a:ahLst/>
                <a:cxnLst/>
                <a:rect l="l" t="t" r="r" b="b"/>
                <a:pathLst>
                  <a:path w="58013" h="59227" extrusionOk="0">
                    <a:moveTo>
                      <a:pt x="43233" y="11140"/>
                    </a:moveTo>
                    <a:lnTo>
                      <a:pt x="44116" y="11471"/>
                    </a:lnTo>
                    <a:lnTo>
                      <a:pt x="44888" y="11802"/>
                    </a:lnTo>
                    <a:lnTo>
                      <a:pt x="45549" y="12464"/>
                    </a:lnTo>
                    <a:lnTo>
                      <a:pt x="46101" y="13125"/>
                    </a:lnTo>
                    <a:lnTo>
                      <a:pt x="46542" y="13897"/>
                    </a:lnTo>
                    <a:lnTo>
                      <a:pt x="46763" y="14780"/>
                    </a:lnTo>
                    <a:lnTo>
                      <a:pt x="46873" y="15662"/>
                    </a:lnTo>
                    <a:lnTo>
                      <a:pt x="46763" y="16544"/>
                    </a:lnTo>
                    <a:lnTo>
                      <a:pt x="46542" y="17427"/>
                    </a:lnTo>
                    <a:lnTo>
                      <a:pt x="46101" y="18199"/>
                    </a:lnTo>
                    <a:lnTo>
                      <a:pt x="45549" y="18860"/>
                    </a:lnTo>
                    <a:lnTo>
                      <a:pt x="44888" y="19412"/>
                    </a:lnTo>
                    <a:lnTo>
                      <a:pt x="44116" y="19853"/>
                    </a:lnTo>
                    <a:lnTo>
                      <a:pt x="43233" y="20074"/>
                    </a:lnTo>
                    <a:lnTo>
                      <a:pt x="42351" y="20184"/>
                    </a:lnTo>
                    <a:lnTo>
                      <a:pt x="41469" y="20074"/>
                    </a:lnTo>
                    <a:lnTo>
                      <a:pt x="40586" y="19853"/>
                    </a:lnTo>
                    <a:lnTo>
                      <a:pt x="39814" y="19412"/>
                    </a:lnTo>
                    <a:lnTo>
                      <a:pt x="39153" y="18860"/>
                    </a:lnTo>
                    <a:lnTo>
                      <a:pt x="38601" y="18199"/>
                    </a:lnTo>
                    <a:lnTo>
                      <a:pt x="38160" y="17427"/>
                    </a:lnTo>
                    <a:lnTo>
                      <a:pt x="37940" y="16544"/>
                    </a:lnTo>
                    <a:lnTo>
                      <a:pt x="37829" y="15662"/>
                    </a:lnTo>
                    <a:lnTo>
                      <a:pt x="37940" y="14780"/>
                    </a:lnTo>
                    <a:lnTo>
                      <a:pt x="38160" y="13897"/>
                    </a:lnTo>
                    <a:lnTo>
                      <a:pt x="38601" y="13125"/>
                    </a:lnTo>
                    <a:lnTo>
                      <a:pt x="39153" y="12464"/>
                    </a:lnTo>
                    <a:lnTo>
                      <a:pt x="39814" y="11802"/>
                    </a:lnTo>
                    <a:lnTo>
                      <a:pt x="40586" y="11471"/>
                    </a:lnTo>
                    <a:lnTo>
                      <a:pt x="41469" y="11140"/>
                    </a:lnTo>
                    <a:close/>
                    <a:moveTo>
                      <a:pt x="42351" y="1"/>
                    </a:moveTo>
                    <a:lnTo>
                      <a:pt x="40807" y="111"/>
                    </a:lnTo>
                    <a:lnTo>
                      <a:pt x="39263" y="332"/>
                    </a:lnTo>
                    <a:lnTo>
                      <a:pt x="37829" y="663"/>
                    </a:lnTo>
                    <a:lnTo>
                      <a:pt x="36395" y="1214"/>
                    </a:lnTo>
                    <a:lnTo>
                      <a:pt x="34962" y="1876"/>
                    </a:lnTo>
                    <a:lnTo>
                      <a:pt x="33638" y="2648"/>
                    </a:lnTo>
                    <a:lnTo>
                      <a:pt x="32425" y="3530"/>
                    </a:lnTo>
                    <a:lnTo>
                      <a:pt x="31322" y="4633"/>
                    </a:lnTo>
                    <a:lnTo>
                      <a:pt x="30219" y="5736"/>
                    </a:lnTo>
                    <a:lnTo>
                      <a:pt x="29337" y="6949"/>
                    </a:lnTo>
                    <a:lnTo>
                      <a:pt x="28565" y="8273"/>
                    </a:lnTo>
                    <a:lnTo>
                      <a:pt x="27903" y="9596"/>
                    </a:lnTo>
                    <a:lnTo>
                      <a:pt x="27352" y="11030"/>
                    </a:lnTo>
                    <a:lnTo>
                      <a:pt x="27021" y="12574"/>
                    </a:lnTo>
                    <a:lnTo>
                      <a:pt x="26800" y="14118"/>
                    </a:lnTo>
                    <a:lnTo>
                      <a:pt x="26690" y="15662"/>
                    </a:lnTo>
                    <a:lnTo>
                      <a:pt x="26800" y="17427"/>
                    </a:lnTo>
                    <a:lnTo>
                      <a:pt x="27131" y="19081"/>
                    </a:lnTo>
                    <a:lnTo>
                      <a:pt x="27572" y="20735"/>
                    </a:lnTo>
                    <a:lnTo>
                      <a:pt x="28234" y="22390"/>
                    </a:lnTo>
                    <a:lnTo>
                      <a:pt x="0" y="51506"/>
                    </a:lnTo>
                    <a:lnTo>
                      <a:pt x="2206" y="53381"/>
                    </a:lnTo>
                    <a:lnTo>
                      <a:pt x="4301" y="55366"/>
                    </a:lnTo>
                    <a:lnTo>
                      <a:pt x="6176" y="57351"/>
                    </a:lnTo>
                    <a:lnTo>
                      <a:pt x="7941" y="59226"/>
                    </a:lnTo>
                    <a:lnTo>
                      <a:pt x="36175" y="30000"/>
                    </a:lnTo>
                    <a:lnTo>
                      <a:pt x="37719" y="30551"/>
                    </a:lnTo>
                    <a:lnTo>
                      <a:pt x="39153" y="30992"/>
                    </a:lnTo>
                    <a:lnTo>
                      <a:pt x="40807" y="31213"/>
                    </a:lnTo>
                    <a:lnTo>
                      <a:pt x="42351" y="31323"/>
                    </a:lnTo>
                    <a:lnTo>
                      <a:pt x="43895" y="31213"/>
                    </a:lnTo>
                    <a:lnTo>
                      <a:pt x="45439" y="30992"/>
                    </a:lnTo>
                    <a:lnTo>
                      <a:pt x="46873" y="30551"/>
                    </a:lnTo>
                    <a:lnTo>
                      <a:pt x="48307" y="30110"/>
                    </a:lnTo>
                    <a:lnTo>
                      <a:pt x="49740" y="29448"/>
                    </a:lnTo>
                    <a:lnTo>
                      <a:pt x="51064" y="28676"/>
                    </a:lnTo>
                    <a:lnTo>
                      <a:pt x="52277" y="27684"/>
                    </a:lnTo>
                    <a:lnTo>
                      <a:pt x="53380" y="26691"/>
                    </a:lnTo>
                    <a:lnTo>
                      <a:pt x="54483" y="25588"/>
                    </a:lnTo>
                    <a:lnTo>
                      <a:pt x="55365" y="24265"/>
                    </a:lnTo>
                    <a:lnTo>
                      <a:pt x="56137" y="23051"/>
                    </a:lnTo>
                    <a:lnTo>
                      <a:pt x="56799" y="21618"/>
                    </a:lnTo>
                    <a:lnTo>
                      <a:pt x="57350" y="20184"/>
                    </a:lnTo>
                    <a:lnTo>
                      <a:pt x="57681" y="18750"/>
                    </a:lnTo>
                    <a:lnTo>
                      <a:pt x="57902" y="17206"/>
                    </a:lnTo>
                    <a:lnTo>
                      <a:pt x="58012" y="15662"/>
                    </a:lnTo>
                    <a:lnTo>
                      <a:pt x="57902" y="14118"/>
                    </a:lnTo>
                    <a:lnTo>
                      <a:pt x="57681" y="12574"/>
                    </a:lnTo>
                    <a:lnTo>
                      <a:pt x="57350" y="11030"/>
                    </a:lnTo>
                    <a:lnTo>
                      <a:pt x="56799" y="9596"/>
                    </a:lnTo>
                    <a:lnTo>
                      <a:pt x="56137" y="8273"/>
                    </a:lnTo>
                    <a:lnTo>
                      <a:pt x="55365" y="6949"/>
                    </a:lnTo>
                    <a:lnTo>
                      <a:pt x="54483" y="5736"/>
                    </a:lnTo>
                    <a:lnTo>
                      <a:pt x="53380" y="4633"/>
                    </a:lnTo>
                    <a:lnTo>
                      <a:pt x="52277" y="3530"/>
                    </a:lnTo>
                    <a:lnTo>
                      <a:pt x="51064" y="2648"/>
                    </a:lnTo>
                    <a:lnTo>
                      <a:pt x="49740" y="1876"/>
                    </a:lnTo>
                    <a:lnTo>
                      <a:pt x="48307" y="1214"/>
                    </a:lnTo>
                    <a:lnTo>
                      <a:pt x="46873" y="663"/>
                    </a:lnTo>
                    <a:lnTo>
                      <a:pt x="45439" y="332"/>
                    </a:lnTo>
                    <a:lnTo>
                      <a:pt x="43895" y="111"/>
                    </a:lnTo>
                    <a:lnTo>
                      <a:pt x="4235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6" name="Google Shape;2776;p172"/>
              <p:cNvSpPr/>
              <p:nvPr/>
            </p:nvSpPr>
            <p:spPr>
              <a:xfrm>
                <a:off x="3364675" y="238125"/>
                <a:ext cx="780325" cy="1036725"/>
              </a:xfrm>
              <a:custGeom>
                <a:avLst/>
                <a:gdLst/>
                <a:ahLst/>
                <a:cxnLst/>
                <a:rect l="l" t="t" r="r" b="b"/>
                <a:pathLst>
                  <a:path w="31213" h="41469" extrusionOk="0">
                    <a:moveTo>
                      <a:pt x="15662" y="11029"/>
                    </a:moveTo>
                    <a:lnTo>
                      <a:pt x="16544" y="11139"/>
                    </a:lnTo>
                    <a:lnTo>
                      <a:pt x="17426" y="11470"/>
                    </a:lnTo>
                    <a:lnTo>
                      <a:pt x="18199" y="11801"/>
                    </a:lnTo>
                    <a:lnTo>
                      <a:pt x="18860" y="12352"/>
                    </a:lnTo>
                    <a:lnTo>
                      <a:pt x="19412" y="13124"/>
                    </a:lnTo>
                    <a:lnTo>
                      <a:pt x="19853" y="13896"/>
                    </a:lnTo>
                    <a:lnTo>
                      <a:pt x="20073" y="14669"/>
                    </a:lnTo>
                    <a:lnTo>
                      <a:pt x="20184" y="15661"/>
                    </a:lnTo>
                    <a:lnTo>
                      <a:pt x="20073" y="16543"/>
                    </a:lnTo>
                    <a:lnTo>
                      <a:pt x="19853" y="17426"/>
                    </a:lnTo>
                    <a:lnTo>
                      <a:pt x="19412" y="18198"/>
                    </a:lnTo>
                    <a:lnTo>
                      <a:pt x="18860" y="18860"/>
                    </a:lnTo>
                    <a:lnTo>
                      <a:pt x="18199" y="19411"/>
                    </a:lnTo>
                    <a:lnTo>
                      <a:pt x="17426" y="19852"/>
                    </a:lnTo>
                    <a:lnTo>
                      <a:pt x="16544" y="20073"/>
                    </a:lnTo>
                    <a:lnTo>
                      <a:pt x="15662" y="20183"/>
                    </a:lnTo>
                    <a:lnTo>
                      <a:pt x="14669" y="20073"/>
                    </a:lnTo>
                    <a:lnTo>
                      <a:pt x="13897" y="19852"/>
                    </a:lnTo>
                    <a:lnTo>
                      <a:pt x="13125" y="19411"/>
                    </a:lnTo>
                    <a:lnTo>
                      <a:pt x="12353" y="18860"/>
                    </a:lnTo>
                    <a:lnTo>
                      <a:pt x="11802" y="18198"/>
                    </a:lnTo>
                    <a:lnTo>
                      <a:pt x="11471" y="17426"/>
                    </a:lnTo>
                    <a:lnTo>
                      <a:pt x="11140" y="16543"/>
                    </a:lnTo>
                    <a:lnTo>
                      <a:pt x="11030" y="15661"/>
                    </a:lnTo>
                    <a:lnTo>
                      <a:pt x="11140" y="14669"/>
                    </a:lnTo>
                    <a:lnTo>
                      <a:pt x="11471" y="13896"/>
                    </a:lnTo>
                    <a:lnTo>
                      <a:pt x="11802" y="13124"/>
                    </a:lnTo>
                    <a:lnTo>
                      <a:pt x="12353" y="12352"/>
                    </a:lnTo>
                    <a:lnTo>
                      <a:pt x="13125" y="11801"/>
                    </a:lnTo>
                    <a:lnTo>
                      <a:pt x="13897" y="11470"/>
                    </a:lnTo>
                    <a:lnTo>
                      <a:pt x="14669" y="11139"/>
                    </a:lnTo>
                    <a:lnTo>
                      <a:pt x="15662" y="11029"/>
                    </a:lnTo>
                    <a:close/>
                    <a:moveTo>
                      <a:pt x="15662" y="0"/>
                    </a:moveTo>
                    <a:lnTo>
                      <a:pt x="14008" y="110"/>
                    </a:lnTo>
                    <a:lnTo>
                      <a:pt x="12463" y="331"/>
                    </a:lnTo>
                    <a:lnTo>
                      <a:pt x="10919" y="662"/>
                    </a:lnTo>
                    <a:lnTo>
                      <a:pt x="9486" y="1213"/>
                    </a:lnTo>
                    <a:lnTo>
                      <a:pt x="8162" y="1875"/>
                    </a:lnTo>
                    <a:lnTo>
                      <a:pt x="6839" y="2647"/>
                    </a:lnTo>
                    <a:lnTo>
                      <a:pt x="5626" y="3529"/>
                    </a:lnTo>
                    <a:lnTo>
                      <a:pt x="4523" y="4522"/>
                    </a:lnTo>
                    <a:lnTo>
                      <a:pt x="3530" y="5625"/>
                    </a:lnTo>
                    <a:lnTo>
                      <a:pt x="2648" y="6838"/>
                    </a:lnTo>
                    <a:lnTo>
                      <a:pt x="1876" y="8161"/>
                    </a:lnTo>
                    <a:lnTo>
                      <a:pt x="1214" y="9485"/>
                    </a:lnTo>
                    <a:lnTo>
                      <a:pt x="663" y="10919"/>
                    </a:lnTo>
                    <a:lnTo>
                      <a:pt x="332" y="12463"/>
                    </a:lnTo>
                    <a:lnTo>
                      <a:pt x="111" y="14007"/>
                    </a:lnTo>
                    <a:lnTo>
                      <a:pt x="1" y="15661"/>
                    </a:lnTo>
                    <a:lnTo>
                      <a:pt x="1" y="16874"/>
                    </a:lnTo>
                    <a:lnTo>
                      <a:pt x="221" y="18087"/>
                    </a:lnTo>
                    <a:lnTo>
                      <a:pt x="442" y="19301"/>
                    </a:lnTo>
                    <a:lnTo>
                      <a:pt x="773" y="20514"/>
                    </a:lnTo>
                    <a:lnTo>
                      <a:pt x="1214" y="21617"/>
                    </a:lnTo>
                    <a:lnTo>
                      <a:pt x="1655" y="22720"/>
                    </a:lnTo>
                    <a:lnTo>
                      <a:pt x="2207" y="23712"/>
                    </a:lnTo>
                    <a:lnTo>
                      <a:pt x="2868" y="24705"/>
                    </a:lnTo>
                    <a:lnTo>
                      <a:pt x="3640" y="25697"/>
                    </a:lnTo>
                    <a:lnTo>
                      <a:pt x="4412" y="26469"/>
                    </a:lnTo>
                    <a:lnTo>
                      <a:pt x="5295" y="27352"/>
                    </a:lnTo>
                    <a:lnTo>
                      <a:pt x="6177" y="28124"/>
                    </a:lnTo>
                    <a:lnTo>
                      <a:pt x="7170" y="28786"/>
                    </a:lnTo>
                    <a:lnTo>
                      <a:pt x="8162" y="29337"/>
                    </a:lnTo>
                    <a:lnTo>
                      <a:pt x="9265" y="29888"/>
                    </a:lnTo>
                    <a:lnTo>
                      <a:pt x="10368" y="30330"/>
                    </a:lnTo>
                    <a:lnTo>
                      <a:pt x="10368" y="41469"/>
                    </a:lnTo>
                    <a:lnTo>
                      <a:pt x="13787" y="41138"/>
                    </a:lnTo>
                    <a:lnTo>
                      <a:pt x="17316" y="41028"/>
                    </a:lnTo>
                    <a:lnTo>
                      <a:pt x="19412" y="41138"/>
                    </a:lnTo>
                    <a:lnTo>
                      <a:pt x="21507" y="41248"/>
                    </a:lnTo>
                    <a:lnTo>
                      <a:pt x="21507" y="30109"/>
                    </a:lnTo>
                    <a:lnTo>
                      <a:pt x="22500" y="29668"/>
                    </a:lnTo>
                    <a:lnTo>
                      <a:pt x="23492" y="29116"/>
                    </a:lnTo>
                    <a:lnTo>
                      <a:pt x="24485" y="28455"/>
                    </a:lnTo>
                    <a:lnTo>
                      <a:pt x="25367" y="27793"/>
                    </a:lnTo>
                    <a:lnTo>
                      <a:pt x="26250" y="27021"/>
                    </a:lnTo>
                    <a:lnTo>
                      <a:pt x="27132" y="26249"/>
                    </a:lnTo>
                    <a:lnTo>
                      <a:pt x="27794" y="25367"/>
                    </a:lnTo>
                    <a:lnTo>
                      <a:pt x="28455" y="24484"/>
                    </a:lnTo>
                    <a:lnTo>
                      <a:pt x="29117" y="23492"/>
                    </a:lnTo>
                    <a:lnTo>
                      <a:pt x="29669" y="22499"/>
                    </a:lnTo>
                    <a:lnTo>
                      <a:pt x="30110" y="21396"/>
                    </a:lnTo>
                    <a:lnTo>
                      <a:pt x="30551" y="20293"/>
                    </a:lnTo>
                    <a:lnTo>
                      <a:pt x="30882" y="19190"/>
                    </a:lnTo>
                    <a:lnTo>
                      <a:pt x="31102" y="17977"/>
                    </a:lnTo>
                    <a:lnTo>
                      <a:pt x="31213" y="16874"/>
                    </a:lnTo>
                    <a:lnTo>
                      <a:pt x="31213" y="15661"/>
                    </a:lnTo>
                    <a:lnTo>
                      <a:pt x="31213" y="14007"/>
                    </a:lnTo>
                    <a:lnTo>
                      <a:pt x="30882" y="12463"/>
                    </a:lnTo>
                    <a:lnTo>
                      <a:pt x="30551" y="10919"/>
                    </a:lnTo>
                    <a:lnTo>
                      <a:pt x="29999" y="9485"/>
                    </a:lnTo>
                    <a:lnTo>
                      <a:pt x="29338" y="8161"/>
                    </a:lnTo>
                    <a:lnTo>
                      <a:pt x="28566" y="6838"/>
                    </a:lnTo>
                    <a:lnTo>
                      <a:pt x="27683" y="5625"/>
                    </a:lnTo>
                    <a:lnTo>
                      <a:pt x="26691" y="4522"/>
                    </a:lnTo>
                    <a:lnTo>
                      <a:pt x="25588" y="3529"/>
                    </a:lnTo>
                    <a:lnTo>
                      <a:pt x="24375" y="2647"/>
                    </a:lnTo>
                    <a:lnTo>
                      <a:pt x="23051" y="1875"/>
                    </a:lnTo>
                    <a:lnTo>
                      <a:pt x="21728" y="1213"/>
                    </a:lnTo>
                    <a:lnTo>
                      <a:pt x="20294" y="662"/>
                    </a:lnTo>
                    <a:lnTo>
                      <a:pt x="18750" y="331"/>
                    </a:lnTo>
                    <a:lnTo>
                      <a:pt x="17206" y="110"/>
                    </a:lnTo>
                    <a:lnTo>
                      <a:pt x="15662"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7" name="Google Shape;2777;p172"/>
              <p:cNvSpPr/>
              <p:nvPr/>
            </p:nvSpPr>
            <p:spPr>
              <a:xfrm>
                <a:off x="3378475" y="4470475"/>
                <a:ext cx="783075" cy="1006400"/>
              </a:xfrm>
              <a:custGeom>
                <a:avLst/>
                <a:gdLst/>
                <a:ahLst/>
                <a:cxnLst/>
                <a:rect l="l" t="t" r="r" b="b"/>
                <a:pathLst>
                  <a:path w="31323" h="40256" extrusionOk="0">
                    <a:moveTo>
                      <a:pt x="15661" y="20073"/>
                    </a:moveTo>
                    <a:lnTo>
                      <a:pt x="16544" y="20183"/>
                    </a:lnTo>
                    <a:lnTo>
                      <a:pt x="17426" y="20404"/>
                    </a:lnTo>
                    <a:lnTo>
                      <a:pt x="18198" y="20845"/>
                    </a:lnTo>
                    <a:lnTo>
                      <a:pt x="18860" y="21397"/>
                    </a:lnTo>
                    <a:lnTo>
                      <a:pt x="19411" y="22058"/>
                    </a:lnTo>
                    <a:lnTo>
                      <a:pt x="19852" y="22830"/>
                    </a:lnTo>
                    <a:lnTo>
                      <a:pt x="20073" y="23713"/>
                    </a:lnTo>
                    <a:lnTo>
                      <a:pt x="20183" y="24595"/>
                    </a:lnTo>
                    <a:lnTo>
                      <a:pt x="20073" y="25477"/>
                    </a:lnTo>
                    <a:lnTo>
                      <a:pt x="19852" y="26360"/>
                    </a:lnTo>
                    <a:lnTo>
                      <a:pt x="19411" y="27132"/>
                    </a:lnTo>
                    <a:lnTo>
                      <a:pt x="18860" y="27793"/>
                    </a:lnTo>
                    <a:lnTo>
                      <a:pt x="18198" y="28345"/>
                    </a:lnTo>
                    <a:lnTo>
                      <a:pt x="17426" y="28786"/>
                    </a:lnTo>
                    <a:lnTo>
                      <a:pt x="16544" y="29006"/>
                    </a:lnTo>
                    <a:lnTo>
                      <a:pt x="15661" y="29117"/>
                    </a:lnTo>
                    <a:lnTo>
                      <a:pt x="14779" y="29006"/>
                    </a:lnTo>
                    <a:lnTo>
                      <a:pt x="13897" y="28786"/>
                    </a:lnTo>
                    <a:lnTo>
                      <a:pt x="13125" y="28345"/>
                    </a:lnTo>
                    <a:lnTo>
                      <a:pt x="12463" y="27793"/>
                    </a:lnTo>
                    <a:lnTo>
                      <a:pt x="11911" y="27132"/>
                    </a:lnTo>
                    <a:lnTo>
                      <a:pt x="11470" y="26360"/>
                    </a:lnTo>
                    <a:lnTo>
                      <a:pt x="11250" y="25477"/>
                    </a:lnTo>
                    <a:lnTo>
                      <a:pt x="11139" y="24595"/>
                    </a:lnTo>
                    <a:lnTo>
                      <a:pt x="11250" y="23713"/>
                    </a:lnTo>
                    <a:lnTo>
                      <a:pt x="11470" y="22830"/>
                    </a:lnTo>
                    <a:lnTo>
                      <a:pt x="11911" y="22058"/>
                    </a:lnTo>
                    <a:lnTo>
                      <a:pt x="12463" y="21397"/>
                    </a:lnTo>
                    <a:lnTo>
                      <a:pt x="13125" y="20845"/>
                    </a:lnTo>
                    <a:lnTo>
                      <a:pt x="13897" y="20404"/>
                    </a:lnTo>
                    <a:lnTo>
                      <a:pt x="14779" y="20183"/>
                    </a:lnTo>
                    <a:lnTo>
                      <a:pt x="15661" y="20073"/>
                    </a:lnTo>
                    <a:close/>
                    <a:moveTo>
                      <a:pt x="9816" y="0"/>
                    </a:moveTo>
                    <a:lnTo>
                      <a:pt x="9816" y="10147"/>
                    </a:lnTo>
                    <a:lnTo>
                      <a:pt x="8713" y="10588"/>
                    </a:lnTo>
                    <a:lnTo>
                      <a:pt x="7720" y="11140"/>
                    </a:lnTo>
                    <a:lnTo>
                      <a:pt x="6838" y="11801"/>
                    </a:lnTo>
                    <a:lnTo>
                      <a:pt x="5846" y="12463"/>
                    </a:lnTo>
                    <a:lnTo>
                      <a:pt x="4963" y="13235"/>
                    </a:lnTo>
                    <a:lnTo>
                      <a:pt x="4191" y="14007"/>
                    </a:lnTo>
                    <a:lnTo>
                      <a:pt x="3419" y="14889"/>
                    </a:lnTo>
                    <a:lnTo>
                      <a:pt x="2757" y="15772"/>
                    </a:lnTo>
                    <a:lnTo>
                      <a:pt x="2206" y="16764"/>
                    </a:lnTo>
                    <a:lnTo>
                      <a:pt x="1655" y="17757"/>
                    </a:lnTo>
                    <a:lnTo>
                      <a:pt x="1103" y="18860"/>
                    </a:lnTo>
                    <a:lnTo>
                      <a:pt x="772" y="19852"/>
                    </a:lnTo>
                    <a:lnTo>
                      <a:pt x="441" y="21066"/>
                    </a:lnTo>
                    <a:lnTo>
                      <a:pt x="221" y="22169"/>
                    </a:lnTo>
                    <a:lnTo>
                      <a:pt x="111" y="23382"/>
                    </a:lnTo>
                    <a:lnTo>
                      <a:pt x="0" y="24595"/>
                    </a:lnTo>
                    <a:lnTo>
                      <a:pt x="111" y="26249"/>
                    </a:lnTo>
                    <a:lnTo>
                      <a:pt x="331" y="27793"/>
                    </a:lnTo>
                    <a:lnTo>
                      <a:pt x="772" y="29227"/>
                    </a:lnTo>
                    <a:lnTo>
                      <a:pt x="1213" y="30661"/>
                    </a:lnTo>
                    <a:lnTo>
                      <a:pt x="1875" y="32095"/>
                    </a:lnTo>
                    <a:lnTo>
                      <a:pt x="2757" y="33308"/>
                    </a:lnTo>
                    <a:lnTo>
                      <a:pt x="3640" y="34521"/>
                    </a:lnTo>
                    <a:lnTo>
                      <a:pt x="4632" y="35624"/>
                    </a:lnTo>
                    <a:lnTo>
                      <a:pt x="5735" y="36616"/>
                    </a:lnTo>
                    <a:lnTo>
                      <a:pt x="6948" y="37609"/>
                    </a:lnTo>
                    <a:lnTo>
                      <a:pt x="8272" y="38381"/>
                    </a:lnTo>
                    <a:lnTo>
                      <a:pt x="9595" y="39043"/>
                    </a:lnTo>
                    <a:lnTo>
                      <a:pt x="11029" y="39484"/>
                    </a:lnTo>
                    <a:lnTo>
                      <a:pt x="12463" y="39925"/>
                    </a:lnTo>
                    <a:lnTo>
                      <a:pt x="14117" y="40146"/>
                    </a:lnTo>
                    <a:lnTo>
                      <a:pt x="15661" y="40256"/>
                    </a:lnTo>
                    <a:lnTo>
                      <a:pt x="17205" y="40146"/>
                    </a:lnTo>
                    <a:lnTo>
                      <a:pt x="18860" y="39925"/>
                    </a:lnTo>
                    <a:lnTo>
                      <a:pt x="20293" y="39484"/>
                    </a:lnTo>
                    <a:lnTo>
                      <a:pt x="21727" y="39043"/>
                    </a:lnTo>
                    <a:lnTo>
                      <a:pt x="23161" y="38381"/>
                    </a:lnTo>
                    <a:lnTo>
                      <a:pt x="24374" y="37609"/>
                    </a:lnTo>
                    <a:lnTo>
                      <a:pt x="25587" y="36616"/>
                    </a:lnTo>
                    <a:lnTo>
                      <a:pt x="26690" y="35624"/>
                    </a:lnTo>
                    <a:lnTo>
                      <a:pt x="27683" y="34521"/>
                    </a:lnTo>
                    <a:lnTo>
                      <a:pt x="28675" y="33308"/>
                    </a:lnTo>
                    <a:lnTo>
                      <a:pt x="29447" y="32095"/>
                    </a:lnTo>
                    <a:lnTo>
                      <a:pt x="30109" y="30661"/>
                    </a:lnTo>
                    <a:lnTo>
                      <a:pt x="30550" y="29227"/>
                    </a:lnTo>
                    <a:lnTo>
                      <a:pt x="30992" y="27793"/>
                    </a:lnTo>
                    <a:lnTo>
                      <a:pt x="31212" y="26249"/>
                    </a:lnTo>
                    <a:lnTo>
                      <a:pt x="31322" y="24595"/>
                    </a:lnTo>
                    <a:lnTo>
                      <a:pt x="31212" y="23382"/>
                    </a:lnTo>
                    <a:lnTo>
                      <a:pt x="31102" y="22169"/>
                    </a:lnTo>
                    <a:lnTo>
                      <a:pt x="30881" y="20955"/>
                    </a:lnTo>
                    <a:lnTo>
                      <a:pt x="30550" y="19742"/>
                    </a:lnTo>
                    <a:lnTo>
                      <a:pt x="30109" y="18639"/>
                    </a:lnTo>
                    <a:lnTo>
                      <a:pt x="29558" y="17536"/>
                    </a:lnTo>
                    <a:lnTo>
                      <a:pt x="29006" y="16544"/>
                    </a:lnTo>
                    <a:lnTo>
                      <a:pt x="28345" y="15551"/>
                    </a:lnTo>
                    <a:lnTo>
                      <a:pt x="27683" y="14559"/>
                    </a:lnTo>
                    <a:lnTo>
                      <a:pt x="26801" y="13676"/>
                    </a:lnTo>
                    <a:lnTo>
                      <a:pt x="26028" y="12904"/>
                    </a:lnTo>
                    <a:lnTo>
                      <a:pt x="25036" y="12132"/>
                    </a:lnTo>
                    <a:lnTo>
                      <a:pt x="24154" y="11470"/>
                    </a:lnTo>
                    <a:lnTo>
                      <a:pt x="23051" y="10809"/>
                    </a:lnTo>
                    <a:lnTo>
                      <a:pt x="22058" y="10368"/>
                    </a:lnTo>
                    <a:lnTo>
                      <a:pt x="20955" y="9926"/>
                    </a:lnTo>
                    <a:lnTo>
                      <a:pt x="20955" y="221"/>
                    </a:lnTo>
                    <a:lnTo>
                      <a:pt x="18860" y="331"/>
                    </a:lnTo>
                    <a:lnTo>
                      <a:pt x="16764" y="442"/>
                    </a:lnTo>
                    <a:lnTo>
                      <a:pt x="13235" y="331"/>
                    </a:lnTo>
                    <a:lnTo>
                      <a:pt x="981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8" name="Google Shape;2778;p172"/>
              <p:cNvSpPr/>
              <p:nvPr/>
            </p:nvSpPr>
            <p:spPr>
              <a:xfrm>
                <a:off x="2454800" y="1528500"/>
                <a:ext cx="2685575" cy="2688325"/>
              </a:xfrm>
              <a:custGeom>
                <a:avLst/>
                <a:gdLst/>
                <a:ahLst/>
                <a:cxnLst/>
                <a:rect l="l" t="t" r="r" b="b"/>
                <a:pathLst>
                  <a:path w="107423" h="107533" extrusionOk="0">
                    <a:moveTo>
                      <a:pt x="53601" y="16213"/>
                    </a:moveTo>
                    <a:lnTo>
                      <a:pt x="55035" y="16323"/>
                    </a:lnTo>
                    <a:lnTo>
                      <a:pt x="56358" y="16434"/>
                    </a:lnTo>
                    <a:lnTo>
                      <a:pt x="57682" y="16764"/>
                    </a:lnTo>
                    <a:lnTo>
                      <a:pt x="58785" y="17095"/>
                    </a:lnTo>
                    <a:lnTo>
                      <a:pt x="59887" y="17537"/>
                    </a:lnTo>
                    <a:lnTo>
                      <a:pt x="60880" y="18088"/>
                    </a:lnTo>
                    <a:lnTo>
                      <a:pt x="61762" y="18860"/>
                    </a:lnTo>
                    <a:lnTo>
                      <a:pt x="62534" y="19522"/>
                    </a:lnTo>
                    <a:lnTo>
                      <a:pt x="63196" y="20404"/>
                    </a:lnTo>
                    <a:lnTo>
                      <a:pt x="63858" y="21397"/>
                    </a:lnTo>
                    <a:lnTo>
                      <a:pt x="64299" y="22389"/>
                    </a:lnTo>
                    <a:lnTo>
                      <a:pt x="64740" y="23602"/>
                    </a:lnTo>
                    <a:lnTo>
                      <a:pt x="65071" y="24816"/>
                    </a:lnTo>
                    <a:lnTo>
                      <a:pt x="65292" y="26139"/>
                    </a:lnTo>
                    <a:lnTo>
                      <a:pt x="65512" y="27573"/>
                    </a:lnTo>
                    <a:lnTo>
                      <a:pt x="65512" y="29007"/>
                    </a:lnTo>
                    <a:lnTo>
                      <a:pt x="65512" y="33970"/>
                    </a:lnTo>
                    <a:lnTo>
                      <a:pt x="58012" y="33970"/>
                    </a:lnTo>
                    <a:lnTo>
                      <a:pt x="58012" y="28455"/>
                    </a:lnTo>
                    <a:lnTo>
                      <a:pt x="57902" y="27242"/>
                    </a:lnTo>
                    <a:lnTo>
                      <a:pt x="57682" y="26139"/>
                    </a:lnTo>
                    <a:lnTo>
                      <a:pt x="57351" y="25257"/>
                    </a:lnTo>
                    <a:lnTo>
                      <a:pt x="56799" y="24595"/>
                    </a:lnTo>
                    <a:lnTo>
                      <a:pt x="56248" y="24044"/>
                    </a:lnTo>
                    <a:lnTo>
                      <a:pt x="55476" y="23713"/>
                    </a:lnTo>
                    <a:lnTo>
                      <a:pt x="54704" y="23492"/>
                    </a:lnTo>
                    <a:lnTo>
                      <a:pt x="52939" y="23492"/>
                    </a:lnTo>
                    <a:lnTo>
                      <a:pt x="52057" y="23713"/>
                    </a:lnTo>
                    <a:lnTo>
                      <a:pt x="51395" y="24044"/>
                    </a:lnTo>
                    <a:lnTo>
                      <a:pt x="50733" y="24595"/>
                    </a:lnTo>
                    <a:lnTo>
                      <a:pt x="50292" y="25257"/>
                    </a:lnTo>
                    <a:lnTo>
                      <a:pt x="49961" y="26139"/>
                    </a:lnTo>
                    <a:lnTo>
                      <a:pt x="49741" y="27132"/>
                    </a:lnTo>
                    <a:lnTo>
                      <a:pt x="49631" y="28455"/>
                    </a:lnTo>
                    <a:lnTo>
                      <a:pt x="49631" y="55807"/>
                    </a:lnTo>
                    <a:lnTo>
                      <a:pt x="49741" y="57130"/>
                    </a:lnTo>
                    <a:lnTo>
                      <a:pt x="49961" y="58123"/>
                    </a:lnTo>
                    <a:lnTo>
                      <a:pt x="50292" y="59005"/>
                    </a:lnTo>
                    <a:lnTo>
                      <a:pt x="50733" y="59667"/>
                    </a:lnTo>
                    <a:lnTo>
                      <a:pt x="51395" y="60219"/>
                    </a:lnTo>
                    <a:lnTo>
                      <a:pt x="52057" y="60549"/>
                    </a:lnTo>
                    <a:lnTo>
                      <a:pt x="52939" y="60660"/>
                    </a:lnTo>
                    <a:lnTo>
                      <a:pt x="53821" y="60770"/>
                    </a:lnTo>
                    <a:lnTo>
                      <a:pt x="54704" y="60660"/>
                    </a:lnTo>
                    <a:lnTo>
                      <a:pt x="55586" y="60549"/>
                    </a:lnTo>
                    <a:lnTo>
                      <a:pt x="56248" y="60219"/>
                    </a:lnTo>
                    <a:lnTo>
                      <a:pt x="56799" y="59667"/>
                    </a:lnTo>
                    <a:lnTo>
                      <a:pt x="57351" y="59005"/>
                    </a:lnTo>
                    <a:lnTo>
                      <a:pt x="57682" y="58123"/>
                    </a:lnTo>
                    <a:lnTo>
                      <a:pt x="57902" y="57130"/>
                    </a:lnTo>
                    <a:lnTo>
                      <a:pt x="58012" y="55807"/>
                    </a:lnTo>
                    <a:lnTo>
                      <a:pt x="58012" y="48638"/>
                    </a:lnTo>
                    <a:lnTo>
                      <a:pt x="65512" y="48638"/>
                    </a:lnTo>
                    <a:lnTo>
                      <a:pt x="65512" y="55366"/>
                    </a:lnTo>
                    <a:lnTo>
                      <a:pt x="65402" y="56800"/>
                    </a:lnTo>
                    <a:lnTo>
                      <a:pt x="65292" y="58233"/>
                    </a:lnTo>
                    <a:lnTo>
                      <a:pt x="65071" y="59557"/>
                    </a:lnTo>
                    <a:lnTo>
                      <a:pt x="64740" y="60770"/>
                    </a:lnTo>
                    <a:lnTo>
                      <a:pt x="64299" y="61873"/>
                    </a:lnTo>
                    <a:lnTo>
                      <a:pt x="63748" y="62976"/>
                    </a:lnTo>
                    <a:lnTo>
                      <a:pt x="63196" y="63858"/>
                    </a:lnTo>
                    <a:lnTo>
                      <a:pt x="62424" y="64740"/>
                    </a:lnTo>
                    <a:lnTo>
                      <a:pt x="61652" y="65512"/>
                    </a:lnTo>
                    <a:lnTo>
                      <a:pt x="60770" y="66174"/>
                    </a:lnTo>
                    <a:lnTo>
                      <a:pt x="59777" y="66726"/>
                    </a:lnTo>
                    <a:lnTo>
                      <a:pt x="58785" y="67277"/>
                    </a:lnTo>
                    <a:lnTo>
                      <a:pt x="57571" y="67608"/>
                    </a:lnTo>
                    <a:lnTo>
                      <a:pt x="56358" y="67829"/>
                    </a:lnTo>
                    <a:lnTo>
                      <a:pt x="55035" y="68049"/>
                    </a:lnTo>
                    <a:lnTo>
                      <a:pt x="52167" y="68049"/>
                    </a:lnTo>
                    <a:lnTo>
                      <a:pt x="50844" y="67829"/>
                    </a:lnTo>
                    <a:lnTo>
                      <a:pt x="49520" y="67608"/>
                    </a:lnTo>
                    <a:lnTo>
                      <a:pt x="48417" y="67277"/>
                    </a:lnTo>
                    <a:lnTo>
                      <a:pt x="47314" y="66726"/>
                    </a:lnTo>
                    <a:lnTo>
                      <a:pt x="46322" y="66174"/>
                    </a:lnTo>
                    <a:lnTo>
                      <a:pt x="45440" y="65512"/>
                    </a:lnTo>
                    <a:lnTo>
                      <a:pt x="44667" y="64740"/>
                    </a:lnTo>
                    <a:lnTo>
                      <a:pt x="44006" y="63858"/>
                    </a:lnTo>
                    <a:lnTo>
                      <a:pt x="43344" y="62976"/>
                    </a:lnTo>
                    <a:lnTo>
                      <a:pt x="42903" y="61873"/>
                    </a:lnTo>
                    <a:lnTo>
                      <a:pt x="42462" y="60770"/>
                    </a:lnTo>
                    <a:lnTo>
                      <a:pt x="42131" y="59557"/>
                    </a:lnTo>
                    <a:lnTo>
                      <a:pt x="41910" y="58233"/>
                    </a:lnTo>
                    <a:lnTo>
                      <a:pt x="41690" y="56800"/>
                    </a:lnTo>
                    <a:lnTo>
                      <a:pt x="41690" y="55366"/>
                    </a:lnTo>
                    <a:lnTo>
                      <a:pt x="41690" y="29007"/>
                    </a:lnTo>
                    <a:lnTo>
                      <a:pt x="41800" y="27573"/>
                    </a:lnTo>
                    <a:lnTo>
                      <a:pt x="41910" y="26139"/>
                    </a:lnTo>
                    <a:lnTo>
                      <a:pt x="42131" y="24816"/>
                    </a:lnTo>
                    <a:lnTo>
                      <a:pt x="42462" y="23602"/>
                    </a:lnTo>
                    <a:lnTo>
                      <a:pt x="42903" y="22389"/>
                    </a:lnTo>
                    <a:lnTo>
                      <a:pt x="43454" y="21397"/>
                    </a:lnTo>
                    <a:lnTo>
                      <a:pt x="44006" y="20404"/>
                    </a:lnTo>
                    <a:lnTo>
                      <a:pt x="44778" y="19522"/>
                    </a:lnTo>
                    <a:lnTo>
                      <a:pt x="45550" y="18860"/>
                    </a:lnTo>
                    <a:lnTo>
                      <a:pt x="46432" y="18088"/>
                    </a:lnTo>
                    <a:lnTo>
                      <a:pt x="47425" y="17537"/>
                    </a:lnTo>
                    <a:lnTo>
                      <a:pt x="48417" y="17095"/>
                    </a:lnTo>
                    <a:lnTo>
                      <a:pt x="49631" y="16764"/>
                    </a:lnTo>
                    <a:lnTo>
                      <a:pt x="50844" y="16434"/>
                    </a:lnTo>
                    <a:lnTo>
                      <a:pt x="52167" y="16323"/>
                    </a:lnTo>
                    <a:lnTo>
                      <a:pt x="53601" y="16213"/>
                    </a:lnTo>
                    <a:close/>
                    <a:moveTo>
                      <a:pt x="65512" y="75549"/>
                    </a:moveTo>
                    <a:lnTo>
                      <a:pt x="65512" y="89004"/>
                    </a:lnTo>
                    <a:lnTo>
                      <a:pt x="41690" y="89004"/>
                    </a:lnTo>
                    <a:lnTo>
                      <a:pt x="41690" y="75549"/>
                    </a:lnTo>
                    <a:close/>
                    <a:moveTo>
                      <a:pt x="53711" y="0"/>
                    </a:moveTo>
                    <a:lnTo>
                      <a:pt x="50954" y="111"/>
                    </a:lnTo>
                    <a:lnTo>
                      <a:pt x="48197" y="331"/>
                    </a:lnTo>
                    <a:lnTo>
                      <a:pt x="45550" y="662"/>
                    </a:lnTo>
                    <a:lnTo>
                      <a:pt x="42903" y="1103"/>
                    </a:lnTo>
                    <a:lnTo>
                      <a:pt x="40256" y="1765"/>
                    </a:lnTo>
                    <a:lnTo>
                      <a:pt x="37719" y="2427"/>
                    </a:lnTo>
                    <a:lnTo>
                      <a:pt x="35183" y="3309"/>
                    </a:lnTo>
                    <a:lnTo>
                      <a:pt x="32756" y="4302"/>
                    </a:lnTo>
                    <a:lnTo>
                      <a:pt x="30440" y="5294"/>
                    </a:lnTo>
                    <a:lnTo>
                      <a:pt x="28124" y="6508"/>
                    </a:lnTo>
                    <a:lnTo>
                      <a:pt x="25808" y="7831"/>
                    </a:lnTo>
                    <a:lnTo>
                      <a:pt x="23602" y="9155"/>
                    </a:lnTo>
                    <a:lnTo>
                      <a:pt x="21507" y="10699"/>
                    </a:lnTo>
                    <a:lnTo>
                      <a:pt x="19522" y="12353"/>
                    </a:lnTo>
                    <a:lnTo>
                      <a:pt x="17536" y="14007"/>
                    </a:lnTo>
                    <a:lnTo>
                      <a:pt x="15661" y="15772"/>
                    </a:lnTo>
                    <a:lnTo>
                      <a:pt x="13897" y="17647"/>
                    </a:lnTo>
                    <a:lnTo>
                      <a:pt x="12242" y="19632"/>
                    </a:lnTo>
                    <a:lnTo>
                      <a:pt x="10588" y="21617"/>
                    </a:lnTo>
                    <a:lnTo>
                      <a:pt x="9154" y="23713"/>
                    </a:lnTo>
                    <a:lnTo>
                      <a:pt x="7721" y="25919"/>
                    </a:lnTo>
                    <a:lnTo>
                      <a:pt x="6397" y="28124"/>
                    </a:lnTo>
                    <a:lnTo>
                      <a:pt x="5294" y="30440"/>
                    </a:lnTo>
                    <a:lnTo>
                      <a:pt x="4191" y="32867"/>
                    </a:lnTo>
                    <a:lnTo>
                      <a:pt x="3199" y="35293"/>
                    </a:lnTo>
                    <a:lnTo>
                      <a:pt x="2316" y="37830"/>
                    </a:lnTo>
                    <a:lnTo>
                      <a:pt x="1655" y="40366"/>
                    </a:lnTo>
                    <a:lnTo>
                      <a:pt x="993" y="42903"/>
                    </a:lnTo>
                    <a:lnTo>
                      <a:pt x="552" y="45550"/>
                    </a:lnTo>
                    <a:lnTo>
                      <a:pt x="221" y="48307"/>
                    </a:lnTo>
                    <a:lnTo>
                      <a:pt x="0" y="50954"/>
                    </a:lnTo>
                    <a:lnTo>
                      <a:pt x="0" y="53711"/>
                    </a:lnTo>
                    <a:lnTo>
                      <a:pt x="0" y="56579"/>
                    </a:lnTo>
                    <a:lnTo>
                      <a:pt x="221" y="59226"/>
                    </a:lnTo>
                    <a:lnTo>
                      <a:pt x="552" y="61983"/>
                    </a:lnTo>
                    <a:lnTo>
                      <a:pt x="993" y="64630"/>
                    </a:lnTo>
                    <a:lnTo>
                      <a:pt x="1655" y="67167"/>
                    </a:lnTo>
                    <a:lnTo>
                      <a:pt x="2316" y="69703"/>
                    </a:lnTo>
                    <a:lnTo>
                      <a:pt x="3199" y="72240"/>
                    </a:lnTo>
                    <a:lnTo>
                      <a:pt x="4191" y="74666"/>
                    </a:lnTo>
                    <a:lnTo>
                      <a:pt x="5294" y="77093"/>
                    </a:lnTo>
                    <a:lnTo>
                      <a:pt x="6397" y="79409"/>
                    </a:lnTo>
                    <a:lnTo>
                      <a:pt x="7721" y="81615"/>
                    </a:lnTo>
                    <a:lnTo>
                      <a:pt x="9154" y="83820"/>
                    </a:lnTo>
                    <a:lnTo>
                      <a:pt x="10588" y="85916"/>
                    </a:lnTo>
                    <a:lnTo>
                      <a:pt x="12242" y="87901"/>
                    </a:lnTo>
                    <a:lnTo>
                      <a:pt x="13897" y="89886"/>
                    </a:lnTo>
                    <a:lnTo>
                      <a:pt x="15661" y="91761"/>
                    </a:lnTo>
                    <a:lnTo>
                      <a:pt x="17536" y="93526"/>
                    </a:lnTo>
                    <a:lnTo>
                      <a:pt x="19522" y="95180"/>
                    </a:lnTo>
                    <a:lnTo>
                      <a:pt x="21507" y="96835"/>
                    </a:lnTo>
                    <a:lnTo>
                      <a:pt x="23602" y="98268"/>
                    </a:lnTo>
                    <a:lnTo>
                      <a:pt x="25808" y="99702"/>
                    </a:lnTo>
                    <a:lnTo>
                      <a:pt x="28124" y="101026"/>
                    </a:lnTo>
                    <a:lnTo>
                      <a:pt x="30440" y="102239"/>
                    </a:lnTo>
                    <a:lnTo>
                      <a:pt x="32756" y="103231"/>
                    </a:lnTo>
                    <a:lnTo>
                      <a:pt x="35183" y="104224"/>
                    </a:lnTo>
                    <a:lnTo>
                      <a:pt x="37719" y="105106"/>
                    </a:lnTo>
                    <a:lnTo>
                      <a:pt x="40256" y="105768"/>
                    </a:lnTo>
                    <a:lnTo>
                      <a:pt x="42903" y="106430"/>
                    </a:lnTo>
                    <a:lnTo>
                      <a:pt x="45550" y="106871"/>
                    </a:lnTo>
                    <a:lnTo>
                      <a:pt x="48197" y="107202"/>
                    </a:lnTo>
                    <a:lnTo>
                      <a:pt x="50954" y="107422"/>
                    </a:lnTo>
                    <a:lnTo>
                      <a:pt x="53711" y="107533"/>
                    </a:lnTo>
                    <a:lnTo>
                      <a:pt x="56468" y="107422"/>
                    </a:lnTo>
                    <a:lnTo>
                      <a:pt x="59226" y="107202"/>
                    </a:lnTo>
                    <a:lnTo>
                      <a:pt x="61873" y="106871"/>
                    </a:lnTo>
                    <a:lnTo>
                      <a:pt x="64520" y="106430"/>
                    </a:lnTo>
                    <a:lnTo>
                      <a:pt x="67056" y="105768"/>
                    </a:lnTo>
                    <a:lnTo>
                      <a:pt x="69703" y="105106"/>
                    </a:lnTo>
                    <a:lnTo>
                      <a:pt x="72129" y="104224"/>
                    </a:lnTo>
                    <a:lnTo>
                      <a:pt x="74556" y="103231"/>
                    </a:lnTo>
                    <a:lnTo>
                      <a:pt x="76982" y="102239"/>
                    </a:lnTo>
                    <a:lnTo>
                      <a:pt x="79298" y="101026"/>
                    </a:lnTo>
                    <a:lnTo>
                      <a:pt x="81504" y="99702"/>
                    </a:lnTo>
                    <a:lnTo>
                      <a:pt x="83710" y="98268"/>
                    </a:lnTo>
                    <a:lnTo>
                      <a:pt x="85805" y="96835"/>
                    </a:lnTo>
                    <a:lnTo>
                      <a:pt x="87901" y="95180"/>
                    </a:lnTo>
                    <a:lnTo>
                      <a:pt x="89776" y="93526"/>
                    </a:lnTo>
                    <a:lnTo>
                      <a:pt x="91651" y="91761"/>
                    </a:lnTo>
                    <a:lnTo>
                      <a:pt x="93415" y="89886"/>
                    </a:lnTo>
                    <a:lnTo>
                      <a:pt x="95180" y="87901"/>
                    </a:lnTo>
                    <a:lnTo>
                      <a:pt x="96724" y="85916"/>
                    </a:lnTo>
                    <a:lnTo>
                      <a:pt x="98268" y="83820"/>
                    </a:lnTo>
                    <a:lnTo>
                      <a:pt x="99591" y="81615"/>
                    </a:lnTo>
                    <a:lnTo>
                      <a:pt x="100915" y="79409"/>
                    </a:lnTo>
                    <a:lnTo>
                      <a:pt x="102128" y="77093"/>
                    </a:lnTo>
                    <a:lnTo>
                      <a:pt x="103231" y="74666"/>
                    </a:lnTo>
                    <a:lnTo>
                      <a:pt x="104113" y="72240"/>
                    </a:lnTo>
                    <a:lnTo>
                      <a:pt x="104996" y="69703"/>
                    </a:lnTo>
                    <a:lnTo>
                      <a:pt x="105768" y="67167"/>
                    </a:lnTo>
                    <a:lnTo>
                      <a:pt x="106319" y="64630"/>
                    </a:lnTo>
                    <a:lnTo>
                      <a:pt x="106760" y="61983"/>
                    </a:lnTo>
                    <a:lnTo>
                      <a:pt x="107091" y="59226"/>
                    </a:lnTo>
                    <a:lnTo>
                      <a:pt x="107312" y="56579"/>
                    </a:lnTo>
                    <a:lnTo>
                      <a:pt x="107422" y="53711"/>
                    </a:lnTo>
                    <a:lnTo>
                      <a:pt x="107312" y="50954"/>
                    </a:lnTo>
                    <a:lnTo>
                      <a:pt x="107091" y="48307"/>
                    </a:lnTo>
                    <a:lnTo>
                      <a:pt x="106760" y="45550"/>
                    </a:lnTo>
                    <a:lnTo>
                      <a:pt x="106319" y="42903"/>
                    </a:lnTo>
                    <a:lnTo>
                      <a:pt x="105768" y="40366"/>
                    </a:lnTo>
                    <a:lnTo>
                      <a:pt x="104996" y="37830"/>
                    </a:lnTo>
                    <a:lnTo>
                      <a:pt x="104113" y="35293"/>
                    </a:lnTo>
                    <a:lnTo>
                      <a:pt x="103231" y="32867"/>
                    </a:lnTo>
                    <a:lnTo>
                      <a:pt x="102128" y="30440"/>
                    </a:lnTo>
                    <a:lnTo>
                      <a:pt x="100915" y="28124"/>
                    </a:lnTo>
                    <a:lnTo>
                      <a:pt x="99591" y="25919"/>
                    </a:lnTo>
                    <a:lnTo>
                      <a:pt x="98268" y="23713"/>
                    </a:lnTo>
                    <a:lnTo>
                      <a:pt x="96724" y="21617"/>
                    </a:lnTo>
                    <a:lnTo>
                      <a:pt x="95180" y="19632"/>
                    </a:lnTo>
                    <a:lnTo>
                      <a:pt x="93415" y="17647"/>
                    </a:lnTo>
                    <a:lnTo>
                      <a:pt x="91651" y="15772"/>
                    </a:lnTo>
                    <a:lnTo>
                      <a:pt x="89776" y="14007"/>
                    </a:lnTo>
                    <a:lnTo>
                      <a:pt x="87901" y="12353"/>
                    </a:lnTo>
                    <a:lnTo>
                      <a:pt x="85805" y="10699"/>
                    </a:lnTo>
                    <a:lnTo>
                      <a:pt x="83710" y="9155"/>
                    </a:lnTo>
                    <a:lnTo>
                      <a:pt x="81504" y="7831"/>
                    </a:lnTo>
                    <a:lnTo>
                      <a:pt x="79298" y="6508"/>
                    </a:lnTo>
                    <a:lnTo>
                      <a:pt x="76982" y="5294"/>
                    </a:lnTo>
                    <a:lnTo>
                      <a:pt x="74556" y="4302"/>
                    </a:lnTo>
                    <a:lnTo>
                      <a:pt x="72129" y="3309"/>
                    </a:lnTo>
                    <a:lnTo>
                      <a:pt x="69703" y="2427"/>
                    </a:lnTo>
                    <a:lnTo>
                      <a:pt x="67056" y="1765"/>
                    </a:lnTo>
                    <a:lnTo>
                      <a:pt x="64520" y="1103"/>
                    </a:lnTo>
                    <a:lnTo>
                      <a:pt x="61873" y="662"/>
                    </a:lnTo>
                    <a:lnTo>
                      <a:pt x="59226" y="331"/>
                    </a:lnTo>
                    <a:lnTo>
                      <a:pt x="56468" y="111"/>
                    </a:lnTo>
                    <a:lnTo>
                      <a:pt x="5371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2779" name="Google Shape;2779;p172"/>
          <p:cNvGrpSpPr/>
          <p:nvPr/>
        </p:nvGrpSpPr>
        <p:grpSpPr>
          <a:xfrm>
            <a:off x="371695" y="3333427"/>
            <a:ext cx="3831582" cy="490800"/>
            <a:chOff x="371695" y="3545877"/>
            <a:chExt cx="3831582" cy="490800"/>
          </a:xfrm>
        </p:grpSpPr>
        <p:sp>
          <p:nvSpPr>
            <p:cNvPr id="2780" name="Google Shape;2780;p172"/>
            <p:cNvSpPr/>
            <p:nvPr/>
          </p:nvSpPr>
          <p:spPr>
            <a:xfrm>
              <a:off x="371695" y="3545877"/>
              <a:ext cx="1331700" cy="490800"/>
            </a:xfrm>
            <a:prstGeom prst="roundRect">
              <a:avLst>
                <a:gd name="adj" fmla="val 9423"/>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500" b="1">
                  <a:solidFill>
                    <a:schemeClr val="lt1"/>
                  </a:solidFill>
                  <a:latin typeface="IBM Plex Sans"/>
                  <a:ea typeface="IBM Plex Sans"/>
                  <a:cs typeface="IBM Plex Sans"/>
                  <a:sym typeface="IBM Plex Sans"/>
                </a:rPr>
                <a:t>100k+</a:t>
              </a:r>
              <a:endParaRPr sz="2500" b="1">
                <a:solidFill>
                  <a:schemeClr val="lt1"/>
                </a:solidFill>
                <a:latin typeface="IBM Plex Sans"/>
                <a:ea typeface="IBM Plex Sans"/>
                <a:cs typeface="IBM Plex Sans"/>
                <a:sym typeface="IBM Plex Sans"/>
              </a:endParaRPr>
            </a:p>
          </p:txBody>
        </p:sp>
        <p:sp>
          <p:nvSpPr>
            <p:cNvPr id="2781" name="Google Shape;2781;p172"/>
            <p:cNvSpPr txBox="1"/>
            <p:nvPr/>
          </p:nvSpPr>
          <p:spPr>
            <a:xfrm>
              <a:off x="2207077" y="3598791"/>
              <a:ext cx="1996200" cy="384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300">
                  <a:solidFill>
                    <a:schemeClr val="lt1"/>
                  </a:solidFill>
                  <a:latin typeface="IBM Plex Sans Medium"/>
                  <a:ea typeface="IBM Plex Sans Medium"/>
                  <a:cs typeface="IBM Plex Sans Medium"/>
                  <a:sym typeface="IBM Plex Sans Medium"/>
                </a:rPr>
                <a:t>Orchestrators</a:t>
              </a:r>
              <a:endParaRPr sz="900">
                <a:solidFill>
                  <a:schemeClr val="lt1"/>
                </a:solidFill>
                <a:latin typeface="IBM Plex Sans Medium"/>
                <a:ea typeface="IBM Plex Sans Medium"/>
                <a:cs typeface="IBM Plex Sans Medium"/>
                <a:sym typeface="IBM Plex Sans Medium"/>
              </a:endParaRPr>
            </a:p>
          </p:txBody>
        </p:sp>
        <p:grpSp>
          <p:nvGrpSpPr>
            <p:cNvPr id="2782" name="Google Shape;2782;p172"/>
            <p:cNvGrpSpPr/>
            <p:nvPr/>
          </p:nvGrpSpPr>
          <p:grpSpPr>
            <a:xfrm>
              <a:off x="1803660" y="3594129"/>
              <a:ext cx="342929" cy="394478"/>
              <a:chOff x="1532900" y="238125"/>
              <a:chExt cx="4554175" cy="5238750"/>
            </a:xfrm>
          </p:grpSpPr>
          <p:sp>
            <p:nvSpPr>
              <p:cNvPr id="2783" name="Google Shape;2783;p172"/>
              <p:cNvSpPr/>
              <p:nvPr/>
            </p:nvSpPr>
            <p:spPr>
              <a:xfrm>
                <a:off x="2622425" y="1649050"/>
                <a:ext cx="2381550" cy="2371925"/>
              </a:xfrm>
              <a:custGeom>
                <a:avLst/>
                <a:gdLst/>
                <a:ahLst/>
                <a:cxnLst/>
                <a:rect l="l" t="t" r="r" b="b"/>
                <a:pathLst>
                  <a:path w="95262" h="94877" extrusionOk="0">
                    <a:moveTo>
                      <a:pt x="47695" y="21212"/>
                    </a:moveTo>
                    <a:lnTo>
                      <a:pt x="50395" y="21341"/>
                    </a:lnTo>
                    <a:lnTo>
                      <a:pt x="52966" y="21726"/>
                    </a:lnTo>
                    <a:lnTo>
                      <a:pt x="55537" y="22369"/>
                    </a:lnTo>
                    <a:lnTo>
                      <a:pt x="57980" y="23269"/>
                    </a:lnTo>
                    <a:lnTo>
                      <a:pt x="60294" y="24426"/>
                    </a:lnTo>
                    <a:lnTo>
                      <a:pt x="62351" y="25712"/>
                    </a:lnTo>
                    <a:lnTo>
                      <a:pt x="64408" y="27254"/>
                    </a:lnTo>
                    <a:lnTo>
                      <a:pt x="66336" y="28926"/>
                    </a:lnTo>
                    <a:lnTo>
                      <a:pt x="68008" y="30726"/>
                    </a:lnTo>
                    <a:lnTo>
                      <a:pt x="69550" y="32782"/>
                    </a:lnTo>
                    <a:lnTo>
                      <a:pt x="70836" y="34968"/>
                    </a:lnTo>
                    <a:lnTo>
                      <a:pt x="71864" y="37282"/>
                    </a:lnTo>
                    <a:lnTo>
                      <a:pt x="72764" y="39725"/>
                    </a:lnTo>
                    <a:lnTo>
                      <a:pt x="73407" y="42167"/>
                    </a:lnTo>
                    <a:lnTo>
                      <a:pt x="73921" y="44867"/>
                    </a:lnTo>
                    <a:lnTo>
                      <a:pt x="74050" y="47438"/>
                    </a:lnTo>
                    <a:lnTo>
                      <a:pt x="73921" y="50138"/>
                    </a:lnTo>
                    <a:lnTo>
                      <a:pt x="73407" y="52838"/>
                    </a:lnTo>
                    <a:lnTo>
                      <a:pt x="72764" y="55280"/>
                    </a:lnTo>
                    <a:lnTo>
                      <a:pt x="71864" y="57723"/>
                    </a:lnTo>
                    <a:lnTo>
                      <a:pt x="70836" y="60037"/>
                    </a:lnTo>
                    <a:lnTo>
                      <a:pt x="69550" y="62222"/>
                    </a:lnTo>
                    <a:lnTo>
                      <a:pt x="68008" y="64279"/>
                    </a:lnTo>
                    <a:lnTo>
                      <a:pt x="66336" y="66079"/>
                    </a:lnTo>
                    <a:lnTo>
                      <a:pt x="64408" y="67750"/>
                    </a:lnTo>
                    <a:lnTo>
                      <a:pt x="62351" y="69293"/>
                    </a:lnTo>
                    <a:lnTo>
                      <a:pt x="60294" y="70579"/>
                    </a:lnTo>
                    <a:lnTo>
                      <a:pt x="57980" y="71736"/>
                    </a:lnTo>
                    <a:lnTo>
                      <a:pt x="55537" y="72636"/>
                    </a:lnTo>
                    <a:lnTo>
                      <a:pt x="52966" y="73278"/>
                    </a:lnTo>
                    <a:lnTo>
                      <a:pt x="50395" y="73664"/>
                    </a:lnTo>
                    <a:lnTo>
                      <a:pt x="47695" y="73793"/>
                    </a:lnTo>
                    <a:lnTo>
                      <a:pt x="44996" y="73664"/>
                    </a:lnTo>
                    <a:lnTo>
                      <a:pt x="42424" y="73278"/>
                    </a:lnTo>
                    <a:lnTo>
                      <a:pt x="39853" y="72636"/>
                    </a:lnTo>
                    <a:lnTo>
                      <a:pt x="37411" y="71736"/>
                    </a:lnTo>
                    <a:lnTo>
                      <a:pt x="35225" y="70579"/>
                    </a:lnTo>
                    <a:lnTo>
                      <a:pt x="33040" y="69293"/>
                    </a:lnTo>
                    <a:lnTo>
                      <a:pt x="30983" y="67750"/>
                    </a:lnTo>
                    <a:lnTo>
                      <a:pt x="29054" y="66079"/>
                    </a:lnTo>
                    <a:lnTo>
                      <a:pt x="27383" y="64279"/>
                    </a:lnTo>
                    <a:lnTo>
                      <a:pt x="25840" y="62222"/>
                    </a:lnTo>
                    <a:lnTo>
                      <a:pt x="24555" y="60037"/>
                    </a:lnTo>
                    <a:lnTo>
                      <a:pt x="23526" y="57723"/>
                    </a:lnTo>
                    <a:lnTo>
                      <a:pt x="22626" y="55280"/>
                    </a:lnTo>
                    <a:lnTo>
                      <a:pt x="21984" y="52838"/>
                    </a:lnTo>
                    <a:lnTo>
                      <a:pt x="21598" y="50138"/>
                    </a:lnTo>
                    <a:lnTo>
                      <a:pt x="21341" y="47438"/>
                    </a:lnTo>
                    <a:lnTo>
                      <a:pt x="21598" y="44867"/>
                    </a:lnTo>
                    <a:lnTo>
                      <a:pt x="21984" y="42167"/>
                    </a:lnTo>
                    <a:lnTo>
                      <a:pt x="22626" y="39725"/>
                    </a:lnTo>
                    <a:lnTo>
                      <a:pt x="23526" y="37282"/>
                    </a:lnTo>
                    <a:lnTo>
                      <a:pt x="24555" y="34968"/>
                    </a:lnTo>
                    <a:lnTo>
                      <a:pt x="25840" y="32782"/>
                    </a:lnTo>
                    <a:lnTo>
                      <a:pt x="27383" y="30726"/>
                    </a:lnTo>
                    <a:lnTo>
                      <a:pt x="29054" y="28926"/>
                    </a:lnTo>
                    <a:lnTo>
                      <a:pt x="30983" y="27254"/>
                    </a:lnTo>
                    <a:lnTo>
                      <a:pt x="33040" y="25712"/>
                    </a:lnTo>
                    <a:lnTo>
                      <a:pt x="35225" y="24426"/>
                    </a:lnTo>
                    <a:lnTo>
                      <a:pt x="37411" y="23269"/>
                    </a:lnTo>
                    <a:lnTo>
                      <a:pt x="39853" y="22369"/>
                    </a:lnTo>
                    <a:lnTo>
                      <a:pt x="42424" y="21726"/>
                    </a:lnTo>
                    <a:lnTo>
                      <a:pt x="44996" y="21341"/>
                    </a:lnTo>
                    <a:lnTo>
                      <a:pt x="47695" y="21212"/>
                    </a:lnTo>
                    <a:close/>
                    <a:moveTo>
                      <a:pt x="37668" y="0"/>
                    </a:moveTo>
                    <a:lnTo>
                      <a:pt x="37668" y="10670"/>
                    </a:lnTo>
                    <a:lnTo>
                      <a:pt x="35354" y="11313"/>
                    </a:lnTo>
                    <a:lnTo>
                      <a:pt x="33168" y="12213"/>
                    </a:lnTo>
                    <a:lnTo>
                      <a:pt x="30983" y="13242"/>
                    </a:lnTo>
                    <a:lnTo>
                      <a:pt x="28797" y="14270"/>
                    </a:lnTo>
                    <a:lnTo>
                      <a:pt x="21341" y="6814"/>
                    </a:lnTo>
                    <a:lnTo>
                      <a:pt x="7071" y="20827"/>
                    </a:lnTo>
                    <a:lnTo>
                      <a:pt x="14527" y="28283"/>
                    </a:lnTo>
                    <a:lnTo>
                      <a:pt x="13370" y="30340"/>
                    </a:lnTo>
                    <a:lnTo>
                      <a:pt x="12470" y="32525"/>
                    </a:lnTo>
                    <a:lnTo>
                      <a:pt x="11570" y="34839"/>
                    </a:lnTo>
                    <a:lnTo>
                      <a:pt x="10928" y="37153"/>
                    </a:lnTo>
                    <a:lnTo>
                      <a:pt x="0" y="37025"/>
                    </a:lnTo>
                    <a:lnTo>
                      <a:pt x="0" y="56951"/>
                    </a:lnTo>
                    <a:lnTo>
                      <a:pt x="10671" y="56951"/>
                    </a:lnTo>
                    <a:lnTo>
                      <a:pt x="11442" y="59265"/>
                    </a:lnTo>
                    <a:lnTo>
                      <a:pt x="12213" y="61580"/>
                    </a:lnTo>
                    <a:lnTo>
                      <a:pt x="13242" y="63765"/>
                    </a:lnTo>
                    <a:lnTo>
                      <a:pt x="14399" y="65822"/>
                    </a:lnTo>
                    <a:lnTo>
                      <a:pt x="6557" y="73664"/>
                    </a:lnTo>
                    <a:lnTo>
                      <a:pt x="20570" y="87677"/>
                    </a:lnTo>
                    <a:lnTo>
                      <a:pt x="28412" y="79963"/>
                    </a:lnTo>
                    <a:lnTo>
                      <a:pt x="30597" y="81120"/>
                    </a:lnTo>
                    <a:lnTo>
                      <a:pt x="32783" y="82149"/>
                    </a:lnTo>
                    <a:lnTo>
                      <a:pt x="35097" y="83049"/>
                    </a:lnTo>
                    <a:lnTo>
                      <a:pt x="37411" y="83692"/>
                    </a:lnTo>
                    <a:lnTo>
                      <a:pt x="37411" y="94876"/>
                    </a:lnTo>
                    <a:lnTo>
                      <a:pt x="57337" y="94876"/>
                    </a:lnTo>
                    <a:lnTo>
                      <a:pt x="57337" y="83820"/>
                    </a:lnTo>
                    <a:lnTo>
                      <a:pt x="59651" y="83177"/>
                    </a:lnTo>
                    <a:lnTo>
                      <a:pt x="61965" y="82277"/>
                    </a:lnTo>
                    <a:lnTo>
                      <a:pt x="64151" y="81249"/>
                    </a:lnTo>
                    <a:lnTo>
                      <a:pt x="66336" y="80220"/>
                    </a:lnTo>
                    <a:lnTo>
                      <a:pt x="74178" y="88063"/>
                    </a:lnTo>
                    <a:lnTo>
                      <a:pt x="88320" y="74050"/>
                    </a:lnTo>
                    <a:lnTo>
                      <a:pt x="80478" y="66208"/>
                    </a:lnTo>
                    <a:lnTo>
                      <a:pt x="81635" y="64022"/>
                    </a:lnTo>
                    <a:lnTo>
                      <a:pt x="82663" y="61837"/>
                    </a:lnTo>
                    <a:lnTo>
                      <a:pt x="83563" y="59651"/>
                    </a:lnTo>
                    <a:lnTo>
                      <a:pt x="84206" y="57337"/>
                    </a:lnTo>
                    <a:lnTo>
                      <a:pt x="95262" y="57337"/>
                    </a:lnTo>
                    <a:lnTo>
                      <a:pt x="95262" y="37539"/>
                    </a:lnTo>
                    <a:lnTo>
                      <a:pt x="84334" y="37411"/>
                    </a:lnTo>
                    <a:lnTo>
                      <a:pt x="83692" y="35097"/>
                    </a:lnTo>
                    <a:lnTo>
                      <a:pt x="82792" y="32911"/>
                    </a:lnTo>
                    <a:lnTo>
                      <a:pt x="81763" y="30726"/>
                    </a:lnTo>
                    <a:lnTo>
                      <a:pt x="80735" y="28540"/>
                    </a:lnTo>
                    <a:lnTo>
                      <a:pt x="88320" y="20955"/>
                    </a:lnTo>
                    <a:lnTo>
                      <a:pt x="74307" y="6814"/>
                    </a:lnTo>
                    <a:lnTo>
                      <a:pt x="66593" y="14527"/>
                    </a:lnTo>
                    <a:lnTo>
                      <a:pt x="64536" y="13370"/>
                    </a:lnTo>
                    <a:lnTo>
                      <a:pt x="62351" y="12342"/>
                    </a:lnTo>
                    <a:lnTo>
                      <a:pt x="60037" y="11442"/>
                    </a:lnTo>
                    <a:lnTo>
                      <a:pt x="57723" y="10799"/>
                    </a:lnTo>
                    <a:lnTo>
                      <a:pt x="5772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4" name="Google Shape;2784;p172"/>
              <p:cNvSpPr/>
              <p:nvPr/>
            </p:nvSpPr>
            <p:spPr>
              <a:xfrm>
                <a:off x="1802850" y="524150"/>
                <a:ext cx="694250" cy="591400"/>
              </a:xfrm>
              <a:custGeom>
                <a:avLst/>
                <a:gdLst/>
                <a:ahLst/>
                <a:cxnLst/>
                <a:rect l="l" t="t" r="r" b="b"/>
                <a:pathLst>
                  <a:path w="27770" h="23656" extrusionOk="0">
                    <a:moveTo>
                      <a:pt x="10543" y="1"/>
                    </a:moveTo>
                    <a:lnTo>
                      <a:pt x="9386" y="258"/>
                    </a:lnTo>
                    <a:lnTo>
                      <a:pt x="8229" y="515"/>
                    </a:lnTo>
                    <a:lnTo>
                      <a:pt x="7200" y="901"/>
                    </a:lnTo>
                    <a:lnTo>
                      <a:pt x="6172" y="1415"/>
                    </a:lnTo>
                    <a:lnTo>
                      <a:pt x="5143" y="1929"/>
                    </a:lnTo>
                    <a:lnTo>
                      <a:pt x="4243" y="2700"/>
                    </a:lnTo>
                    <a:lnTo>
                      <a:pt x="3472" y="3472"/>
                    </a:lnTo>
                    <a:lnTo>
                      <a:pt x="2701" y="4243"/>
                    </a:lnTo>
                    <a:lnTo>
                      <a:pt x="1929" y="5143"/>
                    </a:lnTo>
                    <a:lnTo>
                      <a:pt x="1415" y="6171"/>
                    </a:lnTo>
                    <a:lnTo>
                      <a:pt x="901" y="7200"/>
                    </a:lnTo>
                    <a:lnTo>
                      <a:pt x="515" y="8357"/>
                    </a:lnTo>
                    <a:lnTo>
                      <a:pt x="129" y="9385"/>
                    </a:lnTo>
                    <a:lnTo>
                      <a:pt x="1" y="10671"/>
                    </a:lnTo>
                    <a:lnTo>
                      <a:pt x="1" y="11828"/>
                    </a:lnTo>
                    <a:lnTo>
                      <a:pt x="1" y="12985"/>
                    </a:lnTo>
                    <a:lnTo>
                      <a:pt x="129" y="14271"/>
                    </a:lnTo>
                    <a:lnTo>
                      <a:pt x="515" y="15299"/>
                    </a:lnTo>
                    <a:lnTo>
                      <a:pt x="901" y="16456"/>
                    </a:lnTo>
                    <a:lnTo>
                      <a:pt x="1415" y="17485"/>
                    </a:lnTo>
                    <a:lnTo>
                      <a:pt x="1929" y="18513"/>
                    </a:lnTo>
                    <a:lnTo>
                      <a:pt x="2701" y="19413"/>
                    </a:lnTo>
                    <a:lnTo>
                      <a:pt x="3472" y="20184"/>
                    </a:lnTo>
                    <a:lnTo>
                      <a:pt x="4243" y="20956"/>
                    </a:lnTo>
                    <a:lnTo>
                      <a:pt x="5143" y="21598"/>
                    </a:lnTo>
                    <a:lnTo>
                      <a:pt x="6172" y="22241"/>
                    </a:lnTo>
                    <a:lnTo>
                      <a:pt x="7200" y="22756"/>
                    </a:lnTo>
                    <a:lnTo>
                      <a:pt x="8229" y="23141"/>
                    </a:lnTo>
                    <a:lnTo>
                      <a:pt x="9386" y="23398"/>
                    </a:lnTo>
                    <a:lnTo>
                      <a:pt x="10543" y="23655"/>
                    </a:lnTo>
                    <a:lnTo>
                      <a:pt x="13242" y="23655"/>
                    </a:lnTo>
                    <a:lnTo>
                      <a:pt x="14785" y="23270"/>
                    </a:lnTo>
                    <a:lnTo>
                      <a:pt x="16071" y="22884"/>
                    </a:lnTo>
                    <a:lnTo>
                      <a:pt x="17356" y="22370"/>
                    </a:lnTo>
                    <a:lnTo>
                      <a:pt x="18513" y="21598"/>
                    </a:lnTo>
                    <a:lnTo>
                      <a:pt x="19670" y="20699"/>
                    </a:lnTo>
                    <a:lnTo>
                      <a:pt x="20699" y="19799"/>
                    </a:lnTo>
                    <a:lnTo>
                      <a:pt x="21470" y="18642"/>
                    </a:lnTo>
                    <a:lnTo>
                      <a:pt x="26355" y="20956"/>
                    </a:lnTo>
                    <a:lnTo>
                      <a:pt x="27769" y="17999"/>
                    </a:lnTo>
                    <a:lnTo>
                      <a:pt x="23013" y="15813"/>
                    </a:lnTo>
                    <a:lnTo>
                      <a:pt x="23270" y="14913"/>
                    </a:lnTo>
                    <a:lnTo>
                      <a:pt x="23527" y="13885"/>
                    </a:lnTo>
                    <a:lnTo>
                      <a:pt x="23656" y="12857"/>
                    </a:lnTo>
                    <a:lnTo>
                      <a:pt x="23656" y="11828"/>
                    </a:lnTo>
                    <a:lnTo>
                      <a:pt x="23656" y="10671"/>
                    </a:lnTo>
                    <a:lnTo>
                      <a:pt x="23398" y="9385"/>
                    </a:lnTo>
                    <a:lnTo>
                      <a:pt x="23141" y="8357"/>
                    </a:lnTo>
                    <a:lnTo>
                      <a:pt x="22756" y="7200"/>
                    </a:lnTo>
                    <a:lnTo>
                      <a:pt x="22241" y="6171"/>
                    </a:lnTo>
                    <a:lnTo>
                      <a:pt x="21599" y="5143"/>
                    </a:lnTo>
                    <a:lnTo>
                      <a:pt x="20956" y="4243"/>
                    </a:lnTo>
                    <a:lnTo>
                      <a:pt x="20185" y="3472"/>
                    </a:lnTo>
                    <a:lnTo>
                      <a:pt x="19413" y="2700"/>
                    </a:lnTo>
                    <a:lnTo>
                      <a:pt x="18385" y="1929"/>
                    </a:lnTo>
                    <a:lnTo>
                      <a:pt x="17485" y="1415"/>
                    </a:lnTo>
                    <a:lnTo>
                      <a:pt x="16456" y="901"/>
                    </a:lnTo>
                    <a:lnTo>
                      <a:pt x="15299" y="515"/>
                    </a:lnTo>
                    <a:lnTo>
                      <a:pt x="14142" y="258"/>
                    </a:lnTo>
                    <a:lnTo>
                      <a:pt x="1298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5" name="Google Shape;2785;p172"/>
              <p:cNvSpPr/>
              <p:nvPr/>
            </p:nvSpPr>
            <p:spPr>
              <a:xfrm>
                <a:off x="2587075" y="1035175"/>
                <a:ext cx="250700" cy="173575"/>
              </a:xfrm>
              <a:custGeom>
                <a:avLst/>
                <a:gdLst/>
                <a:ahLst/>
                <a:cxnLst/>
                <a:rect l="l" t="t" r="r" b="b"/>
                <a:pathLst>
                  <a:path w="10028" h="6943" extrusionOk="0">
                    <a:moveTo>
                      <a:pt x="1414" y="0"/>
                    </a:moveTo>
                    <a:lnTo>
                      <a:pt x="0" y="2829"/>
                    </a:lnTo>
                    <a:lnTo>
                      <a:pt x="8742" y="6943"/>
                    </a:lnTo>
                    <a:lnTo>
                      <a:pt x="10028" y="4114"/>
                    </a:lnTo>
                    <a:lnTo>
                      <a:pt x="141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6" name="Google Shape;2786;p172"/>
              <p:cNvSpPr/>
              <p:nvPr/>
            </p:nvSpPr>
            <p:spPr>
              <a:xfrm>
                <a:off x="2857025" y="1263375"/>
                <a:ext cx="80375" cy="237850"/>
              </a:xfrm>
              <a:custGeom>
                <a:avLst/>
                <a:gdLst/>
                <a:ahLst/>
                <a:cxnLst/>
                <a:rect l="l" t="t" r="r" b="b"/>
                <a:pathLst>
                  <a:path w="3215" h="9514" extrusionOk="0">
                    <a:moveTo>
                      <a:pt x="1" y="0"/>
                    </a:moveTo>
                    <a:lnTo>
                      <a:pt x="1" y="9513"/>
                    </a:lnTo>
                    <a:lnTo>
                      <a:pt x="3215" y="9513"/>
                    </a:lnTo>
                    <a:lnTo>
                      <a:pt x="321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7" name="Google Shape;2787;p172"/>
              <p:cNvSpPr/>
              <p:nvPr/>
            </p:nvSpPr>
            <p:spPr>
              <a:xfrm>
                <a:off x="2857025" y="1639400"/>
                <a:ext cx="80375" cy="241075"/>
              </a:xfrm>
              <a:custGeom>
                <a:avLst/>
                <a:gdLst/>
                <a:ahLst/>
                <a:cxnLst/>
                <a:rect l="l" t="t" r="r" b="b"/>
                <a:pathLst>
                  <a:path w="3215" h="9643" extrusionOk="0">
                    <a:moveTo>
                      <a:pt x="1" y="0"/>
                    </a:moveTo>
                    <a:lnTo>
                      <a:pt x="1" y="9642"/>
                    </a:lnTo>
                    <a:lnTo>
                      <a:pt x="3215" y="9642"/>
                    </a:lnTo>
                    <a:lnTo>
                      <a:pt x="321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8" name="Google Shape;2788;p172"/>
              <p:cNvSpPr/>
              <p:nvPr/>
            </p:nvSpPr>
            <p:spPr>
              <a:xfrm>
                <a:off x="5132525" y="524150"/>
                <a:ext cx="652450" cy="591400"/>
              </a:xfrm>
              <a:custGeom>
                <a:avLst/>
                <a:gdLst/>
                <a:ahLst/>
                <a:cxnLst/>
                <a:rect l="l" t="t" r="r" b="b"/>
                <a:pathLst>
                  <a:path w="26098" h="23656" extrusionOk="0">
                    <a:moveTo>
                      <a:pt x="12985" y="1"/>
                    </a:moveTo>
                    <a:lnTo>
                      <a:pt x="11828" y="258"/>
                    </a:lnTo>
                    <a:lnTo>
                      <a:pt x="10671" y="515"/>
                    </a:lnTo>
                    <a:lnTo>
                      <a:pt x="9642" y="901"/>
                    </a:lnTo>
                    <a:lnTo>
                      <a:pt x="8614" y="1415"/>
                    </a:lnTo>
                    <a:lnTo>
                      <a:pt x="7585" y="1929"/>
                    </a:lnTo>
                    <a:lnTo>
                      <a:pt x="6685" y="2700"/>
                    </a:lnTo>
                    <a:lnTo>
                      <a:pt x="5785" y="3472"/>
                    </a:lnTo>
                    <a:lnTo>
                      <a:pt x="5014" y="4243"/>
                    </a:lnTo>
                    <a:lnTo>
                      <a:pt x="4371" y="5143"/>
                    </a:lnTo>
                    <a:lnTo>
                      <a:pt x="3728" y="6171"/>
                    </a:lnTo>
                    <a:lnTo>
                      <a:pt x="3343" y="7200"/>
                    </a:lnTo>
                    <a:lnTo>
                      <a:pt x="2828" y="8357"/>
                    </a:lnTo>
                    <a:lnTo>
                      <a:pt x="2571" y="9385"/>
                    </a:lnTo>
                    <a:lnTo>
                      <a:pt x="2443" y="10671"/>
                    </a:lnTo>
                    <a:lnTo>
                      <a:pt x="2314" y="11828"/>
                    </a:lnTo>
                    <a:lnTo>
                      <a:pt x="2443" y="12985"/>
                    </a:lnTo>
                    <a:lnTo>
                      <a:pt x="2571" y="14142"/>
                    </a:lnTo>
                    <a:lnTo>
                      <a:pt x="2828" y="15299"/>
                    </a:lnTo>
                    <a:lnTo>
                      <a:pt x="3214" y="16328"/>
                    </a:lnTo>
                    <a:lnTo>
                      <a:pt x="0" y="17870"/>
                    </a:lnTo>
                    <a:lnTo>
                      <a:pt x="1414" y="20699"/>
                    </a:lnTo>
                    <a:lnTo>
                      <a:pt x="4885" y="19156"/>
                    </a:lnTo>
                    <a:lnTo>
                      <a:pt x="5657" y="20056"/>
                    </a:lnTo>
                    <a:lnTo>
                      <a:pt x="6685" y="20956"/>
                    </a:lnTo>
                    <a:lnTo>
                      <a:pt x="7714" y="21727"/>
                    </a:lnTo>
                    <a:lnTo>
                      <a:pt x="8871" y="22498"/>
                    </a:lnTo>
                    <a:lnTo>
                      <a:pt x="10156" y="23013"/>
                    </a:lnTo>
                    <a:lnTo>
                      <a:pt x="11442" y="23398"/>
                    </a:lnTo>
                    <a:lnTo>
                      <a:pt x="12856" y="23655"/>
                    </a:lnTo>
                    <a:lnTo>
                      <a:pt x="15427" y="23655"/>
                    </a:lnTo>
                    <a:lnTo>
                      <a:pt x="16584" y="23398"/>
                    </a:lnTo>
                    <a:lnTo>
                      <a:pt x="17741" y="23141"/>
                    </a:lnTo>
                    <a:lnTo>
                      <a:pt x="18898" y="22756"/>
                    </a:lnTo>
                    <a:lnTo>
                      <a:pt x="19927" y="22241"/>
                    </a:lnTo>
                    <a:lnTo>
                      <a:pt x="20827" y="21598"/>
                    </a:lnTo>
                    <a:lnTo>
                      <a:pt x="21727" y="20956"/>
                    </a:lnTo>
                    <a:lnTo>
                      <a:pt x="22626" y="20184"/>
                    </a:lnTo>
                    <a:lnTo>
                      <a:pt x="23398" y="19413"/>
                    </a:lnTo>
                    <a:lnTo>
                      <a:pt x="24041" y="18513"/>
                    </a:lnTo>
                    <a:lnTo>
                      <a:pt x="24683" y="17485"/>
                    </a:lnTo>
                    <a:lnTo>
                      <a:pt x="25198" y="16456"/>
                    </a:lnTo>
                    <a:lnTo>
                      <a:pt x="25583" y="15299"/>
                    </a:lnTo>
                    <a:lnTo>
                      <a:pt x="25840" y="14271"/>
                    </a:lnTo>
                    <a:lnTo>
                      <a:pt x="25969" y="12985"/>
                    </a:lnTo>
                    <a:lnTo>
                      <a:pt x="26098" y="11828"/>
                    </a:lnTo>
                    <a:lnTo>
                      <a:pt x="25969" y="10671"/>
                    </a:lnTo>
                    <a:lnTo>
                      <a:pt x="25840" y="9385"/>
                    </a:lnTo>
                    <a:lnTo>
                      <a:pt x="25583" y="8357"/>
                    </a:lnTo>
                    <a:lnTo>
                      <a:pt x="25198" y="7200"/>
                    </a:lnTo>
                    <a:lnTo>
                      <a:pt x="24683" y="6171"/>
                    </a:lnTo>
                    <a:lnTo>
                      <a:pt x="24041" y="5143"/>
                    </a:lnTo>
                    <a:lnTo>
                      <a:pt x="23398" y="4243"/>
                    </a:lnTo>
                    <a:lnTo>
                      <a:pt x="22626" y="3472"/>
                    </a:lnTo>
                    <a:lnTo>
                      <a:pt x="21727" y="2700"/>
                    </a:lnTo>
                    <a:lnTo>
                      <a:pt x="20827" y="1929"/>
                    </a:lnTo>
                    <a:lnTo>
                      <a:pt x="19927" y="1415"/>
                    </a:lnTo>
                    <a:lnTo>
                      <a:pt x="18898" y="901"/>
                    </a:lnTo>
                    <a:lnTo>
                      <a:pt x="17741" y="515"/>
                    </a:lnTo>
                    <a:lnTo>
                      <a:pt x="16584" y="258"/>
                    </a:lnTo>
                    <a:lnTo>
                      <a:pt x="1542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9" name="Google Shape;2789;p172"/>
              <p:cNvSpPr/>
              <p:nvPr/>
            </p:nvSpPr>
            <p:spPr>
              <a:xfrm>
                <a:off x="4692200" y="1632975"/>
                <a:ext cx="80375" cy="241075"/>
              </a:xfrm>
              <a:custGeom>
                <a:avLst/>
                <a:gdLst/>
                <a:ahLst/>
                <a:cxnLst/>
                <a:rect l="l" t="t" r="r" b="b"/>
                <a:pathLst>
                  <a:path w="3215" h="9643" extrusionOk="0">
                    <a:moveTo>
                      <a:pt x="1" y="0"/>
                    </a:moveTo>
                    <a:lnTo>
                      <a:pt x="1" y="9642"/>
                    </a:lnTo>
                    <a:lnTo>
                      <a:pt x="3215" y="9642"/>
                    </a:lnTo>
                    <a:lnTo>
                      <a:pt x="321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0" name="Google Shape;2790;p172"/>
              <p:cNvSpPr/>
              <p:nvPr/>
            </p:nvSpPr>
            <p:spPr>
              <a:xfrm>
                <a:off x="4692200" y="1256925"/>
                <a:ext cx="80375" cy="241075"/>
              </a:xfrm>
              <a:custGeom>
                <a:avLst/>
                <a:gdLst/>
                <a:ahLst/>
                <a:cxnLst/>
                <a:rect l="l" t="t" r="r" b="b"/>
                <a:pathLst>
                  <a:path w="3215" h="9643" extrusionOk="0">
                    <a:moveTo>
                      <a:pt x="1" y="1"/>
                    </a:moveTo>
                    <a:lnTo>
                      <a:pt x="1" y="9643"/>
                    </a:lnTo>
                    <a:lnTo>
                      <a:pt x="3215" y="9643"/>
                    </a:lnTo>
                    <a:lnTo>
                      <a:pt x="321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1" name="Google Shape;2791;p172"/>
              <p:cNvSpPr/>
              <p:nvPr/>
            </p:nvSpPr>
            <p:spPr>
              <a:xfrm>
                <a:off x="4791850" y="1028750"/>
                <a:ext cx="250700" cy="176800"/>
              </a:xfrm>
              <a:custGeom>
                <a:avLst/>
                <a:gdLst/>
                <a:ahLst/>
                <a:cxnLst/>
                <a:rect l="l" t="t" r="r" b="b"/>
                <a:pathLst>
                  <a:path w="10028" h="7072" extrusionOk="0">
                    <a:moveTo>
                      <a:pt x="8613" y="0"/>
                    </a:moveTo>
                    <a:lnTo>
                      <a:pt x="0" y="4114"/>
                    </a:lnTo>
                    <a:lnTo>
                      <a:pt x="1286" y="7071"/>
                    </a:lnTo>
                    <a:lnTo>
                      <a:pt x="10028" y="2957"/>
                    </a:lnTo>
                    <a:lnTo>
                      <a:pt x="861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2" name="Google Shape;2792;p172"/>
              <p:cNvSpPr/>
              <p:nvPr/>
            </p:nvSpPr>
            <p:spPr>
              <a:xfrm>
                <a:off x="3519100" y="4882275"/>
                <a:ext cx="594625" cy="594600"/>
              </a:xfrm>
              <a:custGeom>
                <a:avLst/>
                <a:gdLst/>
                <a:ahLst/>
                <a:cxnLst/>
                <a:rect l="l" t="t" r="r" b="b"/>
                <a:pathLst>
                  <a:path w="23785" h="23784" extrusionOk="0">
                    <a:moveTo>
                      <a:pt x="11828" y="5529"/>
                    </a:moveTo>
                    <a:lnTo>
                      <a:pt x="13114" y="5657"/>
                    </a:lnTo>
                    <a:lnTo>
                      <a:pt x="14400" y="6043"/>
                    </a:lnTo>
                    <a:lnTo>
                      <a:pt x="15428" y="6686"/>
                    </a:lnTo>
                    <a:lnTo>
                      <a:pt x="16328" y="7457"/>
                    </a:lnTo>
                    <a:lnTo>
                      <a:pt x="17099" y="8357"/>
                    </a:lnTo>
                    <a:lnTo>
                      <a:pt x="17742" y="9385"/>
                    </a:lnTo>
                    <a:lnTo>
                      <a:pt x="18128" y="10671"/>
                    </a:lnTo>
                    <a:lnTo>
                      <a:pt x="18256" y="11957"/>
                    </a:lnTo>
                    <a:lnTo>
                      <a:pt x="18128" y="13114"/>
                    </a:lnTo>
                    <a:lnTo>
                      <a:pt x="17742" y="14399"/>
                    </a:lnTo>
                    <a:lnTo>
                      <a:pt x="17099" y="15428"/>
                    </a:lnTo>
                    <a:lnTo>
                      <a:pt x="16328" y="16456"/>
                    </a:lnTo>
                    <a:lnTo>
                      <a:pt x="15428" y="17228"/>
                    </a:lnTo>
                    <a:lnTo>
                      <a:pt x="14400" y="17742"/>
                    </a:lnTo>
                    <a:lnTo>
                      <a:pt x="13114" y="18127"/>
                    </a:lnTo>
                    <a:lnTo>
                      <a:pt x="11828" y="18256"/>
                    </a:lnTo>
                    <a:lnTo>
                      <a:pt x="10543" y="18127"/>
                    </a:lnTo>
                    <a:lnTo>
                      <a:pt x="9386" y="17742"/>
                    </a:lnTo>
                    <a:lnTo>
                      <a:pt x="8357" y="17228"/>
                    </a:lnTo>
                    <a:lnTo>
                      <a:pt x="7329" y="16456"/>
                    </a:lnTo>
                    <a:lnTo>
                      <a:pt x="6557" y="15428"/>
                    </a:lnTo>
                    <a:lnTo>
                      <a:pt x="6043" y="14399"/>
                    </a:lnTo>
                    <a:lnTo>
                      <a:pt x="5658" y="13114"/>
                    </a:lnTo>
                    <a:lnTo>
                      <a:pt x="5529" y="11957"/>
                    </a:lnTo>
                    <a:lnTo>
                      <a:pt x="5658" y="10671"/>
                    </a:lnTo>
                    <a:lnTo>
                      <a:pt x="6043" y="9385"/>
                    </a:lnTo>
                    <a:lnTo>
                      <a:pt x="6557" y="8357"/>
                    </a:lnTo>
                    <a:lnTo>
                      <a:pt x="7329" y="7457"/>
                    </a:lnTo>
                    <a:lnTo>
                      <a:pt x="8357" y="6686"/>
                    </a:lnTo>
                    <a:lnTo>
                      <a:pt x="9386" y="6043"/>
                    </a:lnTo>
                    <a:lnTo>
                      <a:pt x="10543" y="5657"/>
                    </a:lnTo>
                    <a:lnTo>
                      <a:pt x="11828" y="5529"/>
                    </a:lnTo>
                    <a:close/>
                    <a:moveTo>
                      <a:pt x="10671" y="1"/>
                    </a:moveTo>
                    <a:lnTo>
                      <a:pt x="9514" y="258"/>
                    </a:lnTo>
                    <a:lnTo>
                      <a:pt x="8357" y="515"/>
                    </a:lnTo>
                    <a:lnTo>
                      <a:pt x="7200" y="901"/>
                    </a:lnTo>
                    <a:lnTo>
                      <a:pt x="6172" y="1415"/>
                    </a:lnTo>
                    <a:lnTo>
                      <a:pt x="5272" y="2058"/>
                    </a:lnTo>
                    <a:lnTo>
                      <a:pt x="4372" y="2700"/>
                    </a:lnTo>
                    <a:lnTo>
                      <a:pt x="3472" y="3472"/>
                    </a:lnTo>
                    <a:lnTo>
                      <a:pt x="2701" y="4372"/>
                    </a:lnTo>
                    <a:lnTo>
                      <a:pt x="2058" y="5272"/>
                    </a:lnTo>
                    <a:lnTo>
                      <a:pt x="1415" y="6172"/>
                    </a:lnTo>
                    <a:lnTo>
                      <a:pt x="901" y="7200"/>
                    </a:lnTo>
                    <a:lnTo>
                      <a:pt x="515" y="8357"/>
                    </a:lnTo>
                    <a:lnTo>
                      <a:pt x="258" y="9514"/>
                    </a:lnTo>
                    <a:lnTo>
                      <a:pt x="130" y="10671"/>
                    </a:lnTo>
                    <a:lnTo>
                      <a:pt x="1" y="11828"/>
                    </a:lnTo>
                    <a:lnTo>
                      <a:pt x="130" y="13114"/>
                    </a:lnTo>
                    <a:lnTo>
                      <a:pt x="258" y="14271"/>
                    </a:lnTo>
                    <a:lnTo>
                      <a:pt x="515" y="15428"/>
                    </a:lnTo>
                    <a:lnTo>
                      <a:pt x="901" y="16456"/>
                    </a:lnTo>
                    <a:lnTo>
                      <a:pt x="1415" y="17485"/>
                    </a:lnTo>
                    <a:lnTo>
                      <a:pt x="2058" y="18513"/>
                    </a:lnTo>
                    <a:lnTo>
                      <a:pt x="2701" y="19413"/>
                    </a:lnTo>
                    <a:lnTo>
                      <a:pt x="3472" y="20184"/>
                    </a:lnTo>
                    <a:lnTo>
                      <a:pt x="4372" y="20956"/>
                    </a:lnTo>
                    <a:lnTo>
                      <a:pt x="5272" y="21727"/>
                    </a:lnTo>
                    <a:lnTo>
                      <a:pt x="6172" y="22241"/>
                    </a:lnTo>
                    <a:lnTo>
                      <a:pt x="7200" y="22756"/>
                    </a:lnTo>
                    <a:lnTo>
                      <a:pt x="8357" y="23141"/>
                    </a:lnTo>
                    <a:lnTo>
                      <a:pt x="9514" y="23527"/>
                    </a:lnTo>
                    <a:lnTo>
                      <a:pt x="10671" y="23655"/>
                    </a:lnTo>
                    <a:lnTo>
                      <a:pt x="11828" y="23784"/>
                    </a:lnTo>
                    <a:lnTo>
                      <a:pt x="13114" y="23655"/>
                    </a:lnTo>
                    <a:lnTo>
                      <a:pt x="14271" y="23527"/>
                    </a:lnTo>
                    <a:lnTo>
                      <a:pt x="15428" y="23141"/>
                    </a:lnTo>
                    <a:lnTo>
                      <a:pt x="16456" y="22756"/>
                    </a:lnTo>
                    <a:lnTo>
                      <a:pt x="17485" y="22241"/>
                    </a:lnTo>
                    <a:lnTo>
                      <a:pt x="18513" y="21727"/>
                    </a:lnTo>
                    <a:lnTo>
                      <a:pt x="19413" y="20956"/>
                    </a:lnTo>
                    <a:lnTo>
                      <a:pt x="20313" y="20184"/>
                    </a:lnTo>
                    <a:lnTo>
                      <a:pt x="21085" y="19413"/>
                    </a:lnTo>
                    <a:lnTo>
                      <a:pt x="21727" y="18513"/>
                    </a:lnTo>
                    <a:lnTo>
                      <a:pt x="22370" y="17485"/>
                    </a:lnTo>
                    <a:lnTo>
                      <a:pt x="22756" y="16456"/>
                    </a:lnTo>
                    <a:lnTo>
                      <a:pt x="23270" y="15428"/>
                    </a:lnTo>
                    <a:lnTo>
                      <a:pt x="23527" y="14271"/>
                    </a:lnTo>
                    <a:lnTo>
                      <a:pt x="23656" y="13114"/>
                    </a:lnTo>
                    <a:lnTo>
                      <a:pt x="23784" y="11828"/>
                    </a:lnTo>
                    <a:lnTo>
                      <a:pt x="23656" y="10671"/>
                    </a:lnTo>
                    <a:lnTo>
                      <a:pt x="23527" y="9514"/>
                    </a:lnTo>
                    <a:lnTo>
                      <a:pt x="23270" y="8357"/>
                    </a:lnTo>
                    <a:lnTo>
                      <a:pt x="22756" y="7200"/>
                    </a:lnTo>
                    <a:lnTo>
                      <a:pt x="22370" y="6172"/>
                    </a:lnTo>
                    <a:lnTo>
                      <a:pt x="21727" y="5272"/>
                    </a:lnTo>
                    <a:lnTo>
                      <a:pt x="21085" y="4372"/>
                    </a:lnTo>
                    <a:lnTo>
                      <a:pt x="20313" y="3472"/>
                    </a:lnTo>
                    <a:lnTo>
                      <a:pt x="19413" y="2700"/>
                    </a:lnTo>
                    <a:lnTo>
                      <a:pt x="18513" y="2058"/>
                    </a:lnTo>
                    <a:lnTo>
                      <a:pt x="17485" y="1415"/>
                    </a:lnTo>
                    <a:lnTo>
                      <a:pt x="16456" y="901"/>
                    </a:lnTo>
                    <a:lnTo>
                      <a:pt x="15428" y="515"/>
                    </a:lnTo>
                    <a:lnTo>
                      <a:pt x="14271" y="258"/>
                    </a:lnTo>
                    <a:lnTo>
                      <a:pt x="1311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3" name="Google Shape;2793;p172"/>
              <p:cNvSpPr/>
              <p:nvPr/>
            </p:nvSpPr>
            <p:spPr>
              <a:xfrm>
                <a:off x="3776225" y="4188075"/>
                <a:ext cx="77175" cy="199275"/>
              </a:xfrm>
              <a:custGeom>
                <a:avLst/>
                <a:gdLst/>
                <a:ahLst/>
                <a:cxnLst/>
                <a:rect l="l" t="t" r="r" b="b"/>
                <a:pathLst>
                  <a:path w="3087" h="7971" extrusionOk="0">
                    <a:moveTo>
                      <a:pt x="1" y="0"/>
                    </a:moveTo>
                    <a:lnTo>
                      <a:pt x="1" y="7971"/>
                    </a:lnTo>
                    <a:lnTo>
                      <a:pt x="3086" y="7971"/>
                    </a:lnTo>
                    <a:lnTo>
                      <a:pt x="308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4" name="Google Shape;2794;p172"/>
              <p:cNvSpPr/>
              <p:nvPr/>
            </p:nvSpPr>
            <p:spPr>
              <a:xfrm>
                <a:off x="3776225" y="4525525"/>
                <a:ext cx="77175" cy="241075"/>
              </a:xfrm>
              <a:custGeom>
                <a:avLst/>
                <a:gdLst/>
                <a:ahLst/>
                <a:cxnLst/>
                <a:rect l="l" t="t" r="r" b="b"/>
                <a:pathLst>
                  <a:path w="3087" h="9643" extrusionOk="0">
                    <a:moveTo>
                      <a:pt x="1" y="1"/>
                    </a:moveTo>
                    <a:lnTo>
                      <a:pt x="1" y="9643"/>
                    </a:lnTo>
                    <a:lnTo>
                      <a:pt x="3086" y="9643"/>
                    </a:lnTo>
                    <a:lnTo>
                      <a:pt x="308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5" name="Google Shape;2795;p172"/>
              <p:cNvSpPr/>
              <p:nvPr/>
            </p:nvSpPr>
            <p:spPr>
              <a:xfrm>
                <a:off x="3519100" y="238125"/>
                <a:ext cx="594625" cy="591375"/>
              </a:xfrm>
              <a:custGeom>
                <a:avLst/>
                <a:gdLst/>
                <a:ahLst/>
                <a:cxnLst/>
                <a:rect l="l" t="t" r="r" b="b"/>
                <a:pathLst>
                  <a:path w="23785" h="23655" extrusionOk="0">
                    <a:moveTo>
                      <a:pt x="11828" y="5399"/>
                    </a:moveTo>
                    <a:lnTo>
                      <a:pt x="13114" y="5528"/>
                    </a:lnTo>
                    <a:lnTo>
                      <a:pt x="14400" y="5914"/>
                    </a:lnTo>
                    <a:lnTo>
                      <a:pt x="15428" y="6556"/>
                    </a:lnTo>
                    <a:lnTo>
                      <a:pt x="16328" y="7328"/>
                    </a:lnTo>
                    <a:lnTo>
                      <a:pt x="17099" y="8228"/>
                    </a:lnTo>
                    <a:lnTo>
                      <a:pt x="17742" y="9385"/>
                    </a:lnTo>
                    <a:lnTo>
                      <a:pt x="18128" y="10542"/>
                    </a:lnTo>
                    <a:lnTo>
                      <a:pt x="18256" y="11827"/>
                    </a:lnTo>
                    <a:lnTo>
                      <a:pt x="18128" y="13113"/>
                    </a:lnTo>
                    <a:lnTo>
                      <a:pt x="17742" y="14270"/>
                    </a:lnTo>
                    <a:lnTo>
                      <a:pt x="17099" y="15427"/>
                    </a:lnTo>
                    <a:lnTo>
                      <a:pt x="16328" y="16327"/>
                    </a:lnTo>
                    <a:lnTo>
                      <a:pt x="15428" y="17098"/>
                    </a:lnTo>
                    <a:lnTo>
                      <a:pt x="14400" y="17741"/>
                    </a:lnTo>
                    <a:lnTo>
                      <a:pt x="13114" y="18127"/>
                    </a:lnTo>
                    <a:lnTo>
                      <a:pt x="11828" y="18255"/>
                    </a:lnTo>
                    <a:lnTo>
                      <a:pt x="10543" y="18127"/>
                    </a:lnTo>
                    <a:lnTo>
                      <a:pt x="9386" y="17741"/>
                    </a:lnTo>
                    <a:lnTo>
                      <a:pt x="8357" y="17098"/>
                    </a:lnTo>
                    <a:lnTo>
                      <a:pt x="7329" y="16327"/>
                    </a:lnTo>
                    <a:lnTo>
                      <a:pt x="6557" y="15427"/>
                    </a:lnTo>
                    <a:lnTo>
                      <a:pt x="6043" y="14270"/>
                    </a:lnTo>
                    <a:lnTo>
                      <a:pt x="5658" y="13113"/>
                    </a:lnTo>
                    <a:lnTo>
                      <a:pt x="5529" y="11827"/>
                    </a:lnTo>
                    <a:lnTo>
                      <a:pt x="5658" y="10542"/>
                    </a:lnTo>
                    <a:lnTo>
                      <a:pt x="6043" y="9385"/>
                    </a:lnTo>
                    <a:lnTo>
                      <a:pt x="6557" y="8356"/>
                    </a:lnTo>
                    <a:lnTo>
                      <a:pt x="7329" y="7328"/>
                    </a:lnTo>
                    <a:lnTo>
                      <a:pt x="8357" y="6556"/>
                    </a:lnTo>
                    <a:lnTo>
                      <a:pt x="9386" y="5914"/>
                    </a:lnTo>
                    <a:lnTo>
                      <a:pt x="10543" y="5528"/>
                    </a:lnTo>
                    <a:lnTo>
                      <a:pt x="11828" y="5399"/>
                    </a:lnTo>
                    <a:close/>
                    <a:moveTo>
                      <a:pt x="10671" y="0"/>
                    </a:moveTo>
                    <a:lnTo>
                      <a:pt x="9514" y="129"/>
                    </a:lnTo>
                    <a:lnTo>
                      <a:pt x="8357" y="514"/>
                    </a:lnTo>
                    <a:lnTo>
                      <a:pt x="7200" y="900"/>
                    </a:lnTo>
                    <a:lnTo>
                      <a:pt x="6172" y="1414"/>
                    </a:lnTo>
                    <a:lnTo>
                      <a:pt x="5272" y="1928"/>
                    </a:lnTo>
                    <a:lnTo>
                      <a:pt x="4372" y="2700"/>
                    </a:lnTo>
                    <a:lnTo>
                      <a:pt x="3472" y="3471"/>
                    </a:lnTo>
                    <a:lnTo>
                      <a:pt x="2701" y="4242"/>
                    </a:lnTo>
                    <a:lnTo>
                      <a:pt x="2058" y="5142"/>
                    </a:lnTo>
                    <a:lnTo>
                      <a:pt x="1415" y="6171"/>
                    </a:lnTo>
                    <a:lnTo>
                      <a:pt x="901" y="7199"/>
                    </a:lnTo>
                    <a:lnTo>
                      <a:pt x="515" y="8228"/>
                    </a:lnTo>
                    <a:lnTo>
                      <a:pt x="258" y="9385"/>
                    </a:lnTo>
                    <a:lnTo>
                      <a:pt x="130" y="10542"/>
                    </a:lnTo>
                    <a:lnTo>
                      <a:pt x="1" y="11827"/>
                    </a:lnTo>
                    <a:lnTo>
                      <a:pt x="130" y="12984"/>
                    </a:lnTo>
                    <a:lnTo>
                      <a:pt x="258" y="14141"/>
                    </a:lnTo>
                    <a:lnTo>
                      <a:pt x="515" y="15298"/>
                    </a:lnTo>
                    <a:lnTo>
                      <a:pt x="901" y="16455"/>
                    </a:lnTo>
                    <a:lnTo>
                      <a:pt x="1415" y="17484"/>
                    </a:lnTo>
                    <a:lnTo>
                      <a:pt x="2058" y="18384"/>
                    </a:lnTo>
                    <a:lnTo>
                      <a:pt x="2701" y="19412"/>
                    </a:lnTo>
                    <a:lnTo>
                      <a:pt x="3472" y="20184"/>
                    </a:lnTo>
                    <a:lnTo>
                      <a:pt x="4372" y="20955"/>
                    </a:lnTo>
                    <a:lnTo>
                      <a:pt x="5272" y="21598"/>
                    </a:lnTo>
                    <a:lnTo>
                      <a:pt x="6172" y="22241"/>
                    </a:lnTo>
                    <a:lnTo>
                      <a:pt x="7200" y="22755"/>
                    </a:lnTo>
                    <a:lnTo>
                      <a:pt x="8357" y="23140"/>
                    </a:lnTo>
                    <a:lnTo>
                      <a:pt x="9514" y="23398"/>
                    </a:lnTo>
                    <a:lnTo>
                      <a:pt x="10671" y="23655"/>
                    </a:lnTo>
                    <a:lnTo>
                      <a:pt x="13114" y="23655"/>
                    </a:lnTo>
                    <a:lnTo>
                      <a:pt x="14271" y="23398"/>
                    </a:lnTo>
                    <a:lnTo>
                      <a:pt x="15428" y="23140"/>
                    </a:lnTo>
                    <a:lnTo>
                      <a:pt x="16456" y="22755"/>
                    </a:lnTo>
                    <a:lnTo>
                      <a:pt x="17485" y="22241"/>
                    </a:lnTo>
                    <a:lnTo>
                      <a:pt x="18513" y="21598"/>
                    </a:lnTo>
                    <a:lnTo>
                      <a:pt x="19413" y="20955"/>
                    </a:lnTo>
                    <a:lnTo>
                      <a:pt x="20313" y="20184"/>
                    </a:lnTo>
                    <a:lnTo>
                      <a:pt x="21085" y="19412"/>
                    </a:lnTo>
                    <a:lnTo>
                      <a:pt x="21727" y="18512"/>
                    </a:lnTo>
                    <a:lnTo>
                      <a:pt x="22370" y="17484"/>
                    </a:lnTo>
                    <a:lnTo>
                      <a:pt x="22756" y="16455"/>
                    </a:lnTo>
                    <a:lnTo>
                      <a:pt x="23270" y="15298"/>
                    </a:lnTo>
                    <a:lnTo>
                      <a:pt x="23527" y="14270"/>
                    </a:lnTo>
                    <a:lnTo>
                      <a:pt x="23656" y="12984"/>
                    </a:lnTo>
                    <a:lnTo>
                      <a:pt x="23784" y="11827"/>
                    </a:lnTo>
                    <a:lnTo>
                      <a:pt x="23656" y="10542"/>
                    </a:lnTo>
                    <a:lnTo>
                      <a:pt x="23527" y="9385"/>
                    </a:lnTo>
                    <a:lnTo>
                      <a:pt x="23270" y="8228"/>
                    </a:lnTo>
                    <a:lnTo>
                      <a:pt x="22756" y="7199"/>
                    </a:lnTo>
                    <a:lnTo>
                      <a:pt x="22370" y="6171"/>
                    </a:lnTo>
                    <a:lnTo>
                      <a:pt x="21727" y="5142"/>
                    </a:lnTo>
                    <a:lnTo>
                      <a:pt x="21085" y="4242"/>
                    </a:lnTo>
                    <a:lnTo>
                      <a:pt x="20313" y="3343"/>
                    </a:lnTo>
                    <a:lnTo>
                      <a:pt x="19413" y="2700"/>
                    </a:lnTo>
                    <a:lnTo>
                      <a:pt x="18513" y="1928"/>
                    </a:lnTo>
                    <a:lnTo>
                      <a:pt x="17485" y="1414"/>
                    </a:lnTo>
                    <a:lnTo>
                      <a:pt x="16456" y="900"/>
                    </a:lnTo>
                    <a:lnTo>
                      <a:pt x="15428" y="514"/>
                    </a:lnTo>
                    <a:lnTo>
                      <a:pt x="14271" y="129"/>
                    </a:lnTo>
                    <a:lnTo>
                      <a:pt x="1311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6" name="Google Shape;2796;p172"/>
              <p:cNvSpPr/>
              <p:nvPr/>
            </p:nvSpPr>
            <p:spPr>
              <a:xfrm>
                <a:off x="3776225" y="1324425"/>
                <a:ext cx="77175" cy="199300"/>
              </a:xfrm>
              <a:custGeom>
                <a:avLst/>
                <a:gdLst/>
                <a:ahLst/>
                <a:cxnLst/>
                <a:rect l="l" t="t" r="r" b="b"/>
                <a:pathLst>
                  <a:path w="3087" h="7972" extrusionOk="0">
                    <a:moveTo>
                      <a:pt x="1" y="1"/>
                    </a:moveTo>
                    <a:lnTo>
                      <a:pt x="1" y="7971"/>
                    </a:lnTo>
                    <a:lnTo>
                      <a:pt x="3086" y="7971"/>
                    </a:lnTo>
                    <a:lnTo>
                      <a:pt x="308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7" name="Google Shape;2797;p172"/>
              <p:cNvSpPr/>
              <p:nvPr/>
            </p:nvSpPr>
            <p:spPr>
              <a:xfrm>
                <a:off x="3776225" y="945175"/>
                <a:ext cx="77175" cy="241075"/>
              </a:xfrm>
              <a:custGeom>
                <a:avLst/>
                <a:gdLst/>
                <a:ahLst/>
                <a:cxnLst/>
                <a:rect l="l" t="t" r="r" b="b"/>
                <a:pathLst>
                  <a:path w="3087" h="9643" extrusionOk="0">
                    <a:moveTo>
                      <a:pt x="1" y="1"/>
                    </a:moveTo>
                    <a:lnTo>
                      <a:pt x="1" y="9643"/>
                    </a:lnTo>
                    <a:lnTo>
                      <a:pt x="3086" y="9643"/>
                    </a:lnTo>
                    <a:lnTo>
                      <a:pt x="308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8" name="Google Shape;2798;p172"/>
              <p:cNvSpPr/>
              <p:nvPr/>
            </p:nvSpPr>
            <p:spPr>
              <a:xfrm>
                <a:off x="1790000" y="4596250"/>
                <a:ext cx="694250" cy="591375"/>
              </a:xfrm>
              <a:custGeom>
                <a:avLst/>
                <a:gdLst/>
                <a:ahLst/>
                <a:cxnLst/>
                <a:rect l="l" t="t" r="r" b="b"/>
                <a:pathLst>
                  <a:path w="27770" h="23655" extrusionOk="0">
                    <a:moveTo>
                      <a:pt x="10671" y="0"/>
                    </a:moveTo>
                    <a:lnTo>
                      <a:pt x="9514" y="257"/>
                    </a:lnTo>
                    <a:lnTo>
                      <a:pt x="8357" y="514"/>
                    </a:lnTo>
                    <a:lnTo>
                      <a:pt x="7200" y="900"/>
                    </a:lnTo>
                    <a:lnTo>
                      <a:pt x="6171" y="1414"/>
                    </a:lnTo>
                    <a:lnTo>
                      <a:pt x="5272" y="2057"/>
                    </a:lnTo>
                    <a:lnTo>
                      <a:pt x="4372" y="2700"/>
                    </a:lnTo>
                    <a:lnTo>
                      <a:pt x="3472" y="3471"/>
                    </a:lnTo>
                    <a:lnTo>
                      <a:pt x="2700" y="4242"/>
                    </a:lnTo>
                    <a:lnTo>
                      <a:pt x="2058" y="5271"/>
                    </a:lnTo>
                    <a:lnTo>
                      <a:pt x="1415" y="6171"/>
                    </a:lnTo>
                    <a:lnTo>
                      <a:pt x="901" y="7199"/>
                    </a:lnTo>
                    <a:lnTo>
                      <a:pt x="515" y="8356"/>
                    </a:lnTo>
                    <a:lnTo>
                      <a:pt x="258" y="9513"/>
                    </a:lnTo>
                    <a:lnTo>
                      <a:pt x="1" y="10670"/>
                    </a:lnTo>
                    <a:lnTo>
                      <a:pt x="1" y="11827"/>
                    </a:lnTo>
                    <a:lnTo>
                      <a:pt x="1" y="13113"/>
                    </a:lnTo>
                    <a:lnTo>
                      <a:pt x="258" y="14270"/>
                    </a:lnTo>
                    <a:lnTo>
                      <a:pt x="515" y="15427"/>
                    </a:lnTo>
                    <a:lnTo>
                      <a:pt x="901" y="16455"/>
                    </a:lnTo>
                    <a:lnTo>
                      <a:pt x="1415" y="17484"/>
                    </a:lnTo>
                    <a:lnTo>
                      <a:pt x="2058" y="18512"/>
                    </a:lnTo>
                    <a:lnTo>
                      <a:pt x="2700" y="19412"/>
                    </a:lnTo>
                    <a:lnTo>
                      <a:pt x="3472" y="20184"/>
                    </a:lnTo>
                    <a:lnTo>
                      <a:pt x="4372" y="20955"/>
                    </a:lnTo>
                    <a:lnTo>
                      <a:pt x="5272" y="21726"/>
                    </a:lnTo>
                    <a:lnTo>
                      <a:pt x="6171" y="22241"/>
                    </a:lnTo>
                    <a:lnTo>
                      <a:pt x="7200" y="22755"/>
                    </a:lnTo>
                    <a:lnTo>
                      <a:pt x="8357" y="23141"/>
                    </a:lnTo>
                    <a:lnTo>
                      <a:pt x="9514" y="23526"/>
                    </a:lnTo>
                    <a:lnTo>
                      <a:pt x="10671" y="23655"/>
                    </a:lnTo>
                    <a:lnTo>
                      <a:pt x="13114" y="23655"/>
                    </a:lnTo>
                    <a:lnTo>
                      <a:pt x="14271" y="23526"/>
                    </a:lnTo>
                    <a:lnTo>
                      <a:pt x="15428" y="23141"/>
                    </a:lnTo>
                    <a:lnTo>
                      <a:pt x="16456" y="22755"/>
                    </a:lnTo>
                    <a:lnTo>
                      <a:pt x="17485" y="22241"/>
                    </a:lnTo>
                    <a:lnTo>
                      <a:pt x="18513" y="21726"/>
                    </a:lnTo>
                    <a:lnTo>
                      <a:pt x="19413" y="20955"/>
                    </a:lnTo>
                    <a:lnTo>
                      <a:pt x="20313" y="20184"/>
                    </a:lnTo>
                    <a:lnTo>
                      <a:pt x="20956" y="19412"/>
                    </a:lnTo>
                    <a:lnTo>
                      <a:pt x="21727" y="18512"/>
                    </a:lnTo>
                    <a:lnTo>
                      <a:pt x="22241" y="17484"/>
                    </a:lnTo>
                    <a:lnTo>
                      <a:pt x="22755" y="16455"/>
                    </a:lnTo>
                    <a:lnTo>
                      <a:pt x="23141" y="15427"/>
                    </a:lnTo>
                    <a:lnTo>
                      <a:pt x="23527" y="14270"/>
                    </a:lnTo>
                    <a:lnTo>
                      <a:pt x="23655" y="13113"/>
                    </a:lnTo>
                    <a:lnTo>
                      <a:pt x="23784" y="11827"/>
                    </a:lnTo>
                    <a:lnTo>
                      <a:pt x="23655" y="10799"/>
                    </a:lnTo>
                    <a:lnTo>
                      <a:pt x="23527" y="9770"/>
                    </a:lnTo>
                    <a:lnTo>
                      <a:pt x="23398" y="8742"/>
                    </a:lnTo>
                    <a:lnTo>
                      <a:pt x="23013" y="7842"/>
                    </a:lnTo>
                    <a:lnTo>
                      <a:pt x="27769" y="5657"/>
                    </a:lnTo>
                    <a:lnTo>
                      <a:pt x="26484" y="2700"/>
                    </a:lnTo>
                    <a:lnTo>
                      <a:pt x="21598" y="5014"/>
                    </a:lnTo>
                    <a:lnTo>
                      <a:pt x="20699" y="3985"/>
                    </a:lnTo>
                    <a:lnTo>
                      <a:pt x="19670" y="2957"/>
                    </a:lnTo>
                    <a:lnTo>
                      <a:pt x="18642" y="2057"/>
                    </a:lnTo>
                    <a:lnTo>
                      <a:pt x="17485" y="1414"/>
                    </a:lnTo>
                    <a:lnTo>
                      <a:pt x="16199" y="771"/>
                    </a:lnTo>
                    <a:lnTo>
                      <a:pt x="14785" y="386"/>
                    </a:lnTo>
                    <a:lnTo>
                      <a:pt x="13371" y="129"/>
                    </a:lnTo>
                    <a:lnTo>
                      <a:pt x="1182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9" name="Google Shape;2799;p172"/>
              <p:cNvSpPr/>
              <p:nvPr/>
            </p:nvSpPr>
            <p:spPr>
              <a:xfrm>
                <a:off x="2577425" y="4503025"/>
                <a:ext cx="250700" cy="176800"/>
              </a:xfrm>
              <a:custGeom>
                <a:avLst/>
                <a:gdLst/>
                <a:ahLst/>
                <a:cxnLst/>
                <a:rect l="l" t="t" r="r" b="b"/>
                <a:pathLst>
                  <a:path w="10028" h="7072" extrusionOk="0">
                    <a:moveTo>
                      <a:pt x="8614" y="1"/>
                    </a:moveTo>
                    <a:lnTo>
                      <a:pt x="0" y="4115"/>
                    </a:lnTo>
                    <a:lnTo>
                      <a:pt x="1286" y="7072"/>
                    </a:lnTo>
                    <a:lnTo>
                      <a:pt x="10028" y="2958"/>
                    </a:lnTo>
                    <a:lnTo>
                      <a:pt x="861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0" name="Google Shape;2800;p172"/>
              <p:cNvSpPr/>
              <p:nvPr/>
            </p:nvSpPr>
            <p:spPr>
              <a:xfrm>
                <a:off x="2847400" y="3834525"/>
                <a:ext cx="80375" cy="237875"/>
              </a:xfrm>
              <a:custGeom>
                <a:avLst/>
                <a:gdLst/>
                <a:ahLst/>
                <a:cxnLst/>
                <a:rect l="l" t="t" r="r" b="b"/>
                <a:pathLst>
                  <a:path w="3215" h="9515" extrusionOk="0">
                    <a:moveTo>
                      <a:pt x="0" y="1"/>
                    </a:moveTo>
                    <a:lnTo>
                      <a:pt x="0" y="9514"/>
                    </a:lnTo>
                    <a:lnTo>
                      <a:pt x="3214" y="9514"/>
                    </a:lnTo>
                    <a:lnTo>
                      <a:pt x="321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1" name="Google Shape;2801;p172"/>
              <p:cNvSpPr/>
              <p:nvPr/>
            </p:nvSpPr>
            <p:spPr>
              <a:xfrm>
                <a:off x="2847400" y="4210575"/>
                <a:ext cx="80375" cy="241050"/>
              </a:xfrm>
              <a:custGeom>
                <a:avLst/>
                <a:gdLst/>
                <a:ahLst/>
                <a:cxnLst/>
                <a:rect l="l" t="t" r="r" b="b"/>
                <a:pathLst>
                  <a:path w="3215" h="9642" extrusionOk="0">
                    <a:moveTo>
                      <a:pt x="0" y="0"/>
                    </a:moveTo>
                    <a:lnTo>
                      <a:pt x="0" y="9642"/>
                    </a:lnTo>
                    <a:lnTo>
                      <a:pt x="3214" y="9642"/>
                    </a:lnTo>
                    <a:lnTo>
                      <a:pt x="321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2" name="Google Shape;2802;p172"/>
              <p:cNvSpPr/>
              <p:nvPr/>
            </p:nvSpPr>
            <p:spPr>
              <a:xfrm>
                <a:off x="5132525" y="4596250"/>
                <a:ext cx="652450" cy="591375"/>
              </a:xfrm>
              <a:custGeom>
                <a:avLst/>
                <a:gdLst/>
                <a:ahLst/>
                <a:cxnLst/>
                <a:rect l="l" t="t" r="r" b="b"/>
                <a:pathLst>
                  <a:path w="26098" h="23655" extrusionOk="0">
                    <a:moveTo>
                      <a:pt x="12856" y="0"/>
                    </a:moveTo>
                    <a:lnTo>
                      <a:pt x="11442" y="257"/>
                    </a:lnTo>
                    <a:lnTo>
                      <a:pt x="10156" y="643"/>
                    </a:lnTo>
                    <a:lnTo>
                      <a:pt x="8871" y="1286"/>
                    </a:lnTo>
                    <a:lnTo>
                      <a:pt x="7714" y="1928"/>
                    </a:lnTo>
                    <a:lnTo>
                      <a:pt x="6685" y="2700"/>
                    </a:lnTo>
                    <a:lnTo>
                      <a:pt x="5657" y="3600"/>
                    </a:lnTo>
                    <a:lnTo>
                      <a:pt x="4885" y="4500"/>
                    </a:lnTo>
                    <a:lnTo>
                      <a:pt x="1414" y="2957"/>
                    </a:lnTo>
                    <a:lnTo>
                      <a:pt x="0" y="5785"/>
                    </a:lnTo>
                    <a:lnTo>
                      <a:pt x="3214" y="7328"/>
                    </a:lnTo>
                    <a:lnTo>
                      <a:pt x="2828" y="8356"/>
                    </a:lnTo>
                    <a:lnTo>
                      <a:pt x="2571" y="9513"/>
                    </a:lnTo>
                    <a:lnTo>
                      <a:pt x="2443" y="10670"/>
                    </a:lnTo>
                    <a:lnTo>
                      <a:pt x="2314" y="11827"/>
                    </a:lnTo>
                    <a:lnTo>
                      <a:pt x="2443" y="13113"/>
                    </a:lnTo>
                    <a:lnTo>
                      <a:pt x="2571" y="14270"/>
                    </a:lnTo>
                    <a:lnTo>
                      <a:pt x="2828" y="15427"/>
                    </a:lnTo>
                    <a:lnTo>
                      <a:pt x="3343" y="16455"/>
                    </a:lnTo>
                    <a:lnTo>
                      <a:pt x="3728" y="17484"/>
                    </a:lnTo>
                    <a:lnTo>
                      <a:pt x="4371" y="18512"/>
                    </a:lnTo>
                    <a:lnTo>
                      <a:pt x="5014" y="19412"/>
                    </a:lnTo>
                    <a:lnTo>
                      <a:pt x="5785" y="20184"/>
                    </a:lnTo>
                    <a:lnTo>
                      <a:pt x="6685" y="20955"/>
                    </a:lnTo>
                    <a:lnTo>
                      <a:pt x="7585" y="21726"/>
                    </a:lnTo>
                    <a:lnTo>
                      <a:pt x="8614" y="22241"/>
                    </a:lnTo>
                    <a:lnTo>
                      <a:pt x="9642" y="22755"/>
                    </a:lnTo>
                    <a:lnTo>
                      <a:pt x="10671" y="23141"/>
                    </a:lnTo>
                    <a:lnTo>
                      <a:pt x="11828" y="23526"/>
                    </a:lnTo>
                    <a:lnTo>
                      <a:pt x="12985" y="23655"/>
                    </a:lnTo>
                    <a:lnTo>
                      <a:pt x="15427" y="23655"/>
                    </a:lnTo>
                    <a:lnTo>
                      <a:pt x="16584" y="23526"/>
                    </a:lnTo>
                    <a:lnTo>
                      <a:pt x="17741" y="23141"/>
                    </a:lnTo>
                    <a:lnTo>
                      <a:pt x="18898" y="22755"/>
                    </a:lnTo>
                    <a:lnTo>
                      <a:pt x="19927" y="22241"/>
                    </a:lnTo>
                    <a:lnTo>
                      <a:pt x="20827" y="21726"/>
                    </a:lnTo>
                    <a:lnTo>
                      <a:pt x="21727" y="20955"/>
                    </a:lnTo>
                    <a:lnTo>
                      <a:pt x="22626" y="20184"/>
                    </a:lnTo>
                    <a:lnTo>
                      <a:pt x="23398" y="19412"/>
                    </a:lnTo>
                    <a:lnTo>
                      <a:pt x="24041" y="18512"/>
                    </a:lnTo>
                    <a:lnTo>
                      <a:pt x="24683" y="17484"/>
                    </a:lnTo>
                    <a:lnTo>
                      <a:pt x="25198" y="16455"/>
                    </a:lnTo>
                    <a:lnTo>
                      <a:pt x="25583" y="15427"/>
                    </a:lnTo>
                    <a:lnTo>
                      <a:pt x="25840" y="14270"/>
                    </a:lnTo>
                    <a:lnTo>
                      <a:pt x="25969" y="13113"/>
                    </a:lnTo>
                    <a:lnTo>
                      <a:pt x="26098" y="11827"/>
                    </a:lnTo>
                    <a:lnTo>
                      <a:pt x="25969" y="10670"/>
                    </a:lnTo>
                    <a:lnTo>
                      <a:pt x="25840" y="9513"/>
                    </a:lnTo>
                    <a:lnTo>
                      <a:pt x="25583" y="8356"/>
                    </a:lnTo>
                    <a:lnTo>
                      <a:pt x="25198" y="7199"/>
                    </a:lnTo>
                    <a:lnTo>
                      <a:pt x="24683" y="6171"/>
                    </a:lnTo>
                    <a:lnTo>
                      <a:pt x="24041" y="5271"/>
                    </a:lnTo>
                    <a:lnTo>
                      <a:pt x="23398" y="4242"/>
                    </a:lnTo>
                    <a:lnTo>
                      <a:pt x="22626" y="3471"/>
                    </a:lnTo>
                    <a:lnTo>
                      <a:pt x="21727" y="2700"/>
                    </a:lnTo>
                    <a:lnTo>
                      <a:pt x="20827" y="2057"/>
                    </a:lnTo>
                    <a:lnTo>
                      <a:pt x="19927" y="1414"/>
                    </a:lnTo>
                    <a:lnTo>
                      <a:pt x="18898" y="900"/>
                    </a:lnTo>
                    <a:lnTo>
                      <a:pt x="17741" y="514"/>
                    </a:lnTo>
                    <a:lnTo>
                      <a:pt x="16584" y="257"/>
                    </a:lnTo>
                    <a:lnTo>
                      <a:pt x="15427"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3" name="Google Shape;2803;p172"/>
              <p:cNvSpPr/>
              <p:nvPr/>
            </p:nvSpPr>
            <p:spPr>
              <a:xfrm>
                <a:off x="4692200" y="4217000"/>
                <a:ext cx="80375" cy="241075"/>
              </a:xfrm>
              <a:custGeom>
                <a:avLst/>
                <a:gdLst/>
                <a:ahLst/>
                <a:cxnLst/>
                <a:rect l="l" t="t" r="r" b="b"/>
                <a:pathLst>
                  <a:path w="3215" h="9643" extrusionOk="0">
                    <a:moveTo>
                      <a:pt x="1" y="0"/>
                    </a:moveTo>
                    <a:lnTo>
                      <a:pt x="1" y="9642"/>
                    </a:lnTo>
                    <a:lnTo>
                      <a:pt x="3215" y="9642"/>
                    </a:lnTo>
                    <a:lnTo>
                      <a:pt x="321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4" name="Google Shape;2804;p172"/>
              <p:cNvSpPr/>
              <p:nvPr/>
            </p:nvSpPr>
            <p:spPr>
              <a:xfrm>
                <a:off x="4791850" y="4509450"/>
                <a:ext cx="250700" cy="173600"/>
              </a:xfrm>
              <a:custGeom>
                <a:avLst/>
                <a:gdLst/>
                <a:ahLst/>
                <a:cxnLst/>
                <a:rect l="l" t="t" r="r" b="b"/>
                <a:pathLst>
                  <a:path w="10028" h="6944" extrusionOk="0">
                    <a:moveTo>
                      <a:pt x="1414" y="1"/>
                    </a:moveTo>
                    <a:lnTo>
                      <a:pt x="0" y="2958"/>
                    </a:lnTo>
                    <a:lnTo>
                      <a:pt x="8742" y="6943"/>
                    </a:lnTo>
                    <a:lnTo>
                      <a:pt x="10028" y="4115"/>
                    </a:lnTo>
                    <a:lnTo>
                      <a:pt x="141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5" name="Google Shape;2805;p172"/>
              <p:cNvSpPr/>
              <p:nvPr/>
            </p:nvSpPr>
            <p:spPr>
              <a:xfrm>
                <a:off x="4692200" y="3837750"/>
                <a:ext cx="80375" cy="241075"/>
              </a:xfrm>
              <a:custGeom>
                <a:avLst/>
                <a:gdLst/>
                <a:ahLst/>
                <a:cxnLst/>
                <a:rect l="l" t="t" r="r" b="b"/>
                <a:pathLst>
                  <a:path w="3215" h="9643" extrusionOk="0">
                    <a:moveTo>
                      <a:pt x="1" y="0"/>
                    </a:moveTo>
                    <a:lnTo>
                      <a:pt x="1" y="9642"/>
                    </a:lnTo>
                    <a:lnTo>
                      <a:pt x="3215" y="9642"/>
                    </a:lnTo>
                    <a:lnTo>
                      <a:pt x="321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6" name="Google Shape;2806;p172"/>
              <p:cNvSpPr/>
              <p:nvPr/>
            </p:nvSpPr>
            <p:spPr>
              <a:xfrm>
                <a:off x="1532900" y="1632975"/>
                <a:ext cx="633150" cy="2378350"/>
              </a:xfrm>
              <a:custGeom>
                <a:avLst/>
                <a:gdLst/>
                <a:ahLst/>
                <a:cxnLst/>
                <a:rect l="l" t="t" r="r" b="b"/>
                <a:pathLst>
                  <a:path w="25326" h="95134" extrusionOk="0">
                    <a:moveTo>
                      <a:pt x="1928" y="0"/>
                    </a:moveTo>
                    <a:lnTo>
                      <a:pt x="1928" y="5528"/>
                    </a:lnTo>
                    <a:lnTo>
                      <a:pt x="15427" y="5528"/>
                    </a:lnTo>
                    <a:lnTo>
                      <a:pt x="13499" y="7971"/>
                    </a:lnTo>
                    <a:lnTo>
                      <a:pt x="11699" y="10542"/>
                    </a:lnTo>
                    <a:lnTo>
                      <a:pt x="9899" y="13242"/>
                    </a:lnTo>
                    <a:lnTo>
                      <a:pt x="8356" y="15813"/>
                    </a:lnTo>
                    <a:lnTo>
                      <a:pt x="6942" y="18641"/>
                    </a:lnTo>
                    <a:lnTo>
                      <a:pt x="5657" y="21341"/>
                    </a:lnTo>
                    <a:lnTo>
                      <a:pt x="4500" y="24169"/>
                    </a:lnTo>
                    <a:lnTo>
                      <a:pt x="3471" y="27126"/>
                    </a:lnTo>
                    <a:lnTo>
                      <a:pt x="2571" y="29954"/>
                    </a:lnTo>
                    <a:lnTo>
                      <a:pt x="1800" y="32911"/>
                    </a:lnTo>
                    <a:lnTo>
                      <a:pt x="1157" y="35868"/>
                    </a:lnTo>
                    <a:lnTo>
                      <a:pt x="643" y="38825"/>
                    </a:lnTo>
                    <a:lnTo>
                      <a:pt x="386" y="41910"/>
                    </a:lnTo>
                    <a:lnTo>
                      <a:pt x="129" y="44867"/>
                    </a:lnTo>
                    <a:lnTo>
                      <a:pt x="0" y="47953"/>
                    </a:lnTo>
                    <a:lnTo>
                      <a:pt x="129" y="50909"/>
                    </a:lnTo>
                    <a:lnTo>
                      <a:pt x="257" y="53995"/>
                    </a:lnTo>
                    <a:lnTo>
                      <a:pt x="643" y="56952"/>
                    </a:lnTo>
                    <a:lnTo>
                      <a:pt x="1028" y="59908"/>
                    </a:lnTo>
                    <a:lnTo>
                      <a:pt x="1671" y="62865"/>
                    </a:lnTo>
                    <a:lnTo>
                      <a:pt x="2443" y="65822"/>
                    </a:lnTo>
                    <a:lnTo>
                      <a:pt x="3214" y="68779"/>
                    </a:lnTo>
                    <a:lnTo>
                      <a:pt x="4242" y="71607"/>
                    </a:lnTo>
                    <a:lnTo>
                      <a:pt x="5399" y="74436"/>
                    </a:lnTo>
                    <a:lnTo>
                      <a:pt x="6685" y="77264"/>
                    </a:lnTo>
                    <a:lnTo>
                      <a:pt x="8099" y="79964"/>
                    </a:lnTo>
                    <a:lnTo>
                      <a:pt x="9642" y="82663"/>
                    </a:lnTo>
                    <a:lnTo>
                      <a:pt x="11313" y="85363"/>
                    </a:lnTo>
                    <a:lnTo>
                      <a:pt x="13113" y="87806"/>
                    </a:lnTo>
                    <a:lnTo>
                      <a:pt x="15170" y="90377"/>
                    </a:lnTo>
                    <a:lnTo>
                      <a:pt x="17227" y="92819"/>
                    </a:lnTo>
                    <a:lnTo>
                      <a:pt x="19412" y="95133"/>
                    </a:lnTo>
                    <a:lnTo>
                      <a:pt x="23398" y="91148"/>
                    </a:lnTo>
                    <a:lnTo>
                      <a:pt x="21341" y="89091"/>
                    </a:lnTo>
                    <a:lnTo>
                      <a:pt x="19412" y="86777"/>
                    </a:lnTo>
                    <a:lnTo>
                      <a:pt x="17612" y="84592"/>
                    </a:lnTo>
                    <a:lnTo>
                      <a:pt x="15941" y="82149"/>
                    </a:lnTo>
                    <a:lnTo>
                      <a:pt x="14399" y="79835"/>
                    </a:lnTo>
                    <a:lnTo>
                      <a:pt x="12984" y="77264"/>
                    </a:lnTo>
                    <a:lnTo>
                      <a:pt x="11699" y="74821"/>
                    </a:lnTo>
                    <a:lnTo>
                      <a:pt x="10413" y="72250"/>
                    </a:lnTo>
                    <a:lnTo>
                      <a:pt x="9385" y="69679"/>
                    </a:lnTo>
                    <a:lnTo>
                      <a:pt x="8485" y="66979"/>
                    </a:lnTo>
                    <a:lnTo>
                      <a:pt x="7713" y="64279"/>
                    </a:lnTo>
                    <a:lnTo>
                      <a:pt x="7071" y="61580"/>
                    </a:lnTo>
                    <a:lnTo>
                      <a:pt x="6428" y="58880"/>
                    </a:lnTo>
                    <a:lnTo>
                      <a:pt x="6042" y="56180"/>
                    </a:lnTo>
                    <a:lnTo>
                      <a:pt x="5785" y="53352"/>
                    </a:lnTo>
                    <a:lnTo>
                      <a:pt x="5528" y="50652"/>
                    </a:lnTo>
                    <a:lnTo>
                      <a:pt x="5528" y="47824"/>
                    </a:lnTo>
                    <a:lnTo>
                      <a:pt x="5657" y="45124"/>
                    </a:lnTo>
                    <a:lnTo>
                      <a:pt x="5785" y="42296"/>
                    </a:lnTo>
                    <a:lnTo>
                      <a:pt x="6171" y="39596"/>
                    </a:lnTo>
                    <a:lnTo>
                      <a:pt x="6556" y="36768"/>
                    </a:lnTo>
                    <a:lnTo>
                      <a:pt x="7199" y="34068"/>
                    </a:lnTo>
                    <a:lnTo>
                      <a:pt x="7842" y="31369"/>
                    </a:lnTo>
                    <a:lnTo>
                      <a:pt x="8742" y="28669"/>
                    </a:lnTo>
                    <a:lnTo>
                      <a:pt x="9642" y="26098"/>
                    </a:lnTo>
                    <a:lnTo>
                      <a:pt x="10670" y="23526"/>
                    </a:lnTo>
                    <a:lnTo>
                      <a:pt x="11956" y="20955"/>
                    </a:lnTo>
                    <a:lnTo>
                      <a:pt x="13242" y="18384"/>
                    </a:lnTo>
                    <a:lnTo>
                      <a:pt x="14656" y="15942"/>
                    </a:lnTo>
                    <a:lnTo>
                      <a:pt x="16327" y="13499"/>
                    </a:lnTo>
                    <a:lnTo>
                      <a:pt x="17998" y="11185"/>
                    </a:lnTo>
                    <a:lnTo>
                      <a:pt x="19798" y="8871"/>
                    </a:lnTo>
                    <a:lnTo>
                      <a:pt x="19798" y="23398"/>
                    </a:lnTo>
                    <a:lnTo>
                      <a:pt x="25326" y="23398"/>
                    </a:lnTo>
                    <a:lnTo>
                      <a:pt x="2532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7" name="Google Shape;2807;p172"/>
              <p:cNvSpPr/>
              <p:nvPr/>
            </p:nvSpPr>
            <p:spPr>
              <a:xfrm>
                <a:off x="5441050" y="1674750"/>
                <a:ext cx="646025" cy="2420125"/>
              </a:xfrm>
              <a:custGeom>
                <a:avLst/>
                <a:gdLst/>
                <a:ahLst/>
                <a:cxnLst/>
                <a:rect l="l" t="t" r="r" b="b"/>
                <a:pathLst>
                  <a:path w="25841" h="96805" extrusionOk="0">
                    <a:moveTo>
                      <a:pt x="6429" y="1"/>
                    </a:moveTo>
                    <a:lnTo>
                      <a:pt x="2572" y="3857"/>
                    </a:lnTo>
                    <a:lnTo>
                      <a:pt x="4629" y="6043"/>
                    </a:lnTo>
                    <a:lnTo>
                      <a:pt x="6557" y="8228"/>
                    </a:lnTo>
                    <a:lnTo>
                      <a:pt x="8357" y="10542"/>
                    </a:lnTo>
                    <a:lnTo>
                      <a:pt x="10028" y="12985"/>
                    </a:lnTo>
                    <a:lnTo>
                      <a:pt x="11571" y="15428"/>
                    </a:lnTo>
                    <a:lnTo>
                      <a:pt x="12985" y="17870"/>
                    </a:lnTo>
                    <a:lnTo>
                      <a:pt x="14271" y="20441"/>
                    </a:lnTo>
                    <a:lnTo>
                      <a:pt x="15556" y="23012"/>
                    </a:lnTo>
                    <a:lnTo>
                      <a:pt x="16585" y="25712"/>
                    </a:lnTo>
                    <a:lnTo>
                      <a:pt x="17485" y="28412"/>
                    </a:lnTo>
                    <a:lnTo>
                      <a:pt x="18256" y="31112"/>
                    </a:lnTo>
                    <a:lnTo>
                      <a:pt x="18899" y="33811"/>
                    </a:lnTo>
                    <a:lnTo>
                      <a:pt x="19413" y="36511"/>
                    </a:lnTo>
                    <a:lnTo>
                      <a:pt x="19927" y="39339"/>
                    </a:lnTo>
                    <a:lnTo>
                      <a:pt x="20184" y="42168"/>
                    </a:lnTo>
                    <a:lnTo>
                      <a:pt x="20313" y="44867"/>
                    </a:lnTo>
                    <a:lnTo>
                      <a:pt x="20313" y="47696"/>
                    </a:lnTo>
                    <a:lnTo>
                      <a:pt x="20184" y="50524"/>
                    </a:lnTo>
                    <a:lnTo>
                      <a:pt x="20056" y="53352"/>
                    </a:lnTo>
                    <a:lnTo>
                      <a:pt x="19670" y="56052"/>
                    </a:lnTo>
                    <a:lnTo>
                      <a:pt x="19156" y="58880"/>
                    </a:lnTo>
                    <a:lnTo>
                      <a:pt x="18642" y="61580"/>
                    </a:lnTo>
                    <a:lnTo>
                      <a:pt x="17870" y="64280"/>
                    </a:lnTo>
                    <a:lnTo>
                      <a:pt x="16970" y="66979"/>
                    </a:lnTo>
                    <a:lnTo>
                      <a:pt x="15942" y="69679"/>
                    </a:lnTo>
                    <a:lnTo>
                      <a:pt x="14914" y="72250"/>
                    </a:lnTo>
                    <a:lnTo>
                      <a:pt x="13628" y="74821"/>
                    </a:lnTo>
                    <a:lnTo>
                      <a:pt x="12214" y="77393"/>
                    </a:lnTo>
                    <a:lnTo>
                      <a:pt x="10800" y="79835"/>
                    </a:lnTo>
                    <a:lnTo>
                      <a:pt x="9128" y="82278"/>
                    </a:lnTo>
                    <a:lnTo>
                      <a:pt x="7329" y="84592"/>
                    </a:lnTo>
                    <a:lnTo>
                      <a:pt x="5529" y="86906"/>
                    </a:lnTo>
                    <a:lnTo>
                      <a:pt x="5529" y="73536"/>
                    </a:lnTo>
                    <a:lnTo>
                      <a:pt x="1" y="73536"/>
                    </a:lnTo>
                    <a:lnTo>
                      <a:pt x="1" y="96805"/>
                    </a:lnTo>
                    <a:lnTo>
                      <a:pt x="23398" y="96805"/>
                    </a:lnTo>
                    <a:lnTo>
                      <a:pt x="23398" y="91405"/>
                    </a:lnTo>
                    <a:lnTo>
                      <a:pt x="8871" y="91405"/>
                    </a:lnTo>
                    <a:lnTo>
                      <a:pt x="10928" y="88834"/>
                    </a:lnTo>
                    <a:lnTo>
                      <a:pt x="12985" y="86263"/>
                    </a:lnTo>
                    <a:lnTo>
                      <a:pt x="14785" y="83692"/>
                    </a:lnTo>
                    <a:lnTo>
                      <a:pt x="16456" y="80992"/>
                    </a:lnTo>
                    <a:lnTo>
                      <a:pt x="18128" y="78164"/>
                    </a:lnTo>
                    <a:lnTo>
                      <a:pt x="19542" y="75464"/>
                    </a:lnTo>
                    <a:lnTo>
                      <a:pt x="20699" y="72507"/>
                    </a:lnTo>
                    <a:lnTo>
                      <a:pt x="21856" y="69679"/>
                    </a:lnTo>
                    <a:lnTo>
                      <a:pt x="22884" y="66722"/>
                    </a:lnTo>
                    <a:lnTo>
                      <a:pt x="23784" y="63637"/>
                    </a:lnTo>
                    <a:lnTo>
                      <a:pt x="24427" y="60680"/>
                    </a:lnTo>
                    <a:lnTo>
                      <a:pt x="25070" y="57595"/>
                    </a:lnTo>
                    <a:lnTo>
                      <a:pt x="25455" y="54509"/>
                    </a:lnTo>
                    <a:lnTo>
                      <a:pt x="25712" y="51424"/>
                    </a:lnTo>
                    <a:lnTo>
                      <a:pt x="25841" y="48338"/>
                    </a:lnTo>
                    <a:lnTo>
                      <a:pt x="25841" y="45253"/>
                    </a:lnTo>
                    <a:lnTo>
                      <a:pt x="25712" y="42168"/>
                    </a:lnTo>
                    <a:lnTo>
                      <a:pt x="25455" y="39082"/>
                    </a:lnTo>
                    <a:lnTo>
                      <a:pt x="24941" y="36125"/>
                    </a:lnTo>
                    <a:lnTo>
                      <a:pt x="24427" y="33040"/>
                    </a:lnTo>
                    <a:lnTo>
                      <a:pt x="23656" y="29955"/>
                    </a:lnTo>
                    <a:lnTo>
                      <a:pt x="22884" y="26998"/>
                    </a:lnTo>
                    <a:lnTo>
                      <a:pt x="21856" y="24041"/>
                    </a:lnTo>
                    <a:lnTo>
                      <a:pt x="20699" y="21213"/>
                    </a:lnTo>
                    <a:lnTo>
                      <a:pt x="19413" y="18256"/>
                    </a:lnTo>
                    <a:lnTo>
                      <a:pt x="17999" y="15428"/>
                    </a:lnTo>
                    <a:lnTo>
                      <a:pt x="16456" y="12728"/>
                    </a:lnTo>
                    <a:lnTo>
                      <a:pt x="14656" y="10028"/>
                    </a:lnTo>
                    <a:lnTo>
                      <a:pt x="12857" y="7457"/>
                    </a:lnTo>
                    <a:lnTo>
                      <a:pt x="10800" y="4886"/>
                    </a:lnTo>
                    <a:lnTo>
                      <a:pt x="8743" y="2315"/>
                    </a:lnTo>
                    <a:lnTo>
                      <a:pt x="6429"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2808" name="Google Shape;2808;p172"/>
          <p:cNvGrpSpPr/>
          <p:nvPr/>
        </p:nvGrpSpPr>
        <p:grpSpPr>
          <a:xfrm>
            <a:off x="414775" y="4488800"/>
            <a:ext cx="1873300" cy="677100"/>
            <a:chOff x="414775" y="4488800"/>
            <a:chExt cx="1873300" cy="677100"/>
          </a:xfrm>
        </p:grpSpPr>
        <p:sp>
          <p:nvSpPr>
            <p:cNvPr id="2809" name="Google Shape;2809;p172"/>
            <p:cNvSpPr/>
            <p:nvPr/>
          </p:nvSpPr>
          <p:spPr>
            <a:xfrm>
              <a:off x="414775" y="4701125"/>
              <a:ext cx="171600" cy="171600"/>
            </a:xfrm>
            <a:prstGeom prst="ellipse">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BM Plex Sans"/>
                <a:ea typeface="IBM Plex Sans"/>
                <a:cs typeface="IBM Plex Sans"/>
                <a:sym typeface="IBM Plex Sans"/>
              </a:endParaRPr>
            </a:p>
          </p:txBody>
        </p:sp>
        <p:cxnSp>
          <p:nvCxnSpPr>
            <p:cNvPr id="2810" name="Google Shape;2810;p172"/>
            <p:cNvCxnSpPr/>
            <p:nvPr/>
          </p:nvCxnSpPr>
          <p:spPr>
            <a:xfrm>
              <a:off x="659150" y="4786925"/>
              <a:ext cx="791700" cy="0"/>
            </a:xfrm>
            <a:prstGeom prst="straightConnector1">
              <a:avLst/>
            </a:prstGeom>
            <a:noFill/>
            <a:ln w="38100" cap="flat" cmpd="sng">
              <a:solidFill>
                <a:schemeClr val="lt1"/>
              </a:solidFill>
              <a:prstDash val="dot"/>
              <a:round/>
              <a:headEnd type="none" w="med" len="med"/>
              <a:tailEnd type="none" w="med" len="med"/>
            </a:ln>
          </p:spPr>
        </p:cxnSp>
        <p:sp>
          <p:nvSpPr>
            <p:cNvPr id="2811" name="Google Shape;2811;p172"/>
            <p:cNvSpPr txBox="1"/>
            <p:nvPr/>
          </p:nvSpPr>
          <p:spPr>
            <a:xfrm>
              <a:off x="1423475" y="4488800"/>
              <a:ext cx="864600" cy="677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600" b="1">
                  <a:solidFill>
                    <a:schemeClr val="lt1"/>
                  </a:solidFill>
                  <a:latin typeface="IBM Plex Sans"/>
                  <a:ea typeface="IBM Plex Sans"/>
                  <a:cs typeface="IBM Plex Sans"/>
                  <a:sym typeface="IBM Plex Sans"/>
                </a:rPr>
                <a:t>&lt;$1M</a:t>
              </a:r>
              <a:endParaRPr sz="1600" b="1">
                <a:solidFill>
                  <a:schemeClr val="lt1"/>
                </a:solidFill>
                <a:latin typeface="IBM Plex Sans"/>
                <a:ea typeface="IBM Plex Sans"/>
                <a:cs typeface="IBM Plex Sans"/>
                <a:sym typeface="IBM Plex Sans"/>
              </a:endParaRPr>
            </a:p>
            <a:p>
              <a:pPr marL="0" lvl="0" indent="0" algn="ctr" rtl="0">
                <a:spcBef>
                  <a:spcPts val="0"/>
                </a:spcBef>
                <a:spcAft>
                  <a:spcPts val="0"/>
                </a:spcAft>
                <a:buNone/>
              </a:pPr>
              <a:r>
                <a:rPr lang="en" sz="1600">
                  <a:solidFill>
                    <a:schemeClr val="lt1"/>
                  </a:solidFill>
                  <a:latin typeface="IBM Plex Sans"/>
                  <a:ea typeface="IBM Plex Sans"/>
                  <a:cs typeface="IBM Plex Sans"/>
                  <a:sym typeface="IBM Plex Sans"/>
                </a:rPr>
                <a:t>(FY08)</a:t>
              </a:r>
              <a:endParaRPr sz="1600">
                <a:solidFill>
                  <a:schemeClr val="lt1"/>
                </a:solidFill>
                <a:latin typeface="IBM Plex Sans"/>
                <a:ea typeface="IBM Plex Sans"/>
                <a:cs typeface="IBM Plex Sans"/>
                <a:sym typeface="IBM Plex Sans"/>
              </a:endParaRPr>
            </a:p>
          </p:txBody>
        </p:sp>
      </p:grpSp>
      <p:grpSp>
        <p:nvGrpSpPr>
          <p:cNvPr id="2812" name="Google Shape;2812;p172"/>
          <p:cNvGrpSpPr/>
          <p:nvPr/>
        </p:nvGrpSpPr>
        <p:grpSpPr>
          <a:xfrm>
            <a:off x="2330825" y="4058025"/>
            <a:ext cx="1927825" cy="677100"/>
            <a:chOff x="2330825" y="4058025"/>
            <a:chExt cx="1927825" cy="677100"/>
          </a:xfrm>
        </p:grpSpPr>
        <p:sp>
          <p:nvSpPr>
            <p:cNvPr id="2813" name="Google Shape;2813;p172"/>
            <p:cNvSpPr/>
            <p:nvPr/>
          </p:nvSpPr>
          <p:spPr>
            <a:xfrm>
              <a:off x="2330825" y="4310775"/>
              <a:ext cx="171600" cy="171600"/>
            </a:xfrm>
            <a:prstGeom prst="ellipse">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BM Plex Sans"/>
                <a:ea typeface="IBM Plex Sans"/>
                <a:cs typeface="IBM Plex Sans"/>
                <a:sym typeface="IBM Plex Sans"/>
              </a:endParaRPr>
            </a:p>
          </p:txBody>
        </p:sp>
        <p:cxnSp>
          <p:nvCxnSpPr>
            <p:cNvPr id="2814" name="Google Shape;2814;p172"/>
            <p:cNvCxnSpPr/>
            <p:nvPr/>
          </p:nvCxnSpPr>
          <p:spPr>
            <a:xfrm>
              <a:off x="2591175" y="4396575"/>
              <a:ext cx="802800" cy="0"/>
            </a:xfrm>
            <a:prstGeom prst="straightConnector1">
              <a:avLst/>
            </a:prstGeom>
            <a:noFill/>
            <a:ln w="38100" cap="flat" cmpd="sng">
              <a:solidFill>
                <a:schemeClr val="lt1"/>
              </a:solidFill>
              <a:prstDash val="dot"/>
              <a:round/>
              <a:headEnd type="none" w="med" len="med"/>
              <a:tailEnd type="none" w="med" len="med"/>
            </a:ln>
          </p:spPr>
        </p:cxnSp>
        <p:sp>
          <p:nvSpPr>
            <p:cNvPr id="2815" name="Google Shape;2815;p172"/>
            <p:cNvSpPr txBox="1"/>
            <p:nvPr/>
          </p:nvSpPr>
          <p:spPr>
            <a:xfrm>
              <a:off x="3394050" y="4058025"/>
              <a:ext cx="864600" cy="677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600" b="1">
                  <a:solidFill>
                    <a:srgbClr val="D2FF1D"/>
                  </a:solidFill>
                  <a:latin typeface="IBM Plex Sans"/>
                  <a:ea typeface="IBM Plex Sans"/>
                  <a:cs typeface="IBM Plex Sans"/>
                  <a:sym typeface="IBM Plex Sans"/>
                </a:rPr>
                <a:t>$1M</a:t>
              </a:r>
              <a:endParaRPr sz="1600" b="1">
                <a:solidFill>
                  <a:srgbClr val="D2FF1D"/>
                </a:solidFill>
                <a:latin typeface="IBM Plex Sans"/>
                <a:ea typeface="IBM Plex Sans"/>
                <a:cs typeface="IBM Plex Sans"/>
                <a:sym typeface="IBM Plex Sans"/>
              </a:endParaRPr>
            </a:p>
            <a:p>
              <a:pPr marL="0" lvl="0" indent="0" algn="ctr" rtl="0">
                <a:spcBef>
                  <a:spcPts val="0"/>
                </a:spcBef>
                <a:spcAft>
                  <a:spcPts val="0"/>
                </a:spcAft>
                <a:buNone/>
              </a:pPr>
              <a:r>
                <a:rPr lang="en" sz="1600">
                  <a:solidFill>
                    <a:srgbClr val="D2FF1D"/>
                  </a:solidFill>
                  <a:latin typeface="IBM Plex Sans"/>
                  <a:ea typeface="IBM Plex Sans"/>
                  <a:cs typeface="IBM Plex Sans"/>
                  <a:sym typeface="IBM Plex Sans"/>
                </a:rPr>
                <a:t>(2012)</a:t>
              </a:r>
              <a:endParaRPr sz="1600">
                <a:solidFill>
                  <a:srgbClr val="D2FF1D"/>
                </a:solidFill>
                <a:latin typeface="IBM Plex Sans"/>
                <a:ea typeface="IBM Plex Sans"/>
                <a:cs typeface="IBM Plex Sans"/>
                <a:sym typeface="IBM Plex Sans"/>
              </a:endParaRPr>
            </a:p>
          </p:txBody>
        </p:sp>
      </p:grpSp>
      <p:grpSp>
        <p:nvGrpSpPr>
          <p:cNvPr id="2816" name="Google Shape;2816;p172"/>
          <p:cNvGrpSpPr/>
          <p:nvPr/>
        </p:nvGrpSpPr>
        <p:grpSpPr>
          <a:xfrm>
            <a:off x="3866850" y="3427750"/>
            <a:ext cx="1987425" cy="677100"/>
            <a:chOff x="3866850" y="3427750"/>
            <a:chExt cx="1987425" cy="677100"/>
          </a:xfrm>
        </p:grpSpPr>
        <p:sp>
          <p:nvSpPr>
            <p:cNvPr id="2817" name="Google Shape;2817;p172"/>
            <p:cNvSpPr/>
            <p:nvPr/>
          </p:nvSpPr>
          <p:spPr>
            <a:xfrm>
              <a:off x="3866850" y="3680500"/>
              <a:ext cx="171600" cy="171600"/>
            </a:xfrm>
            <a:prstGeom prst="ellipse">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BM Plex Sans"/>
                <a:ea typeface="IBM Plex Sans"/>
                <a:cs typeface="IBM Plex Sans"/>
                <a:sym typeface="IBM Plex Sans"/>
              </a:endParaRPr>
            </a:p>
          </p:txBody>
        </p:sp>
        <p:cxnSp>
          <p:nvCxnSpPr>
            <p:cNvPr id="2818" name="Google Shape;2818;p172"/>
            <p:cNvCxnSpPr/>
            <p:nvPr/>
          </p:nvCxnSpPr>
          <p:spPr>
            <a:xfrm>
              <a:off x="4125075" y="3766300"/>
              <a:ext cx="864600" cy="0"/>
            </a:xfrm>
            <a:prstGeom prst="straightConnector1">
              <a:avLst/>
            </a:prstGeom>
            <a:noFill/>
            <a:ln w="38100" cap="flat" cmpd="sng">
              <a:solidFill>
                <a:schemeClr val="lt1"/>
              </a:solidFill>
              <a:prstDash val="dot"/>
              <a:round/>
              <a:headEnd type="none" w="med" len="med"/>
              <a:tailEnd type="none" w="med" len="med"/>
            </a:ln>
          </p:spPr>
        </p:cxnSp>
        <p:sp>
          <p:nvSpPr>
            <p:cNvPr id="2819" name="Google Shape;2819;p172"/>
            <p:cNvSpPr txBox="1"/>
            <p:nvPr/>
          </p:nvSpPr>
          <p:spPr>
            <a:xfrm>
              <a:off x="4989675" y="3427750"/>
              <a:ext cx="864600" cy="677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600" b="1">
                  <a:solidFill>
                    <a:srgbClr val="D2FF1D"/>
                  </a:solidFill>
                  <a:latin typeface="IBM Plex Sans"/>
                  <a:ea typeface="IBM Plex Sans"/>
                  <a:cs typeface="IBM Plex Sans"/>
                  <a:sym typeface="IBM Plex Sans"/>
                </a:rPr>
                <a:t>$10M</a:t>
              </a:r>
              <a:endParaRPr sz="1600" b="1">
                <a:solidFill>
                  <a:srgbClr val="D2FF1D"/>
                </a:solidFill>
                <a:latin typeface="IBM Plex Sans"/>
                <a:ea typeface="IBM Plex Sans"/>
                <a:cs typeface="IBM Plex Sans"/>
                <a:sym typeface="IBM Plex Sans"/>
              </a:endParaRPr>
            </a:p>
            <a:p>
              <a:pPr marL="0" lvl="0" indent="0" algn="ctr" rtl="0">
                <a:spcBef>
                  <a:spcPts val="0"/>
                </a:spcBef>
                <a:spcAft>
                  <a:spcPts val="0"/>
                </a:spcAft>
                <a:buNone/>
              </a:pPr>
              <a:r>
                <a:rPr lang="en" sz="1600">
                  <a:solidFill>
                    <a:srgbClr val="D2FF1D"/>
                  </a:solidFill>
                  <a:latin typeface="IBM Plex Sans"/>
                  <a:ea typeface="IBM Plex Sans"/>
                  <a:cs typeface="IBM Plex Sans"/>
                  <a:sym typeface="IBM Plex Sans"/>
                </a:rPr>
                <a:t>(2018)</a:t>
              </a:r>
              <a:endParaRPr sz="1600">
                <a:solidFill>
                  <a:srgbClr val="D2FF1D"/>
                </a:solidFill>
                <a:latin typeface="IBM Plex Sans"/>
                <a:ea typeface="IBM Plex Sans"/>
                <a:cs typeface="IBM Plex Sans"/>
                <a:sym typeface="IBM Plex Sans"/>
              </a:endParaRPr>
            </a:p>
          </p:txBody>
        </p:sp>
      </p:grpSp>
      <p:grpSp>
        <p:nvGrpSpPr>
          <p:cNvPr id="2820" name="Google Shape;2820;p172"/>
          <p:cNvGrpSpPr/>
          <p:nvPr/>
        </p:nvGrpSpPr>
        <p:grpSpPr>
          <a:xfrm>
            <a:off x="5129800" y="2656325"/>
            <a:ext cx="1912075" cy="677100"/>
            <a:chOff x="5129800" y="2656325"/>
            <a:chExt cx="1912075" cy="677100"/>
          </a:xfrm>
        </p:grpSpPr>
        <p:sp>
          <p:nvSpPr>
            <p:cNvPr id="2821" name="Google Shape;2821;p172"/>
            <p:cNvSpPr/>
            <p:nvPr/>
          </p:nvSpPr>
          <p:spPr>
            <a:xfrm>
              <a:off x="5129800" y="2909075"/>
              <a:ext cx="171600" cy="1716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BM Plex Sans"/>
                <a:ea typeface="IBM Plex Sans"/>
                <a:cs typeface="IBM Plex Sans"/>
                <a:sym typeface="IBM Plex Sans"/>
              </a:endParaRPr>
            </a:p>
          </p:txBody>
        </p:sp>
        <p:cxnSp>
          <p:nvCxnSpPr>
            <p:cNvPr id="2822" name="Google Shape;2822;p172"/>
            <p:cNvCxnSpPr/>
            <p:nvPr/>
          </p:nvCxnSpPr>
          <p:spPr>
            <a:xfrm>
              <a:off x="5385300" y="2994875"/>
              <a:ext cx="792000" cy="0"/>
            </a:xfrm>
            <a:prstGeom prst="straightConnector1">
              <a:avLst/>
            </a:prstGeom>
            <a:noFill/>
            <a:ln w="38100" cap="flat" cmpd="sng">
              <a:solidFill>
                <a:schemeClr val="lt1"/>
              </a:solidFill>
              <a:prstDash val="dot"/>
              <a:round/>
              <a:headEnd type="none" w="med" len="med"/>
              <a:tailEnd type="none" w="med" len="med"/>
            </a:ln>
          </p:spPr>
        </p:cxnSp>
        <p:sp>
          <p:nvSpPr>
            <p:cNvPr id="2823" name="Google Shape;2823;p172"/>
            <p:cNvSpPr txBox="1"/>
            <p:nvPr/>
          </p:nvSpPr>
          <p:spPr>
            <a:xfrm>
              <a:off x="6177275" y="2656325"/>
              <a:ext cx="864600" cy="677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600" b="1">
                  <a:solidFill>
                    <a:srgbClr val="D2FF1D"/>
                  </a:solidFill>
                  <a:latin typeface="IBM Plex Sans"/>
                  <a:ea typeface="IBM Plex Sans"/>
                  <a:cs typeface="IBM Plex Sans"/>
                  <a:sym typeface="IBM Plex Sans"/>
                </a:rPr>
                <a:t>$50M</a:t>
              </a:r>
              <a:endParaRPr sz="1600" b="1">
                <a:solidFill>
                  <a:srgbClr val="D2FF1D"/>
                </a:solidFill>
                <a:latin typeface="IBM Plex Sans"/>
                <a:ea typeface="IBM Plex Sans"/>
                <a:cs typeface="IBM Plex Sans"/>
                <a:sym typeface="IBM Plex Sans"/>
              </a:endParaRPr>
            </a:p>
            <a:p>
              <a:pPr marL="0" lvl="0" indent="0" algn="ctr" rtl="0">
                <a:spcBef>
                  <a:spcPts val="0"/>
                </a:spcBef>
                <a:spcAft>
                  <a:spcPts val="0"/>
                </a:spcAft>
                <a:buNone/>
              </a:pPr>
              <a:r>
                <a:rPr lang="en" sz="1600">
                  <a:solidFill>
                    <a:srgbClr val="D2FF1D"/>
                  </a:solidFill>
                  <a:latin typeface="IBM Plex Sans"/>
                  <a:ea typeface="IBM Plex Sans"/>
                  <a:cs typeface="IBM Plex Sans"/>
                  <a:sym typeface="IBM Plex Sans"/>
                </a:rPr>
                <a:t>(2022)</a:t>
              </a:r>
              <a:endParaRPr sz="1600">
                <a:solidFill>
                  <a:srgbClr val="D2FF1D"/>
                </a:solidFill>
                <a:latin typeface="IBM Plex Sans"/>
                <a:ea typeface="IBM Plex Sans"/>
                <a:cs typeface="IBM Plex Sans"/>
                <a:sym typeface="IBM Plex Sans"/>
              </a:endParaRPr>
            </a:p>
          </p:txBody>
        </p:sp>
      </p:grpSp>
      <p:grpSp>
        <p:nvGrpSpPr>
          <p:cNvPr id="2824" name="Google Shape;2824;p172"/>
          <p:cNvGrpSpPr/>
          <p:nvPr/>
        </p:nvGrpSpPr>
        <p:grpSpPr>
          <a:xfrm>
            <a:off x="6111325" y="1825225"/>
            <a:ext cx="2194200" cy="677100"/>
            <a:chOff x="6111325" y="1825225"/>
            <a:chExt cx="2194200" cy="677100"/>
          </a:xfrm>
        </p:grpSpPr>
        <p:sp>
          <p:nvSpPr>
            <p:cNvPr id="2825" name="Google Shape;2825;p172"/>
            <p:cNvSpPr/>
            <p:nvPr/>
          </p:nvSpPr>
          <p:spPr>
            <a:xfrm>
              <a:off x="6111325" y="2077975"/>
              <a:ext cx="171600" cy="171600"/>
            </a:xfrm>
            <a:prstGeom prst="ellipse">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BM Plex Sans"/>
                <a:ea typeface="IBM Plex Sans"/>
                <a:cs typeface="IBM Plex Sans"/>
                <a:sym typeface="IBM Plex Sans"/>
              </a:endParaRPr>
            </a:p>
          </p:txBody>
        </p:sp>
        <p:cxnSp>
          <p:nvCxnSpPr>
            <p:cNvPr id="2826" name="Google Shape;2826;p172"/>
            <p:cNvCxnSpPr/>
            <p:nvPr/>
          </p:nvCxnSpPr>
          <p:spPr>
            <a:xfrm>
              <a:off x="6368000" y="2163775"/>
              <a:ext cx="798000" cy="0"/>
            </a:xfrm>
            <a:prstGeom prst="straightConnector1">
              <a:avLst/>
            </a:prstGeom>
            <a:noFill/>
            <a:ln w="38100" cap="flat" cmpd="sng">
              <a:solidFill>
                <a:schemeClr val="lt1"/>
              </a:solidFill>
              <a:prstDash val="dot"/>
              <a:round/>
              <a:headEnd type="none" w="med" len="med"/>
              <a:tailEnd type="none" w="med" len="med"/>
            </a:ln>
          </p:spPr>
        </p:cxnSp>
        <p:sp>
          <p:nvSpPr>
            <p:cNvPr id="2827" name="Google Shape;2827;p172"/>
            <p:cNvSpPr txBox="1"/>
            <p:nvPr/>
          </p:nvSpPr>
          <p:spPr>
            <a:xfrm>
              <a:off x="7165525" y="1825225"/>
              <a:ext cx="1140000" cy="677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600" b="1">
                  <a:solidFill>
                    <a:srgbClr val="D2FF1D"/>
                  </a:solidFill>
                  <a:latin typeface="IBM Plex Sans"/>
                  <a:ea typeface="IBM Plex Sans"/>
                  <a:cs typeface="IBM Plex Sans"/>
                  <a:sym typeface="IBM Plex Sans"/>
                </a:rPr>
                <a:t>$100M</a:t>
              </a:r>
              <a:endParaRPr sz="1600" b="1">
                <a:solidFill>
                  <a:srgbClr val="D2FF1D"/>
                </a:solidFill>
                <a:latin typeface="IBM Plex Sans"/>
                <a:ea typeface="IBM Plex Sans"/>
                <a:cs typeface="IBM Plex Sans"/>
                <a:sym typeface="IBM Plex Sans"/>
              </a:endParaRPr>
            </a:p>
            <a:p>
              <a:pPr marL="0" lvl="0" indent="0" algn="ctr" rtl="0">
                <a:spcBef>
                  <a:spcPts val="0"/>
                </a:spcBef>
                <a:spcAft>
                  <a:spcPts val="0"/>
                </a:spcAft>
                <a:buNone/>
              </a:pPr>
              <a:r>
                <a:rPr lang="en" sz="1600">
                  <a:solidFill>
                    <a:srgbClr val="D2FF1D"/>
                  </a:solidFill>
                  <a:latin typeface="IBM Plex Sans"/>
                  <a:ea typeface="IBM Plex Sans"/>
                  <a:cs typeface="IBM Plex Sans"/>
                  <a:sym typeface="IBM Plex Sans"/>
                </a:rPr>
                <a:t>(Q3 2024)</a:t>
              </a:r>
              <a:endParaRPr sz="1600">
                <a:solidFill>
                  <a:srgbClr val="D2FF1D"/>
                </a:solidFill>
                <a:latin typeface="IBM Plex Sans"/>
                <a:ea typeface="IBM Plex Sans"/>
                <a:cs typeface="IBM Plex Sans"/>
                <a:sym typeface="IBM Plex Sans"/>
              </a:endParaRPr>
            </a:p>
          </p:txBody>
        </p:sp>
      </p:grpSp>
      <p:grpSp>
        <p:nvGrpSpPr>
          <p:cNvPr id="2828" name="Google Shape;2828;p172"/>
          <p:cNvGrpSpPr/>
          <p:nvPr/>
        </p:nvGrpSpPr>
        <p:grpSpPr>
          <a:xfrm>
            <a:off x="6857825" y="844775"/>
            <a:ext cx="2286225" cy="1072750"/>
            <a:chOff x="6857825" y="844775"/>
            <a:chExt cx="2286225" cy="1072750"/>
          </a:xfrm>
        </p:grpSpPr>
        <p:sp>
          <p:nvSpPr>
            <p:cNvPr id="2829" name="Google Shape;2829;p172"/>
            <p:cNvSpPr/>
            <p:nvPr/>
          </p:nvSpPr>
          <p:spPr>
            <a:xfrm>
              <a:off x="6857825" y="1246875"/>
              <a:ext cx="171600" cy="171600"/>
            </a:xfrm>
            <a:prstGeom prst="ellipse">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BM Plex Sans"/>
                <a:ea typeface="IBM Plex Sans"/>
                <a:cs typeface="IBM Plex Sans"/>
                <a:sym typeface="IBM Plex Sans"/>
              </a:endParaRPr>
            </a:p>
          </p:txBody>
        </p:sp>
        <p:cxnSp>
          <p:nvCxnSpPr>
            <p:cNvPr id="2830" name="Google Shape;2830;p172"/>
            <p:cNvCxnSpPr/>
            <p:nvPr/>
          </p:nvCxnSpPr>
          <p:spPr>
            <a:xfrm>
              <a:off x="7117400" y="1332675"/>
              <a:ext cx="795000" cy="0"/>
            </a:xfrm>
            <a:prstGeom prst="straightConnector1">
              <a:avLst/>
            </a:prstGeom>
            <a:noFill/>
            <a:ln w="38100" cap="flat" cmpd="sng">
              <a:solidFill>
                <a:schemeClr val="lt1"/>
              </a:solidFill>
              <a:prstDash val="dot"/>
              <a:round/>
              <a:headEnd type="none" w="med" len="med"/>
              <a:tailEnd type="none" w="med" len="med"/>
            </a:ln>
          </p:spPr>
        </p:cxnSp>
        <p:sp>
          <p:nvSpPr>
            <p:cNvPr id="2831" name="Google Shape;2831;p172"/>
            <p:cNvSpPr txBox="1"/>
            <p:nvPr/>
          </p:nvSpPr>
          <p:spPr>
            <a:xfrm>
              <a:off x="7912250" y="994125"/>
              <a:ext cx="1231800" cy="9234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endParaRPr sz="1600" b="1">
                <a:solidFill>
                  <a:srgbClr val="D2FF1D"/>
                </a:solidFill>
                <a:latin typeface="IBM Plex Sans"/>
                <a:ea typeface="IBM Plex Sans"/>
                <a:cs typeface="IBM Plex Sans"/>
                <a:sym typeface="IBM Plex Sans"/>
              </a:endParaRPr>
            </a:p>
            <a:p>
              <a:pPr marL="0" lvl="0" indent="0" algn="ctr" rtl="0">
                <a:spcBef>
                  <a:spcPts val="0"/>
                </a:spcBef>
                <a:spcAft>
                  <a:spcPts val="0"/>
                </a:spcAft>
                <a:buNone/>
              </a:pPr>
              <a:r>
                <a:rPr lang="en" sz="1600">
                  <a:solidFill>
                    <a:srgbClr val="D2FF1D"/>
                  </a:solidFill>
                  <a:latin typeface="IBM Plex Sans"/>
                  <a:ea typeface="IBM Plex Sans"/>
                  <a:cs typeface="IBM Plex Sans"/>
                  <a:sym typeface="IBM Plex Sans"/>
                </a:rPr>
                <a:t>(Continued Growth)</a:t>
              </a:r>
              <a:endParaRPr sz="1600">
                <a:solidFill>
                  <a:srgbClr val="D2FF1D"/>
                </a:solidFill>
                <a:latin typeface="IBM Plex Sans"/>
                <a:ea typeface="IBM Plex Sans"/>
                <a:cs typeface="IBM Plex Sans"/>
                <a:sym typeface="IBM Plex Sans"/>
              </a:endParaRPr>
            </a:p>
          </p:txBody>
        </p:sp>
        <p:pic>
          <p:nvPicPr>
            <p:cNvPr id="2832" name="Google Shape;2832;p172"/>
            <p:cNvPicPr preferRelativeResize="0"/>
            <p:nvPr/>
          </p:nvPicPr>
          <p:blipFill>
            <a:blip r:embed="rId4">
              <a:alphaModFix/>
            </a:blip>
            <a:stretch>
              <a:fillRect/>
            </a:stretch>
          </p:blipFill>
          <p:spPr>
            <a:xfrm>
              <a:off x="8260466" y="844775"/>
              <a:ext cx="535369" cy="528300"/>
            </a:xfrm>
            <a:prstGeom prst="rect">
              <a:avLst/>
            </a:prstGeom>
            <a:noFill/>
            <a:ln>
              <a:noFill/>
            </a:ln>
          </p:spPr>
        </p:pic>
      </p:grpSp>
      <p:pic>
        <p:nvPicPr>
          <p:cNvPr id="2833" name="Google Shape;2833;p172"/>
          <p:cNvPicPr preferRelativeResize="0"/>
          <p:nvPr/>
        </p:nvPicPr>
        <p:blipFill>
          <a:blip r:embed="rId5">
            <a:alphaModFix/>
          </a:blip>
          <a:stretch>
            <a:fillRect/>
          </a:stretch>
        </p:blipFill>
        <p:spPr>
          <a:xfrm>
            <a:off x="358400" y="247952"/>
            <a:ext cx="1444797" cy="494531"/>
          </a:xfrm>
          <a:prstGeom prst="rect">
            <a:avLst/>
          </a:prstGeom>
          <a:noFill/>
          <a:ln>
            <a:noFill/>
          </a:ln>
        </p:spPr>
      </p:pic>
      <p:sp>
        <p:nvSpPr>
          <p:cNvPr id="2834" name="Google Shape;2834;p172"/>
          <p:cNvSpPr txBox="1"/>
          <p:nvPr/>
        </p:nvSpPr>
        <p:spPr>
          <a:xfrm>
            <a:off x="1838025" y="249525"/>
            <a:ext cx="28389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lt1"/>
                </a:solidFill>
                <a:latin typeface="IBM Plex Sans"/>
                <a:ea typeface="IBM Plex Sans"/>
                <a:cs typeface="IBM Plex Sans"/>
                <a:sym typeface="IBM Plex Sans"/>
              </a:rPr>
              <a:t>at a glance.</a:t>
            </a:r>
            <a:endParaRPr sz="1600">
              <a:solidFill>
                <a:schemeClr val="lt1"/>
              </a:solidFill>
              <a:latin typeface="IBM Plex Sans"/>
              <a:ea typeface="IBM Plex Sans"/>
              <a:cs typeface="IBM Plex Sans"/>
              <a:sym typeface="IBM Plex Sans"/>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0">
  <p:cSld>
    <p:spTree>
      <p:nvGrpSpPr>
        <p:cNvPr id="1" name="Shape 2838"/>
        <p:cNvGrpSpPr/>
        <p:nvPr/>
      </p:nvGrpSpPr>
      <p:grpSpPr>
        <a:xfrm>
          <a:off x="0" y="0"/>
          <a:ext cx="0" cy="0"/>
          <a:chOff x="0" y="0"/>
          <a:chExt cx="0" cy="0"/>
        </a:xfrm>
      </p:grpSpPr>
      <p:graphicFrame>
        <p:nvGraphicFramePr>
          <p:cNvPr id="2839" name="Google Shape;2839;p173"/>
          <p:cNvGraphicFramePr/>
          <p:nvPr/>
        </p:nvGraphicFramePr>
        <p:xfrm>
          <a:off x="457200" y="1028700"/>
          <a:ext cx="3000000" cy="3000000"/>
        </p:xfrm>
        <a:graphic>
          <a:graphicData uri="http://schemas.openxmlformats.org/drawingml/2006/table">
            <a:tbl>
              <a:tblPr>
                <a:noFill/>
                <a:tableStyleId>{685A341A-22E6-48AC-92F7-628D1A6A86F6}</a:tableStyleId>
              </a:tblPr>
              <a:tblGrid>
                <a:gridCol w="1442525">
                  <a:extLst>
                    <a:ext uri="{9D8B030D-6E8A-4147-A177-3AD203B41FA5}">
                      <a16:colId xmlns:a16="http://schemas.microsoft.com/office/drawing/2014/main" val="20000"/>
                    </a:ext>
                  </a:extLst>
                </a:gridCol>
                <a:gridCol w="848375">
                  <a:extLst>
                    <a:ext uri="{9D8B030D-6E8A-4147-A177-3AD203B41FA5}">
                      <a16:colId xmlns:a16="http://schemas.microsoft.com/office/drawing/2014/main" val="20001"/>
                    </a:ext>
                  </a:extLst>
                </a:gridCol>
                <a:gridCol w="848375">
                  <a:extLst>
                    <a:ext uri="{9D8B030D-6E8A-4147-A177-3AD203B41FA5}">
                      <a16:colId xmlns:a16="http://schemas.microsoft.com/office/drawing/2014/main" val="20002"/>
                    </a:ext>
                  </a:extLst>
                </a:gridCol>
                <a:gridCol w="848375">
                  <a:extLst>
                    <a:ext uri="{9D8B030D-6E8A-4147-A177-3AD203B41FA5}">
                      <a16:colId xmlns:a16="http://schemas.microsoft.com/office/drawing/2014/main" val="20003"/>
                    </a:ext>
                  </a:extLst>
                </a:gridCol>
                <a:gridCol w="848375">
                  <a:extLst>
                    <a:ext uri="{9D8B030D-6E8A-4147-A177-3AD203B41FA5}">
                      <a16:colId xmlns:a16="http://schemas.microsoft.com/office/drawing/2014/main" val="20004"/>
                    </a:ext>
                  </a:extLst>
                </a:gridCol>
                <a:gridCol w="848375">
                  <a:extLst>
                    <a:ext uri="{9D8B030D-6E8A-4147-A177-3AD203B41FA5}">
                      <a16:colId xmlns:a16="http://schemas.microsoft.com/office/drawing/2014/main" val="20005"/>
                    </a:ext>
                  </a:extLst>
                </a:gridCol>
                <a:gridCol w="848375">
                  <a:extLst>
                    <a:ext uri="{9D8B030D-6E8A-4147-A177-3AD203B41FA5}">
                      <a16:colId xmlns:a16="http://schemas.microsoft.com/office/drawing/2014/main" val="20006"/>
                    </a:ext>
                  </a:extLst>
                </a:gridCol>
                <a:gridCol w="848375">
                  <a:extLst>
                    <a:ext uri="{9D8B030D-6E8A-4147-A177-3AD203B41FA5}">
                      <a16:colId xmlns:a16="http://schemas.microsoft.com/office/drawing/2014/main" val="20007"/>
                    </a:ext>
                  </a:extLst>
                </a:gridCol>
                <a:gridCol w="848375">
                  <a:extLst>
                    <a:ext uri="{9D8B030D-6E8A-4147-A177-3AD203B41FA5}">
                      <a16:colId xmlns:a16="http://schemas.microsoft.com/office/drawing/2014/main" val="20008"/>
                    </a:ext>
                  </a:extLst>
                </a:gridCol>
              </a:tblGrid>
              <a:tr h="489525">
                <a:tc>
                  <a:txBody>
                    <a:bodyPr/>
                    <a:lstStyle/>
                    <a:p>
                      <a:pPr marL="0" lvl="0" indent="0" algn="l" rtl="0">
                        <a:spcBef>
                          <a:spcPts val="0"/>
                        </a:spcBef>
                        <a:spcAft>
                          <a:spcPts val="0"/>
                        </a:spcAft>
                        <a:buNone/>
                      </a:pPr>
                      <a:r>
                        <a:rPr lang="en" sz="1100" b="1">
                          <a:solidFill>
                            <a:schemeClr val="lt1"/>
                          </a:solidFill>
                          <a:latin typeface="IBM Plex Sans"/>
                          <a:ea typeface="IBM Plex Sans"/>
                          <a:cs typeface="IBM Plex Sans"/>
                          <a:sym typeface="IBM Plex Sans"/>
                        </a:rPr>
                        <a:t>Financial Services</a:t>
                      </a:r>
                      <a:endParaRPr sz="1100" b="1">
                        <a:solidFill>
                          <a:schemeClr val="lt1"/>
                        </a:solidFill>
                        <a:latin typeface="IBM Plex Sans"/>
                        <a:ea typeface="IBM Plex Sans"/>
                        <a:cs typeface="IBM Plex Sans"/>
                        <a:sym typeface="IBM Plex Sans"/>
                      </a:endParaRPr>
                    </a:p>
                  </a:txBody>
                  <a:tcPr marL="91425" marR="91425" marT="91425" marB="91425" anchor="ctr">
                    <a:lnL w="38100" cap="flat" cmpd="sng">
                      <a:solidFill>
                        <a:schemeClr val="lt1"/>
                      </a:solidFill>
                      <a:prstDash val="solid"/>
                      <a:round/>
                      <a:headEnd type="none" w="sm" len="sm"/>
                      <a:tailEnd type="none" w="sm" len="sm"/>
                    </a:lnL>
                    <a:lnR w="38100" cap="flat" cmpd="sng">
                      <a:solidFill>
                        <a:schemeClr val="lt1"/>
                      </a:solidFill>
                      <a:prstDash val="solid"/>
                      <a:round/>
                      <a:headEnd type="none" w="sm" len="sm"/>
                      <a:tailEnd type="none" w="sm" len="sm"/>
                    </a:lnR>
                    <a:lnT w="38100" cap="flat" cmpd="sng">
                      <a:solidFill>
                        <a:schemeClr val="lt1"/>
                      </a:solidFill>
                      <a:prstDash val="solid"/>
                      <a:round/>
                      <a:headEnd type="none" w="sm" len="sm"/>
                      <a:tailEnd type="none" w="sm" len="sm"/>
                    </a:lnT>
                    <a:lnB w="38100" cap="flat" cmpd="sng">
                      <a:solidFill>
                        <a:schemeClr val="lt1"/>
                      </a:solidFill>
                      <a:prstDash val="solid"/>
                      <a:round/>
                      <a:headEnd type="none" w="sm" len="sm"/>
                      <a:tailEnd type="none" w="sm" len="sm"/>
                    </a:lnB>
                    <a:solidFill>
                      <a:schemeClr val="dk1"/>
                    </a:solidFill>
                  </a:tcPr>
                </a:tc>
                <a:tc>
                  <a:txBody>
                    <a:bodyPr/>
                    <a:lstStyle/>
                    <a:p>
                      <a:pPr marL="0" lvl="0" indent="0" algn="l" rtl="0">
                        <a:spcBef>
                          <a:spcPts val="0"/>
                        </a:spcBef>
                        <a:spcAft>
                          <a:spcPts val="0"/>
                        </a:spcAft>
                        <a:buNone/>
                      </a:pPr>
                      <a:endParaRPr>
                        <a:latin typeface="IBM Plex Sans"/>
                        <a:ea typeface="IBM Plex Sans"/>
                        <a:cs typeface="IBM Plex Sans"/>
                        <a:sym typeface="IBM Plex Sans"/>
                      </a:endParaRPr>
                    </a:p>
                  </a:txBody>
                  <a:tcPr marL="91425" marR="91425" marT="91425" marB="91425" anchor="ctr">
                    <a:lnL w="38100" cap="flat" cmpd="sng">
                      <a:solidFill>
                        <a:schemeClr val="lt1"/>
                      </a:solidFill>
                      <a:prstDash val="solid"/>
                      <a:round/>
                      <a:headEnd type="none" w="sm" len="sm"/>
                      <a:tailEnd type="none" w="sm" len="sm"/>
                    </a:lnL>
                    <a:lnR w="38100" cap="flat" cmpd="sng">
                      <a:solidFill>
                        <a:srgbClr val="F7F7F7">
                          <a:alpha val="0"/>
                        </a:srgbClr>
                      </a:solidFill>
                      <a:prstDash val="solid"/>
                      <a:round/>
                      <a:headEnd type="none" w="sm" len="sm"/>
                      <a:tailEnd type="none" w="sm" len="sm"/>
                    </a:lnR>
                    <a:lnT w="38100" cap="flat" cmpd="sng">
                      <a:solidFill>
                        <a:srgbClr val="F7F7F7">
                          <a:alpha val="0"/>
                        </a:srgbClr>
                      </a:solidFill>
                      <a:prstDash val="solid"/>
                      <a:round/>
                      <a:headEnd type="none" w="sm" len="sm"/>
                      <a:tailEnd type="none" w="sm" len="sm"/>
                    </a:lnT>
                    <a:lnB w="38100" cap="flat" cmpd="sng">
                      <a:solidFill>
                        <a:srgbClr val="F7F7F7">
                          <a:alpha val="0"/>
                        </a:srgbClr>
                      </a:solidFill>
                      <a:prstDash val="solid"/>
                      <a:round/>
                      <a:headEnd type="none" w="sm" len="sm"/>
                      <a:tailEnd type="none" w="sm" len="sm"/>
                    </a:lnB>
                    <a:solidFill>
                      <a:schemeClr val="lt1"/>
                    </a:solidFill>
                  </a:tcPr>
                </a:tc>
                <a:tc>
                  <a:txBody>
                    <a:bodyPr/>
                    <a:lstStyle/>
                    <a:p>
                      <a:pPr marL="0" lvl="0" indent="0" algn="l" rtl="0">
                        <a:spcBef>
                          <a:spcPts val="0"/>
                        </a:spcBef>
                        <a:spcAft>
                          <a:spcPts val="0"/>
                        </a:spcAft>
                        <a:buNone/>
                      </a:pPr>
                      <a:endParaRPr>
                        <a:latin typeface="IBM Plex Sans"/>
                        <a:ea typeface="IBM Plex Sans"/>
                        <a:cs typeface="IBM Plex Sans"/>
                        <a:sym typeface="IBM Plex Sans"/>
                      </a:endParaRPr>
                    </a:p>
                  </a:txBody>
                  <a:tcPr marL="91425" marR="91425" marT="91425" marB="91425" anchor="ctr">
                    <a:lnL w="38100" cap="flat" cmpd="sng">
                      <a:solidFill>
                        <a:srgbClr val="F7F7F7">
                          <a:alpha val="0"/>
                        </a:srgbClr>
                      </a:solidFill>
                      <a:prstDash val="solid"/>
                      <a:round/>
                      <a:headEnd type="none" w="sm" len="sm"/>
                      <a:tailEnd type="none" w="sm" len="sm"/>
                    </a:lnL>
                    <a:lnR w="38100" cap="flat" cmpd="sng">
                      <a:solidFill>
                        <a:srgbClr val="F7F7F7">
                          <a:alpha val="0"/>
                        </a:srgbClr>
                      </a:solidFill>
                      <a:prstDash val="solid"/>
                      <a:round/>
                      <a:headEnd type="none" w="sm" len="sm"/>
                      <a:tailEnd type="none" w="sm" len="sm"/>
                    </a:lnR>
                    <a:lnT w="38100" cap="flat" cmpd="sng">
                      <a:solidFill>
                        <a:srgbClr val="F7F7F7">
                          <a:alpha val="0"/>
                        </a:srgbClr>
                      </a:solidFill>
                      <a:prstDash val="solid"/>
                      <a:round/>
                      <a:headEnd type="none" w="sm" len="sm"/>
                      <a:tailEnd type="none" w="sm" len="sm"/>
                    </a:lnT>
                    <a:lnB w="38100" cap="flat" cmpd="sng">
                      <a:solidFill>
                        <a:srgbClr val="F7F7F7">
                          <a:alpha val="0"/>
                        </a:srgbClr>
                      </a:solidFill>
                      <a:prstDash val="solid"/>
                      <a:round/>
                      <a:headEnd type="none" w="sm" len="sm"/>
                      <a:tailEnd type="none" w="sm" len="sm"/>
                    </a:lnB>
                    <a:solidFill>
                      <a:schemeClr val="lt1"/>
                    </a:solidFill>
                  </a:tcPr>
                </a:tc>
                <a:tc>
                  <a:txBody>
                    <a:bodyPr/>
                    <a:lstStyle/>
                    <a:p>
                      <a:pPr marL="0" lvl="0" indent="0" algn="l" rtl="0">
                        <a:spcBef>
                          <a:spcPts val="0"/>
                        </a:spcBef>
                        <a:spcAft>
                          <a:spcPts val="0"/>
                        </a:spcAft>
                        <a:buNone/>
                      </a:pPr>
                      <a:endParaRPr>
                        <a:latin typeface="IBM Plex Sans"/>
                        <a:ea typeface="IBM Plex Sans"/>
                        <a:cs typeface="IBM Plex Sans"/>
                        <a:sym typeface="IBM Plex Sans"/>
                      </a:endParaRPr>
                    </a:p>
                  </a:txBody>
                  <a:tcPr marL="91425" marR="91425" marT="91425" marB="91425" anchor="ctr">
                    <a:lnL w="38100" cap="flat" cmpd="sng">
                      <a:solidFill>
                        <a:srgbClr val="F7F7F7">
                          <a:alpha val="0"/>
                        </a:srgbClr>
                      </a:solidFill>
                      <a:prstDash val="solid"/>
                      <a:round/>
                      <a:headEnd type="none" w="sm" len="sm"/>
                      <a:tailEnd type="none" w="sm" len="sm"/>
                    </a:lnL>
                    <a:lnR w="38100" cap="flat" cmpd="sng">
                      <a:solidFill>
                        <a:srgbClr val="F7F7F7">
                          <a:alpha val="0"/>
                        </a:srgbClr>
                      </a:solidFill>
                      <a:prstDash val="solid"/>
                      <a:round/>
                      <a:headEnd type="none" w="sm" len="sm"/>
                      <a:tailEnd type="none" w="sm" len="sm"/>
                    </a:lnR>
                    <a:lnT w="38100" cap="flat" cmpd="sng">
                      <a:solidFill>
                        <a:srgbClr val="F7F7F7">
                          <a:alpha val="0"/>
                        </a:srgbClr>
                      </a:solidFill>
                      <a:prstDash val="solid"/>
                      <a:round/>
                      <a:headEnd type="none" w="sm" len="sm"/>
                      <a:tailEnd type="none" w="sm" len="sm"/>
                    </a:lnT>
                    <a:lnB w="38100" cap="flat" cmpd="sng">
                      <a:solidFill>
                        <a:srgbClr val="F7F7F7">
                          <a:alpha val="0"/>
                        </a:srgbClr>
                      </a:solidFill>
                      <a:prstDash val="solid"/>
                      <a:round/>
                      <a:headEnd type="none" w="sm" len="sm"/>
                      <a:tailEnd type="none" w="sm" len="sm"/>
                    </a:lnB>
                    <a:solidFill>
                      <a:schemeClr val="lt1"/>
                    </a:solidFill>
                  </a:tcPr>
                </a:tc>
                <a:tc>
                  <a:txBody>
                    <a:bodyPr/>
                    <a:lstStyle/>
                    <a:p>
                      <a:pPr marL="0" lvl="0" indent="0" algn="l" rtl="0">
                        <a:spcBef>
                          <a:spcPts val="0"/>
                        </a:spcBef>
                        <a:spcAft>
                          <a:spcPts val="0"/>
                        </a:spcAft>
                        <a:buNone/>
                      </a:pPr>
                      <a:endParaRPr>
                        <a:latin typeface="IBM Plex Sans"/>
                        <a:ea typeface="IBM Plex Sans"/>
                        <a:cs typeface="IBM Plex Sans"/>
                        <a:sym typeface="IBM Plex Sans"/>
                      </a:endParaRPr>
                    </a:p>
                  </a:txBody>
                  <a:tcPr marL="91425" marR="91425" marT="91425" marB="91425" anchor="ctr">
                    <a:lnL w="38100" cap="flat" cmpd="sng">
                      <a:solidFill>
                        <a:srgbClr val="F7F7F7">
                          <a:alpha val="0"/>
                        </a:srgbClr>
                      </a:solidFill>
                      <a:prstDash val="solid"/>
                      <a:round/>
                      <a:headEnd type="none" w="sm" len="sm"/>
                      <a:tailEnd type="none" w="sm" len="sm"/>
                    </a:lnL>
                    <a:lnR w="38100" cap="flat" cmpd="sng">
                      <a:solidFill>
                        <a:srgbClr val="F7F7F7">
                          <a:alpha val="0"/>
                        </a:srgbClr>
                      </a:solidFill>
                      <a:prstDash val="solid"/>
                      <a:round/>
                      <a:headEnd type="none" w="sm" len="sm"/>
                      <a:tailEnd type="none" w="sm" len="sm"/>
                    </a:lnR>
                    <a:lnT w="38100" cap="flat" cmpd="sng">
                      <a:solidFill>
                        <a:srgbClr val="F7F7F7">
                          <a:alpha val="0"/>
                        </a:srgbClr>
                      </a:solidFill>
                      <a:prstDash val="solid"/>
                      <a:round/>
                      <a:headEnd type="none" w="sm" len="sm"/>
                      <a:tailEnd type="none" w="sm" len="sm"/>
                    </a:lnT>
                    <a:lnB w="38100" cap="flat" cmpd="sng">
                      <a:solidFill>
                        <a:srgbClr val="F7F7F7">
                          <a:alpha val="0"/>
                        </a:srgbClr>
                      </a:solidFill>
                      <a:prstDash val="solid"/>
                      <a:round/>
                      <a:headEnd type="none" w="sm" len="sm"/>
                      <a:tailEnd type="none" w="sm" len="sm"/>
                    </a:lnB>
                    <a:solidFill>
                      <a:schemeClr val="lt1"/>
                    </a:solidFill>
                  </a:tcPr>
                </a:tc>
                <a:tc>
                  <a:txBody>
                    <a:bodyPr/>
                    <a:lstStyle/>
                    <a:p>
                      <a:pPr marL="0" lvl="0" indent="0" algn="l" rtl="0">
                        <a:spcBef>
                          <a:spcPts val="0"/>
                        </a:spcBef>
                        <a:spcAft>
                          <a:spcPts val="0"/>
                        </a:spcAft>
                        <a:buNone/>
                      </a:pPr>
                      <a:endParaRPr>
                        <a:latin typeface="IBM Plex Sans"/>
                        <a:ea typeface="IBM Plex Sans"/>
                        <a:cs typeface="IBM Plex Sans"/>
                        <a:sym typeface="IBM Plex Sans"/>
                      </a:endParaRPr>
                    </a:p>
                  </a:txBody>
                  <a:tcPr marL="91425" marR="91425" marT="91425" marB="91425" anchor="ctr">
                    <a:lnL w="38100" cap="flat" cmpd="sng">
                      <a:solidFill>
                        <a:srgbClr val="F7F7F7">
                          <a:alpha val="0"/>
                        </a:srgbClr>
                      </a:solidFill>
                      <a:prstDash val="solid"/>
                      <a:round/>
                      <a:headEnd type="none" w="sm" len="sm"/>
                      <a:tailEnd type="none" w="sm" len="sm"/>
                    </a:lnL>
                    <a:lnR w="38100" cap="flat" cmpd="sng">
                      <a:solidFill>
                        <a:srgbClr val="F7F7F7">
                          <a:alpha val="0"/>
                        </a:srgbClr>
                      </a:solidFill>
                      <a:prstDash val="solid"/>
                      <a:round/>
                      <a:headEnd type="none" w="sm" len="sm"/>
                      <a:tailEnd type="none" w="sm" len="sm"/>
                    </a:lnR>
                    <a:lnT w="38100" cap="flat" cmpd="sng">
                      <a:solidFill>
                        <a:srgbClr val="F7F7F7">
                          <a:alpha val="0"/>
                        </a:srgbClr>
                      </a:solidFill>
                      <a:prstDash val="solid"/>
                      <a:round/>
                      <a:headEnd type="none" w="sm" len="sm"/>
                      <a:tailEnd type="none" w="sm" len="sm"/>
                    </a:lnT>
                    <a:lnB w="38100" cap="flat" cmpd="sng">
                      <a:solidFill>
                        <a:srgbClr val="F7F7F7">
                          <a:alpha val="0"/>
                        </a:srgbClr>
                      </a:solidFill>
                      <a:prstDash val="solid"/>
                      <a:round/>
                      <a:headEnd type="none" w="sm" len="sm"/>
                      <a:tailEnd type="none" w="sm" len="sm"/>
                    </a:lnB>
                    <a:solidFill>
                      <a:schemeClr val="lt1"/>
                    </a:solidFill>
                  </a:tcPr>
                </a:tc>
                <a:tc>
                  <a:txBody>
                    <a:bodyPr/>
                    <a:lstStyle/>
                    <a:p>
                      <a:pPr marL="0" lvl="0" indent="0" algn="l" rtl="0">
                        <a:spcBef>
                          <a:spcPts val="0"/>
                        </a:spcBef>
                        <a:spcAft>
                          <a:spcPts val="0"/>
                        </a:spcAft>
                        <a:buNone/>
                      </a:pPr>
                      <a:endParaRPr>
                        <a:latin typeface="IBM Plex Sans"/>
                        <a:ea typeface="IBM Plex Sans"/>
                        <a:cs typeface="IBM Plex Sans"/>
                        <a:sym typeface="IBM Plex Sans"/>
                      </a:endParaRPr>
                    </a:p>
                  </a:txBody>
                  <a:tcPr marL="91425" marR="91425" marT="91425" marB="91425" anchor="ctr">
                    <a:lnL w="38100" cap="flat" cmpd="sng">
                      <a:solidFill>
                        <a:srgbClr val="F7F7F7">
                          <a:alpha val="0"/>
                        </a:srgbClr>
                      </a:solidFill>
                      <a:prstDash val="solid"/>
                      <a:round/>
                      <a:headEnd type="none" w="sm" len="sm"/>
                      <a:tailEnd type="none" w="sm" len="sm"/>
                    </a:lnL>
                    <a:lnR w="38100" cap="flat" cmpd="sng">
                      <a:solidFill>
                        <a:srgbClr val="F7F7F7">
                          <a:alpha val="0"/>
                        </a:srgbClr>
                      </a:solidFill>
                      <a:prstDash val="solid"/>
                      <a:round/>
                      <a:headEnd type="none" w="sm" len="sm"/>
                      <a:tailEnd type="none" w="sm" len="sm"/>
                    </a:lnR>
                    <a:lnT w="38100" cap="flat" cmpd="sng">
                      <a:solidFill>
                        <a:srgbClr val="F7F7F7">
                          <a:alpha val="0"/>
                        </a:srgbClr>
                      </a:solidFill>
                      <a:prstDash val="solid"/>
                      <a:round/>
                      <a:headEnd type="none" w="sm" len="sm"/>
                      <a:tailEnd type="none" w="sm" len="sm"/>
                    </a:lnT>
                    <a:lnB w="38100" cap="flat" cmpd="sng">
                      <a:solidFill>
                        <a:srgbClr val="F7F7F7">
                          <a:alpha val="0"/>
                        </a:srgbClr>
                      </a:solidFill>
                      <a:prstDash val="solid"/>
                      <a:round/>
                      <a:headEnd type="none" w="sm" len="sm"/>
                      <a:tailEnd type="none" w="sm" len="sm"/>
                    </a:lnB>
                    <a:solidFill>
                      <a:schemeClr val="lt1"/>
                    </a:solidFill>
                  </a:tcPr>
                </a:tc>
                <a:tc>
                  <a:txBody>
                    <a:bodyPr/>
                    <a:lstStyle/>
                    <a:p>
                      <a:pPr marL="0" lvl="0" indent="0" algn="l" rtl="0">
                        <a:spcBef>
                          <a:spcPts val="0"/>
                        </a:spcBef>
                        <a:spcAft>
                          <a:spcPts val="0"/>
                        </a:spcAft>
                        <a:buNone/>
                      </a:pPr>
                      <a:endParaRPr>
                        <a:latin typeface="IBM Plex Sans"/>
                        <a:ea typeface="IBM Plex Sans"/>
                        <a:cs typeface="IBM Plex Sans"/>
                        <a:sym typeface="IBM Plex Sans"/>
                      </a:endParaRPr>
                    </a:p>
                  </a:txBody>
                  <a:tcPr marL="91425" marR="91425" marT="91425" marB="91425" anchor="ctr">
                    <a:lnL w="38100" cap="flat" cmpd="sng">
                      <a:solidFill>
                        <a:srgbClr val="F7F7F7">
                          <a:alpha val="0"/>
                        </a:srgbClr>
                      </a:solidFill>
                      <a:prstDash val="solid"/>
                      <a:round/>
                      <a:headEnd type="none" w="sm" len="sm"/>
                      <a:tailEnd type="none" w="sm" len="sm"/>
                    </a:lnL>
                    <a:lnR w="38100" cap="flat" cmpd="sng">
                      <a:solidFill>
                        <a:srgbClr val="F7F7F7">
                          <a:alpha val="0"/>
                        </a:srgbClr>
                      </a:solidFill>
                      <a:prstDash val="solid"/>
                      <a:round/>
                      <a:headEnd type="none" w="sm" len="sm"/>
                      <a:tailEnd type="none" w="sm" len="sm"/>
                    </a:lnR>
                    <a:lnT w="38100" cap="flat" cmpd="sng">
                      <a:solidFill>
                        <a:srgbClr val="F7F7F7">
                          <a:alpha val="0"/>
                        </a:srgbClr>
                      </a:solidFill>
                      <a:prstDash val="solid"/>
                      <a:round/>
                      <a:headEnd type="none" w="sm" len="sm"/>
                      <a:tailEnd type="none" w="sm" len="sm"/>
                    </a:lnT>
                    <a:lnB w="38100" cap="flat" cmpd="sng">
                      <a:solidFill>
                        <a:srgbClr val="F7F7F7">
                          <a:alpha val="0"/>
                        </a:srgbClr>
                      </a:solidFill>
                      <a:prstDash val="solid"/>
                      <a:round/>
                      <a:headEnd type="none" w="sm" len="sm"/>
                      <a:tailEnd type="none" w="sm" len="sm"/>
                    </a:lnB>
                    <a:solidFill>
                      <a:schemeClr val="lt1"/>
                    </a:solidFill>
                  </a:tcPr>
                </a:tc>
                <a:tc>
                  <a:txBody>
                    <a:bodyPr/>
                    <a:lstStyle/>
                    <a:p>
                      <a:pPr marL="0" lvl="0" indent="0" algn="l" rtl="0">
                        <a:spcBef>
                          <a:spcPts val="0"/>
                        </a:spcBef>
                        <a:spcAft>
                          <a:spcPts val="0"/>
                        </a:spcAft>
                        <a:buNone/>
                      </a:pPr>
                      <a:endParaRPr>
                        <a:latin typeface="IBM Plex Sans"/>
                        <a:ea typeface="IBM Plex Sans"/>
                        <a:cs typeface="IBM Plex Sans"/>
                        <a:sym typeface="IBM Plex Sans"/>
                      </a:endParaRPr>
                    </a:p>
                  </a:txBody>
                  <a:tcPr marL="91425" marR="91425" marT="91425" marB="91425" anchor="ctr">
                    <a:lnL w="38100" cap="flat" cmpd="sng">
                      <a:solidFill>
                        <a:srgbClr val="F7F7F7">
                          <a:alpha val="0"/>
                        </a:srgbClr>
                      </a:solidFill>
                      <a:prstDash val="solid"/>
                      <a:round/>
                      <a:headEnd type="none" w="sm" len="sm"/>
                      <a:tailEnd type="none" w="sm" len="sm"/>
                    </a:lnL>
                    <a:lnR w="38100" cap="flat" cmpd="sng">
                      <a:solidFill>
                        <a:srgbClr val="F7F7F7">
                          <a:alpha val="0"/>
                        </a:srgbClr>
                      </a:solidFill>
                      <a:prstDash val="solid"/>
                      <a:round/>
                      <a:headEnd type="none" w="sm" len="sm"/>
                      <a:tailEnd type="none" w="sm" len="sm"/>
                    </a:lnR>
                    <a:lnT w="38100" cap="flat" cmpd="sng">
                      <a:solidFill>
                        <a:srgbClr val="F7F7F7">
                          <a:alpha val="0"/>
                        </a:srgbClr>
                      </a:solidFill>
                      <a:prstDash val="solid"/>
                      <a:round/>
                      <a:headEnd type="none" w="sm" len="sm"/>
                      <a:tailEnd type="none" w="sm" len="sm"/>
                    </a:lnT>
                    <a:lnB w="38100" cap="flat" cmpd="sng">
                      <a:solidFill>
                        <a:srgbClr val="F7F7F7">
                          <a:alpha val="0"/>
                        </a:srgbClr>
                      </a:solidFill>
                      <a:prstDash val="solid"/>
                      <a:round/>
                      <a:headEnd type="none" w="sm" len="sm"/>
                      <a:tailEnd type="none" w="sm" len="sm"/>
                    </a:lnB>
                    <a:solidFill>
                      <a:schemeClr val="lt1"/>
                    </a:solidFill>
                  </a:tcPr>
                </a:tc>
                <a:extLst>
                  <a:ext uri="{0D108BD9-81ED-4DB2-BD59-A6C34878D82A}">
                    <a16:rowId xmlns:a16="http://schemas.microsoft.com/office/drawing/2014/main" val="10000"/>
                  </a:ext>
                </a:extLst>
              </a:tr>
              <a:tr h="489525">
                <a:tc>
                  <a:txBody>
                    <a:bodyPr/>
                    <a:lstStyle/>
                    <a:p>
                      <a:pPr marL="0" lvl="0" indent="0" algn="l" rtl="0">
                        <a:spcBef>
                          <a:spcPts val="0"/>
                        </a:spcBef>
                        <a:spcAft>
                          <a:spcPts val="0"/>
                        </a:spcAft>
                        <a:buNone/>
                      </a:pPr>
                      <a:r>
                        <a:rPr lang="en" sz="1100" b="1">
                          <a:solidFill>
                            <a:schemeClr val="lt1"/>
                          </a:solidFill>
                          <a:latin typeface="IBM Plex Sans"/>
                          <a:ea typeface="IBM Plex Sans"/>
                          <a:cs typeface="IBM Plex Sans"/>
                          <a:sym typeface="IBM Plex Sans"/>
                        </a:rPr>
                        <a:t>Insurance</a:t>
                      </a:r>
                      <a:endParaRPr sz="1100" b="1">
                        <a:solidFill>
                          <a:schemeClr val="lt1"/>
                        </a:solidFill>
                        <a:latin typeface="IBM Plex Sans"/>
                        <a:ea typeface="IBM Plex Sans"/>
                        <a:cs typeface="IBM Plex Sans"/>
                        <a:sym typeface="IBM Plex Sans"/>
                      </a:endParaRPr>
                    </a:p>
                  </a:txBody>
                  <a:tcPr marL="91425" marR="91425" marT="91425" marB="91425" anchor="ctr">
                    <a:lnL w="38100" cap="flat" cmpd="sng">
                      <a:solidFill>
                        <a:schemeClr val="lt1"/>
                      </a:solidFill>
                      <a:prstDash val="solid"/>
                      <a:round/>
                      <a:headEnd type="none" w="sm" len="sm"/>
                      <a:tailEnd type="none" w="sm" len="sm"/>
                    </a:lnL>
                    <a:lnR w="38100" cap="flat" cmpd="sng">
                      <a:solidFill>
                        <a:schemeClr val="lt1"/>
                      </a:solidFill>
                      <a:prstDash val="solid"/>
                      <a:round/>
                      <a:headEnd type="none" w="sm" len="sm"/>
                      <a:tailEnd type="none" w="sm" len="sm"/>
                    </a:lnR>
                    <a:lnT w="38100" cap="flat" cmpd="sng">
                      <a:solidFill>
                        <a:schemeClr val="lt1"/>
                      </a:solidFill>
                      <a:prstDash val="solid"/>
                      <a:round/>
                      <a:headEnd type="none" w="sm" len="sm"/>
                      <a:tailEnd type="none" w="sm" len="sm"/>
                    </a:lnT>
                    <a:lnB w="38100" cap="flat" cmpd="sng">
                      <a:solidFill>
                        <a:schemeClr val="lt1"/>
                      </a:solidFill>
                      <a:prstDash val="solid"/>
                      <a:round/>
                      <a:headEnd type="none" w="sm" len="sm"/>
                      <a:tailEnd type="none" w="sm" len="sm"/>
                    </a:lnB>
                    <a:solidFill>
                      <a:schemeClr val="dk1"/>
                    </a:solidFill>
                  </a:tcPr>
                </a:tc>
                <a:tc>
                  <a:txBody>
                    <a:bodyPr/>
                    <a:lstStyle/>
                    <a:p>
                      <a:pPr marL="0" lvl="0" indent="0" algn="l" rtl="0">
                        <a:spcBef>
                          <a:spcPts val="0"/>
                        </a:spcBef>
                        <a:spcAft>
                          <a:spcPts val="0"/>
                        </a:spcAft>
                        <a:buNone/>
                      </a:pPr>
                      <a:endParaRPr>
                        <a:latin typeface="IBM Plex Sans"/>
                        <a:ea typeface="IBM Plex Sans"/>
                        <a:cs typeface="IBM Plex Sans"/>
                        <a:sym typeface="IBM Plex Sans"/>
                      </a:endParaRPr>
                    </a:p>
                  </a:txBody>
                  <a:tcPr marL="91425" marR="91425" marT="91425" marB="91425" anchor="ctr">
                    <a:lnL w="38100" cap="flat" cmpd="sng">
                      <a:solidFill>
                        <a:schemeClr val="lt1"/>
                      </a:solidFill>
                      <a:prstDash val="solid"/>
                      <a:round/>
                      <a:headEnd type="none" w="sm" len="sm"/>
                      <a:tailEnd type="none" w="sm" len="sm"/>
                    </a:lnL>
                    <a:lnR w="38100" cap="flat" cmpd="sng">
                      <a:solidFill>
                        <a:srgbClr val="F7F7F7">
                          <a:alpha val="0"/>
                        </a:srgbClr>
                      </a:solidFill>
                      <a:prstDash val="solid"/>
                      <a:round/>
                      <a:headEnd type="none" w="sm" len="sm"/>
                      <a:tailEnd type="none" w="sm" len="sm"/>
                    </a:lnR>
                    <a:lnT w="38100" cap="flat" cmpd="sng">
                      <a:solidFill>
                        <a:srgbClr val="F7F7F7">
                          <a:alpha val="0"/>
                        </a:srgbClr>
                      </a:solidFill>
                      <a:prstDash val="solid"/>
                      <a:round/>
                      <a:headEnd type="none" w="sm" len="sm"/>
                      <a:tailEnd type="none" w="sm" len="sm"/>
                    </a:lnT>
                    <a:lnB w="38100" cap="flat" cmpd="sng">
                      <a:solidFill>
                        <a:srgbClr val="F7F7F7">
                          <a:alpha val="0"/>
                        </a:srgbClr>
                      </a:solidFill>
                      <a:prstDash val="solid"/>
                      <a:round/>
                      <a:headEnd type="none" w="sm" len="sm"/>
                      <a:tailEnd type="none" w="sm" len="sm"/>
                    </a:lnB>
                    <a:solidFill>
                      <a:schemeClr val="lt1"/>
                    </a:solidFill>
                  </a:tcPr>
                </a:tc>
                <a:tc>
                  <a:txBody>
                    <a:bodyPr/>
                    <a:lstStyle/>
                    <a:p>
                      <a:pPr marL="0" lvl="0" indent="0" algn="l" rtl="0">
                        <a:spcBef>
                          <a:spcPts val="0"/>
                        </a:spcBef>
                        <a:spcAft>
                          <a:spcPts val="0"/>
                        </a:spcAft>
                        <a:buNone/>
                      </a:pPr>
                      <a:endParaRPr>
                        <a:latin typeface="IBM Plex Sans"/>
                        <a:ea typeface="IBM Plex Sans"/>
                        <a:cs typeface="IBM Plex Sans"/>
                        <a:sym typeface="IBM Plex Sans"/>
                      </a:endParaRPr>
                    </a:p>
                  </a:txBody>
                  <a:tcPr marL="91425" marR="91425" marT="91425" marB="91425" anchor="ctr">
                    <a:lnL w="38100" cap="flat" cmpd="sng">
                      <a:solidFill>
                        <a:srgbClr val="F7F7F7">
                          <a:alpha val="0"/>
                        </a:srgbClr>
                      </a:solidFill>
                      <a:prstDash val="solid"/>
                      <a:round/>
                      <a:headEnd type="none" w="sm" len="sm"/>
                      <a:tailEnd type="none" w="sm" len="sm"/>
                    </a:lnL>
                    <a:lnR w="38100" cap="flat" cmpd="sng">
                      <a:solidFill>
                        <a:srgbClr val="F7F7F7">
                          <a:alpha val="0"/>
                        </a:srgbClr>
                      </a:solidFill>
                      <a:prstDash val="solid"/>
                      <a:round/>
                      <a:headEnd type="none" w="sm" len="sm"/>
                      <a:tailEnd type="none" w="sm" len="sm"/>
                    </a:lnR>
                    <a:lnT w="38100" cap="flat" cmpd="sng">
                      <a:solidFill>
                        <a:srgbClr val="F7F7F7">
                          <a:alpha val="0"/>
                        </a:srgbClr>
                      </a:solidFill>
                      <a:prstDash val="solid"/>
                      <a:round/>
                      <a:headEnd type="none" w="sm" len="sm"/>
                      <a:tailEnd type="none" w="sm" len="sm"/>
                    </a:lnT>
                    <a:lnB w="38100" cap="flat" cmpd="sng">
                      <a:solidFill>
                        <a:srgbClr val="F7F7F7">
                          <a:alpha val="0"/>
                        </a:srgbClr>
                      </a:solidFill>
                      <a:prstDash val="solid"/>
                      <a:round/>
                      <a:headEnd type="none" w="sm" len="sm"/>
                      <a:tailEnd type="none" w="sm" len="sm"/>
                    </a:lnB>
                    <a:solidFill>
                      <a:schemeClr val="lt1"/>
                    </a:solidFill>
                  </a:tcPr>
                </a:tc>
                <a:tc>
                  <a:txBody>
                    <a:bodyPr/>
                    <a:lstStyle/>
                    <a:p>
                      <a:pPr marL="0" lvl="0" indent="0" algn="l" rtl="0">
                        <a:spcBef>
                          <a:spcPts val="0"/>
                        </a:spcBef>
                        <a:spcAft>
                          <a:spcPts val="0"/>
                        </a:spcAft>
                        <a:buNone/>
                      </a:pPr>
                      <a:endParaRPr>
                        <a:latin typeface="IBM Plex Sans"/>
                        <a:ea typeface="IBM Plex Sans"/>
                        <a:cs typeface="IBM Plex Sans"/>
                        <a:sym typeface="IBM Plex Sans"/>
                      </a:endParaRPr>
                    </a:p>
                  </a:txBody>
                  <a:tcPr marL="91425" marR="91425" marT="91425" marB="91425" anchor="ctr">
                    <a:lnL w="38100" cap="flat" cmpd="sng">
                      <a:solidFill>
                        <a:srgbClr val="F7F7F7">
                          <a:alpha val="0"/>
                        </a:srgbClr>
                      </a:solidFill>
                      <a:prstDash val="solid"/>
                      <a:round/>
                      <a:headEnd type="none" w="sm" len="sm"/>
                      <a:tailEnd type="none" w="sm" len="sm"/>
                    </a:lnL>
                    <a:lnR w="38100" cap="flat" cmpd="sng">
                      <a:solidFill>
                        <a:srgbClr val="F7F7F7">
                          <a:alpha val="0"/>
                        </a:srgbClr>
                      </a:solidFill>
                      <a:prstDash val="solid"/>
                      <a:round/>
                      <a:headEnd type="none" w="sm" len="sm"/>
                      <a:tailEnd type="none" w="sm" len="sm"/>
                    </a:lnR>
                    <a:lnT w="38100" cap="flat" cmpd="sng">
                      <a:solidFill>
                        <a:srgbClr val="F7F7F7">
                          <a:alpha val="0"/>
                        </a:srgbClr>
                      </a:solidFill>
                      <a:prstDash val="solid"/>
                      <a:round/>
                      <a:headEnd type="none" w="sm" len="sm"/>
                      <a:tailEnd type="none" w="sm" len="sm"/>
                    </a:lnT>
                    <a:lnB w="38100" cap="flat" cmpd="sng">
                      <a:solidFill>
                        <a:srgbClr val="F7F7F7">
                          <a:alpha val="0"/>
                        </a:srgbClr>
                      </a:solidFill>
                      <a:prstDash val="solid"/>
                      <a:round/>
                      <a:headEnd type="none" w="sm" len="sm"/>
                      <a:tailEnd type="none" w="sm" len="sm"/>
                    </a:lnB>
                    <a:solidFill>
                      <a:schemeClr val="lt1"/>
                    </a:solidFill>
                  </a:tcPr>
                </a:tc>
                <a:tc>
                  <a:txBody>
                    <a:bodyPr/>
                    <a:lstStyle/>
                    <a:p>
                      <a:pPr marL="0" lvl="0" indent="0" algn="l" rtl="0">
                        <a:spcBef>
                          <a:spcPts val="0"/>
                        </a:spcBef>
                        <a:spcAft>
                          <a:spcPts val="0"/>
                        </a:spcAft>
                        <a:buNone/>
                      </a:pPr>
                      <a:endParaRPr>
                        <a:latin typeface="IBM Plex Sans"/>
                        <a:ea typeface="IBM Plex Sans"/>
                        <a:cs typeface="IBM Plex Sans"/>
                        <a:sym typeface="IBM Plex Sans"/>
                      </a:endParaRPr>
                    </a:p>
                  </a:txBody>
                  <a:tcPr marL="91425" marR="91425" marT="91425" marB="91425" anchor="ctr">
                    <a:lnL w="38100" cap="flat" cmpd="sng">
                      <a:solidFill>
                        <a:srgbClr val="F7F7F7">
                          <a:alpha val="0"/>
                        </a:srgbClr>
                      </a:solidFill>
                      <a:prstDash val="solid"/>
                      <a:round/>
                      <a:headEnd type="none" w="sm" len="sm"/>
                      <a:tailEnd type="none" w="sm" len="sm"/>
                    </a:lnL>
                    <a:lnR w="38100" cap="flat" cmpd="sng">
                      <a:solidFill>
                        <a:srgbClr val="F7F7F7">
                          <a:alpha val="0"/>
                        </a:srgbClr>
                      </a:solidFill>
                      <a:prstDash val="solid"/>
                      <a:round/>
                      <a:headEnd type="none" w="sm" len="sm"/>
                      <a:tailEnd type="none" w="sm" len="sm"/>
                    </a:lnR>
                    <a:lnT w="38100" cap="flat" cmpd="sng">
                      <a:solidFill>
                        <a:srgbClr val="F7F7F7">
                          <a:alpha val="0"/>
                        </a:srgbClr>
                      </a:solidFill>
                      <a:prstDash val="solid"/>
                      <a:round/>
                      <a:headEnd type="none" w="sm" len="sm"/>
                      <a:tailEnd type="none" w="sm" len="sm"/>
                    </a:lnT>
                    <a:lnB w="38100" cap="flat" cmpd="sng">
                      <a:solidFill>
                        <a:srgbClr val="F7F7F7">
                          <a:alpha val="0"/>
                        </a:srgbClr>
                      </a:solidFill>
                      <a:prstDash val="solid"/>
                      <a:round/>
                      <a:headEnd type="none" w="sm" len="sm"/>
                      <a:tailEnd type="none" w="sm" len="sm"/>
                    </a:lnB>
                    <a:solidFill>
                      <a:schemeClr val="lt1"/>
                    </a:solidFill>
                  </a:tcPr>
                </a:tc>
                <a:tc>
                  <a:txBody>
                    <a:bodyPr/>
                    <a:lstStyle/>
                    <a:p>
                      <a:pPr marL="0" lvl="0" indent="0" algn="l" rtl="0">
                        <a:spcBef>
                          <a:spcPts val="0"/>
                        </a:spcBef>
                        <a:spcAft>
                          <a:spcPts val="0"/>
                        </a:spcAft>
                        <a:buNone/>
                      </a:pPr>
                      <a:endParaRPr>
                        <a:latin typeface="IBM Plex Sans"/>
                        <a:ea typeface="IBM Plex Sans"/>
                        <a:cs typeface="IBM Plex Sans"/>
                        <a:sym typeface="IBM Plex Sans"/>
                      </a:endParaRPr>
                    </a:p>
                  </a:txBody>
                  <a:tcPr marL="91425" marR="91425" marT="91425" marB="91425" anchor="ctr">
                    <a:lnL w="38100" cap="flat" cmpd="sng">
                      <a:solidFill>
                        <a:srgbClr val="F7F7F7">
                          <a:alpha val="0"/>
                        </a:srgbClr>
                      </a:solidFill>
                      <a:prstDash val="solid"/>
                      <a:round/>
                      <a:headEnd type="none" w="sm" len="sm"/>
                      <a:tailEnd type="none" w="sm" len="sm"/>
                    </a:lnL>
                    <a:lnR w="38100" cap="flat" cmpd="sng">
                      <a:solidFill>
                        <a:srgbClr val="F7F7F7">
                          <a:alpha val="0"/>
                        </a:srgbClr>
                      </a:solidFill>
                      <a:prstDash val="solid"/>
                      <a:round/>
                      <a:headEnd type="none" w="sm" len="sm"/>
                      <a:tailEnd type="none" w="sm" len="sm"/>
                    </a:lnR>
                    <a:lnT w="38100" cap="flat" cmpd="sng">
                      <a:solidFill>
                        <a:srgbClr val="F7F7F7">
                          <a:alpha val="0"/>
                        </a:srgbClr>
                      </a:solidFill>
                      <a:prstDash val="solid"/>
                      <a:round/>
                      <a:headEnd type="none" w="sm" len="sm"/>
                      <a:tailEnd type="none" w="sm" len="sm"/>
                    </a:lnT>
                    <a:lnB w="38100" cap="flat" cmpd="sng">
                      <a:solidFill>
                        <a:srgbClr val="F7F7F7">
                          <a:alpha val="0"/>
                        </a:srgbClr>
                      </a:solidFill>
                      <a:prstDash val="solid"/>
                      <a:round/>
                      <a:headEnd type="none" w="sm" len="sm"/>
                      <a:tailEnd type="none" w="sm" len="sm"/>
                    </a:lnB>
                    <a:solidFill>
                      <a:schemeClr val="lt1"/>
                    </a:solidFill>
                  </a:tcPr>
                </a:tc>
                <a:tc>
                  <a:txBody>
                    <a:bodyPr/>
                    <a:lstStyle/>
                    <a:p>
                      <a:pPr marL="0" lvl="0" indent="0" algn="l" rtl="0">
                        <a:spcBef>
                          <a:spcPts val="0"/>
                        </a:spcBef>
                        <a:spcAft>
                          <a:spcPts val="0"/>
                        </a:spcAft>
                        <a:buNone/>
                      </a:pPr>
                      <a:endParaRPr>
                        <a:latin typeface="IBM Plex Sans"/>
                        <a:ea typeface="IBM Plex Sans"/>
                        <a:cs typeface="IBM Plex Sans"/>
                        <a:sym typeface="IBM Plex Sans"/>
                      </a:endParaRPr>
                    </a:p>
                  </a:txBody>
                  <a:tcPr marL="91425" marR="91425" marT="91425" marB="91425" anchor="ctr">
                    <a:lnL w="38100" cap="flat" cmpd="sng">
                      <a:solidFill>
                        <a:srgbClr val="F7F7F7">
                          <a:alpha val="0"/>
                        </a:srgbClr>
                      </a:solidFill>
                      <a:prstDash val="solid"/>
                      <a:round/>
                      <a:headEnd type="none" w="sm" len="sm"/>
                      <a:tailEnd type="none" w="sm" len="sm"/>
                    </a:lnL>
                    <a:lnR w="38100" cap="flat" cmpd="sng">
                      <a:solidFill>
                        <a:srgbClr val="F7F7F7">
                          <a:alpha val="0"/>
                        </a:srgbClr>
                      </a:solidFill>
                      <a:prstDash val="solid"/>
                      <a:round/>
                      <a:headEnd type="none" w="sm" len="sm"/>
                      <a:tailEnd type="none" w="sm" len="sm"/>
                    </a:lnR>
                    <a:lnT w="38100" cap="flat" cmpd="sng">
                      <a:solidFill>
                        <a:srgbClr val="F7F7F7">
                          <a:alpha val="0"/>
                        </a:srgbClr>
                      </a:solidFill>
                      <a:prstDash val="solid"/>
                      <a:round/>
                      <a:headEnd type="none" w="sm" len="sm"/>
                      <a:tailEnd type="none" w="sm" len="sm"/>
                    </a:lnT>
                    <a:lnB w="38100" cap="flat" cmpd="sng">
                      <a:solidFill>
                        <a:srgbClr val="F7F7F7">
                          <a:alpha val="0"/>
                        </a:srgbClr>
                      </a:solidFill>
                      <a:prstDash val="solid"/>
                      <a:round/>
                      <a:headEnd type="none" w="sm" len="sm"/>
                      <a:tailEnd type="none" w="sm" len="sm"/>
                    </a:lnB>
                    <a:solidFill>
                      <a:schemeClr val="lt1"/>
                    </a:solidFill>
                  </a:tcPr>
                </a:tc>
                <a:tc>
                  <a:txBody>
                    <a:bodyPr/>
                    <a:lstStyle/>
                    <a:p>
                      <a:pPr marL="0" lvl="0" indent="0" algn="l" rtl="0">
                        <a:spcBef>
                          <a:spcPts val="0"/>
                        </a:spcBef>
                        <a:spcAft>
                          <a:spcPts val="0"/>
                        </a:spcAft>
                        <a:buNone/>
                      </a:pPr>
                      <a:endParaRPr>
                        <a:latin typeface="IBM Plex Sans"/>
                        <a:ea typeface="IBM Plex Sans"/>
                        <a:cs typeface="IBM Plex Sans"/>
                        <a:sym typeface="IBM Plex Sans"/>
                      </a:endParaRPr>
                    </a:p>
                  </a:txBody>
                  <a:tcPr marL="91425" marR="91425" marT="91425" marB="91425" anchor="ctr">
                    <a:lnL w="38100" cap="flat" cmpd="sng">
                      <a:solidFill>
                        <a:srgbClr val="F7F7F7">
                          <a:alpha val="0"/>
                        </a:srgbClr>
                      </a:solidFill>
                      <a:prstDash val="solid"/>
                      <a:round/>
                      <a:headEnd type="none" w="sm" len="sm"/>
                      <a:tailEnd type="none" w="sm" len="sm"/>
                    </a:lnL>
                    <a:lnR w="38100" cap="flat" cmpd="sng">
                      <a:solidFill>
                        <a:srgbClr val="F7F7F7">
                          <a:alpha val="0"/>
                        </a:srgbClr>
                      </a:solidFill>
                      <a:prstDash val="solid"/>
                      <a:round/>
                      <a:headEnd type="none" w="sm" len="sm"/>
                      <a:tailEnd type="none" w="sm" len="sm"/>
                    </a:lnR>
                    <a:lnT w="38100" cap="flat" cmpd="sng">
                      <a:solidFill>
                        <a:srgbClr val="F7F7F7">
                          <a:alpha val="0"/>
                        </a:srgbClr>
                      </a:solidFill>
                      <a:prstDash val="solid"/>
                      <a:round/>
                      <a:headEnd type="none" w="sm" len="sm"/>
                      <a:tailEnd type="none" w="sm" len="sm"/>
                    </a:lnT>
                    <a:lnB w="38100" cap="flat" cmpd="sng">
                      <a:solidFill>
                        <a:srgbClr val="F7F7F7">
                          <a:alpha val="0"/>
                        </a:srgbClr>
                      </a:solidFill>
                      <a:prstDash val="solid"/>
                      <a:round/>
                      <a:headEnd type="none" w="sm" len="sm"/>
                      <a:tailEnd type="none" w="sm" len="sm"/>
                    </a:lnB>
                    <a:solidFill>
                      <a:schemeClr val="lt1"/>
                    </a:solidFill>
                  </a:tcPr>
                </a:tc>
                <a:tc>
                  <a:txBody>
                    <a:bodyPr/>
                    <a:lstStyle/>
                    <a:p>
                      <a:pPr marL="0" lvl="0" indent="0" algn="l" rtl="0">
                        <a:spcBef>
                          <a:spcPts val="0"/>
                        </a:spcBef>
                        <a:spcAft>
                          <a:spcPts val="0"/>
                        </a:spcAft>
                        <a:buNone/>
                      </a:pPr>
                      <a:endParaRPr>
                        <a:latin typeface="IBM Plex Sans"/>
                        <a:ea typeface="IBM Plex Sans"/>
                        <a:cs typeface="IBM Plex Sans"/>
                        <a:sym typeface="IBM Plex Sans"/>
                      </a:endParaRPr>
                    </a:p>
                  </a:txBody>
                  <a:tcPr marL="91425" marR="91425" marT="91425" marB="91425" anchor="ctr">
                    <a:lnL w="38100" cap="flat" cmpd="sng">
                      <a:solidFill>
                        <a:srgbClr val="F7F7F7">
                          <a:alpha val="0"/>
                        </a:srgbClr>
                      </a:solidFill>
                      <a:prstDash val="solid"/>
                      <a:round/>
                      <a:headEnd type="none" w="sm" len="sm"/>
                      <a:tailEnd type="none" w="sm" len="sm"/>
                    </a:lnL>
                    <a:lnR w="38100" cap="flat" cmpd="sng">
                      <a:solidFill>
                        <a:srgbClr val="F7F7F7">
                          <a:alpha val="0"/>
                        </a:srgbClr>
                      </a:solidFill>
                      <a:prstDash val="solid"/>
                      <a:round/>
                      <a:headEnd type="none" w="sm" len="sm"/>
                      <a:tailEnd type="none" w="sm" len="sm"/>
                    </a:lnR>
                    <a:lnT w="38100" cap="flat" cmpd="sng">
                      <a:solidFill>
                        <a:srgbClr val="F7F7F7">
                          <a:alpha val="0"/>
                        </a:srgbClr>
                      </a:solidFill>
                      <a:prstDash val="solid"/>
                      <a:round/>
                      <a:headEnd type="none" w="sm" len="sm"/>
                      <a:tailEnd type="none" w="sm" len="sm"/>
                    </a:lnT>
                    <a:lnB w="38100" cap="flat" cmpd="sng">
                      <a:solidFill>
                        <a:srgbClr val="F7F7F7">
                          <a:alpha val="0"/>
                        </a:srgbClr>
                      </a:solidFill>
                      <a:prstDash val="solid"/>
                      <a:round/>
                      <a:headEnd type="none" w="sm" len="sm"/>
                      <a:tailEnd type="none" w="sm" len="sm"/>
                    </a:lnB>
                    <a:solidFill>
                      <a:schemeClr val="lt1"/>
                    </a:solidFill>
                  </a:tcPr>
                </a:tc>
                <a:extLst>
                  <a:ext uri="{0D108BD9-81ED-4DB2-BD59-A6C34878D82A}">
                    <a16:rowId xmlns:a16="http://schemas.microsoft.com/office/drawing/2014/main" val="10001"/>
                  </a:ext>
                </a:extLst>
              </a:tr>
              <a:tr h="489525">
                <a:tc>
                  <a:txBody>
                    <a:bodyPr/>
                    <a:lstStyle/>
                    <a:p>
                      <a:pPr marL="0" lvl="0" indent="0" algn="l" rtl="0">
                        <a:spcBef>
                          <a:spcPts val="0"/>
                        </a:spcBef>
                        <a:spcAft>
                          <a:spcPts val="0"/>
                        </a:spcAft>
                        <a:buNone/>
                      </a:pPr>
                      <a:r>
                        <a:rPr lang="en" sz="1100" b="1">
                          <a:solidFill>
                            <a:schemeClr val="lt1"/>
                          </a:solidFill>
                          <a:latin typeface="IBM Plex Sans"/>
                          <a:ea typeface="IBM Plex Sans"/>
                          <a:cs typeface="IBM Plex Sans"/>
                          <a:sym typeface="IBM Plex Sans"/>
                        </a:rPr>
                        <a:t>Telecom</a:t>
                      </a:r>
                      <a:endParaRPr sz="1100" b="1">
                        <a:solidFill>
                          <a:schemeClr val="lt1"/>
                        </a:solidFill>
                        <a:latin typeface="IBM Plex Sans"/>
                        <a:ea typeface="IBM Plex Sans"/>
                        <a:cs typeface="IBM Plex Sans"/>
                        <a:sym typeface="IBM Plex Sans"/>
                      </a:endParaRPr>
                    </a:p>
                  </a:txBody>
                  <a:tcPr marL="91425" marR="91425" marT="91425" marB="91425" anchor="ctr">
                    <a:lnL w="38100" cap="flat" cmpd="sng">
                      <a:solidFill>
                        <a:schemeClr val="lt1"/>
                      </a:solidFill>
                      <a:prstDash val="solid"/>
                      <a:round/>
                      <a:headEnd type="none" w="sm" len="sm"/>
                      <a:tailEnd type="none" w="sm" len="sm"/>
                    </a:lnL>
                    <a:lnR w="38100" cap="flat" cmpd="sng">
                      <a:solidFill>
                        <a:schemeClr val="lt1"/>
                      </a:solidFill>
                      <a:prstDash val="solid"/>
                      <a:round/>
                      <a:headEnd type="none" w="sm" len="sm"/>
                      <a:tailEnd type="none" w="sm" len="sm"/>
                    </a:lnR>
                    <a:lnT w="38100" cap="flat" cmpd="sng">
                      <a:solidFill>
                        <a:schemeClr val="lt1"/>
                      </a:solidFill>
                      <a:prstDash val="solid"/>
                      <a:round/>
                      <a:headEnd type="none" w="sm" len="sm"/>
                      <a:tailEnd type="none" w="sm" len="sm"/>
                    </a:lnT>
                    <a:lnB w="38100" cap="flat" cmpd="sng">
                      <a:solidFill>
                        <a:schemeClr val="lt1"/>
                      </a:solidFill>
                      <a:prstDash val="solid"/>
                      <a:round/>
                      <a:headEnd type="none" w="sm" len="sm"/>
                      <a:tailEnd type="none" w="sm" len="sm"/>
                    </a:lnB>
                    <a:solidFill>
                      <a:schemeClr val="dk1"/>
                    </a:solidFill>
                  </a:tcPr>
                </a:tc>
                <a:tc>
                  <a:txBody>
                    <a:bodyPr/>
                    <a:lstStyle/>
                    <a:p>
                      <a:pPr marL="0" lvl="0" indent="0" algn="l" rtl="0">
                        <a:spcBef>
                          <a:spcPts val="0"/>
                        </a:spcBef>
                        <a:spcAft>
                          <a:spcPts val="0"/>
                        </a:spcAft>
                        <a:buNone/>
                      </a:pPr>
                      <a:endParaRPr>
                        <a:latin typeface="IBM Plex Sans"/>
                        <a:ea typeface="IBM Plex Sans"/>
                        <a:cs typeface="IBM Plex Sans"/>
                        <a:sym typeface="IBM Plex Sans"/>
                      </a:endParaRPr>
                    </a:p>
                  </a:txBody>
                  <a:tcPr marL="91425" marR="91425" marT="91425" marB="91425" anchor="ctr">
                    <a:lnL w="38100" cap="flat" cmpd="sng">
                      <a:solidFill>
                        <a:schemeClr val="lt1"/>
                      </a:solidFill>
                      <a:prstDash val="solid"/>
                      <a:round/>
                      <a:headEnd type="none" w="sm" len="sm"/>
                      <a:tailEnd type="none" w="sm" len="sm"/>
                    </a:lnL>
                    <a:lnR w="38100" cap="flat" cmpd="sng">
                      <a:solidFill>
                        <a:srgbClr val="F7F7F7">
                          <a:alpha val="0"/>
                        </a:srgbClr>
                      </a:solidFill>
                      <a:prstDash val="solid"/>
                      <a:round/>
                      <a:headEnd type="none" w="sm" len="sm"/>
                      <a:tailEnd type="none" w="sm" len="sm"/>
                    </a:lnR>
                    <a:lnT w="38100" cap="flat" cmpd="sng">
                      <a:solidFill>
                        <a:srgbClr val="F7F7F7">
                          <a:alpha val="0"/>
                        </a:srgbClr>
                      </a:solidFill>
                      <a:prstDash val="solid"/>
                      <a:round/>
                      <a:headEnd type="none" w="sm" len="sm"/>
                      <a:tailEnd type="none" w="sm" len="sm"/>
                    </a:lnT>
                    <a:lnB w="38100" cap="flat" cmpd="sng">
                      <a:solidFill>
                        <a:srgbClr val="F7F7F7">
                          <a:alpha val="0"/>
                        </a:srgbClr>
                      </a:solidFill>
                      <a:prstDash val="solid"/>
                      <a:round/>
                      <a:headEnd type="none" w="sm" len="sm"/>
                      <a:tailEnd type="none" w="sm" len="sm"/>
                    </a:lnB>
                    <a:solidFill>
                      <a:schemeClr val="lt1"/>
                    </a:solidFill>
                  </a:tcPr>
                </a:tc>
                <a:tc>
                  <a:txBody>
                    <a:bodyPr/>
                    <a:lstStyle/>
                    <a:p>
                      <a:pPr marL="0" lvl="0" indent="0" algn="l" rtl="0">
                        <a:spcBef>
                          <a:spcPts val="0"/>
                        </a:spcBef>
                        <a:spcAft>
                          <a:spcPts val="0"/>
                        </a:spcAft>
                        <a:buNone/>
                      </a:pPr>
                      <a:endParaRPr>
                        <a:latin typeface="IBM Plex Sans"/>
                        <a:ea typeface="IBM Plex Sans"/>
                        <a:cs typeface="IBM Plex Sans"/>
                        <a:sym typeface="IBM Plex Sans"/>
                      </a:endParaRPr>
                    </a:p>
                  </a:txBody>
                  <a:tcPr marL="91425" marR="91425" marT="91425" marB="91425" anchor="ctr">
                    <a:lnL w="38100" cap="flat" cmpd="sng">
                      <a:solidFill>
                        <a:srgbClr val="F7F7F7">
                          <a:alpha val="0"/>
                        </a:srgbClr>
                      </a:solidFill>
                      <a:prstDash val="solid"/>
                      <a:round/>
                      <a:headEnd type="none" w="sm" len="sm"/>
                      <a:tailEnd type="none" w="sm" len="sm"/>
                    </a:lnL>
                    <a:lnR w="38100" cap="flat" cmpd="sng">
                      <a:solidFill>
                        <a:srgbClr val="F7F7F7">
                          <a:alpha val="0"/>
                        </a:srgbClr>
                      </a:solidFill>
                      <a:prstDash val="solid"/>
                      <a:round/>
                      <a:headEnd type="none" w="sm" len="sm"/>
                      <a:tailEnd type="none" w="sm" len="sm"/>
                    </a:lnR>
                    <a:lnT w="38100" cap="flat" cmpd="sng">
                      <a:solidFill>
                        <a:srgbClr val="F7F7F7">
                          <a:alpha val="0"/>
                        </a:srgbClr>
                      </a:solidFill>
                      <a:prstDash val="solid"/>
                      <a:round/>
                      <a:headEnd type="none" w="sm" len="sm"/>
                      <a:tailEnd type="none" w="sm" len="sm"/>
                    </a:lnT>
                    <a:lnB w="38100" cap="flat" cmpd="sng">
                      <a:solidFill>
                        <a:srgbClr val="F7F7F7">
                          <a:alpha val="0"/>
                        </a:srgbClr>
                      </a:solidFill>
                      <a:prstDash val="solid"/>
                      <a:round/>
                      <a:headEnd type="none" w="sm" len="sm"/>
                      <a:tailEnd type="none" w="sm" len="sm"/>
                    </a:lnB>
                    <a:solidFill>
                      <a:schemeClr val="lt1"/>
                    </a:solidFill>
                  </a:tcPr>
                </a:tc>
                <a:tc>
                  <a:txBody>
                    <a:bodyPr/>
                    <a:lstStyle/>
                    <a:p>
                      <a:pPr marL="0" lvl="0" indent="0" algn="l" rtl="0">
                        <a:spcBef>
                          <a:spcPts val="0"/>
                        </a:spcBef>
                        <a:spcAft>
                          <a:spcPts val="0"/>
                        </a:spcAft>
                        <a:buNone/>
                      </a:pPr>
                      <a:endParaRPr>
                        <a:latin typeface="IBM Plex Sans"/>
                        <a:ea typeface="IBM Plex Sans"/>
                        <a:cs typeface="IBM Plex Sans"/>
                        <a:sym typeface="IBM Plex Sans"/>
                      </a:endParaRPr>
                    </a:p>
                  </a:txBody>
                  <a:tcPr marL="91425" marR="91425" marT="91425" marB="91425" anchor="ctr">
                    <a:lnL w="38100" cap="flat" cmpd="sng">
                      <a:solidFill>
                        <a:srgbClr val="F7F7F7">
                          <a:alpha val="0"/>
                        </a:srgbClr>
                      </a:solidFill>
                      <a:prstDash val="solid"/>
                      <a:round/>
                      <a:headEnd type="none" w="sm" len="sm"/>
                      <a:tailEnd type="none" w="sm" len="sm"/>
                    </a:lnL>
                    <a:lnR w="38100" cap="flat" cmpd="sng">
                      <a:solidFill>
                        <a:srgbClr val="F7F7F7">
                          <a:alpha val="0"/>
                        </a:srgbClr>
                      </a:solidFill>
                      <a:prstDash val="solid"/>
                      <a:round/>
                      <a:headEnd type="none" w="sm" len="sm"/>
                      <a:tailEnd type="none" w="sm" len="sm"/>
                    </a:lnR>
                    <a:lnT w="38100" cap="flat" cmpd="sng">
                      <a:solidFill>
                        <a:srgbClr val="F7F7F7">
                          <a:alpha val="0"/>
                        </a:srgbClr>
                      </a:solidFill>
                      <a:prstDash val="solid"/>
                      <a:round/>
                      <a:headEnd type="none" w="sm" len="sm"/>
                      <a:tailEnd type="none" w="sm" len="sm"/>
                    </a:lnT>
                    <a:lnB w="38100" cap="flat" cmpd="sng">
                      <a:solidFill>
                        <a:srgbClr val="F7F7F7">
                          <a:alpha val="0"/>
                        </a:srgbClr>
                      </a:solidFill>
                      <a:prstDash val="solid"/>
                      <a:round/>
                      <a:headEnd type="none" w="sm" len="sm"/>
                      <a:tailEnd type="none" w="sm" len="sm"/>
                    </a:lnB>
                    <a:solidFill>
                      <a:schemeClr val="lt1"/>
                    </a:solidFill>
                  </a:tcPr>
                </a:tc>
                <a:tc>
                  <a:txBody>
                    <a:bodyPr/>
                    <a:lstStyle/>
                    <a:p>
                      <a:pPr marL="0" lvl="0" indent="0" algn="l" rtl="0">
                        <a:spcBef>
                          <a:spcPts val="0"/>
                        </a:spcBef>
                        <a:spcAft>
                          <a:spcPts val="0"/>
                        </a:spcAft>
                        <a:buNone/>
                      </a:pPr>
                      <a:endParaRPr>
                        <a:latin typeface="IBM Plex Sans"/>
                        <a:ea typeface="IBM Plex Sans"/>
                        <a:cs typeface="IBM Plex Sans"/>
                        <a:sym typeface="IBM Plex Sans"/>
                      </a:endParaRPr>
                    </a:p>
                  </a:txBody>
                  <a:tcPr marL="91425" marR="91425" marT="91425" marB="91425" anchor="ctr">
                    <a:lnL w="38100" cap="flat" cmpd="sng">
                      <a:solidFill>
                        <a:srgbClr val="F7F7F7">
                          <a:alpha val="0"/>
                        </a:srgbClr>
                      </a:solidFill>
                      <a:prstDash val="solid"/>
                      <a:round/>
                      <a:headEnd type="none" w="sm" len="sm"/>
                      <a:tailEnd type="none" w="sm" len="sm"/>
                    </a:lnL>
                    <a:lnR w="38100" cap="flat" cmpd="sng">
                      <a:solidFill>
                        <a:srgbClr val="F7F7F7">
                          <a:alpha val="0"/>
                        </a:srgbClr>
                      </a:solidFill>
                      <a:prstDash val="solid"/>
                      <a:round/>
                      <a:headEnd type="none" w="sm" len="sm"/>
                      <a:tailEnd type="none" w="sm" len="sm"/>
                    </a:lnR>
                    <a:lnT w="38100" cap="flat" cmpd="sng">
                      <a:solidFill>
                        <a:srgbClr val="F7F7F7">
                          <a:alpha val="0"/>
                        </a:srgbClr>
                      </a:solidFill>
                      <a:prstDash val="solid"/>
                      <a:round/>
                      <a:headEnd type="none" w="sm" len="sm"/>
                      <a:tailEnd type="none" w="sm" len="sm"/>
                    </a:lnT>
                    <a:lnB w="38100" cap="flat" cmpd="sng">
                      <a:solidFill>
                        <a:srgbClr val="F7F7F7">
                          <a:alpha val="0"/>
                        </a:srgbClr>
                      </a:solidFill>
                      <a:prstDash val="solid"/>
                      <a:round/>
                      <a:headEnd type="none" w="sm" len="sm"/>
                      <a:tailEnd type="none" w="sm" len="sm"/>
                    </a:lnB>
                    <a:solidFill>
                      <a:schemeClr val="lt1"/>
                    </a:solidFill>
                  </a:tcPr>
                </a:tc>
                <a:tc>
                  <a:txBody>
                    <a:bodyPr/>
                    <a:lstStyle/>
                    <a:p>
                      <a:pPr marL="0" lvl="0" indent="0" algn="l" rtl="0">
                        <a:spcBef>
                          <a:spcPts val="0"/>
                        </a:spcBef>
                        <a:spcAft>
                          <a:spcPts val="0"/>
                        </a:spcAft>
                        <a:buNone/>
                      </a:pPr>
                      <a:endParaRPr>
                        <a:latin typeface="IBM Plex Sans"/>
                        <a:ea typeface="IBM Plex Sans"/>
                        <a:cs typeface="IBM Plex Sans"/>
                        <a:sym typeface="IBM Plex Sans"/>
                      </a:endParaRPr>
                    </a:p>
                  </a:txBody>
                  <a:tcPr marL="91425" marR="91425" marT="91425" marB="91425" anchor="ctr">
                    <a:lnL w="38100" cap="flat" cmpd="sng">
                      <a:solidFill>
                        <a:srgbClr val="F7F7F7">
                          <a:alpha val="0"/>
                        </a:srgbClr>
                      </a:solidFill>
                      <a:prstDash val="solid"/>
                      <a:round/>
                      <a:headEnd type="none" w="sm" len="sm"/>
                      <a:tailEnd type="none" w="sm" len="sm"/>
                    </a:lnL>
                    <a:lnR w="38100" cap="flat" cmpd="sng">
                      <a:solidFill>
                        <a:srgbClr val="F7F7F7">
                          <a:alpha val="0"/>
                        </a:srgbClr>
                      </a:solidFill>
                      <a:prstDash val="solid"/>
                      <a:round/>
                      <a:headEnd type="none" w="sm" len="sm"/>
                      <a:tailEnd type="none" w="sm" len="sm"/>
                    </a:lnR>
                    <a:lnT w="38100" cap="flat" cmpd="sng">
                      <a:solidFill>
                        <a:srgbClr val="F7F7F7">
                          <a:alpha val="0"/>
                        </a:srgbClr>
                      </a:solidFill>
                      <a:prstDash val="solid"/>
                      <a:round/>
                      <a:headEnd type="none" w="sm" len="sm"/>
                      <a:tailEnd type="none" w="sm" len="sm"/>
                    </a:lnT>
                    <a:lnB w="38100" cap="flat" cmpd="sng">
                      <a:solidFill>
                        <a:srgbClr val="F7F7F7">
                          <a:alpha val="0"/>
                        </a:srgbClr>
                      </a:solidFill>
                      <a:prstDash val="solid"/>
                      <a:round/>
                      <a:headEnd type="none" w="sm" len="sm"/>
                      <a:tailEnd type="none" w="sm" len="sm"/>
                    </a:lnB>
                    <a:solidFill>
                      <a:schemeClr val="lt1"/>
                    </a:solidFill>
                  </a:tcPr>
                </a:tc>
                <a:tc>
                  <a:txBody>
                    <a:bodyPr/>
                    <a:lstStyle/>
                    <a:p>
                      <a:pPr marL="0" lvl="0" indent="0" algn="l" rtl="0">
                        <a:spcBef>
                          <a:spcPts val="0"/>
                        </a:spcBef>
                        <a:spcAft>
                          <a:spcPts val="0"/>
                        </a:spcAft>
                        <a:buNone/>
                      </a:pPr>
                      <a:endParaRPr>
                        <a:latin typeface="IBM Plex Sans"/>
                        <a:ea typeface="IBM Plex Sans"/>
                        <a:cs typeface="IBM Plex Sans"/>
                        <a:sym typeface="IBM Plex Sans"/>
                      </a:endParaRPr>
                    </a:p>
                  </a:txBody>
                  <a:tcPr marL="91425" marR="91425" marT="91425" marB="91425" anchor="ctr">
                    <a:lnL w="38100" cap="flat" cmpd="sng">
                      <a:solidFill>
                        <a:srgbClr val="F7F7F7">
                          <a:alpha val="0"/>
                        </a:srgbClr>
                      </a:solidFill>
                      <a:prstDash val="solid"/>
                      <a:round/>
                      <a:headEnd type="none" w="sm" len="sm"/>
                      <a:tailEnd type="none" w="sm" len="sm"/>
                    </a:lnL>
                    <a:lnR w="38100" cap="flat" cmpd="sng">
                      <a:solidFill>
                        <a:srgbClr val="F7F7F7">
                          <a:alpha val="0"/>
                        </a:srgbClr>
                      </a:solidFill>
                      <a:prstDash val="solid"/>
                      <a:round/>
                      <a:headEnd type="none" w="sm" len="sm"/>
                      <a:tailEnd type="none" w="sm" len="sm"/>
                    </a:lnR>
                    <a:lnT w="38100" cap="flat" cmpd="sng">
                      <a:solidFill>
                        <a:srgbClr val="F7F7F7">
                          <a:alpha val="0"/>
                        </a:srgbClr>
                      </a:solidFill>
                      <a:prstDash val="solid"/>
                      <a:round/>
                      <a:headEnd type="none" w="sm" len="sm"/>
                      <a:tailEnd type="none" w="sm" len="sm"/>
                    </a:lnT>
                    <a:lnB w="38100" cap="flat" cmpd="sng">
                      <a:solidFill>
                        <a:srgbClr val="F7F7F7">
                          <a:alpha val="0"/>
                        </a:srgbClr>
                      </a:solidFill>
                      <a:prstDash val="solid"/>
                      <a:round/>
                      <a:headEnd type="none" w="sm" len="sm"/>
                      <a:tailEnd type="none" w="sm" len="sm"/>
                    </a:lnB>
                    <a:solidFill>
                      <a:schemeClr val="lt1"/>
                    </a:solidFill>
                  </a:tcPr>
                </a:tc>
                <a:tc>
                  <a:txBody>
                    <a:bodyPr/>
                    <a:lstStyle/>
                    <a:p>
                      <a:pPr marL="0" lvl="0" indent="0" algn="l" rtl="0">
                        <a:spcBef>
                          <a:spcPts val="0"/>
                        </a:spcBef>
                        <a:spcAft>
                          <a:spcPts val="0"/>
                        </a:spcAft>
                        <a:buNone/>
                      </a:pPr>
                      <a:endParaRPr>
                        <a:latin typeface="IBM Plex Sans"/>
                        <a:ea typeface="IBM Plex Sans"/>
                        <a:cs typeface="IBM Plex Sans"/>
                        <a:sym typeface="IBM Plex Sans"/>
                      </a:endParaRPr>
                    </a:p>
                  </a:txBody>
                  <a:tcPr marL="91425" marR="91425" marT="91425" marB="91425" anchor="ctr">
                    <a:lnL w="38100" cap="flat" cmpd="sng">
                      <a:solidFill>
                        <a:srgbClr val="F7F7F7">
                          <a:alpha val="0"/>
                        </a:srgbClr>
                      </a:solidFill>
                      <a:prstDash val="solid"/>
                      <a:round/>
                      <a:headEnd type="none" w="sm" len="sm"/>
                      <a:tailEnd type="none" w="sm" len="sm"/>
                    </a:lnL>
                    <a:lnR w="38100" cap="flat" cmpd="sng">
                      <a:solidFill>
                        <a:srgbClr val="F7F7F7">
                          <a:alpha val="0"/>
                        </a:srgbClr>
                      </a:solidFill>
                      <a:prstDash val="solid"/>
                      <a:round/>
                      <a:headEnd type="none" w="sm" len="sm"/>
                      <a:tailEnd type="none" w="sm" len="sm"/>
                    </a:lnR>
                    <a:lnT w="38100" cap="flat" cmpd="sng">
                      <a:solidFill>
                        <a:srgbClr val="F7F7F7">
                          <a:alpha val="0"/>
                        </a:srgbClr>
                      </a:solidFill>
                      <a:prstDash val="solid"/>
                      <a:round/>
                      <a:headEnd type="none" w="sm" len="sm"/>
                      <a:tailEnd type="none" w="sm" len="sm"/>
                    </a:lnT>
                    <a:lnB w="38100" cap="flat" cmpd="sng">
                      <a:solidFill>
                        <a:srgbClr val="F7F7F7">
                          <a:alpha val="0"/>
                        </a:srgbClr>
                      </a:solidFill>
                      <a:prstDash val="solid"/>
                      <a:round/>
                      <a:headEnd type="none" w="sm" len="sm"/>
                      <a:tailEnd type="none" w="sm" len="sm"/>
                    </a:lnB>
                    <a:solidFill>
                      <a:schemeClr val="lt1"/>
                    </a:solidFill>
                  </a:tcPr>
                </a:tc>
                <a:tc>
                  <a:txBody>
                    <a:bodyPr/>
                    <a:lstStyle/>
                    <a:p>
                      <a:pPr marL="0" lvl="0" indent="0" algn="l" rtl="0">
                        <a:spcBef>
                          <a:spcPts val="0"/>
                        </a:spcBef>
                        <a:spcAft>
                          <a:spcPts val="0"/>
                        </a:spcAft>
                        <a:buNone/>
                      </a:pPr>
                      <a:endParaRPr>
                        <a:latin typeface="IBM Plex Sans"/>
                        <a:ea typeface="IBM Plex Sans"/>
                        <a:cs typeface="IBM Plex Sans"/>
                        <a:sym typeface="IBM Plex Sans"/>
                      </a:endParaRPr>
                    </a:p>
                  </a:txBody>
                  <a:tcPr marL="91425" marR="91425" marT="91425" marB="91425" anchor="ctr">
                    <a:lnL w="38100" cap="flat" cmpd="sng">
                      <a:solidFill>
                        <a:srgbClr val="F7F7F7">
                          <a:alpha val="0"/>
                        </a:srgbClr>
                      </a:solidFill>
                      <a:prstDash val="solid"/>
                      <a:round/>
                      <a:headEnd type="none" w="sm" len="sm"/>
                      <a:tailEnd type="none" w="sm" len="sm"/>
                    </a:lnL>
                    <a:lnR w="38100" cap="flat" cmpd="sng">
                      <a:solidFill>
                        <a:srgbClr val="F7F7F7">
                          <a:alpha val="0"/>
                        </a:srgbClr>
                      </a:solidFill>
                      <a:prstDash val="solid"/>
                      <a:round/>
                      <a:headEnd type="none" w="sm" len="sm"/>
                      <a:tailEnd type="none" w="sm" len="sm"/>
                    </a:lnR>
                    <a:lnT w="38100" cap="flat" cmpd="sng">
                      <a:solidFill>
                        <a:srgbClr val="F7F7F7">
                          <a:alpha val="0"/>
                        </a:srgbClr>
                      </a:solidFill>
                      <a:prstDash val="solid"/>
                      <a:round/>
                      <a:headEnd type="none" w="sm" len="sm"/>
                      <a:tailEnd type="none" w="sm" len="sm"/>
                    </a:lnT>
                    <a:lnB w="38100" cap="flat" cmpd="sng">
                      <a:solidFill>
                        <a:srgbClr val="F7F7F7">
                          <a:alpha val="0"/>
                        </a:srgbClr>
                      </a:solidFill>
                      <a:prstDash val="solid"/>
                      <a:round/>
                      <a:headEnd type="none" w="sm" len="sm"/>
                      <a:tailEnd type="none" w="sm" len="sm"/>
                    </a:lnB>
                    <a:solidFill>
                      <a:schemeClr val="lt1"/>
                    </a:solidFill>
                  </a:tcPr>
                </a:tc>
                <a:extLst>
                  <a:ext uri="{0D108BD9-81ED-4DB2-BD59-A6C34878D82A}">
                    <a16:rowId xmlns:a16="http://schemas.microsoft.com/office/drawing/2014/main" val="10002"/>
                  </a:ext>
                </a:extLst>
              </a:tr>
              <a:tr h="489525">
                <a:tc>
                  <a:txBody>
                    <a:bodyPr/>
                    <a:lstStyle/>
                    <a:p>
                      <a:pPr marL="0" lvl="0" indent="0" algn="l" rtl="0">
                        <a:spcBef>
                          <a:spcPts val="0"/>
                        </a:spcBef>
                        <a:spcAft>
                          <a:spcPts val="0"/>
                        </a:spcAft>
                        <a:buNone/>
                      </a:pPr>
                      <a:r>
                        <a:rPr lang="en" sz="1100" b="1">
                          <a:solidFill>
                            <a:schemeClr val="lt1"/>
                          </a:solidFill>
                          <a:latin typeface="IBM Plex Sans"/>
                          <a:ea typeface="IBM Plex Sans"/>
                          <a:cs typeface="IBM Plex Sans"/>
                          <a:sym typeface="IBM Plex Sans"/>
                        </a:rPr>
                        <a:t>Logistics</a:t>
                      </a:r>
                      <a:endParaRPr sz="1100" b="1">
                        <a:solidFill>
                          <a:schemeClr val="lt1"/>
                        </a:solidFill>
                        <a:latin typeface="IBM Plex Sans"/>
                        <a:ea typeface="IBM Plex Sans"/>
                        <a:cs typeface="IBM Plex Sans"/>
                        <a:sym typeface="IBM Plex Sans"/>
                      </a:endParaRPr>
                    </a:p>
                  </a:txBody>
                  <a:tcPr marL="91425" marR="91425" marT="91425" marB="91425" anchor="ctr">
                    <a:lnL w="38100" cap="flat" cmpd="sng">
                      <a:solidFill>
                        <a:schemeClr val="lt1"/>
                      </a:solidFill>
                      <a:prstDash val="solid"/>
                      <a:round/>
                      <a:headEnd type="none" w="sm" len="sm"/>
                      <a:tailEnd type="none" w="sm" len="sm"/>
                    </a:lnL>
                    <a:lnR w="38100" cap="flat" cmpd="sng">
                      <a:solidFill>
                        <a:schemeClr val="lt1"/>
                      </a:solidFill>
                      <a:prstDash val="solid"/>
                      <a:round/>
                      <a:headEnd type="none" w="sm" len="sm"/>
                      <a:tailEnd type="none" w="sm" len="sm"/>
                    </a:lnR>
                    <a:lnT w="38100" cap="flat" cmpd="sng">
                      <a:solidFill>
                        <a:schemeClr val="lt1"/>
                      </a:solidFill>
                      <a:prstDash val="solid"/>
                      <a:round/>
                      <a:headEnd type="none" w="sm" len="sm"/>
                      <a:tailEnd type="none" w="sm" len="sm"/>
                    </a:lnT>
                    <a:lnB w="38100" cap="flat" cmpd="sng">
                      <a:solidFill>
                        <a:schemeClr val="lt1"/>
                      </a:solidFill>
                      <a:prstDash val="solid"/>
                      <a:round/>
                      <a:headEnd type="none" w="sm" len="sm"/>
                      <a:tailEnd type="none" w="sm" len="sm"/>
                    </a:lnB>
                    <a:solidFill>
                      <a:schemeClr val="dk1"/>
                    </a:solidFill>
                  </a:tcPr>
                </a:tc>
                <a:tc>
                  <a:txBody>
                    <a:bodyPr/>
                    <a:lstStyle/>
                    <a:p>
                      <a:pPr marL="0" lvl="0" indent="0" algn="l" rtl="0">
                        <a:spcBef>
                          <a:spcPts val="0"/>
                        </a:spcBef>
                        <a:spcAft>
                          <a:spcPts val="0"/>
                        </a:spcAft>
                        <a:buNone/>
                      </a:pPr>
                      <a:endParaRPr>
                        <a:latin typeface="IBM Plex Sans"/>
                        <a:ea typeface="IBM Plex Sans"/>
                        <a:cs typeface="IBM Plex Sans"/>
                        <a:sym typeface="IBM Plex Sans"/>
                      </a:endParaRPr>
                    </a:p>
                  </a:txBody>
                  <a:tcPr marL="91425" marR="91425" marT="91425" marB="91425" anchor="ctr">
                    <a:lnL w="38100" cap="flat" cmpd="sng">
                      <a:solidFill>
                        <a:schemeClr val="lt1"/>
                      </a:solidFill>
                      <a:prstDash val="solid"/>
                      <a:round/>
                      <a:headEnd type="none" w="sm" len="sm"/>
                      <a:tailEnd type="none" w="sm" len="sm"/>
                    </a:lnL>
                    <a:lnR w="38100" cap="flat" cmpd="sng">
                      <a:solidFill>
                        <a:srgbClr val="F7F7F7">
                          <a:alpha val="0"/>
                        </a:srgbClr>
                      </a:solidFill>
                      <a:prstDash val="solid"/>
                      <a:round/>
                      <a:headEnd type="none" w="sm" len="sm"/>
                      <a:tailEnd type="none" w="sm" len="sm"/>
                    </a:lnR>
                    <a:lnT w="38100" cap="flat" cmpd="sng">
                      <a:solidFill>
                        <a:srgbClr val="F7F7F7">
                          <a:alpha val="0"/>
                        </a:srgbClr>
                      </a:solidFill>
                      <a:prstDash val="solid"/>
                      <a:round/>
                      <a:headEnd type="none" w="sm" len="sm"/>
                      <a:tailEnd type="none" w="sm" len="sm"/>
                    </a:lnT>
                    <a:lnB w="38100" cap="flat" cmpd="sng">
                      <a:solidFill>
                        <a:srgbClr val="F7F7F7">
                          <a:alpha val="0"/>
                        </a:srgbClr>
                      </a:solidFill>
                      <a:prstDash val="solid"/>
                      <a:round/>
                      <a:headEnd type="none" w="sm" len="sm"/>
                      <a:tailEnd type="none" w="sm" len="sm"/>
                    </a:lnB>
                    <a:solidFill>
                      <a:schemeClr val="lt1"/>
                    </a:solidFill>
                  </a:tcPr>
                </a:tc>
                <a:tc>
                  <a:txBody>
                    <a:bodyPr/>
                    <a:lstStyle/>
                    <a:p>
                      <a:pPr marL="0" lvl="0" indent="0" algn="l" rtl="0">
                        <a:spcBef>
                          <a:spcPts val="0"/>
                        </a:spcBef>
                        <a:spcAft>
                          <a:spcPts val="0"/>
                        </a:spcAft>
                        <a:buNone/>
                      </a:pPr>
                      <a:endParaRPr>
                        <a:latin typeface="IBM Plex Sans"/>
                        <a:ea typeface="IBM Plex Sans"/>
                        <a:cs typeface="IBM Plex Sans"/>
                        <a:sym typeface="IBM Plex Sans"/>
                      </a:endParaRPr>
                    </a:p>
                  </a:txBody>
                  <a:tcPr marL="91425" marR="91425" marT="91425" marB="91425" anchor="ctr">
                    <a:lnL w="38100" cap="flat" cmpd="sng">
                      <a:solidFill>
                        <a:srgbClr val="F7F7F7">
                          <a:alpha val="0"/>
                        </a:srgbClr>
                      </a:solidFill>
                      <a:prstDash val="solid"/>
                      <a:round/>
                      <a:headEnd type="none" w="sm" len="sm"/>
                      <a:tailEnd type="none" w="sm" len="sm"/>
                    </a:lnL>
                    <a:lnR w="38100" cap="flat" cmpd="sng">
                      <a:solidFill>
                        <a:srgbClr val="F7F7F7">
                          <a:alpha val="0"/>
                        </a:srgbClr>
                      </a:solidFill>
                      <a:prstDash val="solid"/>
                      <a:round/>
                      <a:headEnd type="none" w="sm" len="sm"/>
                      <a:tailEnd type="none" w="sm" len="sm"/>
                    </a:lnR>
                    <a:lnT w="38100" cap="flat" cmpd="sng">
                      <a:solidFill>
                        <a:srgbClr val="F7F7F7">
                          <a:alpha val="0"/>
                        </a:srgbClr>
                      </a:solidFill>
                      <a:prstDash val="solid"/>
                      <a:round/>
                      <a:headEnd type="none" w="sm" len="sm"/>
                      <a:tailEnd type="none" w="sm" len="sm"/>
                    </a:lnT>
                    <a:lnB w="38100" cap="flat" cmpd="sng">
                      <a:solidFill>
                        <a:srgbClr val="F7F7F7">
                          <a:alpha val="0"/>
                        </a:srgbClr>
                      </a:solidFill>
                      <a:prstDash val="solid"/>
                      <a:round/>
                      <a:headEnd type="none" w="sm" len="sm"/>
                      <a:tailEnd type="none" w="sm" len="sm"/>
                    </a:lnB>
                    <a:solidFill>
                      <a:schemeClr val="lt1"/>
                    </a:solidFill>
                  </a:tcPr>
                </a:tc>
                <a:tc>
                  <a:txBody>
                    <a:bodyPr/>
                    <a:lstStyle/>
                    <a:p>
                      <a:pPr marL="0" lvl="0" indent="0" algn="l" rtl="0">
                        <a:spcBef>
                          <a:spcPts val="0"/>
                        </a:spcBef>
                        <a:spcAft>
                          <a:spcPts val="0"/>
                        </a:spcAft>
                        <a:buNone/>
                      </a:pPr>
                      <a:endParaRPr>
                        <a:latin typeface="IBM Plex Sans"/>
                        <a:ea typeface="IBM Plex Sans"/>
                        <a:cs typeface="IBM Plex Sans"/>
                        <a:sym typeface="IBM Plex Sans"/>
                      </a:endParaRPr>
                    </a:p>
                  </a:txBody>
                  <a:tcPr marL="91425" marR="91425" marT="91425" marB="91425" anchor="ctr">
                    <a:lnL w="38100" cap="flat" cmpd="sng">
                      <a:solidFill>
                        <a:srgbClr val="F7F7F7">
                          <a:alpha val="0"/>
                        </a:srgbClr>
                      </a:solidFill>
                      <a:prstDash val="solid"/>
                      <a:round/>
                      <a:headEnd type="none" w="sm" len="sm"/>
                      <a:tailEnd type="none" w="sm" len="sm"/>
                    </a:lnL>
                    <a:lnR w="38100" cap="flat" cmpd="sng">
                      <a:solidFill>
                        <a:srgbClr val="F7F7F7">
                          <a:alpha val="0"/>
                        </a:srgbClr>
                      </a:solidFill>
                      <a:prstDash val="solid"/>
                      <a:round/>
                      <a:headEnd type="none" w="sm" len="sm"/>
                      <a:tailEnd type="none" w="sm" len="sm"/>
                    </a:lnR>
                    <a:lnT w="38100" cap="flat" cmpd="sng">
                      <a:solidFill>
                        <a:srgbClr val="F7F7F7">
                          <a:alpha val="0"/>
                        </a:srgbClr>
                      </a:solidFill>
                      <a:prstDash val="solid"/>
                      <a:round/>
                      <a:headEnd type="none" w="sm" len="sm"/>
                      <a:tailEnd type="none" w="sm" len="sm"/>
                    </a:lnT>
                    <a:lnB w="38100" cap="flat" cmpd="sng">
                      <a:solidFill>
                        <a:srgbClr val="F7F7F7">
                          <a:alpha val="0"/>
                        </a:srgbClr>
                      </a:solidFill>
                      <a:prstDash val="solid"/>
                      <a:round/>
                      <a:headEnd type="none" w="sm" len="sm"/>
                      <a:tailEnd type="none" w="sm" len="sm"/>
                    </a:lnB>
                    <a:solidFill>
                      <a:schemeClr val="lt1"/>
                    </a:solidFill>
                  </a:tcPr>
                </a:tc>
                <a:tc>
                  <a:txBody>
                    <a:bodyPr/>
                    <a:lstStyle/>
                    <a:p>
                      <a:pPr marL="0" lvl="0" indent="0" algn="l" rtl="0">
                        <a:spcBef>
                          <a:spcPts val="0"/>
                        </a:spcBef>
                        <a:spcAft>
                          <a:spcPts val="0"/>
                        </a:spcAft>
                        <a:buNone/>
                      </a:pPr>
                      <a:endParaRPr>
                        <a:latin typeface="IBM Plex Sans"/>
                        <a:ea typeface="IBM Plex Sans"/>
                        <a:cs typeface="IBM Plex Sans"/>
                        <a:sym typeface="IBM Plex Sans"/>
                      </a:endParaRPr>
                    </a:p>
                  </a:txBody>
                  <a:tcPr marL="91425" marR="91425" marT="91425" marB="91425" anchor="ctr">
                    <a:lnL w="38100" cap="flat" cmpd="sng">
                      <a:solidFill>
                        <a:srgbClr val="F7F7F7">
                          <a:alpha val="0"/>
                        </a:srgbClr>
                      </a:solidFill>
                      <a:prstDash val="solid"/>
                      <a:round/>
                      <a:headEnd type="none" w="sm" len="sm"/>
                      <a:tailEnd type="none" w="sm" len="sm"/>
                    </a:lnL>
                    <a:lnR w="38100" cap="flat" cmpd="sng">
                      <a:solidFill>
                        <a:srgbClr val="F7F7F7">
                          <a:alpha val="0"/>
                        </a:srgbClr>
                      </a:solidFill>
                      <a:prstDash val="solid"/>
                      <a:round/>
                      <a:headEnd type="none" w="sm" len="sm"/>
                      <a:tailEnd type="none" w="sm" len="sm"/>
                    </a:lnR>
                    <a:lnT w="38100" cap="flat" cmpd="sng">
                      <a:solidFill>
                        <a:srgbClr val="F7F7F7">
                          <a:alpha val="0"/>
                        </a:srgbClr>
                      </a:solidFill>
                      <a:prstDash val="solid"/>
                      <a:round/>
                      <a:headEnd type="none" w="sm" len="sm"/>
                      <a:tailEnd type="none" w="sm" len="sm"/>
                    </a:lnT>
                    <a:lnB w="38100" cap="flat" cmpd="sng">
                      <a:solidFill>
                        <a:srgbClr val="F7F7F7">
                          <a:alpha val="0"/>
                        </a:srgbClr>
                      </a:solidFill>
                      <a:prstDash val="solid"/>
                      <a:round/>
                      <a:headEnd type="none" w="sm" len="sm"/>
                      <a:tailEnd type="none" w="sm" len="sm"/>
                    </a:lnB>
                    <a:solidFill>
                      <a:schemeClr val="lt1"/>
                    </a:solidFill>
                  </a:tcPr>
                </a:tc>
                <a:tc>
                  <a:txBody>
                    <a:bodyPr/>
                    <a:lstStyle/>
                    <a:p>
                      <a:pPr marL="0" lvl="0" indent="0" algn="l" rtl="0">
                        <a:spcBef>
                          <a:spcPts val="0"/>
                        </a:spcBef>
                        <a:spcAft>
                          <a:spcPts val="0"/>
                        </a:spcAft>
                        <a:buNone/>
                      </a:pPr>
                      <a:endParaRPr>
                        <a:latin typeface="IBM Plex Sans"/>
                        <a:ea typeface="IBM Plex Sans"/>
                        <a:cs typeface="IBM Plex Sans"/>
                        <a:sym typeface="IBM Plex Sans"/>
                      </a:endParaRPr>
                    </a:p>
                  </a:txBody>
                  <a:tcPr marL="91425" marR="91425" marT="91425" marB="91425" anchor="ctr">
                    <a:lnL w="38100" cap="flat" cmpd="sng">
                      <a:solidFill>
                        <a:srgbClr val="F7F7F7">
                          <a:alpha val="0"/>
                        </a:srgbClr>
                      </a:solidFill>
                      <a:prstDash val="solid"/>
                      <a:round/>
                      <a:headEnd type="none" w="sm" len="sm"/>
                      <a:tailEnd type="none" w="sm" len="sm"/>
                    </a:lnL>
                    <a:lnR w="38100" cap="flat" cmpd="sng">
                      <a:solidFill>
                        <a:srgbClr val="F7F7F7">
                          <a:alpha val="0"/>
                        </a:srgbClr>
                      </a:solidFill>
                      <a:prstDash val="solid"/>
                      <a:round/>
                      <a:headEnd type="none" w="sm" len="sm"/>
                      <a:tailEnd type="none" w="sm" len="sm"/>
                    </a:lnR>
                    <a:lnT w="38100" cap="flat" cmpd="sng">
                      <a:solidFill>
                        <a:srgbClr val="F7F7F7">
                          <a:alpha val="0"/>
                        </a:srgbClr>
                      </a:solidFill>
                      <a:prstDash val="solid"/>
                      <a:round/>
                      <a:headEnd type="none" w="sm" len="sm"/>
                      <a:tailEnd type="none" w="sm" len="sm"/>
                    </a:lnT>
                    <a:lnB w="38100" cap="flat" cmpd="sng">
                      <a:solidFill>
                        <a:srgbClr val="F7F7F7">
                          <a:alpha val="0"/>
                        </a:srgbClr>
                      </a:solidFill>
                      <a:prstDash val="solid"/>
                      <a:round/>
                      <a:headEnd type="none" w="sm" len="sm"/>
                      <a:tailEnd type="none" w="sm" len="sm"/>
                    </a:lnB>
                    <a:solidFill>
                      <a:schemeClr val="lt1"/>
                    </a:solidFill>
                  </a:tcPr>
                </a:tc>
                <a:tc>
                  <a:txBody>
                    <a:bodyPr/>
                    <a:lstStyle/>
                    <a:p>
                      <a:pPr marL="0" lvl="0" indent="0" algn="l" rtl="0">
                        <a:spcBef>
                          <a:spcPts val="0"/>
                        </a:spcBef>
                        <a:spcAft>
                          <a:spcPts val="0"/>
                        </a:spcAft>
                        <a:buNone/>
                      </a:pPr>
                      <a:endParaRPr>
                        <a:latin typeface="IBM Plex Sans"/>
                        <a:ea typeface="IBM Plex Sans"/>
                        <a:cs typeface="IBM Plex Sans"/>
                        <a:sym typeface="IBM Plex Sans"/>
                      </a:endParaRPr>
                    </a:p>
                  </a:txBody>
                  <a:tcPr marL="91425" marR="91425" marT="91425" marB="91425" anchor="ctr">
                    <a:lnL w="38100" cap="flat" cmpd="sng">
                      <a:solidFill>
                        <a:srgbClr val="F7F7F7">
                          <a:alpha val="0"/>
                        </a:srgbClr>
                      </a:solidFill>
                      <a:prstDash val="solid"/>
                      <a:round/>
                      <a:headEnd type="none" w="sm" len="sm"/>
                      <a:tailEnd type="none" w="sm" len="sm"/>
                    </a:lnL>
                    <a:lnR w="38100" cap="flat" cmpd="sng">
                      <a:solidFill>
                        <a:srgbClr val="F7F7F7">
                          <a:alpha val="0"/>
                        </a:srgbClr>
                      </a:solidFill>
                      <a:prstDash val="solid"/>
                      <a:round/>
                      <a:headEnd type="none" w="sm" len="sm"/>
                      <a:tailEnd type="none" w="sm" len="sm"/>
                    </a:lnR>
                    <a:lnT w="38100" cap="flat" cmpd="sng">
                      <a:solidFill>
                        <a:srgbClr val="F7F7F7">
                          <a:alpha val="0"/>
                        </a:srgbClr>
                      </a:solidFill>
                      <a:prstDash val="solid"/>
                      <a:round/>
                      <a:headEnd type="none" w="sm" len="sm"/>
                      <a:tailEnd type="none" w="sm" len="sm"/>
                    </a:lnT>
                    <a:lnB w="38100" cap="flat" cmpd="sng">
                      <a:solidFill>
                        <a:srgbClr val="F7F7F7">
                          <a:alpha val="0"/>
                        </a:srgbClr>
                      </a:solidFill>
                      <a:prstDash val="solid"/>
                      <a:round/>
                      <a:headEnd type="none" w="sm" len="sm"/>
                      <a:tailEnd type="none" w="sm" len="sm"/>
                    </a:lnB>
                    <a:solidFill>
                      <a:schemeClr val="lt1"/>
                    </a:solidFill>
                  </a:tcPr>
                </a:tc>
                <a:tc>
                  <a:txBody>
                    <a:bodyPr/>
                    <a:lstStyle/>
                    <a:p>
                      <a:pPr marL="0" lvl="0" indent="0" algn="l" rtl="0">
                        <a:spcBef>
                          <a:spcPts val="0"/>
                        </a:spcBef>
                        <a:spcAft>
                          <a:spcPts val="0"/>
                        </a:spcAft>
                        <a:buNone/>
                      </a:pPr>
                      <a:endParaRPr>
                        <a:latin typeface="IBM Plex Sans"/>
                        <a:ea typeface="IBM Plex Sans"/>
                        <a:cs typeface="IBM Plex Sans"/>
                        <a:sym typeface="IBM Plex Sans"/>
                      </a:endParaRPr>
                    </a:p>
                  </a:txBody>
                  <a:tcPr marL="91425" marR="91425" marT="91425" marB="91425" anchor="ctr">
                    <a:lnL w="38100" cap="flat" cmpd="sng">
                      <a:solidFill>
                        <a:srgbClr val="F7F7F7">
                          <a:alpha val="0"/>
                        </a:srgbClr>
                      </a:solidFill>
                      <a:prstDash val="solid"/>
                      <a:round/>
                      <a:headEnd type="none" w="sm" len="sm"/>
                      <a:tailEnd type="none" w="sm" len="sm"/>
                    </a:lnL>
                    <a:lnR w="38100" cap="flat" cmpd="sng">
                      <a:solidFill>
                        <a:srgbClr val="F7F7F7">
                          <a:alpha val="0"/>
                        </a:srgbClr>
                      </a:solidFill>
                      <a:prstDash val="solid"/>
                      <a:round/>
                      <a:headEnd type="none" w="sm" len="sm"/>
                      <a:tailEnd type="none" w="sm" len="sm"/>
                    </a:lnR>
                    <a:lnT w="38100" cap="flat" cmpd="sng">
                      <a:solidFill>
                        <a:srgbClr val="F7F7F7">
                          <a:alpha val="0"/>
                        </a:srgbClr>
                      </a:solidFill>
                      <a:prstDash val="solid"/>
                      <a:round/>
                      <a:headEnd type="none" w="sm" len="sm"/>
                      <a:tailEnd type="none" w="sm" len="sm"/>
                    </a:lnT>
                    <a:lnB w="38100" cap="flat" cmpd="sng">
                      <a:solidFill>
                        <a:srgbClr val="F7F7F7">
                          <a:alpha val="0"/>
                        </a:srgbClr>
                      </a:solidFill>
                      <a:prstDash val="solid"/>
                      <a:round/>
                      <a:headEnd type="none" w="sm" len="sm"/>
                      <a:tailEnd type="none" w="sm" len="sm"/>
                    </a:lnB>
                    <a:solidFill>
                      <a:schemeClr val="lt1"/>
                    </a:solidFill>
                  </a:tcPr>
                </a:tc>
                <a:tc>
                  <a:txBody>
                    <a:bodyPr/>
                    <a:lstStyle/>
                    <a:p>
                      <a:pPr marL="0" lvl="0" indent="0" algn="l" rtl="0">
                        <a:spcBef>
                          <a:spcPts val="0"/>
                        </a:spcBef>
                        <a:spcAft>
                          <a:spcPts val="0"/>
                        </a:spcAft>
                        <a:buNone/>
                      </a:pPr>
                      <a:endParaRPr>
                        <a:latin typeface="IBM Plex Sans"/>
                        <a:ea typeface="IBM Plex Sans"/>
                        <a:cs typeface="IBM Plex Sans"/>
                        <a:sym typeface="IBM Plex Sans"/>
                      </a:endParaRPr>
                    </a:p>
                  </a:txBody>
                  <a:tcPr marL="91425" marR="91425" marT="91425" marB="91425" anchor="ctr">
                    <a:lnL w="38100" cap="flat" cmpd="sng">
                      <a:solidFill>
                        <a:srgbClr val="F7F7F7">
                          <a:alpha val="0"/>
                        </a:srgbClr>
                      </a:solidFill>
                      <a:prstDash val="solid"/>
                      <a:round/>
                      <a:headEnd type="none" w="sm" len="sm"/>
                      <a:tailEnd type="none" w="sm" len="sm"/>
                    </a:lnL>
                    <a:lnR w="38100" cap="flat" cmpd="sng">
                      <a:solidFill>
                        <a:srgbClr val="F7F7F7">
                          <a:alpha val="0"/>
                        </a:srgbClr>
                      </a:solidFill>
                      <a:prstDash val="solid"/>
                      <a:round/>
                      <a:headEnd type="none" w="sm" len="sm"/>
                      <a:tailEnd type="none" w="sm" len="sm"/>
                    </a:lnR>
                    <a:lnT w="38100" cap="flat" cmpd="sng">
                      <a:solidFill>
                        <a:srgbClr val="F7F7F7">
                          <a:alpha val="0"/>
                        </a:srgbClr>
                      </a:solidFill>
                      <a:prstDash val="solid"/>
                      <a:round/>
                      <a:headEnd type="none" w="sm" len="sm"/>
                      <a:tailEnd type="none" w="sm" len="sm"/>
                    </a:lnT>
                    <a:lnB w="38100" cap="flat" cmpd="sng">
                      <a:solidFill>
                        <a:srgbClr val="F7F7F7">
                          <a:alpha val="0"/>
                        </a:srgbClr>
                      </a:solidFill>
                      <a:prstDash val="solid"/>
                      <a:round/>
                      <a:headEnd type="none" w="sm" len="sm"/>
                      <a:tailEnd type="none" w="sm" len="sm"/>
                    </a:lnB>
                    <a:solidFill>
                      <a:schemeClr val="lt1"/>
                    </a:solidFill>
                  </a:tcPr>
                </a:tc>
                <a:extLst>
                  <a:ext uri="{0D108BD9-81ED-4DB2-BD59-A6C34878D82A}">
                    <a16:rowId xmlns:a16="http://schemas.microsoft.com/office/drawing/2014/main" val="10003"/>
                  </a:ext>
                </a:extLst>
              </a:tr>
              <a:tr h="489525">
                <a:tc>
                  <a:txBody>
                    <a:bodyPr/>
                    <a:lstStyle/>
                    <a:p>
                      <a:pPr marL="0" lvl="0" indent="0" algn="l" rtl="0">
                        <a:spcBef>
                          <a:spcPts val="0"/>
                        </a:spcBef>
                        <a:spcAft>
                          <a:spcPts val="0"/>
                        </a:spcAft>
                        <a:buNone/>
                      </a:pPr>
                      <a:r>
                        <a:rPr lang="en" sz="1100" b="1">
                          <a:solidFill>
                            <a:schemeClr val="lt1"/>
                          </a:solidFill>
                          <a:latin typeface="IBM Plex Sans"/>
                          <a:ea typeface="IBM Plex Sans"/>
                          <a:cs typeface="IBM Plex Sans"/>
                          <a:sym typeface="IBM Plex Sans"/>
                        </a:rPr>
                        <a:t>Software</a:t>
                      </a:r>
                      <a:endParaRPr sz="1100" b="1">
                        <a:solidFill>
                          <a:schemeClr val="lt1"/>
                        </a:solidFill>
                        <a:latin typeface="IBM Plex Sans"/>
                        <a:ea typeface="IBM Plex Sans"/>
                        <a:cs typeface="IBM Plex Sans"/>
                        <a:sym typeface="IBM Plex Sans"/>
                      </a:endParaRPr>
                    </a:p>
                  </a:txBody>
                  <a:tcPr marL="91425" marR="91425" marT="91425" marB="91425" anchor="ctr">
                    <a:lnL w="38100" cap="flat" cmpd="sng">
                      <a:solidFill>
                        <a:schemeClr val="lt1"/>
                      </a:solidFill>
                      <a:prstDash val="solid"/>
                      <a:round/>
                      <a:headEnd type="none" w="sm" len="sm"/>
                      <a:tailEnd type="none" w="sm" len="sm"/>
                    </a:lnL>
                    <a:lnR w="38100" cap="flat" cmpd="sng">
                      <a:solidFill>
                        <a:schemeClr val="lt1"/>
                      </a:solidFill>
                      <a:prstDash val="solid"/>
                      <a:round/>
                      <a:headEnd type="none" w="sm" len="sm"/>
                      <a:tailEnd type="none" w="sm" len="sm"/>
                    </a:lnR>
                    <a:lnT w="38100" cap="flat" cmpd="sng">
                      <a:solidFill>
                        <a:schemeClr val="lt1"/>
                      </a:solidFill>
                      <a:prstDash val="solid"/>
                      <a:round/>
                      <a:headEnd type="none" w="sm" len="sm"/>
                      <a:tailEnd type="none" w="sm" len="sm"/>
                    </a:lnT>
                    <a:lnB w="38100" cap="flat" cmpd="sng">
                      <a:solidFill>
                        <a:schemeClr val="lt1"/>
                      </a:solidFill>
                      <a:prstDash val="solid"/>
                      <a:round/>
                      <a:headEnd type="none" w="sm" len="sm"/>
                      <a:tailEnd type="none" w="sm" len="sm"/>
                    </a:lnB>
                    <a:solidFill>
                      <a:schemeClr val="dk1"/>
                    </a:solidFill>
                  </a:tcPr>
                </a:tc>
                <a:tc>
                  <a:txBody>
                    <a:bodyPr/>
                    <a:lstStyle/>
                    <a:p>
                      <a:pPr marL="0" lvl="0" indent="0" algn="l" rtl="0">
                        <a:spcBef>
                          <a:spcPts val="0"/>
                        </a:spcBef>
                        <a:spcAft>
                          <a:spcPts val="0"/>
                        </a:spcAft>
                        <a:buNone/>
                      </a:pPr>
                      <a:endParaRPr>
                        <a:latin typeface="IBM Plex Sans"/>
                        <a:ea typeface="IBM Plex Sans"/>
                        <a:cs typeface="IBM Plex Sans"/>
                        <a:sym typeface="IBM Plex Sans"/>
                      </a:endParaRPr>
                    </a:p>
                  </a:txBody>
                  <a:tcPr marL="91425" marR="91425" marT="91425" marB="91425" anchor="ctr">
                    <a:lnL w="38100" cap="flat" cmpd="sng">
                      <a:solidFill>
                        <a:schemeClr val="lt1"/>
                      </a:solidFill>
                      <a:prstDash val="solid"/>
                      <a:round/>
                      <a:headEnd type="none" w="sm" len="sm"/>
                      <a:tailEnd type="none" w="sm" len="sm"/>
                    </a:lnL>
                    <a:lnR w="38100" cap="flat" cmpd="sng">
                      <a:solidFill>
                        <a:srgbClr val="F7F7F7">
                          <a:alpha val="0"/>
                        </a:srgbClr>
                      </a:solidFill>
                      <a:prstDash val="solid"/>
                      <a:round/>
                      <a:headEnd type="none" w="sm" len="sm"/>
                      <a:tailEnd type="none" w="sm" len="sm"/>
                    </a:lnR>
                    <a:lnT w="38100" cap="flat" cmpd="sng">
                      <a:solidFill>
                        <a:srgbClr val="F7F7F7">
                          <a:alpha val="0"/>
                        </a:srgbClr>
                      </a:solidFill>
                      <a:prstDash val="solid"/>
                      <a:round/>
                      <a:headEnd type="none" w="sm" len="sm"/>
                      <a:tailEnd type="none" w="sm" len="sm"/>
                    </a:lnT>
                    <a:lnB w="38100" cap="flat" cmpd="sng">
                      <a:solidFill>
                        <a:srgbClr val="F7F7F7">
                          <a:alpha val="0"/>
                        </a:srgbClr>
                      </a:solidFill>
                      <a:prstDash val="solid"/>
                      <a:round/>
                      <a:headEnd type="none" w="sm" len="sm"/>
                      <a:tailEnd type="none" w="sm" len="sm"/>
                    </a:lnB>
                    <a:solidFill>
                      <a:schemeClr val="lt1"/>
                    </a:solidFill>
                  </a:tcPr>
                </a:tc>
                <a:tc>
                  <a:txBody>
                    <a:bodyPr/>
                    <a:lstStyle/>
                    <a:p>
                      <a:pPr marL="0" lvl="0" indent="0" algn="l" rtl="0">
                        <a:spcBef>
                          <a:spcPts val="0"/>
                        </a:spcBef>
                        <a:spcAft>
                          <a:spcPts val="0"/>
                        </a:spcAft>
                        <a:buNone/>
                      </a:pPr>
                      <a:endParaRPr>
                        <a:latin typeface="IBM Plex Sans"/>
                        <a:ea typeface="IBM Plex Sans"/>
                        <a:cs typeface="IBM Plex Sans"/>
                        <a:sym typeface="IBM Plex Sans"/>
                      </a:endParaRPr>
                    </a:p>
                  </a:txBody>
                  <a:tcPr marL="91425" marR="91425" marT="91425" marB="91425" anchor="ctr">
                    <a:lnL w="38100" cap="flat" cmpd="sng">
                      <a:solidFill>
                        <a:srgbClr val="F7F7F7">
                          <a:alpha val="0"/>
                        </a:srgbClr>
                      </a:solidFill>
                      <a:prstDash val="solid"/>
                      <a:round/>
                      <a:headEnd type="none" w="sm" len="sm"/>
                      <a:tailEnd type="none" w="sm" len="sm"/>
                    </a:lnL>
                    <a:lnR w="38100" cap="flat" cmpd="sng">
                      <a:solidFill>
                        <a:srgbClr val="F7F7F7">
                          <a:alpha val="0"/>
                        </a:srgbClr>
                      </a:solidFill>
                      <a:prstDash val="solid"/>
                      <a:round/>
                      <a:headEnd type="none" w="sm" len="sm"/>
                      <a:tailEnd type="none" w="sm" len="sm"/>
                    </a:lnR>
                    <a:lnT w="38100" cap="flat" cmpd="sng">
                      <a:solidFill>
                        <a:srgbClr val="F7F7F7">
                          <a:alpha val="0"/>
                        </a:srgbClr>
                      </a:solidFill>
                      <a:prstDash val="solid"/>
                      <a:round/>
                      <a:headEnd type="none" w="sm" len="sm"/>
                      <a:tailEnd type="none" w="sm" len="sm"/>
                    </a:lnT>
                    <a:lnB w="38100" cap="flat" cmpd="sng">
                      <a:solidFill>
                        <a:srgbClr val="F7F7F7">
                          <a:alpha val="0"/>
                        </a:srgbClr>
                      </a:solidFill>
                      <a:prstDash val="solid"/>
                      <a:round/>
                      <a:headEnd type="none" w="sm" len="sm"/>
                      <a:tailEnd type="none" w="sm" len="sm"/>
                    </a:lnB>
                    <a:solidFill>
                      <a:schemeClr val="lt1"/>
                    </a:solidFill>
                  </a:tcPr>
                </a:tc>
                <a:tc>
                  <a:txBody>
                    <a:bodyPr/>
                    <a:lstStyle/>
                    <a:p>
                      <a:pPr marL="0" lvl="0" indent="0" algn="l" rtl="0">
                        <a:spcBef>
                          <a:spcPts val="0"/>
                        </a:spcBef>
                        <a:spcAft>
                          <a:spcPts val="0"/>
                        </a:spcAft>
                        <a:buNone/>
                      </a:pPr>
                      <a:endParaRPr>
                        <a:latin typeface="IBM Plex Sans"/>
                        <a:ea typeface="IBM Plex Sans"/>
                        <a:cs typeface="IBM Plex Sans"/>
                        <a:sym typeface="IBM Plex Sans"/>
                      </a:endParaRPr>
                    </a:p>
                  </a:txBody>
                  <a:tcPr marL="91425" marR="91425" marT="91425" marB="91425" anchor="ctr">
                    <a:lnL w="38100" cap="flat" cmpd="sng">
                      <a:solidFill>
                        <a:srgbClr val="F7F7F7">
                          <a:alpha val="0"/>
                        </a:srgbClr>
                      </a:solidFill>
                      <a:prstDash val="solid"/>
                      <a:round/>
                      <a:headEnd type="none" w="sm" len="sm"/>
                      <a:tailEnd type="none" w="sm" len="sm"/>
                    </a:lnL>
                    <a:lnR w="38100" cap="flat" cmpd="sng">
                      <a:solidFill>
                        <a:srgbClr val="F7F7F7">
                          <a:alpha val="0"/>
                        </a:srgbClr>
                      </a:solidFill>
                      <a:prstDash val="solid"/>
                      <a:round/>
                      <a:headEnd type="none" w="sm" len="sm"/>
                      <a:tailEnd type="none" w="sm" len="sm"/>
                    </a:lnR>
                    <a:lnT w="38100" cap="flat" cmpd="sng">
                      <a:solidFill>
                        <a:srgbClr val="F7F7F7">
                          <a:alpha val="0"/>
                        </a:srgbClr>
                      </a:solidFill>
                      <a:prstDash val="solid"/>
                      <a:round/>
                      <a:headEnd type="none" w="sm" len="sm"/>
                      <a:tailEnd type="none" w="sm" len="sm"/>
                    </a:lnT>
                    <a:lnB w="38100" cap="flat" cmpd="sng">
                      <a:solidFill>
                        <a:srgbClr val="F7F7F7">
                          <a:alpha val="0"/>
                        </a:srgbClr>
                      </a:solidFill>
                      <a:prstDash val="solid"/>
                      <a:round/>
                      <a:headEnd type="none" w="sm" len="sm"/>
                      <a:tailEnd type="none" w="sm" len="sm"/>
                    </a:lnB>
                    <a:solidFill>
                      <a:schemeClr val="lt1"/>
                    </a:solidFill>
                  </a:tcPr>
                </a:tc>
                <a:tc>
                  <a:txBody>
                    <a:bodyPr/>
                    <a:lstStyle/>
                    <a:p>
                      <a:pPr marL="0" lvl="0" indent="0" algn="l" rtl="0">
                        <a:spcBef>
                          <a:spcPts val="0"/>
                        </a:spcBef>
                        <a:spcAft>
                          <a:spcPts val="0"/>
                        </a:spcAft>
                        <a:buNone/>
                      </a:pPr>
                      <a:endParaRPr>
                        <a:latin typeface="IBM Plex Sans"/>
                        <a:ea typeface="IBM Plex Sans"/>
                        <a:cs typeface="IBM Plex Sans"/>
                        <a:sym typeface="IBM Plex Sans"/>
                      </a:endParaRPr>
                    </a:p>
                  </a:txBody>
                  <a:tcPr marL="91425" marR="91425" marT="91425" marB="91425" anchor="ctr">
                    <a:lnL w="38100" cap="flat" cmpd="sng">
                      <a:solidFill>
                        <a:srgbClr val="F7F7F7">
                          <a:alpha val="0"/>
                        </a:srgbClr>
                      </a:solidFill>
                      <a:prstDash val="solid"/>
                      <a:round/>
                      <a:headEnd type="none" w="sm" len="sm"/>
                      <a:tailEnd type="none" w="sm" len="sm"/>
                    </a:lnL>
                    <a:lnR w="38100" cap="flat" cmpd="sng">
                      <a:solidFill>
                        <a:srgbClr val="F7F7F7">
                          <a:alpha val="0"/>
                        </a:srgbClr>
                      </a:solidFill>
                      <a:prstDash val="solid"/>
                      <a:round/>
                      <a:headEnd type="none" w="sm" len="sm"/>
                      <a:tailEnd type="none" w="sm" len="sm"/>
                    </a:lnR>
                    <a:lnT w="38100" cap="flat" cmpd="sng">
                      <a:solidFill>
                        <a:srgbClr val="F7F7F7">
                          <a:alpha val="0"/>
                        </a:srgbClr>
                      </a:solidFill>
                      <a:prstDash val="solid"/>
                      <a:round/>
                      <a:headEnd type="none" w="sm" len="sm"/>
                      <a:tailEnd type="none" w="sm" len="sm"/>
                    </a:lnT>
                    <a:lnB w="38100" cap="flat" cmpd="sng">
                      <a:solidFill>
                        <a:srgbClr val="F7F7F7">
                          <a:alpha val="0"/>
                        </a:srgbClr>
                      </a:solidFill>
                      <a:prstDash val="solid"/>
                      <a:round/>
                      <a:headEnd type="none" w="sm" len="sm"/>
                      <a:tailEnd type="none" w="sm" len="sm"/>
                    </a:lnB>
                    <a:solidFill>
                      <a:schemeClr val="lt1"/>
                    </a:solidFill>
                  </a:tcPr>
                </a:tc>
                <a:tc>
                  <a:txBody>
                    <a:bodyPr/>
                    <a:lstStyle/>
                    <a:p>
                      <a:pPr marL="0" lvl="0" indent="0" algn="l" rtl="0">
                        <a:spcBef>
                          <a:spcPts val="0"/>
                        </a:spcBef>
                        <a:spcAft>
                          <a:spcPts val="0"/>
                        </a:spcAft>
                        <a:buNone/>
                      </a:pPr>
                      <a:endParaRPr>
                        <a:latin typeface="IBM Plex Sans"/>
                        <a:ea typeface="IBM Plex Sans"/>
                        <a:cs typeface="IBM Plex Sans"/>
                        <a:sym typeface="IBM Plex Sans"/>
                      </a:endParaRPr>
                    </a:p>
                  </a:txBody>
                  <a:tcPr marL="91425" marR="91425" marT="91425" marB="91425" anchor="ctr">
                    <a:lnL w="38100" cap="flat" cmpd="sng">
                      <a:solidFill>
                        <a:srgbClr val="F7F7F7">
                          <a:alpha val="0"/>
                        </a:srgbClr>
                      </a:solidFill>
                      <a:prstDash val="solid"/>
                      <a:round/>
                      <a:headEnd type="none" w="sm" len="sm"/>
                      <a:tailEnd type="none" w="sm" len="sm"/>
                    </a:lnL>
                    <a:lnR w="38100" cap="flat" cmpd="sng">
                      <a:solidFill>
                        <a:srgbClr val="F7F7F7">
                          <a:alpha val="0"/>
                        </a:srgbClr>
                      </a:solidFill>
                      <a:prstDash val="solid"/>
                      <a:round/>
                      <a:headEnd type="none" w="sm" len="sm"/>
                      <a:tailEnd type="none" w="sm" len="sm"/>
                    </a:lnR>
                    <a:lnT w="38100" cap="flat" cmpd="sng">
                      <a:solidFill>
                        <a:srgbClr val="F7F7F7">
                          <a:alpha val="0"/>
                        </a:srgbClr>
                      </a:solidFill>
                      <a:prstDash val="solid"/>
                      <a:round/>
                      <a:headEnd type="none" w="sm" len="sm"/>
                      <a:tailEnd type="none" w="sm" len="sm"/>
                    </a:lnT>
                    <a:lnB w="38100" cap="flat" cmpd="sng">
                      <a:solidFill>
                        <a:srgbClr val="F7F7F7">
                          <a:alpha val="0"/>
                        </a:srgbClr>
                      </a:solidFill>
                      <a:prstDash val="solid"/>
                      <a:round/>
                      <a:headEnd type="none" w="sm" len="sm"/>
                      <a:tailEnd type="none" w="sm" len="sm"/>
                    </a:lnB>
                    <a:solidFill>
                      <a:schemeClr val="lt1"/>
                    </a:solidFill>
                  </a:tcPr>
                </a:tc>
                <a:tc>
                  <a:txBody>
                    <a:bodyPr/>
                    <a:lstStyle/>
                    <a:p>
                      <a:pPr marL="0" lvl="0" indent="0" algn="l" rtl="0">
                        <a:spcBef>
                          <a:spcPts val="0"/>
                        </a:spcBef>
                        <a:spcAft>
                          <a:spcPts val="0"/>
                        </a:spcAft>
                        <a:buNone/>
                      </a:pPr>
                      <a:endParaRPr>
                        <a:latin typeface="IBM Plex Sans"/>
                        <a:ea typeface="IBM Plex Sans"/>
                        <a:cs typeface="IBM Plex Sans"/>
                        <a:sym typeface="IBM Plex Sans"/>
                      </a:endParaRPr>
                    </a:p>
                  </a:txBody>
                  <a:tcPr marL="91425" marR="91425" marT="91425" marB="91425" anchor="ctr">
                    <a:lnL w="38100" cap="flat" cmpd="sng">
                      <a:solidFill>
                        <a:srgbClr val="F7F7F7">
                          <a:alpha val="0"/>
                        </a:srgbClr>
                      </a:solidFill>
                      <a:prstDash val="solid"/>
                      <a:round/>
                      <a:headEnd type="none" w="sm" len="sm"/>
                      <a:tailEnd type="none" w="sm" len="sm"/>
                    </a:lnL>
                    <a:lnR w="38100" cap="flat" cmpd="sng">
                      <a:solidFill>
                        <a:srgbClr val="F7F7F7">
                          <a:alpha val="0"/>
                        </a:srgbClr>
                      </a:solidFill>
                      <a:prstDash val="solid"/>
                      <a:round/>
                      <a:headEnd type="none" w="sm" len="sm"/>
                      <a:tailEnd type="none" w="sm" len="sm"/>
                    </a:lnR>
                    <a:lnT w="38100" cap="flat" cmpd="sng">
                      <a:solidFill>
                        <a:srgbClr val="F7F7F7">
                          <a:alpha val="0"/>
                        </a:srgbClr>
                      </a:solidFill>
                      <a:prstDash val="solid"/>
                      <a:round/>
                      <a:headEnd type="none" w="sm" len="sm"/>
                      <a:tailEnd type="none" w="sm" len="sm"/>
                    </a:lnT>
                    <a:lnB w="38100" cap="flat" cmpd="sng">
                      <a:solidFill>
                        <a:srgbClr val="F7F7F7">
                          <a:alpha val="0"/>
                        </a:srgbClr>
                      </a:solidFill>
                      <a:prstDash val="solid"/>
                      <a:round/>
                      <a:headEnd type="none" w="sm" len="sm"/>
                      <a:tailEnd type="none" w="sm" len="sm"/>
                    </a:lnB>
                    <a:solidFill>
                      <a:schemeClr val="lt1"/>
                    </a:solidFill>
                  </a:tcPr>
                </a:tc>
                <a:tc>
                  <a:txBody>
                    <a:bodyPr/>
                    <a:lstStyle/>
                    <a:p>
                      <a:pPr marL="0" lvl="0" indent="0" algn="l" rtl="0">
                        <a:spcBef>
                          <a:spcPts val="0"/>
                        </a:spcBef>
                        <a:spcAft>
                          <a:spcPts val="0"/>
                        </a:spcAft>
                        <a:buNone/>
                      </a:pPr>
                      <a:endParaRPr>
                        <a:latin typeface="IBM Plex Sans"/>
                        <a:ea typeface="IBM Plex Sans"/>
                        <a:cs typeface="IBM Plex Sans"/>
                        <a:sym typeface="IBM Plex Sans"/>
                      </a:endParaRPr>
                    </a:p>
                  </a:txBody>
                  <a:tcPr marL="91425" marR="91425" marT="91425" marB="91425" anchor="ctr">
                    <a:lnL w="38100" cap="flat" cmpd="sng">
                      <a:solidFill>
                        <a:srgbClr val="F7F7F7">
                          <a:alpha val="0"/>
                        </a:srgbClr>
                      </a:solidFill>
                      <a:prstDash val="solid"/>
                      <a:round/>
                      <a:headEnd type="none" w="sm" len="sm"/>
                      <a:tailEnd type="none" w="sm" len="sm"/>
                    </a:lnL>
                    <a:lnR w="38100" cap="flat" cmpd="sng">
                      <a:solidFill>
                        <a:srgbClr val="F7F7F7">
                          <a:alpha val="0"/>
                        </a:srgbClr>
                      </a:solidFill>
                      <a:prstDash val="solid"/>
                      <a:round/>
                      <a:headEnd type="none" w="sm" len="sm"/>
                      <a:tailEnd type="none" w="sm" len="sm"/>
                    </a:lnR>
                    <a:lnT w="38100" cap="flat" cmpd="sng">
                      <a:solidFill>
                        <a:srgbClr val="F7F7F7">
                          <a:alpha val="0"/>
                        </a:srgbClr>
                      </a:solidFill>
                      <a:prstDash val="solid"/>
                      <a:round/>
                      <a:headEnd type="none" w="sm" len="sm"/>
                      <a:tailEnd type="none" w="sm" len="sm"/>
                    </a:lnT>
                    <a:lnB w="38100" cap="flat" cmpd="sng">
                      <a:solidFill>
                        <a:srgbClr val="F7F7F7">
                          <a:alpha val="0"/>
                        </a:srgbClr>
                      </a:solidFill>
                      <a:prstDash val="solid"/>
                      <a:round/>
                      <a:headEnd type="none" w="sm" len="sm"/>
                      <a:tailEnd type="none" w="sm" len="sm"/>
                    </a:lnB>
                    <a:solidFill>
                      <a:schemeClr val="lt1"/>
                    </a:solidFill>
                  </a:tcPr>
                </a:tc>
                <a:tc>
                  <a:txBody>
                    <a:bodyPr/>
                    <a:lstStyle/>
                    <a:p>
                      <a:pPr marL="0" lvl="0" indent="0" algn="l" rtl="0">
                        <a:spcBef>
                          <a:spcPts val="0"/>
                        </a:spcBef>
                        <a:spcAft>
                          <a:spcPts val="0"/>
                        </a:spcAft>
                        <a:buNone/>
                      </a:pPr>
                      <a:endParaRPr>
                        <a:latin typeface="IBM Plex Sans"/>
                        <a:ea typeface="IBM Plex Sans"/>
                        <a:cs typeface="IBM Plex Sans"/>
                        <a:sym typeface="IBM Plex Sans"/>
                      </a:endParaRPr>
                    </a:p>
                  </a:txBody>
                  <a:tcPr marL="91425" marR="91425" marT="91425" marB="91425" anchor="ctr">
                    <a:lnL w="38100" cap="flat" cmpd="sng">
                      <a:solidFill>
                        <a:srgbClr val="F7F7F7">
                          <a:alpha val="0"/>
                        </a:srgbClr>
                      </a:solidFill>
                      <a:prstDash val="solid"/>
                      <a:round/>
                      <a:headEnd type="none" w="sm" len="sm"/>
                      <a:tailEnd type="none" w="sm" len="sm"/>
                    </a:lnL>
                    <a:lnR w="38100" cap="flat" cmpd="sng">
                      <a:solidFill>
                        <a:srgbClr val="F7F7F7">
                          <a:alpha val="0"/>
                        </a:srgbClr>
                      </a:solidFill>
                      <a:prstDash val="solid"/>
                      <a:round/>
                      <a:headEnd type="none" w="sm" len="sm"/>
                      <a:tailEnd type="none" w="sm" len="sm"/>
                    </a:lnR>
                    <a:lnT w="38100" cap="flat" cmpd="sng">
                      <a:solidFill>
                        <a:srgbClr val="F7F7F7">
                          <a:alpha val="0"/>
                        </a:srgbClr>
                      </a:solidFill>
                      <a:prstDash val="solid"/>
                      <a:round/>
                      <a:headEnd type="none" w="sm" len="sm"/>
                      <a:tailEnd type="none" w="sm" len="sm"/>
                    </a:lnT>
                    <a:lnB w="38100" cap="flat" cmpd="sng">
                      <a:solidFill>
                        <a:srgbClr val="F7F7F7">
                          <a:alpha val="0"/>
                        </a:srgbClr>
                      </a:solidFill>
                      <a:prstDash val="solid"/>
                      <a:round/>
                      <a:headEnd type="none" w="sm" len="sm"/>
                      <a:tailEnd type="none" w="sm" len="sm"/>
                    </a:lnB>
                    <a:solidFill>
                      <a:schemeClr val="lt1"/>
                    </a:solidFill>
                  </a:tcPr>
                </a:tc>
                <a:extLst>
                  <a:ext uri="{0D108BD9-81ED-4DB2-BD59-A6C34878D82A}">
                    <a16:rowId xmlns:a16="http://schemas.microsoft.com/office/drawing/2014/main" val="10004"/>
                  </a:ext>
                </a:extLst>
              </a:tr>
              <a:tr h="489525">
                <a:tc>
                  <a:txBody>
                    <a:bodyPr/>
                    <a:lstStyle/>
                    <a:p>
                      <a:pPr marL="0" lvl="0" indent="0" algn="l" rtl="0">
                        <a:spcBef>
                          <a:spcPts val="0"/>
                        </a:spcBef>
                        <a:spcAft>
                          <a:spcPts val="0"/>
                        </a:spcAft>
                        <a:buNone/>
                      </a:pPr>
                      <a:r>
                        <a:rPr lang="en" sz="1100" b="1">
                          <a:solidFill>
                            <a:schemeClr val="lt1"/>
                          </a:solidFill>
                          <a:latin typeface="IBM Plex Sans"/>
                          <a:ea typeface="IBM Plex Sans"/>
                          <a:cs typeface="IBM Plex Sans"/>
                          <a:sym typeface="IBM Plex Sans"/>
                        </a:rPr>
                        <a:t>Manufacturing</a:t>
                      </a:r>
                      <a:endParaRPr sz="1100" b="1">
                        <a:solidFill>
                          <a:schemeClr val="lt1"/>
                        </a:solidFill>
                        <a:latin typeface="IBM Plex Sans"/>
                        <a:ea typeface="IBM Plex Sans"/>
                        <a:cs typeface="IBM Plex Sans"/>
                        <a:sym typeface="IBM Plex Sans"/>
                      </a:endParaRPr>
                    </a:p>
                  </a:txBody>
                  <a:tcPr marL="91425" marR="91425" marT="91425" marB="91425" anchor="ctr">
                    <a:lnL w="38100" cap="flat" cmpd="sng">
                      <a:solidFill>
                        <a:schemeClr val="lt1"/>
                      </a:solidFill>
                      <a:prstDash val="solid"/>
                      <a:round/>
                      <a:headEnd type="none" w="sm" len="sm"/>
                      <a:tailEnd type="none" w="sm" len="sm"/>
                    </a:lnL>
                    <a:lnR w="38100" cap="flat" cmpd="sng">
                      <a:solidFill>
                        <a:schemeClr val="lt1"/>
                      </a:solidFill>
                      <a:prstDash val="solid"/>
                      <a:round/>
                      <a:headEnd type="none" w="sm" len="sm"/>
                      <a:tailEnd type="none" w="sm" len="sm"/>
                    </a:lnR>
                    <a:lnT w="38100" cap="flat" cmpd="sng">
                      <a:solidFill>
                        <a:schemeClr val="lt1"/>
                      </a:solidFill>
                      <a:prstDash val="solid"/>
                      <a:round/>
                      <a:headEnd type="none" w="sm" len="sm"/>
                      <a:tailEnd type="none" w="sm" len="sm"/>
                    </a:lnT>
                    <a:lnB w="38100" cap="flat" cmpd="sng">
                      <a:solidFill>
                        <a:schemeClr val="lt1"/>
                      </a:solidFill>
                      <a:prstDash val="solid"/>
                      <a:round/>
                      <a:headEnd type="none" w="sm" len="sm"/>
                      <a:tailEnd type="none" w="sm" len="sm"/>
                    </a:lnB>
                    <a:solidFill>
                      <a:schemeClr val="dk1"/>
                    </a:solidFill>
                  </a:tcPr>
                </a:tc>
                <a:tc>
                  <a:txBody>
                    <a:bodyPr/>
                    <a:lstStyle/>
                    <a:p>
                      <a:pPr marL="0" lvl="0" indent="0" algn="l" rtl="0">
                        <a:spcBef>
                          <a:spcPts val="0"/>
                        </a:spcBef>
                        <a:spcAft>
                          <a:spcPts val="0"/>
                        </a:spcAft>
                        <a:buNone/>
                      </a:pPr>
                      <a:endParaRPr>
                        <a:latin typeface="IBM Plex Sans"/>
                        <a:ea typeface="IBM Plex Sans"/>
                        <a:cs typeface="IBM Plex Sans"/>
                        <a:sym typeface="IBM Plex Sans"/>
                      </a:endParaRPr>
                    </a:p>
                  </a:txBody>
                  <a:tcPr marL="91425" marR="91425" marT="91425" marB="91425" anchor="ctr">
                    <a:lnL w="38100" cap="flat" cmpd="sng">
                      <a:solidFill>
                        <a:schemeClr val="lt1"/>
                      </a:solidFill>
                      <a:prstDash val="solid"/>
                      <a:round/>
                      <a:headEnd type="none" w="sm" len="sm"/>
                      <a:tailEnd type="none" w="sm" len="sm"/>
                    </a:lnL>
                    <a:lnR w="38100" cap="flat" cmpd="sng">
                      <a:solidFill>
                        <a:srgbClr val="F7F7F7">
                          <a:alpha val="0"/>
                        </a:srgbClr>
                      </a:solidFill>
                      <a:prstDash val="solid"/>
                      <a:round/>
                      <a:headEnd type="none" w="sm" len="sm"/>
                      <a:tailEnd type="none" w="sm" len="sm"/>
                    </a:lnR>
                    <a:lnT w="38100" cap="flat" cmpd="sng">
                      <a:solidFill>
                        <a:srgbClr val="F7F7F7">
                          <a:alpha val="0"/>
                        </a:srgbClr>
                      </a:solidFill>
                      <a:prstDash val="solid"/>
                      <a:round/>
                      <a:headEnd type="none" w="sm" len="sm"/>
                      <a:tailEnd type="none" w="sm" len="sm"/>
                    </a:lnT>
                    <a:lnB w="38100" cap="flat" cmpd="sng">
                      <a:solidFill>
                        <a:srgbClr val="F7F7F7">
                          <a:alpha val="0"/>
                        </a:srgbClr>
                      </a:solidFill>
                      <a:prstDash val="solid"/>
                      <a:round/>
                      <a:headEnd type="none" w="sm" len="sm"/>
                      <a:tailEnd type="none" w="sm" len="sm"/>
                    </a:lnB>
                    <a:solidFill>
                      <a:schemeClr val="lt1"/>
                    </a:solidFill>
                  </a:tcPr>
                </a:tc>
                <a:tc>
                  <a:txBody>
                    <a:bodyPr/>
                    <a:lstStyle/>
                    <a:p>
                      <a:pPr marL="0" lvl="0" indent="0" algn="l" rtl="0">
                        <a:spcBef>
                          <a:spcPts val="0"/>
                        </a:spcBef>
                        <a:spcAft>
                          <a:spcPts val="0"/>
                        </a:spcAft>
                        <a:buNone/>
                      </a:pPr>
                      <a:endParaRPr>
                        <a:latin typeface="IBM Plex Sans"/>
                        <a:ea typeface="IBM Plex Sans"/>
                        <a:cs typeface="IBM Plex Sans"/>
                        <a:sym typeface="IBM Plex Sans"/>
                      </a:endParaRPr>
                    </a:p>
                  </a:txBody>
                  <a:tcPr marL="91425" marR="91425" marT="91425" marB="91425" anchor="ctr">
                    <a:lnL w="38100" cap="flat" cmpd="sng">
                      <a:solidFill>
                        <a:srgbClr val="F7F7F7">
                          <a:alpha val="0"/>
                        </a:srgbClr>
                      </a:solidFill>
                      <a:prstDash val="solid"/>
                      <a:round/>
                      <a:headEnd type="none" w="sm" len="sm"/>
                      <a:tailEnd type="none" w="sm" len="sm"/>
                    </a:lnL>
                    <a:lnR w="38100" cap="flat" cmpd="sng">
                      <a:solidFill>
                        <a:srgbClr val="F7F7F7">
                          <a:alpha val="0"/>
                        </a:srgbClr>
                      </a:solidFill>
                      <a:prstDash val="solid"/>
                      <a:round/>
                      <a:headEnd type="none" w="sm" len="sm"/>
                      <a:tailEnd type="none" w="sm" len="sm"/>
                    </a:lnR>
                    <a:lnT w="38100" cap="flat" cmpd="sng">
                      <a:solidFill>
                        <a:srgbClr val="F7F7F7">
                          <a:alpha val="0"/>
                        </a:srgbClr>
                      </a:solidFill>
                      <a:prstDash val="solid"/>
                      <a:round/>
                      <a:headEnd type="none" w="sm" len="sm"/>
                      <a:tailEnd type="none" w="sm" len="sm"/>
                    </a:lnT>
                    <a:lnB w="38100" cap="flat" cmpd="sng">
                      <a:solidFill>
                        <a:srgbClr val="F7F7F7">
                          <a:alpha val="0"/>
                        </a:srgbClr>
                      </a:solidFill>
                      <a:prstDash val="solid"/>
                      <a:round/>
                      <a:headEnd type="none" w="sm" len="sm"/>
                      <a:tailEnd type="none" w="sm" len="sm"/>
                    </a:lnB>
                    <a:solidFill>
                      <a:schemeClr val="lt1"/>
                    </a:solidFill>
                  </a:tcPr>
                </a:tc>
                <a:tc>
                  <a:txBody>
                    <a:bodyPr/>
                    <a:lstStyle/>
                    <a:p>
                      <a:pPr marL="0" lvl="0" indent="0" algn="l" rtl="0">
                        <a:spcBef>
                          <a:spcPts val="0"/>
                        </a:spcBef>
                        <a:spcAft>
                          <a:spcPts val="0"/>
                        </a:spcAft>
                        <a:buNone/>
                      </a:pPr>
                      <a:endParaRPr>
                        <a:latin typeface="IBM Plex Sans"/>
                        <a:ea typeface="IBM Plex Sans"/>
                        <a:cs typeface="IBM Plex Sans"/>
                        <a:sym typeface="IBM Plex Sans"/>
                      </a:endParaRPr>
                    </a:p>
                  </a:txBody>
                  <a:tcPr marL="91425" marR="91425" marT="91425" marB="91425" anchor="ctr">
                    <a:lnL w="38100" cap="flat" cmpd="sng">
                      <a:solidFill>
                        <a:srgbClr val="F7F7F7">
                          <a:alpha val="0"/>
                        </a:srgbClr>
                      </a:solidFill>
                      <a:prstDash val="solid"/>
                      <a:round/>
                      <a:headEnd type="none" w="sm" len="sm"/>
                      <a:tailEnd type="none" w="sm" len="sm"/>
                    </a:lnL>
                    <a:lnR w="38100" cap="flat" cmpd="sng">
                      <a:solidFill>
                        <a:srgbClr val="F7F7F7">
                          <a:alpha val="0"/>
                        </a:srgbClr>
                      </a:solidFill>
                      <a:prstDash val="solid"/>
                      <a:round/>
                      <a:headEnd type="none" w="sm" len="sm"/>
                      <a:tailEnd type="none" w="sm" len="sm"/>
                    </a:lnR>
                    <a:lnT w="38100" cap="flat" cmpd="sng">
                      <a:solidFill>
                        <a:srgbClr val="F7F7F7">
                          <a:alpha val="0"/>
                        </a:srgbClr>
                      </a:solidFill>
                      <a:prstDash val="solid"/>
                      <a:round/>
                      <a:headEnd type="none" w="sm" len="sm"/>
                      <a:tailEnd type="none" w="sm" len="sm"/>
                    </a:lnT>
                    <a:lnB w="38100" cap="flat" cmpd="sng">
                      <a:solidFill>
                        <a:srgbClr val="F7F7F7">
                          <a:alpha val="0"/>
                        </a:srgbClr>
                      </a:solidFill>
                      <a:prstDash val="solid"/>
                      <a:round/>
                      <a:headEnd type="none" w="sm" len="sm"/>
                      <a:tailEnd type="none" w="sm" len="sm"/>
                    </a:lnB>
                    <a:solidFill>
                      <a:schemeClr val="lt1"/>
                    </a:solidFill>
                  </a:tcPr>
                </a:tc>
                <a:tc>
                  <a:txBody>
                    <a:bodyPr/>
                    <a:lstStyle/>
                    <a:p>
                      <a:pPr marL="0" lvl="0" indent="0" algn="l" rtl="0">
                        <a:spcBef>
                          <a:spcPts val="0"/>
                        </a:spcBef>
                        <a:spcAft>
                          <a:spcPts val="0"/>
                        </a:spcAft>
                        <a:buNone/>
                      </a:pPr>
                      <a:endParaRPr>
                        <a:latin typeface="IBM Plex Sans"/>
                        <a:ea typeface="IBM Plex Sans"/>
                        <a:cs typeface="IBM Plex Sans"/>
                        <a:sym typeface="IBM Plex Sans"/>
                      </a:endParaRPr>
                    </a:p>
                  </a:txBody>
                  <a:tcPr marL="91425" marR="91425" marT="91425" marB="91425" anchor="ctr">
                    <a:lnL w="38100" cap="flat" cmpd="sng">
                      <a:solidFill>
                        <a:srgbClr val="F7F7F7">
                          <a:alpha val="0"/>
                        </a:srgbClr>
                      </a:solidFill>
                      <a:prstDash val="solid"/>
                      <a:round/>
                      <a:headEnd type="none" w="sm" len="sm"/>
                      <a:tailEnd type="none" w="sm" len="sm"/>
                    </a:lnL>
                    <a:lnR w="38100" cap="flat" cmpd="sng">
                      <a:solidFill>
                        <a:srgbClr val="F7F7F7">
                          <a:alpha val="0"/>
                        </a:srgbClr>
                      </a:solidFill>
                      <a:prstDash val="solid"/>
                      <a:round/>
                      <a:headEnd type="none" w="sm" len="sm"/>
                      <a:tailEnd type="none" w="sm" len="sm"/>
                    </a:lnR>
                    <a:lnT w="38100" cap="flat" cmpd="sng">
                      <a:solidFill>
                        <a:srgbClr val="F7F7F7">
                          <a:alpha val="0"/>
                        </a:srgbClr>
                      </a:solidFill>
                      <a:prstDash val="solid"/>
                      <a:round/>
                      <a:headEnd type="none" w="sm" len="sm"/>
                      <a:tailEnd type="none" w="sm" len="sm"/>
                    </a:lnT>
                    <a:lnB w="38100" cap="flat" cmpd="sng">
                      <a:solidFill>
                        <a:srgbClr val="F7F7F7">
                          <a:alpha val="0"/>
                        </a:srgbClr>
                      </a:solidFill>
                      <a:prstDash val="solid"/>
                      <a:round/>
                      <a:headEnd type="none" w="sm" len="sm"/>
                      <a:tailEnd type="none" w="sm" len="sm"/>
                    </a:lnB>
                    <a:solidFill>
                      <a:schemeClr val="lt1"/>
                    </a:solidFill>
                  </a:tcPr>
                </a:tc>
                <a:tc>
                  <a:txBody>
                    <a:bodyPr/>
                    <a:lstStyle/>
                    <a:p>
                      <a:pPr marL="0" lvl="0" indent="0" algn="l" rtl="0">
                        <a:spcBef>
                          <a:spcPts val="0"/>
                        </a:spcBef>
                        <a:spcAft>
                          <a:spcPts val="0"/>
                        </a:spcAft>
                        <a:buNone/>
                      </a:pPr>
                      <a:endParaRPr>
                        <a:latin typeface="IBM Plex Sans"/>
                        <a:ea typeface="IBM Plex Sans"/>
                        <a:cs typeface="IBM Plex Sans"/>
                        <a:sym typeface="IBM Plex Sans"/>
                      </a:endParaRPr>
                    </a:p>
                  </a:txBody>
                  <a:tcPr marL="91425" marR="91425" marT="91425" marB="91425" anchor="ctr">
                    <a:lnL w="38100" cap="flat" cmpd="sng">
                      <a:solidFill>
                        <a:srgbClr val="F7F7F7">
                          <a:alpha val="0"/>
                        </a:srgbClr>
                      </a:solidFill>
                      <a:prstDash val="solid"/>
                      <a:round/>
                      <a:headEnd type="none" w="sm" len="sm"/>
                      <a:tailEnd type="none" w="sm" len="sm"/>
                    </a:lnL>
                    <a:lnR w="38100" cap="flat" cmpd="sng">
                      <a:solidFill>
                        <a:srgbClr val="F7F7F7">
                          <a:alpha val="0"/>
                        </a:srgbClr>
                      </a:solidFill>
                      <a:prstDash val="solid"/>
                      <a:round/>
                      <a:headEnd type="none" w="sm" len="sm"/>
                      <a:tailEnd type="none" w="sm" len="sm"/>
                    </a:lnR>
                    <a:lnT w="38100" cap="flat" cmpd="sng">
                      <a:solidFill>
                        <a:srgbClr val="F7F7F7">
                          <a:alpha val="0"/>
                        </a:srgbClr>
                      </a:solidFill>
                      <a:prstDash val="solid"/>
                      <a:round/>
                      <a:headEnd type="none" w="sm" len="sm"/>
                      <a:tailEnd type="none" w="sm" len="sm"/>
                    </a:lnT>
                    <a:lnB w="38100" cap="flat" cmpd="sng">
                      <a:solidFill>
                        <a:srgbClr val="F7F7F7">
                          <a:alpha val="0"/>
                        </a:srgbClr>
                      </a:solidFill>
                      <a:prstDash val="solid"/>
                      <a:round/>
                      <a:headEnd type="none" w="sm" len="sm"/>
                      <a:tailEnd type="none" w="sm" len="sm"/>
                    </a:lnB>
                    <a:solidFill>
                      <a:schemeClr val="lt1"/>
                    </a:solidFill>
                  </a:tcPr>
                </a:tc>
                <a:tc>
                  <a:txBody>
                    <a:bodyPr/>
                    <a:lstStyle/>
                    <a:p>
                      <a:pPr marL="0" lvl="0" indent="0" algn="l" rtl="0">
                        <a:spcBef>
                          <a:spcPts val="0"/>
                        </a:spcBef>
                        <a:spcAft>
                          <a:spcPts val="0"/>
                        </a:spcAft>
                        <a:buNone/>
                      </a:pPr>
                      <a:endParaRPr>
                        <a:latin typeface="IBM Plex Sans"/>
                        <a:ea typeface="IBM Plex Sans"/>
                        <a:cs typeface="IBM Plex Sans"/>
                        <a:sym typeface="IBM Plex Sans"/>
                      </a:endParaRPr>
                    </a:p>
                  </a:txBody>
                  <a:tcPr marL="91425" marR="91425" marT="91425" marB="91425" anchor="ctr">
                    <a:lnL w="38100" cap="flat" cmpd="sng">
                      <a:solidFill>
                        <a:srgbClr val="F7F7F7">
                          <a:alpha val="0"/>
                        </a:srgbClr>
                      </a:solidFill>
                      <a:prstDash val="solid"/>
                      <a:round/>
                      <a:headEnd type="none" w="sm" len="sm"/>
                      <a:tailEnd type="none" w="sm" len="sm"/>
                    </a:lnL>
                    <a:lnR w="38100" cap="flat" cmpd="sng">
                      <a:solidFill>
                        <a:srgbClr val="F7F7F7">
                          <a:alpha val="0"/>
                        </a:srgbClr>
                      </a:solidFill>
                      <a:prstDash val="solid"/>
                      <a:round/>
                      <a:headEnd type="none" w="sm" len="sm"/>
                      <a:tailEnd type="none" w="sm" len="sm"/>
                    </a:lnR>
                    <a:lnT w="38100" cap="flat" cmpd="sng">
                      <a:solidFill>
                        <a:srgbClr val="F7F7F7">
                          <a:alpha val="0"/>
                        </a:srgbClr>
                      </a:solidFill>
                      <a:prstDash val="solid"/>
                      <a:round/>
                      <a:headEnd type="none" w="sm" len="sm"/>
                      <a:tailEnd type="none" w="sm" len="sm"/>
                    </a:lnT>
                    <a:lnB w="38100" cap="flat" cmpd="sng">
                      <a:solidFill>
                        <a:srgbClr val="F7F7F7">
                          <a:alpha val="0"/>
                        </a:srgbClr>
                      </a:solidFill>
                      <a:prstDash val="solid"/>
                      <a:round/>
                      <a:headEnd type="none" w="sm" len="sm"/>
                      <a:tailEnd type="none" w="sm" len="sm"/>
                    </a:lnB>
                    <a:solidFill>
                      <a:schemeClr val="lt1"/>
                    </a:solidFill>
                  </a:tcPr>
                </a:tc>
                <a:tc>
                  <a:txBody>
                    <a:bodyPr/>
                    <a:lstStyle/>
                    <a:p>
                      <a:pPr marL="0" lvl="0" indent="0" algn="l" rtl="0">
                        <a:spcBef>
                          <a:spcPts val="0"/>
                        </a:spcBef>
                        <a:spcAft>
                          <a:spcPts val="0"/>
                        </a:spcAft>
                        <a:buNone/>
                      </a:pPr>
                      <a:endParaRPr>
                        <a:latin typeface="IBM Plex Sans"/>
                        <a:ea typeface="IBM Plex Sans"/>
                        <a:cs typeface="IBM Plex Sans"/>
                        <a:sym typeface="IBM Plex Sans"/>
                      </a:endParaRPr>
                    </a:p>
                  </a:txBody>
                  <a:tcPr marL="91425" marR="91425" marT="91425" marB="91425" anchor="ctr">
                    <a:lnL w="38100" cap="flat" cmpd="sng">
                      <a:solidFill>
                        <a:srgbClr val="F7F7F7">
                          <a:alpha val="0"/>
                        </a:srgbClr>
                      </a:solidFill>
                      <a:prstDash val="solid"/>
                      <a:round/>
                      <a:headEnd type="none" w="sm" len="sm"/>
                      <a:tailEnd type="none" w="sm" len="sm"/>
                    </a:lnL>
                    <a:lnR w="38100" cap="flat" cmpd="sng">
                      <a:solidFill>
                        <a:srgbClr val="F7F7F7">
                          <a:alpha val="0"/>
                        </a:srgbClr>
                      </a:solidFill>
                      <a:prstDash val="solid"/>
                      <a:round/>
                      <a:headEnd type="none" w="sm" len="sm"/>
                      <a:tailEnd type="none" w="sm" len="sm"/>
                    </a:lnR>
                    <a:lnT w="38100" cap="flat" cmpd="sng">
                      <a:solidFill>
                        <a:srgbClr val="F7F7F7">
                          <a:alpha val="0"/>
                        </a:srgbClr>
                      </a:solidFill>
                      <a:prstDash val="solid"/>
                      <a:round/>
                      <a:headEnd type="none" w="sm" len="sm"/>
                      <a:tailEnd type="none" w="sm" len="sm"/>
                    </a:lnT>
                    <a:lnB w="38100" cap="flat" cmpd="sng">
                      <a:solidFill>
                        <a:srgbClr val="F7F7F7">
                          <a:alpha val="0"/>
                        </a:srgbClr>
                      </a:solidFill>
                      <a:prstDash val="solid"/>
                      <a:round/>
                      <a:headEnd type="none" w="sm" len="sm"/>
                      <a:tailEnd type="none" w="sm" len="sm"/>
                    </a:lnB>
                    <a:solidFill>
                      <a:schemeClr val="lt1"/>
                    </a:solidFill>
                  </a:tcPr>
                </a:tc>
                <a:tc>
                  <a:txBody>
                    <a:bodyPr/>
                    <a:lstStyle/>
                    <a:p>
                      <a:pPr marL="0" lvl="0" indent="0" algn="l" rtl="0">
                        <a:spcBef>
                          <a:spcPts val="0"/>
                        </a:spcBef>
                        <a:spcAft>
                          <a:spcPts val="0"/>
                        </a:spcAft>
                        <a:buNone/>
                      </a:pPr>
                      <a:endParaRPr>
                        <a:latin typeface="IBM Plex Sans"/>
                        <a:ea typeface="IBM Plex Sans"/>
                        <a:cs typeface="IBM Plex Sans"/>
                        <a:sym typeface="IBM Plex Sans"/>
                      </a:endParaRPr>
                    </a:p>
                  </a:txBody>
                  <a:tcPr marL="91425" marR="91425" marT="91425" marB="91425" anchor="ctr">
                    <a:lnL w="38100" cap="flat" cmpd="sng">
                      <a:solidFill>
                        <a:srgbClr val="F7F7F7">
                          <a:alpha val="0"/>
                        </a:srgbClr>
                      </a:solidFill>
                      <a:prstDash val="solid"/>
                      <a:round/>
                      <a:headEnd type="none" w="sm" len="sm"/>
                      <a:tailEnd type="none" w="sm" len="sm"/>
                    </a:lnL>
                    <a:lnR w="38100" cap="flat" cmpd="sng">
                      <a:solidFill>
                        <a:srgbClr val="F7F7F7">
                          <a:alpha val="0"/>
                        </a:srgbClr>
                      </a:solidFill>
                      <a:prstDash val="solid"/>
                      <a:round/>
                      <a:headEnd type="none" w="sm" len="sm"/>
                      <a:tailEnd type="none" w="sm" len="sm"/>
                    </a:lnR>
                    <a:lnT w="38100" cap="flat" cmpd="sng">
                      <a:solidFill>
                        <a:srgbClr val="F7F7F7">
                          <a:alpha val="0"/>
                        </a:srgbClr>
                      </a:solidFill>
                      <a:prstDash val="solid"/>
                      <a:round/>
                      <a:headEnd type="none" w="sm" len="sm"/>
                      <a:tailEnd type="none" w="sm" len="sm"/>
                    </a:lnT>
                    <a:lnB w="38100" cap="flat" cmpd="sng">
                      <a:solidFill>
                        <a:srgbClr val="F7F7F7">
                          <a:alpha val="0"/>
                        </a:srgbClr>
                      </a:solidFill>
                      <a:prstDash val="solid"/>
                      <a:round/>
                      <a:headEnd type="none" w="sm" len="sm"/>
                      <a:tailEnd type="none" w="sm" len="sm"/>
                    </a:lnB>
                    <a:solidFill>
                      <a:schemeClr val="lt1"/>
                    </a:solidFill>
                  </a:tcPr>
                </a:tc>
                <a:extLst>
                  <a:ext uri="{0D108BD9-81ED-4DB2-BD59-A6C34878D82A}">
                    <a16:rowId xmlns:a16="http://schemas.microsoft.com/office/drawing/2014/main" val="10005"/>
                  </a:ext>
                </a:extLst>
              </a:tr>
              <a:tr h="489525">
                <a:tc>
                  <a:txBody>
                    <a:bodyPr/>
                    <a:lstStyle/>
                    <a:p>
                      <a:pPr marL="0" lvl="0" indent="0" algn="l" rtl="0">
                        <a:spcBef>
                          <a:spcPts val="0"/>
                        </a:spcBef>
                        <a:spcAft>
                          <a:spcPts val="0"/>
                        </a:spcAft>
                        <a:buNone/>
                      </a:pPr>
                      <a:r>
                        <a:rPr lang="en" sz="1100" b="1">
                          <a:solidFill>
                            <a:schemeClr val="lt1"/>
                          </a:solidFill>
                          <a:latin typeface="IBM Plex Sans"/>
                          <a:ea typeface="IBM Plex Sans"/>
                          <a:cs typeface="IBM Plex Sans"/>
                          <a:sym typeface="IBM Plex Sans"/>
                        </a:rPr>
                        <a:t>Public Sector</a:t>
                      </a:r>
                      <a:endParaRPr sz="1100" b="1">
                        <a:solidFill>
                          <a:schemeClr val="lt1"/>
                        </a:solidFill>
                        <a:latin typeface="IBM Plex Sans"/>
                        <a:ea typeface="IBM Plex Sans"/>
                        <a:cs typeface="IBM Plex Sans"/>
                        <a:sym typeface="IBM Plex Sans"/>
                      </a:endParaRPr>
                    </a:p>
                  </a:txBody>
                  <a:tcPr marL="91425" marR="91425" marT="91425" marB="91425" anchor="ctr">
                    <a:lnL w="38100" cap="flat" cmpd="sng">
                      <a:solidFill>
                        <a:schemeClr val="lt1"/>
                      </a:solidFill>
                      <a:prstDash val="solid"/>
                      <a:round/>
                      <a:headEnd type="none" w="sm" len="sm"/>
                      <a:tailEnd type="none" w="sm" len="sm"/>
                    </a:lnL>
                    <a:lnR w="38100" cap="flat" cmpd="sng">
                      <a:solidFill>
                        <a:schemeClr val="lt1"/>
                      </a:solidFill>
                      <a:prstDash val="solid"/>
                      <a:round/>
                      <a:headEnd type="none" w="sm" len="sm"/>
                      <a:tailEnd type="none" w="sm" len="sm"/>
                    </a:lnR>
                    <a:lnT w="38100" cap="flat" cmpd="sng">
                      <a:solidFill>
                        <a:schemeClr val="lt1"/>
                      </a:solidFill>
                      <a:prstDash val="solid"/>
                      <a:round/>
                      <a:headEnd type="none" w="sm" len="sm"/>
                      <a:tailEnd type="none" w="sm" len="sm"/>
                    </a:lnT>
                    <a:lnB w="38100" cap="flat" cmpd="sng">
                      <a:solidFill>
                        <a:schemeClr val="lt1"/>
                      </a:solidFill>
                      <a:prstDash val="solid"/>
                      <a:round/>
                      <a:headEnd type="none" w="sm" len="sm"/>
                      <a:tailEnd type="none" w="sm" len="sm"/>
                    </a:lnB>
                    <a:solidFill>
                      <a:schemeClr val="dk1"/>
                    </a:solidFill>
                  </a:tcPr>
                </a:tc>
                <a:tc>
                  <a:txBody>
                    <a:bodyPr/>
                    <a:lstStyle/>
                    <a:p>
                      <a:pPr marL="0" lvl="0" indent="0" algn="l" rtl="0">
                        <a:spcBef>
                          <a:spcPts val="0"/>
                        </a:spcBef>
                        <a:spcAft>
                          <a:spcPts val="0"/>
                        </a:spcAft>
                        <a:buNone/>
                      </a:pPr>
                      <a:endParaRPr>
                        <a:latin typeface="IBM Plex Sans"/>
                        <a:ea typeface="IBM Plex Sans"/>
                        <a:cs typeface="IBM Plex Sans"/>
                        <a:sym typeface="IBM Plex Sans"/>
                      </a:endParaRPr>
                    </a:p>
                  </a:txBody>
                  <a:tcPr marL="91425" marR="91425" marT="91425" marB="91425" anchor="ctr">
                    <a:lnL w="38100" cap="flat" cmpd="sng">
                      <a:solidFill>
                        <a:schemeClr val="lt1"/>
                      </a:solidFill>
                      <a:prstDash val="solid"/>
                      <a:round/>
                      <a:headEnd type="none" w="sm" len="sm"/>
                      <a:tailEnd type="none" w="sm" len="sm"/>
                    </a:lnL>
                    <a:lnR w="38100" cap="flat" cmpd="sng">
                      <a:solidFill>
                        <a:srgbClr val="F7F7F7">
                          <a:alpha val="0"/>
                        </a:srgbClr>
                      </a:solidFill>
                      <a:prstDash val="solid"/>
                      <a:round/>
                      <a:headEnd type="none" w="sm" len="sm"/>
                      <a:tailEnd type="none" w="sm" len="sm"/>
                    </a:lnR>
                    <a:lnT w="38100" cap="flat" cmpd="sng">
                      <a:solidFill>
                        <a:srgbClr val="F7F7F7">
                          <a:alpha val="0"/>
                        </a:srgbClr>
                      </a:solidFill>
                      <a:prstDash val="solid"/>
                      <a:round/>
                      <a:headEnd type="none" w="sm" len="sm"/>
                      <a:tailEnd type="none" w="sm" len="sm"/>
                    </a:lnT>
                    <a:lnB w="38100" cap="flat" cmpd="sng">
                      <a:solidFill>
                        <a:srgbClr val="F7F7F7">
                          <a:alpha val="0"/>
                        </a:srgbClr>
                      </a:solidFill>
                      <a:prstDash val="solid"/>
                      <a:round/>
                      <a:headEnd type="none" w="sm" len="sm"/>
                      <a:tailEnd type="none" w="sm" len="sm"/>
                    </a:lnB>
                    <a:solidFill>
                      <a:schemeClr val="lt1"/>
                    </a:solidFill>
                  </a:tcPr>
                </a:tc>
                <a:tc>
                  <a:txBody>
                    <a:bodyPr/>
                    <a:lstStyle/>
                    <a:p>
                      <a:pPr marL="0" lvl="0" indent="0" algn="l" rtl="0">
                        <a:spcBef>
                          <a:spcPts val="0"/>
                        </a:spcBef>
                        <a:spcAft>
                          <a:spcPts val="0"/>
                        </a:spcAft>
                        <a:buNone/>
                      </a:pPr>
                      <a:endParaRPr>
                        <a:latin typeface="IBM Plex Sans"/>
                        <a:ea typeface="IBM Plex Sans"/>
                        <a:cs typeface="IBM Plex Sans"/>
                        <a:sym typeface="IBM Plex Sans"/>
                      </a:endParaRPr>
                    </a:p>
                  </a:txBody>
                  <a:tcPr marL="91425" marR="91425" marT="91425" marB="91425" anchor="ctr">
                    <a:lnL w="38100" cap="flat" cmpd="sng">
                      <a:solidFill>
                        <a:srgbClr val="F7F7F7">
                          <a:alpha val="0"/>
                        </a:srgbClr>
                      </a:solidFill>
                      <a:prstDash val="solid"/>
                      <a:round/>
                      <a:headEnd type="none" w="sm" len="sm"/>
                      <a:tailEnd type="none" w="sm" len="sm"/>
                    </a:lnL>
                    <a:lnR w="38100" cap="flat" cmpd="sng">
                      <a:solidFill>
                        <a:srgbClr val="F7F7F7">
                          <a:alpha val="0"/>
                        </a:srgbClr>
                      </a:solidFill>
                      <a:prstDash val="solid"/>
                      <a:round/>
                      <a:headEnd type="none" w="sm" len="sm"/>
                      <a:tailEnd type="none" w="sm" len="sm"/>
                    </a:lnR>
                    <a:lnT w="38100" cap="flat" cmpd="sng">
                      <a:solidFill>
                        <a:srgbClr val="F7F7F7">
                          <a:alpha val="0"/>
                        </a:srgbClr>
                      </a:solidFill>
                      <a:prstDash val="solid"/>
                      <a:round/>
                      <a:headEnd type="none" w="sm" len="sm"/>
                      <a:tailEnd type="none" w="sm" len="sm"/>
                    </a:lnT>
                    <a:lnB w="38100" cap="flat" cmpd="sng">
                      <a:solidFill>
                        <a:srgbClr val="F7F7F7">
                          <a:alpha val="0"/>
                        </a:srgbClr>
                      </a:solidFill>
                      <a:prstDash val="solid"/>
                      <a:round/>
                      <a:headEnd type="none" w="sm" len="sm"/>
                      <a:tailEnd type="none" w="sm" len="sm"/>
                    </a:lnB>
                    <a:solidFill>
                      <a:schemeClr val="lt1"/>
                    </a:solidFill>
                  </a:tcPr>
                </a:tc>
                <a:tc>
                  <a:txBody>
                    <a:bodyPr/>
                    <a:lstStyle/>
                    <a:p>
                      <a:pPr marL="0" lvl="0" indent="0" algn="l" rtl="0">
                        <a:spcBef>
                          <a:spcPts val="0"/>
                        </a:spcBef>
                        <a:spcAft>
                          <a:spcPts val="0"/>
                        </a:spcAft>
                        <a:buNone/>
                      </a:pPr>
                      <a:endParaRPr>
                        <a:latin typeface="IBM Plex Sans"/>
                        <a:ea typeface="IBM Plex Sans"/>
                        <a:cs typeface="IBM Plex Sans"/>
                        <a:sym typeface="IBM Plex Sans"/>
                      </a:endParaRPr>
                    </a:p>
                  </a:txBody>
                  <a:tcPr marL="91425" marR="91425" marT="91425" marB="91425" anchor="ctr">
                    <a:lnL w="38100" cap="flat" cmpd="sng">
                      <a:solidFill>
                        <a:srgbClr val="F7F7F7">
                          <a:alpha val="0"/>
                        </a:srgbClr>
                      </a:solidFill>
                      <a:prstDash val="solid"/>
                      <a:round/>
                      <a:headEnd type="none" w="sm" len="sm"/>
                      <a:tailEnd type="none" w="sm" len="sm"/>
                    </a:lnL>
                    <a:lnR w="38100" cap="flat" cmpd="sng">
                      <a:solidFill>
                        <a:srgbClr val="F7F7F7">
                          <a:alpha val="0"/>
                        </a:srgbClr>
                      </a:solidFill>
                      <a:prstDash val="solid"/>
                      <a:round/>
                      <a:headEnd type="none" w="sm" len="sm"/>
                      <a:tailEnd type="none" w="sm" len="sm"/>
                    </a:lnR>
                    <a:lnT w="38100" cap="flat" cmpd="sng">
                      <a:solidFill>
                        <a:srgbClr val="F7F7F7">
                          <a:alpha val="0"/>
                        </a:srgbClr>
                      </a:solidFill>
                      <a:prstDash val="solid"/>
                      <a:round/>
                      <a:headEnd type="none" w="sm" len="sm"/>
                      <a:tailEnd type="none" w="sm" len="sm"/>
                    </a:lnT>
                    <a:lnB w="38100" cap="flat" cmpd="sng">
                      <a:solidFill>
                        <a:srgbClr val="F7F7F7">
                          <a:alpha val="0"/>
                        </a:srgbClr>
                      </a:solidFill>
                      <a:prstDash val="solid"/>
                      <a:round/>
                      <a:headEnd type="none" w="sm" len="sm"/>
                      <a:tailEnd type="none" w="sm" len="sm"/>
                    </a:lnB>
                    <a:solidFill>
                      <a:schemeClr val="lt1"/>
                    </a:solidFill>
                  </a:tcPr>
                </a:tc>
                <a:tc>
                  <a:txBody>
                    <a:bodyPr/>
                    <a:lstStyle/>
                    <a:p>
                      <a:pPr marL="0" lvl="0" indent="0" algn="l" rtl="0">
                        <a:spcBef>
                          <a:spcPts val="0"/>
                        </a:spcBef>
                        <a:spcAft>
                          <a:spcPts val="0"/>
                        </a:spcAft>
                        <a:buNone/>
                      </a:pPr>
                      <a:endParaRPr>
                        <a:latin typeface="IBM Plex Sans"/>
                        <a:ea typeface="IBM Plex Sans"/>
                        <a:cs typeface="IBM Plex Sans"/>
                        <a:sym typeface="IBM Plex Sans"/>
                      </a:endParaRPr>
                    </a:p>
                  </a:txBody>
                  <a:tcPr marL="91425" marR="91425" marT="91425" marB="91425" anchor="ctr">
                    <a:lnL w="38100" cap="flat" cmpd="sng">
                      <a:solidFill>
                        <a:srgbClr val="F7F7F7">
                          <a:alpha val="0"/>
                        </a:srgbClr>
                      </a:solidFill>
                      <a:prstDash val="solid"/>
                      <a:round/>
                      <a:headEnd type="none" w="sm" len="sm"/>
                      <a:tailEnd type="none" w="sm" len="sm"/>
                    </a:lnL>
                    <a:lnR w="38100" cap="flat" cmpd="sng">
                      <a:solidFill>
                        <a:srgbClr val="F7F7F7">
                          <a:alpha val="0"/>
                        </a:srgbClr>
                      </a:solidFill>
                      <a:prstDash val="solid"/>
                      <a:round/>
                      <a:headEnd type="none" w="sm" len="sm"/>
                      <a:tailEnd type="none" w="sm" len="sm"/>
                    </a:lnR>
                    <a:lnT w="38100" cap="flat" cmpd="sng">
                      <a:solidFill>
                        <a:srgbClr val="F7F7F7">
                          <a:alpha val="0"/>
                        </a:srgbClr>
                      </a:solidFill>
                      <a:prstDash val="solid"/>
                      <a:round/>
                      <a:headEnd type="none" w="sm" len="sm"/>
                      <a:tailEnd type="none" w="sm" len="sm"/>
                    </a:lnT>
                    <a:lnB w="38100" cap="flat" cmpd="sng">
                      <a:solidFill>
                        <a:srgbClr val="F7F7F7">
                          <a:alpha val="0"/>
                        </a:srgbClr>
                      </a:solidFill>
                      <a:prstDash val="solid"/>
                      <a:round/>
                      <a:headEnd type="none" w="sm" len="sm"/>
                      <a:tailEnd type="none" w="sm" len="sm"/>
                    </a:lnB>
                    <a:solidFill>
                      <a:schemeClr val="lt1"/>
                    </a:solidFill>
                  </a:tcPr>
                </a:tc>
                <a:tc>
                  <a:txBody>
                    <a:bodyPr/>
                    <a:lstStyle/>
                    <a:p>
                      <a:pPr marL="0" lvl="0" indent="0" algn="l" rtl="0">
                        <a:spcBef>
                          <a:spcPts val="0"/>
                        </a:spcBef>
                        <a:spcAft>
                          <a:spcPts val="0"/>
                        </a:spcAft>
                        <a:buNone/>
                      </a:pPr>
                      <a:endParaRPr>
                        <a:latin typeface="IBM Plex Sans"/>
                        <a:ea typeface="IBM Plex Sans"/>
                        <a:cs typeface="IBM Plex Sans"/>
                        <a:sym typeface="IBM Plex Sans"/>
                      </a:endParaRPr>
                    </a:p>
                  </a:txBody>
                  <a:tcPr marL="91425" marR="91425" marT="91425" marB="91425" anchor="ctr">
                    <a:lnL w="38100" cap="flat" cmpd="sng">
                      <a:solidFill>
                        <a:srgbClr val="F7F7F7">
                          <a:alpha val="0"/>
                        </a:srgbClr>
                      </a:solidFill>
                      <a:prstDash val="solid"/>
                      <a:round/>
                      <a:headEnd type="none" w="sm" len="sm"/>
                      <a:tailEnd type="none" w="sm" len="sm"/>
                    </a:lnL>
                    <a:lnR w="38100" cap="flat" cmpd="sng">
                      <a:solidFill>
                        <a:srgbClr val="F7F7F7">
                          <a:alpha val="0"/>
                        </a:srgbClr>
                      </a:solidFill>
                      <a:prstDash val="solid"/>
                      <a:round/>
                      <a:headEnd type="none" w="sm" len="sm"/>
                      <a:tailEnd type="none" w="sm" len="sm"/>
                    </a:lnR>
                    <a:lnT w="38100" cap="flat" cmpd="sng">
                      <a:solidFill>
                        <a:srgbClr val="F7F7F7">
                          <a:alpha val="0"/>
                        </a:srgbClr>
                      </a:solidFill>
                      <a:prstDash val="solid"/>
                      <a:round/>
                      <a:headEnd type="none" w="sm" len="sm"/>
                      <a:tailEnd type="none" w="sm" len="sm"/>
                    </a:lnT>
                    <a:lnB w="38100" cap="flat" cmpd="sng">
                      <a:solidFill>
                        <a:srgbClr val="F7F7F7">
                          <a:alpha val="0"/>
                        </a:srgbClr>
                      </a:solidFill>
                      <a:prstDash val="solid"/>
                      <a:round/>
                      <a:headEnd type="none" w="sm" len="sm"/>
                      <a:tailEnd type="none" w="sm" len="sm"/>
                    </a:lnB>
                    <a:solidFill>
                      <a:schemeClr val="lt1"/>
                    </a:solidFill>
                  </a:tcPr>
                </a:tc>
                <a:tc>
                  <a:txBody>
                    <a:bodyPr/>
                    <a:lstStyle/>
                    <a:p>
                      <a:pPr marL="0" lvl="0" indent="0" algn="l" rtl="0">
                        <a:spcBef>
                          <a:spcPts val="0"/>
                        </a:spcBef>
                        <a:spcAft>
                          <a:spcPts val="0"/>
                        </a:spcAft>
                        <a:buNone/>
                      </a:pPr>
                      <a:endParaRPr>
                        <a:latin typeface="IBM Plex Sans"/>
                        <a:ea typeface="IBM Plex Sans"/>
                        <a:cs typeface="IBM Plex Sans"/>
                        <a:sym typeface="IBM Plex Sans"/>
                      </a:endParaRPr>
                    </a:p>
                  </a:txBody>
                  <a:tcPr marL="91425" marR="91425" marT="91425" marB="91425" anchor="ctr">
                    <a:lnL w="38100" cap="flat" cmpd="sng">
                      <a:solidFill>
                        <a:srgbClr val="F7F7F7">
                          <a:alpha val="0"/>
                        </a:srgbClr>
                      </a:solidFill>
                      <a:prstDash val="solid"/>
                      <a:round/>
                      <a:headEnd type="none" w="sm" len="sm"/>
                      <a:tailEnd type="none" w="sm" len="sm"/>
                    </a:lnL>
                    <a:lnR w="38100" cap="flat" cmpd="sng">
                      <a:solidFill>
                        <a:srgbClr val="F7F7F7">
                          <a:alpha val="0"/>
                        </a:srgbClr>
                      </a:solidFill>
                      <a:prstDash val="solid"/>
                      <a:round/>
                      <a:headEnd type="none" w="sm" len="sm"/>
                      <a:tailEnd type="none" w="sm" len="sm"/>
                    </a:lnR>
                    <a:lnT w="38100" cap="flat" cmpd="sng">
                      <a:solidFill>
                        <a:srgbClr val="F7F7F7">
                          <a:alpha val="0"/>
                        </a:srgbClr>
                      </a:solidFill>
                      <a:prstDash val="solid"/>
                      <a:round/>
                      <a:headEnd type="none" w="sm" len="sm"/>
                      <a:tailEnd type="none" w="sm" len="sm"/>
                    </a:lnT>
                    <a:lnB w="38100" cap="flat" cmpd="sng">
                      <a:solidFill>
                        <a:srgbClr val="F7F7F7">
                          <a:alpha val="0"/>
                        </a:srgbClr>
                      </a:solidFill>
                      <a:prstDash val="solid"/>
                      <a:round/>
                      <a:headEnd type="none" w="sm" len="sm"/>
                      <a:tailEnd type="none" w="sm" len="sm"/>
                    </a:lnB>
                    <a:solidFill>
                      <a:schemeClr val="lt1"/>
                    </a:solidFill>
                  </a:tcPr>
                </a:tc>
                <a:tc>
                  <a:txBody>
                    <a:bodyPr/>
                    <a:lstStyle/>
                    <a:p>
                      <a:pPr marL="0" lvl="0" indent="0" algn="l" rtl="0">
                        <a:spcBef>
                          <a:spcPts val="0"/>
                        </a:spcBef>
                        <a:spcAft>
                          <a:spcPts val="0"/>
                        </a:spcAft>
                        <a:buNone/>
                      </a:pPr>
                      <a:endParaRPr>
                        <a:latin typeface="IBM Plex Sans"/>
                        <a:ea typeface="IBM Plex Sans"/>
                        <a:cs typeface="IBM Plex Sans"/>
                        <a:sym typeface="IBM Plex Sans"/>
                      </a:endParaRPr>
                    </a:p>
                  </a:txBody>
                  <a:tcPr marL="91425" marR="91425" marT="91425" marB="91425" anchor="ctr">
                    <a:lnL w="38100" cap="flat" cmpd="sng">
                      <a:solidFill>
                        <a:srgbClr val="F7F7F7">
                          <a:alpha val="0"/>
                        </a:srgbClr>
                      </a:solidFill>
                      <a:prstDash val="solid"/>
                      <a:round/>
                      <a:headEnd type="none" w="sm" len="sm"/>
                      <a:tailEnd type="none" w="sm" len="sm"/>
                    </a:lnL>
                    <a:lnR w="38100" cap="flat" cmpd="sng">
                      <a:solidFill>
                        <a:srgbClr val="F7F7F7">
                          <a:alpha val="0"/>
                        </a:srgbClr>
                      </a:solidFill>
                      <a:prstDash val="solid"/>
                      <a:round/>
                      <a:headEnd type="none" w="sm" len="sm"/>
                      <a:tailEnd type="none" w="sm" len="sm"/>
                    </a:lnR>
                    <a:lnT w="38100" cap="flat" cmpd="sng">
                      <a:solidFill>
                        <a:srgbClr val="F7F7F7">
                          <a:alpha val="0"/>
                        </a:srgbClr>
                      </a:solidFill>
                      <a:prstDash val="solid"/>
                      <a:round/>
                      <a:headEnd type="none" w="sm" len="sm"/>
                      <a:tailEnd type="none" w="sm" len="sm"/>
                    </a:lnT>
                    <a:lnB w="38100" cap="flat" cmpd="sng">
                      <a:solidFill>
                        <a:srgbClr val="F7F7F7">
                          <a:alpha val="0"/>
                        </a:srgbClr>
                      </a:solidFill>
                      <a:prstDash val="solid"/>
                      <a:round/>
                      <a:headEnd type="none" w="sm" len="sm"/>
                      <a:tailEnd type="none" w="sm" len="sm"/>
                    </a:lnB>
                    <a:solidFill>
                      <a:schemeClr val="lt1"/>
                    </a:solidFill>
                  </a:tcPr>
                </a:tc>
                <a:tc>
                  <a:txBody>
                    <a:bodyPr/>
                    <a:lstStyle/>
                    <a:p>
                      <a:pPr marL="0" lvl="0" indent="0" algn="l" rtl="0">
                        <a:spcBef>
                          <a:spcPts val="0"/>
                        </a:spcBef>
                        <a:spcAft>
                          <a:spcPts val="0"/>
                        </a:spcAft>
                        <a:buNone/>
                      </a:pPr>
                      <a:endParaRPr>
                        <a:latin typeface="IBM Plex Sans"/>
                        <a:ea typeface="IBM Plex Sans"/>
                        <a:cs typeface="IBM Plex Sans"/>
                        <a:sym typeface="IBM Plex Sans"/>
                      </a:endParaRPr>
                    </a:p>
                  </a:txBody>
                  <a:tcPr marL="91425" marR="91425" marT="91425" marB="91425" anchor="ctr">
                    <a:lnL w="38100" cap="flat" cmpd="sng">
                      <a:solidFill>
                        <a:srgbClr val="F7F7F7">
                          <a:alpha val="0"/>
                        </a:srgbClr>
                      </a:solidFill>
                      <a:prstDash val="solid"/>
                      <a:round/>
                      <a:headEnd type="none" w="sm" len="sm"/>
                      <a:tailEnd type="none" w="sm" len="sm"/>
                    </a:lnL>
                    <a:lnR w="38100" cap="flat" cmpd="sng">
                      <a:solidFill>
                        <a:srgbClr val="F7F7F7">
                          <a:alpha val="0"/>
                        </a:srgbClr>
                      </a:solidFill>
                      <a:prstDash val="solid"/>
                      <a:round/>
                      <a:headEnd type="none" w="sm" len="sm"/>
                      <a:tailEnd type="none" w="sm" len="sm"/>
                    </a:lnR>
                    <a:lnT w="38100" cap="flat" cmpd="sng">
                      <a:solidFill>
                        <a:srgbClr val="F7F7F7">
                          <a:alpha val="0"/>
                        </a:srgbClr>
                      </a:solidFill>
                      <a:prstDash val="solid"/>
                      <a:round/>
                      <a:headEnd type="none" w="sm" len="sm"/>
                      <a:tailEnd type="none" w="sm" len="sm"/>
                    </a:lnT>
                    <a:lnB w="38100" cap="flat" cmpd="sng">
                      <a:solidFill>
                        <a:srgbClr val="F7F7F7">
                          <a:alpha val="0"/>
                        </a:srgbClr>
                      </a:solidFill>
                      <a:prstDash val="solid"/>
                      <a:round/>
                      <a:headEnd type="none" w="sm" len="sm"/>
                      <a:tailEnd type="none" w="sm" len="sm"/>
                    </a:lnB>
                    <a:solidFill>
                      <a:schemeClr val="lt1"/>
                    </a:solidFill>
                  </a:tcPr>
                </a:tc>
                <a:extLst>
                  <a:ext uri="{0D108BD9-81ED-4DB2-BD59-A6C34878D82A}">
                    <a16:rowId xmlns:a16="http://schemas.microsoft.com/office/drawing/2014/main" val="10006"/>
                  </a:ext>
                </a:extLst>
              </a:tr>
              <a:tr h="489525">
                <a:tc>
                  <a:txBody>
                    <a:bodyPr/>
                    <a:lstStyle/>
                    <a:p>
                      <a:pPr marL="0" lvl="0" indent="0" algn="l" rtl="0">
                        <a:spcBef>
                          <a:spcPts val="0"/>
                        </a:spcBef>
                        <a:spcAft>
                          <a:spcPts val="0"/>
                        </a:spcAft>
                        <a:buNone/>
                      </a:pPr>
                      <a:r>
                        <a:rPr lang="en" sz="1100" b="1">
                          <a:solidFill>
                            <a:schemeClr val="lt1"/>
                          </a:solidFill>
                          <a:latin typeface="IBM Plex Sans"/>
                          <a:ea typeface="IBM Plex Sans"/>
                          <a:cs typeface="IBM Plex Sans"/>
                          <a:sym typeface="IBM Plex Sans"/>
                        </a:rPr>
                        <a:t>Other Industries</a:t>
                      </a:r>
                      <a:endParaRPr sz="1100" b="1">
                        <a:solidFill>
                          <a:schemeClr val="lt1"/>
                        </a:solidFill>
                        <a:latin typeface="IBM Plex Sans"/>
                        <a:ea typeface="IBM Plex Sans"/>
                        <a:cs typeface="IBM Plex Sans"/>
                        <a:sym typeface="IBM Plex Sans"/>
                      </a:endParaRPr>
                    </a:p>
                  </a:txBody>
                  <a:tcPr marL="91425" marR="91425" marT="91425" marB="91425" anchor="ctr">
                    <a:lnL w="38100" cap="flat" cmpd="sng">
                      <a:solidFill>
                        <a:schemeClr val="lt1"/>
                      </a:solidFill>
                      <a:prstDash val="solid"/>
                      <a:round/>
                      <a:headEnd type="none" w="sm" len="sm"/>
                      <a:tailEnd type="none" w="sm" len="sm"/>
                    </a:lnL>
                    <a:lnR w="38100" cap="flat" cmpd="sng">
                      <a:solidFill>
                        <a:schemeClr val="lt1"/>
                      </a:solidFill>
                      <a:prstDash val="solid"/>
                      <a:round/>
                      <a:headEnd type="none" w="sm" len="sm"/>
                      <a:tailEnd type="none" w="sm" len="sm"/>
                    </a:lnR>
                    <a:lnT w="38100" cap="flat" cmpd="sng">
                      <a:solidFill>
                        <a:schemeClr val="lt1"/>
                      </a:solidFill>
                      <a:prstDash val="solid"/>
                      <a:round/>
                      <a:headEnd type="none" w="sm" len="sm"/>
                      <a:tailEnd type="none" w="sm" len="sm"/>
                    </a:lnT>
                    <a:lnB w="38100" cap="flat" cmpd="sng">
                      <a:solidFill>
                        <a:schemeClr val="lt1"/>
                      </a:solidFill>
                      <a:prstDash val="solid"/>
                      <a:round/>
                      <a:headEnd type="none" w="sm" len="sm"/>
                      <a:tailEnd type="none" w="sm" len="sm"/>
                    </a:lnB>
                    <a:solidFill>
                      <a:schemeClr val="dk1"/>
                    </a:solidFill>
                  </a:tcPr>
                </a:tc>
                <a:tc>
                  <a:txBody>
                    <a:bodyPr/>
                    <a:lstStyle/>
                    <a:p>
                      <a:pPr marL="0" lvl="0" indent="0" algn="l" rtl="0">
                        <a:spcBef>
                          <a:spcPts val="0"/>
                        </a:spcBef>
                        <a:spcAft>
                          <a:spcPts val="0"/>
                        </a:spcAft>
                        <a:buNone/>
                      </a:pPr>
                      <a:endParaRPr>
                        <a:latin typeface="IBM Plex Sans"/>
                        <a:ea typeface="IBM Plex Sans"/>
                        <a:cs typeface="IBM Plex Sans"/>
                        <a:sym typeface="IBM Plex Sans"/>
                      </a:endParaRPr>
                    </a:p>
                  </a:txBody>
                  <a:tcPr marL="91425" marR="91425" marT="91425" marB="91425" anchor="ctr">
                    <a:lnL w="38100" cap="flat" cmpd="sng">
                      <a:solidFill>
                        <a:schemeClr val="lt1"/>
                      </a:solidFill>
                      <a:prstDash val="solid"/>
                      <a:round/>
                      <a:headEnd type="none" w="sm" len="sm"/>
                      <a:tailEnd type="none" w="sm" len="sm"/>
                    </a:lnL>
                    <a:lnR w="38100" cap="flat" cmpd="sng">
                      <a:solidFill>
                        <a:srgbClr val="F7F7F7">
                          <a:alpha val="0"/>
                        </a:srgbClr>
                      </a:solidFill>
                      <a:prstDash val="solid"/>
                      <a:round/>
                      <a:headEnd type="none" w="sm" len="sm"/>
                      <a:tailEnd type="none" w="sm" len="sm"/>
                    </a:lnR>
                    <a:lnT w="38100" cap="flat" cmpd="sng">
                      <a:solidFill>
                        <a:srgbClr val="F7F7F7">
                          <a:alpha val="0"/>
                        </a:srgbClr>
                      </a:solidFill>
                      <a:prstDash val="solid"/>
                      <a:round/>
                      <a:headEnd type="none" w="sm" len="sm"/>
                      <a:tailEnd type="none" w="sm" len="sm"/>
                    </a:lnT>
                    <a:lnB w="38100" cap="flat" cmpd="sng">
                      <a:solidFill>
                        <a:srgbClr val="F7F7F7">
                          <a:alpha val="0"/>
                        </a:srgbClr>
                      </a:solidFill>
                      <a:prstDash val="solid"/>
                      <a:round/>
                      <a:headEnd type="none" w="sm" len="sm"/>
                      <a:tailEnd type="none" w="sm" len="sm"/>
                    </a:lnB>
                    <a:solidFill>
                      <a:schemeClr val="lt1"/>
                    </a:solidFill>
                  </a:tcPr>
                </a:tc>
                <a:tc>
                  <a:txBody>
                    <a:bodyPr/>
                    <a:lstStyle/>
                    <a:p>
                      <a:pPr marL="0" lvl="0" indent="0" algn="l" rtl="0">
                        <a:spcBef>
                          <a:spcPts val="0"/>
                        </a:spcBef>
                        <a:spcAft>
                          <a:spcPts val="0"/>
                        </a:spcAft>
                        <a:buNone/>
                      </a:pPr>
                      <a:endParaRPr>
                        <a:latin typeface="IBM Plex Sans"/>
                        <a:ea typeface="IBM Plex Sans"/>
                        <a:cs typeface="IBM Plex Sans"/>
                        <a:sym typeface="IBM Plex Sans"/>
                      </a:endParaRPr>
                    </a:p>
                  </a:txBody>
                  <a:tcPr marL="91425" marR="91425" marT="91425" marB="91425" anchor="ctr">
                    <a:lnL w="38100" cap="flat" cmpd="sng">
                      <a:solidFill>
                        <a:srgbClr val="F7F7F7">
                          <a:alpha val="0"/>
                        </a:srgbClr>
                      </a:solidFill>
                      <a:prstDash val="solid"/>
                      <a:round/>
                      <a:headEnd type="none" w="sm" len="sm"/>
                      <a:tailEnd type="none" w="sm" len="sm"/>
                    </a:lnL>
                    <a:lnR w="38100" cap="flat" cmpd="sng">
                      <a:solidFill>
                        <a:srgbClr val="F7F7F7">
                          <a:alpha val="0"/>
                        </a:srgbClr>
                      </a:solidFill>
                      <a:prstDash val="solid"/>
                      <a:round/>
                      <a:headEnd type="none" w="sm" len="sm"/>
                      <a:tailEnd type="none" w="sm" len="sm"/>
                    </a:lnR>
                    <a:lnT w="38100" cap="flat" cmpd="sng">
                      <a:solidFill>
                        <a:srgbClr val="F7F7F7">
                          <a:alpha val="0"/>
                        </a:srgbClr>
                      </a:solidFill>
                      <a:prstDash val="solid"/>
                      <a:round/>
                      <a:headEnd type="none" w="sm" len="sm"/>
                      <a:tailEnd type="none" w="sm" len="sm"/>
                    </a:lnT>
                    <a:lnB w="38100" cap="flat" cmpd="sng">
                      <a:solidFill>
                        <a:srgbClr val="F7F7F7">
                          <a:alpha val="0"/>
                        </a:srgbClr>
                      </a:solidFill>
                      <a:prstDash val="solid"/>
                      <a:round/>
                      <a:headEnd type="none" w="sm" len="sm"/>
                      <a:tailEnd type="none" w="sm" len="sm"/>
                    </a:lnB>
                    <a:solidFill>
                      <a:schemeClr val="lt1"/>
                    </a:solidFill>
                  </a:tcPr>
                </a:tc>
                <a:tc>
                  <a:txBody>
                    <a:bodyPr/>
                    <a:lstStyle/>
                    <a:p>
                      <a:pPr marL="0" lvl="0" indent="0" algn="l" rtl="0">
                        <a:spcBef>
                          <a:spcPts val="0"/>
                        </a:spcBef>
                        <a:spcAft>
                          <a:spcPts val="0"/>
                        </a:spcAft>
                        <a:buNone/>
                      </a:pPr>
                      <a:endParaRPr>
                        <a:latin typeface="IBM Plex Sans"/>
                        <a:ea typeface="IBM Plex Sans"/>
                        <a:cs typeface="IBM Plex Sans"/>
                        <a:sym typeface="IBM Plex Sans"/>
                      </a:endParaRPr>
                    </a:p>
                  </a:txBody>
                  <a:tcPr marL="91425" marR="91425" marT="91425" marB="91425" anchor="ctr">
                    <a:lnL w="38100" cap="flat" cmpd="sng">
                      <a:solidFill>
                        <a:srgbClr val="F7F7F7">
                          <a:alpha val="0"/>
                        </a:srgbClr>
                      </a:solidFill>
                      <a:prstDash val="solid"/>
                      <a:round/>
                      <a:headEnd type="none" w="sm" len="sm"/>
                      <a:tailEnd type="none" w="sm" len="sm"/>
                    </a:lnL>
                    <a:lnR w="38100" cap="flat" cmpd="sng">
                      <a:solidFill>
                        <a:srgbClr val="F7F7F7">
                          <a:alpha val="0"/>
                        </a:srgbClr>
                      </a:solidFill>
                      <a:prstDash val="solid"/>
                      <a:round/>
                      <a:headEnd type="none" w="sm" len="sm"/>
                      <a:tailEnd type="none" w="sm" len="sm"/>
                    </a:lnR>
                    <a:lnT w="38100" cap="flat" cmpd="sng">
                      <a:solidFill>
                        <a:srgbClr val="F7F7F7">
                          <a:alpha val="0"/>
                        </a:srgbClr>
                      </a:solidFill>
                      <a:prstDash val="solid"/>
                      <a:round/>
                      <a:headEnd type="none" w="sm" len="sm"/>
                      <a:tailEnd type="none" w="sm" len="sm"/>
                    </a:lnT>
                    <a:lnB w="38100" cap="flat" cmpd="sng">
                      <a:solidFill>
                        <a:srgbClr val="F7F7F7">
                          <a:alpha val="0"/>
                        </a:srgbClr>
                      </a:solidFill>
                      <a:prstDash val="solid"/>
                      <a:round/>
                      <a:headEnd type="none" w="sm" len="sm"/>
                      <a:tailEnd type="none" w="sm" len="sm"/>
                    </a:lnB>
                    <a:solidFill>
                      <a:schemeClr val="lt1"/>
                    </a:solidFill>
                  </a:tcPr>
                </a:tc>
                <a:tc>
                  <a:txBody>
                    <a:bodyPr/>
                    <a:lstStyle/>
                    <a:p>
                      <a:pPr marL="0" lvl="0" indent="0" algn="l" rtl="0">
                        <a:spcBef>
                          <a:spcPts val="0"/>
                        </a:spcBef>
                        <a:spcAft>
                          <a:spcPts val="0"/>
                        </a:spcAft>
                        <a:buNone/>
                      </a:pPr>
                      <a:endParaRPr>
                        <a:latin typeface="IBM Plex Sans"/>
                        <a:ea typeface="IBM Plex Sans"/>
                        <a:cs typeface="IBM Plex Sans"/>
                        <a:sym typeface="IBM Plex Sans"/>
                      </a:endParaRPr>
                    </a:p>
                  </a:txBody>
                  <a:tcPr marL="91425" marR="91425" marT="91425" marB="91425" anchor="ctr">
                    <a:lnL w="38100" cap="flat" cmpd="sng">
                      <a:solidFill>
                        <a:srgbClr val="F7F7F7">
                          <a:alpha val="0"/>
                        </a:srgbClr>
                      </a:solidFill>
                      <a:prstDash val="solid"/>
                      <a:round/>
                      <a:headEnd type="none" w="sm" len="sm"/>
                      <a:tailEnd type="none" w="sm" len="sm"/>
                    </a:lnL>
                    <a:lnR w="38100" cap="flat" cmpd="sng">
                      <a:solidFill>
                        <a:srgbClr val="F7F7F7">
                          <a:alpha val="0"/>
                        </a:srgbClr>
                      </a:solidFill>
                      <a:prstDash val="solid"/>
                      <a:round/>
                      <a:headEnd type="none" w="sm" len="sm"/>
                      <a:tailEnd type="none" w="sm" len="sm"/>
                    </a:lnR>
                    <a:lnT w="38100" cap="flat" cmpd="sng">
                      <a:solidFill>
                        <a:srgbClr val="F7F7F7">
                          <a:alpha val="0"/>
                        </a:srgbClr>
                      </a:solidFill>
                      <a:prstDash val="solid"/>
                      <a:round/>
                      <a:headEnd type="none" w="sm" len="sm"/>
                      <a:tailEnd type="none" w="sm" len="sm"/>
                    </a:lnT>
                    <a:lnB w="38100" cap="flat" cmpd="sng">
                      <a:solidFill>
                        <a:srgbClr val="F7F7F7">
                          <a:alpha val="0"/>
                        </a:srgbClr>
                      </a:solidFill>
                      <a:prstDash val="solid"/>
                      <a:round/>
                      <a:headEnd type="none" w="sm" len="sm"/>
                      <a:tailEnd type="none" w="sm" len="sm"/>
                    </a:lnB>
                    <a:solidFill>
                      <a:schemeClr val="lt1"/>
                    </a:solidFill>
                  </a:tcPr>
                </a:tc>
                <a:tc>
                  <a:txBody>
                    <a:bodyPr/>
                    <a:lstStyle/>
                    <a:p>
                      <a:pPr marL="0" lvl="0" indent="0" algn="l" rtl="0">
                        <a:spcBef>
                          <a:spcPts val="0"/>
                        </a:spcBef>
                        <a:spcAft>
                          <a:spcPts val="0"/>
                        </a:spcAft>
                        <a:buNone/>
                      </a:pPr>
                      <a:endParaRPr>
                        <a:latin typeface="IBM Plex Sans"/>
                        <a:ea typeface="IBM Plex Sans"/>
                        <a:cs typeface="IBM Plex Sans"/>
                        <a:sym typeface="IBM Plex Sans"/>
                      </a:endParaRPr>
                    </a:p>
                  </a:txBody>
                  <a:tcPr marL="91425" marR="91425" marT="91425" marB="91425" anchor="ctr">
                    <a:lnL w="38100" cap="flat" cmpd="sng">
                      <a:solidFill>
                        <a:srgbClr val="F7F7F7">
                          <a:alpha val="0"/>
                        </a:srgbClr>
                      </a:solidFill>
                      <a:prstDash val="solid"/>
                      <a:round/>
                      <a:headEnd type="none" w="sm" len="sm"/>
                      <a:tailEnd type="none" w="sm" len="sm"/>
                    </a:lnL>
                    <a:lnR w="38100" cap="flat" cmpd="sng">
                      <a:solidFill>
                        <a:srgbClr val="F7F7F7">
                          <a:alpha val="0"/>
                        </a:srgbClr>
                      </a:solidFill>
                      <a:prstDash val="solid"/>
                      <a:round/>
                      <a:headEnd type="none" w="sm" len="sm"/>
                      <a:tailEnd type="none" w="sm" len="sm"/>
                    </a:lnR>
                    <a:lnT w="38100" cap="flat" cmpd="sng">
                      <a:solidFill>
                        <a:srgbClr val="F7F7F7">
                          <a:alpha val="0"/>
                        </a:srgbClr>
                      </a:solidFill>
                      <a:prstDash val="solid"/>
                      <a:round/>
                      <a:headEnd type="none" w="sm" len="sm"/>
                      <a:tailEnd type="none" w="sm" len="sm"/>
                    </a:lnT>
                    <a:lnB w="38100" cap="flat" cmpd="sng">
                      <a:solidFill>
                        <a:srgbClr val="F7F7F7">
                          <a:alpha val="0"/>
                        </a:srgbClr>
                      </a:solidFill>
                      <a:prstDash val="solid"/>
                      <a:round/>
                      <a:headEnd type="none" w="sm" len="sm"/>
                      <a:tailEnd type="none" w="sm" len="sm"/>
                    </a:lnB>
                    <a:solidFill>
                      <a:schemeClr val="lt1"/>
                    </a:solidFill>
                  </a:tcPr>
                </a:tc>
                <a:tc>
                  <a:txBody>
                    <a:bodyPr/>
                    <a:lstStyle/>
                    <a:p>
                      <a:pPr marL="0" lvl="0" indent="0" algn="l" rtl="0">
                        <a:spcBef>
                          <a:spcPts val="0"/>
                        </a:spcBef>
                        <a:spcAft>
                          <a:spcPts val="0"/>
                        </a:spcAft>
                        <a:buNone/>
                      </a:pPr>
                      <a:endParaRPr>
                        <a:latin typeface="IBM Plex Sans"/>
                        <a:ea typeface="IBM Plex Sans"/>
                        <a:cs typeface="IBM Plex Sans"/>
                        <a:sym typeface="IBM Plex Sans"/>
                      </a:endParaRPr>
                    </a:p>
                  </a:txBody>
                  <a:tcPr marL="91425" marR="91425" marT="91425" marB="91425" anchor="ctr">
                    <a:lnL w="38100" cap="flat" cmpd="sng">
                      <a:solidFill>
                        <a:srgbClr val="F7F7F7">
                          <a:alpha val="0"/>
                        </a:srgbClr>
                      </a:solidFill>
                      <a:prstDash val="solid"/>
                      <a:round/>
                      <a:headEnd type="none" w="sm" len="sm"/>
                      <a:tailEnd type="none" w="sm" len="sm"/>
                    </a:lnL>
                    <a:lnR w="38100" cap="flat" cmpd="sng">
                      <a:solidFill>
                        <a:srgbClr val="F7F7F7">
                          <a:alpha val="0"/>
                        </a:srgbClr>
                      </a:solidFill>
                      <a:prstDash val="solid"/>
                      <a:round/>
                      <a:headEnd type="none" w="sm" len="sm"/>
                      <a:tailEnd type="none" w="sm" len="sm"/>
                    </a:lnR>
                    <a:lnT w="38100" cap="flat" cmpd="sng">
                      <a:solidFill>
                        <a:srgbClr val="F7F7F7">
                          <a:alpha val="0"/>
                        </a:srgbClr>
                      </a:solidFill>
                      <a:prstDash val="solid"/>
                      <a:round/>
                      <a:headEnd type="none" w="sm" len="sm"/>
                      <a:tailEnd type="none" w="sm" len="sm"/>
                    </a:lnT>
                    <a:lnB w="38100" cap="flat" cmpd="sng">
                      <a:solidFill>
                        <a:srgbClr val="F7F7F7">
                          <a:alpha val="0"/>
                        </a:srgbClr>
                      </a:solidFill>
                      <a:prstDash val="solid"/>
                      <a:round/>
                      <a:headEnd type="none" w="sm" len="sm"/>
                      <a:tailEnd type="none" w="sm" len="sm"/>
                    </a:lnB>
                    <a:solidFill>
                      <a:schemeClr val="lt1"/>
                    </a:solidFill>
                  </a:tcPr>
                </a:tc>
                <a:tc>
                  <a:txBody>
                    <a:bodyPr/>
                    <a:lstStyle/>
                    <a:p>
                      <a:pPr marL="0" lvl="0" indent="0" algn="l" rtl="0">
                        <a:spcBef>
                          <a:spcPts val="0"/>
                        </a:spcBef>
                        <a:spcAft>
                          <a:spcPts val="0"/>
                        </a:spcAft>
                        <a:buNone/>
                      </a:pPr>
                      <a:endParaRPr>
                        <a:latin typeface="IBM Plex Sans"/>
                        <a:ea typeface="IBM Plex Sans"/>
                        <a:cs typeface="IBM Plex Sans"/>
                        <a:sym typeface="IBM Plex Sans"/>
                      </a:endParaRPr>
                    </a:p>
                  </a:txBody>
                  <a:tcPr marL="91425" marR="91425" marT="91425" marB="91425" anchor="ctr">
                    <a:lnL w="38100" cap="flat" cmpd="sng">
                      <a:solidFill>
                        <a:srgbClr val="F7F7F7">
                          <a:alpha val="0"/>
                        </a:srgbClr>
                      </a:solidFill>
                      <a:prstDash val="solid"/>
                      <a:round/>
                      <a:headEnd type="none" w="sm" len="sm"/>
                      <a:tailEnd type="none" w="sm" len="sm"/>
                    </a:lnL>
                    <a:lnR w="38100" cap="flat" cmpd="sng">
                      <a:solidFill>
                        <a:srgbClr val="F7F7F7">
                          <a:alpha val="0"/>
                        </a:srgbClr>
                      </a:solidFill>
                      <a:prstDash val="solid"/>
                      <a:round/>
                      <a:headEnd type="none" w="sm" len="sm"/>
                      <a:tailEnd type="none" w="sm" len="sm"/>
                    </a:lnR>
                    <a:lnT w="38100" cap="flat" cmpd="sng">
                      <a:solidFill>
                        <a:srgbClr val="F7F7F7">
                          <a:alpha val="0"/>
                        </a:srgbClr>
                      </a:solidFill>
                      <a:prstDash val="solid"/>
                      <a:round/>
                      <a:headEnd type="none" w="sm" len="sm"/>
                      <a:tailEnd type="none" w="sm" len="sm"/>
                    </a:lnT>
                    <a:lnB w="38100" cap="flat" cmpd="sng">
                      <a:solidFill>
                        <a:srgbClr val="F7F7F7">
                          <a:alpha val="0"/>
                        </a:srgbClr>
                      </a:solidFill>
                      <a:prstDash val="solid"/>
                      <a:round/>
                      <a:headEnd type="none" w="sm" len="sm"/>
                      <a:tailEnd type="none" w="sm" len="sm"/>
                    </a:lnB>
                    <a:solidFill>
                      <a:schemeClr val="lt1"/>
                    </a:solidFill>
                  </a:tcPr>
                </a:tc>
                <a:tc>
                  <a:txBody>
                    <a:bodyPr/>
                    <a:lstStyle/>
                    <a:p>
                      <a:pPr marL="0" lvl="0" indent="0" algn="l" rtl="0">
                        <a:spcBef>
                          <a:spcPts val="0"/>
                        </a:spcBef>
                        <a:spcAft>
                          <a:spcPts val="0"/>
                        </a:spcAft>
                        <a:buNone/>
                      </a:pPr>
                      <a:endParaRPr>
                        <a:latin typeface="IBM Plex Sans"/>
                        <a:ea typeface="IBM Plex Sans"/>
                        <a:cs typeface="IBM Plex Sans"/>
                        <a:sym typeface="IBM Plex Sans"/>
                      </a:endParaRPr>
                    </a:p>
                  </a:txBody>
                  <a:tcPr marL="91425" marR="91425" marT="91425" marB="91425" anchor="ctr">
                    <a:lnL w="38100" cap="flat" cmpd="sng">
                      <a:solidFill>
                        <a:srgbClr val="F7F7F7">
                          <a:alpha val="0"/>
                        </a:srgbClr>
                      </a:solidFill>
                      <a:prstDash val="solid"/>
                      <a:round/>
                      <a:headEnd type="none" w="sm" len="sm"/>
                      <a:tailEnd type="none" w="sm" len="sm"/>
                    </a:lnL>
                    <a:lnR w="38100" cap="flat" cmpd="sng">
                      <a:solidFill>
                        <a:srgbClr val="F7F7F7">
                          <a:alpha val="0"/>
                        </a:srgbClr>
                      </a:solidFill>
                      <a:prstDash val="solid"/>
                      <a:round/>
                      <a:headEnd type="none" w="sm" len="sm"/>
                      <a:tailEnd type="none" w="sm" len="sm"/>
                    </a:lnR>
                    <a:lnT w="38100" cap="flat" cmpd="sng">
                      <a:solidFill>
                        <a:srgbClr val="F7F7F7">
                          <a:alpha val="0"/>
                        </a:srgbClr>
                      </a:solidFill>
                      <a:prstDash val="solid"/>
                      <a:round/>
                      <a:headEnd type="none" w="sm" len="sm"/>
                      <a:tailEnd type="none" w="sm" len="sm"/>
                    </a:lnT>
                    <a:lnB w="38100" cap="flat" cmpd="sng">
                      <a:solidFill>
                        <a:srgbClr val="F7F7F7">
                          <a:alpha val="0"/>
                        </a:srgbClr>
                      </a:solidFill>
                      <a:prstDash val="solid"/>
                      <a:round/>
                      <a:headEnd type="none" w="sm" len="sm"/>
                      <a:tailEnd type="none" w="sm" len="sm"/>
                    </a:lnB>
                    <a:solidFill>
                      <a:schemeClr val="lt1"/>
                    </a:solidFill>
                  </a:tcPr>
                </a:tc>
                <a:extLst>
                  <a:ext uri="{0D108BD9-81ED-4DB2-BD59-A6C34878D82A}">
                    <a16:rowId xmlns:a16="http://schemas.microsoft.com/office/drawing/2014/main" val="10007"/>
                  </a:ext>
                </a:extLst>
              </a:tr>
            </a:tbl>
          </a:graphicData>
        </a:graphic>
      </p:graphicFrame>
      <p:pic>
        <p:nvPicPr>
          <p:cNvPr id="2840" name="Google Shape;2840;p173"/>
          <p:cNvPicPr preferRelativeResize="0"/>
          <p:nvPr/>
        </p:nvPicPr>
        <p:blipFill>
          <a:blip r:embed="rId3">
            <a:alphaModFix/>
          </a:blip>
          <a:stretch>
            <a:fillRect/>
          </a:stretch>
        </p:blipFill>
        <p:spPr>
          <a:xfrm>
            <a:off x="7130680" y="1217239"/>
            <a:ext cx="658350" cy="116464"/>
          </a:xfrm>
          <a:prstGeom prst="rect">
            <a:avLst/>
          </a:prstGeom>
          <a:noFill/>
          <a:ln>
            <a:noFill/>
          </a:ln>
        </p:spPr>
      </p:pic>
      <p:pic>
        <p:nvPicPr>
          <p:cNvPr id="2841" name="Google Shape;2841;p173"/>
          <p:cNvPicPr preferRelativeResize="0"/>
          <p:nvPr/>
        </p:nvPicPr>
        <p:blipFill>
          <a:blip r:embed="rId4">
            <a:alphaModFix/>
          </a:blip>
          <a:stretch>
            <a:fillRect/>
          </a:stretch>
        </p:blipFill>
        <p:spPr>
          <a:xfrm>
            <a:off x="6278313" y="1231547"/>
            <a:ext cx="630575" cy="126115"/>
          </a:xfrm>
          <a:prstGeom prst="rect">
            <a:avLst/>
          </a:prstGeom>
          <a:noFill/>
          <a:ln>
            <a:noFill/>
          </a:ln>
        </p:spPr>
      </p:pic>
      <p:pic>
        <p:nvPicPr>
          <p:cNvPr id="2842" name="Google Shape;2842;p173"/>
          <p:cNvPicPr preferRelativeResize="0"/>
          <p:nvPr/>
        </p:nvPicPr>
        <p:blipFill>
          <a:blip r:embed="rId5">
            <a:alphaModFix/>
          </a:blip>
          <a:stretch>
            <a:fillRect/>
          </a:stretch>
        </p:blipFill>
        <p:spPr>
          <a:xfrm>
            <a:off x="2010113" y="1212143"/>
            <a:ext cx="630575" cy="129991"/>
          </a:xfrm>
          <a:prstGeom prst="rect">
            <a:avLst/>
          </a:prstGeom>
          <a:noFill/>
          <a:ln>
            <a:noFill/>
          </a:ln>
        </p:spPr>
      </p:pic>
      <p:pic>
        <p:nvPicPr>
          <p:cNvPr id="2843" name="Google Shape;2843;p173"/>
          <p:cNvPicPr preferRelativeResize="0"/>
          <p:nvPr/>
        </p:nvPicPr>
        <p:blipFill>
          <a:blip r:embed="rId6">
            <a:alphaModFix/>
          </a:blip>
          <a:stretch>
            <a:fillRect/>
          </a:stretch>
        </p:blipFill>
        <p:spPr>
          <a:xfrm>
            <a:off x="4682666" y="1184575"/>
            <a:ext cx="658368" cy="169294"/>
          </a:xfrm>
          <a:prstGeom prst="rect">
            <a:avLst/>
          </a:prstGeom>
          <a:noFill/>
          <a:ln>
            <a:noFill/>
          </a:ln>
        </p:spPr>
      </p:pic>
      <p:pic>
        <p:nvPicPr>
          <p:cNvPr id="2844" name="Google Shape;2844;p173"/>
          <p:cNvPicPr preferRelativeResize="0"/>
          <p:nvPr/>
        </p:nvPicPr>
        <p:blipFill>
          <a:blip r:embed="rId7">
            <a:alphaModFix/>
          </a:blip>
          <a:stretch>
            <a:fillRect/>
          </a:stretch>
        </p:blipFill>
        <p:spPr>
          <a:xfrm>
            <a:off x="2826588" y="1146076"/>
            <a:ext cx="808765" cy="246300"/>
          </a:xfrm>
          <a:prstGeom prst="rect">
            <a:avLst/>
          </a:prstGeom>
          <a:noFill/>
          <a:ln>
            <a:noFill/>
          </a:ln>
        </p:spPr>
      </p:pic>
      <p:pic>
        <p:nvPicPr>
          <p:cNvPr id="2845" name="Google Shape;2845;p173"/>
          <p:cNvPicPr preferRelativeResize="0"/>
          <p:nvPr/>
        </p:nvPicPr>
        <p:blipFill>
          <a:blip r:embed="rId8">
            <a:alphaModFix/>
          </a:blip>
          <a:stretch>
            <a:fillRect/>
          </a:stretch>
        </p:blipFill>
        <p:spPr>
          <a:xfrm>
            <a:off x="7934601" y="1210997"/>
            <a:ext cx="630570" cy="146300"/>
          </a:xfrm>
          <a:prstGeom prst="rect">
            <a:avLst/>
          </a:prstGeom>
          <a:noFill/>
          <a:ln>
            <a:noFill/>
          </a:ln>
        </p:spPr>
      </p:pic>
      <p:pic>
        <p:nvPicPr>
          <p:cNvPr id="2846" name="Google Shape;2846;p173"/>
          <p:cNvPicPr preferRelativeResize="0"/>
          <p:nvPr/>
        </p:nvPicPr>
        <p:blipFill>
          <a:blip r:embed="rId9">
            <a:alphaModFix/>
          </a:blip>
          <a:stretch>
            <a:fillRect/>
          </a:stretch>
        </p:blipFill>
        <p:spPr>
          <a:xfrm>
            <a:off x="5431749" y="1662300"/>
            <a:ext cx="608700" cy="256400"/>
          </a:xfrm>
          <a:prstGeom prst="rect">
            <a:avLst/>
          </a:prstGeom>
          <a:noFill/>
          <a:ln>
            <a:noFill/>
          </a:ln>
        </p:spPr>
      </p:pic>
      <p:pic>
        <p:nvPicPr>
          <p:cNvPr id="2847" name="Google Shape;2847;p173"/>
          <p:cNvPicPr preferRelativeResize="0"/>
          <p:nvPr/>
        </p:nvPicPr>
        <p:blipFill>
          <a:blip r:embed="rId10">
            <a:alphaModFix/>
          </a:blip>
          <a:stretch>
            <a:fillRect/>
          </a:stretch>
        </p:blipFill>
        <p:spPr>
          <a:xfrm>
            <a:off x="4493700" y="1696224"/>
            <a:ext cx="731499" cy="136931"/>
          </a:xfrm>
          <a:prstGeom prst="rect">
            <a:avLst/>
          </a:prstGeom>
          <a:noFill/>
          <a:ln>
            <a:noFill/>
          </a:ln>
        </p:spPr>
      </p:pic>
      <p:pic>
        <p:nvPicPr>
          <p:cNvPr id="2848" name="Google Shape;2848;p173"/>
          <p:cNvPicPr preferRelativeResize="0"/>
          <p:nvPr/>
        </p:nvPicPr>
        <p:blipFill>
          <a:blip r:embed="rId11">
            <a:alphaModFix/>
          </a:blip>
          <a:stretch>
            <a:fillRect/>
          </a:stretch>
        </p:blipFill>
        <p:spPr>
          <a:xfrm>
            <a:off x="2146801" y="1625192"/>
            <a:ext cx="344174" cy="322169"/>
          </a:xfrm>
          <a:prstGeom prst="rect">
            <a:avLst/>
          </a:prstGeom>
          <a:noFill/>
          <a:ln>
            <a:noFill/>
          </a:ln>
        </p:spPr>
      </p:pic>
      <p:pic>
        <p:nvPicPr>
          <p:cNvPr id="2849" name="Google Shape;2849;p173"/>
          <p:cNvPicPr preferRelativeResize="0"/>
          <p:nvPr/>
        </p:nvPicPr>
        <p:blipFill>
          <a:blip r:embed="rId12">
            <a:alphaModFix/>
          </a:blip>
          <a:stretch>
            <a:fillRect/>
          </a:stretch>
        </p:blipFill>
        <p:spPr>
          <a:xfrm>
            <a:off x="7894325" y="1686475"/>
            <a:ext cx="679150" cy="197304"/>
          </a:xfrm>
          <a:prstGeom prst="rect">
            <a:avLst/>
          </a:prstGeom>
          <a:noFill/>
          <a:ln>
            <a:noFill/>
          </a:ln>
        </p:spPr>
      </p:pic>
      <p:pic>
        <p:nvPicPr>
          <p:cNvPr id="2850" name="Google Shape;2850;p173"/>
          <p:cNvPicPr preferRelativeResize="0"/>
          <p:nvPr/>
        </p:nvPicPr>
        <p:blipFill>
          <a:blip r:embed="rId13">
            <a:alphaModFix/>
          </a:blip>
          <a:stretch>
            <a:fillRect/>
          </a:stretch>
        </p:blipFill>
        <p:spPr>
          <a:xfrm>
            <a:off x="6345888" y="1600699"/>
            <a:ext cx="430226" cy="282261"/>
          </a:xfrm>
          <a:prstGeom prst="rect">
            <a:avLst/>
          </a:prstGeom>
          <a:noFill/>
          <a:ln>
            <a:noFill/>
          </a:ln>
        </p:spPr>
      </p:pic>
      <p:pic>
        <p:nvPicPr>
          <p:cNvPr id="2851" name="Google Shape;2851;p173"/>
          <p:cNvPicPr preferRelativeResize="0"/>
          <p:nvPr/>
        </p:nvPicPr>
        <p:blipFill>
          <a:blip r:embed="rId14">
            <a:alphaModFix/>
          </a:blip>
          <a:stretch>
            <a:fillRect/>
          </a:stretch>
        </p:blipFill>
        <p:spPr>
          <a:xfrm>
            <a:off x="3822040" y="1571230"/>
            <a:ext cx="430218" cy="326058"/>
          </a:xfrm>
          <a:prstGeom prst="rect">
            <a:avLst/>
          </a:prstGeom>
          <a:noFill/>
          <a:ln>
            <a:noFill/>
          </a:ln>
        </p:spPr>
      </p:pic>
      <p:pic>
        <p:nvPicPr>
          <p:cNvPr id="2852" name="Google Shape;2852;p173"/>
          <p:cNvPicPr preferRelativeResize="0"/>
          <p:nvPr/>
        </p:nvPicPr>
        <p:blipFill>
          <a:blip r:embed="rId15">
            <a:alphaModFix/>
          </a:blip>
          <a:stretch>
            <a:fillRect/>
          </a:stretch>
        </p:blipFill>
        <p:spPr>
          <a:xfrm>
            <a:off x="7131524" y="1697121"/>
            <a:ext cx="593363" cy="135152"/>
          </a:xfrm>
          <a:prstGeom prst="rect">
            <a:avLst/>
          </a:prstGeom>
          <a:noFill/>
          <a:ln>
            <a:noFill/>
          </a:ln>
        </p:spPr>
      </p:pic>
      <p:pic>
        <p:nvPicPr>
          <p:cNvPr id="2853" name="Google Shape;2853;p173"/>
          <p:cNvPicPr preferRelativeResize="0"/>
          <p:nvPr/>
        </p:nvPicPr>
        <p:blipFill rotWithShape="1">
          <a:blip r:embed="rId16">
            <a:alphaModFix/>
          </a:blip>
          <a:srcRect l="10833" t="8676" r="8676" b="10833"/>
          <a:stretch/>
        </p:blipFill>
        <p:spPr>
          <a:xfrm>
            <a:off x="2960886" y="1560100"/>
            <a:ext cx="430219" cy="322167"/>
          </a:xfrm>
          <a:prstGeom prst="rect">
            <a:avLst/>
          </a:prstGeom>
          <a:noFill/>
          <a:ln>
            <a:noFill/>
          </a:ln>
        </p:spPr>
      </p:pic>
      <p:pic>
        <p:nvPicPr>
          <p:cNvPr id="2854" name="Google Shape;2854;p173"/>
          <p:cNvPicPr preferRelativeResize="0"/>
          <p:nvPr/>
        </p:nvPicPr>
        <p:blipFill>
          <a:blip r:embed="rId17">
            <a:alphaModFix/>
          </a:blip>
          <a:stretch>
            <a:fillRect/>
          </a:stretch>
        </p:blipFill>
        <p:spPr>
          <a:xfrm>
            <a:off x="2846820" y="2171316"/>
            <a:ext cx="658350" cy="157188"/>
          </a:xfrm>
          <a:prstGeom prst="rect">
            <a:avLst/>
          </a:prstGeom>
          <a:noFill/>
          <a:ln>
            <a:noFill/>
          </a:ln>
        </p:spPr>
      </p:pic>
      <p:pic>
        <p:nvPicPr>
          <p:cNvPr id="2855" name="Google Shape;2855;p173"/>
          <p:cNvPicPr preferRelativeResize="0"/>
          <p:nvPr/>
        </p:nvPicPr>
        <p:blipFill>
          <a:blip r:embed="rId18">
            <a:alphaModFix/>
          </a:blip>
          <a:stretch>
            <a:fillRect/>
          </a:stretch>
        </p:blipFill>
        <p:spPr>
          <a:xfrm>
            <a:off x="5370289" y="2159622"/>
            <a:ext cx="630549" cy="180577"/>
          </a:xfrm>
          <a:prstGeom prst="rect">
            <a:avLst/>
          </a:prstGeom>
          <a:noFill/>
          <a:ln>
            <a:noFill/>
          </a:ln>
        </p:spPr>
      </p:pic>
      <p:pic>
        <p:nvPicPr>
          <p:cNvPr id="2856" name="Google Shape;2856;p173"/>
          <p:cNvPicPr preferRelativeResize="0"/>
          <p:nvPr/>
        </p:nvPicPr>
        <p:blipFill>
          <a:blip r:embed="rId19">
            <a:alphaModFix/>
          </a:blip>
          <a:stretch>
            <a:fillRect/>
          </a:stretch>
        </p:blipFill>
        <p:spPr>
          <a:xfrm>
            <a:off x="7918637" y="2166102"/>
            <a:ext cx="630549" cy="167615"/>
          </a:xfrm>
          <a:prstGeom prst="rect">
            <a:avLst/>
          </a:prstGeom>
          <a:noFill/>
          <a:ln>
            <a:noFill/>
          </a:ln>
        </p:spPr>
      </p:pic>
      <p:pic>
        <p:nvPicPr>
          <p:cNvPr id="2857" name="Google Shape;2857;p173"/>
          <p:cNvPicPr preferRelativeResize="0"/>
          <p:nvPr/>
        </p:nvPicPr>
        <p:blipFill>
          <a:blip r:embed="rId20">
            <a:alphaModFix/>
          </a:blip>
          <a:stretch>
            <a:fillRect/>
          </a:stretch>
        </p:blipFill>
        <p:spPr>
          <a:xfrm>
            <a:off x="4723975" y="2114163"/>
            <a:ext cx="270950" cy="271494"/>
          </a:xfrm>
          <a:prstGeom prst="rect">
            <a:avLst/>
          </a:prstGeom>
          <a:noFill/>
          <a:ln>
            <a:noFill/>
          </a:ln>
        </p:spPr>
      </p:pic>
      <p:pic>
        <p:nvPicPr>
          <p:cNvPr id="2858" name="Google Shape;2858;p173"/>
          <p:cNvPicPr preferRelativeResize="0"/>
          <p:nvPr/>
        </p:nvPicPr>
        <p:blipFill>
          <a:blip r:embed="rId21">
            <a:alphaModFix/>
          </a:blip>
          <a:stretch>
            <a:fillRect/>
          </a:stretch>
        </p:blipFill>
        <p:spPr>
          <a:xfrm>
            <a:off x="7160993" y="2122306"/>
            <a:ext cx="534425" cy="255207"/>
          </a:xfrm>
          <a:prstGeom prst="rect">
            <a:avLst/>
          </a:prstGeom>
          <a:noFill/>
          <a:ln>
            <a:noFill/>
          </a:ln>
        </p:spPr>
      </p:pic>
      <p:pic>
        <p:nvPicPr>
          <p:cNvPr id="2859" name="Google Shape;2859;p173"/>
          <p:cNvPicPr preferRelativeResize="0"/>
          <p:nvPr/>
        </p:nvPicPr>
        <p:blipFill>
          <a:blip r:embed="rId22">
            <a:alphaModFix/>
          </a:blip>
          <a:stretch>
            <a:fillRect/>
          </a:stretch>
        </p:blipFill>
        <p:spPr>
          <a:xfrm>
            <a:off x="6443894" y="2107110"/>
            <a:ext cx="234212" cy="285600"/>
          </a:xfrm>
          <a:prstGeom prst="rect">
            <a:avLst/>
          </a:prstGeom>
          <a:noFill/>
          <a:ln>
            <a:noFill/>
          </a:ln>
        </p:spPr>
      </p:pic>
      <p:pic>
        <p:nvPicPr>
          <p:cNvPr id="2860" name="Google Shape;2860;p173"/>
          <p:cNvPicPr preferRelativeResize="0"/>
          <p:nvPr/>
        </p:nvPicPr>
        <p:blipFill>
          <a:blip r:embed="rId23">
            <a:alphaModFix/>
          </a:blip>
          <a:stretch>
            <a:fillRect/>
          </a:stretch>
        </p:blipFill>
        <p:spPr>
          <a:xfrm>
            <a:off x="3862799" y="2082262"/>
            <a:ext cx="348700" cy="335296"/>
          </a:xfrm>
          <a:prstGeom prst="rect">
            <a:avLst/>
          </a:prstGeom>
          <a:noFill/>
          <a:ln>
            <a:noFill/>
          </a:ln>
        </p:spPr>
      </p:pic>
      <p:pic>
        <p:nvPicPr>
          <p:cNvPr id="2861" name="Google Shape;2861;p173"/>
          <p:cNvPicPr preferRelativeResize="0"/>
          <p:nvPr/>
        </p:nvPicPr>
        <p:blipFill rotWithShape="1">
          <a:blip r:embed="rId24">
            <a:alphaModFix/>
          </a:blip>
          <a:srcRect/>
          <a:stretch/>
        </p:blipFill>
        <p:spPr>
          <a:xfrm>
            <a:off x="6231825" y="4590425"/>
            <a:ext cx="658350" cy="259068"/>
          </a:xfrm>
          <a:prstGeom prst="rect">
            <a:avLst/>
          </a:prstGeom>
          <a:noFill/>
          <a:ln>
            <a:noFill/>
          </a:ln>
        </p:spPr>
      </p:pic>
      <p:pic>
        <p:nvPicPr>
          <p:cNvPr id="2862" name="Google Shape;2862;p173"/>
          <p:cNvPicPr preferRelativeResize="0"/>
          <p:nvPr/>
        </p:nvPicPr>
        <p:blipFill>
          <a:blip r:embed="rId25">
            <a:alphaModFix/>
          </a:blip>
          <a:stretch>
            <a:fillRect/>
          </a:stretch>
        </p:blipFill>
        <p:spPr>
          <a:xfrm>
            <a:off x="7112919" y="4671625"/>
            <a:ext cx="630574" cy="96669"/>
          </a:xfrm>
          <a:prstGeom prst="rect">
            <a:avLst/>
          </a:prstGeom>
          <a:noFill/>
          <a:ln>
            <a:noFill/>
          </a:ln>
        </p:spPr>
      </p:pic>
      <p:pic>
        <p:nvPicPr>
          <p:cNvPr id="2863" name="Google Shape;2863;p173"/>
          <p:cNvPicPr preferRelativeResize="0"/>
          <p:nvPr/>
        </p:nvPicPr>
        <p:blipFill>
          <a:blip r:embed="rId26">
            <a:alphaModFix/>
          </a:blip>
          <a:stretch>
            <a:fillRect/>
          </a:stretch>
        </p:blipFill>
        <p:spPr>
          <a:xfrm>
            <a:off x="2136013" y="2067035"/>
            <a:ext cx="365750" cy="365750"/>
          </a:xfrm>
          <a:prstGeom prst="rect">
            <a:avLst/>
          </a:prstGeom>
          <a:noFill/>
          <a:ln>
            <a:noFill/>
          </a:ln>
        </p:spPr>
      </p:pic>
      <p:pic>
        <p:nvPicPr>
          <p:cNvPr id="2864" name="Google Shape;2864;p173"/>
          <p:cNvPicPr preferRelativeResize="0"/>
          <p:nvPr/>
        </p:nvPicPr>
        <p:blipFill>
          <a:blip r:embed="rId27">
            <a:alphaModFix/>
          </a:blip>
          <a:stretch>
            <a:fillRect/>
          </a:stretch>
        </p:blipFill>
        <p:spPr>
          <a:xfrm>
            <a:off x="4455063" y="4578657"/>
            <a:ext cx="808773" cy="282604"/>
          </a:xfrm>
          <a:prstGeom prst="rect">
            <a:avLst/>
          </a:prstGeom>
          <a:noFill/>
          <a:ln>
            <a:noFill/>
          </a:ln>
        </p:spPr>
      </p:pic>
      <p:pic>
        <p:nvPicPr>
          <p:cNvPr id="2865" name="Google Shape;2865;p173"/>
          <p:cNvPicPr preferRelativeResize="0"/>
          <p:nvPr/>
        </p:nvPicPr>
        <p:blipFill>
          <a:blip r:embed="rId28">
            <a:alphaModFix/>
          </a:blip>
          <a:stretch>
            <a:fillRect/>
          </a:stretch>
        </p:blipFill>
        <p:spPr>
          <a:xfrm>
            <a:off x="1953138" y="4637596"/>
            <a:ext cx="731500" cy="164726"/>
          </a:xfrm>
          <a:prstGeom prst="rect">
            <a:avLst/>
          </a:prstGeom>
          <a:noFill/>
          <a:ln>
            <a:noFill/>
          </a:ln>
        </p:spPr>
      </p:pic>
      <p:pic>
        <p:nvPicPr>
          <p:cNvPr id="2866" name="Google Shape;2866;p173"/>
          <p:cNvPicPr preferRelativeResize="0"/>
          <p:nvPr/>
        </p:nvPicPr>
        <p:blipFill>
          <a:blip r:embed="rId29">
            <a:alphaModFix/>
          </a:blip>
          <a:stretch>
            <a:fillRect/>
          </a:stretch>
        </p:blipFill>
        <p:spPr>
          <a:xfrm>
            <a:off x="4386929" y="3548975"/>
            <a:ext cx="519640" cy="324775"/>
          </a:xfrm>
          <a:prstGeom prst="rect">
            <a:avLst/>
          </a:prstGeom>
          <a:noFill/>
          <a:ln>
            <a:noFill/>
          </a:ln>
        </p:spPr>
      </p:pic>
      <p:pic>
        <p:nvPicPr>
          <p:cNvPr id="2867" name="Google Shape;2867;p173"/>
          <p:cNvPicPr preferRelativeResize="0"/>
          <p:nvPr/>
        </p:nvPicPr>
        <p:blipFill>
          <a:blip r:embed="rId30">
            <a:alphaModFix/>
          </a:blip>
          <a:stretch>
            <a:fillRect/>
          </a:stretch>
        </p:blipFill>
        <p:spPr>
          <a:xfrm>
            <a:off x="7966238" y="4654993"/>
            <a:ext cx="630574" cy="129932"/>
          </a:xfrm>
          <a:prstGeom prst="rect">
            <a:avLst/>
          </a:prstGeom>
          <a:noFill/>
          <a:ln>
            <a:noFill/>
          </a:ln>
        </p:spPr>
      </p:pic>
      <p:pic>
        <p:nvPicPr>
          <p:cNvPr id="2868" name="Google Shape;2868;p173" descr="Airbus Logo PNG Transparent &amp; SVG Vector - Freebie Supply"/>
          <p:cNvPicPr preferRelativeResize="0"/>
          <p:nvPr/>
        </p:nvPicPr>
        <p:blipFill rotWithShape="1">
          <a:blip r:embed="rId31">
            <a:alphaModFix/>
          </a:blip>
          <a:srcRect t="39280" b="40601"/>
          <a:stretch/>
        </p:blipFill>
        <p:spPr>
          <a:xfrm>
            <a:off x="1979312" y="2672674"/>
            <a:ext cx="679152" cy="138126"/>
          </a:xfrm>
          <a:prstGeom prst="rect">
            <a:avLst/>
          </a:prstGeom>
          <a:noFill/>
          <a:ln>
            <a:noFill/>
          </a:ln>
        </p:spPr>
      </p:pic>
      <p:pic>
        <p:nvPicPr>
          <p:cNvPr id="2869" name="Google Shape;2869;p173" descr="Kuehne + Nagel - Logos, brands and logotypes"/>
          <p:cNvPicPr preferRelativeResize="0"/>
          <p:nvPr/>
        </p:nvPicPr>
        <p:blipFill rotWithShape="1">
          <a:blip r:embed="rId32">
            <a:alphaModFix/>
          </a:blip>
          <a:srcRect/>
          <a:stretch/>
        </p:blipFill>
        <p:spPr>
          <a:xfrm>
            <a:off x="3600088" y="2685606"/>
            <a:ext cx="721722" cy="166960"/>
          </a:xfrm>
          <a:prstGeom prst="rect">
            <a:avLst/>
          </a:prstGeom>
          <a:noFill/>
          <a:ln>
            <a:noFill/>
          </a:ln>
        </p:spPr>
      </p:pic>
      <p:pic>
        <p:nvPicPr>
          <p:cNvPr id="2870" name="Google Shape;2870;p173" descr="Taking You From Point A to Point Possible - BNSF Logistics"/>
          <p:cNvPicPr preferRelativeResize="0"/>
          <p:nvPr/>
        </p:nvPicPr>
        <p:blipFill rotWithShape="1">
          <a:blip r:embed="rId33">
            <a:alphaModFix/>
          </a:blip>
          <a:srcRect/>
          <a:stretch/>
        </p:blipFill>
        <p:spPr>
          <a:xfrm>
            <a:off x="4516038" y="2687070"/>
            <a:ext cx="534423" cy="137274"/>
          </a:xfrm>
          <a:prstGeom prst="rect">
            <a:avLst/>
          </a:prstGeom>
          <a:noFill/>
          <a:ln>
            <a:noFill/>
          </a:ln>
        </p:spPr>
      </p:pic>
      <p:pic>
        <p:nvPicPr>
          <p:cNvPr id="2871" name="Google Shape;2871;p173"/>
          <p:cNvPicPr preferRelativeResize="0"/>
          <p:nvPr/>
        </p:nvPicPr>
        <p:blipFill>
          <a:blip r:embed="rId34">
            <a:alphaModFix/>
          </a:blip>
          <a:stretch>
            <a:fillRect/>
          </a:stretch>
        </p:blipFill>
        <p:spPr>
          <a:xfrm>
            <a:off x="5331700" y="2710600"/>
            <a:ext cx="774401" cy="125740"/>
          </a:xfrm>
          <a:prstGeom prst="rect">
            <a:avLst/>
          </a:prstGeom>
          <a:noFill/>
          <a:ln>
            <a:noFill/>
          </a:ln>
        </p:spPr>
      </p:pic>
      <p:pic>
        <p:nvPicPr>
          <p:cNvPr id="2872" name="Google Shape;2872;p173"/>
          <p:cNvPicPr preferRelativeResize="0"/>
          <p:nvPr/>
        </p:nvPicPr>
        <p:blipFill>
          <a:blip r:embed="rId35">
            <a:alphaModFix/>
          </a:blip>
          <a:stretch>
            <a:fillRect/>
          </a:stretch>
        </p:blipFill>
        <p:spPr>
          <a:xfrm>
            <a:off x="3003920" y="2632534"/>
            <a:ext cx="344150" cy="240894"/>
          </a:xfrm>
          <a:prstGeom prst="rect">
            <a:avLst/>
          </a:prstGeom>
          <a:noFill/>
          <a:ln>
            <a:noFill/>
          </a:ln>
        </p:spPr>
      </p:pic>
      <p:pic>
        <p:nvPicPr>
          <p:cNvPr id="2873" name="Google Shape;2873;p173"/>
          <p:cNvPicPr preferRelativeResize="0"/>
          <p:nvPr/>
        </p:nvPicPr>
        <p:blipFill rotWithShape="1">
          <a:blip r:embed="rId36">
            <a:alphaModFix/>
          </a:blip>
          <a:srcRect l="5440" t="29974" r="5812" b="33399"/>
          <a:stretch/>
        </p:blipFill>
        <p:spPr>
          <a:xfrm>
            <a:off x="3093596" y="3150010"/>
            <a:ext cx="774399" cy="167090"/>
          </a:xfrm>
          <a:prstGeom prst="rect">
            <a:avLst/>
          </a:prstGeom>
          <a:noFill/>
          <a:ln>
            <a:noFill/>
          </a:ln>
        </p:spPr>
      </p:pic>
      <p:pic>
        <p:nvPicPr>
          <p:cNvPr id="2874" name="Google Shape;2874;p173"/>
          <p:cNvPicPr preferRelativeResize="0"/>
          <p:nvPr/>
        </p:nvPicPr>
        <p:blipFill>
          <a:blip r:embed="rId37">
            <a:alphaModFix/>
          </a:blip>
          <a:stretch>
            <a:fillRect/>
          </a:stretch>
        </p:blipFill>
        <p:spPr>
          <a:xfrm>
            <a:off x="6942450" y="3142162"/>
            <a:ext cx="608701" cy="182787"/>
          </a:xfrm>
          <a:prstGeom prst="rect">
            <a:avLst/>
          </a:prstGeom>
          <a:noFill/>
          <a:ln>
            <a:noFill/>
          </a:ln>
        </p:spPr>
      </p:pic>
      <p:pic>
        <p:nvPicPr>
          <p:cNvPr id="2875" name="Google Shape;2875;p173"/>
          <p:cNvPicPr preferRelativeResize="0"/>
          <p:nvPr/>
        </p:nvPicPr>
        <p:blipFill>
          <a:blip r:embed="rId38">
            <a:alphaModFix/>
          </a:blip>
          <a:stretch>
            <a:fillRect/>
          </a:stretch>
        </p:blipFill>
        <p:spPr>
          <a:xfrm>
            <a:off x="2003608" y="3154292"/>
            <a:ext cx="731500" cy="158527"/>
          </a:xfrm>
          <a:prstGeom prst="rect">
            <a:avLst/>
          </a:prstGeom>
          <a:noFill/>
          <a:ln>
            <a:noFill/>
          </a:ln>
        </p:spPr>
      </p:pic>
      <p:pic>
        <p:nvPicPr>
          <p:cNvPr id="2876" name="Google Shape;2876;p173"/>
          <p:cNvPicPr preferRelativeResize="0"/>
          <p:nvPr/>
        </p:nvPicPr>
        <p:blipFill>
          <a:blip r:embed="rId39">
            <a:alphaModFix/>
          </a:blip>
          <a:stretch>
            <a:fillRect/>
          </a:stretch>
        </p:blipFill>
        <p:spPr>
          <a:xfrm>
            <a:off x="5979900" y="3157706"/>
            <a:ext cx="679150" cy="151699"/>
          </a:xfrm>
          <a:prstGeom prst="rect">
            <a:avLst/>
          </a:prstGeom>
          <a:noFill/>
          <a:ln>
            <a:noFill/>
          </a:ln>
        </p:spPr>
      </p:pic>
      <p:pic>
        <p:nvPicPr>
          <p:cNvPr id="2877" name="Google Shape;2877;p173"/>
          <p:cNvPicPr preferRelativeResize="0"/>
          <p:nvPr/>
        </p:nvPicPr>
        <p:blipFill>
          <a:blip r:embed="rId40">
            <a:alphaModFix/>
          </a:blip>
          <a:stretch>
            <a:fillRect/>
          </a:stretch>
        </p:blipFill>
        <p:spPr>
          <a:xfrm>
            <a:off x="6513300" y="3653322"/>
            <a:ext cx="658349" cy="116082"/>
          </a:xfrm>
          <a:prstGeom prst="rect">
            <a:avLst/>
          </a:prstGeom>
          <a:noFill/>
          <a:ln>
            <a:noFill/>
          </a:ln>
        </p:spPr>
      </p:pic>
      <p:pic>
        <p:nvPicPr>
          <p:cNvPr id="2878" name="Google Shape;2878;p173"/>
          <p:cNvPicPr preferRelativeResize="0"/>
          <p:nvPr/>
        </p:nvPicPr>
        <p:blipFill rotWithShape="1">
          <a:blip r:embed="rId41">
            <a:alphaModFix/>
          </a:blip>
          <a:srcRect l="26600"/>
          <a:stretch/>
        </p:blipFill>
        <p:spPr>
          <a:xfrm>
            <a:off x="7920749" y="4103772"/>
            <a:ext cx="721725" cy="217965"/>
          </a:xfrm>
          <a:prstGeom prst="rect">
            <a:avLst/>
          </a:prstGeom>
          <a:noFill/>
          <a:ln>
            <a:noFill/>
          </a:ln>
        </p:spPr>
      </p:pic>
      <p:pic>
        <p:nvPicPr>
          <p:cNvPr id="2879" name="Google Shape;2879;p173"/>
          <p:cNvPicPr preferRelativeResize="0"/>
          <p:nvPr/>
        </p:nvPicPr>
        <p:blipFill>
          <a:blip r:embed="rId42">
            <a:alphaModFix/>
          </a:blip>
          <a:stretch>
            <a:fillRect/>
          </a:stretch>
        </p:blipFill>
        <p:spPr>
          <a:xfrm>
            <a:off x="7088631" y="4164485"/>
            <a:ext cx="679150" cy="145419"/>
          </a:xfrm>
          <a:prstGeom prst="rect">
            <a:avLst/>
          </a:prstGeom>
          <a:noFill/>
          <a:ln>
            <a:noFill/>
          </a:ln>
        </p:spPr>
      </p:pic>
      <p:pic>
        <p:nvPicPr>
          <p:cNvPr id="2880" name="Google Shape;2880;p173" descr="EDF - Logos, brands and logotypes"/>
          <p:cNvPicPr preferRelativeResize="0"/>
          <p:nvPr/>
        </p:nvPicPr>
        <p:blipFill rotWithShape="1">
          <a:blip r:embed="rId43">
            <a:alphaModFix/>
          </a:blip>
          <a:srcRect/>
          <a:stretch/>
        </p:blipFill>
        <p:spPr>
          <a:xfrm>
            <a:off x="2836421" y="4153575"/>
            <a:ext cx="679148" cy="167249"/>
          </a:xfrm>
          <a:prstGeom prst="rect">
            <a:avLst/>
          </a:prstGeom>
          <a:noFill/>
          <a:ln>
            <a:noFill/>
          </a:ln>
        </p:spPr>
      </p:pic>
      <p:pic>
        <p:nvPicPr>
          <p:cNvPr id="2881" name="Google Shape;2881;p173"/>
          <p:cNvPicPr preferRelativeResize="0"/>
          <p:nvPr/>
        </p:nvPicPr>
        <p:blipFill>
          <a:blip r:embed="rId44">
            <a:alphaModFix/>
          </a:blip>
          <a:stretch>
            <a:fillRect/>
          </a:stretch>
        </p:blipFill>
        <p:spPr>
          <a:xfrm>
            <a:off x="5409000" y="4073422"/>
            <a:ext cx="365751" cy="285602"/>
          </a:xfrm>
          <a:prstGeom prst="rect">
            <a:avLst/>
          </a:prstGeom>
          <a:noFill/>
          <a:ln>
            <a:noFill/>
          </a:ln>
        </p:spPr>
      </p:pic>
      <p:pic>
        <p:nvPicPr>
          <p:cNvPr id="2882" name="Google Shape;2882;p173"/>
          <p:cNvPicPr preferRelativeResize="0"/>
          <p:nvPr/>
        </p:nvPicPr>
        <p:blipFill>
          <a:blip r:embed="rId45">
            <a:alphaModFix/>
          </a:blip>
          <a:stretch>
            <a:fillRect/>
          </a:stretch>
        </p:blipFill>
        <p:spPr>
          <a:xfrm>
            <a:off x="7062456" y="2613564"/>
            <a:ext cx="731500" cy="264789"/>
          </a:xfrm>
          <a:prstGeom prst="rect">
            <a:avLst/>
          </a:prstGeom>
          <a:noFill/>
          <a:ln>
            <a:noFill/>
          </a:ln>
        </p:spPr>
      </p:pic>
      <p:pic>
        <p:nvPicPr>
          <p:cNvPr id="2883" name="Google Shape;2883;p173"/>
          <p:cNvPicPr preferRelativeResize="0"/>
          <p:nvPr/>
        </p:nvPicPr>
        <p:blipFill>
          <a:blip r:embed="rId46">
            <a:alphaModFix/>
          </a:blip>
          <a:stretch>
            <a:fillRect/>
          </a:stretch>
        </p:blipFill>
        <p:spPr>
          <a:xfrm>
            <a:off x="1958025" y="4010568"/>
            <a:ext cx="721725" cy="401034"/>
          </a:xfrm>
          <a:prstGeom prst="rect">
            <a:avLst/>
          </a:prstGeom>
          <a:noFill/>
          <a:ln>
            <a:noFill/>
          </a:ln>
        </p:spPr>
      </p:pic>
      <p:pic>
        <p:nvPicPr>
          <p:cNvPr id="2884" name="Google Shape;2884;p173"/>
          <p:cNvPicPr preferRelativeResize="0"/>
          <p:nvPr/>
        </p:nvPicPr>
        <p:blipFill>
          <a:blip r:embed="rId47">
            <a:alphaModFix/>
          </a:blip>
          <a:stretch>
            <a:fillRect/>
          </a:stretch>
        </p:blipFill>
        <p:spPr>
          <a:xfrm>
            <a:off x="3769933" y="4024425"/>
            <a:ext cx="534432" cy="365750"/>
          </a:xfrm>
          <a:prstGeom prst="rect">
            <a:avLst/>
          </a:prstGeom>
          <a:noFill/>
          <a:ln>
            <a:noFill/>
          </a:ln>
        </p:spPr>
      </p:pic>
      <p:pic>
        <p:nvPicPr>
          <p:cNvPr id="2885" name="Google Shape;2885;p173"/>
          <p:cNvPicPr preferRelativeResize="0"/>
          <p:nvPr/>
        </p:nvPicPr>
        <p:blipFill>
          <a:blip r:embed="rId48">
            <a:alphaModFix/>
          </a:blip>
          <a:stretch>
            <a:fillRect/>
          </a:stretch>
        </p:blipFill>
        <p:spPr>
          <a:xfrm>
            <a:off x="4472250" y="3932989"/>
            <a:ext cx="774400" cy="516134"/>
          </a:xfrm>
          <a:prstGeom prst="rect">
            <a:avLst/>
          </a:prstGeom>
          <a:noFill/>
          <a:ln>
            <a:noFill/>
          </a:ln>
        </p:spPr>
      </p:pic>
      <p:pic>
        <p:nvPicPr>
          <p:cNvPr id="2886" name="Google Shape;2886;p173"/>
          <p:cNvPicPr preferRelativeResize="0"/>
          <p:nvPr/>
        </p:nvPicPr>
        <p:blipFill>
          <a:blip r:embed="rId49">
            <a:alphaModFix/>
          </a:blip>
          <a:stretch>
            <a:fillRect/>
          </a:stretch>
        </p:blipFill>
        <p:spPr>
          <a:xfrm>
            <a:off x="6302875" y="4044146"/>
            <a:ext cx="516250" cy="344167"/>
          </a:xfrm>
          <a:prstGeom prst="rect">
            <a:avLst/>
          </a:prstGeom>
          <a:noFill/>
          <a:ln>
            <a:noFill/>
          </a:ln>
        </p:spPr>
      </p:pic>
      <p:pic>
        <p:nvPicPr>
          <p:cNvPr id="2887" name="Google Shape;2887;p173"/>
          <p:cNvPicPr preferRelativeResize="0"/>
          <p:nvPr/>
        </p:nvPicPr>
        <p:blipFill>
          <a:blip r:embed="rId50">
            <a:alphaModFix/>
          </a:blip>
          <a:stretch>
            <a:fillRect/>
          </a:stretch>
        </p:blipFill>
        <p:spPr>
          <a:xfrm>
            <a:off x="5591175" y="4550609"/>
            <a:ext cx="270960" cy="338700"/>
          </a:xfrm>
          <a:prstGeom prst="rect">
            <a:avLst/>
          </a:prstGeom>
          <a:noFill/>
          <a:ln>
            <a:noFill/>
          </a:ln>
        </p:spPr>
      </p:pic>
      <p:pic>
        <p:nvPicPr>
          <p:cNvPr id="2888" name="Google Shape;2888;p173"/>
          <p:cNvPicPr preferRelativeResize="0"/>
          <p:nvPr/>
        </p:nvPicPr>
        <p:blipFill>
          <a:blip r:embed="rId51">
            <a:alphaModFix/>
          </a:blip>
          <a:stretch>
            <a:fillRect/>
          </a:stretch>
        </p:blipFill>
        <p:spPr>
          <a:xfrm>
            <a:off x="2364613" y="3528487"/>
            <a:ext cx="365750" cy="365750"/>
          </a:xfrm>
          <a:prstGeom prst="rect">
            <a:avLst/>
          </a:prstGeom>
          <a:noFill/>
          <a:ln>
            <a:noFill/>
          </a:ln>
        </p:spPr>
      </p:pic>
      <p:pic>
        <p:nvPicPr>
          <p:cNvPr id="2889" name="Google Shape;2889;p173"/>
          <p:cNvPicPr preferRelativeResize="0"/>
          <p:nvPr/>
        </p:nvPicPr>
        <p:blipFill>
          <a:blip r:embed="rId52">
            <a:alphaModFix/>
          </a:blip>
          <a:stretch>
            <a:fillRect/>
          </a:stretch>
        </p:blipFill>
        <p:spPr>
          <a:xfrm>
            <a:off x="5439525" y="3524703"/>
            <a:ext cx="516250" cy="373319"/>
          </a:xfrm>
          <a:prstGeom prst="rect">
            <a:avLst/>
          </a:prstGeom>
          <a:noFill/>
          <a:ln>
            <a:noFill/>
          </a:ln>
        </p:spPr>
      </p:pic>
      <p:pic>
        <p:nvPicPr>
          <p:cNvPr id="2890" name="Google Shape;2890;p173"/>
          <p:cNvPicPr preferRelativeResize="0"/>
          <p:nvPr/>
        </p:nvPicPr>
        <p:blipFill>
          <a:blip r:embed="rId53">
            <a:alphaModFix/>
          </a:blip>
          <a:stretch>
            <a:fillRect/>
          </a:stretch>
        </p:blipFill>
        <p:spPr>
          <a:xfrm>
            <a:off x="3721862" y="4641446"/>
            <a:ext cx="630574" cy="157026"/>
          </a:xfrm>
          <a:prstGeom prst="rect">
            <a:avLst/>
          </a:prstGeom>
          <a:noFill/>
          <a:ln>
            <a:noFill/>
          </a:ln>
        </p:spPr>
      </p:pic>
      <p:pic>
        <p:nvPicPr>
          <p:cNvPr id="2891" name="Google Shape;2891;p173"/>
          <p:cNvPicPr preferRelativeResize="0"/>
          <p:nvPr/>
        </p:nvPicPr>
        <p:blipFill>
          <a:blip r:embed="rId54">
            <a:alphaModFix/>
          </a:blip>
          <a:stretch>
            <a:fillRect/>
          </a:stretch>
        </p:blipFill>
        <p:spPr>
          <a:xfrm>
            <a:off x="6231826" y="2616851"/>
            <a:ext cx="658349" cy="295899"/>
          </a:xfrm>
          <a:prstGeom prst="rect">
            <a:avLst/>
          </a:prstGeom>
          <a:noFill/>
          <a:ln>
            <a:noFill/>
          </a:ln>
        </p:spPr>
      </p:pic>
      <p:pic>
        <p:nvPicPr>
          <p:cNvPr id="2892" name="Google Shape;2892;p173"/>
          <p:cNvPicPr preferRelativeResize="0"/>
          <p:nvPr/>
        </p:nvPicPr>
        <p:blipFill>
          <a:blip r:embed="rId55">
            <a:alphaModFix/>
          </a:blip>
          <a:stretch>
            <a:fillRect/>
          </a:stretch>
        </p:blipFill>
        <p:spPr>
          <a:xfrm>
            <a:off x="3845615" y="1219234"/>
            <a:ext cx="608700" cy="118698"/>
          </a:xfrm>
          <a:prstGeom prst="rect">
            <a:avLst/>
          </a:prstGeom>
          <a:noFill/>
          <a:ln>
            <a:noFill/>
          </a:ln>
        </p:spPr>
      </p:pic>
      <p:pic>
        <p:nvPicPr>
          <p:cNvPr id="2893" name="Google Shape;2893;p173"/>
          <p:cNvPicPr preferRelativeResize="0"/>
          <p:nvPr/>
        </p:nvPicPr>
        <p:blipFill>
          <a:blip r:embed="rId56">
            <a:alphaModFix/>
          </a:blip>
          <a:stretch>
            <a:fillRect/>
          </a:stretch>
        </p:blipFill>
        <p:spPr>
          <a:xfrm>
            <a:off x="8077822" y="3061480"/>
            <a:ext cx="344150" cy="344150"/>
          </a:xfrm>
          <a:prstGeom prst="rect">
            <a:avLst/>
          </a:prstGeom>
          <a:noFill/>
          <a:ln>
            <a:noFill/>
          </a:ln>
        </p:spPr>
      </p:pic>
      <p:pic>
        <p:nvPicPr>
          <p:cNvPr id="2894" name="Google Shape;2894;p173"/>
          <p:cNvPicPr preferRelativeResize="0"/>
          <p:nvPr/>
        </p:nvPicPr>
        <p:blipFill>
          <a:blip r:embed="rId57">
            <a:alphaModFix/>
          </a:blip>
          <a:stretch>
            <a:fillRect/>
          </a:stretch>
        </p:blipFill>
        <p:spPr>
          <a:xfrm>
            <a:off x="5012300" y="3064697"/>
            <a:ext cx="608700" cy="337717"/>
          </a:xfrm>
          <a:prstGeom prst="rect">
            <a:avLst/>
          </a:prstGeom>
          <a:noFill/>
          <a:ln>
            <a:noFill/>
          </a:ln>
        </p:spPr>
      </p:pic>
      <p:pic>
        <p:nvPicPr>
          <p:cNvPr id="2895" name="Google Shape;2895;p173"/>
          <p:cNvPicPr preferRelativeResize="0"/>
          <p:nvPr/>
        </p:nvPicPr>
        <p:blipFill>
          <a:blip r:embed="rId58">
            <a:alphaModFix/>
          </a:blip>
          <a:stretch>
            <a:fillRect/>
          </a:stretch>
        </p:blipFill>
        <p:spPr>
          <a:xfrm>
            <a:off x="7742764" y="3630444"/>
            <a:ext cx="679149" cy="161836"/>
          </a:xfrm>
          <a:prstGeom prst="rect">
            <a:avLst/>
          </a:prstGeom>
          <a:noFill/>
          <a:ln>
            <a:noFill/>
          </a:ln>
        </p:spPr>
      </p:pic>
      <p:pic>
        <p:nvPicPr>
          <p:cNvPr id="2896" name="Google Shape;2896;p173"/>
          <p:cNvPicPr preferRelativeResize="0"/>
          <p:nvPr/>
        </p:nvPicPr>
        <p:blipFill>
          <a:blip r:embed="rId59">
            <a:alphaModFix/>
          </a:blip>
          <a:stretch>
            <a:fillRect/>
          </a:stretch>
        </p:blipFill>
        <p:spPr>
          <a:xfrm>
            <a:off x="2846820" y="4536719"/>
            <a:ext cx="658350" cy="366480"/>
          </a:xfrm>
          <a:prstGeom prst="rect">
            <a:avLst/>
          </a:prstGeom>
          <a:noFill/>
          <a:ln>
            <a:noFill/>
          </a:ln>
        </p:spPr>
      </p:pic>
      <p:pic>
        <p:nvPicPr>
          <p:cNvPr id="2897" name="Google Shape;2897;p173"/>
          <p:cNvPicPr preferRelativeResize="0"/>
          <p:nvPr/>
        </p:nvPicPr>
        <p:blipFill>
          <a:blip r:embed="rId60">
            <a:alphaModFix/>
          </a:blip>
          <a:stretch>
            <a:fillRect/>
          </a:stretch>
        </p:blipFill>
        <p:spPr>
          <a:xfrm>
            <a:off x="3310013" y="3550287"/>
            <a:ext cx="493964" cy="322150"/>
          </a:xfrm>
          <a:prstGeom prst="rect">
            <a:avLst/>
          </a:prstGeom>
          <a:noFill/>
          <a:ln>
            <a:noFill/>
          </a:ln>
        </p:spPr>
      </p:pic>
      <p:sp>
        <p:nvSpPr>
          <p:cNvPr id="2898" name="Google Shape;2898;p173"/>
          <p:cNvSpPr txBox="1"/>
          <p:nvPr/>
        </p:nvSpPr>
        <p:spPr>
          <a:xfrm>
            <a:off x="436500" y="448950"/>
            <a:ext cx="5814600" cy="374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233">
                <a:solidFill>
                  <a:srgbClr val="4A4A4A"/>
                </a:solidFill>
                <a:latin typeface="IBM Plex Sans"/>
                <a:ea typeface="IBM Plex Sans"/>
                <a:cs typeface="IBM Plex Sans"/>
                <a:sym typeface="IBM Plex Sans"/>
              </a:rPr>
              <a:t>Camunda empowers over 600 customers globally and over 5,000 use cases</a:t>
            </a:r>
            <a:endParaRPr sz="1500"/>
          </a:p>
        </p:txBody>
      </p:sp>
      <p:sp>
        <p:nvSpPr>
          <p:cNvPr id="2899" name="Google Shape;2899;p173"/>
          <p:cNvSpPr txBox="1">
            <a:spLocks noGrp="1"/>
          </p:cNvSpPr>
          <p:nvPr>
            <p:ph type="title"/>
          </p:nvPr>
        </p:nvSpPr>
        <p:spPr>
          <a:xfrm>
            <a:off x="457200" y="123700"/>
            <a:ext cx="8229600" cy="431100"/>
          </a:xfrm>
          <a:prstGeom prst="rect">
            <a:avLst/>
          </a:prstGeom>
        </p:spPr>
        <p:txBody>
          <a:bodyPr spcFirstLastPara="1" wrap="square" lIns="0" tIns="0" rIns="0" bIns="0" anchor="t" anchorCtr="0">
            <a:spAutoFit/>
          </a:bodyPr>
          <a:lstStyle/>
          <a:p>
            <a:pPr marL="0" lvl="0" indent="0" algn="l" rtl="0">
              <a:spcBef>
                <a:spcPts val="0"/>
              </a:spcBef>
              <a:spcAft>
                <a:spcPts val="0"/>
              </a:spcAft>
              <a:buNone/>
            </a:pPr>
            <a:r>
              <a:rPr lang="en" sz="2800">
                <a:solidFill>
                  <a:schemeClr val="accent1"/>
                </a:solidFill>
              </a:rPr>
              <a:t>Camunda </a:t>
            </a:r>
            <a:r>
              <a:rPr lang="en" sz="2800" b="0"/>
              <a:t>|</a:t>
            </a:r>
            <a:r>
              <a:rPr lang="en" sz="2800"/>
              <a:t>  </a:t>
            </a:r>
            <a:r>
              <a:rPr lang="en" sz="2800" b="0"/>
              <a:t>Helping Customers Transform </a:t>
            </a:r>
            <a:endParaRPr sz="2800" b="0"/>
          </a:p>
        </p:txBody>
      </p:sp>
      <p:pic>
        <p:nvPicPr>
          <p:cNvPr id="2900" name="Google Shape;2900;p173"/>
          <p:cNvPicPr preferRelativeResize="0"/>
          <p:nvPr/>
        </p:nvPicPr>
        <p:blipFill>
          <a:blip r:embed="rId61">
            <a:alphaModFix/>
          </a:blip>
          <a:stretch>
            <a:fillRect/>
          </a:stretch>
        </p:blipFill>
        <p:spPr>
          <a:xfrm>
            <a:off x="5504000" y="1131825"/>
            <a:ext cx="493952" cy="277874"/>
          </a:xfrm>
          <a:prstGeom prst="rect">
            <a:avLst/>
          </a:prstGeom>
          <a:noFill/>
          <a:ln>
            <a:noFill/>
          </a:ln>
        </p:spPr>
      </p:pic>
      <p:pic>
        <p:nvPicPr>
          <p:cNvPr id="2901" name="Google Shape;2901;p173"/>
          <p:cNvPicPr preferRelativeResize="0"/>
          <p:nvPr/>
        </p:nvPicPr>
        <p:blipFill>
          <a:blip r:embed="rId62">
            <a:alphaModFix/>
          </a:blip>
          <a:stretch>
            <a:fillRect/>
          </a:stretch>
        </p:blipFill>
        <p:spPr>
          <a:xfrm>
            <a:off x="4059598" y="3026197"/>
            <a:ext cx="608700" cy="389566"/>
          </a:xfrm>
          <a:prstGeom prst="rect">
            <a:avLst/>
          </a:prstGeom>
          <a:noFill/>
          <a:ln>
            <a:noFill/>
          </a:ln>
        </p:spPr>
      </p:pic>
      <p:pic>
        <p:nvPicPr>
          <p:cNvPr id="2902" name="Google Shape;2902;p173"/>
          <p:cNvPicPr preferRelativeResize="0"/>
          <p:nvPr/>
        </p:nvPicPr>
        <p:blipFill rotWithShape="1">
          <a:blip r:embed="rId63">
            <a:alphaModFix/>
          </a:blip>
          <a:srcRect t="26218" b="20792"/>
          <a:stretch/>
        </p:blipFill>
        <p:spPr>
          <a:xfrm>
            <a:off x="7904725" y="2605664"/>
            <a:ext cx="679175" cy="338711"/>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0">
  <p:cSld>
    <p:bg>
      <p:bgPr>
        <a:solidFill>
          <a:schemeClr val="dk1"/>
        </a:solidFill>
        <a:effectLst/>
      </p:bgPr>
    </p:bg>
    <p:spTree>
      <p:nvGrpSpPr>
        <p:cNvPr id="1" name="Shape 2906"/>
        <p:cNvGrpSpPr/>
        <p:nvPr/>
      </p:nvGrpSpPr>
      <p:grpSpPr>
        <a:xfrm>
          <a:off x="0" y="0"/>
          <a:ext cx="0" cy="0"/>
          <a:chOff x="0" y="0"/>
          <a:chExt cx="0" cy="0"/>
        </a:xfrm>
      </p:grpSpPr>
      <p:sp>
        <p:nvSpPr>
          <p:cNvPr id="2907" name="Google Shape;2907;p174"/>
          <p:cNvSpPr txBox="1">
            <a:spLocks noGrp="1"/>
          </p:cNvSpPr>
          <p:nvPr>
            <p:ph type="title"/>
          </p:nvPr>
        </p:nvSpPr>
        <p:spPr>
          <a:xfrm>
            <a:off x="244875" y="36775"/>
            <a:ext cx="8229600" cy="323100"/>
          </a:xfrm>
          <a:prstGeom prst="rect">
            <a:avLst/>
          </a:prstGeom>
        </p:spPr>
        <p:txBody>
          <a:bodyPr spcFirstLastPara="1" wrap="square" lIns="0" tIns="0" rIns="0" bIns="0" anchor="t" anchorCtr="0">
            <a:normAutofit fontScale="90000"/>
          </a:bodyPr>
          <a:lstStyle/>
          <a:p>
            <a:pPr marL="0" lvl="0" indent="0" algn="l" rtl="0">
              <a:spcBef>
                <a:spcPts val="0"/>
              </a:spcBef>
              <a:spcAft>
                <a:spcPts val="0"/>
              </a:spcAft>
              <a:buNone/>
            </a:pPr>
            <a:r>
              <a:rPr lang="en" sz="2600">
                <a:solidFill>
                  <a:schemeClr val="lt2"/>
                </a:solidFill>
              </a:rPr>
              <a:t>2025 | ChangeLog </a:t>
            </a:r>
            <a:endParaRPr sz="2600" b="0">
              <a:solidFill>
                <a:schemeClr val="lt2"/>
              </a:solidFill>
            </a:endParaRPr>
          </a:p>
          <a:p>
            <a:pPr marL="0" lvl="0" indent="0" algn="l" rtl="0">
              <a:spcBef>
                <a:spcPts val="0"/>
              </a:spcBef>
              <a:spcAft>
                <a:spcPts val="0"/>
              </a:spcAft>
              <a:buNone/>
            </a:pPr>
            <a:endParaRPr sz="1200" b="0" i="1">
              <a:solidFill>
                <a:schemeClr val="lt2"/>
              </a:solidFill>
            </a:endParaRPr>
          </a:p>
        </p:txBody>
      </p:sp>
      <p:sp>
        <p:nvSpPr>
          <p:cNvPr id="2908" name="Google Shape;2908;p174"/>
          <p:cNvSpPr txBox="1"/>
          <p:nvPr/>
        </p:nvSpPr>
        <p:spPr>
          <a:xfrm>
            <a:off x="6518675" y="36775"/>
            <a:ext cx="2549100" cy="323100"/>
          </a:xfrm>
          <a:prstGeom prst="rect">
            <a:avLst/>
          </a:prstGeom>
          <a:noFill/>
          <a:ln>
            <a:noFill/>
          </a:ln>
        </p:spPr>
        <p:txBody>
          <a:bodyPr spcFirstLastPara="1" wrap="square" lIns="91425" tIns="91425" rIns="91425" bIns="91425" anchor="t" anchorCtr="0">
            <a:spAutoFit/>
          </a:bodyPr>
          <a:lstStyle/>
          <a:p>
            <a:pPr marL="0" lvl="0" indent="0" algn="r" rtl="0">
              <a:spcBef>
                <a:spcPts val="0"/>
              </a:spcBef>
              <a:spcAft>
                <a:spcPts val="0"/>
              </a:spcAft>
              <a:buNone/>
            </a:pPr>
            <a:r>
              <a:rPr lang="en" sz="900" i="1">
                <a:solidFill>
                  <a:srgbClr val="FFFF00"/>
                </a:solidFill>
                <a:latin typeface="IBM Plex Sans"/>
                <a:ea typeface="IBM Plex Sans"/>
                <a:cs typeface="IBM Plex Sans"/>
                <a:sym typeface="IBM Plex Sans"/>
              </a:rPr>
              <a:t>Internal only page</a:t>
            </a:r>
            <a:r>
              <a:rPr lang="en" sz="900" i="1">
                <a:solidFill>
                  <a:schemeClr val="lt2"/>
                </a:solidFill>
                <a:latin typeface="IBM Plex Sans"/>
                <a:ea typeface="IBM Plex Sans"/>
                <a:cs typeface="IBM Plex Sans"/>
                <a:sym typeface="IBM Plex Sans"/>
              </a:rPr>
              <a:t> </a:t>
            </a:r>
            <a:endParaRPr sz="1100"/>
          </a:p>
        </p:txBody>
      </p:sp>
      <p:graphicFrame>
        <p:nvGraphicFramePr>
          <p:cNvPr id="2909" name="Google Shape;2909;p174"/>
          <p:cNvGraphicFramePr/>
          <p:nvPr/>
        </p:nvGraphicFramePr>
        <p:xfrm>
          <a:off x="256638" y="416638"/>
          <a:ext cx="8546925" cy="3284770"/>
        </p:xfrm>
        <a:graphic>
          <a:graphicData uri="http://schemas.openxmlformats.org/drawingml/2006/table">
            <a:tbl>
              <a:tblPr>
                <a:noFill/>
                <a:tableStyleId>{685A341A-22E6-48AC-92F7-628D1A6A86F6}</a:tableStyleId>
              </a:tblPr>
              <a:tblGrid>
                <a:gridCol w="2035750">
                  <a:extLst>
                    <a:ext uri="{9D8B030D-6E8A-4147-A177-3AD203B41FA5}">
                      <a16:colId xmlns:a16="http://schemas.microsoft.com/office/drawing/2014/main" val="20000"/>
                    </a:ext>
                  </a:extLst>
                </a:gridCol>
                <a:gridCol w="2269375">
                  <a:extLst>
                    <a:ext uri="{9D8B030D-6E8A-4147-A177-3AD203B41FA5}">
                      <a16:colId xmlns:a16="http://schemas.microsoft.com/office/drawing/2014/main" val="20001"/>
                    </a:ext>
                  </a:extLst>
                </a:gridCol>
                <a:gridCol w="2120900">
                  <a:extLst>
                    <a:ext uri="{9D8B030D-6E8A-4147-A177-3AD203B41FA5}">
                      <a16:colId xmlns:a16="http://schemas.microsoft.com/office/drawing/2014/main" val="20002"/>
                    </a:ext>
                  </a:extLst>
                </a:gridCol>
                <a:gridCol w="2120900">
                  <a:extLst>
                    <a:ext uri="{9D8B030D-6E8A-4147-A177-3AD203B41FA5}">
                      <a16:colId xmlns:a16="http://schemas.microsoft.com/office/drawing/2014/main" val="20003"/>
                    </a:ext>
                  </a:extLst>
                </a:gridCol>
              </a:tblGrid>
              <a:tr h="302350">
                <a:tc>
                  <a:txBody>
                    <a:bodyPr/>
                    <a:lstStyle/>
                    <a:p>
                      <a:pPr marL="0" lvl="0" indent="0" algn="ctr" rtl="0">
                        <a:spcBef>
                          <a:spcPts val="0"/>
                        </a:spcBef>
                        <a:spcAft>
                          <a:spcPts val="0"/>
                        </a:spcAft>
                        <a:buNone/>
                      </a:pPr>
                      <a:r>
                        <a:rPr lang="en" sz="900">
                          <a:solidFill>
                            <a:schemeClr val="lt1"/>
                          </a:solidFill>
                        </a:rPr>
                        <a:t>June</a:t>
                      </a:r>
                      <a:endParaRPr sz="900">
                        <a:solidFill>
                          <a:schemeClr val="lt1"/>
                        </a:solidFill>
                      </a:endParaRPr>
                    </a:p>
                  </a:txBody>
                  <a:tcPr marL="91425" marR="91425" marT="91425" marB="91425">
                    <a:solidFill>
                      <a:schemeClr val="accent6"/>
                    </a:solidFill>
                  </a:tcPr>
                </a:tc>
                <a:tc>
                  <a:txBody>
                    <a:bodyPr/>
                    <a:lstStyle/>
                    <a:p>
                      <a:pPr marL="0" lvl="0" indent="0" algn="ctr" rtl="0">
                        <a:spcBef>
                          <a:spcPts val="0"/>
                        </a:spcBef>
                        <a:spcAft>
                          <a:spcPts val="0"/>
                        </a:spcAft>
                        <a:buNone/>
                      </a:pPr>
                      <a:r>
                        <a:rPr lang="en" sz="900">
                          <a:solidFill>
                            <a:schemeClr val="lt1"/>
                          </a:solidFill>
                        </a:rPr>
                        <a:t>July Changes</a:t>
                      </a:r>
                      <a:endParaRPr sz="900">
                        <a:solidFill>
                          <a:schemeClr val="lt1"/>
                        </a:solidFill>
                      </a:endParaRPr>
                    </a:p>
                  </a:txBody>
                  <a:tcPr marL="91425" marR="91425" marT="91425" marB="91425">
                    <a:solidFill>
                      <a:schemeClr val="accent6"/>
                    </a:solidFill>
                  </a:tcPr>
                </a:tc>
                <a:tc>
                  <a:txBody>
                    <a:bodyPr/>
                    <a:lstStyle/>
                    <a:p>
                      <a:pPr marL="0" lvl="0" indent="0" algn="ctr" rtl="0">
                        <a:spcBef>
                          <a:spcPts val="0"/>
                        </a:spcBef>
                        <a:spcAft>
                          <a:spcPts val="0"/>
                        </a:spcAft>
                        <a:buNone/>
                      </a:pPr>
                      <a:r>
                        <a:rPr lang="en" sz="900">
                          <a:solidFill>
                            <a:schemeClr val="lt1"/>
                          </a:solidFill>
                        </a:rPr>
                        <a:t>August Changes</a:t>
                      </a:r>
                      <a:endParaRPr sz="900">
                        <a:solidFill>
                          <a:schemeClr val="lt1"/>
                        </a:solidFill>
                      </a:endParaRPr>
                    </a:p>
                  </a:txBody>
                  <a:tcPr marL="91425" marR="91425" marT="91425" marB="91425">
                    <a:solidFill>
                      <a:schemeClr val="accent6"/>
                    </a:solidFill>
                  </a:tcPr>
                </a:tc>
                <a:tc>
                  <a:txBody>
                    <a:bodyPr/>
                    <a:lstStyle/>
                    <a:p>
                      <a:pPr marL="0" lvl="0" indent="0" algn="ctr" rtl="0">
                        <a:spcBef>
                          <a:spcPts val="0"/>
                        </a:spcBef>
                        <a:spcAft>
                          <a:spcPts val="0"/>
                        </a:spcAft>
                        <a:buNone/>
                      </a:pPr>
                      <a:r>
                        <a:rPr lang="en" sz="900">
                          <a:solidFill>
                            <a:schemeClr val="lt1"/>
                          </a:solidFill>
                        </a:rPr>
                        <a:t>September</a:t>
                      </a:r>
                      <a:endParaRPr sz="900">
                        <a:solidFill>
                          <a:schemeClr val="lt1"/>
                        </a:solidFill>
                      </a:endParaRPr>
                    </a:p>
                  </a:txBody>
                  <a:tcPr marL="91425" marR="91425" marT="91425" marB="91425">
                    <a:solidFill>
                      <a:schemeClr val="accent6"/>
                    </a:solidFill>
                  </a:tcPr>
                </a:tc>
                <a:extLst>
                  <a:ext uri="{0D108BD9-81ED-4DB2-BD59-A6C34878D82A}">
                    <a16:rowId xmlns:a16="http://schemas.microsoft.com/office/drawing/2014/main" val="10000"/>
                  </a:ext>
                </a:extLst>
              </a:tr>
              <a:tr h="420425">
                <a:tc>
                  <a:txBody>
                    <a:bodyPr/>
                    <a:lstStyle/>
                    <a:p>
                      <a:pPr marL="0" lvl="0" indent="0" algn="l" rtl="0">
                        <a:spcBef>
                          <a:spcPts val="0"/>
                        </a:spcBef>
                        <a:spcAft>
                          <a:spcPts val="0"/>
                        </a:spcAft>
                        <a:buNone/>
                      </a:pPr>
                      <a:r>
                        <a:rPr lang="en" sz="800" b="1">
                          <a:solidFill>
                            <a:schemeClr val="lt1"/>
                          </a:solidFill>
                          <a:latin typeface="IBM Plex Sans"/>
                          <a:ea typeface="IBM Plex Sans"/>
                          <a:cs typeface="IBM Plex Sans"/>
                          <a:sym typeface="IBM Plex Sans"/>
                        </a:rPr>
                        <a:t>Narrative</a:t>
                      </a:r>
                      <a:r>
                        <a:rPr lang="en" sz="800">
                          <a:solidFill>
                            <a:schemeClr val="lt1"/>
                          </a:solidFill>
                          <a:latin typeface="IBM Plex Sans"/>
                          <a:ea typeface="IBM Plex Sans"/>
                          <a:cs typeface="IBM Plex Sans"/>
                          <a:sym typeface="IBM Plex Sans"/>
                        </a:rPr>
                        <a:t> – Agentic Orchestration Focus</a:t>
                      </a:r>
                      <a:endParaRPr sz="800">
                        <a:solidFill>
                          <a:schemeClr val="lt1"/>
                        </a:solidFill>
                        <a:latin typeface="IBM Plex Sans"/>
                        <a:ea typeface="IBM Plex Sans"/>
                        <a:cs typeface="IBM Plex Sans"/>
                        <a:sym typeface="IBM Plex Sans"/>
                      </a:endParaRPr>
                    </a:p>
                  </a:txBody>
                  <a:tcPr marL="91425" marR="91425" marT="91425" marB="91425"/>
                </a:tc>
                <a:tc>
                  <a:txBody>
                    <a:bodyPr/>
                    <a:lstStyle/>
                    <a:p>
                      <a:pPr marL="0" lvl="0" indent="0" algn="l" rtl="0">
                        <a:spcBef>
                          <a:spcPts val="0"/>
                        </a:spcBef>
                        <a:spcAft>
                          <a:spcPts val="0"/>
                        </a:spcAft>
                        <a:buNone/>
                      </a:pPr>
                      <a:endParaRPr/>
                    </a:p>
                  </a:txBody>
                  <a:tcPr marL="91425" marR="91425" marT="91425" marB="91425"/>
                </a:tc>
                <a:tc>
                  <a:txBody>
                    <a:bodyPr/>
                    <a:lstStyle/>
                    <a:p>
                      <a:pPr marL="0" lvl="0" indent="0" algn="ctr" rtl="0">
                        <a:spcBef>
                          <a:spcPts val="0"/>
                        </a:spcBef>
                        <a:spcAft>
                          <a:spcPts val="0"/>
                        </a:spcAft>
                        <a:buNone/>
                      </a:pPr>
                      <a:endParaRPr sz="800">
                        <a:solidFill>
                          <a:schemeClr val="lt1"/>
                        </a:solidFill>
                        <a:latin typeface="IBM Plex Sans"/>
                        <a:ea typeface="IBM Plex Sans"/>
                        <a:cs typeface="IBM Plex Sans"/>
                        <a:sym typeface="IBM Plex Sans"/>
                      </a:endParaRPr>
                    </a:p>
                  </a:txBody>
                  <a:tcPr marL="91425" marR="91425" marT="91425" marB="91425"/>
                </a:tc>
                <a:tc>
                  <a:txBody>
                    <a:bodyPr/>
                    <a:lstStyle/>
                    <a:p>
                      <a:pPr marL="0" lvl="0" indent="0" algn="ctr" rtl="0">
                        <a:spcBef>
                          <a:spcPts val="0"/>
                        </a:spcBef>
                        <a:spcAft>
                          <a:spcPts val="0"/>
                        </a:spcAft>
                        <a:buNone/>
                      </a:pPr>
                      <a:endParaRPr sz="800">
                        <a:solidFill>
                          <a:schemeClr val="lt1"/>
                        </a:solidFill>
                        <a:latin typeface="IBM Plex Sans"/>
                        <a:ea typeface="IBM Plex Sans"/>
                        <a:cs typeface="IBM Plex Sans"/>
                        <a:sym typeface="IBM Plex Sans"/>
                      </a:endParaRPr>
                    </a:p>
                  </a:txBody>
                  <a:tcPr marL="91425" marR="91425" marT="91425" marB="91425"/>
                </a:tc>
                <a:extLst>
                  <a:ext uri="{0D108BD9-81ED-4DB2-BD59-A6C34878D82A}">
                    <a16:rowId xmlns:a16="http://schemas.microsoft.com/office/drawing/2014/main" val="10001"/>
                  </a:ext>
                </a:extLst>
              </a:tr>
              <a:tr h="403125">
                <a:tc>
                  <a:txBody>
                    <a:bodyPr/>
                    <a:lstStyle/>
                    <a:p>
                      <a:pPr marL="0" lvl="0" indent="0" algn="l" rtl="0">
                        <a:spcBef>
                          <a:spcPts val="0"/>
                        </a:spcBef>
                        <a:spcAft>
                          <a:spcPts val="0"/>
                        </a:spcAft>
                        <a:buNone/>
                      </a:pPr>
                      <a:endParaRPr/>
                    </a:p>
                  </a:txBody>
                  <a:tcPr marL="91425" marR="91425" marT="91425" marB="91425"/>
                </a:tc>
                <a:tc>
                  <a:txBody>
                    <a:bodyPr/>
                    <a:lstStyle/>
                    <a:p>
                      <a:pPr marL="0" lvl="0" indent="0" algn="l" rtl="0">
                        <a:spcBef>
                          <a:spcPts val="0"/>
                        </a:spcBef>
                        <a:spcAft>
                          <a:spcPts val="0"/>
                        </a:spcAft>
                        <a:buNone/>
                      </a:pPr>
                      <a:endParaRPr/>
                    </a:p>
                  </a:txBody>
                  <a:tcPr marL="91425" marR="91425" marT="91425" marB="91425"/>
                </a:tc>
                <a:tc>
                  <a:txBody>
                    <a:bodyPr/>
                    <a:lstStyle/>
                    <a:p>
                      <a:pPr marL="0" lvl="0" indent="0" algn="ctr" rtl="0">
                        <a:spcBef>
                          <a:spcPts val="0"/>
                        </a:spcBef>
                        <a:spcAft>
                          <a:spcPts val="0"/>
                        </a:spcAft>
                        <a:buNone/>
                      </a:pPr>
                      <a:endParaRPr sz="800">
                        <a:solidFill>
                          <a:schemeClr val="lt1"/>
                        </a:solidFill>
                        <a:latin typeface="IBM Plex Sans"/>
                        <a:ea typeface="IBM Plex Sans"/>
                        <a:cs typeface="IBM Plex Sans"/>
                        <a:sym typeface="IBM Plex Sans"/>
                      </a:endParaRPr>
                    </a:p>
                  </a:txBody>
                  <a:tcPr marL="91425" marR="91425" marT="91425" marB="91425"/>
                </a:tc>
                <a:tc>
                  <a:txBody>
                    <a:bodyPr/>
                    <a:lstStyle/>
                    <a:p>
                      <a:pPr marL="0" lvl="0" indent="0" algn="ctr" rtl="0">
                        <a:spcBef>
                          <a:spcPts val="0"/>
                        </a:spcBef>
                        <a:spcAft>
                          <a:spcPts val="0"/>
                        </a:spcAft>
                        <a:buNone/>
                      </a:pPr>
                      <a:endParaRPr sz="800">
                        <a:solidFill>
                          <a:schemeClr val="lt1"/>
                        </a:solidFill>
                        <a:latin typeface="IBM Plex Sans"/>
                        <a:ea typeface="IBM Plex Sans"/>
                        <a:cs typeface="IBM Plex Sans"/>
                        <a:sym typeface="IBM Plex Sans"/>
                      </a:endParaRPr>
                    </a:p>
                  </a:txBody>
                  <a:tcPr marL="91425" marR="91425" marT="91425" marB="91425"/>
                </a:tc>
                <a:extLst>
                  <a:ext uri="{0D108BD9-81ED-4DB2-BD59-A6C34878D82A}">
                    <a16:rowId xmlns:a16="http://schemas.microsoft.com/office/drawing/2014/main" val="10002"/>
                  </a:ext>
                </a:extLst>
              </a:tr>
              <a:tr h="518325">
                <a:tc>
                  <a:txBody>
                    <a:bodyPr/>
                    <a:lstStyle/>
                    <a:p>
                      <a:pPr marL="0" lvl="0" indent="0" algn="l" rtl="0">
                        <a:spcBef>
                          <a:spcPts val="0"/>
                        </a:spcBef>
                        <a:spcAft>
                          <a:spcPts val="0"/>
                        </a:spcAft>
                        <a:buNone/>
                      </a:pPr>
                      <a:endParaRPr/>
                    </a:p>
                  </a:txBody>
                  <a:tcPr marL="91425" marR="91425" marT="91425" marB="91425"/>
                </a:tc>
                <a:tc>
                  <a:txBody>
                    <a:bodyPr/>
                    <a:lstStyle/>
                    <a:p>
                      <a:pPr marL="0" lvl="0" indent="0" algn="l" rtl="0">
                        <a:spcBef>
                          <a:spcPts val="0"/>
                        </a:spcBef>
                        <a:spcAft>
                          <a:spcPts val="0"/>
                        </a:spcAft>
                        <a:buNone/>
                      </a:pPr>
                      <a:endParaRPr/>
                    </a:p>
                  </a:txBody>
                  <a:tcPr marL="91425" marR="91425" marT="91425" marB="91425"/>
                </a:tc>
                <a:tc>
                  <a:txBody>
                    <a:bodyPr/>
                    <a:lstStyle/>
                    <a:p>
                      <a:pPr marL="0" lvl="0" indent="0" algn="ctr" rtl="0">
                        <a:spcBef>
                          <a:spcPts val="0"/>
                        </a:spcBef>
                        <a:spcAft>
                          <a:spcPts val="0"/>
                        </a:spcAft>
                        <a:buNone/>
                      </a:pPr>
                      <a:endParaRPr sz="800">
                        <a:solidFill>
                          <a:schemeClr val="lt1"/>
                        </a:solidFill>
                        <a:latin typeface="IBM Plex Sans"/>
                        <a:ea typeface="IBM Plex Sans"/>
                        <a:cs typeface="IBM Plex Sans"/>
                        <a:sym typeface="IBM Plex Sans"/>
                      </a:endParaRPr>
                    </a:p>
                  </a:txBody>
                  <a:tcPr marL="91425" marR="91425" marT="91425" marB="91425"/>
                </a:tc>
                <a:tc>
                  <a:txBody>
                    <a:bodyPr/>
                    <a:lstStyle/>
                    <a:p>
                      <a:pPr marL="0" lvl="0" indent="0" algn="ctr" rtl="0">
                        <a:spcBef>
                          <a:spcPts val="0"/>
                        </a:spcBef>
                        <a:spcAft>
                          <a:spcPts val="0"/>
                        </a:spcAft>
                        <a:buNone/>
                      </a:pPr>
                      <a:endParaRPr sz="800">
                        <a:solidFill>
                          <a:schemeClr val="lt1"/>
                        </a:solidFill>
                        <a:latin typeface="IBM Plex Sans"/>
                        <a:ea typeface="IBM Plex Sans"/>
                        <a:cs typeface="IBM Plex Sans"/>
                        <a:sym typeface="IBM Plex Sans"/>
                      </a:endParaRPr>
                    </a:p>
                  </a:txBody>
                  <a:tcPr marL="91425" marR="91425" marT="91425" marB="91425"/>
                </a:tc>
                <a:extLst>
                  <a:ext uri="{0D108BD9-81ED-4DB2-BD59-A6C34878D82A}">
                    <a16:rowId xmlns:a16="http://schemas.microsoft.com/office/drawing/2014/main" val="10003"/>
                  </a:ext>
                </a:extLst>
              </a:tr>
              <a:tr h="420425">
                <a:tc>
                  <a:txBody>
                    <a:bodyPr/>
                    <a:lstStyle/>
                    <a:p>
                      <a:pPr marL="0" lvl="0" indent="0" algn="l" rtl="0">
                        <a:spcBef>
                          <a:spcPts val="0"/>
                        </a:spcBef>
                        <a:spcAft>
                          <a:spcPts val="0"/>
                        </a:spcAft>
                        <a:buNone/>
                      </a:pPr>
                      <a:endParaRPr/>
                    </a:p>
                  </a:txBody>
                  <a:tcPr marL="91425" marR="91425" marT="91425" marB="91425"/>
                </a:tc>
                <a:tc>
                  <a:txBody>
                    <a:bodyPr/>
                    <a:lstStyle/>
                    <a:p>
                      <a:pPr marL="0" lvl="0" indent="0" algn="l" rtl="0">
                        <a:spcBef>
                          <a:spcPts val="0"/>
                        </a:spcBef>
                        <a:spcAft>
                          <a:spcPts val="0"/>
                        </a:spcAft>
                        <a:buNone/>
                      </a:pPr>
                      <a:endParaRPr/>
                    </a:p>
                  </a:txBody>
                  <a:tcPr marL="91425" marR="91425" marT="91425" marB="91425"/>
                </a:tc>
                <a:tc>
                  <a:txBody>
                    <a:bodyPr/>
                    <a:lstStyle/>
                    <a:p>
                      <a:pPr marL="0" lvl="0" indent="0" algn="ctr" rtl="0">
                        <a:spcBef>
                          <a:spcPts val="0"/>
                        </a:spcBef>
                        <a:spcAft>
                          <a:spcPts val="0"/>
                        </a:spcAft>
                        <a:buNone/>
                      </a:pPr>
                      <a:endParaRPr sz="800">
                        <a:solidFill>
                          <a:schemeClr val="lt1"/>
                        </a:solidFill>
                        <a:latin typeface="IBM Plex Sans"/>
                        <a:ea typeface="IBM Plex Sans"/>
                        <a:cs typeface="IBM Plex Sans"/>
                        <a:sym typeface="IBM Plex Sans"/>
                      </a:endParaRPr>
                    </a:p>
                  </a:txBody>
                  <a:tcPr marL="91425" marR="91425" marT="91425" marB="91425"/>
                </a:tc>
                <a:tc>
                  <a:txBody>
                    <a:bodyPr/>
                    <a:lstStyle/>
                    <a:p>
                      <a:pPr marL="0" lvl="0" indent="0" algn="ctr" rtl="0">
                        <a:spcBef>
                          <a:spcPts val="0"/>
                        </a:spcBef>
                        <a:spcAft>
                          <a:spcPts val="0"/>
                        </a:spcAft>
                        <a:buNone/>
                      </a:pPr>
                      <a:endParaRPr sz="800">
                        <a:solidFill>
                          <a:schemeClr val="lt1"/>
                        </a:solidFill>
                        <a:latin typeface="IBM Plex Sans"/>
                        <a:ea typeface="IBM Plex Sans"/>
                        <a:cs typeface="IBM Plex Sans"/>
                        <a:sym typeface="IBM Plex Sans"/>
                      </a:endParaRPr>
                    </a:p>
                  </a:txBody>
                  <a:tcPr marL="91425" marR="91425" marT="91425" marB="91425"/>
                </a:tc>
                <a:extLst>
                  <a:ext uri="{0D108BD9-81ED-4DB2-BD59-A6C34878D82A}">
                    <a16:rowId xmlns:a16="http://schemas.microsoft.com/office/drawing/2014/main" val="10004"/>
                  </a:ext>
                </a:extLst>
              </a:tr>
              <a:tr h="403125">
                <a:tc>
                  <a:txBody>
                    <a:bodyPr/>
                    <a:lstStyle/>
                    <a:p>
                      <a:pPr marL="0" lvl="0" indent="0" algn="l" rtl="0">
                        <a:spcBef>
                          <a:spcPts val="0"/>
                        </a:spcBef>
                        <a:spcAft>
                          <a:spcPts val="0"/>
                        </a:spcAft>
                        <a:buNone/>
                      </a:pPr>
                      <a:endParaRPr/>
                    </a:p>
                  </a:txBody>
                  <a:tcPr marL="91425" marR="91425" marT="91425" marB="91425"/>
                </a:tc>
                <a:tc>
                  <a:txBody>
                    <a:bodyPr/>
                    <a:lstStyle/>
                    <a:p>
                      <a:pPr marL="0" lvl="0" indent="0" algn="l" rtl="0">
                        <a:spcBef>
                          <a:spcPts val="0"/>
                        </a:spcBef>
                        <a:spcAft>
                          <a:spcPts val="0"/>
                        </a:spcAft>
                        <a:buNone/>
                      </a:pPr>
                      <a:endParaRPr/>
                    </a:p>
                  </a:txBody>
                  <a:tcPr marL="91425" marR="91425" marT="91425" marB="91425"/>
                </a:tc>
                <a:tc>
                  <a:txBody>
                    <a:bodyPr/>
                    <a:lstStyle/>
                    <a:p>
                      <a:pPr marL="0" lvl="0" indent="0" algn="ctr" rtl="0">
                        <a:spcBef>
                          <a:spcPts val="0"/>
                        </a:spcBef>
                        <a:spcAft>
                          <a:spcPts val="0"/>
                        </a:spcAft>
                        <a:buNone/>
                      </a:pPr>
                      <a:endParaRPr sz="800">
                        <a:solidFill>
                          <a:schemeClr val="lt1"/>
                        </a:solidFill>
                        <a:latin typeface="IBM Plex Sans"/>
                        <a:ea typeface="IBM Plex Sans"/>
                        <a:cs typeface="IBM Plex Sans"/>
                        <a:sym typeface="IBM Plex Sans"/>
                      </a:endParaRPr>
                    </a:p>
                  </a:txBody>
                  <a:tcPr marL="91425" marR="91425" marT="91425" marB="91425"/>
                </a:tc>
                <a:tc>
                  <a:txBody>
                    <a:bodyPr/>
                    <a:lstStyle/>
                    <a:p>
                      <a:pPr marL="0" lvl="0" indent="0" algn="ctr" rtl="0">
                        <a:spcBef>
                          <a:spcPts val="0"/>
                        </a:spcBef>
                        <a:spcAft>
                          <a:spcPts val="0"/>
                        </a:spcAft>
                        <a:buNone/>
                      </a:pPr>
                      <a:endParaRPr sz="800">
                        <a:solidFill>
                          <a:schemeClr val="lt1"/>
                        </a:solidFill>
                        <a:latin typeface="IBM Plex Sans"/>
                        <a:ea typeface="IBM Plex Sans"/>
                        <a:cs typeface="IBM Plex Sans"/>
                        <a:sym typeface="IBM Plex Sans"/>
                      </a:endParaRPr>
                    </a:p>
                  </a:txBody>
                  <a:tcPr marL="91425" marR="91425" marT="91425" marB="91425"/>
                </a:tc>
                <a:extLst>
                  <a:ext uri="{0D108BD9-81ED-4DB2-BD59-A6C34878D82A}">
                    <a16:rowId xmlns:a16="http://schemas.microsoft.com/office/drawing/2014/main" val="10005"/>
                  </a:ext>
                </a:extLst>
              </a:tr>
              <a:tr h="403125">
                <a:tc>
                  <a:txBody>
                    <a:bodyPr/>
                    <a:lstStyle/>
                    <a:p>
                      <a:pPr marL="0" lvl="0" indent="0" algn="l" rtl="0">
                        <a:spcBef>
                          <a:spcPts val="0"/>
                        </a:spcBef>
                        <a:spcAft>
                          <a:spcPts val="0"/>
                        </a:spcAft>
                        <a:buNone/>
                      </a:pPr>
                      <a:endParaRPr/>
                    </a:p>
                  </a:txBody>
                  <a:tcPr marL="91425" marR="91425" marT="91425" marB="91425"/>
                </a:tc>
                <a:tc>
                  <a:txBody>
                    <a:bodyPr/>
                    <a:lstStyle/>
                    <a:p>
                      <a:pPr marL="0" lvl="0" indent="0" algn="l" rtl="0">
                        <a:spcBef>
                          <a:spcPts val="0"/>
                        </a:spcBef>
                        <a:spcAft>
                          <a:spcPts val="0"/>
                        </a:spcAft>
                        <a:buClr>
                          <a:schemeClr val="dk1"/>
                        </a:buClr>
                        <a:buSzPts val="1100"/>
                        <a:buFont typeface="Arial"/>
                        <a:buNone/>
                      </a:pPr>
                      <a:endParaRPr sz="800">
                        <a:solidFill>
                          <a:schemeClr val="accent1"/>
                        </a:solidFill>
                        <a:latin typeface="IBM Plex Sans"/>
                        <a:ea typeface="IBM Plex Sans"/>
                        <a:cs typeface="IBM Plex Sans"/>
                        <a:sym typeface="IBM Plex Sans"/>
                      </a:endParaRPr>
                    </a:p>
                  </a:txBody>
                  <a:tcPr marL="91425" marR="91425" marT="91425" marB="91425"/>
                </a:tc>
                <a:tc>
                  <a:txBody>
                    <a:bodyPr/>
                    <a:lstStyle/>
                    <a:p>
                      <a:pPr marL="0" lvl="0" indent="0" algn="ctr" rtl="0">
                        <a:spcBef>
                          <a:spcPts val="0"/>
                        </a:spcBef>
                        <a:spcAft>
                          <a:spcPts val="0"/>
                        </a:spcAft>
                        <a:buNone/>
                      </a:pPr>
                      <a:endParaRPr sz="800">
                        <a:solidFill>
                          <a:schemeClr val="lt1"/>
                        </a:solidFill>
                        <a:latin typeface="IBM Plex Sans"/>
                        <a:ea typeface="IBM Plex Sans"/>
                        <a:cs typeface="IBM Plex Sans"/>
                        <a:sym typeface="IBM Plex Sans"/>
                      </a:endParaRPr>
                    </a:p>
                  </a:txBody>
                  <a:tcPr marL="91425" marR="91425" marT="91425" marB="91425"/>
                </a:tc>
                <a:tc>
                  <a:txBody>
                    <a:bodyPr/>
                    <a:lstStyle/>
                    <a:p>
                      <a:pPr marL="0" lvl="0" indent="0" algn="ctr" rtl="0">
                        <a:spcBef>
                          <a:spcPts val="0"/>
                        </a:spcBef>
                        <a:spcAft>
                          <a:spcPts val="0"/>
                        </a:spcAft>
                        <a:buNone/>
                      </a:pPr>
                      <a:endParaRPr sz="800">
                        <a:solidFill>
                          <a:schemeClr val="lt1"/>
                        </a:solidFill>
                        <a:latin typeface="IBM Plex Sans"/>
                        <a:ea typeface="IBM Plex Sans"/>
                        <a:cs typeface="IBM Plex Sans"/>
                        <a:sym typeface="IBM Plex Sans"/>
                      </a:endParaRPr>
                    </a:p>
                  </a:txBody>
                  <a:tcPr marL="91425" marR="91425" marT="91425" marB="91425"/>
                </a:tc>
                <a:extLst>
                  <a:ext uri="{0D108BD9-81ED-4DB2-BD59-A6C34878D82A}">
                    <a16:rowId xmlns:a16="http://schemas.microsoft.com/office/drawing/2014/main" val="10006"/>
                  </a:ext>
                </a:extLst>
              </a:tr>
              <a:tr h="347250">
                <a:tc>
                  <a:txBody>
                    <a:bodyPr/>
                    <a:lstStyle/>
                    <a:p>
                      <a:pPr marL="0" lvl="0" indent="0" algn="l" rtl="0">
                        <a:spcBef>
                          <a:spcPts val="0"/>
                        </a:spcBef>
                        <a:spcAft>
                          <a:spcPts val="0"/>
                        </a:spcAft>
                        <a:buNone/>
                      </a:pPr>
                      <a:endParaRPr/>
                    </a:p>
                  </a:txBody>
                  <a:tcPr marL="91425" marR="91425" marT="91425" marB="91425"/>
                </a:tc>
                <a:tc>
                  <a:txBody>
                    <a:bodyPr/>
                    <a:lstStyle/>
                    <a:p>
                      <a:pPr marL="0" lvl="0" indent="0" algn="l" rtl="0">
                        <a:spcBef>
                          <a:spcPts val="0"/>
                        </a:spcBef>
                        <a:spcAft>
                          <a:spcPts val="0"/>
                        </a:spcAft>
                        <a:buNone/>
                      </a:pPr>
                      <a:endParaRPr sz="800">
                        <a:solidFill>
                          <a:schemeClr val="accent1"/>
                        </a:solidFill>
                        <a:latin typeface="IBM Plex Sans"/>
                        <a:ea typeface="IBM Plex Sans"/>
                        <a:cs typeface="IBM Plex Sans"/>
                        <a:sym typeface="IBM Plex Sans"/>
                      </a:endParaRPr>
                    </a:p>
                  </a:txBody>
                  <a:tcPr marL="91425" marR="91425" marT="91425" marB="91425"/>
                </a:tc>
                <a:tc>
                  <a:txBody>
                    <a:bodyPr/>
                    <a:lstStyle/>
                    <a:p>
                      <a:pPr marL="0" lvl="0" indent="0" algn="ctr" rtl="0">
                        <a:spcBef>
                          <a:spcPts val="0"/>
                        </a:spcBef>
                        <a:spcAft>
                          <a:spcPts val="0"/>
                        </a:spcAft>
                        <a:buNone/>
                      </a:pPr>
                      <a:endParaRPr sz="800">
                        <a:solidFill>
                          <a:schemeClr val="lt1"/>
                        </a:solidFill>
                        <a:latin typeface="IBM Plex Sans"/>
                        <a:ea typeface="IBM Plex Sans"/>
                        <a:cs typeface="IBM Plex Sans"/>
                        <a:sym typeface="IBM Plex Sans"/>
                      </a:endParaRPr>
                    </a:p>
                  </a:txBody>
                  <a:tcPr marL="91425" marR="91425" marT="91425" marB="91425"/>
                </a:tc>
                <a:tc>
                  <a:txBody>
                    <a:bodyPr/>
                    <a:lstStyle/>
                    <a:p>
                      <a:pPr marL="0" lvl="0" indent="0" algn="ctr" rtl="0">
                        <a:spcBef>
                          <a:spcPts val="0"/>
                        </a:spcBef>
                        <a:spcAft>
                          <a:spcPts val="0"/>
                        </a:spcAft>
                        <a:buNone/>
                      </a:pPr>
                      <a:endParaRPr sz="800">
                        <a:solidFill>
                          <a:schemeClr val="lt1"/>
                        </a:solidFill>
                        <a:latin typeface="IBM Plex Sans"/>
                        <a:ea typeface="IBM Plex Sans"/>
                        <a:cs typeface="IBM Plex Sans"/>
                        <a:sym typeface="IBM Plex Sans"/>
                      </a:endParaRPr>
                    </a:p>
                  </a:txBody>
                  <a:tcPr marL="91425" marR="91425" marT="91425" marB="91425"/>
                </a:tc>
                <a:extLst>
                  <a:ext uri="{0D108BD9-81ED-4DB2-BD59-A6C34878D82A}">
                    <a16:rowId xmlns:a16="http://schemas.microsoft.com/office/drawing/2014/main" val="10007"/>
                  </a:ext>
                </a:extLst>
              </a:tr>
            </a:tbl>
          </a:graphicData>
        </a:graphic>
      </p:graphicFrame>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5848"/>
        <p:cNvGrpSpPr/>
        <p:nvPr/>
      </p:nvGrpSpPr>
      <p:grpSpPr>
        <a:xfrm>
          <a:off x="0" y="0"/>
          <a:ext cx="0" cy="0"/>
          <a:chOff x="0" y="0"/>
          <a:chExt cx="0" cy="0"/>
        </a:xfrm>
      </p:grpSpPr>
      <p:sp>
        <p:nvSpPr>
          <p:cNvPr id="5849" name="Google Shape;5849;p457"/>
          <p:cNvSpPr txBox="1">
            <a:spLocks noGrp="1"/>
          </p:cNvSpPr>
          <p:nvPr>
            <p:ph type="ctrTitle"/>
          </p:nvPr>
        </p:nvSpPr>
        <p:spPr>
          <a:xfrm>
            <a:off x="457200" y="1152475"/>
            <a:ext cx="5966700" cy="1644600"/>
          </a:xfrm>
          <a:prstGeom prst="rect">
            <a:avLst/>
          </a:prstGeom>
        </p:spPr>
        <p:txBody>
          <a:bodyPr spcFirstLastPara="1" wrap="square" lIns="0" tIns="0" rIns="0" bIns="0" anchor="b" anchorCtr="0">
            <a:normAutofit/>
          </a:bodyPr>
          <a:lstStyle/>
          <a:p>
            <a:pPr marL="0" lvl="0" indent="0" algn="l" rtl="0">
              <a:spcBef>
                <a:spcPts val="0"/>
              </a:spcBef>
              <a:spcAft>
                <a:spcPts val="0"/>
              </a:spcAft>
              <a:buNone/>
            </a:pPr>
            <a:r>
              <a:rPr lang="en"/>
              <a:t>Better Together</a:t>
            </a:r>
            <a:endParaRPr/>
          </a:p>
        </p:txBody>
      </p:sp>
      <p:sp>
        <p:nvSpPr>
          <p:cNvPr id="5850" name="Google Shape;5850;p457"/>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rgbClr val="000000"/>
              </a:buClr>
              <a:buSzPts val="1300"/>
              <a:buFont typeface="Arial"/>
              <a:buNone/>
            </a:pPr>
            <a:fld id="{00000000-1234-1234-1234-123412341234}" type="slidenum">
              <a:rPr lang="en"/>
              <a:t>32</a:t>
            </a:fld>
            <a:endParaRPr/>
          </a:p>
        </p:txBody>
      </p:sp>
      <p:sp>
        <p:nvSpPr>
          <p:cNvPr id="5851" name="Google Shape;5851;p457"/>
          <p:cNvSpPr txBox="1">
            <a:spLocks noGrp="1"/>
          </p:cNvSpPr>
          <p:nvPr>
            <p:ph type="subTitle" idx="1"/>
          </p:nvPr>
        </p:nvSpPr>
        <p:spPr>
          <a:xfrm>
            <a:off x="457200" y="2986525"/>
            <a:ext cx="4563900" cy="792600"/>
          </a:xfrm>
          <a:prstGeom prst="rect">
            <a:avLst/>
          </a:prstGeom>
        </p:spPr>
        <p:txBody>
          <a:bodyPr spcFirstLastPara="1" wrap="square" lIns="0" tIns="0" rIns="0" bIns="0" anchor="t" anchorCtr="0">
            <a:normAutofit/>
          </a:bodyPr>
          <a:lstStyle/>
          <a:p>
            <a:pPr marL="0" lvl="0" indent="0" algn="l" rtl="0">
              <a:spcBef>
                <a:spcPts val="0"/>
              </a:spcBef>
              <a:spcAft>
                <a:spcPts val="0"/>
              </a:spcAft>
              <a:buNone/>
            </a:pPr>
            <a:r>
              <a:rPr lang="en"/>
              <a:t>Where great technology and skilled expertise meet</a:t>
            </a:r>
            <a:endParaRPr/>
          </a:p>
        </p:txBody>
      </p:sp>
      <p:sp>
        <p:nvSpPr>
          <p:cNvPr id="5852" name="Google Shape;5852;p457"/>
          <p:cNvSpPr txBox="1">
            <a:spLocks noGrp="1"/>
          </p:cNvSpPr>
          <p:nvPr>
            <p:ph type="subTitle" idx="2"/>
          </p:nvPr>
        </p:nvSpPr>
        <p:spPr>
          <a:xfrm>
            <a:off x="457200" y="4236325"/>
            <a:ext cx="4563900" cy="792600"/>
          </a:xfrm>
          <a:prstGeom prst="rect">
            <a:avLst/>
          </a:prstGeom>
        </p:spPr>
        <p:txBody>
          <a:bodyPr spcFirstLastPara="1" wrap="square" lIns="0" tIns="0" rIns="0" bIns="0" anchor="t" anchorCtr="0">
            <a:normAutofit/>
          </a:bodyPr>
          <a:lstStyle/>
          <a:p>
            <a:pPr marL="0" lvl="0" indent="0" algn="l" rtl="0">
              <a:spcBef>
                <a:spcPts val="0"/>
              </a:spcBef>
              <a:spcAft>
                <a:spcPts val="0"/>
              </a:spcAft>
              <a:buNone/>
            </a:pPr>
            <a:endParaRPr/>
          </a:p>
        </p:txBody>
      </p:sp>
      <p:sp>
        <p:nvSpPr>
          <p:cNvPr id="5853" name="Google Shape;5853;p457"/>
          <p:cNvSpPr/>
          <p:nvPr/>
        </p:nvSpPr>
        <p:spPr>
          <a:xfrm>
            <a:off x="2444651" y="360400"/>
            <a:ext cx="2224200" cy="864900"/>
          </a:xfrm>
          <a:prstGeom prst="roundRect">
            <a:avLst>
              <a:gd name="adj" fmla="val 1666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solidFill>
                  <a:schemeClr val="accent1"/>
                </a:solidFill>
              </a:rPr>
              <a:t>Your Logo Here</a:t>
            </a:r>
            <a:endParaRPr>
              <a:solidFill>
                <a:schemeClr val="accent1"/>
              </a:solidFill>
            </a:endParaRPr>
          </a:p>
        </p:txBody>
      </p:sp>
      <p:sp>
        <p:nvSpPr>
          <p:cNvPr id="5854" name="Google Shape;5854;p457"/>
          <p:cNvSpPr txBox="1"/>
          <p:nvPr/>
        </p:nvSpPr>
        <p:spPr>
          <a:xfrm>
            <a:off x="1771147" y="270264"/>
            <a:ext cx="579900" cy="923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800">
                <a:solidFill>
                  <a:schemeClr val="lt1"/>
                </a:solidFill>
                <a:latin typeface="IBM Plex Sans Light"/>
                <a:ea typeface="IBM Plex Sans Light"/>
                <a:cs typeface="IBM Plex Sans Light"/>
                <a:sym typeface="IBM Plex Sans Light"/>
              </a:rPr>
              <a:t>+</a:t>
            </a:r>
            <a:endParaRPr sz="4800">
              <a:solidFill>
                <a:schemeClr val="lt1"/>
              </a:solidFill>
              <a:latin typeface="IBM Plex Sans Light"/>
              <a:ea typeface="IBM Plex Sans Light"/>
              <a:cs typeface="IBM Plex Sans Light"/>
              <a:sym typeface="IBM Plex Sans Light"/>
            </a:endParaRPr>
          </a:p>
        </p:txBody>
      </p:sp>
      <p:sp>
        <p:nvSpPr>
          <p:cNvPr id="5855" name="Google Shape;5855;p457"/>
          <p:cNvSpPr/>
          <p:nvPr/>
        </p:nvSpPr>
        <p:spPr>
          <a:xfrm>
            <a:off x="6478178" y="156725"/>
            <a:ext cx="2559300" cy="547500"/>
          </a:xfrm>
          <a:prstGeom prst="roundRect">
            <a:avLst>
              <a:gd name="adj" fmla="val 0"/>
            </a:avLst>
          </a:prstGeom>
          <a:solidFill>
            <a:srgbClr val="FC5D0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800" b="1">
                <a:solidFill>
                  <a:srgbClr val="FFFFFF"/>
                </a:solidFill>
                <a:latin typeface="IBM Plex Sans"/>
                <a:ea typeface="IBM Plex Sans"/>
                <a:cs typeface="IBM Plex Sans"/>
                <a:sym typeface="IBM Plex Sans"/>
              </a:rPr>
              <a:t>Product Deck</a:t>
            </a:r>
            <a:endParaRPr sz="1800" b="1">
              <a:solidFill>
                <a:srgbClr val="FFFFFF"/>
              </a:solidFill>
              <a:latin typeface="IBM Plex Sans"/>
              <a:ea typeface="IBM Plex Sans"/>
              <a:cs typeface="IBM Plex Sans"/>
              <a:sym typeface="IBM Plex Sans"/>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5859"/>
        <p:cNvGrpSpPr/>
        <p:nvPr/>
      </p:nvGrpSpPr>
      <p:grpSpPr>
        <a:xfrm>
          <a:off x="0" y="0"/>
          <a:ext cx="0" cy="0"/>
          <a:chOff x="0" y="0"/>
          <a:chExt cx="0" cy="0"/>
        </a:xfrm>
      </p:grpSpPr>
      <p:sp>
        <p:nvSpPr>
          <p:cNvPr id="5860" name="Google Shape;5860;p458"/>
          <p:cNvSpPr txBox="1">
            <a:spLocks noGrp="1"/>
          </p:cNvSpPr>
          <p:nvPr>
            <p:ph type="ctrTitle"/>
          </p:nvPr>
        </p:nvSpPr>
        <p:spPr>
          <a:xfrm>
            <a:off x="457200" y="1152475"/>
            <a:ext cx="7720500" cy="581100"/>
          </a:xfrm>
          <a:prstGeom prst="rect">
            <a:avLst/>
          </a:prstGeom>
        </p:spPr>
        <p:txBody>
          <a:bodyPr spcFirstLastPara="1" wrap="square" lIns="0" tIns="0" rIns="0" bIns="0" anchor="t" anchorCtr="0">
            <a:normAutofit/>
          </a:bodyPr>
          <a:lstStyle/>
          <a:p>
            <a:pPr marL="0" lvl="0" indent="0" algn="l" rtl="0">
              <a:spcBef>
                <a:spcPts val="0"/>
              </a:spcBef>
              <a:spcAft>
                <a:spcPts val="0"/>
              </a:spcAft>
              <a:buNone/>
            </a:pPr>
            <a:r>
              <a:rPr lang="en"/>
              <a:t>Partnership Summary</a:t>
            </a:r>
            <a:endParaRPr/>
          </a:p>
          <a:p>
            <a:pPr marL="0" lvl="0" indent="0" algn="l" rtl="0">
              <a:spcBef>
                <a:spcPts val="0"/>
              </a:spcBef>
              <a:spcAft>
                <a:spcPts val="0"/>
              </a:spcAft>
              <a:buNone/>
            </a:pPr>
            <a:endParaRPr/>
          </a:p>
          <a:p>
            <a:pPr marL="0" lvl="0" indent="0" algn="l" rtl="0">
              <a:spcBef>
                <a:spcPts val="0"/>
              </a:spcBef>
              <a:spcAft>
                <a:spcPts val="0"/>
              </a:spcAft>
              <a:buNone/>
            </a:pPr>
            <a:endParaRPr/>
          </a:p>
        </p:txBody>
      </p:sp>
      <p:sp>
        <p:nvSpPr>
          <p:cNvPr id="5861" name="Google Shape;5861;p458"/>
          <p:cNvSpPr txBox="1">
            <a:spLocks noGrp="1"/>
          </p:cNvSpPr>
          <p:nvPr>
            <p:ph type="subTitle" idx="1"/>
          </p:nvPr>
        </p:nvSpPr>
        <p:spPr>
          <a:xfrm>
            <a:off x="457200" y="3128025"/>
            <a:ext cx="7720500" cy="792600"/>
          </a:xfrm>
          <a:prstGeom prst="rect">
            <a:avLst/>
          </a:prstGeom>
        </p:spPr>
        <p:txBody>
          <a:bodyPr spcFirstLastPara="1" wrap="square" lIns="0" tIns="0" rIns="0" bIns="0" anchor="t" anchorCtr="0">
            <a:normAutofit/>
          </a:bodyPr>
          <a:lstStyle/>
          <a:p>
            <a:pPr marL="0" lvl="0" indent="0" algn="l" rtl="0">
              <a:spcBef>
                <a:spcPts val="0"/>
              </a:spcBef>
              <a:spcAft>
                <a:spcPts val="0"/>
              </a:spcAft>
              <a:buNone/>
            </a:pPr>
            <a:r>
              <a:rPr lang="en" sz="1400"/>
              <a:t>&lt;Scope of Partnership&gt;</a:t>
            </a:r>
            <a:endParaRPr sz="1400"/>
          </a:p>
          <a:p>
            <a:pPr marL="0" lvl="0" indent="0" algn="l" rtl="0">
              <a:spcBef>
                <a:spcPts val="0"/>
              </a:spcBef>
              <a:spcAft>
                <a:spcPts val="0"/>
              </a:spcAft>
              <a:buNone/>
            </a:pPr>
            <a:r>
              <a:rPr lang="en" sz="1400"/>
              <a:t>&lt;Geographies, industries and clients served&gt;</a:t>
            </a:r>
            <a:endParaRPr sz="1400"/>
          </a:p>
        </p:txBody>
      </p:sp>
      <p:sp>
        <p:nvSpPr>
          <p:cNvPr id="5862" name="Google Shape;5862;p458"/>
          <p:cNvSpPr txBox="1">
            <a:spLocks noGrp="1"/>
          </p:cNvSpPr>
          <p:nvPr>
            <p:ph type="subTitle" idx="2"/>
          </p:nvPr>
        </p:nvSpPr>
        <p:spPr>
          <a:xfrm>
            <a:off x="457200" y="4083925"/>
            <a:ext cx="7720500" cy="792600"/>
          </a:xfrm>
          <a:prstGeom prst="rect">
            <a:avLst/>
          </a:prstGeom>
        </p:spPr>
        <p:txBody>
          <a:bodyPr spcFirstLastPara="1" wrap="square" lIns="0" tIns="0" rIns="0" bIns="0" anchor="t" anchorCtr="0">
            <a:normAutofit/>
          </a:bodyPr>
          <a:lstStyle/>
          <a:p>
            <a:pPr marL="0" lvl="0" indent="0" algn="l" rtl="0">
              <a:spcBef>
                <a:spcPts val="0"/>
              </a:spcBef>
              <a:spcAft>
                <a:spcPts val="0"/>
              </a:spcAft>
              <a:buNone/>
            </a:pPr>
            <a:r>
              <a:rPr lang="en" sz="1400"/>
              <a:t>&lt;Services offered by the partner&gt;</a:t>
            </a:r>
            <a:endParaRPr sz="1400"/>
          </a:p>
        </p:txBody>
      </p:sp>
      <p:sp>
        <p:nvSpPr>
          <p:cNvPr id="5863" name="Google Shape;5863;p458"/>
          <p:cNvSpPr txBox="1">
            <a:spLocks noGrp="1"/>
          </p:cNvSpPr>
          <p:nvPr>
            <p:ph type="sldNum" idx="12"/>
          </p:nvPr>
        </p:nvSpPr>
        <p:spPr>
          <a:xfrm>
            <a:off x="8366700" y="4805546"/>
            <a:ext cx="548700" cy="2154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fld id="{00000000-1234-1234-1234-123412341234}" type="slidenum">
              <a:rPr lang="en" sz="800"/>
              <a:t>33</a:t>
            </a:fld>
            <a:endParaRPr sz="800"/>
          </a:p>
        </p:txBody>
      </p:sp>
      <p:sp>
        <p:nvSpPr>
          <p:cNvPr id="5864" name="Google Shape;5864;p458"/>
          <p:cNvSpPr txBox="1">
            <a:spLocks noGrp="1"/>
          </p:cNvSpPr>
          <p:nvPr>
            <p:ph type="subTitle" idx="1"/>
          </p:nvPr>
        </p:nvSpPr>
        <p:spPr>
          <a:xfrm>
            <a:off x="566725" y="1832375"/>
            <a:ext cx="3483900" cy="924000"/>
          </a:xfrm>
          <a:prstGeom prst="rect">
            <a:avLst/>
          </a:prstGeom>
        </p:spPr>
        <p:txBody>
          <a:bodyPr spcFirstLastPara="1" wrap="square" lIns="0" tIns="0" rIns="0" bIns="0" anchor="t" anchorCtr="0">
            <a:noAutofit/>
          </a:bodyPr>
          <a:lstStyle/>
          <a:p>
            <a:pPr marL="457200" lvl="0" indent="-317500" algn="l" rtl="0">
              <a:spcBef>
                <a:spcPts val="0"/>
              </a:spcBef>
              <a:spcAft>
                <a:spcPts val="0"/>
              </a:spcAft>
              <a:buSzPts val="1400"/>
              <a:buChar char="●"/>
            </a:pPr>
            <a:r>
              <a:rPr lang="en" sz="1400"/>
              <a:t>Camunda Partner since &lt;X Date&gt;</a:t>
            </a:r>
            <a:endParaRPr sz="1400"/>
          </a:p>
          <a:p>
            <a:pPr marL="457200" lvl="0" indent="-317500" algn="l" rtl="0">
              <a:spcBef>
                <a:spcPts val="0"/>
              </a:spcBef>
              <a:spcAft>
                <a:spcPts val="0"/>
              </a:spcAft>
              <a:buSzPts val="1400"/>
              <a:buChar char="●"/>
            </a:pPr>
            <a:r>
              <a:rPr lang="en" sz="1400"/>
              <a:t>Partner Type &lt;Services, Sales, Solution&gt;</a:t>
            </a:r>
            <a:endParaRPr sz="1400"/>
          </a:p>
          <a:p>
            <a:pPr marL="457200" lvl="0" indent="-317500" algn="l" rtl="0">
              <a:spcBef>
                <a:spcPts val="0"/>
              </a:spcBef>
              <a:spcAft>
                <a:spcPts val="0"/>
              </a:spcAft>
              <a:buSzPts val="1400"/>
              <a:buChar char="●"/>
            </a:pPr>
            <a:r>
              <a:rPr lang="en" sz="1400"/>
              <a:t>Partner Tier &lt;Silver/Gold/Platinum&gt;</a:t>
            </a:r>
            <a:endParaRPr sz="1400"/>
          </a:p>
        </p:txBody>
      </p:sp>
      <p:sp>
        <p:nvSpPr>
          <p:cNvPr id="5865" name="Google Shape;5865;p458"/>
          <p:cNvSpPr txBox="1">
            <a:spLocks noGrp="1"/>
          </p:cNvSpPr>
          <p:nvPr>
            <p:ph type="subTitle" idx="1"/>
          </p:nvPr>
        </p:nvSpPr>
        <p:spPr>
          <a:xfrm>
            <a:off x="4566050" y="1832375"/>
            <a:ext cx="3483900" cy="924000"/>
          </a:xfrm>
          <a:prstGeom prst="rect">
            <a:avLst/>
          </a:prstGeom>
        </p:spPr>
        <p:txBody>
          <a:bodyPr spcFirstLastPara="1" wrap="square" lIns="0" tIns="0" rIns="0" bIns="0" anchor="t" anchorCtr="0">
            <a:noAutofit/>
          </a:bodyPr>
          <a:lstStyle/>
          <a:p>
            <a:pPr marL="457200" lvl="0" indent="-317500" algn="l" rtl="0">
              <a:spcBef>
                <a:spcPts val="0"/>
              </a:spcBef>
              <a:spcAft>
                <a:spcPts val="0"/>
              </a:spcAft>
              <a:buSzPts val="1400"/>
              <a:buChar char="●"/>
            </a:pPr>
            <a:r>
              <a:rPr lang="en" sz="1400"/>
              <a:t>Trained resources located in &lt;GEOs, Industries&gt;</a:t>
            </a:r>
            <a:endParaRPr sz="1400"/>
          </a:p>
          <a:p>
            <a:pPr marL="457200" lvl="0" indent="-317500" algn="l" rtl="0">
              <a:spcBef>
                <a:spcPts val="0"/>
              </a:spcBef>
              <a:spcAft>
                <a:spcPts val="0"/>
              </a:spcAft>
              <a:buSzPts val="1400"/>
              <a:buChar char="●"/>
            </a:pPr>
            <a:r>
              <a:rPr lang="en" sz="1400"/>
              <a:t>&lt;Certified Resources&gt;</a:t>
            </a:r>
            <a:endParaRPr sz="1400"/>
          </a:p>
          <a:p>
            <a:pPr marL="457200" lvl="0" indent="-317500" algn="l" rtl="0">
              <a:spcBef>
                <a:spcPts val="0"/>
              </a:spcBef>
              <a:spcAft>
                <a:spcPts val="0"/>
              </a:spcAft>
              <a:buSzPts val="1400"/>
              <a:buChar char="●"/>
            </a:pPr>
            <a:r>
              <a:rPr lang="en" sz="1400"/>
              <a:t># client deployments</a:t>
            </a:r>
            <a:endParaRPr sz="1400"/>
          </a:p>
        </p:txBody>
      </p:sp>
      <p:sp>
        <p:nvSpPr>
          <p:cNvPr id="5866" name="Google Shape;5866;p458"/>
          <p:cNvSpPr txBox="1"/>
          <p:nvPr/>
        </p:nvSpPr>
        <p:spPr>
          <a:xfrm>
            <a:off x="7061600" y="492925"/>
            <a:ext cx="1625100" cy="615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a:latin typeface="IBM Plex Sans"/>
                <a:ea typeface="IBM Plex Sans"/>
                <a:cs typeface="IBM Plex Sans"/>
                <a:sym typeface="IBM Plex Sans"/>
              </a:rPr>
              <a:t>Add your partner Tier Logo here</a:t>
            </a:r>
            <a:endParaRPr>
              <a:latin typeface="IBM Plex Sans"/>
              <a:ea typeface="IBM Plex Sans"/>
              <a:cs typeface="IBM Plex Sans"/>
              <a:sym typeface="IBM Plex Sans"/>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5870"/>
        <p:cNvGrpSpPr/>
        <p:nvPr/>
      </p:nvGrpSpPr>
      <p:grpSpPr>
        <a:xfrm>
          <a:off x="0" y="0"/>
          <a:ext cx="0" cy="0"/>
          <a:chOff x="0" y="0"/>
          <a:chExt cx="0" cy="0"/>
        </a:xfrm>
      </p:grpSpPr>
      <p:sp>
        <p:nvSpPr>
          <p:cNvPr id="5871" name="Google Shape;5871;p459"/>
          <p:cNvSpPr txBox="1">
            <a:spLocks noGrp="1"/>
          </p:cNvSpPr>
          <p:nvPr>
            <p:ph type="title"/>
          </p:nvPr>
        </p:nvSpPr>
        <p:spPr>
          <a:xfrm>
            <a:off x="457200" y="114300"/>
            <a:ext cx="8229600" cy="903300"/>
          </a:xfrm>
          <a:prstGeom prst="rect">
            <a:avLst/>
          </a:prstGeom>
        </p:spPr>
        <p:txBody>
          <a:bodyPr spcFirstLastPara="1" wrap="square" lIns="0" tIns="0" rIns="0" bIns="0" anchor="t" anchorCtr="0">
            <a:normAutofit/>
          </a:bodyPr>
          <a:lstStyle/>
          <a:p>
            <a:pPr marL="0" lvl="0" indent="0" algn="l" rtl="0">
              <a:spcBef>
                <a:spcPts val="0"/>
              </a:spcBef>
              <a:spcAft>
                <a:spcPts val="0"/>
              </a:spcAft>
              <a:buNone/>
            </a:pPr>
            <a:r>
              <a:rPr lang="en"/>
              <a:t>Better Together</a:t>
            </a:r>
            <a:endParaRPr/>
          </a:p>
        </p:txBody>
      </p:sp>
      <p:sp>
        <p:nvSpPr>
          <p:cNvPr id="5872" name="Google Shape;5872;p459"/>
          <p:cNvSpPr txBox="1">
            <a:spLocks noGrp="1"/>
          </p:cNvSpPr>
          <p:nvPr>
            <p:ph type="sldNum" idx="12"/>
          </p:nvPr>
        </p:nvSpPr>
        <p:spPr>
          <a:xfrm>
            <a:off x="8366700" y="4805546"/>
            <a:ext cx="548700" cy="2154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fld id="{00000000-1234-1234-1234-123412341234}" type="slidenum">
              <a:rPr lang="en"/>
              <a:t>34</a:t>
            </a:fld>
            <a:endParaRPr/>
          </a:p>
        </p:txBody>
      </p:sp>
      <p:sp>
        <p:nvSpPr>
          <p:cNvPr id="5873" name="Google Shape;5873;p459"/>
          <p:cNvSpPr txBox="1">
            <a:spLocks noGrp="1"/>
          </p:cNvSpPr>
          <p:nvPr>
            <p:ph type="body" idx="1"/>
          </p:nvPr>
        </p:nvSpPr>
        <p:spPr>
          <a:xfrm>
            <a:off x="5021125" y="2902650"/>
            <a:ext cx="3012000" cy="1687200"/>
          </a:xfrm>
          <a:prstGeom prst="rect">
            <a:avLst/>
          </a:prstGeom>
        </p:spPr>
        <p:txBody>
          <a:bodyPr spcFirstLastPara="1" wrap="square" lIns="91425" tIns="91425" rIns="0" bIns="0" anchor="t" anchorCtr="0">
            <a:normAutofit/>
          </a:bodyPr>
          <a:lstStyle/>
          <a:p>
            <a:pPr marL="0" lvl="0" indent="0" algn="l" rtl="0">
              <a:spcBef>
                <a:spcPts val="0"/>
              </a:spcBef>
              <a:spcAft>
                <a:spcPts val="0"/>
              </a:spcAft>
              <a:buNone/>
            </a:pPr>
            <a:r>
              <a:rPr lang="en"/>
              <a:t>Partner Company description</a:t>
            </a:r>
            <a:endParaRPr/>
          </a:p>
        </p:txBody>
      </p:sp>
      <p:sp>
        <p:nvSpPr>
          <p:cNvPr id="5874" name="Google Shape;5874;p459"/>
          <p:cNvSpPr txBox="1">
            <a:spLocks noGrp="1"/>
          </p:cNvSpPr>
          <p:nvPr>
            <p:ph type="subTitle" idx="3"/>
          </p:nvPr>
        </p:nvSpPr>
        <p:spPr>
          <a:xfrm>
            <a:off x="5021132" y="2420392"/>
            <a:ext cx="2920500" cy="311400"/>
          </a:xfrm>
          <a:prstGeom prst="rect">
            <a:avLst/>
          </a:prstGeom>
        </p:spPr>
        <p:txBody>
          <a:bodyPr spcFirstLastPara="1" wrap="square" lIns="0" tIns="0" rIns="0" bIns="0" anchor="t" anchorCtr="0">
            <a:normAutofit/>
          </a:bodyPr>
          <a:lstStyle/>
          <a:p>
            <a:pPr marL="0" lvl="0" indent="0" algn="ctr" rtl="0">
              <a:spcBef>
                <a:spcPts val="0"/>
              </a:spcBef>
              <a:spcAft>
                <a:spcPts val="0"/>
              </a:spcAft>
              <a:buNone/>
            </a:pPr>
            <a:r>
              <a:rPr lang="en"/>
              <a:t>Partner tagline</a:t>
            </a:r>
            <a:endParaRPr/>
          </a:p>
        </p:txBody>
      </p:sp>
      <p:sp>
        <p:nvSpPr>
          <p:cNvPr id="5875" name="Google Shape;5875;p459"/>
          <p:cNvSpPr txBox="1"/>
          <p:nvPr/>
        </p:nvSpPr>
        <p:spPr>
          <a:xfrm>
            <a:off x="5501875" y="1489100"/>
            <a:ext cx="2267700" cy="7773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a:latin typeface="IBM Plex Sans"/>
                <a:ea typeface="IBM Plex Sans"/>
                <a:cs typeface="IBM Plex Sans"/>
                <a:sym typeface="IBM Plex Sans"/>
              </a:rPr>
              <a:t>Add your partner Tier Logo here</a:t>
            </a:r>
            <a:endParaRPr>
              <a:latin typeface="IBM Plex Sans"/>
              <a:ea typeface="IBM Plex Sans"/>
              <a:cs typeface="IBM Plex Sans"/>
              <a:sym typeface="IBM Plex Sans"/>
            </a:endParaRPr>
          </a:p>
        </p:txBody>
      </p:sp>
      <p:sp>
        <p:nvSpPr>
          <p:cNvPr id="5876" name="Google Shape;5876;p459"/>
          <p:cNvSpPr txBox="1"/>
          <p:nvPr/>
        </p:nvSpPr>
        <p:spPr>
          <a:xfrm>
            <a:off x="1157375" y="2902650"/>
            <a:ext cx="2920500" cy="16872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900">
                <a:latin typeface="IBM Plex Sans"/>
                <a:ea typeface="IBM Plex Sans"/>
                <a:cs typeface="IBM Plex Sans"/>
                <a:sym typeface="IBM Plex Sans"/>
              </a:rPr>
              <a:t>Camunda enables organizations to orchestrate and automate processes across people, systems, and devices to continuously overcome complexity, increase efficiency, and fully operationalize AI. Built for business and IT, Camunda’s leading orchestration and automation platform executes any process at the required speed and scale to remain competitive without compromising security, governance, or innovation. Over 700 companies across all industries, including Atlassian, ING, and Vodafone, trust Camunda with the design, orchestration, automation, and improvement of their business-critical processes to accelerate digital transformation. </a:t>
            </a:r>
            <a:endParaRPr sz="900">
              <a:latin typeface="IBM Plex Sans"/>
              <a:ea typeface="IBM Plex Sans"/>
              <a:cs typeface="IBM Plex Sans"/>
              <a:sym typeface="IBM Plex Sans"/>
            </a:endParaRPr>
          </a:p>
        </p:txBody>
      </p:sp>
      <p:sp>
        <p:nvSpPr>
          <p:cNvPr id="5877" name="Google Shape;5877;p459"/>
          <p:cNvSpPr txBox="1"/>
          <p:nvPr/>
        </p:nvSpPr>
        <p:spPr>
          <a:xfrm>
            <a:off x="1157375" y="2420392"/>
            <a:ext cx="2920500" cy="3114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300">
                <a:solidFill>
                  <a:schemeClr val="accent4"/>
                </a:solidFill>
                <a:latin typeface="IBM Plex Sans Medium"/>
                <a:ea typeface="IBM Plex Sans Medium"/>
                <a:cs typeface="IBM Plex Sans Medium"/>
                <a:sym typeface="IBM Plex Sans Medium"/>
              </a:rPr>
              <a:t>Enterprise-grade Agentic Orchestration</a:t>
            </a:r>
            <a:endParaRPr sz="1300">
              <a:solidFill>
                <a:schemeClr val="accent4"/>
              </a:solidFill>
              <a:latin typeface="IBM Plex Sans Medium"/>
              <a:ea typeface="IBM Plex Sans Medium"/>
              <a:cs typeface="IBM Plex Sans Medium"/>
              <a:sym typeface="IBM Plex Sans Medium"/>
            </a:endParaRPr>
          </a:p>
        </p:txBody>
      </p:sp>
      <p:pic>
        <p:nvPicPr>
          <p:cNvPr id="5878" name="Google Shape;5878;p459"/>
          <p:cNvPicPr preferRelativeResize="0"/>
          <p:nvPr/>
        </p:nvPicPr>
        <p:blipFill>
          <a:blip r:embed="rId3">
            <a:alphaModFix/>
          </a:blip>
          <a:stretch>
            <a:fillRect/>
          </a:stretch>
        </p:blipFill>
        <p:spPr>
          <a:xfrm>
            <a:off x="1766221" y="1489100"/>
            <a:ext cx="1614182" cy="552500"/>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0">
  <p:cSld>
    <p:spTree>
      <p:nvGrpSpPr>
        <p:cNvPr id="1" name="Shape 5882"/>
        <p:cNvGrpSpPr/>
        <p:nvPr/>
      </p:nvGrpSpPr>
      <p:grpSpPr>
        <a:xfrm>
          <a:off x="0" y="0"/>
          <a:ext cx="0" cy="0"/>
          <a:chOff x="0" y="0"/>
          <a:chExt cx="0" cy="0"/>
        </a:xfrm>
      </p:grpSpPr>
      <p:sp>
        <p:nvSpPr>
          <p:cNvPr id="5883" name="Google Shape;5883;p460"/>
          <p:cNvSpPr txBox="1">
            <a:spLocks noGrp="1"/>
          </p:cNvSpPr>
          <p:nvPr>
            <p:ph type="title"/>
          </p:nvPr>
        </p:nvSpPr>
        <p:spPr>
          <a:xfrm>
            <a:off x="457200" y="114300"/>
            <a:ext cx="8229600" cy="903300"/>
          </a:xfrm>
          <a:prstGeom prst="rect">
            <a:avLst/>
          </a:prstGeom>
        </p:spPr>
        <p:txBody>
          <a:bodyPr spcFirstLastPara="1" wrap="square" lIns="0" tIns="0" rIns="0" bIns="0" anchor="t" anchorCtr="0">
            <a:normAutofit/>
          </a:bodyPr>
          <a:lstStyle/>
          <a:p>
            <a:pPr marL="0" lvl="0" indent="0" algn="l" rtl="0">
              <a:spcBef>
                <a:spcPts val="0"/>
              </a:spcBef>
              <a:spcAft>
                <a:spcPts val="0"/>
              </a:spcAft>
              <a:buNone/>
            </a:pPr>
            <a:r>
              <a:rPr lang="en"/>
              <a:t>Enabling Customer Success (Optional)</a:t>
            </a:r>
            <a:endParaRPr/>
          </a:p>
        </p:txBody>
      </p:sp>
      <p:sp>
        <p:nvSpPr>
          <p:cNvPr id="5884" name="Google Shape;5884;p460"/>
          <p:cNvSpPr txBox="1">
            <a:spLocks noGrp="1"/>
          </p:cNvSpPr>
          <p:nvPr>
            <p:ph type="body" idx="1"/>
          </p:nvPr>
        </p:nvSpPr>
        <p:spPr>
          <a:xfrm>
            <a:off x="457200" y="1152475"/>
            <a:ext cx="8229600" cy="3416400"/>
          </a:xfrm>
          <a:prstGeom prst="rect">
            <a:avLst/>
          </a:prstGeom>
        </p:spPr>
        <p:txBody>
          <a:bodyPr spcFirstLastPara="1" wrap="square" lIns="0" tIns="0" rIns="0" bIns="0" anchor="t" anchorCtr="0">
            <a:normAutofit/>
          </a:bodyPr>
          <a:lstStyle/>
          <a:p>
            <a:pPr marL="0" lvl="0" indent="0" algn="l" rtl="0">
              <a:spcBef>
                <a:spcPts val="0"/>
              </a:spcBef>
              <a:spcAft>
                <a:spcPts val="0"/>
              </a:spcAft>
              <a:buNone/>
            </a:pPr>
            <a:r>
              <a:rPr lang="en"/>
              <a:t>Optional slide to include 1 or more joint customer success story examples, whether they are named or anonymous reference examples</a:t>
            </a:r>
            <a:endParaRPr/>
          </a:p>
          <a:p>
            <a:pPr marL="0" lvl="0" indent="0" algn="l" rtl="0">
              <a:spcBef>
                <a:spcPts val="0"/>
              </a:spcBef>
              <a:spcAft>
                <a:spcPts val="0"/>
              </a:spcAft>
              <a:buNone/>
            </a:pPr>
            <a:r>
              <a:rPr lang="en"/>
              <a:t>Perhaps using a different format if you have creative idea here for layout</a:t>
            </a:r>
            <a:endParaRPr/>
          </a:p>
          <a:p>
            <a:pPr marL="0" lvl="0" indent="0" algn="l" rtl="0">
              <a:spcBef>
                <a:spcPts val="0"/>
              </a:spcBef>
              <a:spcAft>
                <a:spcPts val="0"/>
              </a:spcAft>
              <a:buNone/>
            </a:pPr>
            <a:endParaRPr/>
          </a:p>
          <a:p>
            <a:pPr marL="0" lvl="0" indent="0" algn="l" rtl="0">
              <a:spcBef>
                <a:spcPts val="0"/>
              </a:spcBef>
              <a:spcAft>
                <a:spcPts val="0"/>
              </a:spcAft>
              <a:buNone/>
            </a:pPr>
            <a:r>
              <a:rPr lang="en"/>
              <a:t>Client &lt;name or anonymous description&gt;</a:t>
            </a:r>
            <a:endParaRPr/>
          </a:p>
          <a:p>
            <a:pPr marL="0" lvl="0" indent="0" algn="l" rtl="0">
              <a:spcBef>
                <a:spcPts val="0"/>
              </a:spcBef>
              <a:spcAft>
                <a:spcPts val="0"/>
              </a:spcAft>
              <a:buNone/>
            </a:pPr>
            <a:r>
              <a:rPr lang="en"/>
              <a:t>Company Size</a:t>
            </a:r>
            <a:endParaRPr/>
          </a:p>
          <a:p>
            <a:pPr marL="0" lvl="0" indent="0" algn="l" rtl="0">
              <a:spcBef>
                <a:spcPts val="0"/>
              </a:spcBef>
              <a:spcAft>
                <a:spcPts val="0"/>
              </a:spcAft>
              <a:buNone/>
            </a:pPr>
            <a:r>
              <a:rPr lang="en"/>
              <a:t>Solution Need</a:t>
            </a:r>
            <a:endParaRPr/>
          </a:p>
          <a:p>
            <a:pPr marL="0" lvl="0" indent="0" algn="l" rtl="0">
              <a:spcBef>
                <a:spcPts val="0"/>
              </a:spcBef>
              <a:spcAft>
                <a:spcPts val="0"/>
              </a:spcAft>
              <a:buNone/>
            </a:pPr>
            <a:r>
              <a:rPr lang="en"/>
              <a:t>Solution Deployed</a:t>
            </a:r>
            <a:endParaRPr/>
          </a:p>
          <a:p>
            <a:pPr marL="0" lvl="0" indent="0" algn="l" rtl="0">
              <a:spcBef>
                <a:spcPts val="0"/>
              </a:spcBef>
              <a:spcAft>
                <a:spcPts val="0"/>
              </a:spcAft>
              <a:buNone/>
            </a:pPr>
            <a:r>
              <a:rPr lang="en"/>
              <a:t>What the partner did to implement the solution (40 words or less)</a:t>
            </a:r>
            <a:endParaRPr/>
          </a:p>
          <a:p>
            <a:pPr marL="0" lvl="0" indent="0" algn="l" rtl="0">
              <a:spcBef>
                <a:spcPts val="0"/>
              </a:spcBef>
              <a:spcAft>
                <a:spcPts val="0"/>
              </a:spcAft>
              <a:buNone/>
            </a:pPr>
            <a:r>
              <a:rPr lang="en"/>
              <a:t>Any outcome(s)</a:t>
            </a:r>
            <a:endParaRPr/>
          </a:p>
        </p:txBody>
      </p:sp>
      <p:sp>
        <p:nvSpPr>
          <p:cNvPr id="5885" name="Google Shape;5885;p460"/>
          <p:cNvSpPr txBox="1">
            <a:spLocks noGrp="1"/>
          </p:cNvSpPr>
          <p:nvPr>
            <p:ph type="sldNum" idx="12"/>
          </p:nvPr>
        </p:nvSpPr>
        <p:spPr>
          <a:xfrm>
            <a:off x="8366700" y="4805546"/>
            <a:ext cx="548700" cy="2154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fld id="{00000000-1234-1234-1234-123412341234}" type="slidenum">
              <a:rPr lang="en"/>
              <a:t>35</a:t>
            </a:fld>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5889"/>
        <p:cNvGrpSpPr/>
        <p:nvPr/>
      </p:nvGrpSpPr>
      <p:grpSpPr>
        <a:xfrm>
          <a:off x="0" y="0"/>
          <a:ext cx="0" cy="0"/>
          <a:chOff x="0" y="0"/>
          <a:chExt cx="0" cy="0"/>
        </a:xfrm>
      </p:grpSpPr>
      <p:pic>
        <p:nvPicPr>
          <p:cNvPr id="5890" name="Google Shape;5890;p461"/>
          <p:cNvPicPr preferRelativeResize="0"/>
          <p:nvPr/>
        </p:nvPicPr>
        <p:blipFill>
          <a:blip r:embed="rId3">
            <a:alphaModFix/>
          </a:blip>
          <a:stretch>
            <a:fillRect/>
          </a:stretch>
        </p:blipFill>
        <p:spPr>
          <a:xfrm>
            <a:off x="8544852" y="62010"/>
            <a:ext cx="599140" cy="599141"/>
          </a:xfrm>
          <a:prstGeom prst="rect">
            <a:avLst/>
          </a:prstGeom>
          <a:noFill/>
          <a:ln>
            <a:noFill/>
          </a:ln>
        </p:spPr>
      </p:pic>
      <p:sp>
        <p:nvSpPr>
          <p:cNvPr id="5891" name="Google Shape;5891;p461"/>
          <p:cNvSpPr txBox="1">
            <a:spLocks noGrp="1"/>
          </p:cNvSpPr>
          <p:nvPr>
            <p:ph type="title" idx="4294967295"/>
          </p:nvPr>
        </p:nvSpPr>
        <p:spPr>
          <a:xfrm>
            <a:off x="457200" y="114300"/>
            <a:ext cx="8229600" cy="513600"/>
          </a:xfrm>
          <a:prstGeom prst="rect">
            <a:avLst/>
          </a:prstGeom>
        </p:spPr>
        <p:txBody>
          <a:bodyPr spcFirstLastPara="1" wrap="square" lIns="0" tIns="0" rIns="0" bIns="0" anchor="t" anchorCtr="0">
            <a:noAutofit/>
          </a:bodyPr>
          <a:lstStyle/>
          <a:p>
            <a:pPr marL="0" lvl="0" indent="0" algn="l" rtl="0">
              <a:spcBef>
                <a:spcPts val="0"/>
              </a:spcBef>
              <a:spcAft>
                <a:spcPts val="0"/>
              </a:spcAft>
              <a:buClr>
                <a:schemeClr val="dk1"/>
              </a:buClr>
              <a:buSzPts val="1100"/>
              <a:buFont typeface="Arial"/>
              <a:buNone/>
            </a:pPr>
            <a:r>
              <a:rPr lang="en"/>
              <a:t>Joint Client Success</a:t>
            </a:r>
            <a:endParaRPr/>
          </a:p>
        </p:txBody>
      </p:sp>
      <p:sp>
        <p:nvSpPr>
          <p:cNvPr id="5892" name="Google Shape;5892;p461"/>
          <p:cNvSpPr/>
          <p:nvPr/>
        </p:nvSpPr>
        <p:spPr>
          <a:xfrm rot="-5400000">
            <a:off x="5701350" y="1707100"/>
            <a:ext cx="3934200" cy="2951100"/>
          </a:xfrm>
          <a:prstGeom prst="round2SameRect">
            <a:avLst>
              <a:gd name="adj1" fmla="val 7835"/>
              <a:gd name="adj2" fmla="val 0"/>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93" name="Google Shape;5893;p461"/>
          <p:cNvSpPr txBox="1"/>
          <p:nvPr/>
        </p:nvSpPr>
        <p:spPr>
          <a:xfrm>
            <a:off x="8366700" y="4805546"/>
            <a:ext cx="548700" cy="215400"/>
          </a:xfrm>
          <a:prstGeom prst="rect">
            <a:avLst/>
          </a:prstGeom>
          <a:noFill/>
          <a:ln>
            <a:noFill/>
          </a:ln>
        </p:spPr>
        <p:txBody>
          <a:bodyPr spcFirstLastPara="1" wrap="square" lIns="0" tIns="0" rIns="0" bIns="0" anchor="b" anchorCtr="0">
            <a:normAutofit/>
          </a:bodyPr>
          <a:lstStyle/>
          <a:p>
            <a:pPr marL="0" lvl="0" indent="0" algn="r" rtl="0">
              <a:spcBef>
                <a:spcPts val="0"/>
              </a:spcBef>
              <a:spcAft>
                <a:spcPts val="0"/>
              </a:spcAft>
              <a:buNone/>
            </a:pPr>
            <a:fld id="{00000000-1234-1234-1234-123412341234}" type="slidenum">
              <a:rPr lang="en" sz="800">
                <a:solidFill>
                  <a:srgbClr val="434343"/>
                </a:solidFill>
                <a:latin typeface="IBM Plex Sans"/>
                <a:ea typeface="IBM Plex Sans"/>
                <a:cs typeface="IBM Plex Sans"/>
                <a:sym typeface="IBM Plex Sans"/>
              </a:rPr>
              <a:t>36</a:t>
            </a:fld>
            <a:endParaRPr sz="800">
              <a:solidFill>
                <a:srgbClr val="434343"/>
              </a:solidFill>
              <a:latin typeface="IBM Plex Sans"/>
              <a:ea typeface="IBM Plex Sans"/>
              <a:cs typeface="IBM Plex Sans"/>
              <a:sym typeface="IBM Plex Sans"/>
            </a:endParaRPr>
          </a:p>
        </p:txBody>
      </p:sp>
      <p:grpSp>
        <p:nvGrpSpPr>
          <p:cNvPr id="5894" name="Google Shape;5894;p461"/>
          <p:cNvGrpSpPr/>
          <p:nvPr/>
        </p:nvGrpSpPr>
        <p:grpSpPr>
          <a:xfrm>
            <a:off x="476083" y="861127"/>
            <a:ext cx="548685" cy="548685"/>
            <a:chOff x="5081101" y="3162426"/>
            <a:chExt cx="848700" cy="848700"/>
          </a:xfrm>
        </p:grpSpPr>
        <p:sp>
          <p:nvSpPr>
            <p:cNvPr id="5895" name="Google Shape;5895;p461"/>
            <p:cNvSpPr/>
            <p:nvPr/>
          </p:nvSpPr>
          <p:spPr>
            <a:xfrm rot="-2700000">
              <a:off x="5204436" y="3287670"/>
              <a:ext cx="602031" cy="598212"/>
            </a:xfrm>
            <a:prstGeom prst="roundRect">
              <a:avLst>
                <a:gd name="adj" fmla="val 5808"/>
              </a:avLst>
            </a:prstGeom>
            <a:solidFill>
              <a:schemeClr val="accent1"/>
            </a:solidFill>
            <a:ln>
              <a:noFill/>
            </a:ln>
          </p:spPr>
          <p:txBody>
            <a:bodyPr spcFirstLastPara="1" wrap="square" lIns="57150" tIns="57150" rIns="57150" bIns="57150" anchor="ctr" anchorCtr="0">
              <a:noAutofit/>
            </a:bodyPr>
            <a:lstStyle/>
            <a:p>
              <a:pPr marL="0" lvl="0" indent="0" algn="ctr" rtl="0">
                <a:spcBef>
                  <a:spcPts val="0"/>
                </a:spcBef>
                <a:spcAft>
                  <a:spcPts val="0"/>
                </a:spcAft>
                <a:buNone/>
              </a:pPr>
              <a:endParaRPr sz="800" b="1">
                <a:solidFill>
                  <a:srgbClr val="FFFFFF"/>
                </a:solidFill>
                <a:latin typeface="IBM Plex Sans"/>
                <a:ea typeface="IBM Plex Sans"/>
                <a:cs typeface="IBM Plex Sans"/>
                <a:sym typeface="IBM Plex Sans"/>
              </a:endParaRPr>
            </a:p>
          </p:txBody>
        </p:sp>
        <p:sp>
          <p:nvSpPr>
            <p:cNvPr id="5896" name="Google Shape;5896;p461"/>
            <p:cNvSpPr/>
            <p:nvPr/>
          </p:nvSpPr>
          <p:spPr>
            <a:xfrm>
              <a:off x="5345872" y="3449985"/>
              <a:ext cx="343550" cy="281475"/>
            </a:xfrm>
            <a:custGeom>
              <a:avLst/>
              <a:gdLst/>
              <a:ahLst/>
              <a:cxnLst/>
              <a:rect l="l" t="t" r="r" b="b"/>
              <a:pathLst>
                <a:path w="13742" h="11259" extrusionOk="0">
                  <a:moveTo>
                    <a:pt x="11524" y="1"/>
                  </a:moveTo>
                  <a:lnTo>
                    <a:pt x="4701" y="6823"/>
                  </a:lnTo>
                  <a:lnTo>
                    <a:pt x="2218" y="4341"/>
                  </a:lnTo>
                  <a:lnTo>
                    <a:pt x="0" y="6558"/>
                  </a:lnTo>
                  <a:lnTo>
                    <a:pt x="4701" y="11259"/>
                  </a:lnTo>
                  <a:lnTo>
                    <a:pt x="13741" y="2218"/>
                  </a:lnTo>
                  <a:lnTo>
                    <a:pt x="11524" y="1"/>
                  </a:lnTo>
                  <a:close/>
                </a:path>
              </a:pathLst>
            </a:custGeom>
            <a:solidFill>
              <a:srgbClr val="F7F7F7"/>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grpSp>
      <p:sp>
        <p:nvSpPr>
          <p:cNvPr id="5897" name="Google Shape;5897;p461"/>
          <p:cNvSpPr txBox="1"/>
          <p:nvPr/>
        </p:nvSpPr>
        <p:spPr>
          <a:xfrm>
            <a:off x="6443322" y="1600206"/>
            <a:ext cx="1996800" cy="10776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n" b="1">
                <a:solidFill>
                  <a:schemeClr val="lt1"/>
                </a:solidFill>
                <a:latin typeface="IBM Plex Sans"/>
                <a:ea typeface="IBM Plex Sans"/>
                <a:cs typeface="IBM Plex Sans"/>
                <a:sym typeface="IBM Plex Sans"/>
              </a:rPr>
              <a:t>The Outcome</a:t>
            </a:r>
            <a:endParaRPr b="1">
              <a:solidFill>
                <a:schemeClr val="lt1"/>
              </a:solidFill>
              <a:latin typeface="IBM Plex Sans"/>
              <a:ea typeface="IBM Plex Sans"/>
              <a:cs typeface="IBM Plex Sans"/>
              <a:sym typeface="IBM Plex Sans"/>
            </a:endParaRPr>
          </a:p>
          <a:p>
            <a:pPr marL="0" lvl="0" indent="0" algn="l" rtl="0">
              <a:spcBef>
                <a:spcPts val="0"/>
              </a:spcBef>
              <a:spcAft>
                <a:spcPts val="0"/>
              </a:spcAft>
              <a:buNone/>
            </a:pPr>
            <a:endParaRPr>
              <a:solidFill>
                <a:schemeClr val="lt1"/>
              </a:solidFill>
              <a:latin typeface="IBM Plex Sans"/>
              <a:ea typeface="IBM Plex Sans"/>
              <a:cs typeface="IBM Plex Sans"/>
              <a:sym typeface="IBM Plex Sans"/>
            </a:endParaRPr>
          </a:p>
          <a:p>
            <a:pPr marL="457200" lvl="0" indent="-317500" algn="l" rtl="0">
              <a:spcBef>
                <a:spcPts val="0"/>
              </a:spcBef>
              <a:spcAft>
                <a:spcPts val="0"/>
              </a:spcAft>
              <a:buClr>
                <a:schemeClr val="accent2"/>
              </a:buClr>
              <a:buSzPts val="1400"/>
              <a:buFont typeface="IBM Plex Sans Medium"/>
              <a:buChar char="●"/>
            </a:pPr>
            <a:r>
              <a:rPr lang="en">
                <a:solidFill>
                  <a:schemeClr val="accent2"/>
                </a:solidFill>
                <a:latin typeface="IBM Plex Sans Medium"/>
                <a:ea typeface="IBM Plex Sans Medium"/>
                <a:cs typeface="IBM Plex Sans Medium"/>
                <a:sym typeface="IBM Plex Sans Medium"/>
              </a:rPr>
              <a:t>Business outcome</a:t>
            </a:r>
            <a:endParaRPr>
              <a:solidFill>
                <a:schemeClr val="accent2"/>
              </a:solidFill>
              <a:latin typeface="IBM Plex Sans Medium"/>
              <a:ea typeface="IBM Plex Sans Medium"/>
              <a:cs typeface="IBM Plex Sans Medium"/>
              <a:sym typeface="IBM Plex Sans Medium"/>
            </a:endParaRPr>
          </a:p>
          <a:p>
            <a:pPr marL="457200" lvl="0" indent="-317500" algn="l" rtl="0">
              <a:spcBef>
                <a:spcPts val="0"/>
              </a:spcBef>
              <a:spcAft>
                <a:spcPts val="0"/>
              </a:spcAft>
              <a:buClr>
                <a:schemeClr val="accent2"/>
              </a:buClr>
              <a:buSzPts val="1400"/>
              <a:buFont typeface="IBM Plex Sans Medium"/>
              <a:buChar char="●"/>
            </a:pPr>
            <a:r>
              <a:rPr lang="en">
                <a:solidFill>
                  <a:schemeClr val="accent2"/>
                </a:solidFill>
                <a:latin typeface="IBM Plex Sans Medium"/>
                <a:ea typeface="IBM Plex Sans Medium"/>
                <a:cs typeface="IBM Plex Sans Medium"/>
                <a:sym typeface="IBM Plex Sans Medium"/>
              </a:rPr>
              <a:t>Business outcome</a:t>
            </a:r>
            <a:endParaRPr>
              <a:solidFill>
                <a:schemeClr val="accent2"/>
              </a:solidFill>
              <a:latin typeface="IBM Plex Sans Medium"/>
              <a:ea typeface="IBM Plex Sans Medium"/>
              <a:cs typeface="IBM Plex Sans Medium"/>
              <a:sym typeface="IBM Plex Sans Medium"/>
            </a:endParaRPr>
          </a:p>
          <a:p>
            <a:pPr marL="457200" lvl="0" indent="-317500" algn="l" rtl="0">
              <a:spcBef>
                <a:spcPts val="0"/>
              </a:spcBef>
              <a:spcAft>
                <a:spcPts val="0"/>
              </a:spcAft>
              <a:buClr>
                <a:schemeClr val="accent2"/>
              </a:buClr>
              <a:buSzPts val="1400"/>
              <a:buFont typeface="IBM Plex Sans Medium"/>
              <a:buChar char="●"/>
            </a:pPr>
            <a:r>
              <a:rPr lang="en">
                <a:solidFill>
                  <a:schemeClr val="accent2"/>
                </a:solidFill>
                <a:latin typeface="IBM Plex Sans Medium"/>
                <a:ea typeface="IBM Plex Sans Medium"/>
                <a:cs typeface="IBM Plex Sans Medium"/>
                <a:sym typeface="IBM Plex Sans Medium"/>
              </a:rPr>
              <a:t>Business outcome</a:t>
            </a:r>
            <a:endParaRPr>
              <a:solidFill>
                <a:schemeClr val="accent2"/>
              </a:solidFill>
              <a:latin typeface="IBM Plex Sans Medium"/>
              <a:ea typeface="IBM Plex Sans Medium"/>
              <a:cs typeface="IBM Plex Sans Medium"/>
              <a:sym typeface="IBM Plex Sans Medium"/>
            </a:endParaRPr>
          </a:p>
        </p:txBody>
      </p:sp>
      <p:sp>
        <p:nvSpPr>
          <p:cNvPr id="5898" name="Google Shape;5898;p461"/>
          <p:cNvSpPr txBox="1">
            <a:spLocks noGrp="1"/>
          </p:cNvSpPr>
          <p:nvPr>
            <p:ph type="subTitle" idx="4294967295"/>
          </p:nvPr>
        </p:nvSpPr>
        <p:spPr>
          <a:xfrm>
            <a:off x="152400" y="1600200"/>
            <a:ext cx="1840200" cy="1989300"/>
          </a:xfrm>
          <a:prstGeom prst="rect">
            <a:avLst/>
          </a:prstGeom>
        </p:spPr>
        <p:txBody>
          <a:bodyPr spcFirstLastPara="1" wrap="square" lIns="0" tIns="0" rIns="0" bIns="0" anchor="t" anchorCtr="0">
            <a:noAutofit/>
          </a:bodyPr>
          <a:lstStyle/>
          <a:p>
            <a:pPr marL="0" lvl="0" indent="0" algn="r" rtl="0">
              <a:spcBef>
                <a:spcPts val="0"/>
              </a:spcBef>
              <a:spcAft>
                <a:spcPts val="0"/>
              </a:spcAft>
              <a:buNone/>
            </a:pPr>
            <a:r>
              <a:rPr lang="en" sz="1400" b="1"/>
              <a:t>Client</a:t>
            </a:r>
            <a:r>
              <a:rPr lang="en" sz="1400"/>
              <a:t>:</a:t>
            </a:r>
            <a:endParaRPr sz="1400"/>
          </a:p>
          <a:p>
            <a:pPr marL="0" lvl="0" indent="0" algn="r" rtl="0">
              <a:spcBef>
                <a:spcPts val="0"/>
              </a:spcBef>
              <a:spcAft>
                <a:spcPts val="0"/>
              </a:spcAft>
              <a:buNone/>
            </a:pPr>
            <a:r>
              <a:rPr lang="en" sz="1400" b="1"/>
              <a:t>Company Size</a:t>
            </a:r>
            <a:r>
              <a:rPr lang="en" sz="1400"/>
              <a:t>:</a:t>
            </a:r>
            <a:endParaRPr sz="1400"/>
          </a:p>
          <a:p>
            <a:pPr marL="0" lvl="0" indent="0" algn="r" rtl="0">
              <a:spcBef>
                <a:spcPts val="0"/>
              </a:spcBef>
              <a:spcAft>
                <a:spcPts val="0"/>
              </a:spcAft>
              <a:buNone/>
            </a:pPr>
            <a:r>
              <a:rPr lang="en" sz="1400" b="1"/>
              <a:t>Solution Needs</a:t>
            </a:r>
            <a:r>
              <a:rPr lang="en" sz="1400"/>
              <a:t>:</a:t>
            </a:r>
            <a:endParaRPr sz="1400"/>
          </a:p>
          <a:p>
            <a:pPr marL="0" lvl="0" indent="0" algn="r" rtl="0">
              <a:spcBef>
                <a:spcPts val="0"/>
              </a:spcBef>
              <a:spcAft>
                <a:spcPts val="0"/>
              </a:spcAft>
              <a:buNone/>
            </a:pPr>
            <a:r>
              <a:rPr lang="en" sz="1400" b="1"/>
              <a:t>Solution Deployed</a:t>
            </a:r>
            <a:r>
              <a:rPr lang="en" sz="1400"/>
              <a:t>:</a:t>
            </a:r>
            <a:endParaRPr sz="1400"/>
          </a:p>
          <a:p>
            <a:pPr marL="0" lvl="0" indent="0" algn="r" rtl="0">
              <a:spcBef>
                <a:spcPts val="0"/>
              </a:spcBef>
              <a:spcAft>
                <a:spcPts val="0"/>
              </a:spcAft>
              <a:buNone/>
            </a:pPr>
            <a:r>
              <a:rPr lang="en" sz="1400" b="1"/>
              <a:t>Solution Description</a:t>
            </a:r>
            <a:r>
              <a:rPr lang="en" sz="1400"/>
              <a:t>:</a:t>
            </a:r>
            <a:endParaRPr sz="1400"/>
          </a:p>
        </p:txBody>
      </p:sp>
      <p:sp>
        <p:nvSpPr>
          <p:cNvPr id="5899" name="Google Shape;5899;p461"/>
          <p:cNvSpPr txBox="1">
            <a:spLocks noGrp="1"/>
          </p:cNvSpPr>
          <p:nvPr>
            <p:ph type="subTitle" idx="4294967295"/>
          </p:nvPr>
        </p:nvSpPr>
        <p:spPr>
          <a:xfrm>
            <a:off x="2166900" y="1600200"/>
            <a:ext cx="3824400" cy="30558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n" sz="1400">
                <a:solidFill>
                  <a:srgbClr val="434343"/>
                </a:solidFill>
              </a:rPr>
              <a:t>Name</a:t>
            </a:r>
            <a:endParaRPr/>
          </a:p>
          <a:p>
            <a:pPr marL="0" lvl="0" indent="0" algn="l" rtl="0">
              <a:spcBef>
                <a:spcPts val="0"/>
              </a:spcBef>
              <a:spcAft>
                <a:spcPts val="0"/>
              </a:spcAft>
              <a:buNone/>
            </a:pPr>
            <a:r>
              <a:rPr lang="en" sz="1400">
                <a:solidFill>
                  <a:srgbClr val="434343"/>
                </a:solidFill>
              </a:rPr>
              <a:t>Size</a:t>
            </a:r>
            <a:endParaRPr sz="1400">
              <a:solidFill>
                <a:srgbClr val="434343"/>
              </a:solidFill>
            </a:endParaRPr>
          </a:p>
          <a:p>
            <a:pPr marL="0" lvl="0" indent="0" algn="l" rtl="0">
              <a:spcBef>
                <a:spcPts val="0"/>
              </a:spcBef>
              <a:spcAft>
                <a:spcPts val="0"/>
              </a:spcAft>
              <a:buNone/>
            </a:pPr>
            <a:r>
              <a:rPr lang="en" sz="1400">
                <a:solidFill>
                  <a:srgbClr val="434343"/>
                </a:solidFill>
              </a:rPr>
              <a:t>Needs</a:t>
            </a:r>
            <a:endParaRPr sz="1400">
              <a:solidFill>
                <a:srgbClr val="434343"/>
              </a:solidFill>
            </a:endParaRPr>
          </a:p>
          <a:p>
            <a:pPr marL="0" lvl="0" indent="0" algn="l" rtl="0">
              <a:spcBef>
                <a:spcPts val="0"/>
              </a:spcBef>
              <a:spcAft>
                <a:spcPts val="0"/>
              </a:spcAft>
              <a:buNone/>
            </a:pPr>
            <a:r>
              <a:rPr lang="en" sz="1400">
                <a:solidFill>
                  <a:srgbClr val="434343"/>
                </a:solidFill>
              </a:rPr>
              <a:t>Solution(s)</a:t>
            </a:r>
            <a:endParaRPr sz="1400">
              <a:solidFill>
                <a:srgbClr val="434343"/>
              </a:solidFill>
            </a:endParaRPr>
          </a:p>
          <a:p>
            <a:pPr marL="0" lvl="0" indent="0" algn="l" rtl="0">
              <a:spcBef>
                <a:spcPts val="0"/>
              </a:spcBef>
              <a:spcAft>
                <a:spcPts val="0"/>
              </a:spcAft>
              <a:buNone/>
            </a:pPr>
            <a:r>
              <a:rPr lang="en" sz="1400">
                <a:solidFill>
                  <a:srgbClr val="434343"/>
                </a:solidFill>
              </a:rPr>
              <a:t>What the partner did to implement the solution (40 words or less)</a:t>
            </a:r>
            <a:endParaRPr sz="1400">
              <a:solidFill>
                <a:srgbClr val="434343"/>
              </a:solidFill>
            </a:endParaRPr>
          </a:p>
        </p:txBody>
      </p:sp>
      <p:sp>
        <p:nvSpPr>
          <p:cNvPr id="5900" name="Google Shape;5900;p461"/>
          <p:cNvSpPr txBox="1"/>
          <p:nvPr/>
        </p:nvSpPr>
        <p:spPr>
          <a:xfrm>
            <a:off x="1208175" y="1028700"/>
            <a:ext cx="2151000" cy="441600"/>
          </a:xfrm>
          <a:prstGeom prst="rect">
            <a:avLst/>
          </a:prstGeom>
          <a:noFill/>
          <a:ln>
            <a:noFill/>
          </a:ln>
        </p:spPr>
        <p:txBody>
          <a:bodyPr spcFirstLastPara="1" wrap="square" lIns="0" tIns="0" rIns="0" bIns="0" anchor="t" anchorCtr="0">
            <a:noAutofit/>
          </a:bodyPr>
          <a:lstStyle/>
          <a:p>
            <a:pPr marL="0" lvl="0" indent="0" algn="l" rtl="0">
              <a:spcBef>
                <a:spcPts val="0"/>
              </a:spcBef>
              <a:spcAft>
                <a:spcPts val="1200"/>
              </a:spcAft>
              <a:buNone/>
            </a:pPr>
            <a:r>
              <a:rPr lang="en" sz="1300" b="1">
                <a:solidFill>
                  <a:srgbClr val="888B8D"/>
                </a:solidFill>
                <a:latin typeface="IBM Plex Sans"/>
                <a:ea typeface="IBM Plex Sans"/>
                <a:cs typeface="IBM Plex Sans"/>
                <a:sym typeface="IBM Plex Sans"/>
              </a:rPr>
              <a:t>Customer Summary:</a:t>
            </a:r>
            <a:endParaRPr sz="1300" b="1">
              <a:solidFill>
                <a:srgbClr val="888B8D"/>
              </a:solidFill>
              <a:latin typeface="IBM Plex Sans"/>
              <a:ea typeface="IBM Plex Sans"/>
              <a:cs typeface="IBM Plex Sans"/>
              <a:sym typeface="IBM Plex Sans"/>
            </a:endParaRPr>
          </a:p>
        </p:txBody>
      </p:sp>
      <p:sp>
        <p:nvSpPr>
          <p:cNvPr id="5901" name="Google Shape;5901;p461"/>
          <p:cNvSpPr txBox="1"/>
          <p:nvPr/>
        </p:nvSpPr>
        <p:spPr>
          <a:xfrm>
            <a:off x="305850" y="4847850"/>
            <a:ext cx="3474300" cy="173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000">
                <a:solidFill>
                  <a:schemeClr val="dk1"/>
                </a:solidFill>
                <a:latin typeface="IBM Plex Sans"/>
                <a:ea typeface="IBM Plex Sans"/>
                <a:cs typeface="IBM Plex Sans"/>
                <a:sym typeface="IBM Plex Sans"/>
              </a:rPr>
              <a:t>*not an external reference</a:t>
            </a:r>
            <a:endParaRPr sz="1000">
              <a:solidFill>
                <a:schemeClr val="dk1"/>
              </a:solidFill>
              <a:latin typeface="IBM Plex Sans"/>
              <a:ea typeface="IBM Plex Sans"/>
              <a:cs typeface="IBM Plex Sans"/>
              <a:sym typeface="IBM Plex Sans"/>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0">
  <p:cSld>
    <p:spTree>
      <p:nvGrpSpPr>
        <p:cNvPr id="1" name="Shape 5905"/>
        <p:cNvGrpSpPr/>
        <p:nvPr/>
      </p:nvGrpSpPr>
      <p:grpSpPr>
        <a:xfrm>
          <a:off x="0" y="0"/>
          <a:ext cx="0" cy="0"/>
          <a:chOff x="0" y="0"/>
          <a:chExt cx="0" cy="0"/>
        </a:xfrm>
      </p:grpSpPr>
      <p:sp>
        <p:nvSpPr>
          <p:cNvPr id="5906" name="Google Shape;5906;p462"/>
          <p:cNvSpPr txBox="1"/>
          <p:nvPr/>
        </p:nvSpPr>
        <p:spPr>
          <a:xfrm>
            <a:off x="357200" y="876075"/>
            <a:ext cx="3339000" cy="23628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100" b="1">
                <a:solidFill>
                  <a:schemeClr val="accent1"/>
                </a:solidFill>
                <a:latin typeface="IBM Plex Sans"/>
                <a:ea typeface="IBM Plex Sans"/>
                <a:cs typeface="IBM Plex Sans"/>
                <a:sym typeface="IBM Plex Sans"/>
              </a:rPr>
              <a:t>Summarized Pitch (“Elevator Pitch”)</a:t>
            </a:r>
            <a:endParaRPr sz="1100" b="1">
              <a:solidFill>
                <a:schemeClr val="accent1"/>
              </a:solidFill>
              <a:latin typeface="IBM Plex Sans"/>
              <a:ea typeface="IBM Plex Sans"/>
              <a:cs typeface="IBM Plex Sans"/>
              <a:sym typeface="IBM Plex Sans"/>
            </a:endParaRPr>
          </a:p>
          <a:p>
            <a:pPr marL="171450" lvl="0" indent="-171450" algn="l" rtl="0">
              <a:lnSpc>
                <a:spcPct val="150000"/>
              </a:lnSpc>
              <a:spcBef>
                <a:spcPts val="0"/>
              </a:spcBef>
              <a:spcAft>
                <a:spcPts val="0"/>
              </a:spcAft>
              <a:buClr>
                <a:schemeClr val="lt1"/>
              </a:buClr>
              <a:buSzPts val="900"/>
              <a:buFont typeface="IBM Plex Sans"/>
              <a:buChar char="●"/>
            </a:pPr>
            <a:r>
              <a:rPr lang="en" sz="900" u="sng">
                <a:solidFill>
                  <a:schemeClr val="lt1"/>
                </a:solidFill>
                <a:latin typeface="IBM Plex Sans"/>
                <a:ea typeface="IBM Plex Sans"/>
                <a:cs typeface="IBM Plex Sans"/>
                <a:sym typeface="IBM Plex Sans"/>
              </a:rPr>
              <a:t>AI </a:t>
            </a:r>
            <a:r>
              <a:rPr lang="en" sz="900">
                <a:solidFill>
                  <a:schemeClr val="lt1"/>
                </a:solidFill>
                <a:latin typeface="IBM Plex Sans"/>
                <a:ea typeface="IBM Plex Sans"/>
                <a:cs typeface="IBM Plex Sans"/>
                <a:sym typeface="IBM Plex Sans"/>
              </a:rPr>
              <a:t>is disrupting businesses and business models </a:t>
            </a:r>
            <a:endParaRPr sz="900">
              <a:solidFill>
                <a:schemeClr val="lt1"/>
              </a:solidFill>
              <a:latin typeface="IBM Plex Sans"/>
              <a:ea typeface="IBM Plex Sans"/>
              <a:cs typeface="IBM Plex Sans"/>
              <a:sym typeface="IBM Plex Sans"/>
            </a:endParaRPr>
          </a:p>
          <a:p>
            <a:pPr marL="171450" lvl="0" indent="-171450" algn="l" rtl="0">
              <a:lnSpc>
                <a:spcPct val="150000"/>
              </a:lnSpc>
              <a:spcBef>
                <a:spcPts val="0"/>
              </a:spcBef>
              <a:spcAft>
                <a:spcPts val="0"/>
              </a:spcAft>
              <a:buClr>
                <a:schemeClr val="lt1"/>
              </a:buClr>
              <a:buSzPts val="900"/>
              <a:buFont typeface="IBM Plex Sans"/>
              <a:buChar char="●"/>
            </a:pPr>
            <a:r>
              <a:rPr lang="en" sz="900" b="1" u="sng">
                <a:solidFill>
                  <a:schemeClr val="lt1"/>
                </a:solidFill>
                <a:latin typeface="IBM Plex Sans"/>
                <a:ea typeface="IBM Plex Sans"/>
                <a:cs typeface="IBM Plex Sans"/>
                <a:sym typeface="IBM Plex Sans"/>
              </a:rPr>
              <a:t>CIO/CTO</a:t>
            </a:r>
            <a:r>
              <a:rPr lang="en" sz="900" u="sng">
                <a:solidFill>
                  <a:schemeClr val="lt1"/>
                </a:solidFill>
                <a:latin typeface="IBM Plex Sans"/>
                <a:ea typeface="IBM Plex Sans"/>
                <a:cs typeface="IBM Plex Sans"/>
                <a:sym typeface="IBM Plex Sans"/>
              </a:rPr>
              <a:t> </a:t>
            </a:r>
            <a:r>
              <a:rPr lang="en" sz="900">
                <a:solidFill>
                  <a:schemeClr val="lt1"/>
                </a:solidFill>
                <a:latin typeface="IBM Plex Sans"/>
                <a:ea typeface="IBM Plex Sans"/>
                <a:cs typeface="IBM Plex Sans"/>
                <a:sym typeface="IBM Plex Sans"/>
              </a:rPr>
              <a:t>are investing in AI but face challenges - fragmented AI, tech debt, and complexity (compounding) </a:t>
            </a:r>
            <a:endParaRPr sz="900">
              <a:solidFill>
                <a:schemeClr val="lt1"/>
              </a:solidFill>
              <a:latin typeface="IBM Plex Sans"/>
              <a:ea typeface="IBM Plex Sans"/>
              <a:cs typeface="IBM Plex Sans"/>
              <a:sym typeface="IBM Plex Sans"/>
            </a:endParaRPr>
          </a:p>
          <a:p>
            <a:pPr marL="171450" lvl="0" indent="-171450" algn="l" rtl="0">
              <a:lnSpc>
                <a:spcPct val="150000"/>
              </a:lnSpc>
              <a:spcBef>
                <a:spcPts val="0"/>
              </a:spcBef>
              <a:spcAft>
                <a:spcPts val="0"/>
              </a:spcAft>
              <a:buClr>
                <a:schemeClr val="lt1"/>
              </a:buClr>
              <a:buSzPts val="900"/>
              <a:buFont typeface="IBM Plex Sans"/>
              <a:buChar char="●"/>
            </a:pPr>
            <a:r>
              <a:rPr lang="en" sz="900">
                <a:solidFill>
                  <a:schemeClr val="lt1"/>
                </a:solidFill>
                <a:latin typeface="IBM Plex Sans"/>
                <a:ea typeface="IBM Plex Sans"/>
                <a:cs typeface="IBM Plex Sans"/>
                <a:sym typeface="IBM Plex Sans"/>
              </a:rPr>
              <a:t>Companies are unable to unlock</a:t>
            </a:r>
            <a:r>
              <a:rPr lang="en" sz="900" b="1">
                <a:solidFill>
                  <a:schemeClr val="lt1"/>
                </a:solidFill>
                <a:latin typeface="IBM Plex Sans"/>
                <a:ea typeface="IBM Plex Sans"/>
                <a:cs typeface="IBM Plex Sans"/>
                <a:sym typeface="IBM Plex Sans"/>
              </a:rPr>
              <a:t> </a:t>
            </a:r>
            <a:r>
              <a:rPr lang="en" sz="900" b="1" u="sng">
                <a:solidFill>
                  <a:schemeClr val="lt1"/>
                </a:solidFill>
                <a:latin typeface="IBM Plex Sans"/>
                <a:ea typeface="IBM Plex Sans"/>
                <a:cs typeface="IBM Plex Sans"/>
                <a:sym typeface="IBM Plex Sans"/>
              </a:rPr>
              <a:t>value</a:t>
            </a:r>
            <a:endParaRPr sz="900" b="1" u="sng">
              <a:solidFill>
                <a:schemeClr val="lt1"/>
              </a:solidFill>
              <a:latin typeface="IBM Plex Sans"/>
              <a:ea typeface="IBM Plex Sans"/>
              <a:cs typeface="IBM Plex Sans"/>
              <a:sym typeface="IBM Plex Sans"/>
            </a:endParaRPr>
          </a:p>
          <a:p>
            <a:pPr marL="171450" lvl="0" indent="-171450" algn="l" rtl="0">
              <a:lnSpc>
                <a:spcPct val="150000"/>
              </a:lnSpc>
              <a:spcBef>
                <a:spcPts val="0"/>
              </a:spcBef>
              <a:spcAft>
                <a:spcPts val="0"/>
              </a:spcAft>
              <a:buClr>
                <a:schemeClr val="lt1"/>
              </a:buClr>
              <a:buSzPts val="900"/>
              <a:buFont typeface="IBM Plex Sans"/>
              <a:buChar char="●"/>
            </a:pPr>
            <a:r>
              <a:rPr lang="en" sz="900" b="1">
                <a:solidFill>
                  <a:schemeClr val="lt1"/>
                </a:solidFill>
                <a:latin typeface="IBM Plex Sans"/>
                <a:ea typeface="IBM Plex Sans"/>
                <a:cs typeface="IBM Plex Sans"/>
                <a:sym typeface="IBM Plex Sans"/>
              </a:rPr>
              <a:t>Camunda can help -</a:t>
            </a:r>
            <a:r>
              <a:rPr lang="en" sz="900">
                <a:solidFill>
                  <a:schemeClr val="lt1"/>
                </a:solidFill>
                <a:latin typeface="IBM Plex Sans"/>
                <a:ea typeface="IBM Plex Sans"/>
                <a:cs typeface="IBM Plex Sans"/>
                <a:sym typeface="IBM Plex Sans"/>
              </a:rPr>
              <a:t> work with your existing tech and unlock value. </a:t>
            </a:r>
            <a:endParaRPr sz="900">
              <a:solidFill>
                <a:schemeClr val="lt1"/>
              </a:solidFill>
              <a:latin typeface="IBM Plex Sans"/>
              <a:ea typeface="IBM Plex Sans"/>
              <a:cs typeface="IBM Plex Sans"/>
              <a:sym typeface="IBM Plex Sans"/>
            </a:endParaRPr>
          </a:p>
          <a:p>
            <a:pPr marL="171450" lvl="0" indent="-171450" algn="l" rtl="0">
              <a:lnSpc>
                <a:spcPct val="150000"/>
              </a:lnSpc>
              <a:spcBef>
                <a:spcPts val="0"/>
              </a:spcBef>
              <a:spcAft>
                <a:spcPts val="0"/>
              </a:spcAft>
              <a:buClr>
                <a:schemeClr val="lt1"/>
              </a:buClr>
              <a:buSzPts val="900"/>
              <a:buFont typeface="IBM Plex Sans"/>
              <a:buChar char="●"/>
            </a:pPr>
            <a:r>
              <a:rPr lang="en" sz="900">
                <a:solidFill>
                  <a:schemeClr val="lt1"/>
                </a:solidFill>
                <a:latin typeface="IBM Plex Sans"/>
                <a:ea typeface="IBM Plex Sans"/>
                <a:cs typeface="IBM Plex Sans"/>
                <a:sym typeface="IBM Plex Sans"/>
              </a:rPr>
              <a:t>Our </a:t>
            </a:r>
            <a:r>
              <a:rPr lang="en" sz="900" u="sng">
                <a:solidFill>
                  <a:schemeClr val="lt1"/>
                </a:solidFill>
                <a:latin typeface="IBM Plex Sans"/>
                <a:ea typeface="IBM Plex Sans"/>
                <a:cs typeface="IBM Plex Sans"/>
                <a:sym typeface="IBM Plex Sans"/>
              </a:rPr>
              <a:t>unique value proposition </a:t>
            </a:r>
            <a:r>
              <a:rPr lang="en" sz="900">
                <a:solidFill>
                  <a:schemeClr val="lt1"/>
                </a:solidFill>
                <a:latin typeface="IBM Plex Sans"/>
                <a:ea typeface="IBM Plex Sans"/>
                <a:cs typeface="IBM Plex Sans"/>
                <a:sym typeface="IBM Plex Sans"/>
              </a:rPr>
              <a:t>is a composable, open, collaborative, scalable and intelligent PO&amp;A.</a:t>
            </a:r>
            <a:endParaRPr/>
          </a:p>
          <a:p>
            <a:pPr marL="171450" lvl="0" indent="-171450" algn="l" rtl="0">
              <a:lnSpc>
                <a:spcPct val="150000"/>
              </a:lnSpc>
              <a:spcBef>
                <a:spcPts val="0"/>
              </a:spcBef>
              <a:spcAft>
                <a:spcPts val="0"/>
              </a:spcAft>
              <a:buClr>
                <a:schemeClr val="lt1"/>
              </a:buClr>
              <a:buSzPts val="900"/>
              <a:buFont typeface="IBM Plex Sans"/>
              <a:buChar char="●"/>
            </a:pPr>
            <a:r>
              <a:rPr lang="en" sz="900">
                <a:solidFill>
                  <a:schemeClr val="lt1"/>
                </a:solidFill>
                <a:latin typeface="IBM Plex Sans"/>
                <a:ea typeface="IBM Plex Sans"/>
                <a:cs typeface="IBM Plex Sans"/>
                <a:sym typeface="IBM Plex Sans"/>
              </a:rPr>
              <a:t>Camunda helps you realize value today and be ready for tomorrow – </a:t>
            </a:r>
            <a:r>
              <a:rPr lang="en" sz="900" u="sng">
                <a:solidFill>
                  <a:schemeClr val="lt1"/>
                </a:solidFill>
                <a:latin typeface="IBM Plex Sans"/>
                <a:ea typeface="IBM Plex Sans"/>
                <a:cs typeface="IBM Plex Sans"/>
                <a:sym typeface="IBM Plex Sans"/>
              </a:rPr>
              <a:t>future-proof process architecture</a:t>
            </a:r>
            <a:endParaRPr/>
          </a:p>
        </p:txBody>
      </p:sp>
      <p:sp>
        <p:nvSpPr>
          <p:cNvPr id="5907" name="Google Shape;5907;p462"/>
          <p:cNvSpPr txBox="1"/>
          <p:nvPr/>
        </p:nvSpPr>
        <p:spPr>
          <a:xfrm>
            <a:off x="327500" y="163425"/>
            <a:ext cx="8119200" cy="554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2400" b="1">
                <a:solidFill>
                  <a:schemeClr val="accent1"/>
                </a:solidFill>
                <a:latin typeface="IBM Plex Sans"/>
                <a:ea typeface="IBM Plex Sans"/>
                <a:cs typeface="IBM Plex Sans"/>
                <a:sym typeface="IBM Plex Sans"/>
              </a:rPr>
              <a:t>2025 | </a:t>
            </a:r>
            <a:r>
              <a:rPr lang="en" sz="2400" b="1">
                <a:solidFill>
                  <a:schemeClr val="hlink"/>
                </a:solidFill>
                <a:latin typeface="IBM Plex Sans"/>
                <a:ea typeface="IBM Plex Sans"/>
                <a:cs typeface="IBM Plex Sans"/>
                <a:sym typeface="IBM Plex Sans"/>
              </a:rPr>
              <a:t>Overview | Internal Guidance</a:t>
            </a:r>
            <a:endParaRPr sz="2800" b="1">
              <a:solidFill>
                <a:schemeClr val="accent1"/>
              </a:solidFill>
              <a:latin typeface="IBM Plex Sans"/>
              <a:ea typeface="IBM Plex Sans"/>
              <a:cs typeface="IBM Plex Sans"/>
              <a:sym typeface="IBM Plex Sans"/>
            </a:endParaRPr>
          </a:p>
        </p:txBody>
      </p:sp>
      <p:pic>
        <p:nvPicPr>
          <p:cNvPr id="5908" name="Google Shape;5908;p462"/>
          <p:cNvPicPr preferRelativeResize="0"/>
          <p:nvPr/>
        </p:nvPicPr>
        <p:blipFill>
          <a:blip r:embed="rId3">
            <a:alphaModFix/>
          </a:blip>
          <a:stretch>
            <a:fillRect/>
          </a:stretch>
        </p:blipFill>
        <p:spPr>
          <a:xfrm>
            <a:off x="3794575" y="956425"/>
            <a:ext cx="5186701" cy="2808512"/>
          </a:xfrm>
          <a:prstGeom prst="rect">
            <a:avLst/>
          </a:prstGeom>
          <a:noFill/>
          <a:ln>
            <a:noFill/>
          </a:ln>
        </p:spPr>
      </p:pic>
      <p:sp>
        <p:nvSpPr>
          <p:cNvPr id="5909" name="Google Shape;5909;p462"/>
          <p:cNvSpPr/>
          <p:nvPr/>
        </p:nvSpPr>
        <p:spPr>
          <a:xfrm>
            <a:off x="8686802" y="1456453"/>
            <a:ext cx="249474" cy="242839"/>
          </a:xfrm>
          <a:custGeom>
            <a:avLst/>
            <a:gdLst/>
            <a:ahLst/>
            <a:cxnLst/>
            <a:rect l="l" t="t" r="r" b="b"/>
            <a:pathLst>
              <a:path w="372350" h="376494" extrusionOk="0">
                <a:moveTo>
                  <a:pt x="186175" y="376494"/>
                </a:moveTo>
                <a:lnTo>
                  <a:pt x="186175" y="376494"/>
                </a:lnTo>
                <a:cubicBezTo>
                  <a:pt x="83420" y="376494"/>
                  <a:pt x="0" y="292246"/>
                  <a:pt x="0" y="188385"/>
                </a:cubicBezTo>
                <a:cubicBezTo>
                  <a:pt x="0" y="138389"/>
                  <a:pt x="19612" y="90602"/>
                  <a:pt x="54416" y="55245"/>
                </a:cubicBezTo>
                <a:cubicBezTo>
                  <a:pt x="89221" y="19888"/>
                  <a:pt x="136731" y="0"/>
                  <a:pt x="186175" y="0"/>
                </a:cubicBezTo>
                <a:cubicBezTo>
                  <a:pt x="288931" y="0"/>
                  <a:pt x="372351" y="84249"/>
                  <a:pt x="372351" y="188109"/>
                </a:cubicBezTo>
                <a:cubicBezTo>
                  <a:pt x="372351" y="291969"/>
                  <a:pt x="288931" y="376218"/>
                  <a:pt x="186175" y="376218"/>
                </a:cubicBezTo>
                <a:close/>
              </a:path>
            </a:pathLst>
          </a:custGeom>
          <a:solidFill>
            <a:srgbClr val="0A7DDA"/>
          </a:solidFill>
          <a:ln w="19050" cap="flat" cmpd="sng">
            <a:solidFill>
              <a:srgbClr val="F7F7F7"/>
            </a:solidFill>
            <a:prstDash val="solid"/>
            <a:miter lim="8000"/>
            <a:headEnd type="none" w="sm" len="sm"/>
            <a:tailEnd type="none" w="sm" len="sm"/>
          </a:ln>
        </p:spPr>
        <p:txBody>
          <a:bodyPr spcFirstLastPara="1" wrap="square" lIns="91400" tIns="45700" rIns="91400" bIns="45700" anchor="ctr" anchorCtr="0">
            <a:noAutofit/>
          </a:bodyPr>
          <a:lstStyle/>
          <a:p>
            <a:pPr marL="0" marR="0" lvl="0" indent="0" algn="ctr" rtl="0">
              <a:lnSpc>
                <a:spcPct val="100000"/>
              </a:lnSpc>
              <a:spcBef>
                <a:spcPts val="0"/>
              </a:spcBef>
              <a:spcAft>
                <a:spcPts val="0"/>
              </a:spcAft>
              <a:buClr>
                <a:srgbClr val="000000"/>
              </a:buClr>
              <a:buSzPts val="1900"/>
              <a:buFont typeface="IBM Plex Sans"/>
              <a:buNone/>
            </a:pPr>
            <a:r>
              <a:rPr lang="en" sz="900" b="1">
                <a:solidFill>
                  <a:srgbClr val="F7F7F7"/>
                </a:solidFill>
              </a:rPr>
              <a:t>1</a:t>
            </a:r>
            <a:endParaRPr sz="900" b="1" i="0" u="none" strike="noStrike" cap="none">
              <a:solidFill>
                <a:srgbClr val="F7F7F7"/>
              </a:solidFill>
            </a:endParaRPr>
          </a:p>
        </p:txBody>
      </p:sp>
      <p:sp>
        <p:nvSpPr>
          <p:cNvPr id="5910" name="Google Shape;5910;p462"/>
          <p:cNvSpPr/>
          <p:nvPr/>
        </p:nvSpPr>
        <p:spPr>
          <a:xfrm>
            <a:off x="8731802" y="2704353"/>
            <a:ext cx="249474" cy="242839"/>
          </a:xfrm>
          <a:custGeom>
            <a:avLst/>
            <a:gdLst/>
            <a:ahLst/>
            <a:cxnLst/>
            <a:rect l="l" t="t" r="r" b="b"/>
            <a:pathLst>
              <a:path w="372350" h="376494" extrusionOk="0">
                <a:moveTo>
                  <a:pt x="186175" y="376494"/>
                </a:moveTo>
                <a:lnTo>
                  <a:pt x="186175" y="376494"/>
                </a:lnTo>
                <a:cubicBezTo>
                  <a:pt x="83420" y="376494"/>
                  <a:pt x="0" y="292246"/>
                  <a:pt x="0" y="188385"/>
                </a:cubicBezTo>
                <a:cubicBezTo>
                  <a:pt x="0" y="138389"/>
                  <a:pt x="19612" y="90602"/>
                  <a:pt x="54416" y="55245"/>
                </a:cubicBezTo>
                <a:cubicBezTo>
                  <a:pt x="89221" y="19888"/>
                  <a:pt x="136731" y="0"/>
                  <a:pt x="186175" y="0"/>
                </a:cubicBezTo>
                <a:cubicBezTo>
                  <a:pt x="288931" y="0"/>
                  <a:pt x="372351" y="84249"/>
                  <a:pt x="372351" y="188109"/>
                </a:cubicBezTo>
                <a:cubicBezTo>
                  <a:pt x="372351" y="291969"/>
                  <a:pt x="288931" y="376218"/>
                  <a:pt x="186175" y="376218"/>
                </a:cubicBezTo>
                <a:close/>
              </a:path>
            </a:pathLst>
          </a:custGeom>
          <a:solidFill>
            <a:srgbClr val="0A7DDA"/>
          </a:solidFill>
          <a:ln w="19050" cap="flat" cmpd="sng">
            <a:solidFill>
              <a:srgbClr val="FFFFFF"/>
            </a:solidFill>
            <a:prstDash val="solid"/>
            <a:miter lim="8000"/>
            <a:headEnd type="none" w="sm" len="sm"/>
            <a:tailEnd type="none" w="sm" len="sm"/>
          </a:ln>
        </p:spPr>
        <p:txBody>
          <a:bodyPr spcFirstLastPara="1" wrap="square" lIns="91400" tIns="45700" rIns="91400" bIns="45700" anchor="ctr" anchorCtr="0">
            <a:noAutofit/>
          </a:bodyPr>
          <a:lstStyle/>
          <a:p>
            <a:pPr marL="0" marR="0" lvl="0" indent="0" algn="ctr" rtl="0">
              <a:lnSpc>
                <a:spcPct val="100000"/>
              </a:lnSpc>
              <a:spcBef>
                <a:spcPts val="0"/>
              </a:spcBef>
              <a:spcAft>
                <a:spcPts val="0"/>
              </a:spcAft>
              <a:buClr>
                <a:srgbClr val="000000"/>
              </a:buClr>
              <a:buSzPts val="1900"/>
              <a:buFont typeface="IBM Plex Sans"/>
              <a:buNone/>
            </a:pPr>
            <a:r>
              <a:rPr lang="en" sz="900" b="1">
                <a:solidFill>
                  <a:srgbClr val="F7F7F7"/>
                </a:solidFill>
              </a:rPr>
              <a:t>2</a:t>
            </a:r>
            <a:endParaRPr sz="900" b="1" i="0" u="none" strike="noStrike" cap="none">
              <a:solidFill>
                <a:srgbClr val="F7F7F7"/>
              </a:solidFill>
            </a:endParaRPr>
          </a:p>
        </p:txBody>
      </p:sp>
      <p:cxnSp>
        <p:nvCxnSpPr>
          <p:cNvPr id="5911" name="Google Shape;5911;p462"/>
          <p:cNvCxnSpPr/>
          <p:nvPr/>
        </p:nvCxnSpPr>
        <p:spPr>
          <a:xfrm rot="10800000" flipH="1">
            <a:off x="425350" y="762900"/>
            <a:ext cx="6063000" cy="37200"/>
          </a:xfrm>
          <a:prstGeom prst="straightConnector1">
            <a:avLst/>
          </a:prstGeom>
          <a:noFill/>
          <a:ln w="9525" cap="flat" cmpd="sng">
            <a:solidFill>
              <a:schemeClr val="accent1"/>
            </a:solidFill>
            <a:prstDash val="solid"/>
            <a:round/>
            <a:headEnd type="none" w="med" len="med"/>
            <a:tailEnd type="none" w="med" len="med"/>
          </a:ln>
        </p:spPr>
      </p:cxn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5915"/>
        <p:cNvGrpSpPr/>
        <p:nvPr/>
      </p:nvGrpSpPr>
      <p:grpSpPr>
        <a:xfrm>
          <a:off x="0" y="0"/>
          <a:ext cx="0" cy="0"/>
          <a:chOff x="0" y="0"/>
          <a:chExt cx="0" cy="0"/>
        </a:xfrm>
      </p:grpSpPr>
      <p:sp>
        <p:nvSpPr>
          <p:cNvPr id="5916" name="Google Shape;5916;p463"/>
          <p:cNvSpPr txBox="1">
            <a:spLocks noGrp="1"/>
          </p:cNvSpPr>
          <p:nvPr>
            <p:ph type="ctrTitle"/>
          </p:nvPr>
        </p:nvSpPr>
        <p:spPr>
          <a:xfrm>
            <a:off x="457200" y="1152475"/>
            <a:ext cx="6603900" cy="1644600"/>
          </a:xfrm>
          <a:prstGeom prst="rect">
            <a:avLst/>
          </a:prstGeom>
        </p:spPr>
        <p:txBody>
          <a:bodyPr spcFirstLastPara="1" wrap="square" lIns="0" tIns="0" rIns="0" bIns="0" anchor="b" anchorCtr="0">
            <a:normAutofit/>
          </a:bodyPr>
          <a:lstStyle/>
          <a:p>
            <a:pPr marL="0" lvl="0" indent="0" algn="l" rtl="0">
              <a:spcBef>
                <a:spcPts val="0"/>
              </a:spcBef>
              <a:spcAft>
                <a:spcPts val="0"/>
              </a:spcAft>
              <a:buNone/>
            </a:pPr>
            <a:r>
              <a:rPr lang="en" b="1">
                <a:latin typeface="IBM Plex Sans"/>
                <a:ea typeface="IBM Plex Sans"/>
                <a:cs typeface="IBM Plex Sans"/>
                <a:sym typeface="IBM Plex Sans"/>
              </a:rPr>
              <a:t>Is Your Organization Future Ready?</a:t>
            </a:r>
            <a:endParaRPr b="1">
              <a:latin typeface="IBM Plex Sans"/>
              <a:ea typeface="IBM Plex Sans"/>
              <a:cs typeface="IBM Plex Sans"/>
              <a:sym typeface="IBM Plex Sans"/>
            </a:endParaRPr>
          </a:p>
        </p:txBody>
      </p:sp>
      <p:sp>
        <p:nvSpPr>
          <p:cNvPr id="5917" name="Google Shape;5917;p463"/>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fld id="{00000000-1234-1234-1234-123412341234}" type="slidenum">
              <a:rPr lang="en"/>
              <a:t>38</a:t>
            </a:fld>
            <a:endParaRPr/>
          </a:p>
        </p:txBody>
      </p:sp>
      <p:sp>
        <p:nvSpPr>
          <p:cNvPr id="5918" name="Google Shape;5918;p463"/>
          <p:cNvSpPr txBox="1">
            <a:spLocks noGrp="1"/>
          </p:cNvSpPr>
          <p:nvPr>
            <p:ph type="subTitle" idx="1"/>
          </p:nvPr>
        </p:nvSpPr>
        <p:spPr>
          <a:xfrm>
            <a:off x="457200" y="2986525"/>
            <a:ext cx="6508800" cy="7926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n">
                <a:latin typeface="IBM Plex Sans Light"/>
                <a:ea typeface="IBM Plex Sans Light"/>
                <a:cs typeface="IBM Plex Sans Light"/>
                <a:sym typeface="IBM Plex Sans Light"/>
              </a:rPr>
              <a:t>Unlock Value and Operationalize AI with a Composable, Intelligent Process Orchestration and Automation Platform </a:t>
            </a:r>
            <a:endParaRPr>
              <a:latin typeface="IBM Plex Sans Light"/>
              <a:ea typeface="IBM Plex Sans Light"/>
              <a:cs typeface="IBM Plex Sans Light"/>
              <a:sym typeface="IBM Plex Sans Light"/>
            </a:endParaRPr>
          </a:p>
        </p:txBody>
      </p:sp>
      <p:sp>
        <p:nvSpPr>
          <p:cNvPr id="5919" name="Google Shape;5919;p463"/>
          <p:cNvSpPr/>
          <p:nvPr/>
        </p:nvSpPr>
        <p:spPr>
          <a:xfrm>
            <a:off x="7101525" y="414400"/>
            <a:ext cx="1802100" cy="659100"/>
          </a:xfrm>
          <a:prstGeom prst="bracketPair">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chemeClr val="accent6"/>
                </a:solidFill>
              </a:rPr>
              <a:t>Company Logo</a:t>
            </a:r>
            <a:endParaRPr>
              <a:solidFill>
                <a:schemeClr val="accent6"/>
              </a:solidFill>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5924"/>
        <p:cNvGrpSpPr/>
        <p:nvPr/>
      </p:nvGrpSpPr>
      <p:grpSpPr>
        <a:xfrm>
          <a:off x="0" y="0"/>
          <a:ext cx="0" cy="0"/>
          <a:chOff x="0" y="0"/>
          <a:chExt cx="0" cy="0"/>
        </a:xfrm>
      </p:grpSpPr>
      <p:sp>
        <p:nvSpPr>
          <p:cNvPr id="5925" name="Google Shape;5925;p464"/>
          <p:cNvSpPr txBox="1">
            <a:spLocks noGrp="1"/>
          </p:cNvSpPr>
          <p:nvPr>
            <p:ph type="title"/>
          </p:nvPr>
        </p:nvSpPr>
        <p:spPr>
          <a:xfrm>
            <a:off x="317775" y="252900"/>
            <a:ext cx="8524500" cy="636900"/>
          </a:xfrm>
          <a:prstGeom prst="rect">
            <a:avLst/>
          </a:prstGeom>
          <a:noFill/>
          <a:ln>
            <a:noFill/>
          </a:ln>
        </p:spPr>
        <p:txBody>
          <a:bodyPr spcFirstLastPara="1" wrap="square" lIns="0" tIns="0" rIns="0" bIns="0" anchor="t" anchorCtr="0">
            <a:spAutoFit/>
          </a:bodyPr>
          <a:lstStyle/>
          <a:p>
            <a:pPr marL="0" lvl="0" indent="0" algn="l" rtl="0">
              <a:lnSpc>
                <a:spcPct val="115000"/>
              </a:lnSpc>
              <a:spcBef>
                <a:spcPts val="0"/>
              </a:spcBef>
              <a:spcAft>
                <a:spcPts val="0"/>
              </a:spcAft>
              <a:buClr>
                <a:schemeClr val="lt2"/>
              </a:buClr>
              <a:buSzPts val="3060"/>
              <a:buNone/>
            </a:pPr>
            <a:r>
              <a:rPr lang="en" sz="2554"/>
              <a:t>The Process Orchestration and Automation</a:t>
            </a:r>
            <a:r>
              <a:rPr lang="en" sz="2554" i="1"/>
              <a:t> </a:t>
            </a:r>
            <a:r>
              <a:rPr lang="en" sz="2554"/>
              <a:t>Platform</a:t>
            </a:r>
            <a:br>
              <a:rPr lang="en" sz="2554"/>
            </a:br>
            <a:r>
              <a:rPr lang="en" sz="1200" b="0">
                <a:solidFill>
                  <a:schemeClr val="lt1"/>
                </a:solidFill>
              </a:rPr>
              <a:t>Camunda’s differentiation is anchored in five principles</a:t>
            </a:r>
            <a:endParaRPr sz="1200" b="0">
              <a:solidFill>
                <a:schemeClr val="lt1"/>
              </a:solidFill>
            </a:endParaRPr>
          </a:p>
        </p:txBody>
      </p:sp>
      <p:sp>
        <p:nvSpPr>
          <p:cNvPr id="5926" name="Google Shape;5926;p464"/>
          <p:cNvSpPr txBox="1"/>
          <p:nvPr/>
        </p:nvSpPr>
        <p:spPr>
          <a:xfrm>
            <a:off x="1708224" y="3484582"/>
            <a:ext cx="1329900" cy="3195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chemeClr val="lt1"/>
                </a:solidFill>
                <a:latin typeface="IBM Plex Sans Medium"/>
                <a:ea typeface="IBM Plex Sans Medium"/>
                <a:cs typeface="IBM Plex Sans Medium"/>
                <a:sym typeface="IBM Plex Sans Medium"/>
              </a:rPr>
              <a:t>Open</a:t>
            </a:r>
            <a:endParaRPr>
              <a:solidFill>
                <a:schemeClr val="lt1"/>
              </a:solidFill>
              <a:latin typeface="IBM Plex Sans Medium"/>
              <a:ea typeface="IBM Plex Sans Medium"/>
              <a:cs typeface="IBM Plex Sans Medium"/>
              <a:sym typeface="IBM Plex Sans Medium"/>
            </a:endParaRPr>
          </a:p>
        </p:txBody>
      </p:sp>
      <p:sp>
        <p:nvSpPr>
          <p:cNvPr id="5927" name="Google Shape;5927;p464"/>
          <p:cNvSpPr txBox="1"/>
          <p:nvPr/>
        </p:nvSpPr>
        <p:spPr>
          <a:xfrm>
            <a:off x="3865013" y="4325750"/>
            <a:ext cx="1432200" cy="3231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chemeClr val="lt1"/>
                </a:solidFill>
                <a:latin typeface="IBM Plex Sans Medium"/>
                <a:ea typeface="IBM Plex Sans Medium"/>
                <a:cs typeface="IBM Plex Sans Medium"/>
                <a:sym typeface="IBM Plex Sans Medium"/>
              </a:rPr>
              <a:t>Collaborative</a:t>
            </a:r>
            <a:endParaRPr>
              <a:solidFill>
                <a:schemeClr val="lt1"/>
              </a:solidFill>
              <a:latin typeface="IBM Plex Sans Medium"/>
              <a:ea typeface="IBM Plex Sans Medium"/>
              <a:cs typeface="IBM Plex Sans Medium"/>
              <a:sym typeface="IBM Plex Sans Medium"/>
            </a:endParaRPr>
          </a:p>
        </p:txBody>
      </p:sp>
      <p:sp>
        <p:nvSpPr>
          <p:cNvPr id="5928" name="Google Shape;5928;p464"/>
          <p:cNvSpPr txBox="1"/>
          <p:nvPr/>
        </p:nvSpPr>
        <p:spPr>
          <a:xfrm>
            <a:off x="5826714" y="3429310"/>
            <a:ext cx="1329900" cy="3195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chemeClr val="lt1"/>
                </a:solidFill>
                <a:latin typeface="IBM Plex Sans Medium"/>
                <a:ea typeface="IBM Plex Sans Medium"/>
                <a:cs typeface="IBM Plex Sans Medium"/>
                <a:sym typeface="IBM Plex Sans Medium"/>
              </a:rPr>
              <a:t>Scalable</a:t>
            </a:r>
            <a:endParaRPr>
              <a:solidFill>
                <a:schemeClr val="lt1"/>
              </a:solidFill>
              <a:latin typeface="IBM Plex Sans Medium"/>
              <a:ea typeface="IBM Plex Sans Medium"/>
              <a:cs typeface="IBM Plex Sans Medium"/>
              <a:sym typeface="IBM Plex Sans Medium"/>
            </a:endParaRPr>
          </a:p>
        </p:txBody>
      </p:sp>
      <p:sp>
        <p:nvSpPr>
          <p:cNvPr id="5929" name="Google Shape;5929;p464"/>
          <p:cNvSpPr txBox="1"/>
          <p:nvPr/>
        </p:nvSpPr>
        <p:spPr>
          <a:xfrm>
            <a:off x="1506724" y="1869563"/>
            <a:ext cx="1706700" cy="4269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a:solidFill>
                  <a:schemeClr val="lt1"/>
                </a:solidFill>
                <a:latin typeface="IBM Plex Sans Medium"/>
                <a:ea typeface="IBM Plex Sans Medium"/>
                <a:cs typeface="IBM Plex Sans Medium"/>
                <a:sym typeface="IBM Plex Sans Medium"/>
              </a:rPr>
              <a:t>Composable</a:t>
            </a:r>
            <a:endParaRPr>
              <a:solidFill>
                <a:schemeClr val="lt1"/>
              </a:solidFill>
              <a:latin typeface="IBM Plex Sans Medium"/>
              <a:ea typeface="IBM Plex Sans Medium"/>
              <a:cs typeface="IBM Plex Sans Medium"/>
              <a:sym typeface="IBM Plex Sans Medium"/>
            </a:endParaRPr>
          </a:p>
        </p:txBody>
      </p:sp>
      <p:sp>
        <p:nvSpPr>
          <p:cNvPr id="5930" name="Google Shape;5930;p464"/>
          <p:cNvSpPr txBox="1"/>
          <p:nvPr/>
        </p:nvSpPr>
        <p:spPr>
          <a:xfrm>
            <a:off x="5801447" y="1876013"/>
            <a:ext cx="1851900" cy="3195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chemeClr val="lt1"/>
                </a:solidFill>
                <a:latin typeface="IBM Plex Sans Medium"/>
                <a:ea typeface="IBM Plex Sans Medium"/>
                <a:cs typeface="IBM Plex Sans Medium"/>
                <a:sym typeface="IBM Plex Sans Medium"/>
              </a:rPr>
              <a:t>Intelligent</a:t>
            </a:r>
            <a:endParaRPr>
              <a:solidFill>
                <a:schemeClr val="lt1"/>
              </a:solidFill>
              <a:latin typeface="IBM Plex Sans Medium"/>
              <a:ea typeface="IBM Plex Sans Medium"/>
              <a:cs typeface="IBM Plex Sans Medium"/>
              <a:sym typeface="IBM Plex Sans Medium"/>
            </a:endParaRPr>
          </a:p>
        </p:txBody>
      </p:sp>
      <p:grpSp>
        <p:nvGrpSpPr>
          <p:cNvPr id="5931" name="Google Shape;5931;p464"/>
          <p:cNvGrpSpPr/>
          <p:nvPr/>
        </p:nvGrpSpPr>
        <p:grpSpPr>
          <a:xfrm>
            <a:off x="4397138" y="3956403"/>
            <a:ext cx="367785" cy="369259"/>
            <a:chOff x="2064525" y="1969125"/>
            <a:chExt cx="418175" cy="431025"/>
          </a:xfrm>
        </p:grpSpPr>
        <p:sp>
          <p:nvSpPr>
            <p:cNvPr id="5932" name="Google Shape;5932;p464"/>
            <p:cNvSpPr/>
            <p:nvPr/>
          </p:nvSpPr>
          <p:spPr>
            <a:xfrm>
              <a:off x="2208200" y="2019825"/>
              <a:ext cx="131175" cy="131175"/>
            </a:xfrm>
            <a:custGeom>
              <a:avLst/>
              <a:gdLst/>
              <a:ahLst/>
              <a:cxnLst/>
              <a:rect l="l" t="t" r="r" b="b"/>
              <a:pathLst>
                <a:path w="5247" h="5247" extrusionOk="0">
                  <a:moveTo>
                    <a:pt x="2624" y="1"/>
                  </a:moveTo>
                  <a:lnTo>
                    <a:pt x="2353" y="14"/>
                  </a:lnTo>
                  <a:lnTo>
                    <a:pt x="2096" y="55"/>
                  </a:lnTo>
                  <a:lnTo>
                    <a:pt x="1839" y="122"/>
                  </a:lnTo>
                  <a:lnTo>
                    <a:pt x="1596" y="203"/>
                  </a:lnTo>
                  <a:lnTo>
                    <a:pt x="1366" y="312"/>
                  </a:lnTo>
                  <a:lnTo>
                    <a:pt x="1150" y="447"/>
                  </a:lnTo>
                  <a:lnTo>
                    <a:pt x="947" y="595"/>
                  </a:lnTo>
                  <a:lnTo>
                    <a:pt x="771" y="771"/>
                  </a:lnTo>
                  <a:lnTo>
                    <a:pt x="595" y="961"/>
                  </a:lnTo>
                  <a:lnTo>
                    <a:pt x="447" y="1163"/>
                  </a:lnTo>
                  <a:lnTo>
                    <a:pt x="311" y="1380"/>
                  </a:lnTo>
                  <a:lnTo>
                    <a:pt x="203" y="1610"/>
                  </a:lnTo>
                  <a:lnTo>
                    <a:pt x="109" y="1839"/>
                  </a:lnTo>
                  <a:lnTo>
                    <a:pt x="54" y="2096"/>
                  </a:lnTo>
                  <a:lnTo>
                    <a:pt x="14" y="2353"/>
                  </a:lnTo>
                  <a:lnTo>
                    <a:pt x="0" y="2624"/>
                  </a:lnTo>
                  <a:lnTo>
                    <a:pt x="14" y="2894"/>
                  </a:lnTo>
                  <a:lnTo>
                    <a:pt x="54" y="3151"/>
                  </a:lnTo>
                  <a:lnTo>
                    <a:pt x="109" y="3408"/>
                  </a:lnTo>
                  <a:lnTo>
                    <a:pt x="203" y="3651"/>
                  </a:lnTo>
                  <a:lnTo>
                    <a:pt x="311" y="3868"/>
                  </a:lnTo>
                  <a:lnTo>
                    <a:pt x="447" y="4084"/>
                  </a:lnTo>
                  <a:lnTo>
                    <a:pt x="595" y="4287"/>
                  </a:lnTo>
                  <a:lnTo>
                    <a:pt x="771" y="4476"/>
                  </a:lnTo>
                  <a:lnTo>
                    <a:pt x="947" y="4652"/>
                  </a:lnTo>
                  <a:lnTo>
                    <a:pt x="1150" y="4801"/>
                  </a:lnTo>
                  <a:lnTo>
                    <a:pt x="1366" y="4936"/>
                  </a:lnTo>
                  <a:lnTo>
                    <a:pt x="1596" y="5044"/>
                  </a:lnTo>
                  <a:lnTo>
                    <a:pt x="1839" y="5125"/>
                  </a:lnTo>
                  <a:lnTo>
                    <a:pt x="2096" y="5193"/>
                  </a:lnTo>
                  <a:lnTo>
                    <a:pt x="2353" y="5233"/>
                  </a:lnTo>
                  <a:lnTo>
                    <a:pt x="2624" y="5247"/>
                  </a:lnTo>
                  <a:lnTo>
                    <a:pt x="2894" y="5233"/>
                  </a:lnTo>
                  <a:lnTo>
                    <a:pt x="3151" y="5193"/>
                  </a:lnTo>
                  <a:lnTo>
                    <a:pt x="3394" y="5125"/>
                  </a:lnTo>
                  <a:lnTo>
                    <a:pt x="3638" y="5044"/>
                  </a:lnTo>
                  <a:lnTo>
                    <a:pt x="3867" y="4936"/>
                  </a:lnTo>
                  <a:lnTo>
                    <a:pt x="4084" y="4801"/>
                  </a:lnTo>
                  <a:lnTo>
                    <a:pt x="4287" y="4652"/>
                  </a:lnTo>
                  <a:lnTo>
                    <a:pt x="4476" y="4476"/>
                  </a:lnTo>
                  <a:lnTo>
                    <a:pt x="4638" y="4287"/>
                  </a:lnTo>
                  <a:lnTo>
                    <a:pt x="4800" y="4084"/>
                  </a:lnTo>
                  <a:lnTo>
                    <a:pt x="4922" y="3868"/>
                  </a:lnTo>
                  <a:lnTo>
                    <a:pt x="5044" y="3651"/>
                  </a:lnTo>
                  <a:lnTo>
                    <a:pt x="5125" y="3408"/>
                  </a:lnTo>
                  <a:lnTo>
                    <a:pt x="5193" y="3151"/>
                  </a:lnTo>
                  <a:lnTo>
                    <a:pt x="5233" y="2894"/>
                  </a:lnTo>
                  <a:lnTo>
                    <a:pt x="5247" y="2624"/>
                  </a:lnTo>
                  <a:lnTo>
                    <a:pt x="5233" y="2353"/>
                  </a:lnTo>
                  <a:lnTo>
                    <a:pt x="5193" y="2096"/>
                  </a:lnTo>
                  <a:lnTo>
                    <a:pt x="5125" y="1839"/>
                  </a:lnTo>
                  <a:lnTo>
                    <a:pt x="5044" y="1610"/>
                  </a:lnTo>
                  <a:lnTo>
                    <a:pt x="4922" y="1380"/>
                  </a:lnTo>
                  <a:lnTo>
                    <a:pt x="4800" y="1163"/>
                  </a:lnTo>
                  <a:lnTo>
                    <a:pt x="4638" y="961"/>
                  </a:lnTo>
                  <a:lnTo>
                    <a:pt x="4476" y="771"/>
                  </a:lnTo>
                  <a:lnTo>
                    <a:pt x="4287" y="595"/>
                  </a:lnTo>
                  <a:lnTo>
                    <a:pt x="4084" y="447"/>
                  </a:lnTo>
                  <a:lnTo>
                    <a:pt x="3867" y="312"/>
                  </a:lnTo>
                  <a:lnTo>
                    <a:pt x="3638" y="203"/>
                  </a:lnTo>
                  <a:lnTo>
                    <a:pt x="3394" y="122"/>
                  </a:lnTo>
                  <a:lnTo>
                    <a:pt x="3151" y="55"/>
                  </a:lnTo>
                  <a:lnTo>
                    <a:pt x="2894" y="14"/>
                  </a:lnTo>
                  <a:lnTo>
                    <a:pt x="262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33" name="Google Shape;5933;p464"/>
            <p:cNvSpPr/>
            <p:nvPr/>
          </p:nvSpPr>
          <p:spPr>
            <a:xfrm>
              <a:off x="2194675" y="2183100"/>
              <a:ext cx="157900" cy="217050"/>
            </a:xfrm>
            <a:custGeom>
              <a:avLst/>
              <a:gdLst/>
              <a:ahLst/>
              <a:cxnLst/>
              <a:rect l="l" t="t" r="r" b="b"/>
              <a:pathLst>
                <a:path w="6316" h="8682" extrusionOk="0">
                  <a:moveTo>
                    <a:pt x="798" y="0"/>
                  </a:moveTo>
                  <a:lnTo>
                    <a:pt x="0" y="1082"/>
                  </a:lnTo>
                  <a:lnTo>
                    <a:pt x="0" y="8681"/>
                  </a:lnTo>
                  <a:lnTo>
                    <a:pt x="6315" y="8681"/>
                  </a:lnTo>
                  <a:lnTo>
                    <a:pt x="6315" y="1082"/>
                  </a:lnTo>
                  <a:lnTo>
                    <a:pt x="553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34" name="Google Shape;5934;p464"/>
            <p:cNvSpPr/>
            <p:nvPr/>
          </p:nvSpPr>
          <p:spPr>
            <a:xfrm>
              <a:off x="2341375" y="1969125"/>
              <a:ext cx="128150" cy="131175"/>
            </a:xfrm>
            <a:custGeom>
              <a:avLst/>
              <a:gdLst/>
              <a:ahLst/>
              <a:cxnLst/>
              <a:rect l="l" t="t" r="r" b="b"/>
              <a:pathLst>
                <a:path w="5126" h="5247" extrusionOk="0">
                  <a:moveTo>
                    <a:pt x="2286" y="0"/>
                  </a:moveTo>
                  <a:lnTo>
                    <a:pt x="2070" y="27"/>
                  </a:lnTo>
                  <a:lnTo>
                    <a:pt x="1867" y="68"/>
                  </a:lnTo>
                  <a:lnTo>
                    <a:pt x="1664" y="136"/>
                  </a:lnTo>
                  <a:lnTo>
                    <a:pt x="1475" y="203"/>
                  </a:lnTo>
                  <a:lnTo>
                    <a:pt x="1285" y="298"/>
                  </a:lnTo>
                  <a:lnTo>
                    <a:pt x="1110" y="392"/>
                  </a:lnTo>
                  <a:lnTo>
                    <a:pt x="947" y="501"/>
                  </a:lnTo>
                  <a:lnTo>
                    <a:pt x="785" y="636"/>
                  </a:lnTo>
                  <a:lnTo>
                    <a:pt x="636" y="771"/>
                  </a:lnTo>
                  <a:lnTo>
                    <a:pt x="501" y="920"/>
                  </a:lnTo>
                  <a:lnTo>
                    <a:pt x="366" y="1082"/>
                  </a:lnTo>
                  <a:lnTo>
                    <a:pt x="258" y="1244"/>
                  </a:lnTo>
                  <a:lnTo>
                    <a:pt x="163" y="1420"/>
                  </a:lnTo>
                  <a:lnTo>
                    <a:pt x="68" y="1609"/>
                  </a:lnTo>
                  <a:lnTo>
                    <a:pt x="1" y="1812"/>
                  </a:lnTo>
                  <a:lnTo>
                    <a:pt x="136" y="1947"/>
                  </a:lnTo>
                  <a:lnTo>
                    <a:pt x="271" y="2083"/>
                  </a:lnTo>
                  <a:lnTo>
                    <a:pt x="393" y="2245"/>
                  </a:lnTo>
                  <a:lnTo>
                    <a:pt x="515" y="2394"/>
                  </a:lnTo>
                  <a:lnTo>
                    <a:pt x="623" y="2556"/>
                  </a:lnTo>
                  <a:lnTo>
                    <a:pt x="717" y="2732"/>
                  </a:lnTo>
                  <a:lnTo>
                    <a:pt x="812" y="2894"/>
                  </a:lnTo>
                  <a:lnTo>
                    <a:pt x="893" y="3083"/>
                  </a:lnTo>
                  <a:lnTo>
                    <a:pt x="974" y="3259"/>
                  </a:lnTo>
                  <a:lnTo>
                    <a:pt x="1042" y="3448"/>
                  </a:lnTo>
                  <a:lnTo>
                    <a:pt x="1096" y="3638"/>
                  </a:lnTo>
                  <a:lnTo>
                    <a:pt x="1137" y="3840"/>
                  </a:lnTo>
                  <a:lnTo>
                    <a:pt x="1177" y="4030"/>
                  </a:lnTo>
                  <a:lnTo>
                    <a:pt x="1204" y="4233"/>
                  </a:lnTo>
                  <a:lnTo>
                    <a:pt x="1218" y="4449"/>
                  </a:lnTo>
                  <a:lnTo>
                    <a:pt x="1231" y="4652"/>
                  </a:lnTo>
                  <a:lnTo>
                    <a:pt x="1218" y="4909"/>
                  </a:lnTo>
                  <a:lnTo>
                    <a:pt x="1366" y="4990"/>
                  </a:lnTo>
                  <a:lnTo>
                    <a:pt x="1515" y="5057"/>
                  </a:lnTo>
                  <a:lnTo>
                    <a:pt x="1664" y="5111"/>
                  </a:lnTo>
                  <a:lnTo>
                    <a:pt x="1826" y="5152"/>
                  </a:lnTo>
                  <a:lnTo>
                    <a:pt x="1988" y="5193"/>
                  </a:lnTo>
                  <a:lnTo>
                    <a:pt x="2151" y="5220"/>
                  </a:lnTo>
                  <a:lnTo>
                    <a:pt x="2327" y="5233"/>
                  </a:lnTo>
                  <a:lnTo>
                    <a:pt x="2489" y="5247"/>
                  </a:lnTo>
                  <a:lnTo>
                    <a:pt x="2759" y="5233"/>
                  </a:lnTo>
                  <a:lnTo>
                    <a:pt x="3030" y="5193"/>
                  </a:lnTo>
                  <a:lnTo>
                    <a:pt x="3273" y="5125"/>
                  </a:lnTo>
                  <a:lnTo>
                    <a:pt x="3516" y="5030"/>
                  </a:lnTo>
                  <a:lnTo>
                    <a:pt x="3746" y="4922"/>
                  </a:lnTo>
                  <a:lnTo>
                    <a:pt x="3963" y="4800"/>
                  </a:lnTo>
                  <a:lnTo>
                    <a:pt x="4165" y="4638"/>
                  </a:lnTo>
                  <a:lnTo>
                    <a:pt x="4355" y="4476"/>
                  </a:lnTo>
                  <a:lnTo>
                    <a:pt x="4517" y="4287"/>
                  </a:lnTo>
                  <a:lnTo>
                    <a:pt x="4666" y="4084"/>
                  </a:lnTo>
                  <a:lnTo>
                    <a:pt x="4801" y="3867"/>
                  </a:lnTo>
                  <a:lnTo>
                    <a:pt x="4909" y="3638"/>
                  </a:lnTo>
                  <a:lnTo>
                    <a:pt x="5004" y="3394"/>
                  </a:lnTo>
                  <a:lnTo>
                    <a:pt x="5071" y="3151"/>
                  </a:lnTo>
                  <a:lnTo>
                    <a:pt x="5112" y="2880"/>
                  </a:lnTo>
                  <a:lnTo>
                    <a:pt x="5125" y="2623"/>
                  </a:lnTo>
                  <a:lnTo>
                    <a:pt x="5112" y="2353"/>
                  </a:lnTo>
                  <a:lnTo>
                    <a:pt x="5071" y="2096"/>
                  </a:lnTo>
                  <a:lnTo>
                    <a:pt x="5004" y="1839"/>
                  </a:lnTo>
                  <a:lnTo>
                    <a:pt x="4909" y="1596"/>
                  </a:lnTo>
                  <a:lnTo>
                    <a:pt x="4801" y="1366"/>
                  </a:lnTo>
                  <a:lnTo>
                    <a:pt x="4666" y="1150"/>
                  </a:lnTo>
                  <a:lnTo>
                    <a:pt x="4517" y="947"/>
                  </a:lnTo>
                  <a:lnTo>
                    <a:pt x="4355" y="771"/>
                  </a:lnTo>
                  <a:lnTo>
                    <a:pt x="4165" y="595"/>
                  </a:lnTo>
                  <a:lnTo>
                    <a:pt x="3963" y="447"/>
                  </a:lnTo>
                  <a:lnTo>
                    <a:pt x="3746" y="311"/>
                  </a:lnTo>
                  <a:lnTo>
                    <a:pt x="3516" y="203"/>
                  </a:lnTo>
                  <a:lnTo>
                    <a:pt x="3273" y="109"/>
                  </a:lnTo>
                  <a:lnTo>
                    <a:pt x="3030" y="54"/>
                  </a:lnTo>
                  <a:lnTo>
                    <a:pt x="2759" y="14"/>
                  </a:lnTo>
                  <a:lnTo>
                    <a:pt x="2489"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35" name="Google Shape;5935;p464"/>
            <p:cNvSpPr/>
            <p:nvPr/>
          </p:nvSpPr>
          <p:spPr>
            <a:xfrm>
              <a:off x="2078050" y="1969125"/>
              <a:ext cx="127800" cy="131175"/>
            </a:xfrm>
            <a:custGeom>
              <a:avLst/>
              <a:gdLst/>
              <a:ahLst/>
              <a:cxnLst/>
              <a:rect l="l" t="t" r="r" b="b"/>
              <a:pathLst>
                <a:path w="5112" h="5247" extrusionOk="0">
                  <a:moveTo>
                    <a:pt x="2624" y="0"/>
                  </a:moveTo>
                  <a:lnTo>
                    <a:pt x="2353" y="14"/>
                  </a:lnTo>
                  <a:lnTo>
                    <a:pt x="2096" y="54"/>
                  </a:lnTo>
                  <a:lnTo>
                    <a:pt x="1839" y="109"/>
                  </a:lnTo>
                  <a:lnTo>
                    <a:pt x="1610" y="203"/>
                  </a:lnTo>
                  <a:lnTo>
                    <a:pt x="1380" y="311"/>
                  </a:lnTo>
                  <a:lnTo>
                    <a:pt x="1163" y="447"/>
                  </a:lnTo>
                  <a:lnTo>
                    <a:pt x="961" y="595"/>
                  </a:lnTo>
                  <a:lnTo>
                    <a:pt x="771" y="771"/>
                  </a:lnTo>
                  <a:lnTo>
                    <a:pt x="596" y="947"/>
                  </a:lnTo>
                  <a:lnTo>
                    <a:pt x="447" y="1150"/>
                  </a:lnTo>
                  <a:lnTo>
                    <a:pt x="312" y="1366"/>
                  </a:lnTo>
                  <a:lnTo>
                    <a:pt x="203" y="1596"/>
                  </a:lnTo>
                  <a:lnTo>
                    <a:pt x="122" y="1839"/>
                  </a:lnTo>
                  <a:lnTo>
                    <a:pt x="55" y="2096"/>
                  </a:lnTo>
                  <a:lnTo>
                    <a:pt x="14" y="2353"/>
                  </a:lnTo>
                  <a:lnTo>
                    <a:pt x="1" y="2623"/>
                  </a:lnTo>
                  <a:lnTo>
                    <a:pt x="14" y="2880"/>
                  </a:lnTo>
                  <a:lnTo>
                    <a:pt x="55" y="3151"/>
                  </a:lnTo>
                  <a:lnTo>
                    <a:pt x="122" y="3394"/>
                  </a:lnTo>
                  <a:lnTo>
                    <a:pt x="203" y="3638"/>
                  </a:lnTo>
                  <a:lnTo>
                    <a:pt x="312" y="3867"/>
                  </a:lnTo>
                  <a:lnTo>
                    <a:pt x="447" y="4084"/>
                  </a:lnTo>
                  <a:lnTo>
                    <a:pt x="596" y="4287"/>
                  </a:lnTo>
                  <a:lnTo>
                    <a:pt x="771" y="4476"/>
                  </a:lnTo>
                  <a:lnTo>
                    <a:pt x="961" y="4638"/>
                  </a:lnTo>
                  <a:lnTo>
                    <a:pt x="1163" y="4800"/>
                  </a:lnTo>
                  <a:lnTo>
                    <a:pt x="1380" y="4922"/>
                  </a:lnTo>
                  <a:lnTo>
                    <a:pt x="1610" y="5030"/>
                  </a:lnTo>
                  <a:lnTo>
                    <a:pt x="1839" y="5125"/>
                  </a:lnTo>
                  <a:lnTo>
                    <a:pt x="2096" y="5193"/>
                  </a:lnTo>
                  <a:lnTo>
                    <a:pt x="2353" y="5233"/>
                  </a:lnTo>
                  <a:lnTo>
                    <a:pt x="2624" y="5247"/>
                  </a:lnTo>
                  <a:lnTo>
                    <a:pt x="2800" y="5233"/>
                  </a:lnTo>
                  <a:lnTo>
                    <a:pt x="2962" y="5220"/>
                  </a:lnTo>
                  <a:lnTo>
                    <a:pt x="3138" y="5193"/>
                  </a:lnTo>
                  <a:lnTo>
                    <a:pt x="3300" y="5152"/>
                  </a:lnTo>
                  <a:lnTo>
                    <a:pt x="3449" y="5111"/>
                  </a:lnTo>
                  <a:lnTo>
                    <a:pt x="3611" y="5057"/>
                  </a:lnTo>
                  <a:lnTo>
                    <a:pt x="3760" y="4990"/>
                  </a:lnTo>
                  <a:lnTo>
                    <a:pt x="3908" y="4909"/>
                  </a:lnTo>
                  <a:lnTo>
                    <a:pt x="3895" y="4652"/>
                  </a:lnTo>
                  <a:lnTo>
                    <a:pt x="3895" y="4449"/>
                  </a:lnTo>
                  <a:lnTo>
                    <a:pt x="3922" y="4233"/>
                  </a:lnTo>
                  <a:lnTo>
                    <a:pt x="3935" y="4030"/>
                  </a:lnTo>
                  <a:lnTo>
                    <a:pt x="3976" y="3840"/>
                  </a:lnTo>
                  <a:lnTo>
                    <a:pt x="4030" y="3638"/>
                  </a:lnTo>
                  <a:lnTo>
                    <a:pt x="4084" y="3448"/>
                  </a:lnTo>
                  <a:lnTo>
                    <a:pt x="4152" y="3259"/>
                  </a:lnTo>
                  <a:lnTo>
                    <a:pt x="4219" y="3083"/>
                  </a:lnTo>
                  <a:lnTo>
                    <a:pt x="4300" y="2894"/>
                  </a:lnTo>
                  <a:lnTo>
                    <a:pt x="4395" y="2732"/>
                  </a:lnTo>
                  <a:lnTo>
                    <a:pt x="4503" y="2556"/>
                  </a:lnTo>
                  <a:lnTo>
                    <a:pt x="4611" y="2394"/>
                  </a:lnTo>
                  <a:lnTo>
                    <a:pt x="4720" y="2245"/>
                  </a:lnTo>
                  <a:lnTo>
                    <a:pt x="4855" y="2083"/>
                  </a:lnTo>
                  <a:lnTo>
                    <a:pt x="4976" y="1947"/>
                  </a:lnTo>
                  <a:lnTo>
                    <a:pt x="5112" y="1812"/>
                  </a:lnTo>
                  <a:lnTo>
                    <a:pt x="5044" y="1609"/>
                  </a:lnTo>
                  <a:lnTo>
                    <a:pt x="4963" y="1420"/>
                  </a:lnTo>
                  <a:lnTo>
                    <a:pt x="4855" y="1244"/>
                  </a:lnTo>
                  <a:lnTo>
                    <a:pt x="4747" y="1082"/>
                  </a:lnTo>
                  <a:lnTo>
                    <a:pt x="4625" y="920"/>
                  </a:lnTo>
                  <a:lnTo>
                    <a:pt x="4490" y="771"/>
                  </a:lnTo>
                  <a:lnTo>
                    <a:pt x="4341" y="636"/>
                  </a:lnTo>
                  <a:lnTo>
                    <a:pt x="4179" y="501"/>
                  </a:lnTo>
                  <a:lnTo>
                    <a:pt x="4016" y="392"/>
                  </a:lnTo>
                  <a:lnTo>
                    <a:pt x="3827" y="298"/>
                  </a:lnTo>
                  <a:lnTo>
                    <a:pt x="3651" y="203"/>
                  </a:lnTo>
                  <a:lnTo>
                    <a:pt x="3462" y="136"/>
                  </a:lnTo>
                  <a:lnTo>
                    <a:pt x="3259" y="68"/>
                  </a:lnTo>
                  <a:lnTo>
                    <a:pt x="3056" y="27"/>
                  </a:lnTo>
                  <a:lnTo>
                    <a:pt x="284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36" name="Google Shape;5936;p464"/>
            <p:cNvSpPr/>
            <p:nvPr/>
          </p:nvSpPr>
          <p:spPr>
            <a:xfrm>
              <a:off x="2347475" y="2132050"/>
              <a:ext cx="135225" cy="217375"/>
            </a:xfrm>
            <a:custGeom>
              <a:avLst/>
              <a:gdLst/>
              <a:ahLst/>
              <a:cxnLst/>
              <a:rect l="l" t="t" r="r" b="b"/>
              <a:pathLst>
                <a:path w="5409" h="8695" extrusionOk="0">
                  <a:moveTo>
                    <a:pt x="501" y="1"/>
                  </a:moveTo>
                  <a:lnTo>
                    <a:pt x="392" y="203"/>
                  </a:lnTo>
                  <a:lnTo>
                    <a:pt x="271" y="379"/>
                  </a:lnTo>
                  <a:lnTo>
                    <a:pt x="135" y="569"/>
                  </a:lnTo>
                  <a:lnTo>
                    <a:pt x="0" y="731"/>
                  </a:lnTo>
                  <a:lnTo>
                    <a:pt x="81" y="731"/>
                  </a:lnTo>
                  <a:lnTo>
                    <a:pt x="1515" y="2691"/>
                  </a:lnTo>
                  <a:lnTo>
                    <a:pt x="1515" y="8695"/>
                  </a:lnTo>
                  <a:lnTo>
                    <a:pt x="5409" y="8695"/>
                  </a:lnTo>
                  <a:lnTo>
                    <a:pt x="5409" y="1096"/>
                  </a:lnTo>
                  <a:lnTo>
                    <a:pt x="4611"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37" name="Google Shape;5937;p464"/>
            <p:cNvSpPr/>
            <p:nvPr/>
          </p:nvSpPr>
          <p:spPr>
            <a:xfrm>
              <a:off x="2064525" y="2132050"/>
              <a:ext cx="135575" cy="217375"/>
            </a:xfrm>
            <a:custGeom>
              <a:avLst/>
              <a:gdLst/>
              <a:ahLst/>
              <a:cxnLst/>
              <a:rect l="l" t="t" r="r" b="b"/>
              <a:pathLst>
                <a:path w="5423" h="8695" extrusionOk="0">
                  <a:moveTo>
                    <a:pt x="798" y="1"/>
                  </a:moveTo>
                  <a:lnTo>
                    <a:pt x="1" y="1096"/>
                  </a:lnTo>
                  <a:lnTo>
                    <a:pt x="1" y="8695"/>
                  </a:lnTo>
                  <a:lnTo>
                    <a:pt x="3895" y="8695"/>
                  </a:lnTo>
                  <a:lnTo>
                    <a:pt x="3895" y="2691"/>
                  </a:lnTo>
                  <a:lnTo>
                    <a:pt x="5342" y="731"/>
                  </a:lnTo>
                  <a:lnTo>
                    <a:pt x="5423" y="731"/>
                  </a:lnTo>
                  <a:lnTo>
                    <a:pt x="5274" y="569"/>
                  </a:lnTo>
                  <a:lnTo>
                    <a:pt x="5139" y="379"/>
                  </a:lnTo>
                  <a:lnTo>
                    <a:pt x="5017" y="203"/>
                  </a:lnTo>
                  <a:lnTo>
                    <a:pt x="490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938" name="Google Shape;5938;p464"/>
          <p:cNvGrpSpPr/>
          <p:nvPr/>
        </p:nvGrpSpPr>
        <p:grpSpPr>
          <a:xfrm>
            <a:off x="6179885" y="2915056"/>
            <a:ext cx="613000" cy="471053"/>
            <a:chOff x="5626350" y="3055125"/>
            <a:chExt cx="387950" cy="282000"/>
          </a:xfrm>
        </p:grpSpPr>
        <p:sp>
          <p:nvSpPr>
            <p:cNvPr id="5939" name="Google Shape;5939;p464"/>
            <p:cNvSpPr/>
            <p:nvPr/>
          </p:nvSpPr>
          <p:spPr>
            <a:xfrm>
              <a:off x="5781950" y="3157400"/>
              <a:ext cx="76975" cy="76975"/>
            </a:xfrm>
            <a:custGeom>
              <a:avLst/>
              <a:gdLst/>
              <a:ahLst/>
              <a:cxnLst/>
              <a:rect l="l" t="t" r="r" b="b"/>
              <a:pathLst>
                <a:path w="3079" h="3079" extrusionOk="0">
                  <a:moveTo>
                    <a:pt x="1" y="0"/>
                  </a:moveTo>
                  <a:lnTo>
                    <a:pt x="1" y="3078"/>
                  </a:lnTo>
                  <a:lnTo>
                    <a:pt x="3079" y="3078"/>
                  </a:lnTo>
                  <a:lnTo>
                    <a:pt x="3079"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40" name="Google Shape;5940;p464"/>
            <p:cNvSpPr/>
            <p:nvPr/>
          </p:nvSpPr>
          <p:spPr>
            <a:xfrm>
              <a:off x="5672325" y="3223775"/>
              <a:ext cx="85825" cy="47475"/>
            </a:xfrm>
            <a:custGeom>
              <a:avLst/>
              <a:gdLst/>
              <a:ahLst/>
              <a:cxnLst/>
              <a:rect l="l" t="t" r="r" b="b"/>
              <a:pathLst>
                <a:path w="3433" h="1899" extrusionOk="0">
                  <a:moveTo>
                    <a:pt x="1652" y="0"/>
                  </a:moveTo>
                  <a:lnTo>
                    <a:pt x="0" y="944"/>
                  </a:lnTo>
                  <a:lnTo>
                    <a:pt x="1642" y="1898"/>
                  </a:lnTo>
                  <a:lnTo>
                    <a:pt x="1642" y="1426"/>
                  </a:lnTo>
                  <a:lnTo>
                    <a:pt x="3422" y="1436"/>
                  </a:lnTo>
                  <a:lnTo>
                    <a:pt x="3432" y="482"/>
                  </a:lnTo>
                  <a:lnTo>
                    <a:pt x="1642" y="472"/>
                  </a:lnTo>
                  <a:lnTo>
                    <a:pt x="165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41" name="Google Shape;5941;p464"/>
            <p:cNvSpPr/>
            <p:nvPr/>
          </p:nvSpPr>
          <p:spPr>
            <a:xfrm>
              <a:off x="5884975" y="3110675"/>
              <a:ext cx="79175" cy="55350"/>
            </a:xfrm>
            <a:custGeom>
              <a:avLst/>
              <a:gdLst/>
              <a:ahLst/>
              <a:cxnLst/>
              <a:rect l="l" t="t" r="r" b="b"/>
              <a:pathLst>
                <a:path w="3167" h="2214" extrusionOk="0">
                  <a:moveTo>
                    <a:pt x="3167" y="1"/>
                  </a:moveTo>
                  <a:lnTo>
                    <a:pt x="1269" y="70"/>
                  </a:lnTo>
                  <a:lnTo>
                    <a:pt x="1515" y="463"/>
                  </a:lnTo>
                  <a:lnTo>
                    <a:pt x="0" y="1407"/>
                  </a:lnTo>
                  <a:lnTo>
                    <a:pt x="502" y="2213"/>
                  </a:lnTo>
                  <a:lnTo>
                    <a:pt x="2016" y="1279"/>
                  </a:lnTo>
                  <a:lnTo>
                    <a:pt x="2272" y="1673"/>
                  </a:lnTo>
                  <a:lnTo>
                    <a:pt x="316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42" name="Google Shape;5942;p464"/>
            <p:cNvSpPr/>
            <p:nvPr/>
          </p:nvSpPr>
          <p:spPr>
            <a:xfrm>
              <a:off x="5626350" y="3157875"/>
              <a:ext cx="179225" cy="179250"/>
            </a:xfrm>
            <a:custGeom>
              <a:avLst/>
              <a:gdLst/>
              <a:ahLst/>
              <a:cxnLst/>
              <a:rect l="l" t="t" r="r" b="b"/>
              <a:pathLst>
                <a:path w="7169" h="7170" extrusionOk="0">
                  <a:moveTo>
                    <a:pt x="0" y="1"/>
                  </a:moveTo>
                  <a:lnTo>
                    <a:pt x="0" y="955"/>
                  </a:lnTo>
                  <a:lnTo>
                    <a:pt x="954" y="955"/>
                  </a:lnTo>
                  <a:lnTo>
                    <a:pt x="954" y="1"/>
                  </a:lnTo>
                  <a:close/>
                  <a:moveTo>
                    <a:pt x="2006" y="1"/>
                  </a:moveTo>
                  <a:lnTo>
                    <a:pt x="2006" y="955"/>
                  </a:lnTo>
                  <a:lnTo>
                    <a:pt x="3059" y="955"/>
                  </a:lnTo>
                  <a:lnTo>
                    <a:pt x="3059" y="1"/>
                  </a:lnTo>
                  <a:close/>
                  <a:moveTo>
                    <a:pt x="4111" y="1"/>
                  </a:moveTo>
                  <a:lnTo>
                    <a:pt x="4111" y="955"/>
                  </a:lnTo>
                  <a:lnTo>
                    <a:pt x="5163" y="955"/>
                  </a:lnTo>
                  <a:lnTo>
                    <a:pt x="5163" y="1"/>
                  </a:lnTo>
                  <a:close/>
                  <a:moveTo>
                    <a:pt x="0" y="2007"/>
                  </a:moveTo>
                  <a:lnTo>
                    <a:pt x="0" y="3059"/>
                  </a:lnTo>
                  <a:lnTo>
                    <a:pt x="954" y="3059"/>
                  </a:lnTo>
                  <a:lnTo>
                    <a:pt x="954" y="2007"/>
                  </a:lnTo>
                  <a:close/>
                  <a:moveTo>
                    <a:pt x="0" y="4111"/>
                  </a:moveTo>
                  <a:lnTo>
                    <a:pt x="0" y="5163"/>
                  </a:lnTo>
                  <a:lnTo>
                    <a:pt x="954" y="5163"/>
                  </a:lnTo>
                  <a:lnTo>
                    <a:pt x="954" y="4111"/>
                  </a:lnTo>
                  <a:close/>
                  <a:moveTo>
                    <a:pt x="6215" y="4111"/>
                  </a:moveTo>
                  <a:lnTo>
                    <a:pt x="6215" y="5163"/>
                  </a:lnTo>
                  <a:lnTo>
                    <a:pt x="7169" y="5163"/>
                  </a:lnTo>
                  <a:lnTo>
                    <a:pt x="7169" y="4111"/>
                  </a:lnTo>
                  <a:close/>
                  <a:moveTo>
                    <a:pt x="0" y="6225"/>
                  </a:moveTo>
                  <a:lnTo>
                    <a:pt x="0" y="7169"/>
                  </a:lnTo>
                  <a:lnTo>
                    <a:pt x="954" y="7169"/>
                  </a:lnTo>
                  <a:lnTo>
                    <a:pt x="954" y="6225"/>
                  </a:lnTo>
                  <a:close/>
                  <a:moveTo>
                    <a:pt x="2006" y="6225"/>
                  </a:moveTo>
                  <a:lnTo>
                    <a:pt x="2006" y="7169"/>
                  </a:lnTo>
                  <a:lnTo>
                    <a:pt x="3059" y="7169"/>
                  </a:lnTo>
                  <a:lnTo>
                    <a:pt x="3059" y="6225"/>
                  </a:lnTo>
                  <a:close/>
                  <a:moveTo>
                    <a:pt x="4111" y="6225"/>
                  </a:moveTo>
                  <a:lnTo>
                    <a:pt x="4111" y="7169"/>
                  </a:lnTo>
                  <a:lnTo>
                    <a:pt x="5163" y="7169"/>
                  </a:lnTo>
                  <a:lnTo>
                    <a:pt x="5163" y="6225"/>
                  </a:lnTo>
                  <a:close/>
                  <a:moveTo>
                    <a:pt x="6215" y="6225"/>
                  </a:moveTo>
                  <a:lnTo>
                    <a:pt x="6215" y="7169"/>
                  </a:lnTo>
                  <a:lnTo>
                    <a:pt x="7169" y="7169"/>
                  </a:lnTo>
                  <a:lnTo>
                    <a:pt x="7169" y="6225"/>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43" name="Google Shape;5943;p464"/>
            <p:cNvSpPr/>
            <p:nvPr/>
          </p:nvSpPr>
          <p:spPr>
            <a:xfrm>
              <a:off x="5835050" y="3055125"/>
              <a:ext cx="179250" cy="179250"/>
            </a:xfrm>
            <a:custGeom>
              <a:avLst/>
              <a:gdLst/>
              <a:ahLst/>
              <a:cxnLst/>
              <a:rect l="l" t="t" r="r" b="b"/>
              <a:pathLst>
                <a:path w="7170" h="7170" extrusionOk="0">
                  <a:moveTo>
                    <a:pt x="1" y="1"/>
                  </a:moveTo>
                  <a:lnTo>
                    <a:pt x="1" y="954"/>
                  </a:lnTo>
                  <a:lnTo>
                    <a:pt x="945" y="954"/>
                  </a:lnTo>
                  <a:lnTo>
                    <a:pt x="945" y="1"/>
                  </a:lnTo>
                  <a:close/>
                  <a:moveTo>
                    <a:pt x="1997" y="1"/>
                  </a:moveTo>
                  <a:lnTo>
                    <a:pt x="1997" y="954"/>
                  </a:lnTo>
                  <a:lnTo>
                    <a:pt x="3059" y="954"/>
                  </a:lnTo>
                  <a:lnTo>
                    <a:pt x="3059" y="1"/>
                  </a:lnTo>
                  <a:close/>
                  <a:moveTo>
                    <a:pt x="4111" y="1"/>
                  </a:moveTo>
                  <a:lnTo>
                    <a:pt x="4111" y="954"/>
                  </a:lnTo>
                  <a:lnTo>
                    <a:pt x="5164" y="954"/>
                  </a:lnTo>
                  <a:lnTo>
                    <a:pt x="5164" y="1"/>
                  </a:lnTo>
                  <a:close/>
                  <a:moveTo>
                    <a:pt x="6216" y="1"/>
                  </a:moveTo>
                  <a:lnTo>
                    <a:pt x="6216" y="954"/>
                  </a:lnTo>
                  <a:lnTo>
                    <a:pt x="7170" y="954"/>
                  </a:lnTo>
                  <a:lnTo>
                    <a:pt x="7170" y="1"/>
                  </a:lnTo>
                  <a:close/>
                  <a:moveTo>
                    <a:pt x="1" y="2007"/>
                  </a:moveTo>
                  <a:lnTo>
                    <a:pt x="1" y="3059"/>
                  </a:lnTo>
                  <a:lnTo>
                    <a:pt x="945" y="3059"/>
                  </a:lnTo>
                  <a:lnTo>
                    <a:pt x="945" y="2007"/>
                  </a:lnTo>
                  <a:close/>
                  <a:moveTo>
                    <a:pt x="6216" y="2007"/>
                  </a:moveTo>
                  <a:lnTo>
                    <a:pt x="6216" y="3059"/>
                  </a:lnTo>
                  <a:lnTo>
                    <a:pt x="7170" y="3059"/>
                  </a:lnTo>
                  <a:lnTo>
                    <a:pt x="7170" y="2007"/>
                  </a:lnTo>
                  <a:close/>
                  <a:moveTo>
                    <a:pt x="6216" y="4111"/>
                  </a:moveTo>
                  <a:lnTo>
                    <a:pt x="6216" y="5163"/>
                  </a:lnTo>
                  <a:lnTo>
                    <a:pt x="7170" y="5163"/>
                  </a:lnTo>
                  <a:lnTo>
                    <a:pt x="7170" y="4111"/>
                  </a:lnTo>
                  <a:close/>
                  <a:moveTo>
                    <a:pt x="1997" y="6225"/>
                  </a:moveTo>
                  <a:lnTo>
                    <a:pt x="1997" y="7169"/>
                  </a:lnTo>
                  <a:lnTo>
                    <a:pt x="3059" y="7169"/>
                  </a:lnTo>
                  <a:lnTo>
                    <a:pt x="3059" y="6225"/>
                  </a:lnTo>
                  <a:close/>
                  <a:moveTo>
                    <a:pt x="4111" y="6225"/>
                  </a:moveTo>
                  <a:lnTo>
                    <a:pt x="4111" y="7169"/>
                  </a:lnTo>
                  <a:lnTo>
                    <a:pt x="5164" y="7169"/>
                  </a:lnTo>
                  <a:lnTo>
                    <a:pt x="5164" y="6225"/>
                  </a:lnTo>
                  <a:close/>
                  <a:moveTo>
                    <a:pt x="6216" y="6225"/>
                  </a:moveTo>
                  <a:lnTo>
                    <a:pt x="6216" y="7169"/>
                  </a:lnTo>
                  <a:lnTo>
                    <a:pt x="7170" y="7169"/>
                  </a:lnTo>
                  <a:lnTo>
                    <a:pt x="7170" y="6225"/>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944" name="Google Shape;5944;p464"/>
          <p:cNvGrpSpPr/>
          <p:nvPr/>
        </p:nvGrpSpPr>
        <p:grpSpPr>
          <a:xfrm>
            <a:off x="6467059" y="1420031"/>
            <a:ext cx="495862" cy="436873"/>
            <a:chOff x="2099100" y="2300650"/>
            <a:chExt cx="381550" cy="351325"/>
          </a:xfrm>
        </p:grpSpPr>
        <p:sp>
          <p:nvSpPr>
            <p:cNvPr id="5945" name="Google Shape;5945;p464"/>
            <p:cNvSpPr/>
            <p:nvPr/>
          </p:nvSpPr>
          <p:spPr>
            <a:xfrm>
              <a:off x="2235050" y="2421600"/>
              <a:ext cx="109400" cy="109175"/>
            </a:xfrm>
            <a:custGeom>
              <a:avLst/>
              <a:gdLst/>
              <a:ahLst/>
              <a:cxnLst/>
              <a:rect l="l" t="t" r="r" b="b"/>
              <a:pathLst>
                <a:path w="4376" h="4367" extrusionOk="0">
                  <a:moveTo>
                    <a:pt x="2193" y="974"/>
                  </a:moveTo>
                  <a:lnTo>
                    <a:pt x="2311" y="984"/>
                  </a:lnTo>
                  <a:lnTo>
                    <a:pt x="2439" y="1004"/>
                  </a:lnTo>
                  <a:lnTo>
                    <a:pt x="2547" y="1033"/>
                  </a:lnTo>
                  <a:lnTo>
                    <a:pt x="2665" y="1073"/>
                  </a:lnTo>
                  <a:lnTo>
                    <a:pt x="2763" y="1122"/>
                  </a:lnTo>
                  <a:lnTo>
                    <a:pt x="2871" y="1181"/>
                  </a:lnTo>
                  <a:lnTo>
                    <a:pt x="2960" y="1250"/>
                  </a:lnTo>
                  <a:lnTo>
                    <a:pt x="3048" y="1328"/>
                  </a:lnTo>
                  <a:lnTo>
                    <a:pt x="3127" y="1417"/>
                  </a:lnTo>
                  <a:lnTo>
                    <a:pt x="3196" y="1505"/>
                  </a:lnTo>
                  <a:lnTo>
                    <a:pt x="3255" y="1604"/>
                  </a:lnTo>
                  <a:lnTo>
                    <a:pt x="3304" y="1712"/>
                  </a:lnTo>
                  <a:lnTo>
                    <a:pt x="3343" y="1820"/>
                  </a:lnTo>
                  <a:lnTo>
                    <a:pt x="3373" y="1938"/>
                  </a:lnTo>
                  <a:lnTo>
                    <a:pt x="3393" y="2056"/>
                  </a:lnTo>
                  <a:lnTo>
                    <a:pt x="3402" y="2184"/>
                  </a:lnTo>
                  <a:lnTo>
                    <a:pt x="3393" y="2312"/>
                  </a:lnTo>
                  <a:lnTo>
                    <a:pt x="3373" y="2430"/>
                  </a:lnTo>
                  <a:lnTo>
                    <a:pt x="3343" y="2548"/>
                  </a:lnTo>
                  <a:lnTo>
                    <a:pt x="3304" y="2656"/>
                  </a:lnTo>
                  <a:lnTo>
                    <a:pt x="3255" y="2764"/>
                  </a:lnTo>
                  <a:lnTo>
                    <a:pt x="3196" y="2862"/>
                  </a:lnTo>
                  <a:lnTo>
                    <a:pt x="3127" y="2951"/>
                  </a:lnTo>
                  <a:lnTo>
                    <a:pt x="3048" y="3039"/>
                  </a:lnTo>
                  <a:lnTo>
                    <a:pt x="2960" y="3118"/>
                  </a:lnTo>
                  <a:lnTo>
                    <a:pt x="2871" y="3187"/>
                  </a:lnTo>
                  <a:lnTo>
                    <a:pt x="2763" y="3246"/>
                  </a:lnTo>
                  <a:lnTo>
                    <a:pt x="2665" y="3295"/>
                  </a:lnTo>
                  <a:lnTo>
                    <a:pt x="2547" y="3334"/>
                  </a:lnTo>
                  <a:lnTo>
                    <a:pt x="2439" y="3364"/>
                  </a:lnTo>
                  <a:lnTo>
                    <a:pt x="2311" y="3384"/>
                  </a:lnTo>
                  <a:lnTo>
                    <a:pt x="2193" y="3393"/>
                  </a:lnTo>
                  <a:lnTo>
                    <a:pt x="2065" y="3384"/>
                  </a:lnTo>
                  <a:lnTo>
                    <a:pt x="1947" y="3364"/>
                  </a:lnTo>
                  <a:lnTo>
                    <a:pt x="1829" y="3334"/>
                  </a:lnTo>
                  <a:lnTo>
                    <a:pt x="1721" y="3295"/>
                  </a:lnTo>
                  <a:lnTo>
                    <a:pt x="1613" y="3246"/>
                  </a:lnTo>
                  <a:lnTo>
                    <a:pt x="1514" y="3187"/>
                  </a:lnTo>
                  <a:lnTo>
                    <a:pt x="1426" y="3118"/>
                  </a:lnTo>
                  <a:lnTo>
                    <a:pt x="1337" y="3039"/>
                  </a:lnTo>
                  <a:lnTo>
                    <a:pt x="1259" y="2951"/>
                  </a:lnTo>
                  <a:lnTo>
                    <a:pt x="1190" y="2862"/>
                  </a:lnTo>
                  <a:lnTo>
                    <a:pt x="1131" y="2764"/>
                  </a:lnTo>
                  <a:lnTo>
                    <a:pt x="1082" y="2656"/>
                  </a:lnTo>
                  <a:lnTo>
                    <a:pt x="1033" y="2548"/>
                  </a:lnTo>
                  <a:lnTo>
                    <a:pt x="1003" y="2430"/>
                  </a:lnTo>
                  <a:lnTo>
                    <a:pt x="993" y="2312"/>
                  </a:lnTo>
                  <a:lnTo>
                    <a:pt x="983" y="2184"/>
                  </a:lnTo>
                  <a:lnTo>
                    <a:pt x="993" y="2056"/>
                  </a:lnTo>
                  <a:lnTo>
                    <a:pt x="1003" y="1938"/>
                  </a:lnTo>
                  <a:lnTo>
                    <a:pt x="1033" y="1820"/>
                  </a:lnTo>
                  <a:lnTo>
                    <a:pt x="1082" y="1712"/>
                  </a:lnTo>
                  <a:lnTo>
                    <a:pt x="1131" y="1604"/>
                  </a:lnTo>
                  <a:lnTo>
                    <a:pt x="1190" y="1505"/>
                  </a:lnTo>
                  <a:lnTo>
                    <a:pt x="1259" y="1417"/>
                  </a:lnTo>
                  <a:lnTo>
                    <a:pt x="1337" y="1328"/>
                  </a:lnTo>
                  <a:lnTo>
                    <a:pt x="1426" y="1250"/>
                  </a:lnTo>
                  <a:lnTo>
                    <a:pt x="1514" y="1181"/>
                  </a:lnTo>
                  <a:lnTo>
                    <a:pt x="1613" y="1122"/>
                  </a:lnTo>
                  <a:lnTo>
                    <a:pt x="1721" y="1073"/>
                  </a:lnTo>
                  <a:lnTo>
                    <a:pt x="1829" y="1033"/>
                  </a:lnTo>
                  <a:lnTo>
                    <a:pt x="1947" y="1004"/>
                  </a:lnTo>
                  <a:lnTo>
                    <a:pt x="2065" y="984"/>
                  </a:lnTo>
                  <a:lnTo>
                    <a:pt x="2193" y="974"/>
                  </a:lnTo>
                  <a:close/>
                  <a:moveTo>
                    <a:pt x="1731" y="1"/>
                  </a:moveTo>
                  <a:lnTo>
                    <a:pt x="1731" y="493"/>
                  </a:lnTo>
                  <a:lnTo>
                    <a:pt x="1632" y="522"/>
                  </a:lnTo>
                  <a:lnTo>
                    <a:pt x="1524" y="561"/>
                  </a:lnTo>
                  <a:lnTo>
                    <a:pt x="1426" y="611"/>
                  </a:lnTo>
                  <a:lnTo>
                    <a:pt x="1328" y="660"/>
                  </a:lnTo>
                  <a:lnTo>
                    <a:pt x="983" y="316"/>
                  </a:lnTo>
                  <a:lnTo>
                    <a:pt x="334" y="955"/>
                  </a:lnTo>
                  <a:lnTo>
                    <a:pt x="669" y="1299"/>
                  </a:lnTo>
                  <a:lnTo>
                    <a:pt x="620" y="1397"/>
                  </a:lnTo>
                  <a:lnTo>
                    <a:pt x="570" y="1496"/>
                  </a:lnTo>
                  <a:lnTo>
                    <a:pt x="531" y="1604"/>
                  </a:lnTo>
                  <a:lnTo>
                    <a:pt x="502" y="1702"/>
                  </a:lnTo>
                  <a:lnTo>
                    <a:pt x="0" y="1702"/>
                  </a:lnTo>
                  <a:lnTo>
                    <a:pt x="0" y="2617"/>
                  </a:lnTo>
                  <a:lnTo>
                    <a:pt x="492" y="2617"/>
                  </a:lnTo>
                  <a:lnTo>
                    <a:pt x="531" y="2725"/>
                  </a:lnTo>
                  <a:lnTo>
                    <a:pt x="570" y="2833"/>
                  </a:lnTo>
                  <a:lnTo>
                    <a:pt x="610" y="2931"/>
                  </a:lnTo>
                  <a:lnTo>
                    <a:pt x="659" y="3030"/>
                  </a:lnTo>
                  <a:lnTo>
                    <a:pt x="305" y="3384"/>
                  </a:lnTo>
                  <a:lnTo>
                    <a:pt x="944" y="4033"/>
                  </a:lnTo>
                  <a:lnTo>
                    <a:pt x="1308" y="3679"/>
                  </a:lnTo>
                  <a:lnTo>
                    <a:pt x="1406" y="3728"/>
                  </a:lnTo>
                  <a:lnTo>
                    <a:pt x="1505" y="3777"/>
                  </a:lnTo>
                  <a:lnTo>
                    <a:pt x="1613" y="3816"/>
                  </a:lnTo>
                  <a:lnTo>
                    <a:pt x="1721" y="3846"/>
                  </a:lnTo>
                  <a:lnTo>
                    <a:pt x="1721" y="4367"/>
                  </a:lnTo>
                  <a:lnTo>
                    <a:pt x="2635" y="4367"/>
                  </a:lnTo>
                  <a:lnTo>
                    <a:pt x="2635" y="3856"/>
                  </a:lnTo>
                  <a:lnTo>
                    <a:pt x="2744" y="3826"/>
                  </a:lnTo>
                  <a:lnTo>
                    <a:pt x="2852" y="3787"/>
                  </a:lnTo>
                  <a:lnTo>
                    <a:pt x="2950" y="3738"/>
                  </a:lnTo>
                  <a:lnTo>
                    <a:pt x="3048" y="3688"/>
                  </a:lnTo>
                  <a:lnTo>
                    <a:pt x="3412" y="4042"/>
                  </a:lnTo>
                  <a:lnTo>
                    <a:pt x="4061" y="3403"/>
                  </a:lnTo>
                  <a:lnTo>
                    <a:pt x="3697" y="3039"/>
                  </a:lnTo>
                  <a:lnTo>
                    <a:pt x="3756" y="2951"/>
                  </a:lnTo>
                  <a:lnTo>
                    <a:pt x="3796" y="2843"/>
                  </a:lnTo>
                  <a:lnTo>
                    <a:pt x="3835" y="2744"/>
                  </a:lnTo>
                  <a:lnTo>
                    <a:pt x="3874" y="2636"/>
                  </a:lnTo>
                  <a:lnTo>
                    <a:pt x="4376" y="2636"/>
                  </a:lnTo>
                  <a:lnTo>
                    <a:pt x="4376" y="1722"/>
                  </a:lnTo>
                  <a:lnTo>
                    <a:pt x="3874" y="1722"/>
                  </a:lnTo>
                  <a:lnTo>
                    <a:pt x="3845" y="1623"/>
                  </a:lnTo>
                  <a:lnTo>
                    <a:pt x="3806" y="1515"/>
                  </a:lnTo>
                  <a:lnTo>
                    <a:pt x="3756" y="1417"/>
                  </a:lnTo>
                  <a:lnTo>
                    <a:pt x="3707" y="1319"/>
                  </a:lnTo>
                  <a:lnTo>
                    <a:pt x="4061" y="965"/>
                  </a:lnTo>
                  <a:lnTo>
                    <a:pt x="3412" y="316"/>
                  </a:lnTo>
                  <a:lnTo>
                    <a:pt x="3068" y="670"/>
                  </a:lnTo>
                  <a:lnTo>
                    <a:pt x="2960" y="611"/>
                  </a:lnTo>
                  <a:lnTo>
                    <a:pt x="2862" y="571"/>
                  </a:lnTo>
                  <a:lnTo>
                    <a:pt x="2763" y="532"/>
                  </a:lnTo>
                  <a:lnTo>
                    <a:pt x="2655" y="493"/>
                  </a:lnTo>
                  <a:lnTo>
                    <a:pt x="26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46" name="Google Shape;5946;p464"/>
            <p:cNvSpPr/>
            <p:nvPr/>
          </p:nvSpPr>
          <p:spPr>
            <a:xfrm>
              <a:off x="2099100" y="2300650"/>
              <a:ext cx="381550" cy="351325"/>
            </a:xfrm>
            <a:custGeom>
              <a:avLst/>
              <a:gdLst/>
              <a:ahLst/>
              <a:cxnLst/>
              <a:rect l="l" t="t" r="r" b="b"/>
              <a:pathLst>
                <a:path w="15262" h="14053" extrusionOk="0">
                  <a:moveTo>
                    <a:pt x="10955" y="3688"/>
                  </a:moveTo>
                  <a:lnTo>
                    <a:pt x="10955" y="10355"/>
                  </a:lnTo>
                  <a:lnTo>
                    <a:pt x="4297" y="10355"/>
                  </a:lnTo>
                  <a:lnTo>
                    <a:pt x="4297" y="3688"/>
                  </a:lnTo>
                  <a:close/>
                  <a:moveTo>
                    <a:pt x="3344" y="1"/>
                  </a:moveTo>
                  <a:lnTo>
                    <a:pt x="3245" y="11"/>
                  </a:lnTo>
                  <a:lnTo>
                    <a:pt x="3147" y="21"/>
                  </a:lnTo>
                  <a:lnTo>
                    <a:pt x="3058" y="50"/>
                  </a:lnTo>
                  <a:lnTo>
                    <a:pt x="2970" y="80"/>
                  </a:lnTo>
                  <a:lnTo>
                    <a:pt x="2891" y="119"/>
                  </a:lnTo>
                  <a:lnTo>
                    <a:pt x="2813" y="168"/>
                  </a:lnTo>
                  <a:lnTo>
                    <a:pt x="2734" y="217"/>
                  </a:lnTo>
                  <a:lnTo>
                    <a:pt x="2675" y="286"/>
                  </a:lnTo>
                  <a:lnTo>
                    <a:pt x="2606" y="355"/>
                  </a:lnTo>
                  <a:lnTo>
                    <a:pt x="2557" y="424"/>
                  </a:lnTo>
                  <a:lnTo>
                    <a:pt x="2508" y="502"/>
                  </a:lnTo>
                  <a:lnTo>
                    <a:pt x="2468" y="581"/>
                  </a:lnTo>
                  <a:lnTo>
                    <a:pt x="2439" y="670"/>
                  </a:lnTo>
                  <a:lnTo>
                    <a:pt x="2409" y="768"/>
                  </a:lnTo>
                  <a:lnTo>
                    <a:pt x="2400" y="856"/>
                  </a:lnTo>
                  <a:lnTo>
                    <a:pt x="2390" y="955"/>
                  </a:lnTo>
                  <a:lnTo>
                    <a:pt x="2400" y="1053"/>
                  </a:lnTo>
                  <a:lnTo>
                    <a:pt x="2409" y="1151"/>
                  </a:lnTo>
                  <a:lnTo>
                    <a:pt x="2439" y="1240"/>
                  </a:lnTo>
                  <a:lnTo>
                    <a:pt x="2468" y="1328"/>
                  </a:lnTo>
                  <a:lnTo>
                    <a:pt x="2508" y="1407"/>
                  </a:lnTo>
                  <a:lnTo>
                    <a:pt x="2557" y="1486"/>
                  </a:lnTo>
                  <a:lnTo>
                    <a:pt x="2606" y="1564"/>
                  </a:lnTo>
                  <a:lnTo>
                    <a:pt x="2675" y="1623"/>
                  </a:lnTo>
                  <a:lnTo>
                    <a:pt x="2734" y="1692"/>
                  </a:lnTo>
                  <a:lnTo>
                    <a:pt x="2813" y="1741"/>
                  </a:lnTo>
                  <a:lnTo>
                    <a:pt x="2891" y="1791"/>
                  </a:lnTo>
                  <a:lnTo>
                    <a:pt x="2970" y="1830"/>
                  </a:lnTo>
                  <a:lnTo>
                    <a:pt x="3058" y="1859"/>
                  </a:lnTo>
                  <a:lnTo>
                    <a:pt x="3147" y="1889"/>
                  </a:lnTo>
                  <a:lnTo>
                    <a:pt x="3245" y="1899"/>
                  </a:lnTo>
                  <a:lnTo>
                    <a:pt x="3344" y="1909"/>
                  </a:lnTo>
                  <a:lnTo>
                    <a:pt x="3471" y="1899"/>
                  </a:lnTo>
                  <a:lnTo>
                    <a:pt x="3599" y="1869"/>
                  </a:lnTo>
                  <a:lnTo>
                    <a:pt x="3717" y="1830"/>
                  </a:lnTo>
                  <a:lnTo>
                    <a:pt x="3825" y="1771"/>
                  </a:lnTo>
                  <a:lnTo>
                    <a:pt x="3924" y="1702"/>
                  </a:lnTo>
                  <a:lnTo>
                    <a:pt x="4022" y="1623"/>
                  </a:lnTo>
                  <a:lnTo>
                    <a:pt x="4101" y="1535"/>
                  </a:lnTo>
                  <a:lnTo>
                    <a:pt x="4170" y="1427"/>
                  </a:lnTo>
                  <a:lnTo>
                    <a:pt x="5241" y="1427"/>
                  </a:lnTo>
                  <a:lnTo>
                    <a:pt x="5241" y="2744"/>
                  </a:lnTo>
                  <a:lnTo>
                    <a:pt x="3344" y="2744"/>
                  </a:lnTo>
                  <a:lnTo>
                    <a:pt x="3344" y="4642"/>
                  </a:lnTo>
                  <a:lnTo>
                    <a:pt x="1770" y="4642"/>
                  </a:lnTo>
                  <a:lnTo>
                    <a:pt x="1701" y="4544"/>
                  </a:lnTo>
                  <a:lnTo>
                    <a:pt x="1623" y="4446"/>
                  </a:lnTo>
                  <a:lnTo>
                    <a:pt x="1534" y="4367"/>
                  </a:lnTo>
                  <a:lnTo>
                    <a:pt x="1436" y="4298"/>
                  </a:lnTo>
                  <a:lnTo>
                    <a:pt x="1318" y="4239"/>
                  </a:lnTo>
                  <a:lnTo>
                    <a:pt x="1200" y="4200"/>
                  </a:lnTo>
                  <a:lnTo>
                    <a:pt x="1082" y="4180"/>
                  </a:lnTo>
                  <a:lnTo>
                    <a:pt x="944" y="4170"/>
                  </a:lnTo>
                  <a:lnTo>
                    <a:pt x="856" y="4170"/>
                  </a:lnTo>
                  <a:lnTo>
                    <a:pt x="757" y="4190"/>
                  </a:lnTo>
                  <a:lnTo>
                    <a:pt x="669" y="4210"/>
                  </a:lnTo>
                  <a:lnTo>
                    <a:pt x="580" y="4239"/>
                  </a:lnTo>
                  <a:lnTo>
                    <a:pt x="492" y="4278"/>
                  </a:lnTo>
                  <a:lnTo>
                    <a:pt x="413" y="4328"/>
                  </a:lnTo>
                  <a:lnTo>
                    <a:pt x="344" y="4387"/>
                  </a:lnTo>
                  <a:lnTo>
                    <a:pt x="275" y="4446"/>
                  </a:lnTo>
                  <a:lnTo>
                    <a:pt x="216" y="4514"/>
                  </a:lnTo>
                  <a:lnTo>
                    <a:pt x="157" y="4583"/>
                  </a:lnTo>
                  <a:lnTo>
                    <a:pt x="108" y="4662"/>
                  </a:lnTo>
                  <a:lnTo>
                    <a:pt x="69" y="4750"/>
                  </a:lnTo>
                  <a:lnTo>
                    <a:pt x="39" y="4839"/>
                  </a:lnTo>
                  <a:lnTo>
                    <a:pt x="20" y="4927"/>
                  </a:lnTo>
                  <a:lnTo>
                    <a:pt x="0" y="5026"/>
                  </a:lnTo>
                  <a:lnTo>
                    <a:pt x="0" y="5124"/>
                  </a:lnTo>
                  <a:lnTo>
                    <a:pt x="0" y="5213"/>
                  </a:lnTo>
                  <a:lnTo>
                    <a:pt x="20" y="5311"/>
                  </a:lnTo>
                  <a:lnTo>
                    <a:pt x="39" y="5399"/>
                  </a:lnTo>
                  <a:lnTo>
                    <a:pt x="69" y="5488"/>
                  </a:lnTo>
                  <a:lnTo>
                    <a:pt x="108" y="5576"/>
                  </a:lnTo>
                  <a:lnTo>
                    <a:pt x="157" y="5655"/>
                  </a:lnTo>
                  <a:lnTo>
                    <a:pt x="216" y="5724"/>
                  </a:lnTo>
                  <a:lnTo>
                    <a:pt x="275" y="5793"/>
                  </a:lnTo>
                  <a:lnTo>
                    <a:pt x="344" y="5852"/>
                  </a:lnTo>
                  <a:lnTo>
                    <a:pt x="413" y="5911"/>
                  </a:lnTo>
                  <a:lnTo>
                    <a:pt x="492" y="5960"/>
                  </a:lnTo>
                  <a:lnTo>
                    <a:pt x="580" y="5999"/>
                  </a:lnTo>
                  <a:lnTo>
                    <a:pt x="669" y="6029"/>
                  </a:lnTo>
                  <a:lnTo>
                    <a:pt x="757" y="6048"/>
                  </a:lnTo>
                  <a:lnTo>
                    <a:pt x="856" y="6068"/>
                  </a:lnTo>
                  <a:lnTo>
                    <a:pt x="944" y="6068"/>
                  </a:lnTo>
                  <a:lnTo>
                    <a:pt x="1082" y="6058"/>
                  </a:lnTo>
                  <a:lnTo>
                    <a:pt x="1200" y="6039"/>
                  </a:lnTo>
                  <a:lnTo>
                    <a:pt x="1318" y="5999"/>
                  </a:lnTo>
                  <a:lnTo>
                    <a:pt x="1436" y="5940"/>
                  </a:lnTo>
                  <a:lnTo>
                    <a:pt x="1534" y="5871"/>
                  </a:lnTo>
                  <a:lnTo>
                    <a:pt x="1623" y="5793"/>
                  </a:lnTo>
                  <a:lnTo>
                    <a:pt x="1701" y="5694"/>
                  </a:lnTo>
                  <a:lnTo>
                    <a:pt x="1770" y="5596"/>
                  </a:lnTo>
                  <a:lnTo>
                    <a:pt x="3344" y="5596"/>
                  </a:lnTo>
                  <a:lnTo>
                    <a:pt x="3344" y="8448"/>
                  </a:lnTo>
                  <a:lnTo>
                    <a:pt x="1770" y="8448"/>
                  </a:lnTo>
                  <a:lnTo>
                    <a:pt x="1701" y="8349"/>
                  </a:lnTo>
                  <a:lnTo>
                    <a:pt x="1623" y="8251"/>
                  </a:lnTo>
                  <a:lnTo>
                    <a:pt x="1534" y="8172"/>
                  </a:lnTo>
                  <a:lnTo>
                    <a:pt x="1436" y="8104"/>
                  </a:lnTo>
                  <a:lnTo>
                    <a:pt x="1318" y="8045"/>
                  </a:lnTo>
                  <a:lnTo>
                    <a:pt x="1200" y="8005"/>
                  </a:lnTo>
                  <a:lnTo>
                    <a:pt x="1082" y="7986"/>
                  </a:lnTo>
                  <a:lnTo>
                    <a:pt x="944" y="7976"/>
                  </a:lnTo>
                  <a:lnTo>
                    <a:pt x="856" y="7976"/>
                  </a:lnTo>
                  <a:lnTo>
                    <a:pt x="757" y="7995"/>
                  </a:lnTo>
                  <a:lnTo>
                    <a:pt x="669" y="8015"/>
                  </a:lnTo>
                  <a:lnTo>
                    <a:pt x="580" y="8045"/>
                  </a:lnTo>
                  <a:lnTo>
                    <a:pt x="492" y="8084"/>
                  </a:lnTo>
                  <a:lnTo>
                    <a:pt x="413" y="8133"/>
                  </a:lnTo>
                  <a:lnTo>
                    <a:pt x="344" y="8192"/>
                  </a:lnTo>
                  <a:lnTo>
                    <a:pt x="275" y="8251"/>
                  </a:lnTo>
                  <a:lnTo>
                    <a:pt x="216" y="8320"/>
                  </a:lnTo>
                  <a:lnTo>
                    <a:pt x="157" y="8389"/>
                  </a:lnTo>
                  <a:lnTo>
                    <a:pt x="108" y="8467"/>
                  </a:lnTo>
                  <a:lnTo>
                    <a:pt x="69" y="8556"/>
                  </a:lnTo>
                  <a:lnTo>
                    <a:pt x="39" y="8644"/>
                  </a:lnTo>
                  <a:lnTo>
                    <a:pt x="20" y="8733"/>
                  </a:lnTo>
                  <a:lnTo>
                    <a:pt x="0" y="8831"/>
                  </a:lnTo>
                  <a:lnTo>
                    <a:pt x="0" y="8930"/>
                  </a:lnTo>
                  <a:lnTo>
                    <a:pt x="0" y="9018"/>
                  </a:lnTo>
                  <a:lnTo>
                    <a:pt x="20" y="9116"/>
                  </a:lnTo>
                  <a:lnTo>
                    <a:pt x="39" y="9205"/>
                  </a:lnTo>
                  <a:lnTo>
                    <a:pt x="69" y="9293"/>
                  </a:lnTo>
                  <a:lnTo>
                    <a:pt x="108" y="9382"/>
                  </a:lnTo>
                  <a:lnTo>
                    <a:pt x="157" y="9461"/>
                  </a:lnTo>
                  <a:lnTo>
                    <a:pt x="216" y="9529"/>
                  </a:lnTo>
                  <a:lnTo>
                    <a:pt x="275" y="9598"/>
                  </a:lnTo>
                  <a:lnTo>
                    <a:pt x="344" y="9657"/>
                  </a:lnTo>
                  <a:lnTo>
                    <a:pt x="413" y="9716"/>
                  </a:lnTo>
                  <a:lnTo>
                    <a:pt x="492" y="9765"/>
                  </a:lnTo>
                  <a:lnTo>
                    <a:pt x="580" y="9805"/>
                  </a:lnTo>
                  <a:lnTo>
                    <a:pt x="669" y="9834"/>
                  </a:lnTo>
                  <a:lnTo>
                    <a:pt x="757" y="9854"/>
                  </a:lnTo>
                  <a:lnTo>
                    <a:pt x="856" y="9874"/>
                  </a:lnTo>
                  <a:lnTo>
                    <a:pt x="944" y="9874"/>
                  </a:lnTo>
                  <a:lnTo>
                    <a:pt x="1082" y="9864"/>
                  </a:lnTo>
                  <a:lnTo>
                    <a:pt x="1200" y="9844"/>
                  </a:lnTo>
                  <a:lnTo>
                    <a:pt x="1318" y="9805"/>
                  </a:lnTo>
                  <a:lnTo>
                    <a:pt x="1436" y="9746"/>
                  </a:lnTo>
                  <a:lnTo>
                    <a:pt x="1534" y="9677"/>
                  </a:lnTo>
                  <a:lnTo>
                    <a:pt x="1623" y="9598"/>
                  </a:lnTo>
                  <a:lnTo>
                    <a:pt x="1701" y="9500"/>
                  </a:lnTo>
                  <a:lnTo>
                    <a:pt x="1770" y="9402"/>
                  </a:lnTo>
                  <a:lnTo>
                    <a:pt x="3344" y="9402"/>
                  </a:lnTo>
                  <a:lnTo>
                    <a:pt x="3344" y="11299"/>
                  </a:lnTo>
                  <a:lnTo>
                    <a:pt x="5241" y="11299"/>
                  </a:lnTo>
                  <a:lnTo>
                    <a:pt x="5241" y="12617"/>
                  </a:lnTo>
                  <a:lnTo>
                    <a:pt x="4170" y="12617"/>
                  </a:lnTo>
                  <a:lnTo>
                    <a:pt x="4101" y="12519"/>
                  </a:lnTo>
                  <a:lnTo>
                    <a:pt x="4022" y="12430"/>
                  </a:lnTo>
                  <a:lnTo>
                    <a:pt x="3924" y="12342"/>
                  </a:lnTo>
                  <a:lnTo>
                    <a:pt x="3825" y="12273"/>
                  </a:lnTo>
                  <a:lnTo>
                    <a:pt x="3717" y="12224"/>
                  </a:lnTo>
                  <a:lnTo>
                    <a:pt x="3599" y="12184"/>
                  </a:lnTo>
                  <a:lnTo>
                    <a:pt x="3471" y="12155"/>
                  </a:lnTo>
                  <a:lnTo>
                    <a:pt x="3344" y="12145"/>
                  </a:lnTo>
                  <a:lnTo>
                    <a:pt x="3245" y="12155"/>
                  </a:lnTo>
                  <a:lnTo>
                    <a:pt x="3147" y="12165"/>
                  </a:lnTo>
                  <a:lnTo>
                    <a:pt x="3058" y="12184"/>
                  </a:lnTo>
                  <a:lnTo>
                    <a:pt x="2970" y="12224"/>
                  </a:lnTo>
                  <a:lnTo>
                    <a:pt x="2891" y="12263"/>
                  </a:lnTo>
                  <a:lnTo>
                    <a:pt x="2813" y="12312"/>
                  </a:lnTo>
                  <a:lnTo>
                    <a:pt x="2734" y="12361"/>
                  </a:lnTo>
                  <a:lnTo>
                    <a:pt x="2675" y="12420"/>
                  </a:lnTo>
                  <a:lnTo>
                    <a:pt x="2606" y="12489"/>
                  </a:lnTo>
                  <a:lnTo>
                    <a:pt x="2557" y="12568"/>
                  </a:lnTo>
                  <a:lnTo>
                    <a:pt x="2508" y="12647"/>
                  </a:lnTo>
                  <a:lnTo>
                    <a:pt x="2468" y="12725"/>
                  </a:lnTo>
                  <a:lnTo>
                    <a:pt x="2439" y="12814"/>
                  </a:lnTo>
                  <a:lnTo>
                    <a:pt x="2409" y="12902"/>
                  </a:lnTo>
                  <a:lnTo>
                    <a:pt x="2400" y="13001"/>
                  </a:lnTo>
                  <a:lnTo>
                    <a:pt x="2390" y="13099"/>
                  </a:lnTo>
                  <a:lnTo>
                    <a:pt x="2400" y="13197"/>
                  </a:lnTo>
                  <a:lnTo>
                    <a:pt x="2409" y="13286"/>
                  </a:lnTo>
                  <a:lnTo>
                    <a:pt x="2439" y="13384"/>
                  </a:lnTo>
                  <a:lnTo>
                    <a:pt x="2468" y="13473"/>
                  </a:lnTo>
                  <a:lnTo>
                    <a:pt x="2508" y="13551"/>
                  </a:lnTo>
                  <a:lnTo>
                    <a:pt x="2557" y="13630"/>
                  </a:lnTo>
                  <a:lnTo>
                    <a:pt x="2606" y="13699"/>
                  </a:lnTo>
                  <a:lnTo>
                    <a:pt x="2675" y="13768"/>
                  </a:lnTo>
                  <a:lnTo>
                    <a:pt x="2734" y="13836"/>
                  </a:lnTo>
                  <a:lnTo>
                    <a:pt x="2813" y="13886"/>
                  </a:lnTo>
                  <a:lnTo>
                    <a:pt x="2891" y="13935"/>
                  </a:lnTo>
                  <a:lnTo>
                    <a:pt x="2970" y="13974"/>
                  </a:lnTo>
                  <a:lnTo>
                    <a:pt x="3058" y="14004"/>
                  </a:lnTo>
                  <a:lnTo>
                    <a:pt x="3147" y="14033"/>
                  </a:lnTo>
                  <a:lnTo>
                    <a:pt x="3245" y="14043"/>
                  </a:lnTo>
                  <a:lnTo>
                    <a:pt x="3344" y="14053"/>
                  </a:lnTo>
                  <a:lnTo>
                    <a:pt x="3471" y="14043"/>
                  </a:lnTo>
                  <a:lnTo>
                    <a:pt x="3599" y="14013"/>
                  </a:lnTo>
                  <a:lnTo>
                    <a:pt x="3717" y="13974"/>
                  </a:lnTo>
                  <a:lnTo>
                    <a:pt x="3825" y="13915"/>
                  </a:lnTo>
                  <a:lnTo>
                    <a:pt x="3924" y="13846"/>
                  </a:lnTo>
                  <a:lnTo>
                    <a:pt x="4022" y="13768"/>
                  </a:lnTo>
                  <a:lnTo>
                    <a:pt x="4101" y="13679"/>
                  </a:lnTo>
                  <a:lnTo>
                    <a:pt x="4170" y="13571"/>
                  </a:lnTo>
                  <a:lnTo>
                    <a:pt x="6195" y="13571"/>
                  </a:lnTo>
                  <a:lnTo>
                    <a:pt x="6195" y="12617"/>
                  </a:lnTo>
                  <a:lnTo>
                    <a:pt x="6195" y="11299"/>
                  </a:lnTo>
                  <a:lnTo>
                    <a:pt x="9057" y="11299"/>
                  </a:lnTo>
                  <a:lnTo>
                    <a:pt x="9057" y="12617"/>
                  </a:lnTo>
                  <a:lnTo>
                    <a:pt x="9057" y="13571"/>
                  </a:lnTo>
                  <a:lnTo>
                    <a:pt x="11082" y="13571"/>
                  </a:lnTo>
                  <a:lnTo>
                    <a:pt x="11151" y="13679"/>
                  </a:lnTo>
                  <a:lnTo>
                    <a:pt x="11230" y="13768"/>
                  </a:lnTo>
                  <a:lnTo>
                    <a:pt x="11328" y="13846"/>
                  </a:lnTo>
                  <a:lnTo>
                    <a:pt x="11427" y="13915"/>
                  </a:lnTo>
                  <a:lnTo>
                    <a:pt x="11535" y="13974"/>
                  </a:lnTo>
                  <a:lnTo>
                    <a:pt x="11653" y="14013"/>
                  </a:lnTo>
                  <a:lnTo>
                    <a:pt x="11781" y="14043"/>
                  </a:lnTo>
                  <a:lnTo>
                    <a:pt x="11908" y="14053"/>
                  </a:lnTo>
                  <a:lnTo>
                    <a:pt x="12007" y="14043"/>
                  </a:lnTo>
                  <a:lnTo>
                    <a:pt x="12095" y="14033"/>
                  </a:lnTo>
                  <a:lnTo>
                    <a:pt x="12194" y="14004"/>
                  </a:lnTo>
                  <a:lnTo>
                    <a:pt x="12282" y="13974"/>
                  </a:lnTo>
                  <a:lnTo>
                    <a:pt x="12361" y="13935"/>
                  </a:lnTo>
                  <a:lnTo>
                    <a:pt x="12439" y="13886"/>
                  </a:lnTo>
                  <a:lnTo>
                    <a:pt x="12508" y="13836"/>
                  </a:lnTo>
                  <a:lnTo>
                    <a:pt x="12577" y="13768"/>
                  </a:lnTo>
                  <a:lnTo>
                    <a:pt x="12646" y="13699"/>
                  </a:lnTo>
                  <a:lnTo>
                    <a:pt x="12695" y="13630"/>
                  </a:lnTo>
                  <a:lnTo>
                    <a:pt x="12744" y="13551"/>
                  </a:lnTo>
                  <a:lnTo>
                    <a:pt x="12784" y="13473"/>
                  </a:lnTo>
                  <a:lnTo>
                    <a:pt x="12813" y="13384"/>
                  </a:lnTo>
                  <a:lnTo>
                    <a:pt x="12843" y="13286"/>
                  </a:lnTo>
                  <a:lnTo>
                    <a:pt x="12852" y="13197"/>
                  </a:lnTo>
                  <a:lnTo>
                    <a:pt x="12862" y="13099"/>
                  </a:lnTo>
                  <a:lnTo>
                    <a:pt x="12852" y="13001"/>
                  </a:lnTo>
                  <a:lnTo>
                    <a:pt x="12843" y="12902"/>
                  </a:lnTo>
                  <a:lnTo>
                    <a:pt x="12813" y="12814"/>
                  </a:lnTo>
                  <a:lnTo>
                    <a:pt x="12784" y="12725"/>
                  </a:lnTo>
                  <a:lnTo>
                    <a:pt x="12744" y="12647"/>
                  </a:lnTo>
                  <a:lnTo>
                    <a:pt x="12695" y="12568"/>
                  </a:lnTo>
                  <a:lnTo>
                    <a:pt x="12646" y="12489"/>
                  </a:lnTo>
                  <a:lnTo>
                    <a:pt x="12577" y="12420"/>
                  </a:lnTo>
                  <a:lnTo>
                    <a:pt x="12508" y="12361"/>
                  </a:lnTo>
                  <a:lnTo>
                    <a:pt x="12439" y="12312"/>
                  </a:lnTo>
                  <a:lnTo>
                    <a:pt x="12361" y="12263"/>
                  </a:lnTo>
                  <a:lnTo>
                    <a:pt x="12282" y="12224"/>
                  </a:lnTo>
                  <a:lnTo>
                    <a:pt x="12194" y="12184"/>
                  </a:lnTo>
                  <a:lnTo>
                    <a:pt x="12095" y="12165"/>
                  </a:lnTo>
                  <a:lnTo>
                    <a:pt x="12007" y="12155"/>
                  </a:lnTo>
                  <a:lnTo>
                    <a:pt x="11908" y="12145"/>
                  </a:lnTo>
                  <a:lnTo>
                    <a:pt x="11781" y="12155"/>
                  </a:lnTo>
                  <a:lnTo>
                    <a:pt x="11653" y="12184"/>
                  </a:lnTo>
                  <a:lnTo>
                    <a:pt x="11535" y="12224"/>
                  </a:lnTo>
                  <a:lnTo>
                    <a:pt x="11427" y="12273"/>
                  </a:lnTo>
                  <a:lnTo>
                    <a:pt x="11328" y="12342"/>
                  </a:lnTo>
                  <a:lnTo>
                    <a:pt x="11230" y="12430"/>
                  </a:lnTo>
                  <a:lnTo>
                    <a:pt x="11151" y="12519"/>
                  </a:lnTo>
                  <a:lnTo>
                    <a:pt x="11082" y="12617"/>
                  </a:lnTo>
                  <a:lnTo>
                    <a:pt x="10011" y="12617"/>
                  </a:lnTo>
                  <a:lnTo>
                    <a:pt x="10011" y="11299"/>
                  </a:lnTo>
                  <a:lnTo>
                    <a:pt x="11908" y="11299"/>
                  </a:lnTo>
                  <a:lnTo>
                    <a:pt x="11908" y="9402"/>
                  </a:lnTo>
                  <a:lnTo>
                    <a:pt x="13482" y="9402"/>
                  </a:lnTo>
                  <a:lnTo>
                    <a:pt x="13551" y="9500"/>
                  </a:lnTo>
                  <a:lnTo>
                    <a:pt x="13629" y="9598"/>
                  </a:lnTo>
                  <a:lnTo>
                    <a:pt x="13718" y="9677"/>
                  </a:lnTo>
                  <a:lnTo>
                    <a:pt x="13826" y="9746"/>
                  </a:lnTo>
                  <a:lnTo>
                    <a:pt x="13934" y="9805"/>
                  </a:lnTo>
                  <a:lnTo>
                    <a:pt x="14052" y="9844"/>
                  </a:lnTo>
                  <a:lnTo>
                    <a:pt x="14180" y="9864"/>
                  </a:lnTo>
                  <a:lnTo>
                    <a:pt x="14308" y="9874"/>
                  </a:lnTo>
                  <a:lnTo>
                    <a:pt x="14406" y="9874"/>
                  </a:lnTo>
                  <a:lnTo>
                    <a:pt x="14495" y="9854"/>
                  </a:lnTo>
                  <a:lnTo>
                    <a:pt x="14593" y="9834"/>
                  </a:lnTo>
                  <a:lnTo>
                    <a:pt x="14672" y="9805"/>
                  </a:lnTo>
                  <a:lnTo>
                    <a:pt x="14760" y="9765"/>
                  </a:lnTo>
                  <a:lnTo>
                    <a:pt x="14839" y="9716"/>
                  </a:lnTo>
                  <a:lnTo>
                    <a:pt x="14908" y="9657"/>
                  </a:lnTo>
                  <a:lnTo>
                    <a:pt x="14976" y="9598"/>
                  </a:lnTo>
                  <a:lnTo>
                    <a:pt x="15035" y="9529"/>
                  </a:lnTo>
                  <a:lnTo>
                    <a:pt x="15094" y="9461"/>
                  </a:lnTo>
                  <a:lnTo>
                    <a:pt x="15144" y="9382"/>
                  </a:lnTo>
                  <a:lnTo>
                    <a:pt x="15183" y="9293"/>
                  </a:lnTo>
                  <a:lnTo>
                    <a:pt x="15212" y="9205"/>
                  </a:lnTo>
                  <a:lnTo>
                    <a:pt x="15242" y="9116"/>
                  </a:lnTo>
                  <a:lnTo>
                    <a:pt x="15252" y="9018"/>
                  </a:lnTo>
                  <a:lnTo>
                    <a:pt x="15262" y="8930"/>
                  </a:lnTo>
                  <a:lnTo>
                    <a:pt x="15252" y="8831"/>
                  </a:lnTo>
                  <a:lnTo>
                    <a:pt x="15242" y="8733"/>
                  </a:lnTo>
                  <a:lnTo>
                    <a:pt x="15212" y="8644"/>
                  </a:lnTo>
                  <a:lnTo>
                    <a:pt x="15183" y="8556"/>
                  </a:lnTo>
                  <a:lnTo>
                    <a:pt x="15144" y="8467"/>
                  </a:lnTo>
                  <a:lnTo>
                    <a:pt x="15094" y="8389"/>
                  </a:lnTo>
                  <a:lnTo>
                    <a:pt x="15035" y="8320"/>
                  </a:lnTo>
                  <a:lnTo>
                    <a:pt x="14976" y="8251"/>
                  </a:lnTo>
                  <a:lnTo>
                    <a:pt x="14908" y="8192"/>
                  </a:lnTo>
                  <a:lnTo>
                    <a:pt x="14839" y="8133"/>
                  </a:lnTo>
                  <a:lnTo>
                    <a:pt x="14760" y="8084"/>
                  </a:lnTo>
                  <a:lnTo>
                    <a:pt x="14672" y="8045"/>
                  </a:lnTo>
                  <a:lnTo>
                    <a:pt x="14593" y="8015"/>
                  </a:lnTo>
                  <a:lnTo>
                    <a:pt x="14495" y="7995"/>
                  </a:lnTo>
                  <a:lnTo>
                    <a:pt x="14406" y="7976"/>
                  </a:lnTo>
                  <a:lnTo>
                    <a:pt x="14308" y="7976"/>
                  </a:lnTo>
                  <a:lnTo>
                    <a:pt x="14180" y="7986"/>
                  </a:lnTo>
                  <a:lnTo>
                    <a:pt x="14052" y="8005"/>
                  </a:lnTo>
                  <a:lnTo>
                    <a:pt x="13934" y="8045"/>
                  </a:lnTo>
                  <a:lnTo>
                    <a:pt x="13826" y="8104"/>
                  </a:lnTo>
                  <a:lnTo>
                    <a:pt x="13718" y="8172"/>
                  </a:lnTo>
                  <a:lnTo>
                    <a:pt x="13629" y="8251"/>
                  </a:lnTo>
                  <a:lnTo>
                    <a:pt x="13551" y="8349"/>
                  </a:lnTo>
                  <a:lnTo>
                    <a:pt x="13482" y="8448"/>
                  </a:lnTo>
                  <a:lnTo>
                    <a:pt x="11908" y="8448"/>
                  </a:lnTo>
                  <a:lnTo>
                    <a:pt x="11908" y="5596"/>
                  </a:lnTo>
                  <a:lnTo>
                    <a:pt x="13482" y="5596"/>
                  </a:lnTo>
                  <a:lnTo>
                    <a:pt x="13551" y="5694"/>
                  </a:lnTo>
                  <a:lnTo>
                    <a:pt x="13629" y="5793"/>
                  </a:lnTo>
                  <a:lnTo>
                    <a:pt x="13718" y="5871"/>
                  </a:lnTo>
                  <a:lnTo>
                    <a:pt x="13826" y="5940"/>
                  </a:lnTo>
                  <a:lnTo>
                    <a:pt x="13934" y="5999"/>
                  </a:lnTo>
                  <a:lnTo>
                    <a:pt x="14052" y="6039"/>
                  </a:lnTo>
                  <a:lnTo>
                    <a:pt x="14180" y="6058"/>
                  </a:lnTo>
                  <a:lnTo>
                    <a:pt x="14308" y="6068"/>
                  </a:lnTo>
                  <a:lnTo>
                    <a:pt x="14406" y="6068"/>
                  </a:lnTo>
                  <a:lnTo>
                    <a:pt x="14495" y="6048"/>
                  </a:lnTo>
                  <a:lnTo>
                    <a:pt x="14593" y="6029"/>
                  </a:lnTo>
                  <a:lnTo>
                    <a:pt x="14672" y="5999"/>
                  </a:lnTo>
                  <a:lnTo>
                    <a:pt x="14760" y="5960"/>
                  </a:lnTo>
                  <a:lnTo>
                    <a:pt x="14839" y="5911"/>
                  </a:lnTo>
                  <a:lnTo>
                    <a:pt x="14908" y="5852"/>
                  </a:lnTo>
                  <a:lnTo>
                    <a:pt x="14976" y="5793"/>
                  </a:lnTo>
                  <a:lnTo>
                    <a:pt x="15035" y="5724"/>
                  </a:lnTo>
                  <a:lnTo>
                    <a:pt x="15094" y="5655"/>
                  </a:lnTo>
                  <a:lnTo>
                    <a:pt x="15144" y="5576"/>
                  </a:lnTo>
                  <a:lnTo>
                    <a:pt x="15183" y="5488"/>
                  </a:lnTo>
                  <a:lnTo>
                    <a:pt x="15212" y="5399"/>
                  </a:lnTo>
                  <a:lnTo>
                    <a:pt x="15242" y="5311"/>
                  </a:lnTo>
                  <a:lnTo>
                    <a:pt x="15252" y="5213"/>
                  </a:lnTo>
                  <a:lnTo>
                    <a:pt x="15262" y="5124"/>
                  </a:lnTo>
                  <a:lnTo>
                    <a:pt x="15252" y="5026"/>
                  </a:lnTo>
                  <a:lnTo>
                    <a:pt x="15242" y="4927"/>
                  </a:lnTo>
                  <a:lnTo>
                    <a:pt x="15212" y="4839"/>
                  </a:lnTo>
                  <a:lnTo>
                    <a:pt x="15183" y="4750"/>
                  </a:lnTo>
                  <a:lnTo>
                    <a:pt x="15144" y="4662"/>
                  </a:lnTo>
                  <a:lnTo>
                    <a:pt x="15094" y="4583"/>
                  </a:lnTo>
                  <a:lnTo>
                    <a:pt x="15035" y="4514"/>
                  </a:lnTo>
                  <a:lnTo>
                    <a:pt x="14976" y="4446"/>
                  </a:lnTo>
                  <a:lnTo>
                    <a:pt x="14908" y="4387"/>
                  </a:lnTo>
                  <a:lnTo>
                    <a:pt x="14839" y="4328"/>
                  </a:lnTo>
                  <a:lnTo>
                    <a:pt x="14760" y="4278"/>
                  </a:lnTo>
                  <a:lnTo>
                    <a:pt x="14672" y="4239"/>
                  </a:lnTo>
                  <a:lnTo>
                    <a:pt x="14593" y="4210"/>
                  </a:lnTo>
                  <a:lnTo>
                    <a:pt x="14495" y="4190"/>
                  </a:lnTo>
                  <a:lnTo>
                    <a:pt x="14406" y="4170"/>
                  </a:lnTo>
                  <a:lnTo>
                    <a:pt x="14308" y="4170"/>
                  </a:lnTo>
                  <a:lnTo>
                    <a:pt x="14180" y="4180"/>
                  </a:lnTo>
                  <a:lnTo>
                    <a:pt x="14052" y="4200"/>
                  </a:lnTo>
                  <a:lnTo>
                    <a:pt x="13934" y="4239"/>
                  </a:lnTo>
                  <a:lnTo>
                    <a:pt x="13826" y="4298"/>
                  </a:lnTo>
                  <a:lnTo>
                    <a:pt x="13718" y="4367"/>
                  </a:lnTo>
                  <a:lnTo>
                    <a:pt x="13629" y="4446"/>
                  </a:lnTo>
                  <a:lnTo>
                    <a:pt x="13551" y="4544"/>
                  </a:lnTo>
                  <a:lnTo>
                    <a:pt x="13482" y="4642"/>
                  </a:lnTo>
                  <a:lnTo>
                    <a:pt x="11908" y="4642"/>
                  </a:lnTo>
                  <a:lnTo>
                    <a:pt x="11908" y="2744"/>
                  </a:lnTo>
                  <a:lnTo>
                    <a:pt x="10011" y="2744"/>
                  </a:lnTo>
                  <a:lnTo>
                    <a:pt x="10011" y="1427"/>
                  </a:lnTo>
                  <a:lnTo>
                    <a:pt x="11082" y="1427"/>
                  </a:lnTo>
                  <a:lnTo>
                    <a:pt x="11151" y="1535"/>
                  </a:lnTo>
                  <a:lnTo>
                    <a:pt x="11230" y="1623"/>
                  </a:lnTo>
                  <a:lnTo>
                    <a:pt x="11328" y="1702"/>
                  </a:lnTo>
                  <a:lnTo>
                    <a:pt x="11427" y="1771"/>
                  </a:lnTo>
                  <a:lnTo>
                    <a:pt x="11535" y="1830"/>
                  </a:lnTo>
                  <a:lnTo>
                    <a:pt x="11653" y="1869"/>
                  </a:lnTo>
                  <a:lnTo>
                    <a:pt x="11781" y="1899"/>
                  </a:lnTo>
                  <a:lnTo>
                    <a:pt x="11908" y="1909"/>
                  </a:lnTo>
                  <a:lnTo>
                    <a:pt x="12007" y="1899"/>
                  </a:lnTo>
                  <a:lnTo>
                    <a:pt x="12095" y="1889"/>
                  </a:lnTo>
                  <a:lnTo>
                    <a:pt x="12194" y="1859"/>
                  </a:lnTo>
                  <a:lnTo>
                    <a:pt x="12282" y="1830"/>
                  </a:lnTo>
                  <a:lnTo>
                    <a:pt x="12361" y="1791"/>
                  </a:lnTo>
                  <a:lnTo>
                    <a:pt x="12439" y="1741"/>
                  </a:lnTo>
                  <a:lnTo>
                    <a:pt x="12508" y="1692"/>
                  </a:lnTo>
                  <a:lnTo>
                    <a:pt x="12577" y="1623"/>
                  </a:lnTo>
                  <a:lnTo>
                    <a:pt x="12646" y="1564"/>
                  </a:lnTo>
                  <a:lnTo>
                    <a:pt x="12695" y="1486"/>
                  </a:lnTo>
                  <a:lnTo>
                    <a:pt x="12744" y="1407"/>
                  </a:lnTo>
                  <a:lnTo>
                    <a:pt x="12784" y="1328"/>
                  </a:lnTo>
                  <a:lnTo>
                    <a:pt x="12813" y="1240"/>
                  </a:lnTo>
                  <a:lnTo>
                    <a:pt x="12843" y="1151"/>
                  </a:lnTo>
                  <a:lnTo>
                    <a:pt x="12852" y="1053"/>
                  </a:lnTo>
                  <a:lnTo>
                    <a:pt x="12862" y="955"/>
                  </a:lnTo>
                  <a:lnTo>
                    <a:pt x="12852" y="856"/>
                  </a:lnTo>
                  <a:lnTo>
                    <a:pt x="12843" y="768"/>
                  </a:lnTo>
                  <a:lnTo>
                    <a:pt x="12813" y="670"/>
                  </a:lnTo>
                  <a:lnTo>
                    <a:pt x="12784" y="581"/>
                  </a:lnTo>
                  <a:lnTo>
                    <a:pt x="12744" y="502"/>
                  </a:lnTo>
                  <a:lnTo>
                    <a:pt x="12695" y="424"/>
                  </a:lnTo>
                  <a:lnTo>
                    <a:pt x="12646" y="355"/>
                  </a:lnTo>
                  <a:lnTo>
                    <a:pt x="12577" y="286"/>
                  </a:lnTo>
                  <a:lnTo>
                    <a:pt x="12508" y="217"/>
                  </a:lnTo>
                  <a:lnTo>
                    <a:pt x="12439" y="168"/>
                  </a:lnTo>
                  <a:lnTo>
                    <a:pt x="12361" y="119"/>
                  </a:lnTo>
                  <a:lnTo>
                    <a:pt x="12282" y="80"/>
                  </a:lnTo>
                  <a:lnTo>
                    <a:pt x="12194" y="50"/>
                  </a:lnTo>
                  <a:lnTo>
                    <a:pt x="12095" y="21"/>
                  </a:lnTo>
                  <a:lnTo>
                    <a:pt x="12007" y="11"/>
                  </a:lnTo>
                  <a:lnTo>
                    <a:pt x="11908" y="1"/>
                  </a:lnTo>
                  <a:lnTo>
                    <a:pt x="11781" y="11"/>
                  </a:lnTo>
                  <a:lnTo>
                    <a:pt x="11653" y="40"/>
                  </a:lnTo>
                  <a:lnTo>
                    <a:pt x="11535" y="80"/>
                  </a:lnTo>
                  <a:lnTo>
                    <a:pt x="11427" y="139"/>
                  </a:lnTo>
                  <a:lnTo>
                    <a:pt x="11328" y="207"/>
                  </a:lnTo>
                  <a:lnTo>
                    <a:pt x="11230" y="286"/>
                  </a:lnTo>
                  <a:lnTo>
                    <a:pt x="11151" y="375"/>
                  </a:lnTo>
                  <a:lnTo>
                    <a:pt x="11082" y="483"/>
                  </a:lnTo>
                  <a:lnTo>
                    <a:pt x="9057" y="483"/>
                  </a:lnTo>
                  <a:lnTo>
                    <a:pt x="9057" y="1427"/>
                  </a:lnTo>
                  <a:lnTo>
                    <a:pt x="9057" y="2744"/>
                  </a:lnTo>
                  <a:lnTo>
                    <a:pt x="6195" y="2744"/>
                  </a:lnTo>
                  <a:lnTo>
                    <a:pt x="6195" y="483"/>
                  </a:lnTo>
                  <a:lnTo>
                    <a:pt x="4170" y="483"/>
                  </a:lnTo>
                  <a:lnTo>
                    <a:pt x="4101" y="375"/>
                  </a:lnTo>
                  <a:lnTo>
                    <a:pt x="4022" y="286"/>
                  </a:lnTo>
                  <a:lnTo>
                    <a:pt x="3924" y="207"/>
                  </a:lnTo>
                  <a:lnTo>
                    <a:pt x="3825" y="139"/>
                  </a:lnTo>
                  <a:lnTo>
                    <a:pt x="3717" y="80"/>
                  </a:lnTo>
                  <a:lnTo>
                    <a:pt x="3599" y="40"/>
                  </a:lnTo>
                  <a:lnTo>
                    <a:pt x="3471" y="11"/>
                  </a:lnTo>
                  <a:lnTo>
                    <a:pt x="334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5947" name="Google Shape;5947;p464"/>
          <p:cNvPicPr preferRelativeResize="0"/>
          <p:nvPr/>
        </p:nvPicPr>
        <p:blipFill>
          <a:blip r:embed="rId3">
            <a:alphaModFix/>
          </a:blip>
          <a:stretch>
            <a:fillRect/>
          </a:stretch>
        </p:blipFill>
        <p:spPr>
          <a:xfrm>
            <a:off x="4066763" y="1894650"/>
            <a:ext cx="1028699" cy="1028699"/>
          </a:xfrm>
          <a:prstGeom prst="rect">
            <a:avLst/>
          </a:prstGeom>
          <a:noFill/>
          <a:ln>
            <a:noFill/>
          </a:ln>
        </p:spPr>
      </p:pic>
      <p:sp>
        <p:nvSpPr>
          <p:cNvPr id="5948" name="Google Shape;5948;p464"/>
          <p:cNvSpPr/>
          <p:nvPr/>
        </p:nvSpPr>
        <p:spPr>
          <a:xfrm>
            <a:off x="3491813" y="1319700"/>
            <a:ext cx="2178600" cy="2178600"/>
          </a:xfrm>
          <a:prstGeom prst="ellipse">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BM Plex Sans"/>
              <a:ea typeface="IBM Plex Sans"/>
              <a:cs typeface="IBM Plex Sans"/>
              <a:sym typeface="IBM Plex Sans"/>
            </a:endParaRPr>
          </a:p>
        </p:txBody>
      </p:sp>
      <p:cxnSp>
        <p:nvCxnSpPr>
          <p:cNvPr id="5949" name="Google Shape;5949;p464"/>
          <p:cNvCxnSpPr/>
          <p:nvPr/>
        </p:nvCxnSpPr>
        <p:spPr>
          <a:xfrm>
            <a:off x="2941163" y="2082150"/>
            <a:ext cx="507600" cy="135900"/>
          </a:xfrm>
          <a:prstGeom prst="straightConnector1">
            <a:avLst/>
          </a:prstGeom>
          <a:noFill/>
          <a:ln w="9525" cap="flat" cmpd="sng">
            <a:solidFill>
              <a:schemeClr val="lt1"/>
            </a:solidFill>
            <a:prstDash val="dot"/>
            <a:round/>
            <a:headEnd type="none" w="med" len="med"/>
            <a:tailEnd type="none" w="med" len="med"/>
          </a:ln>
        </p:spPr>
      </p:cxnSp>
      <p:cxnSp>
        <p:nvCxnSpPr>
          <p:cNvPr id="5950" name="Google Shape;5950;p464"/>
          <p:cNvCxnSpPr/>
          <p:nvPr/>
        </p:nvCxnSpPr>
        <p:spPr>
          <a:xfrm flipH="1">
            <a:off x="5713622" y="2082150"/>
            <a:ext cx="507600" cy="135900"/>
          </a:xfrm>
          <a:prstGeom prst="straightConnector1">
            <a:avLst/>
          </a:prstGeom>
          <a:noFill/>
          <a:ln w="9525" cap="flat" cmpd="sng">
            <a:solidFill>
              <a:schemeClr val="lt1"/>
            </a:solidFill>
            <a:prstDash val="dot"/>
            <a:round/>
            <a:headEnd type="none" w="med" len="med"/>
            <a:tailEnd type="none" w="med" len="med"/>
          </a:ln>
        </p:spPr>
      </p:cxnSp>
      <p:cxnSp>
        <p:nvCxnSpPr>
          <p:cNvPr id="5951" name="Google Shape;5951;p464"/>
          <p:cNvCxnSpPr/>
          <p:nvPr/>
        </p:nvCxnSpPr>
        <p:spPr>
          <a:xfrm rot="10800000" flipH="1">
            <a:off x="2941163" y="2822575"/>
            <a:ext cx="507600" cy="135900"/>
          </a:xfrm>
          <a:prstGeom prst="straightConnector1">
            <a:avLst/>
          </a:prstGeom>
          <a:noFill/>
          <a:ln w="9525" cap="flat" cmpd="sng">
            <a:solidFill>
              <a:schemeClr val="lt1"/>
            </a:solidFill>
            <a:prstDash val="dot"/>
            <a:round/>
            <a:headEnd type="none" w="med" len="med"/>
            <a:tailEnd type="none" w="med" len="med"/>
          </a:ln>
        </p:spPr>
      </p:cxnSp>
      <p:cxnSp>
        <p:nvCxnSpPr>
          <p:cNvPr id="5952" name="Google Shape;5952;p464"/>
          <p:cNvCxnSpPr/>
          <p:nvPr/>
        </p:nvCxnSpPr>
        <p:spPr>
          <a:xfrm rot="10800000">
            <a:off x="5713622" y="2822575"/>
            <a:ext cx="507600" cy="135900"/>
          </a:xfrm>
          <a:prstGeom prst="straightConnector1">
            <a:avLst/>
          </a:prstGeom>
          <a:noFill/>
          <a:ln w="9525" cap="flat" cmpd="sng">
            <a:solidFill>
              <a:schemeClr val="lt1"/>
            </a:solidFill>
            <a:prstDash val="dot"/>
            <a:round/>
            <a:headEnd type="none" w="med" len="med"/>
            <a:tailEnd type="none" w="med" len="med"/>
          </a:ln>
        </p:spPr>
      </p:cxnSp>
      <p:cxnSp>
        <p:nvCxnSpPr>
          <p:cNvPr id="5953" name="Google Shape;5953;p464"/>
          <p:cNvCxnSpPr/>
          <p:nvPr/>
        </p:nvCxnSpPr>
        <p:spPr>
          <a:xfrm rot="10800000">
            <a:off x="4581025" y="3565525"/>
            <a:ext cx="0" cy="296400"/>
          </a:xfrm>
          <a:prstGeom prst="straightConnector1">
            <a:avLst/>
          </a:prstGeom>
          <a:noFill/>
          <a:ln w="9525" cap="flat" cmpd="sng">
            <a:solidFill>
              <a:schemeClr val="lt1"/>
            </a:solidFill>
            <a:prstDash val="dot"/>
            <a:round/>
            <a:headEnd type="none" w="med" len="med"/>
            <a:tailEnd type="none" w="med" len="med"/>
          </a:ln>
        </p:spPr>
      </p:cxnSp>
      <p:grpSp>
        <p:nvGrpSpPr>
          <p:cNvPr id="5954" name="Google Shape;5954;p464"/>
          <p:cNvGrpSpPr/>
          <p:nvPr/>
        </p:nvGrpSpPr>
        <p:grpSpPr>
          <a:xfrm>
            <a:off x="2150592" y="3057656"/>
            <a:ext cx="474411" cy="426914"/>
            <a:chOff x="6353775" y="1628050"/>
            <a:chExt cx="319125" cy="287175"/>
          </a:xfrm>
        </p:grpSpPr>
        <p:sp>
          <p:nvSpPr>
            <p:cNvPr id="5955" name="Google Shape;5955;p464"/>
            <p:cNvSpPr/>
            <p:nvPr/>
          </p:nvSpPr>
          <p:spPr>
            <a:xfrm>
              <a:off x="6353775" y="1628050"/>
              <a:ext cx="319125" cy="287175"/>
            </a:xfrm>
            <a:custGeom>
              <a:avLst/>
              <a:gdLst/>
              <a:ahLst/>
              <a:cxnLst/>
              <a:rect l="l" t="t" r="r" b="b"/>
              <a:pathLst>
                <a:path w="12765" h="11487" extrusionOk="0">
                  <a:moveTo>
                    <a:pt x="10011" y="856"/>
                  </a:moveTo>
                  <a:lnTo>
                    <a:pt x="10011" y="1830"/>
                  </a:lnTo>
                  <a:lnTo>
                    <a:pt x="856" y="1830"/>
                  </a:lnTo>
                  <a:lnTo>
                    <a:pt x="856" y="856"/>
                  </a:lnTo>
                  <a:close/>
                  <a:moveTo>
                    <a:pt x="11899" y="856"/>
                  </a:moveTo>
                  <a:lnTo>
                    <a:pt x="11899" y="1830"/>
                  </a:lnTo>
                  <a:lnTo>
                    <a:pt x="10867" y="1830"/>
                  </a:lnTo>
                  <a:lnTo>
                    <a:pt x="10867" y="856"/>
                  </a:lnTo>
                  <a:close/>
                  <a:moveTo>
                    <a:pt x="11899" y="2695"/>
                  </a:moveTo>
                  <a:lnTo>
                    <a:pt x="11899" y="10621"/>
                  </a:lnTo>
                  <a:lnTo>
                    <a:pt x="856" y="10621"/>
                  </a:lnTo>
                  <a:lnTo>
                    <a:pt x="856" y="2695"/>
                  </a:lnTo>
                  <a:close/>
                  <a:moveTo>
                    <a:pt x="1" y="1"/>
                  </a:moveTo>
                  <a:lnTo>
                    <a:pt x="1" y="11486"/>
                  </a:lnTo>
                  <a:lnTo>
                    <a:pt x="12764" y="11486"/>
                  </a:lnTo>
                  <a:lnTo>
                    <a:pt x="1276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56" name="Google Shape;5956;p464"/>
            <p:cNvSpPr/>
            <p:nvPr/>
          </p:nvSpPr>
          <p:spPr>
            <a:xfrm>
              <a:off x="6401475" y="1745575"/>
              <a:ext cx="223975" cy="97850"/>
            </a:xfrm>
            <a:custGeom>
              <a:avLst/>
              <a:gdLst/>
              <a:ahLst/>
              <a:cxnLst/>
              <a:rect l="l" t="t" r="r" b="b"/>
              <a:pathLst>
                <a:path w="8959" h="3914" extrusionOk="0">
                  <a:moveTo>
                    <a:pt x="2488" y="0"/>
                  </a:moveTo>
                  <a:lnTo>
                    <a:pt x="0" y="1583"/>
                  </a:lnTo>
                  <a:lnTo>
                    <a:pt x="0" y="2321"/>
                  </a:lnTo>
                  <a:lnTo>
                    <a:pt x="2488" y="3914"/>
                  </a:lnTo>
                  <a:lnTo>
                    <a:pt x="2488" y="2930"/>
                  </a:lnTo>
                  <a:lnTo>
                    <a:pt x="885" y="1967"/>
                  </a:lnTo>
                  <a:lnTo>
                    <a:pt x="885" y="1947"/>
                  </a:lnTo>
                  <a:lnTo>
                    <a:pt x="2488" y="974"/>
                  </a:lnTo>
                  <a:lnTo>
                    <a:pt x="2488" y="0"/>
                  </a:lnTo>
                  <a:close/>
                  <a:moveTo>
                    <a:pt x="6471" y="0"/>
                  </a:moveTo>
                  <a:lnTo>
                    <a:pt x="6471" y="974"/>
                  </a:lnTo>
                  <a:lnTo>
                    <a:pt x="8074" y="1947"/>
                  </a:lnTo>
                  <a:lnTo>
                    <a:pt x="8074" y="1967"/>
                  </a:lnTo>
                  <a:lnTo>
                    <a:pt x="6471" y="2930"/>
                  </a:lnTo>
                  <a:lnTo>
                    <a:pt x="6471" y="3914"/>
                  </a:lnTo>
                  <a:lnTo>
                    <a:pt x="8959" y="2321"/>
                  </a:lnTo>
                  <a:lnTo>
                    <a:pt x="8959" y="1583"/>
                  </a:lnTo>
                  <a:lnTo>
                    <a:pt x="647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57" name="Google Shape;5957;p464"/>
            <p:cNvSpPr/>
            <p:nvPr/>
          </p:nvSpPr>
          <p:spPr>
            <a:xfrm>
              <a:off x="6475700" y="1758600"/>
              <a:ext cx="75500" cy="71550"/>
            </a:xfrm>
            <a:custGeom>
              <a:avLst/>
              <a:gdLst/>
              <a:ahLst/>
              <a:cxnLst/>
              <a:rect l="l" t="t" r="r" b="b"/>
              <a:pathLst>
                <a:path w="3020" h="2862" extrusionOk="0">
                  <a:moveTo>
                    <a:pt x="1161" y="0"/>
                  </a:moveTo>
                  <a:lnTo>
                    <a:pt x="1220" y="1092"/>
                  </a:lnTo>
                  <a:lnTo>
                    <a:pt x="207" y="689"/>
                  </a:lnTo>
                  <a:lnTo>
                    <a:pt x="1" y="1298"/>
                  </a:lnTo>
                  <a:lnTo>
                    <a:pt x="1053" y="1613"/>
                  </a:lnTo>
                  <a:lnTo>
                    <a:pt x="335" y="2488"/>
                  </a:lnTo>
                  <a:lnTo>
                    <a:pt x="896" y="2862"/>
                  </a:lnTo>
                  <a:lnTo>
                    <a:pt x="1505" y="1937"/>
                  </a:lnTo>
                  <a:lnTo>
                    <a:pt x="2125" y="2862"/>
                  </a:lnTo>
                  <a:lnTo>
                    <a:pt x="2676" y="2488"/>
                  </a:lnTo>
                  <a:lnTo>
                    <a:pt x="1968" y="1613"/>
                  </a:lnTo>
                  <a:lnTo>
                    <a:pt x="3020" y="1298"/>
                  </a:lnTo>
                  <a:lnTo>
                    <a:pt x="2813" y="689"/>
                  </a:lnTo>
                  <a:lnTo>
                    <a:pt x="1800" y="1092"/>
                  </a:lnTo>
                  <a:lnTo>
                    <a:pt x="1800" y="1092"/>
                  </a:lnTo>
                  <a:lnTo>
                    <a:pt x="185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958" name="Google Shape;5958;p464"/>
          <p:cNvGrpSpPr/>
          <p:nvPr/>
        </p:nvGrpSpPr>
        <p:grpSpPr>
          <a:xfrm>
            <a:off x="2093146" y="1420001"/>
            <a:ext cx="436912" cy="436912"/>
            <a:chOff x="1190625" y="238125"/>
            <a:chExt cx="5238750" cy="5238750"/>
          </a:xfrm>
        </p:grpSpPr>
        <p:sp>
          <p:nvSpPr>
            <p:cNvPr id="5959" name="Google Shape;5959;p464"/>
            <p:cNvSpPr/>
            <p:nvPr/>
          </p:nvSpPr>
          <p:spPr>
            <a:xfrm>
              <a:off x="1190625" y="238125"/>
              <a:ext cx="1394100" cy="1394100"/>
            </a:xfrm>
            <a:custGeom>
              <a:avLst/>
              <a:gdLst/>
              <a:ahLst/>
              <a:cxnLst/>
              <a:rect l="l" t="t" r="r" b="b"/>
              <a:pathLst>
                <a:path w="55764" h="55764" extrusionOk="0">
                  <a:moveTo>
                    <a:pt x="43885" y="12003"/>
                  </a:moveTo>
                  <a:lnTo>
                    <a:pt x="43885" y="43885"/>
                  </a:lnTo>
                  <a:lnTo>
                    <a:pt x="12003" y="43885"/>
                  </a:lnTo>
                  <a:lnTo>
                    <a:pt x="12003" y="12003"/>
                  </a:lnTo>
                  <a:close/>
                  <a:moveTo>
                    <a:pt x="0" y="0"/>
                  </a:moveTo>
                  <a:lnTo>
                    <a:pt x="0" y="2000"/>
                  </a:lnTo>
                  <a:lnTo>
                    <a:pt x="0" y="53763"/>
                  </a:lnTo>
                  <a:lnTo>
                    <a:pt x="0" y="55763"/>
                  </a:lnTo>
                  <a:lnTo>
                    <a:pt x="55763" y="55763"/>
                  </a:lnTo>
                  <a:lnTo>
                    <a:pt x="55763" y="53763"/>
                  </a:lnTo>
                  <a:lnTo>
                    <a:pt x="55763" y="2000"/>
                  </a:lnTo>
                  <a:lnTo>
                    <a:pt x="55763" y="0"/>
                  </a:lnTo>
                  <a:close/>
                </a:path>
              </a:pathLst>
            </a:custGeom>
            <a:solidFill>
              <a:srgbClr val="FC5D0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60" name="Google Shape;5960;p464"/>
            <p:cNvSpPr/>
            <p:nvPr/>
          </p:nvSpPr>
          <p:spPr>
            <a:xfrm>
              <a:off x="1190625" y="2160450"/>
              <a:ext cx="1394100" cy="1394100"/>
            </a:xfrm>
            <a:custGeom>
              <a:avLst/>
              <a:gdLst/>
              <a:ahLst/>
              <a:cxnLst/>
              <a:rect l="l" t="t" r="r" b="b"/>
              <a:pathLst>
                <a:path w="55764" h="55764" extrusionOk="0">
                  <a:moveTo>
                    <a:pt x="43885" y="12003"/>
                  </a:moveTo>
                  <a:lnTo>
                    <a:pt x="43885" y="43761"/>
                  </a:lnTo>
                  <a:lnTo>
                    <a:pt x="12003" y="43761"/>
                  </a:lnTo>
                  <a:lnTo>
                    <a:pt x="12003" y="12003"/>
                  </a:lnTo>
                  <a:close/>
                  <a:moveTo>
                    <a:pt x="0" y="0"/>
                  </a:moveTo>
                  <a:lnTo>
                    <a:pt x="0" y="2001"/>
                  </a:lnTo>
                  <a:lnTo>
                    <a:pt x="0" y="53763"/>
                  </a:lnTo>
                  <a:lnTo>
                    <a:pt x="0" y="55764"/>
                  </a:lnTo>
                  <a:lnTo>
                    <a:pt x="55763" y="55764"/>
                  </a:lnTo>
                  <a:lnTo>
                    <a:pt x="55763" y="53763"/>
                  </a:lnTo>
                  <a:lnTo>
                    <a:pt x="55763" y="2001"/>
                  </a:lnTo>
                  <a:lnTo>
                    <a:pt x="55763" y="0"/>
                  </a:lnTo>
                  <a:close/>
                </a:path>
              </a:pathLst>
            </a:custGeom>
            <a:solidFill>
              <a:srgbClr val="FC5D0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61" name="Google Shape;5961;p464"/>
            <p:cNvSpPr/>
            <p:nvPr/>
          </p:nvSpPr>
          <p:spPr>
            <a:xfrm>
              <a:off x="1190625" y="4082775"/>
              <a:ext cx="1394100" cy="1394100"/>
            </a:xfrm>
            <a:custGeom>
              <a:avLst/>
              <a:gdLst/>
              <a:ahLst/>
              <a:cxnLst/>
              <a:rect l="l" t="t" r="r" b="b"/>
              <a:pathLst>
                <a:path w="55764" h="55764" extrusionOk="0">
                  <a:moveTo>
                    <a:pt x="43885" y="11879"/>
                  </a:moveTo>
                  <a:lnTo>
                    <a:pt x="43885" y="43761"/>
                  </a:lnTo>
                  <a:lnTo>
                    <a:pt x="12003" y="43761"/>
                  </a:lnTo>
                  <a:lnTo>
                    <a:pt x="12003" y="11879"/>
                  </a:lnTo>
                  <a:close/>
                  <a:moveTo>
                    <a:pt x="0" y="1"/>
                  </a:moveTo>
                  <a:lnTo>
                    <a:pt x="0" y="2001"/>
                  </a:lnTo>
                  <a:lnTo>
                    <a:pt x="0" y="53764"/>
                  </a:lnTo>
                  <a:lnTo>
                    <a:pt x="0" y="55764"/>
                  </a:lnTo>
                  <a:lnTo>
                    <a:pt x="55763" y="55764"/>
                  </a:lnTo>
                  <a:lnTo>
                    <a:pt x="55763" y="53764"/>
                  </a:lnTo>
                  <a:lnTo>
                    <a:pt x="55763" y="2001"/>
                  </a:lnTo>
                  <a:lnTo>
                    <a:pt x="55763" y="1"/>
                  </a:lnTo>
                  <a:close/>
                </a:path>
              </a:pathLst>
            </a:custGeom>
            <a:solidFill>
              <a:srgbClr val="FC5D0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62" name="Google Shape;5962;p464"/>
            <p:cNvSpPr/>
            <p:nvPr/>
          </p:nvSpPr>
          <p:spPr>
            <a:xfrm>
              <a:off x="3112950" y="238125"/>
              <a:ext cx="1394100" cy="1394100"/>
            </a:xfrm>
            <a:custGeom>
              <a:avLst/>
              <a:gdLst/>
              <a:ahLst/>
              <a:cxnLst/>
              <a:rect l="l" t="t" r="r" b="b"/>
              <a:pathLst>
                <a:path w="55764" h="55764" extrusionOk="0">
                  <a:moveTo>
                    <a:pt x="43761" y="12003"/>
                  </a:moveTo>
                  <a:lnTo>
                    <a:pt x="43761" y="43885"/>
                  </a:lnTo>
                  <a:lnTo>
                    <a:pt x="12003" y="43885"/>
                  </a:lnTo>
                  <a:lnTo>
                    <a:pt x="12003" y="12003"/>
                  </a:lnTo>
                  <a:close/>
                  <a:moveTo>
                    <a:pt x="0" y="0"/>
                  </a:moveTo>
                  <a:lnTo>
                    <a:pt x="0" y="2000"/>
                  </a:lnTo>
                  <a:lnTo>
                    <a:pt x="0" y="53763"/>
                  </a:lnTo>
                  <a:lnTo>
                    <a:pt x="0" y="55763"/>
                  </a:lnTo>
                  <a:lnTo>
                    <a:pt x="55764" y="55763"/>
                  </a:lnTo>
                  <a:lnTo>
                    <a:pt x="55764" y="53763"/>
                  </a:lnTo>
                  <a:lnTo>
                    <a:pt x="55764" y="2000"/>
                  </a:lnTo>
                  <a:lnTo>
                    <a:pt x="55764" y="0"/>
                  </a:lnTo>
                  <a:close/>
                </a:path>
              </a:pathLst>
            </a:custGeom>
            <a:solidFill>
              <a:srgbClr val="FC5D0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63" name="Google Shape;5963;p464"/>
            <p:cNvSpPr/>
            <p:nvPr/>
          </p:nvSpPr>
          <p:spPr>
            <a:xfrm>
              <a:off x="3112950" y="2160450"/>
              <a:ext cx="1394100" cy="1394100"/>
            </a:xfrm>
            <a:custGeom>
              <a:avLst/>
              <a:gdLst/>
              <a:ahLst/>
              <a:cxnLst/>
              <a:rect l="l" t="t" r="r" b="b"/>
              <a:pathLst>
                <a:path w="55764" h="55764" extrusionOk="0">
                  <a:moveTo>
                    <a:pt x="0" y="0"/>
                  </a:moveTo>
                  <a:lnTo>
                    <a:pt x="0" y="2001"/>
                  </a:lnTo>
                  <a:lnTo>
                    <a:pt x="0" y="53763"/>
                  </a:lnTo>
                  <a:lnTo>
                    <a:pt x="0" y="55764"/>
                  </a:lnTo>
                  <a:lnTo>
                    <a:pt x="55764" y="55764"/>
                  </a:lnTo>
                  <a:lnTo>
                    <a:pt x="55764" y="53763"/>
                  </a:lnTo>
                  <a:lnTo>
                    <a:pt x="55764" y="2001"/>
                  </a:lnTo>
                  <a:lnTo>
                    <a:pt x="55764" y="0"/>
                  </a:lnTo>
                  <a:close/>
                </a:path>
              </a:pathLst>
            </a:custGeom>
            <a:solidFill>
              <a:srgbClr val="FC5D0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64" name="Google Shape;5964;p464"/>
            <p:cNvSpPr/>
            <p:nvPr/>
          </p:nvSpPr>
          <p:spPr>
            <a:xfrm>
              <a:off x="3112950" y="4082775"/>
              <a:ext cx="1394100" cy="1394100"/>
            </a:xfrm>
            <a:custGeom>
              <a:avLst/>
              <a:gdLst/>
              <a:ahLst/>
              <a:cxnLst/>
              <a:rect l="l" t="t" r="r" b="b"/>
              <a:pathLst>
                <a:path w="55764" h="55764" extrusionOk="0">
                  <a:moveTo>
                    <a:pt x="43761" y="11879"/>
                  </a:moveTo>
                  <a:lnTo>
                    <a:pt x="43761" y="43761"/>
                  </a:lnTo>
                  <a:lnTo>
                    <a:pt x="12003" y="43761"/>
                  </a:lnTo>
                  <a:lnTo>
                    <a:pt x="12003" y="11879"/>
                  </a:lnTo>
                  <a:close/>
                  <a:moveTo>
                    <a:pt x="0" y="1"/>
                  </a:moveTo>
                  <a:lnTo>
                    <a:pt x="0" y="2001"/>
                  </a:lnTo>
                  <a:lnTo>
                    <a:pt x="0" y="53764"/>
                  </a:lnTo>
                  <a:lnTo>
                    <a:pt x="0" y="55764"/>
                  </a:lnTo>
                  <a:lnTo>
                    <a:pt x="55764" y="55764"/>
                  </a:lnTo>
                  <a:lnTo>
                    <a:pt x="55764" y="53764"/>
                  </a:lnTo>
                  <a:lnTo>
                    <a:pt x="55764" y="2001"/>
                  </a:lnTo>
                  <a:lnTo>
                    <a:pt x="55764" y="1"/>
                  </a:lnTo>
                  <a:close/>
                </a:path>
              </a:pathLst>
            </a:custGeom>
            <a:solidFill>
              <a:srgbClr val="FC5D0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65" name="Google Shape;5965;p464"/>
            <p:cNvSpPr/>
            <p:nvPr/>
          </p:nvSpPr>
          <p:spPr>
            <a:xfrm>
              <a:off x="5035275" y="238125"/>
              <a:ext cx="1394100" cy="1394100"/>
            </a:xfrm>
            <a:custGeom>
              <a:avLst/>
              <a:gdLst/>
              <a:ahLst/>
              <a:cxnLst/>
              <a:rect l="l" t="t" r="r" b="b"/>
              <a:pathLst>
                <a:path w="55764" h="55764" extrusionOk="0">
                  <a:moveTo>
                    <a:pt x="43761" y="12003"/>
                  </a:moveTo>
                  <a:lnTo>
                    <a:pt x="43761" y="43885"/>
                  </a:lnTo>
                  <a:lnTo>
                    <a:pt x="11879" y="43885"/>
                  </a:lnTo>
                  <a:lnTo>
                    <a:pt x="11879" y="12003"/>
                  </a:lnTo>
                  <a:close/>
                  <a:moveTo>
                    <a:pt x="1" y="0"/>
                  </a:moveTo>
                  <a:lnTo>
                    <a:pt x="1" y="2000"/>
                  </a:lnTo>
                  <a:lnTo>
                    <a:pt x="1" y="53763"/>
                  </a:lnTo>
                  <a:lnTo>
                    <a:pt x="1" y="55763"/>
                  </a:lnTo>
                  <a:lnTo>
                    <a:pt x="55764" y="55763"/>
                  </a:lnTo>
                  <a:lnTo>
                    <a:pt x="55764" y="53763"/>
                  </a:lnTo>
                  <a:lnTo>
                    <a:pt x="55764" y="2000"/>
                  </a:lnTo>
                  <a:lnTo>
                    <a:pt x="55764" y="0"/>
                  </a:lnTo>
                  <a:close/>
                </a:path>
              </a:pathLst>
            </a:custGeom>
            <a:solidFill>
              <a:srgbClr val="FC5D0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66" name="Google Shape;5966;p464"/>
            <p:cNvSpPr/>
            <p:nvPr/>
          </p:nvSpPr>
          <p:spPr>
            <a:xfrm>
              <a:off x="5035275" y="2160450"/>
              <a:ext cx="1394100" cy="1394100"/>
            </a:xfrm>
            <a:custGeom>
              <a:avLst/>
              <a:gdLst/>
              <a:ahLst/>
              <a:cxnLst/>
              <a:rect l="l" t="t" r="r" b="b"/>
              <a:pathLst>
                <a:path w="55764" h="55764" extrusionOk="0">
                  <a:moveTo>
                    <a:pt x="43761" y="12003"/>
                  </a:moveTo>
                  <a:lnTo>
                    <a:pt x="43761" y="43761"/>
                  </a:lnTo>
                  <a:lnTo>
                    <a:pt x="11879" y="43761"/>
                  </a:lnTo>
                  <a:lnTo>
                    <a:pt x="11879" y="12003"/>
                  </a:lnTo>
                  <a:close/>
                  <a:moveTo>
                    <a:pt x="1" y="0"/>
                  </a:moveTo>
                  <a:lnTo>
                    <a:pt x="1" y="2001"/>
                  </a:lnTo>
                  <a:lnTo>
                    <a:pt x="1" y="53763"/>
                  </a:lnTo>
                  <a:lnTo>
                    <a:pt x="1" y="55764"/>
                  </a:lnTo>
                  <a:lnTo>
                    <a:pt x="55764" y="55764"/>
                  </a:lnTo>
                  <a:lnTo>
                    <a:pt x="55764" y="53763"/>
                  </a:lnTo>
                  <a:lnTo>
                    <a:pt x="55764" y="2001"/>
                  </a:lnTo>
                  <a:lnTo>
                    <a:pt x="55764" y="0"/>
                  </a:lnTo>
                  <a:close/>
                </a:path>
              </a:pathLst>
            </a:custGeom>
            <a:solidFill>
              <a:srgbClr val="FC5D0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67" name="Google Shape;5967;p464"/>
            <p:cNvSpPr/>
            <p:nvPr/>
          </p:nvSpPr>
          <p:spPr>
            <a:xfrm>
              <a:off x="5035275" y="4082775"/>
              <a:ext cx="1394100" cy="1394100"/>
            </a:xfrm>
            <a:custGeom>
              <a:avLst/>
              <a:gdLst/>
              <a:ahLst/>
              <a:cxnLst/>
              <a:rect l="l" t="t" r="r" b="b"/>
              <a:pathLst>
                <a:path w="55764" h="55764" extrusionOk="0">
                  <a:moveTo>
                    <a:pt x="43761" y="11879"/>
                  </a:moveTo>
                  <a:lnTo>
                    <a:pt x="43761" y="43761"/>
                  </a:lnTo>
                  <a:lnTo>
                    <a:pt x="11879" y="43761"/>
                  </a:lnTo>
                  <a:lnTo>
                    <a:pt x="11879" y="11879"/>
                  </a:lnTo>
                  <a:close/>
                  <a:moveTo>
                    <a:pt x="1" y="1"/>
                  </a:moveTo>
                  <a:lnTo>
                    <a:pt x="1" y="2001"/>
                  </a:lnTo>
                  <a:lnTo>
                    <a:pt x="1" y="53764"/>
                  </a:lnTo>
                  <a:lnTo>
                    <a:pt x="1" y="55764"/>
                  </a:lnTo>
                  <a:lnTo>
                    <a:pt x="55764" y="55764"/>
                  </a:lnTo>
                  <a:lnTo>
                    <a:pt x="55764" y="53764"/>
                  </a:lnTo>
                  <a:lnTo>
                    <a:pt x="55764" y="2001"/>
                  </a:lnTo>
                  <a:lnTo>
                    <a:pt x="55764" y="1"/>
                  </a:lnTo>
                  <a:close/>
                </a:path>
              </a:pathLst>
            </a:custGeom>
            <a:solidFill>
              <a:srgbClr val="FC5D0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968" name="Google Shape;5968;p464"/>
          <p:cNvSpPr/>
          <p:nvPr/>
        </p:nvSpPr>
        <p:spPr>
          <a:xfrm>
            <a:off x="9536875" y="52950"/>
            <a:ext cx="150000" cy="122700"/>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BM Plex Sans"/>
              <a:ea typeface="IBM Plex Sans"/>
              <a:cs typeface="IBM Plex Sans"/>
              <a:sym typeface="IBM Plex Sans"/>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5972"/>
        <p:cNvGrpSpPr/>
        <p:nvPr/>
      </p:nvGrpSpPr>
      <p:grpSpPr>
        <a:xfrm>
          <a:off x="0" y="0"/>
          <a:ext cx="0" cy="0"/>
          <a:chOff x="0" y="0"/>
          <a:chExt cx="0" cy="0"/>
        </a:xfrm>
      </p:grpSpPr>
      <p:sp>
        <p:nvSpPr>
          <p:cNvPr id="5973" name="Google Shape;5973;p465"/>
          <p:cNvSpPr txBox="1">
            <a:spLocks noGrp="1"/>
          </p:cNvSpPr>
          <p:nvPr>
            <p:ph type="title"/>
          </p:nvPr>
        </p:nvSpPr>
        <p:spPr>
          <a:xfrm>
            <a:off x="1188720" y="114300"/>
            <a:ext cx="7534200" cy="523200"/>
          </a:xfrm>
          <a:prstGeom prst="rect">
            <a:avLst/>
          </a:prstGeom>
        </p:spPr>
        <p:txBody>
          <a:bodyPr spcFirstLastPara="1" wrap="square" lIns="0" tIns="0" rIns="0" bIns="0" anchor="t" anchorCtr="0">
            <a:spAutoFit/>
          </a:bodyPr>
          <a:lstStyle/>
          <a:p>
            <a:pPr marL="0" lvl="0" indent="0" algn="l" rtl="0">
              <a:spcBef>
                <a:spcPts val="0"/>
              </a:spcBef>
              <a:spcAft>
                <a:spcPts val="0"/>
              </a:spcAft>
              <a:buNone/>
            </a:pPr>
            <a:r>
              <a:rPr lang="en"/>
              <a:t>Composable</a:t>
            </a:r>
            <a:endParaRPr/>
          </a:p>
        </p:txBody>
      </p:sp>
      <p:sp>
        <p:nvSpPr>
          <p:cNvPr id="5974" name="Google Shape;5974;p465"/>
          <p:cNvSpPr txBox="1">
            <a:spLocks noGrp="1"/>
          </p:cNvSpPr>
          <p:nvPr>
            <p:ph type="subTitle" idx="1"/>
          </p:nvPr>
        </p:nvSpPr>
        <p:spPr>
          <a:xfrm>
            <a:off x="476075" y="731520"/>
            <a:ext cx="8210700" cy="215400"/>
          </a:xfrm>
          <a:prstGeom prst="rect">
            <a:avLst/>
          </a:prstGeom>
        </p:spPr>
        <p:txBody>
          <a:bodyPr spcFirstLastPara="1" wrap="square" lIns="0" tIns="0" rIns="0" bIns="0" anchor="t" anchorCtr="0">
            <a:spAutoFit/>
          </a:bodyPr>
          <a:lstStyle/>
          <a:p>
            <a:pPr marL="0" lvl="0" indent="0" algn="l" rtl="0">
              <a:spcBef>
                <a:spcPts val="0"/>
              </a:spcBef>
              <a:spcAft>
                <a:spcPts val="0"/>
              </a:spcAft>
              <a:buNone/>
            </a:pPr>
            <a:r>
              <a:rPr lang="en"/>
              <a:t>Integrated yet flexible architecture facilitates best-of-breed technology and reuse</a:t>
            </a:r>
            <a:endParaRPr/>
          </a:p>
        </p:txBody>
      </p:sp>
      <p:sp>
        <p:nvSpPr>
          <p:cNvPr id="5975" name="Google Shape;5975;p465"/>
          <p:cNvSpPr txBox="1">
            <a:spLocks noGrp="1"/>
          </p:cNvSpPr>
          <p:nvPr>
            <p:ph type="subTitle" idx="2"/>
          </p:nvPr>
        </p:nvSpPr>
        <p:spPr>
          <a:xfrm>
            <a:off x="5486400" y="1268025"/>
            <a:ext cx="3429000" cy="332100"/>
          </a:xfrm>
          <a:prstGeom prst="rect">
            <a:avLst/>
          </a:prstGeom>
        </p:spPr>
        <p:txBody>
          <a:bodyPr spcFirstLastPara="1" wrap="square" lIns="0" tIns="0" rIns="0" bIns="0" anchor="t" anchorCtr="0">
            <a:normAutofit/>
          </a:bodyPr>
          <a:lstStyle/>
          <a:p>
            <a:pPr marL="0" lvl="0" indent="0" algn="l" rtl="0">
              <a:spcBef>
                <a:spcPts val="0"/>
              </a:spcBef>
              <a:spcAft>
                <a:spcPts val="0"/>
              </a:spcAft>
              <a:buNone/>
            </a:pPr>
            <a:r>
              <a:rPr lang="en"/>
              <a:t>Best of breed without compromise</a:t>
            </a:r>
            <a:endParaRPr/>
          </a:p>
        </p:txBody>
      </p:sp>
      <p:sp>
        <p:nvSpPr>
          <p:cNvPr id="5976" name="Google Shape;5976;p465"/>
          <p:cNvSpPr txBox="1">
            <a:spLocks noGrp="1"/>
          </p:cNvSpPr>
          <p:nvPr>
            <p:ph type="body" idx="3"/>
          </p:nvPr>
        </p:nvSpPr>
        <p:spPr>
          <a:xfrm>
            <a:off x="5486400" y="1600325"/>
            <a:ext cx="3429000" cy="513600"/>
          </a:xfrm>
          <a:prstGeom prst="rect">
            <a:avLst/>
          </a:prstGeom>
        </p:spPr>
        <p:txBody>
          <a:bodyPr spcFirstLastPara="1" wrap="square" lIns="0" tIns="0" rIns="0" bIns="0" anchor="t" anchorCtr="0">
            <a:normAutofit/>
          </a:bodyPr>
          <a:lstStyle/>
          <a:p>
            <a:pPr marL="0" lvl="0" indent="0" algn="l" rtl="0">
              <a:spcBef>
                <a:spcPts val="0"/>
              </a:spcBef>
              <a:spcAft>
                <a:spcPts val="0"/>
              </a:spcAft>
              <a:buNone/>
            </a:pPr>
            <a:r>
              <a:rPr lang="en"/>
              <a:t>Combine Camunda task automation with other tools and custom code for maximum flexibility</a:t>
            </a:r>
            <a:endParaRPr/>
          </a:p>
        </p:txBody>
      </p:sp>
      <p:sp>
        <p:nvSpPr>
          <p:cNvPr id="5977" name="Google Shape;5977;p465"/>
          <p:cNvSpPr txBox="1">
            <a:spLocks noGrp="1"/>
          </p:cNvSpPr>
          <p:nvPr>
            <p:ph type="subTitle" idx="4"/>
          </p:nvPr>
        </p:nvSpPr>
        <p:spPr>
          <a:xfrm>
            <a:off x="5486400" y="2520250"/>
            <a:ext cx="3429000" cy="332100"/>
          </a:xfrm>
          <a:prstGeom prst="rect">
            <a:avLst/>
          </a:prstGeom>
        </p:spPr>
        <p:txBody>
          <a:bodyPr spcFirstLastPara="1" wrap="square" lIns="0" tIns="0" rIns="0" bIns="0" anchor="t" anchorCtr="0">
            <a:normAutofit/>
          </a:bodyPr>
          <a:lstStyle/>
          <a:p>
            <a:pPr marL="0" lvl="0" indent="0" algn="l" rtl="0">
              <a:spcBef>
                <a:spcPts val="0"/>
              </a:spcBef>
              <a:spcAft>
                <a:spcPts val="0"/>
              </a:spcAft>
              <a:buNone/>
            </a:pPr>
            <a:r>
              <a:rPr lang="en"/>
              <a:t>Orchestrate any tool or service</a:t>
            </a:r>
            <a:endParaRPr/>
          </a:p>
        </p:txBody>
      </p:sp>
      <p:sp>
        <p:nvSpPr>
          <p:cNvPr id="5978" name="Google Shape;5978;p465"/>
          <p:cNvSpPr txBox="1">
            <a:spLocks noGrp="1"/>
          </p:cNvSpPr>
          <p:nvPr>
            <p:ph type="body" idx="5"/>
          </p:nvPr>
        </p:nvSpPr>
        <p:spPr>
          <a:xfrm>
            <a:off x="5486400" y="2852550"/>
            <a:ext cx="3429000" cy="513600"/>
          </a:xfrm>
          <a:prstGeom prst="rect">
            <a:avLst/>
          </a:prstGeom>
        </p:spPr>
        <p:txBody>
          <a:bodyPr spcFirstLastPara="1" wrap="square" lIns="0" tIns="0" rIns="0" bIns="0" anchor="t" anchorCtr="0">
            <a:normAutofit/>
          </a:bodyPr>
          <a:lstStyle/>
          <a:p>
            <a:pPr marL="0" lvl="0" indent="0" algn="l" rtl="0">
              <a:spcBef>
                <a:spcPts val="0"/>
              </a:spcBef>
              <a:spcAft>
                <a:spcPts val="0"/>
              </a:spcAft>
              <a:buNone/>
            </a:pPr>
            <a:r>
              <a:rPr lang="en"/>
              <a:t>A connector marketplace and robust SDK make integration easy as well as fully customizable</a:t>
            </a:r>
            <a:endParaRPr/>
          </a:p>
        </p:txBody>
      </p:sp>
      <p:sp>
        <p:nvSpPr>
          <p:cNvPr id="5979" name="Google Shape;5979;p465"/>
          <p:cNvSpPr txBox="1">
            <a:spLocks noGrp="1"/>
          </p:cNvSpPr>
          <p:nvPr>
            <p:ph type="subTitle" idx="6"/>
          </p:nvPr>
        </p:nvSpPr>
        <p:spPr>
          <a:xfrm>
            <a:off x="5486400" y="3861475"/>
            <a:ext cx="3429000" cy="332100"/>
          </a:xfrm>
          <a:prstGeom prst="rect">
            <a:avLst/>
          </a:prstGeom>
        </p:spPr>
        <p:txBody>
          <a:bodyPr spcFirstLastPara="1" wrap="square" lIns="0" tIns="0" rIns="0" bIns="0" anchor="t" anchorCtr="0">
            <a:normAutofit/>
          </a:bodyPr>
          <a:lstStyle/>
          <a:p>
            <a:pPr marL="0" lvl="0" indent="0" algn="l" rtl="0">
              <a:spcBef>
                <a:spcPts val="0"/>
              </a:spcBef>
              <a:spcAft>
                <a:spcPts val="0"/>
              </a:spcAft>
              <a:buNone/>
            </a:pPr>
            <a:r>
              <a:rPr lang="en"/>
              <a:t>Flexible implementation options</a:t>
            </a:r>
            <a:endParaRPr/>
          </a:p>
        </p:txBody>
      </p:sp>
      <p:sp>
        <p:nvSpPr>
          <p:cNvPr id="5980" name="Google Shape;5980;p465"/>
          <p:cNvSpPr txBox="1">
            <a:spLocks noGrp="1"/>
          </p:cNvSpPr>
          <p:nvPr>
            <p:ph type="body" idx="7"/>
          </p:nvPr>
        </p:nvSpPr>
        <p:spPr>
          <a:xfrm>
            <a:off x="5486400" y="4193775"/>
            <a:ext cx="3429000" cy="513600"/>
          </a:xfrm>
          <a:prstGeom prst="rect">
            <a:avLst/>
          </a:prstGeom>
        </p:spPr>
        <p:txBody>
          <a:bodyPr spcFirstLastPara="1" wrap="square" lIns="0" tIns="0" rIns="0" bIns="0" anchor="t" anchorCtr="0">
            <a:normAutofit/>
          </a:bodyPr>
          <a:lstStyle/>
          <a:p>
            <a:pPr marL="0" lvl="0" indent="0" algn="l" rtl="0">
              <a:spcBef>
                <a:spcPts val="0"/>
              </a:spcBef>
              <a:spcAft>
                <a:spcPts val="0"/>
              </a:spcAft>
              <a:buNone/>
            </a:pPr>
            <a:r>
              <a:rPr lang="en"/>
              <a:t>Choose SaaS or Self-Managed and use your preferred cloud, Kubernetes, identity provider</a:t>
            </a:r>
            <a:endParaRPr/>
          </a:p>
        </p:txBody>
      </p:sp>
      <p:sp>
        <p:nvSpPr>
          <p:cNvPr id="5981" name="Google Shape;5981;p465"/>
          <p:cNvSpPr/>
          <p:nvPr/>
        </p:nvSpPr>
        <p:spPr>
          <a:xfrm>
            <a:off x="476075" y="1600325"/>
            <a:ext cx="4128000" cy="2593200"/>
          </a:xfrm>
          <a:prstGeom prst="roundRect">
            <a:avLst>
              <a:gd name="adj" fmla="val 16667"/>
            </a:avLst>
          </a:prstGeom>
          <a:solidFill>
            <a:schemeClr val="lt2"/>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lnSpc>
                <a:spcPct val="115000"/>
              </a:lnSpc>
              <a:spcBef>
                <a:spcPts val="0"/>
              </a:spcBef>
              <a:spcAft>
                <a:spcPts val="0"/>
              </a:spcAft>
              <a:buClr>
                <a:schemeClr val="dk1"/>
              </a:buClr>
              <a:buSzPts val="1100"/>
              <a:buFont typeface="Arial"/>
              <a:buNone/>
            </a:pPr>
            <a:r>
              <a:rPr lang="en" sz="1300">
                <a:solidFill>
                  <a:schemeClr val="dk1"/>
                </a:solidFill>
                <a:latin typeface="IBM Plex Sans"/>
                <a:ea typeface="IBM Plex Sans"/>
                <a:cs typeface="IBM Plex Sans"/>
                <a:sym typeface="IBM Plex Sans"/>
              </a:rPr>
              <a:t>“Camunda's agile, microservices-based architecture has provided us with the flexibility to rapidly adapt and configure workflows, empowering us to meet customer demands with minimal reliance on engineering.”</a:t>
            </a:r>
            <a:endParaRPr sz="1300">
              <a:solidFill>
                <a:schemeClr val="dk1"/>
              </a:solidFill>
              <a:latin typeface="IBM Plex Sans"/>
              <a:ea typeface="IBM Plex Sans"/>
              <a:cs typeface="IBM Plex Sans"/>
              <a:sym typeface="IBM Plex Sans"/>
            </a:endParaRPr>
          </a:p>
          <a:p>
            <a:pPr marL="0" lvl="0" indent="0" algn="l" rtl="0">
              <a:lnSpc>
                <a:spcPct val="115000"/>
              </a:lnSpc>
              <a:spcBef>
                <a:spcPts val="0"/>
              </a:spcBef>
              <a:spcAft>
                <a:spcPts val="0"/>
              </a:spcAft>
              <a:buClr>
                <a:schemeClr val="dk1"/>
              </a:buClr>
              <a:buSzPts val="1100"/>
              <a:buFont typeface="Arial"/>
              <a:buNone/>
            </a:pPr>
            <a:endParaRPr sz="1300">
              <a:solidFill>
                <a:schemeClr val="dk1"/>
              </a:solidFill>
              <a:latin typeface="IBM Plex Sans"/>
              <a:ea typeface="IBM Plex Sans"/>
              <a:cs typeface="IBM Plex Sans"/>
              <a:sym typeface="IBM Plex Sans"/>
            </a:endParaRPr>
          </a:p>
          <a:p>
            <a:pPr marL="0" lvl="0" indent="0" algn="l" rtl="0">
              <a:lnSpc>
                <a:spcPct val="115000"/>
              </a:lnSpc>
              <a:spcBef>
                <a:spcPts val="0"/>
              </a:spcBef>
              <a:spcAft>
                <a:spcPts val="0"/>
              </a:spcAft>
              <a:buNone/>
            </a:pPr>
            <a:r>
              <a:rPr lang="en" sz="1100" i="1">
                <a:solidFill>
                  <a:schemeClr val="dk1"/>
                </a:solidFill>
                <a:latin typeface="IBM Plex Sans"/>
                <a:ea typeface="IBM Plex Sans"/>
                <a:cs typeface="IBM Plex Sans"/>
                <a:sym typeface="IBM Plex Sans"/>
              </a:rPr>
              <a:t>– Nicki Todd, SVP of Technology at </a:t>
            </a:r>
            <a:r>
              <a:rPr lang="en" sz="1100" i="1" u="sng">
                <a:solidFill>
                  <a:schemeClr val="hlink"/>
                </a:solidFill>
                <a:latin typeface="IBM Plex Sans"/>
                <a:ea typeface="IBM Plex Sans"/>
                <a:cs typeface="IBM Plex Sans"/>
                <a:sym typeface="IBM Plex Sans"/>
                <a:hlinkClick r:id="rId3"/>
              </a:rPr>
              <a:t>First American</a:t>
            </a:r>
            <a:endParaRPr sz="1300">
              <a:solidFill>
                <a:schemeClr val="dk1"/>
              </a:solidFill>
              <a:latin typeface="IBM Plex Sans"/>
              <a:ea typeface="IBM Plex Sans"/>
              <a:cs typeface="IBM Plex Sans"/>
              <a:sym typeface="IBM Plex Sans"/>
            </a:endParaRPr>
          </a:p>
        </p:txBody>
      </p:sp>
      <p:grpSp>
        <p:nvGrpSpPr>
          <p:cNvPr id="5982" name="Google Shape;5982;p465"/>
          <p:cNvGrpSpPr/>
          <p:nvPr/>
        </p:nvGrpSpPr>
        <p:grpSpPr>
          <a:xfrm>
            <a:off x="476071" y="157451"/>
            <a:ext cx="436912" cy="436912"/>
            <a:chOff x="1190625" y="238125"/>
            <a:chExt cx="5238750" cy="5238750"/>
          </a:xfrm>
        </p:grpSpPr>
        <p:sp>
          <p:nvSpPr>
            <p:cNvPr id="5983" name="Google Shape;5983;p465"/>
            <p:cNvSpPr/>
            <p:nvPr/>
          </p:nvSpPr>
          <p:spPr>
            <a:xfrm>
              <a:off x="1190625" y="238125"/>
              <a:ext cx="1394100" cy="1394100"/>
            </a:xfrm>
            <a:custGeom>
              <a:avLst/>
              <a:gdLst/>
              <a:ahLst/>
              <a:cxnLst/>
              <a:rect l="l" t="t" r="r" b="b"/>
              <a:pathLst>
                <a:path w="55764" h="55764" extrusionOk="0">
                  <a:moveTo>
                    <a:pt x="43885" y="12003"/>
                  </a:moveTo>
                  <a:lnTo>
                    <a:pt x="43885" y="43885"/>
                  </a:lnTo>
                  <a:lnTo>
                    <a:pt x="12003" y="43885"/>
                  </a:lnTo>
                  <a:lnTo>
                    <a:pt x="12003" y="12003"/>
                  </a:lnTo>
                  <a:close/>
                  <a:moveTo>
                    <a:pt x="0" y="0"/>
                  </a:moveTo>
                  <a:lnTo>
                    <a:pt x="0" y="2000"/>
                  </a:lnTo>
                  <a:lnTo>
                    <a:pt x="0" y="53763"/>
                  </a:lnTo>
                  <a:lnTo>
                    <a:pt x="0" y="55763"/>
                  </a:lnTo>
                  <a:lnTo>
                    <a:pt x="55763" y="55763"/>
                  </a:lnTo>
                  <a:lnTo>
                    <a:pt x="55763" y="53763"/>
                  </a:lnTo>
                  <a:lnTo>
                    <a:pt x="55763" y="2000"/>
                  </a:lnTo>
                  <a:lnTo>
                    <a:pt x="55763" y="0"/>
                  </a:lnTo>
                  <a:close/>
                </a:path>
              </a:pathLst>
            </a:custGeom>
            <a:solidFill>
              <a:srgbClr val="FC5D0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84" name="Google Shape;5984;p465"/>
            <p:cNvSpPr/>
            <p:nvPr/>
          </p:nvSpPr>
          <p:spPr>
            <a:xfrm>
              <a:off x="1190625" y="2160450"/>
              <a:ext cx="1394100" cy="1394100"/>
            </a:xfrm>
            <a:custGeom>
              <a:avLst/>
              <a:gdLst/>
              <a:ahLst/>
              <a:cxnLst/>
              <a:rect l="l" t="t" r="r" b="b"/>
              <a:pathLst>
                <a:path w="55764" h="55764" extrusionOk="0">
                  <a:moveTo>
                    <a:pt x="43885" y="12003"/>
                  </a:moveTo>
                  <a:lnTo>
                    <a:pt x="43885" y="43761"/>
                  </a:lnTo>
                  <a:lnTo>
                    <a:pt x="12003" y="43761"/>
                  </a:lnTo>
                  <a:lnTo>
                    <a:pt x="12003" y="12003"/>
                  </a:lnTo>
                  <a:close/>
                  <a:moveTo>
                    <a:pt x="0" y="0"/>
                  </a:moveTo>
                  <a:lnTo>
                    <a:pt x="0" y="2001"/>
                  </a:lnTo>
                  <a:lnTo>
                    <a:pt x="0" y="53763"/>
                  </a:lnTo>
                  <a:lnTo>
                    <a:pt x="0" y="55764"/>
                  </a:lnTo>
                  <a:lnTo>
                    <a:pt x="55763" y="55764"/>
                  </a:lnTo>
                  <a:lnTo>
                    <a:pt x="55763" y="53763"/>
                  </a:lnTo>
                  <a:lnTo>
                    <a:pt x="55763" y="2001"/>
                  </a:lnTo>
                  <a:lnTo>
                    <a:pt x="55763" y="0"/>
                  </a:lnTo>
                  <a:close/>
                </a:path>
              </a:pathLst>
            </a:custGeom>
            <a:solidFill>
              <a:srgbClr val="FC5D0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85" name="Google Shape;5985;p465"/>
            <p:cNvSpPr/>
            <p:nvPr/>
          </p:nvSpPr>
          <p:spPr>
            <a:xfrm>
              <a:off x="1190625" y="4082775"/>
              <a:ext cx="1394100" cy="1394100"/>
            </a:xfrm>
            <a:custGeom>
              <a:avLst/>
              <a:gdLst/>
              <a:ahLst/>
              <a:cxnLst/>
              <a:rect l="l" t="t" r="r" b="b"/>
              <a:pathLst>
                <a:path w="55764" h="55764" extrusionOk="0">
                  <a:moveTo>
                    <a:pt x="43885" y="11879"/>
                  </a:moveTo>
                  <a:lnTo>
                    <a:pt x="43885" y="43761"/>
                  </a:lnTo>
                  <a:lnTo>
                    <a:pt x="12003" y="43761"/>
                  </a:lnTo>
                  <a:lnTo>
                    <a:pt x="12003" y="11879"/>
                  </a:lnTo>
                  <a:close/>
                  <a:moveTo>
                    <a:pt x="0" y="1"/>
                  </a:moveTo>
                  <a:lnTo>
                    <a:pt x="0" y="2001"/>
                  </a:lnTo>
                  <a:lnTo>
                    <a:pt x="0" y="53764"/>
                  </a:lnTo>
                  <a:lnTo>
                    <a:pt x="0" y="55764"/>
                  </a:lnTo>
                  <a:lnTo>
                    <a:pt x="55763" y="55764"/>
                  </a:lnTo>
                  <a:lnTo>
                    <a:pt x="55763" y="53764"/>
                  </a:lnTo>
                  <a:lnTo>
                    <a:pt x="55763" y="2001"/>
                  </a:lnTo>
                  <a:lnTo>
                    <a:pt x="55763" y="1"/>
                  </a:lnTo>
                  <a:close/>
                </a:path>
              </a:pathLst>
            </a:custGeom>
            <a:solidFill>
              <a:srgbClr val="FC5D0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86" name="Google Shape;5986;p465"/>
            <p:cNvSpPr/>
            <p:nvPr/>
          </p:nvSpPr>
          <p:spPr>
            <a:xfrm>
              <a:off x="3112950" y="238125"/>
              <a:ext cx="1394100" cy="1394100"/>
            </a:xfrm>
            <a:custGeom>
              <a:avLst/>
              <a:gdLst/>
              <a:ahLst/>
              <a:cxnLst/>
              <a:rect l="l" t="t" r="r" b="b"/>
              <a:pathLst>
                <a:path w="55764" h="55764" extrusionOk="0">
                  <a:moveTo>
                    <a:pt x="43761" y="12003"/>
                  </a:moveTo>
                  <a:lnTo>
                    <a:pt x="43761" y="43885"/>
                  </a:lnTo>
                  <a:lnTo>
                    <a:pt x="12003" y="43885"/>
                  </a:lnTo>
                  <a:lnTo>
                    <a:pt x="12003" y="12003"/>
                  </a:lnTo>
                  <a:close/>
                  <a:moveTo>
                    <a:pt x="0" y="0"/>
                  </a:moveTo>
                  <a:lnTo>
                    <a:pt x="0" y="2000"/>
                  </a:lnTo>
                  <a:lnTo>
                    <a:pt x="0" y="53763"/>
                  </a:lnTo>
                  <a:lnTo>
                    <a:pt x="0" y="55763"/>
                  </a:lnTo>
                  <a:lnTo>
                    <a:pt x="55764" y="55763"/>
                  </a:lnTo>
                  <a:lnTo>
                    <a:pt x="55764" y="53763"/>
                  </a:lnTo>
                  <a:lnTo>
                    <a:pt x="55764" y="2000"/>
                  </a:lnTo>
                  <a:lnTo>
                    <a:pt x="55764" y="0"/>
                  </a:lnTo>
                  <a:close/>
                </a:path>
              </a:pathLst>
            </a:custGeom>
            <a:solidFill>
              <a:srgbClr val="FC5D0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87" name="Google Shape;5987;p465"/>
            <p:cNvSpPr/>
            <p:nvPr/>
          </p:nvSpPr>
          <p:spPr>
            <a:xfrm>
              <a:off x="3112950" y="2160450"/>
              <a:ext cx="1394100" cy="1394100"/>
            </a:xfrm>
            <a:custGeom>
              <a:avLst/>
              <a:gdLst/>
              <a:ahLst/>
              <a:cxnLst/>
              <a:rect l="l" t="t" r="r" b="b"/>
              <a:pathLst>
                <a:path w="55764" h="55764" extrusionOk="0">
                  <a:moveTo>
                    <a:pt x="0" y="0"/>
                  </a:moveTo>
                  <a:lnTo>
                    <a:pt x="0" y="2001"/>
                  </a:lnTo>
                  <a:lnTo>
                    <a:pt x="0" y="53763"/>
                  </a:lnTo>
                  <a:lnTo>
                    <a:pt x="0" y="55764"/>
                  </a:lnTo>
                  <a:lnTo>
                    <a:pt x="55764" y="55764"/>
                  </a:lnTo>
                  <a:lnTo>
                    <a:pt x="55764" y="53763"/>
                  </a:lnTo>
                  <a:lnTo>
                    <a:pt x="55764" y="2001"/>
                  </a:lnTo>
                  <a:lnTo>
                    <a:pt x="55764" y="0"/>
                  </a:lnTo>
                  <a:close/>
                </a:path>
              </a:pathLst>
            </a:custGeom>
            <a:solidFill>
              <a:srgbClr val="FC5D0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88" name="Google Shape;5988;p465"/>
            <p:cNvSpPr/>
            <p:nvPr/>
          </p:nvSpPr>
          <p:spPr>
            <a:xfrm>
              <a:off x="3112950" y="4082775"/>
              <a:ext cx="1394100" cy="1394100"/>
            </a:xfrm>
            <a:custGeom>
              <a:avLst/>
              <a:gdLst/>
              <a:ahLst/>
              <a:cxnLst/>
              <a:rect l="l" t="t" r="r" b="b"/>
              <a:pathLst>
                <a:path w="55764" h="55764" extrusionOk="0">
                  <a:moveTo>
                    <a:pt x="43761" y="11879"/>
                  </a:moveTo>
                  <a:lnTo>
                    <a:pt x="43761" y="43761"/>
                  </a:lnTo>
                  <a:lnTo>
                    <a:pt x="12003" y="43761"/>
                  </a:lnTo>
                  <a:lnTo>
                    <a:pt x="12003" y="11879"/>
                  </a:lnTo>
                  <a:close/>
                  <a:moveTo>
                    <a:pt x="0" y="1"/>
                  </a:moveTo>
                  <a:lnTo>
                    <a:pt x="0" y="2001"/>
                  </a:lnTo>
                  <a:lnTo>
                    <a:pt x="0" y="53764"/>
                  </a:lnTo>
                  <a:lnTo>
                    <a:pt x="0" y="55764"/>
                  </a:lnTo>
                  <a:lnTo>
                    <a:pt x="55764" y="55764"/>
                  </a:lnTo>
                  <a:lnTo>
                    <a:pt x="55764" y="53764"/>
                  </a:lnTo>
                  <a:lnTo>
                    <a:pt x="55764" y="2001"/>
                  </a:lnTo>
                  <a:lnTo>
                    <a:pt x="55764" y="1"/>
                  </a:lnTo>
                  <a:close/>
                </a:path>
              </a:pathLst>
            </a:custGeom>
            <a:solidFill>
              <a:srgbClr val="FC5D0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89" name="Google Shape;5989;p465"/>
            <p:cNvSpPr/>
            <p:nvPr/>
          </p:nvSpPr>
          <p:spPr>
            <a:xfrm>
              <a:off x="5035275" y="238125"/>
              <a:ext cx="1394100" cy="1394100"/>
            </a:xfrm>
            <a:custGeom>
              <a:avLst/>
              <a:gdLst/>
              <a:ahLst/>
              <a:cxnLst/>
              <a:rect l="l" t="t" r="r" b="b"/>
              <a:pathLst>
                <a:path w="55764" h="55764" extrusionOk="0">
                  <a:moveTo>
                    <a:pt x="43761" y="12003"/>
                  </a:moveTo>
                  <a:lnTo>
                    <a:pt x="43761" y="43885"/>
                  </a:lnTo>
                  <a:lnTo>
                    <a:pt x="11879" y="43885"/>
                  </a:lnTo>
                  <a:lnTo>
                    <a:pt x="11879" y="12003"/>
                  </a:lnTo>
                  <a:close/>
                  <a:moveTo>
                    <a:pt x="1" y="0"/>
                  </a:moveTo>
                  <a:lnTo>
                    <a:pt x="1" y="2000"/>
                  </a:lnTo>
                  <a:lnTo>
                    <a:pt x="1" y="53763"/>
                  </a:lnTo>
                  <a:lnTo>
                    <a:pt x="1" y="55763"/>
                  </a:lnTo>
                  <a:lnTo>
                    <a:pt x="55764" y="55763"/>
                  </a:lnTo>
                  <a:lnTo>
                    <a:pt x="55764" y="53763"/>
                  </a:lnTo>
                  <a:lnTo>
                    <a:pt x="55764" y="2000"/>
                  </a:lnTo>
                  <a:lnTo>
                    <a:pt x="55764" y="0"/>
                  </a:lnTo>
                  <a:close/>
                </a:path>
              </a:pathLst>
            </a:custGeom>
            <a:solidFill>
              <a:srgbClr val="FC5D0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90" name="Google Shape;5990;p465"/>
            <p:cNvSpPr/>
            <p:nvPr/>
          </p:nvSpPr>
          <p:spPr>
            <a:xfrm>
              <a:off x="5035275" y="2160450"/>
              <a:ext cx="1394100" cy="1394100"/>
            </a:xfrm>
            <a:custGeom>
              <a:avLst/>
              <a:gdLst/>
              <a:ahLst/>
              <a:cxnLst/>
              <a:rect l="l" t="t" r="r" b="b"/>
              <a:pathLst>
                <a:path w="55764" h="55764" extrusionOk="0">
                  <a:moveTo>
                    <a:pt x="43761" y="12003"/>
                  </a:moveTo>
                  <a:lnTo>
                    <a:pt x="43761" y="43761"/>
                  </a:lnTo>
                  <a:lnTo>
                    <a:pt x="11879" y="43761"/>
                  </a:lnTo>
                  <a:lnTo>
                    <a:pt x="11879" y="12003"/>
                  </a:lnTo>
                  <a:close/>
                  <a:moveTo>
                    <a:pt x="1" y="0"/>
                  </a:moveTo>
                  <a:lnTo>
                    <a:pt x="1" y="2001"/>
                  </a:lnTo>
                  <a:lnTo>
                    <a:pt x="1" y="53763"/>
                  </a:lnTo>
                  <a:lnTo>
                    <a:pt x="1" y="55764"/>
                  </a:lnTo>
                  <a:lnTo>
                    <a:pt x="55764" y="55764"/>
                  </a:lnTo>
                  <a:lnTo>
                    <a:pt x="55764" y="53763"/>
                  </a:lnTo>
                  <a:lnTo>
                    <a:pt x="55764" y="2001"/>
                  </a:lnTo>
                  <a:lnTo>
                    <a:pt x="55764" y="0"/>
                  </a:lnTo>
                  <a:close/>
                </a:path>
              </a:pathLst>
            </a:custGeom>
            <a:solidFill>
              <a:srgbClr val="FC5D0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91" name="Google Shape;5991;p465"/>
            <p:cNvSpPr/>
            <p:nvPr/>
          </p:nvSpPr>
          <p:spPr>
            <a:xfrm>
              <a:off x="5035275" y="4082775"/>
              <a:ext cx="1394100" cy="1394100"/>
            </a:xfrm>
            <a:custGeom>
              <a:avLst/>
              <a:gdLst/>
              <a:ahLst/>
              <a:cxnLst/>
              <a:rect l="l" t="t" r="r" b="b"/>
              <a:pathLst>
                <a:path w="55764" h="55764" extrusionOk="0">
                  <a:moveTo>
                    <a:pt x="43761" y="11879"/>
                  </a:moveTo>
                  <a:lnTo>
                    <a:pt x="43761" y="43761"/>
                  </a:lnTo>
                  <a:lnTo>
                    <a:pt x="11879" y="43761"/>
                  </a:lnTo>
                  <a:lnTo>
                    <a:pt x="11879" y="11879"/>
                  </a:lnTo>
                  <a:close/>
                  <a:moveTo>
                    <a:pt x="1" y="1"/>
                  </a:moveTo>
                  <a:lnTo>
                    <a:pt x="1" y="2001"/>
                  </a:lnTo>
                  <a:lnTo>
                    <a:pt x="1" y="53764"/>
                  </a:lnTo>
                  <a:lnTo>
                    <a:pt x="1" y="55764"/>
                  </a:lnTo>
                  <a:lnTo>
                    <a:pt x="55764" y="55764"/>
                  </a:lnTo>
                  <a:lnTo>
                    <a:pt x="55764" y="53764"/>
                  </a:lnTo>
                  <a:lnTo>
                    <a:pt x="55764" y="2001"/>
                  </a:lnTo>
                  <a:lnTo>
                    <a:pt x="55764" y="1"/>
                  </a:lnTo>
                  <a:close/>
                </a:path>
              </a:pathLst>
            </a:custGeom>
            <a:solidFill>
              <a:srgbClr val="FC5D0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5995"/>
        <p:cNvGrpSpPr/>
        <p:nvPr/>
      </p:nvGrpSpPr>
      <p:grpSpPr>
        <a:xfrm>
          <a:off x="0" y="0"/>
          <a:ext cx="0" cy="0"/>
          <a:chOff x="0" y="0"/>
          <a:chExt cx="0" cy="0"/>
        </a:xfrm>
      </p:grpSpPr>
      <p:sp>
        <p:nvSpPr>
          <p:cNvPr id="5996" name="Google Shape;5996;p466"/>
          <p:cNvSpPr txBox="1">
            <a:spLocks noGrp="1"/>
          </p:cNvSpPr>
          <p:nvPr>
            <p:ph type="subTitle" idx="1"/>
          </p:nvPr>
        </p:nvSpPr>
        <p:spPr>
          <a:xfrm>
            <a:off x="476075" y="731520"/>
            <a:ext cx="8210700" cy="215400"/>
          </a:xfrm>
          <a:prstGeom prst="rect">
            <a:avLst/>
          </a:prstGeom>
        </p:spPr>
        <p:txBody>
          <a:bodyPr spcFirstLastPara="1" wrap="square" lIns="0" tIns="0" rIns="0" bIns="0" anchor="t" anchorCtr="0">
            <a:spAutoFit/>
          </a:bodyPr>
          <a:lstStyle/>
          <a:p>
            <a:pPr marL="0" lvl="0" indent="0" algn="l" rtl="0">
              <a:spcBef>
                <a:spcPts val="0"/>
              </a:spcBef>
              <a:spcAft>
                <a:spcPts val="0"/>
              </a:spcAft>
              <a:buNone/>
            </a:pPr>
            <a:r>
              <a:rPr lang="en"/>
              <a:t>Integrate with a variety of applications, systems, and services to scale your architecture</a:t>
            </a:r>
            <a:endParaRPr/>
          </a:p>
        </p:txBody>
      </p:sp>
      <p:sp>
        <p:nvSpPr>
          <p:cNvPr id="5997" name="Google Shape;5997;p466"/>
          <p:cNvSpPr txBox="1">
            <a:spLocks noGrp="1"/>
          </p:cNvSpPr>
          <p:nvPr>
            <p:ph type="subTitle" idx="2"/>
          </p:nvPr>
        </p:nvSpPr>
        <p:spPr>
          <a:xfrm>
            <a:off x="5486400" y="1268025"/>
            <a:ext cx="3429000" cy="332100"/>
          </a:xfrm>
          <a:prstGeom prst="rect">
            <a:avLst/>
          </a:prstGeom>
        </p:spPr>
        <p:txBody>
          <a:bodyPr spcFirstLastPara="1" wrap="square" lIns="0" tIns="0" rIns="0" bIns="0" anchor="t" anchorCtr="0">
            <a:normAutofit/>
          </a:bodyPr>
          <a:lstStyle/>
          <a:p>
            <a:pPr marL="0" lvl="0" indent="0" algn="l" rtl="0">
              <a:spcBef>
                <a:spcPts val="0"/>
              </a:spcBef>
              <a:spcAft>
                <a:spcPts val="0"/>
              </a:spcAft>
              <a:buNone/>
            </a:pPr>
            <a:r>
              <a:rPr lang="en"/>
              <a:t>Fits into your tech stack</a:t>
            </a:r>
            <a:endParaRPr/>
          </a:p>
        </p:txBody>
      </p:sp>
      <p:sp>
        <p:nvSpPr>
          <p:cNvPr id="5998" name="Google Shape;5998;p466"/>
          <p:cNvSpPr txBox="1">
            <a:spLocks noGrp="1"/>
          </p:cNvSpPr>
          <p:nvPr>
            <p:ph type="body" idx="3"/>
          </p:nvPr>
        </p:nvSpPr>
        <p:spPr>
          <a:xfrm>
            <a:off x="5486400" y="1600325"/>
            <a:ext cx="3429000" cy="513600"/>
          </a:xfrm>
          <a:prstGeom prst="rect">
            <a:avLst/>
          </a:prstGeom>
        </p:spPr>
        <p:txBody>
          <a:bodyPr spcFirstLastPara="1" wrap="square" lIns="0" tIns="0" rIns="0" bIns="0" anchor="t" anchorCtr="0">
            <a:normAutofit/>
          </a:bodyPr>
          <a:lstStyle/>
          <a:p>
            <a:pPr marL="0" lvl="0" indent="0" algn="l" rtl="0">
              <a:spcBef>
                <a:spcPts val="0"/>
              </a:spcBef>
              <a:spcAft>
                <a:spcPts val="0"/>
              </a:spcAft>
              <a:buNone/>
            </a:pPr>
            <a:r>
              <a:rPr lang="en"/>
              <a:t>Works with your preferred source control, CI/CD pipelines, and programming languages</a:t>
            </a:r>
            <a:endParaRPr/>
          </a:p>
        </p:txBody>
      </p:sp>
      <p:sp>
        <p:nvSpPr>
          <p:cNvPr id="5999" name="Google Shape;5999;p466"/>
          <p:cNvSpPr txBox="1">
            <a:spLocks noGrp="1"/>
          </p:cNvSpPr>
          <p:nvPr>
            <p:ph type="subTitle" idx="4"/>
          </p:nvPr>
        </p:nvSpPr>
        <p:spPr>
          <a:xfrm>
            <a:off x="5486400" y="2520250"/>
            <a:ext cx="3429000" cy="332100"/>
          </a:xfrm>
          <a:prstGeom prst="rect">
            <a:avLst/>
          </a:prstGeom>
        </p:spPr>
        <p:txBody>
          <a:bodyPr spcFirstLastPara="1" wrap="square" lIns="0" tIns="0" rIns="0" bIns="0" anchor="t" anchorCtr="0">
            <a:normAutofit/>
          </a:bodyPr>
          <a:lstStyle/>
          <a:p>
            <a:pPr marL="0" lvl="0" indent="0" algn="l" rtl="0">
              <a:spcBef>
                <a:spcPts val="0"/>
              </a:spcBef>
              <a:spcAft>
                <a:spcPts val="0"/>
              </a:spcAft>
              <a:buNone/>
            </a:pPr>
            <a:r>
              <a:rPr lang="en"/>
              <a:t>Open standards accelerate teams</a:t>
            </a:r>
            <a:endParaRPr/>
          </a:p>
        </p:txBody>
      </p:sp>
      <p:sp>
        <p:nvSpPr>
          <p:cNvPr id="6000" name="Google Shape;6000;p466"/>
          <p:cNvSpPr txBox="1">
            <a:spLocks noGrp="1"/>
          </p:cNvSpPr>
          <p:nvPr>
            <p:ph type="body" idx="5"/>
          </p:nvPr>
        </p:nvSpPr>
        <p:spPr>
          <a:xfrm>
            <a:off x="5486400" y="2852550"/>
            <a:ext cx="3429000" cy="513600"/>
          </a:xfrm>
          <a:prstGeom prst="rect">
            <a:avLst/>
          </a:prstGeom>
        </p:spPr>
        <p:txBody>
          <a:bodyPr spcFirstLastPara="1" wrap="square" lIns="0" tIns="0" rIns="0" bIns="0" anchor="t" anchorCtr="0">
            <a:normAutofit/>
          </a:bodyPr>
          <a:lstStyle/>
          <a:p>
            <a:pPr marL="0" lvl="0" indent="0" algn="l" rtl="0">
              <a:spcBef>
                <a:spcPts val="0"/>
              </a:spcBef>
              <a:spcAft>
                <a:spcPts val="0"/>
              </a:spcAft>
              <a:buNone/>
            </a:pPr>
            <a:r>
              <a:rPr lang="en"/>
              <a:t>BPMN and DMN standards facilitate collaboration and alignment between IT and the business</a:t>
            </a:r>
            <a:endParaRPr/>
          </a:p>
        </p:txBody>
      </p:sp>
      <p:sp>
        <p:nvSpPr>
          <p:cNvPr id="6001" name="Google Shape;6001;p466"/>
          <p:cNvSpPr txBox="1">
            <a:spLocks noGrp="1"/>
          </p:cNvSpPr>
          <p:nvPr>
            <p:ph type="subTitle" idx="6"/>
          </p:nvPr>
        </p:nvSpPr>
        <p:spPr>
          <a:xfrm>
            <a:off x="5486400" y="3861475"/>
            <a:ext cx="3429000" cy="332100"/>
          </a:xfrm>
          <a:prstGeom prst="rect">
            <a:avLst/>
          </a:prstGeom>
        </p:spPr>
        <p:txBody>
          <a:bodyPr spcFirstLastPara="1" wrap="square" lIns="0" tIns="0" rIns="0" bIns="0" anchor="t" anchorCtr="0">
            <a:normAutofit/>
          </a:bodyPr>
          <a:lstStyle/>
          <a:p>
            <a:pPr marL="0" lvl="0" indent="0" algn="l" rtl="0">
              <a:spcBef>
                <a:spcPts val="0"/>
              </a:spcBef>
              <a:spcAft>
                <a:spcPts val="0"/>
              </a:spcAft>
              <a:buNone/>
            </a:pPr>
            <a:r>
              <a:rPr lang="en"/>
              <a:t>Developer-friendly design</a:t>
            </a:r>
            <a:endParaRPr/>
          </a:p>
        </p:txBody>
      </p:sp>
      <p:sp>
        <p:nvSpPr>
          <p:cNvPr id="6002" name="Google Shape;6002;p466"/>
          <p:cNvSpPr txBox="1">
            <a:spLocks noGrp="1"/>
          </p:cNvSpPr>
          <p:nvPr>
            <p:ph type="body" idx="7"/>
          </p:nvPr>
        </p:nvSpPr>
        <p:spPr>
          <a:xfrm>
            <a:off x="5486400" y="4193775"/>
            <a:ext cx="3429000" cy="513600"/>
          </a:xfrm>
          <a:prstGeom prst="rect">
            <a:avLst/>
          </a:prstGeom>
        </p:spPr>
        <p:txBody>
          <a:bodyPr spcFirstLastPara="1" wrap="square" lIns="0" tIns="0" rIns="0" bIns="0" anchor="t" anchorCtr="0">
            <a:normAutofit fontScale="92500"/>
          </a:bodyPr>
          <a:lstStyle/>
          <a:p>
            <a:pPr marL="0" lvl="0" indent="0" algn="l" rtl="0">
              <a:spcBef>
                <a:spcPts val="0"/>
              </a:spcBef>
              <a:spcAft>
                <a:spcPts val="0"/>
              </a:spcAft>
              <a:buNone/>
            </a:pPr>
            <a:r>
              <a:rPr lang="en"/>
              <a:t>Well-documented APIs and SDKs, plus polyglot clients, enable easy integration and customization</a:t>
            </a:r>
            <a:endParaRPr/>
          </a:p>
        </p:txBody>
      </p:sp>
      <p:sp>
        <p:nvSpPr>
          <p:cNvPr id="6003" name="Google Shape;6003;p466"/>
          <p:cNvSpPr txBox="1">
            <a:spLocks noGrp="1"/>
          </p:cNvSpPr>
          <p:nvPr>
            <p:ph type="title"/>
          </p:nvPr>
        </p:nvSpPr>
        <p:spPr>
          <a:xfrm>
            <a:off x="1188720" y="114300"/>
            <a:ext cx="7534200" cy="523200"/>
          </a:xfrm>
          <a:prstGeom prst="rect">
            <a:avLst/>
          </a:prstGeom>
        </p:spPr>
        <p:txBody>
          <a:bodyPr spcFirstLastPara="1" wrap="square" lIns="0" tIns="0" rIns="0" bIns="0" anchor="t" anchorCtr="0">
            <a:spAutoFit/>
          </a:bodyPr>
          <a:lstStyle/>
          <a:p>
            <a:pPr marL="0" lvl="0" indent="0" algn="l" rtl="0">
              <a:spcBef>
                <a:spcPts val="0"/>
              </a:spcBef>
              <a:spcAft>
                <a:spcPts val="0"/>
              </a:spcAft>
              <a:buNone/>
            </a:pPr>
            <a:r>
              <a:rPr lang="en"/>
              <a:t>Open</a:t>
            </a:r>
            <a:endParaRPr/>
          </a:p>
        </p:txBody>
      </p:sp>
      <p:grpSp>
        <p:nvGrpSpPr>
          <p:cNvPr id="6004" name="Google Shape;6004;p466"/>
          <p:cNvGrpSpPr/>
          <p:nvPr/>
        </p:nvGrpSpPr>
        <p:grpSpPr>
          <a:xfrm>
            <a:off x="476067" y="162444"/>
            <a:ext cx="474411" cy="426914"/>
            <a:chOff x="6353775" y="1628050"/>
            <a:chExt cx="319125" cy="287175"/>
          </a:xfrm>
        </p:grpSpPr>
        <p:sp>
          <p:nvSpPr>
            <p:cNvPr id="6005" name="Google Shape;6005;p466"/>
            <p:cNvSpPr/>
            <p:nvPr/>
          </p:nvSpPr>
          <p:spPr>
            <a:xfrm>
              <a:off x="6353775" y="1628050"/>
              <a:ext cx="319125" cy="287175"/>
            </a:xfrm>
            <a:custGeom>
              <a:avLst/>
              <a:gdLst/>
              <a:ahLst/>
              <a:cxnLst/>
              <a:rect l="l" t="t" r="r" b="b"/>
              <a:pathLst>
                <a:path w="12765" h="11487" extrusionOk="0">
                  <a:moveTo>
                    <a:pt x="10011" y="856"/>
                  </a:moveTo>
                  <a:lnTo>
                    <a:pt x="10011" y="1830"/>
                  </a:lnTo>
                  <a:lnTo>
                    <a:pt x="856" y="1830"/>
                  </a:lnTo>
                  <a:lnTo>
                    <a:pt x="856" y="856"/>
                  </a:lnTo>
                  <a:close/>
                  <a:moveTo>
                    <a:pt x="11899" y="856"/>
                  </a:moveTo>
                  <a:lnTo>
                    <a:pt x="11899" y="1830"/>
                  </a:lnTo>
                  <a:lnTo>
                    <a:pt x="10867" y="1830"/>
                  </a:lnTo>
                  <a:lnTo>
                    <a:pt x="10867" y="856"/>
                  </a:lnTo>
                  <a:close/>
                  <a:moveTo>
                    <a:pt x="11899" y="2695"/>
                  </a:moveTo>
                  <a:lnTo>
                    <a:pt x="11899" y="10621"/>
                  </a:lnTo>
                  <a:lnTo>
                    <a:pt x="856" y="10621"/>
                  </a:lnTo>
                  <a:lnTo>
                    <a:pt x="856" y="2695"/>
                  </a:lnTo>
                  <a:close/>
                  <a:moveTo>
                    <a:pt x="1" y="1"/>
                  </a:moveTo>
                  <a:lnTo>
                    <a:pt x="1" y="11486"/>
                  </a:lnTo>
                  <a:lnTo>
                    <a:pt x="12764" y="11486"/>
                  </a:lnTo>
                  <a:lnTo>
                    <a:pt x="1276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06" name="Google Shape;6006;p466"/>
            <p:cNvSpPr/>
            <p:nvPr/>
          </p:nvSpPr>
          <p:spPr>
            <a:xfrm>
              <a:off x="6401475" y="1745575"/>
              <a:ext cx="223975" cy="97850"/>
            </a:xfrm>
            <a:custGeom>
              <a:avLst/>
              <a:gdLst/>
              <a:ahLst/>
              <a:cxnLst/>
              <a:rect l="l" t="t" r="r" b="b"/>
              <a:pathLst>
                <a:path w="8959" h="3914" extrusionOk="0">
                  <a:moveTo>
                    <a:pt x="2488" y="0"/>
                  </a:moveTo>
                  <a:lnTo>
                    <a:pt x="0" y="1583"/>
                  </a:lnTo>
                  <a:lnTo>
                    <a:pt x="0" y="2321"/>
                  </a:lnTo>
                  <a:lnTo>
                    <a:pt x="2488" y="3914"/>
                  </a:lnTo>
                  <a:lnTo>
                    <a:pt x="2488" y="2930"/>
                  </a:lnTo>
                  <a:lnTo>
                    <a:pt x="885" y="1967"/>
                  </a:lnTo>
                  <a:lnTo>
                    <a:pt x="885" y="1947"/>
                  </a:lnTo>
                  <a:lnTo>
                    <a:pt x="2488" y="974"/>
                  </a:lnTo>
                  <a:lnTo>
                    <a:pt x="2488" y="0"/>
                  </a:lnTo>
                  <a:close/>
                  <a:moveTo>
                    <a:pt x="6471" y="0"/>
                  </a:moveTo>
                  <a:lnTo>
                    <a:pt x="6471" y="974"/>
                  </a:lnTo>
                  <a:lnTo>
                    <a:pt x="8074" y="1947"/>
                  </a:lnTo>
                  <a:lnTo>
                    <a:pt x="8074" y="1967"/>
                  </a:lnTo>
                  <a:lnTo>
                    <a:pt x="6471" y="2930"/>
                  </a:lnTo>
                  <a:lnTo>
                    <a:pt x="6471" y="3914"/>
                  </a:lnTo>
                  <a:lnTo>
                    <a:pt x="8959" y="2321"/>
                  </a:lnTo>
                  <a:lnTo>
                    <a:pt x="8959" y="1583"/>
                  </a:lnTo>
                  <a:lnTo>
                    <a:pt x="647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07" name="Google Shape;6007;p466"/>
            <p:cNvSpPr/>
            <p:nvPr/>
          </p:nvSpPr>
          <p:spPr>
            <a:xfrm>
              <a:off x="6475700" y="1758600"/>
              <a:ext cx="75500" cy="71550"/>
            </a:xfrm>
            <a:custGeom>
              <a:avLst/>
              <a:gdLst/>
              <a:ahLst/>
              <a:cxnLst/>
              <a:rect l="l" t="t" r="r" b="b"/>
              <a:pathLst>
                <a:path w="3020" h="2862" extrusionOk="0">
                  <a:moveTo>
                    <a:pt x="1161" y="0"/>
                  </a:moveTo>
                  <a:lnTo>
                    <a:pt x="1220" y="1092"/>
                  </a:lnTo>
                  <a:lnTo>
                    <a:pt x="207" y="689"/>
                  </a:lnTo>
                  <a:lnTo>
                    <a:pt x="1" y="1298"/>
                  </a:lnTo>
                  <a:lnTo>
                    <a:pt x="1053" y="1613"/>
                  </a:lnTo>
                  <a:lnTo>
                    <a:pt x="335" y="2488"/>
                  </a:lnTo>
                  <a:lnTo>
                    <a:pt x="896" y="2862"/>
                  </a:lnTo>
                  <a:lnTo>
                    <a:pt x="1505" y="1937"/>
                  </a:lnTo>
                  <a:lnTo>
                    <a:pt x="2125" y="2862"/>
                  </a:lnTo>
                  <a:lnTo>
                    <a:pt x="2676" y="2488"/>
                  </a:lnTo>
                  <a:lnTo>
                    <a:pt x="1968" y="1613"/>
                  </a:lnTo>
                  <a:lnTo>
                    <a:pt x="3020" y="1298"/>
                  </a:lnTo>
                  <a:lnTo>
                    <a:pt x="2813" y="689"/>
                  </a:lnTo>
                  <a:lnTo>
                    <a:pt x="1800" y="1092"/>
                  </a:lnTo>
                  <a:lnTo>
                    <a:pt x="1800" y="1092"/>
                  </a:lnTo>
                  <a:lnTo>
                    <a:pt x="185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008" name="Google Shape;6008;p466"/>
          <p:cNvSpPr/>
          <p:nvPr/>
        </p:nvSpPr>
        <p:spPr>
          <a:xfrm>
            <a:off x="476075" y="1600325"/>
            <a:ext cx="4128000" cy="2593200"/>
          </a:xfrm>
          <a:prstGeom prst="roundRect">
            <a:avLst>
              <a:gd name="adj" fmla="val 16667"/>
            </a:avLst>
          </a:prstGeom>
          <a:solidFill>
            <a:schemeClr val="lt2"/>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lnSpc>
                <a:spcPct val="115000"/>
              </a:lnSpc>
              <a:spcBef>
                <a:spcPts val="0"/>
              </a:spcBef>
              <a:spcAft>
                <a:spcPts val="0"/>
              </a:spcAft>
              <a:buNone/>
            </a:pPr>
            <a:r>
              <a:rPr lang="en" sz="1300">
                <a:solidFill>
                  <a:schemeClr val="dk1"/>
                </a:solidFill>
                <a:latin typeface="IBM Plex Sans"/>
                <a:ea typeface="IBM Plex Sans"/>
                <a:cs typeface="IBM Plex Sans"/>
                <a:sym typeface="IBM Plex Sans"/>
              </a:rPr>
              <a:t>“To further automate our business processes, we are using Camunda. The open platform permits the implementation of our individual needs in a way that closed business process management suites just cannot achieve.”</a:t>
            </a:r>
            <a:endParaRPr sz="1300">
              <a:solidFill>
                <a:schemeClr val="dk1"/>
              </a:solidFill>
              <a:latin typeface="IBM Plex Sans"/>
              <a:ea typeface="IBM Plex Sans"/>
              <a:cs typeface="IBM Plex Sans"/>
              <a:sym typeface="IBM Plex Sans"/>
            </a:endParaRPr>
          </a:p>
          <a:p>
            <a:pPr marL="0" lvl="0" indent="0" algn="l" rtl="0">
              <a:lnSpc>
                <a:spcPct val="115000"/>
              </a:lnSpc>
              <a:spcBef>
                <a:spcPts val="0"/>
              </a:spcBef>
              <a:spcAft>
                <a:spcPts val="0"/>
              </a:spcAft>
              <a:buNone/>
            </a:pPr>
            <a:endParaRPr sz="1300">
              <a:solidFill>
                <a:schemeClr val="dk1"/>
              </a:solidFill>
              <a:latin typeface="IBM Plex Sans"/>
              <a:ea typeface="IBM Plex Sans"/>
              <a:cs typeface="IBM Plex Sans"/>
              <a:sym typeface="IBM Plex Sans"/>
            </a:endParaRPr>
          </a:p>
          <a:p>
            <a:pPr marL="0" lvl="0" indent="0" algn="l" rtl="0">
              <a:lnSpc>
                <a:spcPct val="115000"/>
              </a:lnSpc>
              <a:spcBef>
                <a:spcPts val="0"/>
              </a:spcBef>
              <a:spcAft>
                <a:spcPts val="0"/>
              </a:spcAft>
              <a:buNone/>
            </a:pPr>
            <a:r>
              <a:rPr lang="en" sz="1100" i="1">
                <a:solidFill>
                  <a:schemeClr val="dk1"/>
                </a:solidFill>
                <a:latin typeface="IBM Plex Sans"/>
                <a:ea typeface="IBM Plex Sans"/>
                <a:cs typeface="IBM Plex Sans"/>
                <a:sym typeface="IBM Plex Sans"/>
              </a:rPr>
              <a:t>– Marko Lehn, Team Lead Software Engineering at </a:t>
            </a:r>
            <a:r>
              <a:rPr lang="en" sz="1100" i="1" u="sng">
                <a:solidFill>
                  <a:schemeClr val="hlink"/>
                </a:solidFill>
                <a:latin typeface="IBM Plex Sans"/>
                <a:ea typeface="IBM Plex Sans"/>
                <a:cs typeface="IBM Plex Sans"/>
                <a:sym typeface="IBM Plex Sans"/>
                <a:hlinkClick r:id="rId3"/>
              </a:rPr>
              <a:t>Zalando</a:t>
            </a:r>
            <a:endParaRPr sz="1200">
              <a:latin typeface="IBM Plex Sans"/>
              <a:ea typeface="IBM Plex Sans"/>
              <a:cs typeface="IBM Plex Sans"/>
              <a:sym typeface="IBM Plex Sans"/>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6012"/>
        <p:cNvGrpSpPr/>
        <p:nvPr/>
      </p:nvGrpSpPr>
      <p:grpSpPr>
        <a:xfrm>
          <a:off x="0" y="0"/>
          <a:ext cx="0" cy="0"/>
          <a:chOff x="0" y="0"/>
          <a:chExt cx="0" cy="0"/>
        </a:xfrm>
      </p:grpSpPr>
      <p:sp>
        <p:nvSpPr>
          <p:cNvPr id="6013" name="Google Shape;6013;p467"/>
          <p:cNvSpPr txBox="1">
            <a:spLocks noGrp="1"/>
          </p:cNvSpPr>
          <p:nvPr>
            <p:ph type="subTitle" idx="1"/>
          </p:nvPr>
        </p:nvSpPr>
        <p:spPr>
          <a:xfrm>
            <a:off x="476075" y="731520"/>
            <a:ext cx="8210700" cy="215400"/>
          </a:xfrm>
          <a:prstGeom prst="rect">
            <a:avLst/>
          </a:prstGeom>
        </p:spPr>
        <p:txBody>
          <a:bodyPr spcFirstLastPara="1" wrap="square" lIns="0" tIns="0" rIns="0" bIns="0" anchor="t" anchorCtr="0">
            <a:spAutoFit/>
          </a:bodyPr>
          <a:lstStyle/>
          <a:p>
            <a:pPr marL="0" lvl="0" indent="0" algn="l" rtl="0">
              <a:spcBef>
                <a:spcPts val="0"/>
              </a:spcBef>
              <a:spcAft>
                <a:spcPts val="0"/>
              </a:spcAft>
              <a:buNone/>
            </a:pPr>
            <a:r>
              <a:rPr lang="en"/>
              <a:t>Align IT and the business using a shared process model and language</a:t>
            </a:r>
            <a:endParaRPr/>
          </a:p>
        </p:txBody>
      </p:sp>
      <p:sp>
        <p:nvSpPr>
          <p:cNvPr id="6014" name="Google Shape;6014;p467"/>
          <p:cNvSpPr txBox="1">
            <a:spLocks noGrp="1"/>
          </p:cNvSpPr>
          <p:nvPr>
            <p:ph type="subTitle" idx="2"/>
          </p:nvPr>
        </p:nvSpPr>
        <p:spPr>
          <a:xfrm>
            <a:off x="5486400" y="1268025"/>
            <a:ext cx="3429000" cy="332100"/>
          </a:xfrm>
          <a:prstGeom prst="rect">
            <a:avLst/>
          </a:prstGeom>
        </p:spPr>
        <p:txBody>
          <a:bodyPr spcFirstLastPara="1" wrap="square" lIns="0" tIns="0" rIns="0" bIns="0" anchor="t" anchorCtr="0">
            <a:normAutofit/>
          </a:bodyPr>
          <a:lstStyle/>
          <a:p>
            <a:pPr marL="0" lvl="0" indent="0" algn="l" rtl="0">
              <a:spcBef>
                <a:spcPts val="0"/>
              </a:spcBef>
              <a:spcAft>
                <a:spcPts val="0"/>
              </a:spcAft>
              <a:buNone/>
            </a:pPr>
            <a:r>
              <a:rPr lang="en"/>
              <a:t>Next-level collaboration</a:t>
            </a:r>
            <a:endParaRPr/>
          </a:p>
        </p:txBody>
      </p:sp>
      <p:sp>
        <p:nvSpPr>
          <p:cNvPr id="6015" name="Google Shape;6015;p467"/>
          <p:cNvSpPr txBox="1">
            <a:spLocks noGrp="1"/>
          </p:cNvSpPr>
          <p:nvPr>
            <p:ph type="body" idx="3"/>
          </p:nvPr>
        </p:nvSpPr>
        <p:spPr>
          <a:xfrm>
            <a:off x="5486400" y="1600325"/>
            <a:ext cx="3429000" cy="513600"/>
          </a:xfrm>
          <a:prstGeom prst="rect">
            <a:avLst/>
          </a:prstGeom>
        </p:spPr>
        <p:txBody>
          <a:bodyPr spcFirstLastPara="1" wrap="square" lIns="0" tIns="0" rIns="0" bIns="0" anchor="t" anchorCtr="0">
            <a:normAutofit/>
          </a:bodyPr>
          <a:lstStyle/>
          <a:p>
            <a:pPr marL="0" lvl="0" indent="0" algn="l" rtl="0">
              <a:spcBef>
                <a:spcPts val="0"/>
              </a:spcBef>
              <a:spcAft>
                <a:spcPts val="0"/>
              </a:spcAft>
              <a:buNone/>
            </a:pPr>
            <a:r>
              <a:rPr lang="en"/>
              <a:t>IT and business stakeholders build and test processes in a shared modeling environment</a:t>
            </a:r>
            <a:endParaRPr/>
          </a:p>
        </p:txBody>
      </p:sp>
      <p:sp>
        <p:nvSpPr>
          <p:cNvPr id="6016" name="Google Shape;6016;p467"/>
          <p:cNvSpPr txBox="1">
            <a:spLocks noGrp="1"/>
          </p:cNvSpPr>
          <p:nvPr>
            <p:ph type="subTitle" idx="4"/>
          </p:nvPr>
        </p:nvSpPr>
        <p:spPr>
          <a:xfrm>
            <a:off x="5486400" y="2520250"/>
            <a:ext cx="3429000" cy="332100"/>
          </a:xfrm>
          <a:prstGeom prst="rect">
            <a:avLst/>
          </a:prstGeom>
        </p:spPr>
        <p:txBody>
          <a:bodyPr spcFirstLastPara="1" wrap="square" lIns="0" tIns="0" rIns="0" bIns="0" anchor="t" anchorCtr="0">
            <a:normAutofit/>
          </a:bodyPr>
          <a:lstStyle/>
          <a:p>
            <a:pPr marL="0" lvl="0" indent="0" algn="l" rtl="0">
              <a:spcBef>
                <a:spcPts val="0"/>
              </a:spcBef>
              <a:spcAft>
                <a:spcPts val="0"/>
              </a:spcAft>
              <a:buNone/>
            </a:pPr>
            <a:r>
              <a:rPr lang="en"/>
              <a:t>Build with reusability in mind</a:t>
            </a:r>
            <a:endParaRPr/>
          </a:p>
        </p:txBody>
      </p:sp>
      <p:sp>
        <p:nvSpPr>
          <p:cNvPr id="6017" name="Google Shape;6017;p467"/>
          <p:cNvSpPr txBox="1">
            <a:spLocks noGrp="1"/>
          </p:cNvSpPr>
          <p:nvPr>
            <p:ph type="body" idx="5"/>
          </p:nvPr>
        </p:nvSpPr>
        <p:spPr>
          <a:xfrm>
            <a:off x="5486400" y="2852550"/>
            <a:ext cx="3429000" cy="513600"/>
          </a:xfrm>
          <a:prstGeom prst="rect">
            <a:avLst/>
          </a:prstGeom>
        </p:spPr>
        <p:txBody>
          <a:bodyPr spcFirstLastPara="1" wrap="square" lIns="0" tIns="0" rIns="0" bIns="0" anchor="t" anchorCtr="0">
            <a:normAutofit/>
          </a:bodyPr>
          <a:lstStyle/>
          <a:p>
            <a:pPr marL="0" lvl="0" indent="0" algn="l" rtl="0">
              <a:spcBef>
                <a:spcPts val="0"/>
              </a:spcBef>
              <a:spcAft>
                <a:spcPts val="0"/>
              </a:spcAft>
              <a:buNone/>
            </a:pPr>
            <a:r>
              <a:rPr lang="en"/>
              <a:t>Reusable processes, decision tables, forms, and connectors make onboarding new teams easy</a:t>
            </a:r>
            <a:endParaRPr/>
          </a:p>
        </p:txBody>
      </p:sp>
      <p:sp>
        <p:nvSpPr>
          <p:cNvPr id="6018" name="Google Shape;6018;p467"/>
          <p:cNvSpPr txBox="1">
            <a:spLocks noGrp="1"/>
          </p:cNvSpPr>
          <p:nvPr>
            <p:ph type="subTitle" idx="6"/>
          </p:nvPr>
        </p:nvSpPr>
        <p:spPr>
          <a:xfrm>
            <a:off x="5486400" y="3861475"/>
            <a:ext cx="3429000" cy="332100"/>
          </a:xfrm>
          <a:prstGeom prst="rect">
            <a:avLst/>
          </a:prstGeom>
        </p:spPr>
        <p:txBody>
          <a:bodyPr spcFirstLastPara="1" wrap="square" lIns="0" tIns="0" rIns="0" bIns="0" anchor="t" anchorCtr="0">
            <a:normAutofit/>
          </a:bodyPr>
          <a:lstStyle/>
          <a:p>
            <a:pPr marL="0" lvl="0" indent="0" algn="l" rtl="0">
              <a:spcBef>
                <a:spcPts val="0"/>
              </a:spcBef>
              <a:spcAft>
                <a:spcPts val="0"/>
              </a:spcAft>
              <a:buNone/>
            </a:pPr>
            <a:r>
              <a:rPr lang="en"/>
              <a:t>Data-driven improvements</a:t>
            </a:r>
            <a:endParaRPr/>
          </a:p>
        </p:txBody>
      </p:sp>
      <p:sp>
        <p:nvSpPr>
          <p:cNvPr id="6019" name="Google Shape;6019;p467"/>
          <p:cNvSpPr txBox="1">
            <a:spLocks noGrp="1"/>
          </p:cNvSpPr>
          <p:nvPr>
            <p:ph type="body" idx="7"/>
          </p:nvPr>
        </p:nvSpPr>
        <p:spPr>
          <a:xfrm>
            <a:off x="5486400" y="4193775"/>
            <a:ext cx="3429000" cy="513600"/>
          </a:xfrm>
          <a:prstGeom prst="rect">
            <a:avLst/>
          </a:prstGeom>
        </p:spPr>
        <p:txBody>
          <a:bodyPr spcFirstLastPara="1" wrap="square" lIns="0" tIns="0" rIns="0" bIns="0" anchor="t" anchorCtr="0">
            <a:normAutofit/>
          </a:bodyPr>
          <a:lstStyle/>
          <a:p>
            <a:pPr marL="0" lvl="0" indent="0" algn="l" rtl="0">
              <a:spcBef>
                <a:spcPts val="0"/>
              </a:spcBef>
              <a:spcAft>
                <a:spcPts val="0"/>
              </a:spcAft>
              <a:buNone/>
            </a:pPr>
            <a:r>
              <a:rPr lang="en"/>
              <a:t>Integrated intelligence provides complete visibility on process health and performance</a:t>
            </a:r>
            <a:endParaRPr/>
          </a:p>
        </p:txBody>
      </p:sp>
      <p:grpSp>
        <p:nvGrpSpPr>
          <p:cNvPr id="6020" name="Google Shape;6020;p467"/>
          <p:cNvGrpSpPr/>
          <p:nvPr/>
        </p:nvGrpSpPr>
        <p:grpSpPr>
          <a:xfrm>
            <a:off x="476063" y="191278"/>
            <a:ext cx="367785" cy="369259"/>
            <a:chOff x="2064525" y="1969125"/>
            <a:chExt cx="418175" cy="431025"/>
          </a:xfrm>
        </p:grpSpPr>
        <p:sp>
          <p:nvSpPr>
            <p:cNvPr id="6021" name="Google Shape;6021;p467"/>
            <p:cNvSpPr/>
            <p:nvPr/>
          </p:nvSpPr>
          <p:spPr>
            <a:xfrm>
              <a:off x="2208200" y="2019825"/>
              <a:ext cx="131175" cy="131175"/>
            </a:xfrm>
            <a:custGeom>
              <a:avLst/>
              <a:gdLst/>
              <a:ahLst/>
              <a:cxnLst/>
              <a:rect l="l" t="t" r="r" b="b"/>
              <a:pathLst>
                <a:path w="5247" h="5247" extrusionOk="0">
                  <a:moveTo>
                    <a:pt x="2624" y="1"/>
                  </a:moveTo>
                  <a:lnTo>
                    <a:pt x="2353" y="14"/>
                  </a:lnTo>
                  <a:lnTo>
                    <a:pt x="2096" y="55"/>
                  </a:lnTo>
                  <a:lnTo>
                    <a:pt x="1839" y="122"/>
                  </a:lnTo>
                  <a:lnTo>
                    <a:pt x="1596" y="203"/>
                  </a:lnTo>
                  <a:lnTo>
                    <a:pt x="1366" y="312"/>
                  </a:lnTo>
                  <a:lnTo>
                    <a:pt x="1150" y="447"/>
                  </a:lnTo>
                  <a:lnTo>
                    <a:pt x="947" y="595"/>
                  </a:lnTo>
                  <a:lnTo>
                    <a:pt x="771" y="771"/>
                  </a:lnTo>
                  <a:lnTo>
                    <a:pt x="595" y="961"/>
                  </a:lnTo>
                  <a:lnTo>
                    <a:pt x="447" y="1163"/>
                  </a:lnTo>
                  <a:lnTo>
                    <a:pt x="311" y="1380"/>
                  </a:lnTo>
                  <a:lnTo>
                    <a:pt x="203" y="1610"/>
                  </a:lnTo>
                  <a:lnTo>
                    <a:pt x="109" y="1839"/>
                  </a:lnTo>
                  <a:lnTo>
                    <a:pt x="54" y="2096"/>
                  </a:lnTo>
                  <a:lnTo>
                    <a:pt x="14" y="2353"/>
                  </a:lnTo>
                  <a:lnTo>
                    <a:pt x="0" y="2624"/>
                  </a:lnTo>
                  <a:lnTo>
                    <a:pt x="14" y="2894"/>
                  </a:lnTo>
                  <a:lnTo>
                    <a:pt x="54" y="3151"/>
                  </a:lnTo>
                  <a:lnTo>
                    <a:pt x="109" y="3408"/>
                  </a:lnTo>
                  <a:lnTo>
                    <a:pt x="203" y="3651"/>
                  </a:lnTo>
                  <a:lnTo>
                    <a:pt x="311" y="3868"/>
                  </a:lnTo>
                  <a:lnTo>
                    <a:pt x="447" y="4084"/>
                  </a:lnTo>
                  <a:lnTo>
                    <a:pt x="595" y="4287"/>
                  </a:lnTo>
                  <a:lnTo>
                    <a:pt x="771" y="4476"/>
                  </a:lnTo>
                  <a:lnTo>
                    <a:pt x="947" y="4652"/>
                  </a:lnTo>
                  <a:lnTo>
                    <a:pt x="1150" y="4801"/>
                  </a:lnTo>
                  <a:lnTo>
                    <a:pt x="1366" y="4936"/>
                  </a:lnTo>
                  <a:lnTo>
                    <a:pt x="1596" y="5044"/>
                  </a:lnTo>
                  <a:lnTo>
                    <a:pt x="1839" y="5125"/>
                  </a:lnTo>
                  <a:lnTo>
                    <a:pt x="2096" y="5193"/>
                  </a:lnTo>
                  <a:lnTo>
                    <a:pt x="2353" y="5233"/>
                  </a:lnTo>
                  <a:lnTo>
                    <a:pt x="2624" y="5247"/>
                  </a:lnTo>
                  <a:lnTo>
                    <a:pt x="2894" y="5233"/>
                  </a:lnTo>
                  <a:lnTo>
                    <a:pt x="3151" y="5193"/>
                  </a:lnTo>
                  <a:lnTo>
                    <a:pt x="3394" y="5125"/>
                  </a:lnTo>
                  <a:lnTo>
                    <a:pt x="3638" y="5044"/>
                  </a:lnTo>
                  <a:lnTo>
                    <a:pt x="3867" y="4936"/>
                  </a:lnTo>
                  <a:lnTo>
                    <a:pt x="4084" y="4801"/>
                  </a:lnTo>
                  <a:lnTo>
                    <a:pt x="4287" y="4652"/>
                  </a:lnTo>
                  <a:lnTo>
                    <a:pt x="4476" y="4476"/>
                  </a:lnTo>
                  <a:lnTo>
                    <a:pt x="4638" y="4287"/>
                  </a:lnTo>
                  <a:lnTo>
                    <a:pt x="4800" y="4084"/>
                  </a:lnTo>
                  <a:lnTo>
                    <a:pt x="4922" y="3868"/>
                  </a:lnTo>
                  <a:lnTo>
                    <a:pt x="5044" y="3651"/>
                  </a:lnTo>
                  <a:lnTo>
                    <a:pt x="5125" y="3408"/>
                  </a:lnTo>
                  <a:lnTo>
                    <a:pt x="5193" y="3151"/>
                  </a:lnTo>
                  <a:lnTo>
                    <a:pt x="5233" y="2894"/>
                  </a:lnTo>
                  <a:lnTo>
                    <a:pt x="5247" y="2624"/>
                  </a:lnTo>
                  <a:lnTo>
                    <a:pt x="5233" y="2353"/>
                  </a:lnTo>
                  <a:lnTo>
                    <a:pt x="5193" y="2096"/>
                  </a:lnTo>
                  <a:lnTo>
                    <a:pt x="5125" y="1839"/>
                  </a:lnTo>
                  <a:lnTo>
                    <a:pt x="5044" y="1610"/>
                  </a:lnTo>
                  <a:lnTo>
                    <a:pt x="4922" y="1380"/>
                  </a:lnTo>
                  <a:lnTo>
                    <a:pt x="4800" y="1163"/>
                  </a:lnTo>
                  <a:lnTo>
                    <a:pt x="4638" y="961"/>
                  </a:lnTo>
                  <a:lnTo>
                    <a:pt x="4476" y="771"/>
                  </a:lnTo>
                  <a:lnTo>
                    <a:pt x="4287" y="595"/>
                  </a:lnTo>
                  <a:lnTo>
                    <a:pt x="4084" y="447"/>
                  </a:lnTo>
                  <a:lnTo>
                    <a:pt x="3867" y="312"/>
                  </a:lnTo>
                  <a:lnTo>
                    <a:pt x="3638" y="203"/>
                  </a:lnTo>
                  <a:lnTo>
                    <a:pt x="3394" y="122"/>
                  </a:lnTo>
                  <a:lnTo>
                    <a:pt x="3151" y="55"/>
                  </a:lnTo>
                  <a:lnTo>
                    <a:pt x="2894" y="14"/>
                  </a:lnTo>
                  <a:lnTo>
                    <a:pt x="262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22" name="Google Shape;6022;p467"/>
            <p:cNvSpPr/>
            <p:nvPr/>
          </p:nvSpPr>
          <p:spPr>
            <a:xfrm>
              <a:off x="2194675" y="2183100"/>
              <a:ext cx="157900" cy="217050"/>
            </a:xfrm>
            <a:custGeom>
              <a:avLst/>
              <a:gdLst/>
              <a:ahLst/>
              <a:cxnLst/>
              <a:rect l="l" t="t" r="r" b="b"/>
              <a:pathLst>
                <a:path w="6316" h="8682" extrusionOk="0">
                  <a:moveTo>
                    <a:pt x="798" y="0"/>
                  </a:moveTo>
                  <a:lnTo>
                    <a:pt x="0" y="1082"/>
                  </a:lnTo>
                  <a:lnTo>
                    <a:pt x="0" y="8681"/>
                  </a:lnTo>
                  <a:lnTo>
                    <a:pt x="6315" y="8681"/>
                  </a:lnTo>
                  <a:lnTo>
                    <a:pt x="6315" y="1082"/>
                  </a:lnTo>
                  <a:lnTo>
                    <a:pt x="553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23" name="Google Shape;6023;p467"/>
            <p:cNvSpPr/>
            <p:nvPr/>
          </p:nvSpPr>
          <p:spPr>
            <a:xfrm>
              <a:off x="2341375" y="1969125"/>
              <a:ext cx="128150" cy="131175"/>
            </a:xfrm>
            <a:custGeom>
              <a:avLst/>
              <a:gdLst/>
              <a:ahLst/>
              <a:cxnLst/>
              <a:rect l="l" t="t" r="r" b="b"/>
              <a:pathLst>
                <a:path w="5126" h="5247" extrusionOk="0">
                  <a:moveTo>
                    <a:pt x="2286" y="0"/>
                  </a:moveTo>
                  <a:lnTo>
                    <a:pt x="2070" y="27"/>
                  </a:lnTo>
                  <a:lnTo>
                    <a:pt x="1867" y="68"/>
                  </a:lnTo>
                  <a:lnTo>
                    <a:pt x="1664" y="136"/>
                  </a:lnTo>
                  <a:lnTo>
                    <a:pt x="1475" y="203"/>
                  </a:lnTo>
                  <a:lnTo>
                    <a:pt x="1285" y="298"/>
                  </a:lnTo>
                  <a:lnTo>
                    <a:pt x="1110" y="392"/>
                  </a:lnTo>
                  <a:lnTo>
                    <a:pt x="947" y="501"/>
                  </a:lnTo>
                  <a:lnTo>
                    <a:pt x="785" y="636"/>
                  </a:lnTo>
                  <a:lnTo>
                    <a:pt x="636" y="771"/>
                  </a:lnTo>
                  <a:lnTo>
                    <a:pt x="501" y="920"/>
                  </a:lnTo>
                  <a:lnTo>
                    <a:pt x="366" y="1082"/>
                  </a:lnTo>
                  <a:lnTo>
                    <a:pt x="258" y="1244"/>
                  </a:lnTo>
                  <a:lnTo>
                    <a:pt x="163" y="1420"/>
                  </a:lnTo>
                  <a:lnTo>
                    <a:pt x="68" y="1609"/>
                  </a:lnTo>
                  <a:lnTo>
                    <a:pt x="1" y="1812"/>
                  </a:lnTo>
                  <a:lnTo>
                    <a:pt x="136" y="1947"/>
                  </a:lnTo>
                  <a:lnTo>
                    <a:pt x="271" y="2083"/>
                  </a:lnTo>
                  <a:lnTo>
                    <a:pt x="393" y="2245"/>
                  </a:lnTo>
                  <a:lnTo>
                    <a:pt x="515" y="2394"/>
                  </a:lnTo>
                  <a:lnTo>
                    <a:pt x="623" y="2556"/>
                  </a:lnTo>
                  <a:lnTo>
                    <a:pt x="717" y="2732"/>
                  </a:lnTo>
                  <a:lnTo>
                    <a:pt x="812" y="2894"/>
                  </a:lnTo>
                  <a:lnTo>
                    <a:pt x="893" y="3083"/>
                  </a:lnTo>
                  <a:lnTo>
                    <a:pt x="974" y="3259"/>
                  </a:lnTo>
                  <a:lnTo>
                    <a:pt x="1042" y="3448"/>
                  </a:lnTo>
                  <a:lnTo>
                    <a:pt x="1096" y="3638"/>
                  </a:lnTo>
                  <a:lnTo>
                    <a:pt x="1137" y="3840"/>
                  </a:lnTo>
                  <a:lnTo>
                    <a:pt x="1177" y="4030"/>
                  </a:lnTo>
                  <a:lnTo>
                    <a:pt x="1204" y="4233"/>
                  </a:lnTo>
                  <a:lnTo>
                    <a:pt x="1218" y="4449"/>
                  </a:lnTo>
                  <a:lnTo>
                    <a:pt x="1231" y="4652"/>
                  </a:lnTo>
                  <a:lnTo>
                    <a:pt x="1218" y="4909"/>
                  </a:lnTo>
                  <a:lnTo>
                    <a:pt x="1366" y="4990"/>
                  </a:lnTo>
                  <a:lnTo>
                    <a:pt x="1515" y="5057"/>
                  </a:lnTo>
                  <a:lnTo>
                    <a:pt x="1664" y="5111"/>
                  </a:lnTo>
                  <a:lnTo>
                    <a:pt x="1826" y="5152"/>
                  </a:lnTo>
                  <a:lnTo>
                    <a:pt x="1988" y="5193"/>
                  </a:lnTo>
                  <a:lnTo>
                    <a:pt x="2151" y="5220"/>
                  </a:lnTo>
                  <a:lnTo>
                    <a:pt x="2327" y="5233"/>
                  </a:lnTo>
                  <a:lnTo>
                    <a:pt x="2489" y="5247"/>
                  </a:lnTo>
                  <a:lnTo>
                    <a:pt x="2759" y="5233"/>
                  </a:lnTo>
                  <a:lnTo>
                    <a:pt x="3030" y="5193"/>
                  </a:lnTo>
                  <a:lnTo>
                    <a:pt x="3273" y="5125"/>
                  </a:lnTo>
                  <a:lnTo>
                    <a:pt x="3516" y="5030"/>
                  </a:lnTo>
                  <a:lnTo>
                    <a:pt x="3746" y="4922"/>
                  </a:lnTo>
                  <a:lnTo>
                    <a:pt x="3963" y="4800"/>
                  </a:lnTo>
                  <a:lnTo>
                    <a:pt x="4165" y="4638"/>
                  </a:lnTo>
                  <a:lnTo>
                    <a:pt x="4355" y="4476"/>
                  </a:lnTo>
                  <a:lnTo>
                    <a:pt x="4517" y="4287"/>
                  </a:lnTo>
                  <a:lnTo>
                    <a:pt x="4666" y="4084"/>
                  </a:lnTo>
                  <a:lnTo>
                    <a:pt x="4801" y="3867"/>
                  </a:lnTo>
                  <a:lnTo>
                    <a:pt x="4909" y="3638"/>
                  </a:lnTo>
                  <a:lnTo>
                    <a:pt x="5004" y="3394"/>
                  </a:lnTo>
                  <a:lnTo>
                    <a:pt x="5071" y="3151"/>
                  </a:lnTo>
                  <a:lnTo>
                    <a:pt x="5112" y="2880"/>
                  </a:lnTo>
                  <a:lnTo>
                    <a:pt x="5125" y="2623"/>
                  </a:lnTo>
                  <a:lnTo>
                    <a:pt x="5112" y="2353"/>
                  </a:lnTo>
                  <a:lnTo>
                    <a:pt x="5071" y="2096"/>
                  </a:lnTo>
                  <a:lnTo>
                    <a:pt x="5004" y="1839"/>
                  </a:lnTo>
                  <a:lnTo>
                    <a:pt x="4909" y="1596"/>
                  </a:lnTo>
                  <a:lnTo>
                    <a:pt x="4801" y="1366"/>
                  </a:lnTo>
                  <a:lnTo>
                    <a:pt x="4666" y="1150"/>
                  </a:lnTo>
                  <a:lnTo>
                    <a:pt x="4517" y="947"/>
                  </a:lnTo>
                  <a:lnTo>
                    <a:pt x="4355" y="771"/>
                  </a:lnTo>
                  <a:lnTo>
                    <a:pt x="4165" y="595"/>
                  </a:lnTo>
                  <a:lnTo>
                    <a:pt x="3963" y="447"/>
                  </a:lnTo>
                  <a:lnTo>
                    <a:pt x="3746" y="311"/>
                  </a:lnTo>
                  <a:lnTo>
                    <a:pt x="3516" y="203"/>
                  </a:lnTo>
                  <a:lnTo>
                    <a:pt x="3273" y="109"/>
                  </a:lnTo>
                  <a:lnTo>
                    <a:pt x="3030" y="54"/>
                  </a:lnTo>
                  <a:lnTo>
                    <a:pt x="2759" y="14"/>
                  </a:lnTo>
                  <a:lnTo>
                    <a:pt x="2489"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24" name="Google Shape;6024;p467"/>
            <p:cNvSpPr/>
            <p:nvPr/>
          </p:nvSpPr>
          <p:spPr>
            <a:xfrm>
              <a:off x="2078050" y="1969125"/>
              <a:ext cx="127800" cy="131175"/>
            </a:xfrm>
            <a:custGeom>
              <a:avLst/>
              <a:gdLst/>
              <a:ahLst/>
              <a:cxnLst/>
              <a:rect l="l" t="t" r="r" b="b"/>
              <a:pathLst>
                <a:path w="5112" h="5247" extrusionOk="0">
                  <a:moveTo>
                    <a:pt x="2624" y="0"/>
                  </a:moveTo>
                  <a:lnTo>
                    <a:pt x="2353" y="14"/>
                  </a:lnTo>
                  <a:lnTo>
                    <a:pt x="2096" y="54"/>
                  </a:lnTo>
                  <a:lnTo>
                    <a:pt x="1839" y="109"/>
                  </a:lnTo>
                  <a:lnTo>
                    <a:pt x="1610" y="203"/>
                  </a:lnTo>
                  <a:lnTo>
                    <a:pt x="1380" y="311"/>
                  </a:lnTo>
                  <a:lnTo>
                    <a:pt x="1163" y="447"/>
                  </a:lnTo>
                  <a:lnTo>
                    <a:pt x="961" y="595"/>
                  </a:lnTo>
                  <a:lnTo>
                    <a:pt x="771" y="771"/>
                  </a:lnTo>
                  <a:lnTo>
                    <a:pt x="596" y="947"/>
                  </a:lnTo>
                  <a:lnTo>
                    <a:pt x="447" y="1150"/>
                  </a:lnTo>
                  <a:lnTo>
                    <a:pt x="312" y="1366"/>
                  </a:lnTo>
                  <a:lnTo>
                    <a:pt x="203" y="1596"/>
                  </a:lnTo>
                  <a:lnTo>
                    <a:pt x="122" y="1839"/>
                  </a:lnTo>
                  <a:lnTo>
                    <a:pt x="55" y="2096"/>
                  </a:lnTo>
                  <a:lnTo>
                    <a:pt x="14" y="2353"/>
                  </a:lnTo>
                  <a:lnTo>
                    <a:pt x="1" y="2623"/>
                  </a:lnTo>
                  <a:lnTo>
                    <a:pt x="14" y="2880"/>
                  </a:lnTo>
                  <a:lnTo>
                    <a:pt x="55" y="3151"/>
                  </a:lnTo>
                  <a:lnTo>
                    <a:pt x="122" y="3394"/>
                  </a:lnTo>
                  <a:lnTo>
                    <a:pt x="203" y="3638"/>
                  </a:lnTo>
                  <a:lnTo>
                    <a:pt x="312" y="3867"/>
                  </a:lnTo>
                  <a:lnTo>
                    <a:pt x="447" y="4084"/>
                  </a:lnTo>
                  <a:lnTo>
                    <a:pt x="596" y="4287"/>
                  </a:lnTo>
                  <a:lnTo>
                    <a:pt x="771" y="4476"/>
                  </a:lnTo>
                  <a:lnTo>
                    <a:pt x="961" y="4638"/>
                  </a:lnTo>
                  <a:lnTo>
                    <a:pt x="1163" y="4800"/>
                  </a:lnTo>
                  <a:lnTo>
                    <a:pt x="1380" y="4922"/>
                  </a:lnTo>
                  <a:lnTo>
                    <a:pt x="1610" y="5030"/>
                  </a:lnTo>
                  <a:lnTo>
                    <a:pt x="1839" y="5125"/>
                  </a:lnTo>
                  <a:lnTo>
                    <a:pt x="2096" y="5193"/>
                  </a:lnTo>
                  <a:lnTo>
                    <a:pt x="2353" y="5233"/>
                  </a:lnTo>
                  <a:lnTo>
                    <a:pt x="2624" y="5247"/>
                  </a:lnTo>
                  <a:lnTo>
                    <a:pt x="2800" y="5233"/>
                  </a:lnTo>
                  <a:lnTo>
                    <a:pt x="2962" y="5220"/>
                  </a:lnTo>
                  <a:lnTo>
                    <a:pt x="3138" y="5193"/>
                  </a:lnTo>
                  <a:lnTo>
                    <a:pt x="3300" y="5152"/>
                  </a:lnTo>
                  <a:lnTo>
                    <a:pt x="3449" y="5111"/>
                  </a:lnTo>
                  <a:lnTo>
                    <a:pt x="3611" y="5057"/>
                  </a:lnTo>
                  <a:lnTo>
                    <a:pt x="3760" y="4990"/>
                  </a:lnTo>
                  <a:lnTo>
                    <a:pt x="3908" y="4909"/>
                  </a:lnTo>
                  <a:lnTo>
                    <a:pt x="3895" y="4652"/>
                  </a:lnTo>
                  <a:lnTo>
                    <a:pt x="3895" y="4449"/>
                  </a:lnTo>
                  <a:lnTo>
                    <a:pt x="3922" y="4233"/>
                  </a:lnTo>
                  <a:lnTo>
                    <a:pt x="3935" y="4030"/>
                  </a:lnTo>
                  <a:lnTo>
                    <a:pt x="3976" y="3840"/>
                  </a:lnTo>
                  <a:lnTo>
                    <a:pt x="4030" y="3638"/>
                  </a:lnTo>
                  <a:lnTo>
                    <a:pt x="4084" y="3448"/>
                  </a:lnTo>
                  <a:lnTo>
                    <a:pt x="4152" y="3259"/>
                  </a:lnTo>
                  <a:lnTo>
                    <a:pt x="4219" y="3083"/>
                  </a:lnTo>
                  <a:lnTo>
                    <a:pt x="4300" y="2894"/>
                  </a:lnTo>
                  <a:lnTo>
                    <a:pt x="4395" y="2732"/>
                  </a:lnTo>
                  <a:lnTo>
                    <a:pt x="4503" y="2556"/>
                  </a:lnTo>
                  <a:lnTo>
                    <a:pt x="4611" y="2394"/>
                  </a:lnTo>
                  <a:lnTo>
                    <a:pt x="4720" y="2245"/>
                  </a:lnTo>
                  <a:lnTo>
                    <a:pt x="4855" y="2083"/>
                  </a:lnTo>
                  <a:lnTo>
                    <a:pt x="4976" y="1947"/>
                  </a:lnTo>
                  <a:lnTo>
                    <a:pt x="5112" y="1812"/>
                  </a:lnTo>
                  <a:lnTo>
                    <a:pt x="5044" y="1609"/>
                  </a:lnTo>
                  <a:lnTo>
                    <a:pt x="4963" y="1420"/>
                  </a:lnTo>
                  <a:lnTo>
                    <a:pt x="4855" y="1244"/>
                  </a:lnTo>
                  <a:lnTo>
                    <a:pt x="4747" y="1082"/>
                  </a:lnTo>
                  <a:lnTo>
                    <a:pt x="4625" y="920"/>
                  </a:lnTo>
                  <a:lnTo>
                    <a:pt x="4490" y="771"/>
                  </a:lnTo>
                  <a:lnTo>
                    <a:pt x="4341" y="636"/>
                  </a:lnTo>
                  <a:lnTo>
                    <a:pt x="4179" y="501"/>
                  </a:lnTo>
                  <a:lnTo>
                    <a:pt x="4016" y="392"/>
                  </a:lnTo>
                  <a:lnTo>
                    <a:pt x="3827" y="298"/>
                  </a:lnTo>
                  <a:lnTo>
                    <a:pt x="3651" y="203"/>
                  </a:lnTo>
                  <a:lnTo>
                    <a:pt x="3462" y="136"/>
                  </a:lnTo>
                  <a:lnTo>
                    <a:pt x="3259" y="68"/>
                  </a:lnTo>
                  <a:lnTo>
                    <a:pt x="3056" y="27"/>
                  </a:lnTo>
                  <a:lnTo>
                    <a:pt x="284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25" name="Google Shape;6025;p467"/>
            <p:cNvSpPr/>
            <p:nvPr/>
          </p:nvSpPr>
          <p:spPr>
            <a:xfrm>
              <a:off x="2347475" y="2132050"/>
              <a:ext cx="135225" cy="217375"/>
            </a:xfrm>
            <a:custGeom>
              <a:avLst/>
              <a:gdLst/>
              <a:ahLst/>
              <a:cxnLst/>
              <a:rect l="l" t="t" r="r" b="b"/>
              <a:pathLst>
                <a:path w="5409" h="8695" extrusionOk="0">
                  <a:moveTo>
                    <a:pt x="501" y="1"/>
                  </a:moveTo>
                  <a:lnTo>
                    <a:pt x="392" y="203"/>
                  </a:lnTo>
                  <a:lnTo>
                    <a:pt x="271" y="379"/>
                  </a:lnTo>
                  <a:lnTo>
                    <a:pt x="135" y="569"/>
                  </a:lnTo>
                  <a:lnTo>
                    <a:pt x="0" y="731"/>
                  </a:lnTo>
                  <a:lnTo>
                    <a:pt x="81" y="731"/>
                  </a:lnTo>
                  <a:lnTo>
                    <a:pt x="1515" y="2691"/>
                  </a:lnTo>
                  <a:lnTo>
                    <a:pt x="1515" y="8695"/>
                  </a:lnTo>
                  <a:lnTo>
                    <a:pt x="5409" y="8695"/>
                  </a:lnTo>
                  <a:lnTo>
                    <a:pt x="5409" y="1096"/>
                  </a:lnTo>
                  <a:lnTo>
                    <a:pt x="4611"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26" name="Google Shape;6026;p467"/>
            <p:cNvSpPr/>
            <p:nvPr/>
          </p:nvSpPr>
          <p:spPr>
            <a:xfrm>
              <a:off x="2064525" y="2132050"/>
              <a:ext cx="135575" cy="217375"/>
            </a:xfrm>
            <a:custGeom>
              <a:avLst/>
              <a:gdLst/>
              <a:ahLst/>
              <a:cxnLst/>
              <a:rect l="l" t="t" r="r" b="b"/>
              <a:pathLst>
                <a:path w="5423" h="8695" extrusionOk="0">
                  <a:moveTo>
                    <a:pt x="798" y="1"/>
                  </a:moveTo>
                  <a:lnTo>
                    <a:pt x="1" y="1096"/>
                  </a:lnTo>
                  <a:lnTo>
                    <a:pt x="1" y="8695"/>
                  </a:lnTo>
                  <a:lnTo>
                    <a:pt x="3895" y="8695"/>
                  </a:lnTo>
                  <a:lnTo>
                    <a:pt x="3895" y="2691"/>
                  </a:lnTo>
                  <a:lnTo>
                    <a:pt x="5342" y="731"/>
                  </a:lnTo>
                  <a:lnTo>
                    <a:pt x="5423" y="731"/>
                  </a:lnTo>
                  <a:lnTo>
                    <a:pt x="5274" y="569"/>
                  </a:lnTo>
                  <a:lnTo>
                    <a:pt x="5139" y="379"/>
                  </a:lnTo>
                  <a:lnTo>
                    <a:pt x="5017" y="203"/>
                  </a:lnTo>
                  <a:lnTo>
                    <a:pt x="490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027" name="Google Shape;6027;p467"/>
          <p:cNvSpPr txBox="1">
            <a:spLocks noGrp="1"/>
          </p:cNvSpPr>
          <p:nvPr>
            <p:ph type="title"/>
          </p:nvPr>
        </p:nvSpPr>
        <p:spPr>
          <a:xfrm>
            <a:off x="1188720" y="114300"/>
            <a:ext cx="7534200" cy="523200"/>
          </a:xfrm>
          <a:prstGeom prst="rect">
            <a:avLst/>
          </a:prstGeom>
        </p:spPr>
        <p:txBody>
          <a:bodyPr spcFirstLastPara="1" wrap="square" lIns="0" tIns="0" rIns="0" bIns="0" anchor="t" anchorCtr="0">
            <a:spAutoFit/>
          </a:bodyPr>
          <a:lstStyle/>
          <a:p>
            <a:pPr marL="0" lvl="0" indent="0" algn="l" rtl="0">
              <a:spcBef>
                <a:spcPts val="0"/>
              </a:spcBef>
              <a:spcAft>
                <a:spcPts val="0"/>
              </a:spcAft>
              <a:buNone/>
            </a:pPr>
            <a:r>
              <a:rPr lang="en"/>
              <a:t>Collaborative</a:t>
            </a:r>
            <a:endParaRPr/>
          </a:p>
        </p:txBody>
      </p:sp>
      <p:sp>
        <p:nvSpPr>
          <p:cNvPr id="6028" name="Google Shape;6028;p467"/>
          <p:cNvSpPr/>
          <p:nvPr/>
        </p:nvSpPr>
        <p:spPr>
          <a:xfrm>
            <a:off x="476075" y="1600325"/>
            <a:ext cx="4128000" cy="2593200"/>
          </a:xfrm>
          <a:prstGeom prst="roundRect">
            <a:avLst>
              <a:gd name="adj" fmla="val 16667"/>
            </a:avLst>
          </a:prstGeom>
          <a:solidFill>
            <a:schemeClr val="lt2"/>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lnSpc>
                <a:spcPct val="115000"/>
              </a:lnSpc>
              <a:spcBef>
                <a:spcPts val="0"/>
              </a:spcBef>
              <a:spcAft>
                <a:spcPts val="0"/>
              </a:spcAft>
              <a:buClr>
                <a:schemeClr val="dk1"/>
              </a:buClr>
              <a:buSzPts val="1100"/>
              <a:buFont typeface="Arial"/>
              <a:buNone/>
            </a:pPr>
            <a:r>
              <a:rPr lang="en" sz="1300">
                <a:solidFill>
                  <a:schemeClr val="dk1"/>
                </a:solidFill>
                <a:latin typeface="IBM Plex Sans"/>
                <a:ea typeface="IBM Plex Sans"/>
                <a:cs typeface="IBM Plex Sans"/>
                <a:sym typeface="IBM Plex Sans"/>
              </a:rPr>
              <a:t>“I think of a mortgage process as a constellation of several sub-processes, each of which should be orchestrated by its own right… Using BPMN to model the business process as-is allowed us to bridge the gap between the business and the ‘techies.’”</a:t>
            </a:r>
            <a:endParaRPr sz="1300">
              <a:solidFill>
                <a:schemeClr val="dk1"/>
              </a:solidFill>
              <a:latin typeface="IBM Plex Sans"/>
              <a:ea typeface="IBM Plex Sans"/>
              <a:cs typeface="IBM Plex Sans"/>
              <a:sym typeface="IBM Plex Sans"/>
            </a:endParaRPr>
          </a:p>
          <a:p>
            <a:pPr marL="0" lvl="0" indent="0" algn="l" rtl="0">
              <a:lnSpc>
                <a:spcPct val="115000"/>
              </a:lnSpc>
              <a:spcBef>
                <a:spcPts val="0"/>
              </a:spcBef>
              <a:spcAft>
                <a:spcPts val="0"/>
              </a:spcAft>
              <a:buClr>
                <a:schemeClr val="dk1"/>
              </a:buClr>
              <a:buSzPts val="1100"/>
              <a:buFont typeface="Arial"/>
              <a:buNone/>
            </a:pPr>
            <a:endParaRPr sz="1300">
              <a:solidFill>
                <a:schemeClr val="dk1"/>
              </a:solidFill>
              <a:latin typeface="IBM Plex Sans"/>
              <a:ea typeface="IBM Plex Sans"/>
              <a:cs typeface="IBM Plex Sans"/>
              <a:sym typeface="IBM Plex Sans"/>
            </a:endParaRPr>
          </a:p>
          <a:p>
            <a:pPr marL="0" lvl="0" indent="0" algn="l" rtl="0">
              <a:lnSpc>
                <a:spcPct val="115000"/>
              </a:lnSpc>
              <a:spcBef>
                <a:spcPts val="0"/>
              </a:spcBef>
              <a:spcAft>
                <a:spcPts val="0"/>
              </a:spcAft>
              <a:buNone/>
            </a:pPr>
            <a:r>
              <a:rPr lang="en" sz="1100" i="1">
                <a:solidFill>
                  <a:schemeClr val="dk1"/>
                </a:solidFill>
                <a:latin typeface="IBM Plex Sans"/>
                <a:ea typeface="IBM Plex Sans"/>
                <a:cs typeface="IBM Plex Sans"/>
                <a:sym typeface="IBM Plex Sans"/>
              </a:rPr>
              <a:t>– Alexander Lorenzen, Domain Architect at </a:t>
            </a:r>
            <a:r>
              <a:rPr lang="en" sz="1100" i="1" u="sng">
                <a:solidFill>
                  <a:schemeClr val="hlink"/>
                </a:solidFill>
                <a:latin typeface="IBM Plex Sans"/>
                <a:ea typeface="IBM Plex Sans"/>
                <a:cs typeface="IBM Plex Sans"/>
                <a:sym typeface="IBM Plex Sans"/>
                <a:hlinkClick r:id="rId3"/>
              </a:rPr>
              <a:t>BEC Financial Technologies</a:t>
            </a:r>
            <a:endParaRPr sz="1300">
              <a:solidFill>
                <a:schemeClr val="dk1"/>
              </a:solidFill>
              <a:latin typeface="IBM Plex Sans"/>
              <a:ea typeface="IBM Plex Sans"/>
              <a:cs typeface="IBM Plex Sans"/>
              <a:sym typeface="IBM Plex Sans"/>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6032"/>
        <p:cNvGrpSpPr/>
        <p:nvPr/>
      </p:nvGrpSpPr>
      <p:grpSpPr>
        <a:xfrm>
          <a:off x="0" y="0"/>
          <a:ext cx="0" cy="0"/>
          <a:chOff x="0" y="0"/>
          <a:chExt cx="0" cy="0"/>
        </a:xfrm>
      </p:grpSpPr>
      <p:sp>
        <p:nvSpPr>
          <p:cNvPr id="6033" name="Google Shape;6033;p468"/>
          <p:cNvSpPr txBox="1">
            <a:spLocks noGrp="1"/>
          </p:cNvSpPr>
          <p:nvPr>
            <p:ph type="subTitle" idx="1"/>
          </p:nvPr>
        </p:nvSpPr>
        <p:spPr>
          <a:xfrm>
            <a:off x="476075" y="731520"/>
            <a:ext cx="8210700" cy="215400"/>
          </a:xfrm>
          <a:prstGeom prst="rect">
            <a:avLst/>
          </a:prstGeom>
        </p:spPr>
        <p:txBody>
          <a:bodyPr spcFirstLastPara="1" wrap="square" lIns="0" tIns="0" rIns="0" bIns="0" anchor="t" anchorCtr="0">
            <a:spAutoFit/>
          </a:bodyPr>
          <a:lstStyle/>
          <a:p>
            <a:pPr marL="0" lvl="0" indent="0" algn="l" rtl="0">
              <a:spcBef>
                <a:spcPts val="0"/>
              </a:spcBef>
              <a:spcAft>
                <a:spcPts val="0"/>
              </a:spcAft>
              <a:buNone/>
            </a:pPr>
            <a:r>
              <a:rPr lang="en"/>
              <a:t>Ensure your most complex, business-critical processes run reliably, every time</a:t>
            </a:r>
            <a:endParaRPr/>
          </a:p>
        </p:txBody>
      </p:sp>
      <p:sp>
        <p:nvSpPr>
          <p:cNvPr id="6034" name="Google Shape;6034;p468"/>
          <p:cNvSpPr txBox="1">
            <a:spLocks noGrp="1"/>
          </p:cNvSpPr>
          <p:nvPr>
            <p:ph type="subTitle" idx="2"/>
          </p:nvPr>
        </p:nvSpPr>
        <p:spPr>
          <a:xfrm>
            <a:off x="5486400" y="1268025"/>
            <a:ext cx="3429000" cy="332100"/>
          </a:xfrm>
          <a:prstGeom prst="rect">
            <a:avLst/>
          </a:prstGeom>
        </p:spPr>
        <p:txBody>
          <a:bodyPr spcFirstLastPara="1" wrap="square" lIns="0" tIns="0" rIns="0" bIns="0" anchor="t" anchorCtr="0">
            <a:normAutofit/>
          </a:bodyPr>
          <a:lstStyle/>
          <a:p>
            <a:pPr marL="0" lvl="0" indent="0" algn="l" rtl="0">
              <a:spcBef>
                <a:spcPts val="0"/>
              </a:spcBef>
              <a:spcAft>
                <a:spcPts val="0"/>
              </a:spcAft>
              <a:buNone/>
            </a:pPr>
            <a:r>
              <a:rPr lang="en"/>
              <a:t>Unlimited horizontal scalability</a:t>
            </a:r>
            <a:endParaRPr/>
          </a:p>
        </p:txBody>
      </p:sp>
      <p:sp>
        <p:nvSpPr>
          <p:cNvPr id="6035" name="Google Shape;6035;p468"/>
          <p:cNvSpPr txBox="1">
            <a:spLocks noGrp="1"/>
          </p:cNvSpPr>
          <p:nvPr>
            <p:ph type="body" idx="3"/>
          </p:nvPr>
        </p:nvSpPr>
        <p:spPr>
          <a:xfrm>
            <a:off x="5486400" y="1600325"/>
            <a:ext cx="3429000" cy="513600"/>
          </a:xfrm>
          <a:prstGeom prst="rect">
            <a:avLst/>
          </a:prstGeom>
        </p:spPr>
        <p:txBody>
          <a:bodyPr spcFirstLastPara="1" wrap="square" lIns="0" tIns="0" rIns="0" bIns="0" anchor="t" anchorCtr="0">
            <a:normAutofit/>
          </a:bodyPr>
          <a:lstStyle/>
          <a:p>
            <a:pPr marL="0" lvl="0" indent="0" algn="l" rtl="0">
              <a:spcBef>
                <a:spcPts val="0"/>
              </a:spcBef>
              <a:spcAft>
                <a:spcPts val="0"/>
              </a:spcAft>
              <a:buNone/>
            </a:pPr>
            <a:r>
              <a:rPr lang="en"/>
              <a:t>Event streaming avoids database bottlenecks and can scale process throughput infinitely</a:t>
            </a:r>
            <a:endParaRPr/>
          </a:p>
        </p:txBody>
      </p:sp>
      <p:sp>
        <p:nvSpPr>
          <p:cNvPr id="6036" name="Google Shape;6036;p468"/>
          <p:cNvSpPr txBox="1">
            <a:spLocks noGrp="1"/>
          </p:cNvSpPr>
          <p:nvPr>
            <p:ph type="subTitle" idx="4"/>
          </p:nvPr>
        </p:nvSpPr>
        <p:spPr>
          <a:xfrm>
            <a:off x="5486400" y="2520250"/>
            <a:ext cx="3429000" cy="332100"/>
          </a:xfrm>
          <a:prstGeom prst="rect">
            <a:avLst/>
          </a:prstGeom>
        </p:spPr>
        <p:txBody>
          <a:bodyPr spcFirstLastPara="1" wrap="square" lIns="0" tIns="0" rIns="0" bIns="0" anchor="t" anchorCtr="0">
            <a:normAutofit/>
          </a:bodyPr>
          <a:lstStyle/>
          <a:p>
            <a:pPr marL="0" lvl="0" indent="0" algn="l" rtl="0">
              <a:spcBef>
                <a:spcPts val="0"/>
              </a:spcBef>
              <a:spcAft>
                <a:spcPts val="0"/>
              </a:spcAft>
              <a:buNone/>
            </a:pPr>
            <a:r>
              <a:rPr lang="en"/>
              <a:t>Enterprise-grade resilience</a:t>
            </a:r>
            <a:endParaRPr/>
          </a:p>
        </p:txBody>
      </p:sp>
      <p:sp>
        <p:nvSpPr>
          <p:cNvPr id="6037" name="Google Shape;6037;p468"/>
          <p:cNvSpPr txBox="1">
            <a:spLocks noGrp="1"/>
          </p:cNvSpPr>
          <p:nvPr>
            <p:ph type="body" idx="5"/>
          </p:nvPr>
        </p:nvSpPr>
        <p:spPr>
          <a:xfrm>
            <a:off x="5486400" y="2852550"/>
            <a:ext cx="3429000" cy="513600"/>
          </a:xfrm>
          <a:prstGeom prst="rect">
            <a:avLst/>
          </a:prstGeom>
        </p:spPr>
        <p:txBody>
          <a:bodyPr spcFirstLastPara="1" wrap="square" lIns="0" tIns="0" rIns="0" bIns="0" anchor="t" anchorCtr="0">
            <a:normAutofit/>
          </a:bodyPr>
          <a:lstStyle/>
          <a:p>
            <a:pPr marL="0" lvl="0" indent="0" algn="l" rtl="0">
              <a:spcBef>
                <a:spcPts val="0"/>
              </a:spcBef>
              <a:spcAft>
                <a:spcPts val="0"/>
              </a:spcAft>
              <a:buNone/>
            </a:pPr>
            <a:r>
              <a:rPr lang="en"/>
              <a:t>A distributed architecture ensures continuity in the case of hardware or network failure</a:t>
            </a:r>
            <a:endParaRPr/>
          </a:p>
        </p:txBody>
      </p:sp>
      <p:sp>
        <p:nvSpPr>
          <p:cNvPr id="6038" name="Google Shape;6038;p468"/>
          <p:cNvSpPr txBox="1">
            <a:spLocks noGrp="1"/>
          </p:cNvSpPr>
          <p:nvPr>
            <p:ph type="subTitle" idx="6"/>
          </p:nvPr>
        </p:nvSpPr>
        <p:spPr>
          <a:xfrm>
            <a:off x="5486400" y="3861475"/>
            <a:ext cx="3429000" cy="332100"/>
          </a:xfrm>
          <a:prstGeom prst="rect">
            <a:avLst/>
          </a:prstGeom>
        </p:spPr>
        <p:txBody>
          <a:bodyPr spcFirstLastPara="1" wrap="square" lIns="0" tIns="0" rIns="0" bIns="0" anchor="t" anchorCtr="0">
            <a:normAutofit/>
          </a:bodyPr>
          <a:lstStyle/>
          <a:p>
            <a:pPr marL="0" lvl="0" indent="0" algn="l" rtl="0">
              <a:spcBef>
                <a:spcPts val="0"/>
              </a:spcBef>
              <a:spcAft>
                <a:spcPts val="0"/>
              </a:spcAft>
              <a:buNone/>
            </a:pPr>
            <a:r>
              <a:rPr lang="en"/>
              <a:t>High availability worldwide</a:t>
            </a:r>
            <a:endParaRPr/>
          </a:p>
        </p:txBody>
      </p:sp>
      <p:sp>
        <p:nvSpPr>
          <p:cNvPr id="6039" name="Google Shape;6039;p468"/>
          <p:cNvSpPr txBox="1">
            <a:spLocks noGrp="1"/>
          </p:cNvSpPr>
          <p:nvPr>
            <p:ph type="body" idx="7"/>
          </p:nvPr>
        </p:nvSpPr>
        <p:spPr>
          <a:xfrm>
            <a:off x="5486400" y="4193775"/>
            <a:ext cx="3429000" cy="513600"/>
          </a:xfrm>
          <a:prstGeom prst="rect">
            <a:avLst/>
          </a:prstGeom>
        </p:spPr>
        <p:txBody>
          <a:bodyPr spcFirstLastPara="1" wrap="square" lIns="0" tIns="0" rIns="0" bIns="0" anchor="t" anchorCtr="0">
            <a:normAutofit/>
          </a:bodyPr>
          <a:lstStyle/>
          <a:p>
            <a:pPr marL="0" lvl="0" indent="0" algn="l" rtl="0">
              <a:spcBef>
                <a:spcPts val="0"/>
              </a:spcBef>
              <a:spcAft>
                <a:spcPts val="0"/>
              </a:spcAft>
              <a:buNone/>
            </a:pPr>
            <a:r>
              <a:rPr lang="en"/>
              <a:t>A failover architecture supports replication across global data centers for high availability </a:t>
            </a:r>
            <a:endParaRPr/>
          </a:p>
        </p:txBody>
      </p:sp>
      <p:grpSp>
        <p:nvGrpSpPr>
          <p:cNvPr id="6040" name="Google Shape;6040;p468"/>
          <p:cNvGrpSpPr/>
          <p:nvPr/>
        </p:nvGrpSpPr>
        <p:grpSpPr>
          <a:xfrm>
            <a:off x="457210" y="140381"/>
            <a:ext cx="613000" cy="471053"/>
            <a:chOff x="5626350" y="3055125"/>
            <a:chExt cx="387950" cy="282000"/>
          </a:xfrm>
        </p:grpSpPr>
        <p:sp>
          <p:nvSpPr>
            <p:cNvPr id="6041" name="Google Shape;6041;p468"/>
            <p:cNvSpPr/>
            <p:nvPr/>
          </p:nvSpPr>
          <p:spPr>
            <a:xfrm>
              <a:off x="5781950" y="3157400"/>
              <a:ext cx="76975" cy="76975"/>
            </a:xfrm>
            <a:custGeom>
              <a:avLst/>
              <a:gdLst/>
              <a:ahLst/>
              <a:cxnLst/>
              <a:rect l="l" t="t" r="r" b="b"/>
              <a:pathLst>
                <a:path w="3079" h="3079" extrusionOk="0">
                  <a:moveTo>
                    <a:pt x="1" y="0"/>
                  </a:moveTo>
                  <a:lnTo>
                    <a:pt x="1" y="3078"/>
                  </a:lnTo>
                  <a:lnTo>
                    <a:pt x="3079" y="3078"/>
                  </a:lnTo>
                  <a:lnTo>
                    <a:pt x="3079"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42" name="Google Shape;6042;p468"/>
            <p:cNvSpPr/>
            <p:nvPr/>
          </p:nvSpPr>
          <p:spPr>
            <a:xfrm>
              <a:off x="5672325" y="3223775"/>
              <a:ext cx="85825" cy="47475"/>
            </a:xfrm>
            <a:custGeom>
              <a:avLst/>
              <a:gdLst/>
              <a:ahLst/>
              <a:cxnLst/>
              <a:rect l="l" t="t" r="r" b="b"/>
              <a:pathLst>
                <a:path w="3433" h="1899" extrusionOk="0">
                  <a:moveTo>
                    <a:pt x="1652" y="0"/>
                  </a:moveTo>
                  <a:lnTo>
                    <a:pt x="0" y="944"/>
                  </a:lnTo>
                  <a:lnTo>
                    <a:pt x="1642" y="1898"/>
                  </a:lnTo>
                  <a:lnTo>
                    <a:pt x="1642" y="1426"/>
                  </a:lnTo>
                  <a:lnTo>
                    <a:pt x="3422" y="1436"/>
                  </a:lnTo>
                  <a:lnTo>
                    <a:pt x="3432" y="482"/>
                  </a:lnTo>
                  <a:lnTo>
                    <a:pt x="1642" y="472"/>
                  </a:lnTo>
                  <a:lnTo>
                    <a:pt x="165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43" name="Google Shape;6043;p468"/>
            <p:cNvSpPr/>
            <p:nvPr/>
          </p:nvSpPr>
          <p:spPr>
            <a:xfrm>
              <a:off x="5884975" y="3110675"/>
              <a:ext cx="79175" cy="55350"/>
            </a:xfrm>
            <a:custGeom>
              <a:avLst/>
              <a:gdLst/>
              <a:ahLst/>
              <a:cxnLst/>
              <a:rect l="l" t="t" r="r" b="b"/>
              <a:pathLst>
                <a:path w="3167" h="2214" extrusionOk="0">
                  <a:moveTo>
                    <a:pt x="3167" y="1"/>
                  </a:moveTo>
                  <a:lnTo>
                    <a:pt x="1269" y="70"/>
                  </a:lnTo>
                  <a:lnTo>
                    <a:pt x="1515" y="463"/>
                  </a:lnTo>
                  <a:lnTo>
                    <a:pt x="0" y="1407"/>
                  </a:lnTo>
                  <a:lnTo>
                    <a:pt x="502" y="2213"/>
                  </a:lnTo>
                  <a:lnTo>
                    <a:pt x="2016" y="1279"/>
                  </a:lnTo>
                  <a:lnTo>
                    <a:pt x="2272" y="1673"/>
                  </a:lnTo>
                  <a:lnTo>
                    <a:pt x="316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44" name="Google Shape;6044;p468"/>
            <p:cNvSpPr/>
            <p:nvPr/>
          </p:nvSpPr>
          <p:spPr>
            <a:xfrm>
              <a:off x="5626350" y="3157875"/>
              <a:ext cx="179225" cy="179250"/>
            </a:xfrm>
            <a:custGeom>
              <a:avLst/>
              <a:gdLst/>
              <a:ahLst/>
              <a:cxnLst/>
              <a:rect l="l" t="t" r="r" b="b"/>
              <a:pathLst>
                <a:path w="7169" h="7170" extrusionOk="0">
                  <a:moveTo>
                    <a:pt x="0" y="1"/>
                  </a:moveTo>
                  <a:lnTo>
                    <a:pt x="0" y="955"/>
                  </a:lnTo>
                  <a:lnTo>
                    <a:pt x="954" y="955"/>
                  </a:lnTo>
                  <a:lnTo>
                    <a:pt x="954" y="1"/>
                  </a:lnTo>
                  <a:close/>
                  <a:moveTo>
                    <a:pt x="2006" y="1"/>
                  </a:moveTo>
                  <a:lnTo>
                    <a:pt x="2006" y="955"/>
                  </a:lnTo>
                  <a:lnTo>
                    <a:pt x="3059" y="955"/>
                  </a:lnTo>
                  <a:lnTo>
                    <a:pt x="3059" y="1"/>
                  </a:lnTo>
                  <a:close/>
                  <a:moveTo>
                    <a:pt x="4111" y="1"/>
                  </a:moveTo>
                  <a:lnTo>
                    <a:pt x="4111" y="955"/>
                  </a:lnTo>
                  <a:lnTo>
                    <a:pt x="5163" y="955"/>
                  </a:lnTo>
                  <a:lnTo>
                    <a:pt x="5163" y="1"/>
                  </a:lnTo>
                  <a:close/>
                  <a:moveTo>
                    <a:pt x="0" y="2007"/>
                  </a:moveTo>
                  <a:lnTo>
                    <a:pt x="0" y="3059"/>
                  </a:lnTo>
                  <a:lnTo>
                    <a:pt x="954" y="3059"/>
                  </a:lnTo>
                  <a:lnTo>
                    <a:pt x="954" y="2007"/>
                  </a:lnTo>
                  <a:close/>
                  <a:moveTo>
                    <a:pt x="0" y="4111"/>
                  </a:moveTo>
                  <a:lnTo>
                    <a:pt x="0" y="5163"/>
                  </a:lnTo>
                  <a:lnTo>
                    <a:pt x="954" y="5163"/>
                  </a:lnTo>
                  <a:lnTo>
                    <a:pt x="954" y="4111"/>
                  </a:lnTo>
                  <a:close/>
                  <a:moveTo>
                    <a:pt x="6215" y="4111"/>
                  </a:moveTo>
                  <a:lnTo>
                    <a:pt x="6215" y="5163"/>
                  </a:lnTo>
                  <a:lnTo>
                    <a:pt x="7169" y="5163"/>
                  </a:lnTo>
                  <a:lnTo>
                    <a:pt x="7169" y="4111"/>
                  </a:lnTo>
                  <a:close/>
                  <a:moveTo>
                    <a:pt x="0" y="6225"/>
                  </a:moveTo>
                  <a:lnTo>
                    <a:pt x="0" y="7169"/>
                  </a:lnTo>
                  <a:lnTo>
                    <a:pt x="954" y="7169"/>
                  </a:lnTo>
                  <a:lnTo>
                    <a:pt x="954" y="6225"/>
                  </a:lnTo>
                  <a:close/>
                  <a:moveTo>
                    <a:pt x="2006" y="6225"/>
                  </a:moveTo>
                  <a:lnTo>
                    <a:pt x="2006" y="7169"/>
                  </a:lnTo>
                  <a:lnTo>
                    <a:pt x="3059" y="7169"/>
                  </a:lnTo>
                  <a:lnTo>
                    <a:pt x="3059" y="6225"/>
                  </a:lnTo>
                  <a:close/>
                  <a:moveTo>
                    <a:pt x="4111" y="6225"/>
                  </a:moveTo>
                  <a:lnTo>
                    <a:pt x="4111" y="7169"/>
                  </a:lnTo>
                  <a:lnTo>
                    <a:pt x="5163" y="7169"/>
                  </a:lnTo>
                  <a:lnTo>
                    <a:pt x="5163" y="6225"/>
                  </a:lnTo>
                  <a:close/>
                  <a:moveTo>
                    <a:pt x="6215" y="6225"/>
                  </a:moveTo>
                  <a:lnTo>
                    <a:pt x="6215" y="7169"/>
                  </a:lnTo>
                  <a:lnTo>
                    <a:pt x="7169" y="7169"/>
                  </a:lnTo>
                  <a:lnTo>
                    <a:pt x="7169" y="6225"/>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45" name="Google Shape;6045;p468"/>
            <p:cNvSpPr/>
            <p:nvPr/>
          </p:nvSpPr>
          <p:spPr>
            <a:xfrm>
              <a:off x="5835050" y="3055125"/>
              <a:ext cx="179250" cy="179250"/>
            </a:xfrm>
            <a:custGeom>
              <a:avLst/>
              <a:gdLst/>
              <a:ahLst/>
              <a:cxnLst/>
              <a:rect l="l" t="t" r="r" b="b"/>
              <a:pathLst>
                <a:path w="7170" h="7170" extrusionOk="0">
                  <a:moveTo>
                    <a:pt x="1" y="1"/>
                  </a:moveTo>
                  <a:lnTo>
                    <a:pt x="1" y="954"/>
                  </a:lnTo>
                  <a:lnTo>
                    <a:pt x="945" y="954"/>
                  </a:lnTo>
                  <a:lnTo>
                    <a:pt x="945" y="1"/>
                  </a:lnTo>
                  <a:close/>
                  <a:moveTo>
                    <a:pt x="1997" y="1"/>
                  </a:moveTo>
                  <a:lnTo>
                    <a:pt x="1997" y="954"/>
                  </a:lnTo>
                  <a:lnTo>
                    <a:pt x="3059" y="954"/>
                  </a:lnTo>
                  <a:lnTo>
                    <a:pt x="3059" y="1"/>
                  </a:lnTo>
                  <a:close/>
                  <a:moveTo>
                    <a:pt x="4111" y="1"/>
                  </a:moveTo>
                  <a:lnTo>
                    <a:pt x="4111" y="954"/>
                  </a:lnTo>
                  <a:lnTo>
                    <a:pt x="5164" y="954"/>
                  </a:lnTo>
                  <a:lnTo>
                    <a:pt x="5164" y="1"/>
                  </a:lnTo>
                  <a:close/>
                  <a:moveTo>
                    <a:pt x="6216" y="1"/>
                  </a:moveTo>
                  <a:lnTo>
                    <a:pt x="6216" y="954"/>
                  </a:lnTo>
                  <a:lnTo>
                    <a:pt x="7170" y="954"/>
                  </a:lnTo>
                  <a:lnTo>
                    <a:pt x="7170" y="1"/>
                  </a:lnTo>
                  <a:close/>
                  <a:moveTo>
                    <a:pt x="1" y="2007"/>
                  </a:moveTo>
                  <a:lnTo>
                    <a:pt x="1" y="3059"/>
                  </a:lnTo>
                  <a:lnTo>
                    <a:pt x="945" y="3059"/>
                  </a:lnTo>
                  <a:lnTo>
                    <a:pt x="945" y="2007"/>
                  </a:lnTo>
                  <a:close/>
                  <a:moveTo>
                    <a:pt x="6216" y="2007"/>
                  </a:moveTo>
                  <a:lnTo>
                    <a:pt x="6216" y="3059"/>
                  </a:lnTo>
                  <a:lnTo>
                    <a:pt x="7170" y="3059"/>
                  </a:lnTo>
                  <a:lnTo>
                    <a:pt x="7170" y="2007"/>
                  </a:lnTo>
                  <a:close/>
                  <a:moveTo>
                    <a:pt x="6216" y="4111"/>
                  </a:moveTo>
                  <a:lnTo>
                    <a:pt x="6216" y="5163"/>
                  </a:lnTo>
                  <a:lnTo>
                    <a:pt x="7170" y="5163"/>
                  </a:lnTo>
                  <a:lnTo>
                    <a:pt x="7170" y="4111"/>
                  </a:lnTo>
                  <a:close/>
                  <a:moveTo>
                    <a:pt x="1997" y="6225"/>
                  </a:moveTo>
                  <a:lnTo>
                    <a:pt x="1997" y="7169"/>
                  </a:lnTo>
                  <a:lnTo>
                    <a:pt x="3059" y="7169"/>
                  </a:lnTo>
                  <a:lnTo>
                    <a:pt x="3059" y="6225"/>
                  </a:lnTo>
                  <a:close/>
                  <a:moveTo>
                    <a:pt x="4111" y="6225"/>
                  </a:moveTo>
                  <a:lnTo>
                    <a:pt x="4111" y="7169"/>
                  </a:lnTo>
                  <a:lnTo>
                    <a:pt x="5164" y="7169"/>
                  </a:lnTo>
                  <a:lnTo>
                    <a:pt x="5164" y="6225"/>
                  </a:lnTo>
                  <a:close/>
                  <a:moveTo>
                    <a:pt x="6216" y="6225"/>
                  </a:moveTo>
                  <a:lnTo>
                    <a:pt x="6216" y="7169"/>
                  </a:lnTo>
                  <a:lnTo>
                    <a:pt x="7170" y="7169"/>
                  </a:lnTo>
                  <a:lnTo>
                    <a:pt x="7170" y="6225"/>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046" name="Google Shape;6046;p468"/>
          <p:cNvSpPr txBox="1">
            <a:spLocks noGrp="1"/>
          </p:cNvSpPr>
          <p:nvPr>
            <p:ph type="title"/>
          </p:nvPr>
        </p:nvSpPr>
        <p:spPr>
          <a:xfrm>
            <a:off x="1188720" y="114300"/>
            <a:ext cx="7534200" cy="523200"/>
          </a:xfrm>
          <a:prstGeom prst="rect">
            <a:avLst/>
          </a:prstGeom>
        </p:spPr>
        <p:txBody>
          <a:bodyPr spcFirstLastPara="1" wrap="square" lIns="0" tIns="0" rIns="0" bIns="0" anchor="t" anchorCtr="0">
            <a:spAutoFit/>
          </a:bodyPr>
          <a:lstStyle/>
          <a:p>
            <a:pPr marL="0" lvl="0" indent="0" algn="l" rtl="0">
              <a:spcBef>
                <a:spcPts val="0"/>
              </a:spcBef>
              <a:spcAft>
                <a:spcPts val="0"/>
              </a:spcAft>
              <a:buNone/>
            </a:pPr>
            <a:r>
              <a:rPr lang="en"/>
              <a:t>Scalable</a:t>
            </a:r>
            <a:endParaRPr/>
          </a:p>
        </p:txBody>
      </p:sp>
      <p:sp>
        <p:nvSpPr>
          <p:cNvPr id="6047" name="Google Shape;6047;p468"/>
          <p:cNvSpPr/>
          <p:nvPr/>
        </p:nvSpPr>
        <p:spPr>
          <a:xfrm>
            <a:off x="476075" y="1600325"/>
            <a:ext cx="4128000" cy="2593200"/>
          </a:xfrm>
          <a:prstGeom prst="roundRect">
            <a:avLst>
              <a:gd name="adj" fmla="val 16667"/>
            </a:avLst>
          </a:prstGeom>
          <a:solidFill>
            <a:schemeClr val="lt2"/>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lnSpc>
                <a:spcPct val="115000"/>
              </a:lnSpc>
              <a:spcBef>
                <a:spcPts val="0"/>
              </a:spcBef>
              <a:spcAft>
                <a:spcPts val="0"/>
              </a:spcAft>
              <a:buClr>
                <a:schemeClr val="dk1"/>
              </a:buClr>
              <a:buSzPts val="1100"/>
              <a:buFont typeface="Arial"/>
              <a:buNone/>
            </a:pPr>
            <a:r>
              <a:rPr lang="en" sz="1300">
                <a:solidFill>
                  <a:schemeClr val="dk1"/>
                </a:solidFill>
                <a:latin typeface="IBM Plex Sans"/>
                <a:ea typeface="IBM Plex Sans"/>
                <a:cs typeface="IBM Plex Sans"/>
                <a:sym typeface="IBM Plex Sans"/>
              </a:rPr>
              <a:t>“We want to reach the point where Camunda handles all our volumes. We expect this to be in the tens of millions of process instances, every single day. Camunda 8 is cloud-native, so we can add instances easily and always maintain enough headroom to handle an unexpected peak.” </a:t>
            </a:r>
            <a:endParaRPr sz="1300">
              <a:solidFill>
                <a:schemeClr val="dk1"/>
              </a:solidFill>
              <a:latin typeface="IBM Plex Sans"/>
              <a:ea typeface="IBM Plex Sans"/>
              <a:cs typeface="IBM Plex Sans"/>
              <a:sym typeface="IBM Plex Sans"/>
            </a:endParaRPr>
          </a:p>
          <a:p>
            <a:pPr marL="0" lvl="0" indent="0" algn="l" rtl="0">
              <a:lnSpc>
                <a:spcPct val="115000"/>
              </a:lnSpc>
              <a:spcBef>
                <a:spcPts val="0"/>
              </a:spcBef>
              <a:spcAft>
                <a:spcPts val="0"/>
              </a:spcAft>
              <a:buClr>
                <a:schemeClr val="dk1"/>
              </a:buClr>
              <a:buSzPts val="1100"/>
              <a:buFont typeface="Arial"/>
              <a:buNone/>
            </a:pPr>
            <a:endParaRPr sz="1300">
              <a:solidFill>
                <a:schemeClr val="dk1"/>
              </a:solidFill>
              <a:latin typeface="IBM Plex Sans"/>
              <a:ea typeface="IBM Plex Sans"/>
              <a:cs typeface="IBM Plex Sans"/>
              <a:sym typeface="IBM Plex Sans"/>
            </a:endParaRPr>
          </a:p>
          <a:p>
            <a:pPr marL="0" lvl="0" indent="0" algn="l" rtl="0">
              <a:lnSpc>
                <a:spcPct val="115000"/>
              </a:lnSpc>
              <a:spcBef>
                <a:spcPts val="0"/>
              </a:spcBef>
              <a:spcAft>
                <a:spcPts val="0"/>
              </a:spcAft>
              <a:buNone/>
            </a:pPr>
            <a:r>
              <a:rPr lang="en" sz="1100" i="1">
                <a:solidFill>
                  <a:schemeClr val="dk1"/>
                </a:solidFill>
                <a:latin typeface="IBM Plex Sans"/>
                <a:ea typeface="IBM Plex Sans"/>
                <a:cs typeface="IBM Plex Sans"/>
                <a:sym typeface="IBM Plex Sans"/>
              </a:rPr>
              <a:t>– Larisa Kvetnoy, Director of Operations Technology and Strategy at </a:t>
            </a:r>
            <a:r>
              <a:rPr lang="en" sz="1100" i="1" u="sng">
                <a:solidFill>
                  <a:schemeClr val="hlink"/>
                </a:solidFill>
                <a:latin typeface="IBM Plex Sans"/>
                <a:ea typeface="IBM Plex Sans"/>
                <a:cs typeface="IBM Plex Sans"/>
                <a:sym typeface="IBM Plex Sans"/>
                <a:hlinkClick r:id="rId3"/>
              </a:rPr>
              <a:t>Barclays</a:t>
            </a:r>
            <a:endParaRPr sz="1300">
              <a:solidFill>
                <a:schemeClr val="dk1"/>
              </a:solidFill>
              <a:latin typeface="IBM Plex Sans"/>
              <a:ea typeface="IBM Plex Sans"/>
              <a:cs typeface="IBM Plex Sans"/>
              <a:sym typeface="IBM Plex Sans"/>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6051"/>
        <p:cNvGrpSpPr/>
        <p:nvPr/>
      </p:nvGrpSpPr>
      <p:grpSpPr>
        <a:xfrm>
          <a:off x="0" y="0"/>
          <a:ext cx="0" cy="0"/>
          <a:chOff x="0" y="0"/>
          <a:chExt cx="0" cy="0"/>
        </a:xfrm>
      </p:grpSpPr>
      <p:sp>
        <p:nvSpPr>
          <p:cNvPr id="6052" name="Google Shape;6052;p469"/>
          <p:cNvSpPr txBox="1">
            <a:spLocks noGrp="1"/>
          </p:cNvSpPr>
          <p:nvPr>
            <p:ph type="subTitle" idx="2"/>
          </p:nvPr>
        </p:nvSpPr>
        <p:spPr>
          <a:xfrm>
            <a:off x="5486400" y="1268025"/>
            <a:ext cx="3429000" cy="332100"/>
          </a:xfrm>
          <a:prstGeom prst="rect">
            <a:avLst/>
          </a:prstGeom>
        </p:spPr>
        <p:txBody>
          <a:bodyPr spcFirstLastPara="1" wrap="square" lIns="0" tIns="0" rIns="0" bIns="0" anchor="t" anchorCtr="0">
            <a:normAutofit/>
          </a:bodyPr>
          <a:lstStyle/>
          <a:p>
            <a:pPr marL="0" lvl="0" indent="0" algn="l" rtl="0">
              <a:spcBef>
                <a:spcPts val="0"/>
              </a:spcBef>
              <a:spcAft>
                <a:spcPts val="0"/>
              </a:spcAft>
              <a:buNone/>
            </a:pPr>
            <a:r>
              <a:rPr lang="en"/>
              <a:t>Innovate with visibility and control</a:t>
            </a:r>
            <a:endParaRPr/>
          </a:p>
        </p:txBody>
      </p:sp>
      <p:sp>
        <p:nvSpPr>
          <p:cNvPr id="6053" name="Google Shape;6053;p469"/>
          <p:cNvSpPr txBox="1">
            <a:spLocks noGrp="1"/>
          </p:cNvSpPr>
          <p:nvPr>
            <p:ph type="body" idx="3"/>
          </p:nvPr>
        </p:nvSpPr>
        <p:spPr>
          <a:xfrm>
            <a:off x="5486400" y="1600325"/>
            <a:ext cx="3429000" cy="513600"/>
          </a:xfrm>
          <a:prstGeom prst="rect">
            <a:avLst/>
          </a:prstGeom>
        </p:spPr>
        <p:txBody>
          <a:bodyPr spcFirstLastPara="1" wrap="square" lIns="0" tIns="0" rIns="0" bIns="0" anchor="t" anchorCtr="0">
            <a:normAutofit/>
          </a:bodyPr>
          <a:lstStyle/>
          <a:p>
            <a:pPr marL="0" lvl="0" indent="0" algn="l" rtl="0">
              <a:spcBef>
                <a:spcPts val="0"/>
              </a:spcBef>
              <a:spcAft>
                <a:spcPts val="0"/>
              </a:spcAft>
              <a:buNone/>
            </a:pPr>
            <a:r>
              <a:rPr lang="en"/>
              <a:t>Apply AI/ML where it makes sense without sacrificing reliability or regulatory compliance</a:t>
            </a:r>
            <a:endParaRPr/>
          </a:p>
        </p:txBody>
      </p:sp>
      <p:sp>
        <p:nvSpPr>
          <p:cNvPr id="6054" name="Google Shape;6054;p469"/>
          <p:cNvSpPr txBox="1">
            <a:spLocks noGrp="1"/>
          </p:cNvSpPr>
          <p:nvPr>
            <p:ph type="subTitle" idx="4"/>
          </p:nvPr>
        </p:nvSpPr>
        <p:spPr>
          <a:xfrm>
            <a:off x="5486400" y="2520250"/>
            <a:ext cx="3429000" cy="332100"/>
          </a:xfrm>
          <a:prstGeom prst="rect">
            <a:avLst/>
          </a:prstGeom>
        </p:spPr>
        <p:txBody>
          <a:bodyPr spcFirstLastPara="1" wrap="square" lIns="0" tIns="0" rIns="0" bIns="0" anchor="t" anchorCtr="0">
            <a:normAutofit/>
          </a:bodyPr>
          <a:lstStyle/>
          <a:p>
            <a:pPr marL="0" lvl="0" indent="0" algn="l" rtl="0">
              <a:spcBef>
                <a:spcPts val="0"/>
              </a:spcBef>
              <a:spcAft>
                <a:spcPts val="0"/>
              </a:spcAft>
              <a:buNone/>
            </a:pPr>
            <a:r>
              <a:rPr lang="en"/>
              <a:t>Eliminate AI silos </a:t>
            </a:r>
            <a:endParaRPr/>
          </a:p>
        </p:txBody>
      </p:sp>
      <p:sp>
        <p:nvSpPr>
          <p:cNvPr id="6055" name="Google Shape;6055;p469"/>
          <p:cNvSpPr txBox="1">
            <a:spLocks noGrp="1"/>
          </p:cNvSpPr>
          <p:nvPr>
            <p:ph type="body" idx="5"/>
          </p:nvPr>
        </p:nvSpPr>
        <p:spPr>
          <a:xfrm>
            <a:off x="5486400" y="2852550"/>
            <a:ext cx="3429000" cy="513600"/>
          </a:xfrm>
          <a:prstGeom prst="rect">
            <a:avLst/>
          </a:prstGeom>
        </p:spPr>
        <p:txBody>
          <a:bodyPr spcFirstLastPara="1" wrap="square" lIns="0" tIns="0" rIns="0" bIns="0" anchor="t" anchorCtr="0">
            <a:normAutofit/>
          </a:bodyPr>
          <a:lstStyle/>
          <a:p>
            <a:pPr marL="0" lvl="0" indent="0" algn="l" rtl="0">
              <a:spcBef>
                <a:spcPts val="0"/>
              </a:spcBef>
              <a:spcAft>
                <a:spcPts val="0"/>
              </a:spcAft>
              <a:buNone/>
            </a:pPr>
            <a:r>
              <a:rPr lang="en"/>
              <a:t>Avoid creating AI tech debt by integrating AI/ML into existing end-to-end business processes</a:t>
            </a:r>
            <a:endParaRPr/>
          </a:p>
        </p:txBody>
      </p:sp>
      <p:sp>
        <p:nvSpPr>
          <p:cNvPr id="6056" name="Google Shape;6056;p469"/>
          <p:cNvSpPr txBox="1">
            <a:spLocks noGrp="1"/>
          </p:cNvSpPr>
          <p:nvPr>
            <p:ph type="subTitle" idx="6"/>
          </p:nvPr>
        </p:nvSpPr>
        <p:spPr>
          <a:xfrm>
            <a:off x="5486400" y="3861475"/>
            <a:ext cx="3429000" cy="332100"/>
          </a:xfrm>
          <a:prstGeom prst="rect">
            <a:avLst/>
          </a:prstGeom>
        </p:spPr>
        <p:txBody>
          <a:bodyPr spcFirstLastPara="1" wrap="square" lIns="0" tIns="0" rIns="0" bIns="0" anchor="t" anchorCtr="0">
            <a:normAutofit/>
          </a:bodyPr>
          <a:lstStyle/>
          <a:p>
            <a:pPr marL="0" lvl="0" indent="0" algn="l" rtl="0">
              <a:spcBef>
                <a:spcPts val="0"/>
              </a:spcBef>
              <a:spcAft>
                <a:spcPts val="0"/>
              </a:spcAft>
              <a:buNone/>
            </a:pPr>
            <a:r>
              <a:rPr lang="en"/>
              <a:t>Improve team productivity</a:t>
            </a:r>
            <a:endParaRPr/>
          </a:p>
        </p:txBody>
      </p:sp>
      <p:sp>
        <p:nvSpPr>
          <p:cNvPr id="6057" name="Google Shape;6057;p469"/>
          <p:cNvSpPr txBox="1">
            <a:spLocks noGrp="1"/>
          </p:cNvSpPr>
          <p:nvPr>
            <p:ph type="body" idx="7"/>
          </p:nvPr>
        </p:nvSpPr>
        <p:spPr>
          <a:xfrm>
            <a:off x="5486400" y="4193775"/>
            <a:ext cx="3429000" cy="513600"/>
          </a:xfrm>
          <a:prstGeom prst="rect">
            <a:avLst/>
          </a:prstGeom>
        </p:spPr>
        <p:txBody>
          <a:bodyPr spcFirstLastPara="1" wrap="square" lIns="0" tIns="0" rIns="0" bIns="0" anchor="t" anchorCtr="0">
            <a:normAutofit/>
          </a:bodyPr>
          <a:lstStyle/>
          <a:p>
            <a:pPr marL="0" lvl="0" indent="0" algn="l" rtl="0">
              <a:spcBef>
                <a:spcPts val="0"/>
              </a:spcBef>
              <a:spcAft>
                <a:spcPts val="0"/>
              </a:spcAft>
              <a:buNone/>
            </a:pPr>
            <a:r>
              <a:rPr lang="en"/>
              <a:t>Assistive AI features such as copilots put process designers on the fast track to value delivery</a:t>
            </a:r>
            <a:endParaRPr/>
          </a:p>
        </p:txBody>
      </p:sp>
      <p:sp>
        <p:nvSpPr>
          <p:cNvPr id="6058" name="Google Shape;6058;p469"/>
          <p:cNvSpPr txBox="1">
            <a:spLocks noGrp="1"/>
          </p:cNvSpPr>
          <p:nvPr>
            <p:ph type="subTitle" idx="1"/>
          </p:nvPr>
        </p:nvSpPr>
        <p:spPr>
          <a:xfrm>
            <a:off x="476075" y="731520"/>
            <a:ext cx="8210700" cy="215400"/>
          </a:xfrm>
          <a:prstGeom prst="rect">
            <a:avLst/>
          </a:prstGeom>
        </p:spPr>
        <p:txBody>
          <a:bodyPr spcFirstLastPara="1" wrap="square" lIns="0" tIns="0" rIns="0" bIns="0" anchor="t" anchorCtr="0">
            <a:spAutoFit/>
          </a:bodyPr>
          <a:lstStyle/>
          <a:p>
            <a:pPr marL="0" lvl="0" indent="0" algn="l" rtl="0">
              <a:spcBef>
                <a:spcPts val="0"/>
              </a:spcBef>
              <a:spcAft>
                <a:spcPts val="0"/>
              </a:spcAft>
              <a:buNone/>
            </a:pPr>
            <a:r>
              <a:rPr lang="en"/>
              <a:t>Prepare for the autonomous enterprise by blending deterministic and non-deterministic execution</a:t>
            </a:r>
            <a:endParaRPr/>
          </a:p>
        </p:txBody>
      </p:sp>
      <p:grpSp>
        <p:nvGrpSpPr>
          <p:cNvPr id="6059" name="Google Shape;6059;p469"/>
          <p:cNvGrpSpPr/>
          <p:nvPr/>
        </p:nvGrpSpPr>
        <p:grpSpPr>
          <a:xfrm>
            <a:off x="476084" y="157468"/>
            <a:ext cx="495862" cy="436873"/>
            <a:chOff x="2099100" y="2300650"/>
            <a:chExt cx="381550" cy="351325"/>
          </a:xfrm>
        </p:grpSpPr>
        <p:sp>
          <p:nvSpPr>
            <p:cNvPr id="6060" name="Google Shape;6060;p469"/>
            <p:cNvSpPr/>
            <p:nvPr/>
          </p:nvSpPr>
          <p:spPr>
            <a:xfrm>
              <a:off x="2235050" y="2421600"/>
              <a:ext cx="109400" cy="109175"/>
            </a:xfrm>
            <a:custGeom>
              <a:avLst/>
              <a:gdLst/>
              <a:ahLst/>
              <a:cxnLst/>
              <a:rect l="l" t="t" r="r" b="b"/>
              <a:pathLst>
                <a:path w="4376" h="4367" extrusionOk="0">
                  <a:moveTo>
                    <a:pt x="2193" y="974"/>
                  </a:moveTo>
                  <a:lnTo>
                    <a:pt x="2311" y="984"/>
                  </a:lnTo>
                  <a:lnTo>
                    <a:pt x="2439" y="1004"/>
                  </a:lnTo>
                  <a:lnTo>
                    <a:pt x="2547" y="1033"/>
                  </a:lnTo>
                  <a:lnTo>
                    <a:pt x="2665" y="1073"/>
                  </a:lnTo>
                  <a:lnTo>
                    <a:pt x="2763" y="1122"/>
                  </a:lnTo>
                  <a:lnTo>
                    <a:pt x="2871" y="1181"/>
                  </a:lnTo>
                  <a:lnTo>
                    <a:pt x="2960" y="1250"/>
                  </a:lnTo>
                  <a:lnTo>
                    <a:pt x="3048" y="1328"/>
                  </a:lnTo>
                  <a:lnTo>
                    <a:pt x="3127" y="1417"/>
                  </a:lnTo>
                  <a:lnTo>
                    <a:pt x="3196" y="1505"/>
                  </a:lnTo>
                  <a:lnTo>
                    <a:pt x="3255" y="1604"/>
                  </a:lnTo>
                  <a:lnTo>
                    <a:pt x="3304" y="1712"/>
                  </a:lnTo>
                  <a:lnTo>
                    <a:pt x="3343" y="1820"/>
                  </a:lnTo>
                  <a:lnTo>
                    <a:pt x="3373" y="1938"/>
                  </a:lnTo>
                  <a:lnTo>
                    <a:pt x="3393" y="2056"/>
                  </a:lnTo>
                  <a:lnTo>
                    <a:pt x="3402" y="2184"/>
                  </a:lnTo>
                  <a:lnTo>
                    <a:pt x="3393" y="2312"/>
                  </a:lnTo>
                  <a:lnTo>
                    <a:pt x="3373" y="2430"/>
                  </a:lnTo>
                  <a:lnTo>
                    <a:pt x="3343" y="2548"/>
                  </a:lnTo>
                  <a:lnTo>
                    <a:pt x="3304" y="2656"/>
                  </a:lnTo>
                  <a:lnTo>
                    <a:pt x="3255" y="2764"/>
                  </a:lnTo>
                  <a:lnTo>
                    <a:pt x="3196" y="2862"/>
                  </a:lnTo>
                  <a:lnTo>
                    <a:pt x="3127" y="2951"/>
                  </a:lnTo>
                  <a:lnTo>
                    <a:pt x="3048" y="3039"/>
                  </a:lnTo>
                  <a:lnTo>
                    <a:pt x="2960" y="3118"/>
                  </a:lnTo>
                  <a:lnTo>
                    <a:pt x="2871" y="3187"/>
                  </a:lnTo>
                  <a:lnTo>
                    <a:pt x="2763" y="3246"/>
                  </a:lnTo>
                  <a:lnTo>
                    <a:pt x="2665" y="3295"/>
                  </a:lnTo>
                  <a:lnTo>
                    <a:pt x="2547" y="3334"/>
                  </a:lnTo>
                  <a:lnTo>
                    <a:pt x="2439" y="3364"/>
                  </a:lnTo>
                  <a:lnTo>
                    <a:pt x="2311" y="3384"/>
                  </a:lnTo>
                  <a:lnTo>
                    <a:pt x="2193" y="3393"/>
                  </a:lnTo>
                  <a:lnTo>
                    <a:pt x="2065" y="3384"/>
                  </a:lnTo>
                  <a:lnTo>
                    <a:pt x="1947" y="3364"/>
                  </a:lnTo>
                  <a:lnTo>
                    <a:pt x="1829" y="3334"/>
                  </a:lnTo>
                  <a:lnTo>
                    <a:pt x="1721" y="3295"/>
                  </a:lnTo>
                  <a:lnTo>
                    <a:pt x="1613" y="3246"/>
                  </a:lnTo>
                  <a:lnTo>
                    <a:pt x="1514" y="3187"/>
                  </a:lnTo>
                  <a:lnTo>
                    <a:pt x="1426" y="3118"/>
                  </a:lnTo>
                  <a:lnTo>
                    <a:pt x="1337" y="3039"/>
                  </a:lnTo>
                  <a:lnTo>
                    <a:pt x="1259" y="2951"/>
                  </a:lnTo>
                  <a:lnTo>
                    <a:pt x="1190" y="2862"/>
                  </a:lnTo>
                  <a:lnTo>
                    <a:pt x="1131" y="2764"/>
                  </a:lnTo>
                  <a:lnTo>
                    <a:pt x="1082" y="2656"/>
                  </a:lnTo>
                  <a:lnTo>
                    <a:pt x="1033" y="2548"/>
                  </a:lnTo>
                  <a:lnTo>
                    <a:pt x="1003" y="2430"/>
                  </a:lnTo>
                  <a:lnTo>
                    <a:pt x="993" y="2312"/>
                  </a:lnTo>
                  <a:lnTo>
                    <a:pt x="983" y="2184"/>
                  </a:lnTo>
                  <a:lnTo>
                    <a:pt x="993" y="2056"/>
                  </a:lnTo>
                  <a:lnTo>
                    <a:pt x="1003" y="1938"/>
                  </a:lnTo>
                  <a:lnTo>
                    <a:pt x="1033" y="1820"/>
                  </a:lnTo>
                  <a:lnTo>
                    <a:pt x="1082" y="1712"/>
                  </a:lnTo>
                  <a:lnTo>
                    <a:pt x="1131" y="1604"/>
                  </a:lnTo>
                  <a:lnTo>
                    <a:pt x="1190" y="1505"/>
                  </a:lnTo>
                  <a:lnTo>
                    <a:pt x="1259" y="1417"/>
                  </a:lnTo>
                  <a:lnTo>
                    <a:pt x="1337" y="1328"/>
                  </a:lnTo>
                  <a:lnTo>
                    <a:pt x="1426" y="1250"/>
                  </a:lnTo>
                  <a:lnTo>
                    <a:pt x="1514" y="1181"/>
                  </a:lnTo>
                  <a:lnTo>
                    <a:pt x="1613" y="1122"/>
                  </a:lnTo>
                  <a:lnTo>
                    <a:pt x="1721" y="1073"/>
                  </a:lnTo>
                  <a:lnTo>
                    <a:pt x="1829" y="1033"/>
                  </a:lnTo>
                  <a:lnTo>
                    <a:pt x="1947" y="1004"/>
                  </a:lnTo>
                  <a:lnTo>
                    <a:pt x="2065" y="984"/>
                  </a:lnTo>
                  <a:lnTo>
                    <a:pt x="2193" y="974"/>
                  </a:lnTo>
                  <a:close/>
                  <a:moveTo>
                    <a:pt x="1731" y="1"/>
                  </a:moveTo>
                  <a:lnTo>
                    <a:pt x="1731" y="493"/>
                  </a:lnTo>
                  <a:lnTo>
                    <a:pt x="1632" y="522"/>
                  </a:lnTo>
                  <a:lnTo>
                    <a:pt x="1524" y="561"/>
                  </a:lnTo>
                  <a:lnTo>
                    <a:pt x="1426" y="611"/>
                  </a:lnTo>
                  <a:lnTo>
                    <a:pt x="1328" y="660"/>
                  </a:lnTo>
                  <a:lnTo>
                    <a:pt x="983" y="316"/>
                  </a:lnTo>
                  <a:lnTo>
                    <a:pt x="334" y="955"/>
                  </a:lnTo>
                  <a:lnTo>
                    <a:pt x="669" y="1299"/>
                  </a:lnTo>
                  <a:lnTo>
                    <a:pt x="620" y="1397"/>
                  </a:lnTo>
                  <a:lnTo>
                    <a:pt x="570" y="1496"/>
                  </a:lnTo>
                  <a:lnTo>
                    <a:pt x="531" y="1604"/>
                  </a:lnTo>
                  <a:lnTo>
                    <a:pt x="502" y="1702"/>
                  </a:lnTo>
                  <a:lnTo>
                    <a:pt x="0" y="1702"/>
                  </a:lnTo>
                  <a:lnTo>
                    <a:pt x="0" y="2617"/>
                  </a:lnTo>
                  <a:lnTo>
                    <a:pt x="492" y="2617"/>
                  </a:lnTo>
                  <a:lnTo>
                    <a:pt x="531" y="2725"/>
                  </a:lnTo>
                  <a:lnTo>
                    <a:pt x="570" y="2833"/>
                  </a:lnTo>
                  <a:lnTo>
                    <a:pt x="610" y="2931"/>
                  </a:lnTo>
                  <a:lnTo>
                    <a:pt x="659" y="3030"/>
                  </a:lnTo>
                  <a:lnTo>
                    <a:pt x="305" y="3384"/>
                  </a:lnTo>
                  <a:lnTo>
                    <a:pt x="944" y="4033"/>
                  </a:lnTo>
                  <a:lnTo>
                    <a:pt x="1308" y="3679"/>
                  </a:lnTo>
                  <a:lnTo>
                    <a:pt x="1406" y="3728"/>
                  </a:lnTo>
                  <a:lnTo>
                    <a:pt x="1505" y="3777"/>
                  </a:lnTo>
                  <a:lnTo>
                    <a:pt x="1613" y="3816"/>
                  </a:lnTo>
                  <a:lnTo>
                    <a:pt x="1721" y="3846"/>
                  </a:lnTo>
                  <a:lnTo>
                    <a:pt x="1721" y="4367"/>
                  </a:lnTo>
                  <a:lnTo>
                    <a:pt x="2635" y="4367"/>
                  </a:lnTo>
                  <a:lnTo>
                    <a:pt x="2635" y="3856"/>
                  </a:lnTo>
                  <a:lnTo>
                    <a:pt x="2744" y="3826"/>
                  </a:lnTo>
                  <a:lnTo>
                    <a:pt x="2852" y="3787"/>
                  </a:lnTo>
                  <a:lnTo>
                    <a:pt x="2950" y="3738"/>
                  </a:lnTo>
                  <a:lnTo>
                    <a:pt x="3048" y="3688"/>
                  </a:lnTo>
                  <a:lnTo>
                    <a:pt x="3412" y="4042"/>
                  </a:lnTo>
                  <a:lnTo>
                    <a:pt x="4061" y="3403"/>
                  </a:lnTo>
                  <a:lnTo>
                    <a:pt x="3697" y="3039"/>
                  </a:lnTo>
                  <a:lnTo>
                    <a:pt x="3756" y="2951"/>
                  </a:lnTo>
                  <a:lnTo>
                    <a:pt x="3796" y="2843"/>
                  </a:lnTo>
                  <a:lnTo>
                    <a:pt x="3835" y="2744"/>
                  </a:lnTo>
                  <a:lnTo>
                    <a:pt x="3874" y="2636"/>
                  </a:lnTo>
                  <a:lnTo>
                    <a:pt x="4376" y="2636"/>
                  </a:lnTo>
                  <a:lnTo>
                    <a:pt x="4376" y="1722"/>
                  </a:lnTo>
                  <a:lnTo>
                    <a:pt x="3874" y="1722"/>
                  </a:lnTo>
                  <a:lnTo>
                    <a:pt x="3845" y="1623"/>
                  </a:lnTo>
                  <a:lnTo>
                    <a:pt x="3806" y="1515"/>
                  </a:lnTo>
                  <a:lnTo>
                    <a:pt x="3756" y="1417"/>
                  </a:lnTo>
                  <a:lnTo>
                    <a:pt x="3707" y="1319"/>
                  </a:lnTo>
                  <a:lnTo>
                    <a:pt x="4061" y="965"/>
                  </a:lnTo>
                  <a:lnTo>
                    <a:pt x="3412" y="316"/>
                  </a:lnTo>
                  <a:lnTo>
                    <a:pt x="3068" y="670"/>
                  </a:lnTo>
                  <a:lnTo>
                    <a:pt x="2960" y="611"/>
                  </a:lnTo>
                  <a:lnTo>
                    <a:pt x="2862" y="571"/>
                  </a:lnTo>
                  <a:lnTo>
                    <a:pt x="2763" y="532"/>
                  </a:lnTo>
                  <a:lnTo>
                    <a:pt x="2655" y="493"/>
                  </a:lnTo>
                  <a:lnTo>
                    <a:pt x="26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61" name="Google Shape;6061;p469"/>
            <p:cNvSpPr/>
            <p:nvPr/>
          </p:nvSpPr>
          <p:spPr>
            <a:xfrm>
              <a:off x="2099100" y="2300650"/>
              <a:ext cx="381550" cy="351325"/>
            </a:xfrm>
            <a:custGeom>
              <a:avLst/>
              <a:gdLst/>
              <a:ahLst/>
              <a:cxnLst/>
              <a:rect l="l" t="t" r="r" b="b"/>
              <a:pathLst>
                <a:path w="15262" h="14053" extrusionOk="0">
                  <a:moveTo>
                    <a:pt x="10955" y="3688"/>
                  </a:moveTo>
                  <a:lnTo>
                    <a:pt x="10955" y="10355"/>
                  </a:lnTo>
                  <a:lnTo>
                    <a:pt x="4297" y="10355"/>
                  </a:lnTo>
                  <a:lnTo>
                    <a:pt x="4297" y="3688"/>
                  </a:lnTo>
                  <a:close/>
                  <a:moveTo>
                    <a:pt x="3344" y="1"/>
                  </a:moveTo>
                  <a:lnTo>
                    <a:pt x="3245" y="11"/>
                  </a:lnTo>
                  <a:lnTo>
                    <a:pt x="3147" y="21"/>
                  </a:lnTo>
                  <a:lnTo>
                    <a:pt x="3058" y="50"/>
                  </a:lnTo>
                  <a:lnTo>
                    <a:pt x="2970" y="80"/>
                  </a:lnTo>
                  <a:lnTo>
                    <a:pt x="2891" y="119"/>
                  </a:lnTo>
                  <a:lnTo>
                    <a:pt x="2813" y="168"/>
                  </a:lnTo>
                  <a:lnTo>
                    <a:pt x="2734" y="217"/>
                  </a:lnTo>
                  <a:lnTo>
                    <a:pt x="2675" y="286"/>
                  </a:lnTo>
                  <a:lnTo>
                    <a:pt x="2606" y="355"/>
                  </a:lnTo>
                  <a:lnTo>
                    <a:pt x="2557" y="424"/>
                  </a:lnTo>
                  <a:lnTo>
                    <a:pt x="2508" y="502"/>
                  </a:lnTo>
                  <a:lnTo>
                    <a:pt x="2468" y="581"/>
                  </a:lnTo>
                  <a:lnTo>
                    <a:pt x="2439" y="670"/>
                  </a:lnTo>
                  <a:lnTo>
                    <a:pt x="2409" y="768"/>
                  </a:lnTo>
                  <a:lnTo>
                    <a:pt x="2400" y="856"/>
                  </a:lnTo>
                  <a:lnTo>
                    <a:pt x="2390" y="955"/>
                  </a:lnTo>
                  <a:lnTo>
                    <a:pt x="2400" y="1053"/>
                  </a:lnTo>
                  <a:lnTo>
                    <a:pt x="2409" y="1151"/>
                  </a:lnTo>
                  <a:lnTo>
                    <a:pt x="2439" y="1240"/>
                  </a:lnTo>
                  <a:lnTo>
                    <a:pt x="2468" y="1328"/>
                  </a:lnTo>
                  <a:lnTo>
                    <a:pt x="2508" y="1407"/>
                  </a:lnTo>
                  <a:lnTo>
                    <a:pt x="2557" y="1486"/>
                  </a:lnTo>
                  <a:lnTo>
                    <a:pt x="2606" y="1564"/>
                  </a:lnTo>
                  <a:lnTo>
                    <a:pt x="2675" y="1623"/>
                  </a:lnTo>
                  <a:lnTo>
                    <a:pt x="2734" y="1692"/>
                  </a:lnTo>
                  <a:lnTo>
                    <a:pt x="2813" y="1741"/>
                  </a:lnTo>
                  <a:lnTo>
                    <a:pt x="2891" y="1791"/>
                  </a:lnTo>
                  <a:lnTo>
                    <a:pt x="2970" y="1830"/>
                  </a:lnTo>
                  <a:lnTo>
                    <a:pt x="3058" y="1859"/>
                  </a:lnTo>
                  <a:lnTo>
                    <a:pt x="3147" y="1889"/>
                  </a:lnTo>
                  <a:lnTo>
                    <a:pt x="3245" y="1899"/>
                  </a:lnTo>
                  <a:lnTo>
                    <a:pt x="3344" y="1909"/>
                  </a:lnTo>
                  <a:lnTo>
                    <a:pt x="3471" y="1899"/>
                  </a:lnTo>
                  <a:lnTo>
                    <a:pt x="3599" y="1869"/>
                  </a:lnTo>
                  <a:lnTo>
                    <a:pt x="3717" y="1830"/>
                  </a:lnTo>
                  <a:lnTo>
                    <a:pt x="3825" y="1771"/>
                  </a:lnTo>
                  <a:lnTo>
                    <a:pt x="3924" y="1702"/>
                  </a:lnTo>
                  <a:lnTo>
                    <a:pt x="4022" y="1623"/>
                  </a:lnTo>
                  <a:lnTo>
                    <a:pt x="4101" y="1535"/>
                  </a:lnTo>
                  <a:lnTo>
                    <a:pt x="4170" y="1427"/>
                  </a:lnTo>
                  <a:lnTo>
                    <a:pt x="5241" y="1427"/>
                  </a:lnTo>
                  <a:lnTo>
                    <a:pt x="5241" y="2744"/>
                  </a:lnTo>
                  <a:lnTo>
                    <a:pt x="3344" y="2744"/>
                  </a:lnTo>
                  <a:lnTo>
                    <a:pt x="3344" y="4642"/>
                  </a:lnTo>
                  <a:lnTo>
                    <a:pt x="1770" y="4642"/>
                  </a:lnTo>
                  <a:lnTo>
                    <a:pt x="1701" y="4544"/>
                  </a:lnTo>
                  <a:lnTo>
                    <a:pt x="1623" y="4446"/>
                  </a:lnTo>
                  <a:lnTo>
                    <a:pt x="1534" y="4367"/>
                  </a:lnTo>
                  <a:lnTo>
                    <a:pt x="1436" y="4298"/>
                  </a:lnTo>
                  <a:lnTo>
                    <a:pt x="1318" y="4239"/>
                  </a:lnTo>
                  <a:lnTo>
                    <a:pt x="1200" y="4200"/>
                  </a:lnTo>
                  <a:lnTo>
                    <a:pt x="1082" y="4180"/>
                  </a:lnTo>
                  <a:lnTo>
                    <a:pt x="944" y="4170"/>
                  </a:lnTo>
                  <a:lnTo>
                    <a:pt x="856" y="4170"/>
                  </a:lnTo>
                  <a:lnTo>
                    <a:pt x="757" y="4190"/>
                  </a:lnTo>
                  <a:lnTo>
                    <a:pt x="669" y="4210"/>
                  </a:lnTo>
                  <a:lnTo>
                    <a:pt x="580" y="4239"/>
                  </a:lnTo>
                  <a:lnTo>
                    <a:pt x="492" y="4278"/>
                  </a:lnTo>
                  <a:lnTo>
                    <a:pt x="413" y="4328"/>
                  </a:lnTo>
                  <a:lnTo>
                    <a:pt x="344" y="4387"/>
                  </a:lnTo>
                  <a:lnTo>
                    <a:pt x="275" y="4446"/>
                  </a:lnTo>
                  <a:lnTo>
                    <a:pt x="216" y="4514"/>
                  </a:lnTo>
                  <a:lnTo>
                    <a:pt x="157" y="4583"/>
                  </a:lnTo>
                  <a:lnTo>
                    <a:pt x="108" y="4662"/>
                  </a:lnTo>
                  <a:lnTo>
                    <a:pt x="69" y="4750"/>
                  </a:lnTo>
                  <a:lnTo>
                    <a:pt x="39" y="4839"/>
                  </a:lnTo>
                  <a:lnTo>
                    <a:pt x="20" y="4927"/>
                  </a:lnTo>
                  <a:lnTo>
                    <a:pt x="0" y="5026"/>
                  </a:lnTo>
                  <a:lnTo>
                    <a:pt x="0" y="5124"/>
                  </a:lnTo>
                  <a:lnTo>
                    <a:pt x="0" y="5213"/>
                  </a:lnTo>
                  <a:lnTo>
                    <a:pt x="20" y="5311"/>
                  </a:lnTo>
                  <a:lnTo>
                    <a:pt x="39" y="5399"/>
                  </a:lnTo>
                  <a:lnTo>
                    <a:pt x="69" y="5488"/>
                  </a:lnTo>
                  <a:lnTo>
                    <a:pt x="108" y="5576"/>
                  </a:lnTo>
                  <a:lnTo>
                    <a:pt x="157" y="5655"/>
                  </a:lnTo>
                  <a:lnTo>
                    <a:pt x="216" y="5724"/>
                  </a:lnTo>
                  <a:lnTo>
                    <a:pt x="275" y="5793"/>
                  </a:lnTo>
                  <a:lnTo>
                    <a:pt x="344" y="5852"/>
                  </a:lnTo>
                  <a:lnTo>
                    <a:pt x="413" y="5911"/>
                  </a:lnTo>
                  <a:lnTo>
                    <a:pt x="492" y="5960"/>
                  </a:lnTo>
                  <a:lnTo>
                    <a:pt x="580" y="5999"/>
                  </a:lnTo>
                  <a:lnTo>
                    <a:pt x="669" y="6029"/>
                  </a:lnTo>
                  <a:lnTo>
                    <a:pt x="757" y="6048"/>
                  </a:lnTo>
                  <a:lnTo>
                    <a:pt x="856" y="6068"/>
                  </a:lnTo>
                  <a:lnTo>
                    <a:pt x="944" y="6068"/>
                  </a:lnTo>
                  <a:lnTo>
                    <a:pt x="1082" y="6058"/>
                  </a:lnTo>
                  <a:lnTo>
                    <a:pt x="1200" y="6039"/>
                  </a:lnTo>
                  <a:lnTo>
                    <a:pt x="1318" y="5999"/>
                  </a:lnTo>
                  <a:lnTo>
                    <a:pt x="1436" y="5940"/>
                  </a:lnTo>
                  <a:lnTo>
                    <a:pt x="1534" y="5871"/>
                  </a:lnTo>
                  <a:lnTo>
                    <a:pt x="1623" y="5793"/>
                  </a:lnTo>
                  <a:lnTo>
                    <a:pt x="1701" y="5694"/>
                  </a:lnTo>
                  <a:lnTo>
                    <a:pt x="1770" y="5596"/>
                  </a:lnTo>
                  <a:lnTo>
                    <a:pt x="3344" y="5596"/>
                  </a:lnTo>
                  <a:lnTo>
                    <a:pt x="3344" y="8448"/>
                  </a:lnTo>
                  <a:lnTo>
                    <a:pt x="1770" y="8448"/>
                  </a:lnTo>
                  <a:lnTo>
                    <a:pt x="1701" y="8349"/>
                  </a:lnTo>
                  <a:lnTo>
                    <a:pt x="1623" y="8251"/>
                  </a:lnTo>
                  <a:lnTo>
                    <a:pt x="1534" y="8172"/>
                  </a:lnTo>
                  <a:lnTo>
                    <a:pt x="1436" y="8104"/>
                  </a:lnTo>
                  <a:lnTo>
                    <a:pt x="1318" y="8045"/>
                  </a:lnTo>
                  <a:lnTo>
                    <a:pt x="1200" y="8005"/>
                  </a:lnTo>
                  <a:lnTo>
                    <a:pt x="1082" y="7986"/>
                  </a:lnTo>
                  <a:lnTo>
                    <a:pt x="944" y="7976"/>
                  </a:lnTo>
                  <a:lnTo>
                    <a:pt x="856" y="7976"/>
                  </a:lnTo>
                  <a:lnTo>
                    <a:pt x="757" y="7995"/>
                  </a:lnTo>
                  <a:lnTo>
                    <a:pt x="669" y="8015"/>
                  </a:lnTo>
                  <a:lnTo>
                    <a:pt x="580" y="8045"/>
                  </a:lnTo>
                  <a:lnTo>
                    <a:pt x="492" y="8084"/>
                  </a:lnTo>
                  <a:lnTo>
                    <a:pt x="413" y="8133"/>
                  </a:lnTo>
                  <a:lnTo>
                    <a:pt x="344" y="8192"/>
                  </a:lnTo>
                  <a:lnTo>
                    <a:pt x="275" y="8251"/>
                  </a:lnTo>
                  <a:lnTo>
                    <a:pt x="216" y="8320"/>
                  </a:lnTo>
                  <a:lnTo>
                    <a:pt x="157" y="8389"/>
                  </a:lnTo>
                  <a:lnTo>
                    <a:pt x="108" y="8467"/>
                  </a:lnTo>
                  <a:lnTo>
                    <a:pt x="69" y="8556"/>
                  </a:lnTo>
                  <a:lnTo>
                    <a:pt x="39" y="8644"/>
                  </a:lnTo>
                  <a:lnTo>
                    <a:pt x="20" y="8733"/>
                  </a:lnTo>
                  <a:lnTo>
                    <a:pt x="0" y="8831"/>
                  </a:lnTo>
                  <a:lnTo>
                    <a:pt x="0" y="8930"/>
                  </a:lnTo>
                  <a:lnTo>
                    <a:pt x="0" y="9018"/>
                  </a:lnTo>
                  <a:lnTo>
                    <a:pt x="20" y="9116"/>
                  </a:lnTo>
                  <a:lnTo>
                    <a:pt x="39" y="9205"/>
                  </a:lnTo>
                  <a:lnTo>
                    <a:pt x="69" y="9293"/>
                  </a:lnTo>
                  <a:lnTo>
                    <a:pt x="108" y="9382"/>
                  </a:lnTo>
                  <a:lnTo>
                    <a:pt x="157" y="9461"/>
                  </a:lnTo>
                  <a:lnTo>
                    <a:pt x="216" y="9529"/>
                  </a:lnTo>
                  <a:lnTo>
                    <a:pt x="275" y="9598"/>
                  </a:lnTo>
                  <a:lnTo>
                    <a:pt x="344" y="9657"/>
                  </a:lnTo>
                  <a:lnTo>
                    <a:pt x="413" y="9716"/>
                  </a:lnTo>
                  <a:lnTo>
                    <a:pt x="492" y="9765"/>
                  </a:lnTo>
                  <a:lnTo>
                    <a:pt x="580" y="9805"/>
                  </a:lnTo>
                  <a:lnTo>
                    <a:pt x="669" y="9834"/>
                  </a:lnTo>
                  <a:lnTo>
                    <a:pt x="757" y="9854"/>
                  </a:lnTo>
                  <a:lnTo>
                    <a:pt x="856" y="9874"/>
                  </a:lnTo>
                  <a:lnTo>
                    <a:pt x="944" y="9874"/>
                  </a:lnTo>
                  <a:lnTo>
                    <a:pt x="1082" y="9864"/>
                  </a:lnTo>
                  <a:lnTo>
                    <a:pt x="1200" y="9844"/>
                  </a:lnTo>
                  <a:lnTo>
                    <a:pt x="1318" y="9805"/>
                  </a:lnTo>
                  <a:lnTo>
                    <a:pt x="1436" y="9746"/>
                  </a:lnTo>
                  <a:lnTo>
                    <a:pt x="1534" y="9677"/>
                  </a:lnTo>
                  <a:lnTo>
                    <a:pt x="1623" y="9598"/>
                  </a:lnTo>
                  <a:lnTo>
                    <a:pt x="1701" y="9500"/>
                  </a:lnTo>
                  <a:lnTo>
                    <a:pt x="1770" y="9402"/>
                  </a:lnTo>
                  <a:lnTo>
                    <a:pt x="3344" y="9402"/>
                  </a:lnTo>
                  <a:lnTo>
                    <a:pt x="3344" y="11299"/>
                  </a:lnTo>
                  <a:lnTo>
                    <a:pt x="5241" y="11299"/>
                  </a:lnTo>
                  <a:lnTo>
                    <a:pt x="5241" y="12617"/>
                  </a:lnTo>
                  <a:lnTo>
                    <a:pt x="4170" y="12617"/>
                  </a:lnTo>
                  <a:lnTo>
                    <a:pt x="4101" y="12519"/>
                  </a:lnTo>
                  <a:lnTo>
                    <a:pt x="4022" y="12430"/>
                  </a:lnTo>
                  <a:lnTo>
                    <a:pt x="3924" y="12342"/>
                  </a:lnTo>
                  <a:lnTo>
                    <a:pt x="3825" y="12273"/>
                  </a:lnTo>
                  <a:lnTo>
                    <a:pt x="3717" y="12224"/>
                  </a:lnTo>
                  <a:lnTo>
                    <a:pt x="3599" y="12184"/>
                  </a:lnTo>
                  <a:lnTo>
                    <a:pt x="3471" y="12155"/>
                  </a:lnTo>
                  <a:lnTo>
                    <a:pt x="3344" y="12145"/>
                  </a:lnTo>
                  <a:lnTo>
                    <a:pt x="3245" y="12155"/>
                  </a:lnTo>
                  <a:lnTo>
                    <a:pt x="3147" y="12165"/>
                  </a:lnTo>
                  <a:lnTo>
                    <a:pt x="3058" y="12184"/>
                  </a:lnTo>
                  <a:lnTo>
                    <a:pt x="2970" y="12224"/>
                  </a:lnTo>
                  <a:lnTo>
                    <a:pt x="2891" y="12263"/>
                  </a:lnTo>
                  <a:lnTo>
                    <a:pt x="2813" y="12312"/>
                  </a:lnTo>
                  <a:lnTo>
                    <a:pt x="2734" y="12361"/>
                  </a:lnTo>
                  <a:lnTo>
                    <a:pt x="2675" y="12420"/>
                  </a:lnTo>
                  <a:lnTo>
                    <a:pt x="2606" y="12489"/>
                  </a:lnTo>
                  <a:lnTo>
                    <a:pt x="2557" y="12568"/>
                  </a:lnTo>
                  <a:lnTo>
                    <a:pt x="2508" y="12647"/>
                  </a:lnTo>
                  <a:lnTo>
                    <a:pt x="2468" y="12725"/>
                  </a:lnTo>
                  <a:lnTo>
                    <a:pt x="2439" y="12814"/>
                  </a:lnTo>
                  <a:lnTo>
                    <a:pt x="2409" y="12902"/>
                  </a:lnTo>
                  <a:lnTo>
                    <a:pt x="2400" y="13001"/>
                  </a:lnTo>
                  <a:lnTo>
                    <a:pt x="2390" y="13099"/>
                  </a:lnTo>
                  <a:lnTo>
                    <a:pt x="2400" y="13197"/>
                  </a:lnTo>
                  <a:lnTo>
                    <a:pt x="2409" y="13286"/>
                  </a:lnTo>
                  <a:lnTo>
                    <a:pt x="2439" y="13384"/>
                  </a:lnTo>
                  <a:lnTo>
                    <a:pt x="2468" y="13473"/>
                  </a:lnTo>
                  <a:lnTo>
                    <a:pt x="2508" y="13551"/>
                  </a:lnTo>
                  <a:lnTo>
                    <a:pt x="2557" y="13630"/>
                  </a:lnTo>
                  <a:lnTo>
                    <a:pt x="2606" y="13699"/>
                  </a:lnTo>
                  <a:lnTo>
                    <a:pt x="2675" y="13768"/>
                  </a:lnTo>
                  <a:lnTo>
                    <a:pt x="2734" y="13836"/>
                  </a:lnTo>
                  <a:lnTo>
                    <a:pt x="2813" y="13886"/>
                  </a:lnTo>
                  <a:lnTo>
                    <a:pt x="2891" y="13935"/>
                  </a:lnTo>
                  <a:lnTo>
                    <a:pt x="2970" y="13974"/>
                  </a:lnTo>
                  <a:lnTo>
                    <a:pt x="3058" y="14004"/>
                  </a:lnTo>
                  <a:lnTo>
                    <a:pt x="3147" y="14033"/>
                  </a:lnTo>
                  <a:lnTo>
                    <a:pt x="3245" y="14043"/>
                  </a:lnTo>
                  <a:lnTo>
                    <a:pt x="3344" y="14053"/>
                  </a:lnTo>
                  <a:lnTo>
                    <a:pt x="3471" y="14043"/>
                  </a:lnTo>
                  <a:lnTo>
                    <a:pt x="3599" y="14013"/>
                  </a:lnTo>
                  <a:lnTo>
                    <a:pt x="3717" y="13974"/>
                  </a:lnTo>
                  <a:lnTo>
                    <a:pt x="3825" y="13915"/>
                  </a:lnTo>
                  <a:lnTo>
                    <a:pt x="3924" y="13846"/>
                  </a:lnTo>
                  <a:lnTo>
                    <a:pt x="4022" y="13768"/>
                  </a:lnTo>
                  <a:lnTo>
                    <a:pt x="4101" y="13679"/>
                  </a:lnTo>
                  <a:lnTo>
                    <a:pt x="4170" y="13571"/>
                  </a:lnTo>
                  <a:lnTo>
                    <a:pt x="6195" y="13571"/>
                  </a:lnTo>
                  <a:lnTo>
                    <a:pt x="6195" y="12617"/>
                  </a:lnTo>
                  <a:lnTo>
                    <a:pt x="6195" y="11299"/>
                  </a:lnTo>
                  <a:lnTo>
                    <a:pt x="9057" y="11299"/>
                  </a:lnTo>
                  <a:lnTo>
                    <a:pt x="9057" y="12617"/>
                  </a:lnTo>
                  <a:lnTo>
                    <a:pt x="9057" y="13571"/>
                  </a:lnTo>
                  <a:lnTo>
                    <a:pt x="11082" y="13571"/>
                  </a:lnTo>
                  <a:lnTo>
                    <a:pt x="11151" y="13679"/>
                  </a:lnTo>
                  <a:lnTo>
                    <a:pt x="11230" y="13768"/>
                  </a:lnTo>
                  <a:lnTo>
                    <a:pt x="11328" y="13846"/>
                  </a:lnTo>
                  <a:lnTo>
                    <a:pt x="11427" y="13915"/>
                  </a:lnTo>
                  <a:lnTo>
                    <a:pt x="11535" y="13974"/>
                  </a:lnTo>
                  <a:lnTo>
                    <a:pt x="11653" y="14013"/>
                  </a:lnTo>
                  <a:lnTo>
                    <a:pt x="11781" y="14043"/>
                  </a:lnTo>
                  <a:lnTo>
                    <a:pt x="11908" y="14053"/>
                  </a:lnTo>
                  <a:lnTo>
                    <a:pt x="12007" y="14043"/>
                  </a:lnTo>
                  <a:lnTo>
                    <a:pt x="12095" y="14033"/>
                  </a:lnTo>
                  <a:lnTo>
                    <a:pt x="12194" y="14004"/>
                  </a:lnTo>
                  <a:lnTo>
                    <a:pt x="12282" y="13974"/>
                  </a:lnTo>
                  <a:lnTo>
                    <a:pt x="12361" y="13935"/>
                  </a:lnTo>
                  <a:lnTo>
                    <a:pt x="12439" y="13886"/>
                  </a:lnTo>
                  <a:lnTo>
                    <a:pt x="12508" y="13836"/>
                  </a:lnTo>
                  <a:lnTo>
                    <a:pt x="12577" y="13768"/>
                  </a:lnTo>
                  <a:lnTo>
                    <a:pt x="12646" y="13699"/>
                  </a:lnTo>
                  <a:lnTo>
                    <a:pt x="12695" y="13630"/>
                  </a:lnTo>
                  <a:lnTo>
                    <a:pt x="12744" y="13551"/>
                  </a:lnTo>
                  <a:lnTo>
                    <a:pt x="12784" y="13473"/>
                  </a:lnTo>
                  <a:lnTo>
                    <a:pt x="12813" y="13384"/>
                  </a:lnTo>
                  <a:lnTo>
                    <a:pt x="12843" y="13286"/>
                  </a:lnTo>
                  <a:lnTo>
                    <a:pt x="12852" y="13197"/>
                  </a:lnTo>
                  <a:lnTo>
                    <a:pt x="12862" y="13099"/>
                  </a:lnTo>
                  <a:lnTo>
                    <a:pt x="12852" y="13001"/>
                  </a:lnTo>
                  <a:lnTo>
                    <a:pt x="12843" y="12902"/>
                  </a:lnTo>
                  <a:lnTo>
                    <a:pt x="12813" y="12814"/>
                  </a:lnTo>
                  <a:lnTo>
                    <a:pt x="12784" y="12725"/>
                  </a:lnTo>
                  <a:lnTo>
                    <a:pt x="12744" y="12647"/>
                  </a:lnTo>
                  <a:lnTo>
                    <a:pt x="12695" y="12568"/>
                  </a:lnTo>
                  <a:lnTo>
                    <a:pt x="12646" y="12489"/>
                  </a:lnTo>
                  <a:lnTo>
                    <a:pt x="12577" y="12420"/>
                  </a:lnTo>
                  <a:lnTo>
                    <a:pt x="12508" y="12361"/>
                  </a:lnTo>
                  <a:lnTo>
                    <a:pt x="12439" y="12312"/>
                  </a:lnTo>
                  <a:lnTo>
                    <a:pt x="12361" y="12263"/>
                  </a:lnTo>
                  <a:lnTo>
                    <a:pt x="12282" y="12224"/>
                  </a:lnTo>
                  <a:lnTo>
                    <a:pt x="12194" y="12184"/>
                  </a:lnTo>
                  <a:lnTo>
                    <a:pt x="12095" y="12165"/>
                  </a:lnTo>
                  <a:lnTo>
                    <a:pt x="12007" y="12155"/>
                  </a:lnTo>
                  <a:lnTo>
                    <a:pt x="11908" y="12145"/>
                  </a:lnTo>
                  <a:lnTo>
                    <a:pt x="11781" y="12155"/>
                  </a:lnTo>
                  <a:lnTo>
                    <a:pt x="11653" y="12184"/>
                  </a:lnTo>
                  <a:lnTo>
                    <a:pt x="11535" y="12224"/>
                  </a:lnTo>
                  <a:lnTo>
                    <a:pt x="11427" y="12273"/>
                  </a:lnTo>
                  <a:lnTo>
                    <a:pt x="11328" y="12342"/>
                  </a:lnTo>
                  <a:lnTo>
                    <a:pt x="11230" y="12430"/>
                  </a:lnTo>
                  <a:lnTo>
                    <a:pt x="11151" y="12519"/>
                  </a:lnTo>
                  <a:lnTo>
                    <a:pt x="11082" y="12617"/>
                  </a:lnTo>
                  <a:lnTo>
                    <a:pt x="10011" y="12617"/>
                  </a:lnTo>
                  <a:lnTo>
                    <a:pt x="10011" y="11299"/>
                  </a:lnTo>
                  <a:lnTo>
                    <a:pt x="11908" y="11299"/>
                  </a:lnTo>
                  <a:lnTo>
                    <a:pt x="11908" y="9402"/>
                  </a:lnTo>
                  <a:lnTo>
                    <a:pt x="13482" y="9402"/>
                  </a:lnTo>
                  <a:lnTo>
                    <a:pt x="13551" y="9500"/>
                  </a:lnTo>
                  <a:lnTo>
                    <a:pt x="13629" y="9598"/>
                  </a:lnTo>
                  <a:lnTo>
                    <a:pt x="13718" y="9677"/>
                  </a:lnTo>
                  <a:lnTo>
                    <a:pt x="13826" y="9746"/>
                  </a:lnTo>
                  <a:lnTo>
                    <a:pt x="13934" y="9805"/>
                  </a:lnTo>
                  <a:lnTo>
                    <a:pt x="14052" y="9844"/>
                  </a:lnTo>
                  <a:lnTo>
                    <a:pt x="14180" y="9864"/>
                  </a:lnTo>
                  <a:lnTo>
                    <a:pt x="14308" y="9874"/>
                  </a:lnTo>
                  <a:lnTo>
                    <a:pt x="14406" y="9874"/>
                  </a:lnTo>
                  <a:lnTo>
                    <a:pt x="14495" y="9854"/>
                  </a:lnTo>
                  <a:lnTo>
                    <a:pt x="14593" y="9834"/>
                  </a:lnTo>
                  <a:lnTo>
                    <a:pt x="14672" y="9805"/>
                  </a:lnTo>
                  <a:lnTo>
                    <a:pt x="14760" y="9765"/>
                  </a:lnTo>
                  <a:lnTo>
                    <a:pt x="14839" y="9716"/>
                  </a:lnTo>
                  <a:lnTo>
                    <a:pt x="14908" y="9657"/>
                  </a:lnTo>
                  <a:lnTo>
                    <a:pt x="14976" y="9598"/>
                  </a:lnTo>
                  <a:lnTo>
                    <a:pt x="15035" y="9529"/>
                  </a:lnTo>
                  <a:lnTo>
                    <a:pt x="15094" y="9461"/>
                  </a:lnTo>
                  <a:lnTo>
                    <a:pt x="15144" y="9382"/>
                  </a:lnTo>
                  <a:lnTo>
                    <a:pt x="15183" y="9293"/>
                  </a:lnTo>
                  <a:lnTo>
                    <a:pt x="15212" y="9205"/>
                  </a:lnTo>
                  <a:lnTo>
                    <a:pt x="15242" y="9116"/>
                  </a:lnTo>
                  <a:lnTo>
                    <a:pt x="15252" y="9018"/>
                  </a:lnTo>
                  <a:lnTo>
                    <a:pt x="15262" y="8930"/>
                  </a:lnTo>
                  <a:lnTo>
                    <a:pt x="15252" y="8831"/>
                  </a:lnTo>
                  <a:lnTo>
                    <a:pt x="15242" y="8733"/>
                  </a:lnTo>
                  <a:lnTo>
                    <a:pt x="15212" y="8644"/>
                  </a:lnTo>
                  <a:lnTo>
                    <a:pt x="15183" y="8556"/>
                  </a:lnTo>
                  <a:lnTo>
                    <a:pt x="15144" y="8467"/>
                  </a:lnTo>
                  <a:lnTo>
                    <a:pt x="15094" y="8389"/>
                  </a:lnTo>
                  <a:lnTo>
                    <a:pt x="15035" y="8320"/>
                  </a:lnTo>
                  <a:lnTo>
                    <a:pt x="14976" y="8251"/>
                  </a:lnTo>
                  <a:lnTo>
                    <a:pt x="14908" y="8192"/>
                  </a:lnTo>
                  <a:lnTo>
                    <a:pt x="14839" y="8133"/>
                  </a:lnTo>
                  <a:lnTo>
                    <a:pt x="14760" y="8084"/>
                  </a:lnTo>
                  <a:lnTo>
                    <a:pt x="14672" y="8045"/>
                  </a:lnTo>
                  <a:lnTo>
                    <a:pt x="14593" y="8015"/>
                  </a:lnTo>
                  <a:lnTo>
                    <a:pt x="14495" y="7995"/>
                  </a:lnTo>
                  <a:lnTo>
                    <a:pt x="14406" y="7976"/>
                  </a:lnTo>
                  <a:lnTo>
                    <a:pt x="14308" y="7976"/>
                  </a:lnTo>
                  <a:lnTo>
                    <a:pt x="14180" y="7986"/>
                  </a:lnTo>
                  <a:lnTo>
                    <a:pt x="14052" y="8005"/>
                  </a:lnTo>
                  <a:lnTo>
                    <a:pt x="13934" y="8045"/>
                  </a:lnTo>
                  <a:lnTo>
                    <a:pt x="13826" y="8104"/>
                  </a:lnTo>
                  <a:lnTo>
                    <a:pt x="13718" y="8172"/>
                  </a:lnTo>
                  <a:lnTo>
                    <a:pt x="13629" y="8251"/>
                  </a:lnTo>
                  <a:lnTo>
                    <a:pt x="13551" y="8349"/>
                  </a:lnTo>
                  <a:lnTo>
                    <a:pt x="13482" y="8448"/>
                  </a:lnTo>
                  <a:lnTo>
                    <a:pt x="11908" y="8448"/>
                  </a:lnTo>
                  <a:lnTo>
                    <a:pt x="11908" y="5596"/>
                  </a:lnTo>
                  <a:lnTo>
                    <a:pt x="13482" y="5596"/>
                  </a:lnTo>
                  <a:lnTo>
                    <a:pt x="13551" y="5694"/>
                  </a:lnTo>
                  <a:lnTo>
                    <a:pt x="13629" y="5793"/>
                  </a:lnTo>
                  <a:lnTo>
                    <a:pt x="13718" y="5871"/>
                  </a:lnTo>
                  <a:lnTo>
                    <a:pt x="13826" y="5940"/>
                  </a:lnTo>
                  <a:lnTo>
                    <a:pt x="13934" y="5999"/>
                  </a:lnTo>
                  <a:lnTo>
                    <a:pt x="14052" y="6039"/>
                  </a:lnTo>
                  <a:lnTo>
                    <a:pt x="14180" y="6058"/>
                  </a:lnTo>
                  <a:lnTo>
                    <a:pt x="14308" y="6068"/>
                  </a:lnTo>
                  <a:lnTo>
                    <a:pt x="14406" y="6068"/>
                  </a:lnTo>
                  <a:lnTo>
                    <a:pt x="14495" y="6048"/>
                  </a:lnTo>
                  <a:lnTo>
                    <a:pt x="14593" y="6029"/>
                  </a:lnTo>
                  <a:lnTo>
                    <a:pt x="14672" y="5999"/>
                  </a:lnTo>
                  <a:lnTo>
                    <a:pt x="14760" y="5960"/>
                  </a:lnTo>
                  <a:lnTo>
                    <a:pt x="14839" y="5911"/>
                  </a:lnTo>
                  <a:lnTo>
                    <a:pt x="14908" y="5852"/>
                  </a:lnTo>
                  <a:lnTo>
                    <a:pt x="14976" y="5793"/>
                  </a:lnTo>
                  <a:lnTo>
                    <a:pt x="15035" y="5724"/>
                  </a:lnTo>
                  <a:lnTo>
                    <a:pt x="15094" y="5655"/>
                  </a:lnTo>
                  <a:lnTo>
                    <a:pt x="15144" y="5576"/>
                  </a:lnTo>
                  <a:lnTo>
                    <a:pt x="15183" y="5488"/>
                  </a:lnTo>
                  <a:lnTo>
                    <a:pt x="15212" y="5399"/>
                  </a:lnTo>
                  <a:lnTo>
                    <a:pt x="15242" y="5311"/>
                  </a:lnTo>
                  <a:lnTo>
                    <a:pt x="15252" y="5213"/>
                  </a:lnTo>
                  <a:lnTo>
                    <a:pt x="15262" y="5124"/>
                  </a:lnTo>
                  <a:lnTo>
                    <a:pt x="15252" y="5026"/>
                  </a:lnTo>
                  <a:lnTo>
                    <a:pt x="15242" y="4927"/>
                  </a:lnTo>
                  <a:lnTo>
                    <a:pt x="15212" y="4839"/>
                  </a:lnTo>
                  <a:lnTo>
                    <a:pt x="15183" y="4750"/>
                  </a:lnTo>
                  <a:lnTo>
                    <a:pt x="15144" y="4662"/>
                  </a:lnTo>
                  <a:lnTo>
                    <a:pt x="15094" y="4583"/>
                  </a:lnTo>
                  <a:lnTo>
                    <a:pt x="15035" y="4514"/>
                  </a:lnTo>
                  <a:lnTo>
                    <a:pt x="14976" y="4446"/>
                  </a:lnTo>
                  <a:lnTo>
                    <a:pt x="14908" y="4387"/>
                  </a:lnTo>
                  <a:lnTo>
                    <a:pt x="14839" y="4328"/>
                  </a:lnTo>
                  <a:lnTo>
                    <a:pt x="14760" y="4278"/>
                  </a:lnTo>
                  <a:lnTo>
                    <a:pt x="14672" y="4239"/>
                  </a:lnTo>
                  <a:lnTo>
                    <a:pt x="14593" y="4210"/>
                  </a:lnTo>
                  <a:lnTo>
                    <a:pt x="14495" y="4190"/>
                  </a:lnTo>
                  <a:lnTo>
                    <a:pt x="14406" y="4170"/>
                  </a:lnTo>
                  <a:lnTo>
                    <a:pt x="14308" y="4170"/>
                  </a:lnTo>
                  <a:lnTo>
                    <a:pt x="14180" y="4180"/>
                  </a:lnTo>
                  <a:lnTo>
                    <a:pt x="14052" y="4200"/>
                  </a:lnTo>
                  <a:lnTo>
                    <a:pt x="13934" y="4239"/>
                  </a:lnTo>
                  <a:lnTo>
                    <a:pt x="13826" y="4298"/>
                  </a:lnTo>
                  <a:lnTo>
                    <a:pt x="13718" y="4367"/>
                  </a:lnTo>
                  <a:lnTo>
                    <a:pt x="13629" y="4446"/>
                  </a:lnTo>
                  <a:lnTo>
                    <a:pt x="13551" y="4544"/>
                  </a:lnTo>
                  <a:lnTo>
                    <a:pt x="13482" y="4642"/>
                  </a:lnTo>
                  <a:lnTo>
                    <a:pt x="11908" y="4642"/>
                  </a:lnTo>
                  <a:lnTo>
                    <a:pt x="11908" y="2744"/>
                  </a:lnTo>
                  <a:lnTo>
                    <a:pt x="10011" y="2744"/>
                  </a:lnTo>
                  <a:lnTo>
                    <a:pt x="10011" y="1427"/>
                  </a:lnTo>
                  <a:lnTo>
                    <a:pt x="11082" y="1427"/>
                  </a:lnTo>
                  <a:lnTo>
                    <a:pt x="11151" y="1535"/>
                  </a:lnTo>
                  <a:lnTo>
                    <a:pt x="11230" y="1623"/>
                  </a:lnTo>
                  <a:lnTo>
                    <a:pt x="11328" y="1702"/>
                  </a:lnTo>
                  <a:lnTo>
                    <a:pt x="11427" y="1771"/>
                  </a:lnTo>
                  <a:lnTo>
                    <a:pt x="11535" y="1830"/>
                  </a:lnTo>
                  <a:lnTo>
                    <a:pt x="11653" y="1869"/>
                  </a:lnTo>
                  <a:lnTo>
                    <a:pt x="11781" y="1899"/>
                  </a:lnTo>
                  <a:lnTo>
                    <a:pt x="11908" y="1909"/>
                  </a:lnTo>
                  <a:lnTo>
                    <a:pt x="12007" y="1899"/>
                  </a:lnTo>
                  <a:lnTo>
                    <a:pt x="12095" y="1889"/>
                  </a:lnTo>
                  <a:lnTo>
                    <a:pt x="12194" y="1859"/>
                  </a:lnTo>
                  <a:lnTo>
                    <a:pt x="12282" y="1830"/>
                  </a:lnTo>
                  <a:lnTo>
                    <a:pt x="12361" y="1791"/>
                  </a:lnTo>
                  <a:lnTo>
                    <a:pt x="12439" y="1741"/>
                  </a:lnTo>
                  <a:lnTo>
                    <a:pt x="12508" y="1692"/>
                  </a:lnTo>
                  <a:lnTo>
                    <a:pt x="12577" y="1623"/>
                  </a:lnTo>
                  <a:lnTo>
                    <a:pt x="12646" y="1564"/>
                  </a:lnTo>
                  <a:lnTo>
                    <a:pt x="12695" y="1486"/>
                  </a:lnTo>
                  <a:lnTo>
                    <a:pt x="12744" y="1407"/>
                  </a:lnTo>
                  <a:lnTo>
                    <a:pt x="12784" y="1328"/>
                  </a:lnTo>
                  <a:lnTo>
                    <a:pt x="12813" y="1240"/>
                  </a:lnTo>
                  <a:lnTo>
                    <a:pt x="12843" y="1151"/>
                  </a:lnTo>
                  <a:lnTo>
                    <a:pt x="12852" y="1053"/>
                  </a:lnTo>
                  <a:lnTo>
                    <a:pt x="12862" y="955"/>
                  </a:lnTo>
                  <a:lnTo>
                    <a:pt x="12852" y="856"/>
                  </a:lnTo>
                  <a:lnTo>
                    <a:pt x="12843" y="768"/>
                  </a:lnTo>
                  <a:lnTo>
                    <a:pt x="12813" y="670"/>
                  </a:lnTo>
                  <a:lnTo>
                    <a:pt x="12784" y="581"/>
                  </a:lnTo>
                  <a:lnTo>
                    <a:pt x="12744" y="502"/>
                  </a:lnTo>
                  <a:lnTo>
                    <a:pt x="12695" y="424"/>
                  </a:lnTo>
                  <a:lnTo>
                    <a:pt x="12646" y="355"/>
                  </a:lnTo>
                  <a:lnTo>
                    <a:pt x="12577" y="286"/>
                  </a:lnTo>
                  <a:lnTo>
                    <a:pt x="12508" y="217"/>
                  </a:lnTo>
                  <a:lnTo>
                    <a:pt x="12439" y="168"/>
                  </a:lnTo>
                  <a:lnTo>
                    <a:pt x="12361" y="119"/>
                  </a:lnTo>
                  <a:lnTo>
                    <a:pt x="12282" y="80"/>
                  </a:lnTo>
                  <a:lnTo>
                    <a:pt x="12194" y="50"/>
                  </a:lnTo>
                  <a:lnTo>
                    <a:pt x="12095" y="21"/>
                  </a:lnTo>
                  <a:lnTo>
                    <a:pt x="12007" y="11"/>
                  </a:lnTo>
                  <a:lnTo>
                    <a:pt x="11908" y="1"/>
                  </a:lnTo>
                  <a:lnTo>
                    <a:pt x="11781" y="11"/>
                  </a:lnTo>
                  <a:lnTo>
                    <a:pt x="11653" y="40"/>
                  </a:lnTo>
                  <a:lnTo>
                    <a:pt x="11535" y="80"/>
                  </a:lnTo>
                  <a:lnTo>
                    <a:pt x="11427" y="139"/>
                  </a:lnTo>
                  <a:lnTo>
                    <a:pt x="11328" y="207"/>
                  </a:lnTo>
                  <a:lnTo>
                    <a:pt x="11230" y="286"/>
                  </a:lnTo>
                  <a:lnTo>
                    <a:pt x="11151" y="375"/>
                  </a:lnTo>
                  <a:lnTo>
                    <a:pt x="11082" y="483"/>
                  </a:lnTo>
                  <a:lnTo>
                    <a:pt x="9057" y="483"/>
                  </a:lnTo>
                  <a:lnTo>
                    <a:pt x="9057" y="1427"/>
                  </a:lnTo>
                  <a:lnTo>
                    <a:pt x="9057" y="2744"/>
                  </a:lnTo>
                  <a:lnTo>
                    <a:pt x="6195" y="2744"/>
                  </a:lnTo>
                  <a:lnTo>
                    <a:pt x="6195" y="483"/>
                  </a:lnTo>
                  <a:lnTo>
                    <a:pt x="4170" y="483"/>
                  </a:lnTo>
                  <a:lnTo>
                    <a:pt x="4101" y="375"/>
                  </a:lnTo>
                  <a:lnTo>
                    <a:pt x="4022" y="286"/>
                  </a:lnTo>
                  <a:lnTo>
                    <a:pt x="3924" y="207"/>
                  </a:lnTo>
                  <a:lnTo>
                    <a:pt x="3825" y="139"/>
                  </a:lnTo>
                  <a:lnTo>
                    <a:pt x="3717" y="80"/>
                  </a:lnTo>
                  <a:lnTo>
                    <a:pt x="3599" y="40"/>
                  </a:lnTo>
                  <a:lnTo>
                    <a:pt x="3471" y="11"/>
                  </a:lnTo>
                  <a:lnTo>
                    <a:pt x="334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062" name="Google Shape;6062;p469"/>
          <p:cNvSpPr txBox="1">
            <a:spLocks noGrp="1"/>
          </p:cNvSpPr>
          <p:nvPr>
            <p:ph type="title"/>
          </p:nvPr>
        </p:nvSpPr>
        <p:spPr>
          <a:xfrm>
            <a:off x="1188720" y="114300"/>
            <a:ext cx="7534200" cy="523200"/>
          </a:xfrm>
          <a:prstGeom prst="rect">
            <a:avLst/>
          </a:prstGeom>
        </p:spPr>
        <p:txBody>
          <a:bodyPr spcFirstLastPara="1" wrap="square" lIns="0" tIns="0" rIns="0" bIns="0" anchor="t" anchorCtr="0">
            <a:spAutoFit/>
          </a:bodyPr>
          <a:lstStyle/>
          <a:p>
            <a:pPr marL="0" lvl="0" indent="0" algn="l" rtl="0">
              <a:spcBef>
                <a:spcPts val="0"/>
              </a:spcBef>
              <a:spcAft>
                <a:spcPts val="0"/>
              </a:spcAft>
              <a:buNone/>
            </a:pPr>
            <a:r>
              <a:rPr lang="en"/>
              <a:t>Intelligent</a:t>
            </a:r>
            <a:endParaRPr/>
          </a:p>
        </p:txBody>
      </p:sp>
      <p:sp>
        <p:nvSpPr>
          <p:cNvPr id="6063" name="Google Shape;6063;p469"/>
          <p:cNvSpPr/>
          <p:nvPr/>
        </p:nvSpPr>
        <p:spPr>
          <a:xfrm>
            <a:off x="476075" y="1600325"/>
            <a:ext cx="4128000" cy="2593200"/>
          </a:xfrm>
          <a:prstGeom prst="roundRect">
            <a:avLst>
              <a:gd name="adj" fmla="val 16667"/>
            </a:avLst>
          </a:prstGeom>
          <a:solidFill>
            <a:schemeClr val="lt2"/>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lnSpc>
                <a:spcPct val="115000"/>
              </a:lnSpc>
              <a:spcBef>
                <a:spcPts val="0"/>
              </a:spcBef>
              <a:spcAft>
                <a:spcPts val="0"/>
              </a:spcAft>
              <a:buNone/>
            </a:pPr>
            <a:r>
              <a:rPr lang="en" sz="1300">
                <a:solidFill>
                  <a:schemeClr val="dk1"/>
                </a:solidFill>
                <a:latin typeface="IBM Plex Sans"/>
                <a:ea typeface="IBM Plex Sans"/>
                <a:cs typeface="IBM Plex Sans"/>
                <a:sym typeface="IBM Plex Sans"/>
              </a:rPr>
              <a:t>“We're making great progress on blending deterministic with dynamic execution, so that our customers get the ability to handle mission-critical end-to-end processes with the creative power of AI, combined with the reliability and efficiency of deterministic workflow execution.” </a:t>
            </a:r>
            <a:endParaRPr sz="1300">
              <a:solidFill>
                <a:schemeClr val="dk1"/>
              </a:solidFill>
              <a:latin typeface="IBM Plex Sans"/>
              <a:ea typeface="IBM Plex Sans"/>
              <a:cs typeface="IBM Plex Sans"/>
              <a:sym typeface="IBM Plex Sans"/>
            </a:endParaRPr>
          </a:p>
          <a:p>
            <a:pPr marL="0" lvl="0" indent="0" algn="l" rtl="0">
              <a:lnSpc>
                <a:spcPct val="115000"/>
              </a:lnSpc>
              <a:spcBef>
                <a:spcPts val="0"/>
              </a:spcBef>
              <a:spcAft>
                <a:spcPts val="0"/>
              </a:spcAft>
              <a:buNone/>
            </a:pPr>
            <a:endParaRPr sz="1300">
              <a:solidFill>
                <a:schemeClr val="dk1"/>
              </a:solidFill>
              <a:latin typeface="IBM Plex Sans"/>
              <a:ea typeface="IBM Plex Sans"/>
              <a:cs typeface="IBM Plex Sans"/>
              <a:sym typeface="IBM Plex Sans"/>
            </a:endParaRPr>
          </a:p>
          <a:p>
            <a:pPr marL="0" lvl="0" indent="0" algn="l" rtl="0">
              <a:lnSpc>
                <a:spcPct val="115000"/>
              </a:lnSpc>
              <a:spcBef>
                <a:spcPts val="0"/>
              </a:spcBef>
              <a:spcAft>
                <a:spcPts val="0"/>
              </a:spcAft>
              <a:buNone/>
            </a:pPr>
            <a:r>
              <a:rPr lang="en" sz="1100" i="1">
                <a:solidFill>
                  <a:schemeClr val="dk1"/>
                </a:solidFill>
                <a:latin typeface="IBM Plex Sans"/>
                <a:ea typeface="IBM Plex Sans"/>
                <a:cs typeface="IBM Plex Sans"/>
                <a:sym typeface="IBM Plex Sans"/>
              </a:rPr>
              <a:t>– Jakob Freund, CEO and Co-founder of </a:t>
            </a:r>
            <a:r>
              <a:rPr lang="en" sz="1100" i="1" u="sng">
                <a:solidFill>
                  <a:schemeClr val="hlink"/>
                </a:solidFill>
                <a:latin typeface="IBM Plex Sans"/>
                <a:ea typeface="IBM Plex Sans"/>
                <a:cs typeface="IBM Plex Sans"/>
                <a:sym typeface="IBM Plex Sans"/>
                <a:hlinkClick r:id="rId3"/>
              </a:rPr>
              <a:t>Camunda</a:t>
            </a:r>
            <a:endParaRPr sz="1300">
              <a:solidFill>
                <a:schemeClr val="dk1"/>
              </a:solidFill>
              <a:latin typeface="IBM Plex Sans"/>
              <a:ea typeface="IBM Plex Sans"/>
              <a:cs typeface="IBM Plex Sans"/>
              <a:sym typeface="IBM Plex Sans"/>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6067"/>
        <p:cNvGrpSpPr/>
        <p:nvPr/>
      </p:nvGrpSpPr>
      <p:grpSpPr>
        <a:xfrm>
          <a:off x="0" y="0"/>
          <a:ext cx="0" cy="0"/>
          <a:chOff x="0" y="0"/>
          <a:chExt cx="0" cy="0"/>
        </a:xfrm>
      </p:grpSpPr>
      <p:sp>
        <p:nvSpPr>
          <p:cNvPr id="6068" name="Google Shape;6068;p470"/>
          <p:cNvSpPr/>
          <p:nvPr/>
        </p:nvSpPr>
        <p:spPr>
          <a:xfrm>
            <a:off x="0" y="663900"/>
            <a:ext cx="9144000" cy="4477800"/>
          </a:xfrm>
          <a:prstGeom prst="roundRect">
            <a:avLst>
              <a:gd name="adj" fmla="val 0"/>
            </a:avLst>
          </a:prstGeom>
          <a:solidFill>
            <a:srgbClr val="EEEEEE"/>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BM Plex Sans"/>
              <a:ea typeface="IBM Plex Sans"/>
              <a:cs typeface="IBM Plex Sans"/>
              <a:sym typeface="IBM Plex Sans"/>
            </a:endParaRPr>
          </a:p>
        </p:txBody>
      </p:sp>
      <p:sp>
        <p:nvSpPr>
          <p:cNvPr id="6069" name="Google Shape;6069;p470"/>
          <p:cNvSpPr txBox="1">
            <a:spLocks noGrp="1"/>
          </p:cNvSpPr>
          <p:nvPr>
            <p:ph type="title"/>
          </p:nvPr>
        </p:nvSpPr>
        <p:spPr>
          <a:xfrm>
            <a:off x="457200" y="114300"/>
            <a:ext cx="8229600" cy="369300"/>
          </a:xfrm>
          <a:prstGeom prst="rect">
            <a:avLst/>
          </a:prstGeom>
        </p:spPr>
        <p:txBody>
          <a:bodyPr spcFirstLastPara="1" wrap="square" lIns="0" tIns="0" rIns="0" bIns="0" anchor="t" anchorCtr="0">
            <a:spAutoFit/>
          </a:bodyPr>
          <a:lstStyle/>
          <a:p>
            <a:pPr marL="0" lvl="0" indent="0" algn="l" rtl="0">
              <a:spcBef>
                <a:spcPts val="0"/>
              </a:spcBef>
              <a:spcAft>
                <a:spcPts val="0"/>
              </a:spcAft>
              <a:buNone/>
            </a:pPr>
            <a:r>
              <a:rPr lang="en" sz="2400"/>
              <a:t>Camunda</a:t>
            </a:r>
            <a:r>
              <a:rPr lang="en" sz="2400" b="0"/>
              <a:t> |</a:t>
            </a:r>
            <a:r>
              <a:rPr lang="en" sz="2400"/>
              <a:t> </a:t>
            </a:r>
            <a:r>
              <a:rPr lang="en" sz="2400" b="0">
                <a:latin typeface="IBM Plex Sans Light"/>
                <a:ea typeface="IBM Plex Sans Light"/>
                <a:cs typeface="IBM Plex Sans Light"/>
                <a:sym typeface="IBM Plex Sans Light"/>
              </a:rPr>
              <a:t>Operationalize AI </a:t>
            </a:r>
            <a:r>
              <a:rPr lang="en" sz="2400" b="0" i="1">
                <a:latin typeface="IBM Plex Sans Light"/>
                <a:ea typeface="IBM Plex Sans Light"/>
                <a:cs typeface="IBM Plex Sans Light"/>
                <a:sym typeface="IBM Plex Sans Light"/>
              </a:rPr>
              <a:t>with</a:t>
            </a:r>
            <a:r>
              <a:rPr lang="en" sz="2400" b="0">
                <a:latin typeface="IBM Plex Sans Light"/>
                <a:ea typeface="IBM Plex Sans Light"/>
                <a:cs typeface="IBM Plex Sans Light"/>
                <a:sym typeface="IBM Plex Sans Light"/>
              </a:rPr>
              <a:t> Camunda</a:t>
            </a:r>
            <a:endParaRPr sz="2400" b="0">
              <a:latin typeface="IBM Plex Sans Light"/>
              <a:ea typeface="IBM Plex Sans Light"/>
              <a:cs typeface="IBM Plex Sans Light"/>
              <a:sym typeface="IBM Plex Sans Light"/>
            </a:endParaRPr>
          </a:p>
        </p:txBody>
      </p:sp>
      <p:sp>
        <p:nvSpPr>
          <p:cNvPr id="6070" name="Google Shape;6070;p470"/>
          <p:cNvSpPr txBox="1"/>
          <p:nvPr/>
        </p:nvSpPr>
        <p:spPr>
          <a:xfrm>
            <a:off x="2058300" y="703813"/>
            <a:ext cx="5027400" cy="4002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b="1">
                <a:solidFill>
                  <a:schemeClr val="dk1"/>
                </a:solidFill>
                <a:latin typeface="IBM Plex Sans"/>
                <a:ea typeface="IBM Plex Sans"/>
                <a:cs typeface="IBM Plex Sans"/>
                <a:sym typeface="IBM Plex Sans"/>
              </a:rPr>
              <a:t>Process Orchestration &amp; Automation Platform</a:t>
            </a:r>
            <a:endParaRPr sz="600">
              <a:solidFill>
                <a:schemeClr val="dk1"/>
              </a:solidFill>
            </a:endParaRPr>
          </a:p>
        </p:txBody>
      </p:sp>
      <p:sp>
        <p:nvSpPr>
          <p:cNvPr id="6071" name="Google Shape;6071;p470"/>
          <p:cNvSpPr/>
          <p:nvPr/>
        </p:nvSpPr>
        <p:spPr>
          <a:xfrm>
            <a:off x="230850" y="1154975"/>
            <a:ext cx="8686200" cy="3865800"/>
          </a:xfrm>
          <a:prstGeom prst="roundRect">
            <a:avLst>
              <a:gd name="adj" fmla="val 7022"/>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IBM Plex Sans"/>
                <a:ea typeface="IBM Plex Sans"/>
                <a:cs typeface="IBM Plex Sans"/>
                <a:sym typeface="IBM Plex Sans"/>
              </a:rPr>
              <a:t>     </a:t>
            </a:r>
            <a:endParaRPr>
              <a:latin typeface="IBM Plex Sans"/>
              <a:ea typeface="IBM Plex Sans"/>
              <a:cs typeface="IBM Plex Sans"/>
              <a:sym typeface="IBM Plex Sans"/>
            </a:endParaRPr>
          </a:p>
        </p:txBody>
      </p:sp>
      <p:sp>
        <p:nvSpPr>
          <p:cNvPr id="6072" name="Google Shape;6072;p470"/>
          <p:cNvSpPr/>
          <p:nvPr/>
        </p:nvSpPr>
        <p:spPr>
          <a:xfrm>
            <a:off x="7149800" y="784375"/>
            <a:ext cx="906600" cy="239100"/>
          </a:xfrm>
          <a:prstGeom prst="roundRect">
            <a:avLst>
              <a:gd name="adj" fmla="val 16667"/>
            </a:avLst>
          </a:prstGeom>
          <a:solidFill>
            <a:schemeClr val="lt1"/>
          </a:solidFill>
          <a:ln w="9525" cap="flat" cmpd="sng">
            <a:solidFill>
              <a:srgbClr val="6967FF"/>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BM Plex Sans"/>
              <a:ea typeface="IBM Plex Sans"/>
              <a:cs typeface="IBM Plex Sans"/>
              <a:sym typeface="IBM Plex Sans"/>
            </a:endParaRPr>
          </a:p>
        </p:txBody>
      </p:sp>
      <p:sp>
        <p:nvSpPr>
          <p:cNvPr id="6073" name="Google Shape;6073;p470"/>
          <p:cNvSpPr txBox="1"/>
          <p:nvPr/>
        </p:nvSpPr>
        <p:spPr>
          <a:xfrm>
            <a:off x="2849715" y="1482910"/>
            <a:ext cx="1671600" cy="369300"/>
          </a:xfrm>
          <a:prstGeom prst="rect">
            <a:avLst/>
          </a:prstGeom>
          <a:noFill/>
          <a:ln>
            <a:noFill/>
          </a:ln>
        </p:spPr>
        <p:txBody>
          <a:bodyPr spcFirstLastPara="1" wrap="square" lIns="91425" tIns="91425" rIns="91425" bIns="91425" anchor="t" anchorCtr="0">
            <a:spAutoFit/>
          </a:bodyPr>
          <a:lstStyle/>
          <a:p>
            <a:pPr marL="12700" lvl="0" indent="0" algn="l" rtl="0">
              <a:spcBef>
                <a:spcPts val="0"/>
              </a:spcBef>
              <a:spcAft>
                <a:spcPts val="0"/>
              </a:spcAft>
              <a:buNone/>
            </a:pPr>
            <a:r>
              <a:rPr lang="en" sz="600">
                <a:solidFill>
                  <a:schemeClr val="dk1"/>
                </a:solidFill>
                <a:latin typeface="IBM Plex Sans"/>
                <a:ea typeface="IBM Plex Sans"/>
                <a:cs typeface="IBM Plex Sans"/>
                <a:sym typeface="IBM Plex Sans"/>
              </a:rPr>
              <a:t>Developers and testers ensure the end-to-end process is working as intended.</a:t>
            </a:r>
            <a:endParaRPr sz="600" b="1">
              <a:solidFill>
                <a:schemeClr val="dk1"/>
              </a:solidFill>
              <a:latin typeface="IBM Plex Sans"/>
              <a:ea typeface="IBM Plex Sans"/>
              <a:cs typeface="IBM Plex Sans"/>
              <a:sym typeface="IBM Plex Sans"/>
            </a:endParaRPr>
          </a:p>
        </p:txBody>
      </p:sp>
      <p:sp>
        <p:nvSpPr>
          <p:cNvPr id="6074" name="Google Shape;6074;p470"/>
          <p:cNvSpPr txBox="1"/>
          <p:nvPr/>
        </p:nvSpPr>
        <p:spPr>
          <a:xfrm>
            <a:off x="2917465" y="1366143"/>
            <a:ext cx="2226600" cy="1848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n" sz="1200">
                <a:solidFill>
                  <a:schemeClr val="dk1"/>
                </a:solidFill>
                <a:latin typeface="IBM Plex Sans"/>
                <a:ea typeface="IBM Plex Sans"/>
                <a:cs typeface="IBM Plex Sans"/>
                <a:sym typeface="IBM Plex Sans"/>
              </a:rPr>
              <a:t>Test &amp; Deploy</a:t>
            </a:r>
            <a:endParaRPr sz="1200">
              <a:solidFill>
                <a:schemeClr val="dk1"/>
              </a:solidFill>
              <a:latin typeface="IBM Plex Sans"/>
              <a:ea typeface="IBM Plex Sans"/>
              <a:cs typeface="IBM Plex Sans"/>
              <a:sym typeface="IBM Plex Sans"/>
            </a:endParaRPr>
          </a:p>
        </p:txBody>
      </p:sp>
      <p:sp>
        <p:nvSpPr>
          <p:cNvPr id="6075" name="Google Shape;6075;p470"/>
          <p:cNvSpPr txBox="1"/>
          <p:nvPr/>
        </p:nvSpPr>
        <p:spPr>
          <a:xfrm>
            <a:off x="3085114" y="1932375"/>
            <a:ext cx="1278600" cy="400200"/>
          </a:xfrm>
          <a:prstGeom prst="rect">
            <a:avLst/>
          </a:prstGeom>
          <a:noFill/>
          <a:ln>
            <a:noFill/>
          </a:ln>
        </p:spPr>
        <p:txBody>
          <a:bodyPr spcFirstLastPara="1" wrap="square" lIns="91425" tIns="0" rIns="0" bIns="0" anchor="t" anchorCtr="0">
            <a:spAutoFit/>
          </a:bodyPr>
          <a:lstStyle/>
          <a:p>
            <a:pPr marL="0" lvl="0" indent="0" algn="l" rtl="0">
              <a:spcBef>
                <a:spcPts val="0"/>
              </a:spcBef>
              <a:spcAft>
                <a:spcPts val="0"/>
              </a:spcAft>
              <a:buNone/>
            </a:pPr>
            <a:r>
              <a:rPr lang="en" sz="800" b="1">
                <a:solidFill>
                  <a:schemeClr val="dk1"/>
                </a:solidFill>
                <a:latin typeface="IBM Plex Sans"/>
                <a:ea typeface="IBM Plex Sans"/>
                <a:cs typeface="IBM Plex Sans"/>
                <a:sym typeface="IBM Plex Sans"/>
              </a:rPr>
              <a:t>Rapid Process Testing</a:t>
            </a:r>
            <a:br>
              <a:rPr lang="en" sz="800" b="1">
                <a:solidFill>
                  <a:schemeClr val="dk1"/>
                </a:solidFill>
                <a:latin typeface="IBM Plex Sans"/>
                <a:ea typeface="IBM Plex Sans"/>
                <a:cs typeface="IBM Plex Sans"/>
                <a:sym typeface="IBM Plex Sans"/>
              </a:rPr>
            </a:br>
            <a:r>
              <a:rPr lang="en" sz="600">
                <a:solidFill>
                  <a:schemeClr val="dk1"/>
                </a:solidFill>
                <a:latin typeface="IBM Plex Sans"/>
                <a:ea typeface="IBM Plex Sans"/>
                <a:cs typeface="IBM Plex Sans"/>
                <a:sym typeface="IBM Plex Sans"/>
              </a:rPr>
              <a:t>Simulate processes without affecting production systems and deploy with confidence.</a:t>
            </a:r>
            <a:endParaRPr sz="800" b="1">
              <a:solidFill>
                <a:schemeClr val="dk1"/>
              </a:solidFill>
              <a:latin typeface="IBM Plex Sans"/>
              <a:ea typeface="IBM Plex Sans"/>
              <a:cs typeface="IBM Plex Sans"/>
              <a:sym typeface="IBM Plex Sans"/>
            </a:endParaRPr>
          </a:p>
        </p:txBody>
      </p:sp>
      <p:sp>
        <p:nvSpPr>
          <p:cNvPr id="6076" name="Google Shape;6076;p470"/>
          <p:cNvSpPr/>
          <p:nvPr/>
        </p:nvSpPr>
        <p:spPr>
          <a:xfrm rot="10800000">
            <a:off x="2938104" y="1805487"/>
            <a:ext cx="1341900" cy="429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6077" name="Google Shape;6077;p470"/>
          <p:cNvSpPr txBox="1"/>
          <p:nvPr/>
        </p:nvSpPr>
        <p:spPr>
          <a:xfrm>
            <a:off x="662225" y="4365844"/>
            <a:ext cx="1375800" cy="184800"/>
          </a:xfrm>
          <a:prstGeom prst="rect">
            <a:avLst/>
          </a:prstGeom>
          <a:noFill/>
          <a:ln>
            <a:noFill/>
          </a:ln>
        </p:spPr>
        <p:txBody>
          <a:bodyPr spcFirstLastPara="1" wrap="square" lIns="91425" tIns="0" rIns="0" bIns="0" anchor="t" anchorCtr="0">
            <a:spAutoFit/>
          </a:bodyPr>
          <a:lstStyle/>
          <a:p>
            <a:pPr marL="0" lvl="0" indent="0" algn="l" rtl="0">
              <a:spcBef>
                <a:spcPts val="0"/>
              </a:spcBef>
              <a:spcAft>
                <a:spcPts val="0"/>
              </a:spcAft>
              <a:buNone/>
            </a:pPr>
            <a:r>
              <a:rPr lang="en" sz="1200">
                <a:solidFill>
                  <a:schemeClr val="dk1"/>
                </a:solidFill>
                <a:latin typeface="IBM Plex Sans"/>
                <a:ea typeface="IBM Plex Sans"/>
                <a:cs typeface="IBM Plex Sans"/>
                <a:sym typeface="IBM Plex Sans"/>
              </a:rPr>
              <a:t>Manage               </a:t>
            </a:r>
            <a:endParaRPr sz="1200">
              <a:solidFill>
                <a:schemeClr val="dk1"/>
              </a:solidFill>
              <a:latin typeface="IBM Plex Sans"/>
              <a:ea typeface="IBM Plex Sans"/>
              <a:cs typeface="IBM Plex Sans"/>
              <a:sym typeface="IBM Plex Sans"/>
            </a:endParaRPr>
          </a:p>
        </p:txBody>
      </p:sp>
      <p:sp>
        <p:nvSpPr>
          <p:cNvPr id="6078" name="Google Shape;6078;p470"/>
          <p:cNvSpPr/>
          <p:nvPr/>
        </p:nvSpPr>
        <p:spPr>
          <a:xfrm rot="10800000">
            <a:off x="730984" y="4843963"/>
            <a:ext cx="1341900" cy="42900"/>
          </a:xfrm>
          <a:prstGeom prst="rect">
            <a:avLst/>
          </a:prstGeom>
          <a:solidFill>
            <a:srgbClr val="FFC6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t> </a:t>
            </a:r>
            <a:endParaRPr/>
          </a:p>
        </p:txBody>
      </p:sp>
      <p:sp>
        <p:nvSpPr>
          <p:cNvPr id="6079" name="Google Shape;6079;p470"/>
          <p:cNvSpPr txBox="1"/>
          <p:nvPr/>
        </p:nvSpPr>
        <p:spPr>
          <a:xfrm>
            <a:off x="662225" y="4598467"/>
            <a:ext cx="1341900" cy="184800"/>
          </a:xfrm>
          <a:prstGeom prst="rect">
            <a:avLst/>
          </a:prstGeom>
          <a:noFill/>
          <a:ln>
            <a:noFill/>
          </a:ln>
        </p:spPr>
        <p:txBody>
          <a:bodyPr spcFirstLastPara="1" wrap="square" lIns="91425" tIns="0" rIns="0" bIns="0" anchor="t" anchorCtr="0">
            <a:spAutoFit/>
          </a:bodyPr>
          <a:lstStyle/>
          <a:p>
            <a:pPr marL="12700" lvl="0" indent="0" algn="l" rtl="0">
              <a:spcBef>
                <a:spcPts val="0"/>
              </a:spcBef>
              <a:spcAft>
                <a:spcPts val="0"/>
              </a:spcAft>
              <a:buNone/>
            </a:pPr>
            <a:r>
              <a:rPr lang="en" sz="600">
                <a:solidFill>
                  <a:schemeClr val="dk1"/>
                </a:solidFill>
                <a:latin typeface="IBM Plex Sans"/>
                <a:ea typeface="IBM Plex Sans"/>
                <a:cs typeface="IBM Plex Sans"/>
                <a:sym typeface="IBM Plex Sans"/>
              </a:rPr>
              <a:t>End-to-end governance of your Camunda installation. </a:t>
            </a:r>
            <a:endParaRPr sz="600">
              <a:solidFill>
                <a:schemeClr val="dk1"/>
              </a:solidFill>
              <a:latin typeface="IBM Plex Sans"/>
              <a:ea typeface="IBM Plex Sans"/>
              <a:cs typeface="IBM Plex Sans"/>
              <a:sym typeface="IBM Plex Sans"/>
            </a:endParaRPr>
          </a:p>
        </p:txBody>
      </p:sp>
      <p:sp>
        <p:nvSpPr>
          <p:cNvPr id="6080" name="Google Shape;6080;p470"/>
          <p:cNvSpPr txBox="1"/>
          <p:nvPr/>
        </p:nvSpPr>
        <p:spPr>
          <a:xfrm>
            <a:off x="2394843" y="4385502"/>
            <a:ext cx="1089600" cy="123000"/>
          </a:xfrm>
          <a:prstGeom prst="rect">
            <a:avLst/>
          </a:prstGeom>
          <a:noFill/>
          <a:ln>
            <a:noFill/>
          </a:ln>
        </p:spPr>
        <p:txBody>
          <a:bodyPr spcFirstLastPara="1" wrap="square" lIns="91425" tIns="0" rIns="0" bIns="0" anchor="t" anchorCtr="0">
            <a:spAutoFit/>
          </a:bodyPr>
          <a:lstStyle/>
          <a:p>
            <a:pPr marL="0" lvl="0" indent="0" algn="l" rtl="0">
              <a:spcBef>
                <a:spcPts val="0"/>
              </a:spcBef>
              <a:spcAft>
                <a:spcPts val="0"/>
              </a:spcAft>
              <a:buNone/>
            </a:pPr>
            <a:r>
              <a:rPr lang="en" sz="800" b="1">
                <a:solidFill>
                  <a:schemeClr val="dk1"/>
                </a:solidFill>
                <a:latin typeface="IBM Plex Sans"/>
                <a:ea typeface="IBM Plex Sans"/>
                <a:cs typeface="IBM Plex Sans"/>
                <a:sym typeface="IBM Plex Sans"/>
              </a:rPr>
              <a:t>Console</a:t>
            </a:r>
            <a:endParaRPr sz="800" b="1">
              <a:solidFill>
                <a:schemeClr val="dk1"/>
              </a:solidFill>
              <a:latin typeface="IBM Plex Sans"/>
              <a:ea typeface="IBM Plex Sans"/>
              <a:cs typeface="IBM Plex Sans"/>
              <a:sym typeface="IBM Plex Sans"/>
            </a:endParaRPr>
          </a:p>
        </p:txBody>
      </p:sp>
      <p:sp>
        <p:nvSpPr>
          <p:cNvPr id="6081" name="Google Shape;6081;p470"/>
          <p:cNvSpPr txBox="1"/>
          <p:nvPr/>
        </p:nvSpPr>
        <p:spPr>
          <a:xfrm>
            <a:off x="2393224" y="4529807"/>
            <a:ext cx="1089600" cy="304800"/>
          </a:xfrm>
          <a:prstGeom prst="rect">
            <a:avLst/>
          </a:prstGeom>
          <a:noFill/>
          <a:ln>
            <a:noFill/>
          </a:ln>
        </p:spPr>
        <p:txBody>
          <a:bodyPr spcFirstLastPara="1" wrap="square" lIns="91425" tIns="0" rIns="0" bIns="0" anchor="t" anchorCtr="0">
            <a:spAutoFit/>
          </a:bodyPr>
          <a:lstStyle/>
          <a:p>
            <a:pPr marL="0" lvl="0" indent="0" algn="l" rtl="0">
              <a:lnSpc>
                <a:spcPct val="115000"/>
              </a:lnSpc>
              <a:spcBef>
                <a:spcPts val="1200"/>
              </a:spcBef>
              <a:spcAft>
                <a:spcPts val="1200"/>
              </a:spcAft>
              <a:buNone/>
            </a:pPr>
            <a:r>
              <a:rPr lang="en" sz="600">
                <a:solidFill>
                  <a:schemeClr val="dk1"/>
                </a:solidFill>
                <a:latin typeface="IBM Plex Sans"/>
                <a:ea typeface="IBM Plex Sans"/>
                <a:cs typeface="IBM Plex Sans"/>
                <a:sym typeface="IBM Plex Sans"/>
              </a:rPr>
              <a:t>Manage clusters and API keys, review audit logs, and perform one-click upgrades.</a:t>
            </a:r>
            <a:endParaRPr sz="600">
              <a:solidFill>
                <a:schemeClr val="dk1"/>
              </a:solidFill>
              <a:latin typeface="IBM Plex Sans"/>
              <a:ea typeface="IBM Plex Sans"/>
              <a:cs typeface="IBM Plex Sans"/>
              <a:sym typeface="IBM Plex Sans"/>
            </a:endParaRPr>
          </a:p>
        </p:txBody>
      </p:sp>
      <p:sp>
        <p:nvSpPr>
          <p:cNvPr id="6082" name="Google Shape;6082;p470"/>
          <p:cNvSpPr txBox="1"/>
          <p:nvPr/>
        </p:nvSpPr>
        <p:spPr>
          <a:xfrm>
            <a:off x="3871328" y="4385502"/>
            <a:ext cx="1089600" cy="123000"/>
          </a:xfrm>
          <a:prstGeom prst="rect">
            <a:avLst/>
          </a:prstGeom>
          <a:noFill/>
          <a:ln>
            <a:noFill/>
          </a:ln>
        </p:spPr>
        <p:txBody>
          <a:bodyPr spcFirstLastPara="1" wrap="square" lIns="91425" tIns="0" rIns="0" bIns="0" anchor="t" anchorCtr="0">
            <a:spAutoFit/>
          </a:bodyPr>
          <a:lstStyle/>
          <a:p>
            <a:pPr marL="0" lvl="0" indent="0" algn="l" rtl="0">
              <a:spcBef>
                <a:spcPts val="0"/>
              </a:spcBef>
              <a:spcAft>
                <a:spcPts val="0"/>
              </a:spcAft>
              <a:buNone/>
            </a:pPr>
            <a:r>
              <a:rPr lang="en" sz="800" b="1">
                <a:solidFill>
                  <a:schemeClr val="dk1"/>
                </a:solidFill>
                <a:latin typeface="IBM Plex Sans"/>
                <a:ea typeface="IBM Plex Sans"/>
                <a:cs typeface="IBM Plex Sans"/>
                <a:sym typeface="IBM Plex Sans"/>
              </a:rPr>
              <a:t>Identity</a:t>
            </a:r>
            <a:endParaRPr sz="800" b="1">
              <a:solidFill>
                <a:schemeClr val="dk1"/>
              </a:solidFill>
              <a:latin typeface="IBM Plex Sans"/>
              <a:ea typeface="IBM Plex Sans"/>
              <a:cs typeface="IBM Plex Sans"/>
              <a:sym typeface="IBM Plex Sans"/>
            </a:endParaRPr>
          </a:p>
        </p:txBody>
      </p:sp>
      <p:sp>
        <p:nvSpPr>
          <p:cNvPr id="6083" name="Google Shape;6083;p470"/>
          <p:cNvSpPr txBox="1"/>
          <p:nvPr/>
        </p:nvSpPr>
        <p:spPr>
          <a:xfrm>
            <a:off x="3869700" y="4529807"/>
            <a:ext cx="906600" cy="184800"/>
          </a:xfrm>
          <a:prstGeom prst="rect">
            <a:avLst/>
          </a:prstGeom>
          <a:noFill/>
          <a:ln>
            <a:noFill/>
          </a:ln>
        </p:spPr>
        <p:txBody>
          <a:bodyPr spcFirstLastPara="1" wrap="square" lIns="91425" tIns="0" rIns="0" bIns="0" anchor="t" anchorCtr="0">
            <a:spAutoFit/>
          </a:bodyPr>
          <a:lstStyle/>
          <a:p>
            <a:pPr marL="0" lvl="0" indent="0" algn="l" rtl="0">
              <a:spcBef>
                <a:spcPts val="0"/>
              </a:spcBef>
              <a:spcAft>
                <a:spcPts val="0"/>
              </a:spcAft>
              <a:buNone/>
            </a:pPr>
            <a:r>
              <a:rPr lang="en" sz="600">
                <a:solidFill>
                  <a:schemeClr val="dk1"/>
                </a:solidFill>
                <a:latin typeface="IBM Plex Sans"/>
                <a:ea typeface="IBM Plex Sans"/>
                <a:cs typeface="IBM Plex Sans"/>
                <a:sym typeface="IBM Plex Sans"/>
              </a:rPr>
              <a:t>Manage applications, APIs, users, and roles.</a:t>
            </a:r>
            <a:endParaRPr>
              <a:solidFill>
                <a:schemeClr val="dk1"/>
              </a:solidFill>
            </a:endParaRPr>
          </a:p>
        </p:txBody>
      </p:sp>
      <p:sp>
        <p:nvSpPr>
          <p:cNvPr id="6084" name="Google Shape;6084;p470"/>
          <p:cNvSpPr txBox="1"/>
          <p:nvPr/>
        </p:nvSpPr>
        <p:spPr>
          <a:xfrm>
            <a:off x="5149227" y="1932375"/>
            <a:ext cx="1750500" cy="307800"/>
          </a:xfrm>
          <a:prstGeom prst="rect">
            <a:avLst/>
          </a:prstGeom>
          <a:noFill/>
          <a:ln>
            <a:noFill/>
          </a:ln>
        </p:spPr>
        <p:txBody>
          <a:bodyPr spcFirstLastPara="1" wrap="square" lIns="91425" tIns="0" rIns="0" bIns="0" anchor="t" anchorCtr="0">
            <a:spAutoFit/>
          </a:bodyPr>
          <a:lstStyle/>
          <a:p>
            <a:pPr marL="0" lvl="0" indent="0" algn="l" rtl="0">
              <a:spcBef>
                <a:spcPts val="0"/>
              </a:spcBef>
              <a:spcAft>
                <a:spcPts val="0"/>
              </a:spcAft>
              <a:buClr>
                <a:schemeClr val="dk1"/>
              </a:buClr>
              <a:buSzPts val="1100"/>
              <a:buFont typeface="Arial"/>
              <a:buNone/>
            </a:pPr>
            <a:r>
              <a:rPr lang="en" sz="800" b="1">
                <a:solidFill>
                  <a:schemeClr val="dk1"/>
                </a:solidFill>
                <a:latin typeface="IBM Plex Sans"/>
                <a:ea typeface="IBM Plex Sans"/>
                <a:cs typeface="IBM Plex Sans"/>
                <a:sym typeface="IBM Plex Sans"/>
              </a:rPr>
              <a:t>Zeebe Workflow &amp; Decision Engine</a:t>
            </a:r>
            <a:br>
              <a:rPr lang="en" sz="800" b="1">
                <a:solidFill>
                  <a:schemeClr val="dk1"/>
                </a:solidFill>
                <a:latin typeface="IBM Plex Sans"/>
                <a:ea typeface="IBM Plex Sans"/>
                <a:cs typeface="IBM Plex Sans"/>
                <a:sym typeface="IBM Plex Sans"/>
              </a:rPr>
            </a:br>
            <a:r>
              <a:rPr lang="en" sz="600">
                <a:solidFill>
                  <a:schemeClr val="dk1"/>
                </a:solidFill>
                <a:latin typeface="IBM Plex Sans"/>
                <a:ea typeface="IBM Plex Sans"/>
                <a:cs typeface="IBM Plex Sans"/>
                <a:sym typeface="IBM Plex Sans"/>
              </a:rPr>
              <a:t>Cloud-native event streaming for </a:t>
            </a:r>
            <a:br>
              <a:rPr lang="en" sz="600">
                <a:solidFill>
                  <a:schemeClr val="dk1"/>
                </a:solidFill>
                <a:latin typeface="IBM Plex Sans"/>
                <a:ea typeface="IBM Plex Sans"/>
                <a:cs typeface="IBM Plex Sans"/>
                <a:sym typeface="IBM Plex Sans"/>
              </a:rPr>
            </a:br>
            <a:r>
              <a:rPr lang="en" sz="600">
                <a:solidFill>
                  <a:schemeClr val="dk1"/>
                </a:solidFill>
                <a:latin typeface="IBM Plex Sans"/>
                <a:ea typeface="IBM Plex Sans"/>
                <a:cs typeface="IBM Plex Sans"/>
                <a:sym typeface="IBM Plex Sans"/>
              </a:rPr>
              <a:t>unparalleled scale and resilience.</a:t>
            </a:r>
            <a:endParaRPr sz="800" b="1">
              <a:solidFill>
                <a:schemeClr val="dk1"/>
              </a:solidFill>
              <a:latin typeface="IBM Plex Sans"/>
              <a:ea typeface="IBM Plex Sans"/>
              <a:cs typeface="IBM Plex Sans"/>
              <a:sym typeface="IBM Plex Sans"/>
            </a:endParaRPr>
          </a:p>
        </p:txBody>
      </p:sp>
      <p:sp>
        <p:nvSpPr>
          <p:cNvPr id="6085" name="Google Shape;6085;p470"/>
          <p:cNvSpPr txBox="1"/>
          <p:nvPr/>
        </p:nvSpPr>
        <p:spPr>
          <a:xfrm>
            <a:off x="5149227" y="3327751"/>
            <a:ext cx="961800" cy="123000"/>
          </a:xfrm>
          <a:prstGeom prst="rect">
            <a:avLst/>
          </a:prstGeom>
          <a:noFill/>
          <a:ln>
            <a:noFill/>
          </a:ln>
        </p:spPr>
        <p:txBody>
          <a:bodyPr spcFirstLastPara="1" wrap="square" lIns="91425" tIns="0" rIns="0" bIns="0" anchor="t" anchorCtr="0">
            <a:spAutoFit/>
          </a:bodyPr>
          <a:lstStyle/>
          <a:p>
            <a:pPr marL="0" lvl="0" indent="0" algn="l" rtl="0">
              <a:spcBef>
                <a:spcPts val="0"/>
              </a:spcBef>
              <a:spcAft>
                <a:spcPts val="0"/>
              </a:spcAft>
              <a:buNone/>
            </a:pPr>
            <a:r>
              <a:rPr lang="en" sz="800" b="1">
                <a:solidFill>
                  <a:schemeClr val="dk1"/>
                </a:solidFill>
                <a:latin typeface="IBM Plex Sans"/>
                <a:ea typeface="IBM Plex Sans"/>
                <a:cs typeface="IBM Plex Sans"/>
                <a:sym typeface="IBM Plex Sans"/>
              </a:rPr>
              <a:t>Tasklist</a:t>
            </a:r>
            <a:endParaRPr sz="800" b="1">
              <a:solidFill>
                <a:schemeClr val="dk1"/>
              </a:solidFill>
              <a:latin typeface="IBM Plex Sans"/>
              <a:ea typeface="IBM Plex Sans"/>
              <a:cs typeface="IBM Plex Sans"/>
              <a:sym typeface="IBM Plex Sans"/>
            </a:endParaRPr>
          </a:p>
        </p:txBody>
      </p:sp>
      <p:sp>
        <p:nvSpPr>
          <p:cNvPr id="6086" name="Google Shape;6086;p470"/>
          <p:cNvSpPr txBox="1"/>
          <p:nvPr/>
        </p:nvSpPr>
        <p:spPr>
          <a:xfrm>
            <a:off x="5149227" y="2822026"/>
            <a:ext cx="961800" cy="123000"/>
          </a:xfrm>
          <a:prstGeom prst="rect">
            <a:avLst/>
          </a:prstGeom>
          <a:noFill/>
          <a:ln>
            <a:noFill/>
          </a:ln>
        </p:spPr>
        <p:txBody>
          <a:bodyPr spcFirstLastPara="1" wrap="square" lIns="91425" tIns="0" rIns="0" bIns="0" anchor="t" anchorCtr="0">
            <a:spAutoFit/>
          </a:bodyPr>
          <a:lstStyle/>
          <a:p>
            <a:pPr marL="0" lvl="0" indent="0" algn="l" rtl="0">
              <a:spcBef>
                <a:spcPts val="0"/>
              </a:spcBef>
              <a:spcAft>
                <a:spcPts val="0"/>
              </a:spcAft>
              <a:buNone/>
            </a:pPr>
            <a:r>
              <a:rPr lang="en" sz="800" b="1">
                <a:solidFill>
                  <a:schemeClr val="dk1"/>
                </a:solidFill>
                <a:latin typeface="IBM Plex Sans"/>
                <a:ea typeface="IBM Plex Sans"/>
                <a:cs typeface="IBM Plex Sans"/>
                <a:sym typeface="IBM Plex Sans"/>
              </a:rPr>
              <a:t>Operate</a:t>
            </a:r>
            <a:endParaRPr sz="800" b="1">
              <a:solidFill>
                <a:schemeClr val="dk1"/>
              </a:solidFill>
              <a:latin typeface="IBM Plex Sans"/>
              <a:ea typeface="IBM Plex Sans"/>
              <a:cs typeface="IBM Plex Sans"/>
              <a:sym typeface="IBM Plex Sans"/>
            </a:endParaRPr>
          </a:p>
        </p:txBody>
      </p:sp>
      <p:sp>
        <p:nvSpPr>
          <p:cNvPr id="6087" name="Google Shape;6087;p470"/>
          <p:cNvSpPr/>
          <p:nvPr/>
        </p:nvSpPr>
        <p:spPr>
          <a:xfrm rot="10800000">
            <a:off x="5017869" y="1809781"/>
            <a:ext cx="1341900" cy="42900"/>
          </a:xfrm>
          <a:prstGeom prst="rect">
            <a:avLst/>
          </a:prstGeom>
          <a:solidFill>
            <a:srgbClr val="0072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88" name="Google Shape;6088;p470"/>
          <p:cNvSpPr txBox="1"/>
          <p:nvPr/>
        </p:nvSpPr>
        <p:spPr>
          <a:xfrm>
            <a:off x="4938625" y="1272556"/>
            <a:ext cx="1028700" cy="369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200">
                <a:solidFill>
                  <a:schemeClr val="dk1"/>
                </a:solidFill>
                <a:latin typeface="IBM Plex Sans"/>
                <a:ea typeface="IBM Plex Sans"/>
                <a:cs typeface="IBM Plex Sans"/>
                <a:sym typeface="IBM Plex Sans"/>
              </a:rPr>
              <a:t>Automate</a:t>
            </a:r>
            <a:endParaRPr sz="1200">
              <a:solidFill>
                <a:schemeClr val="dk1"/>
              </a:solidFill>
              <a:latin typeface="IBM Plex Sans"/>
              <a:ea typeface="IBM Plex Sans"/>
              <a:cs typeface="IBM Plex Sans"/>
              <a:sym typeface="IBM Plex Sans"/>
            </a:endParaRPr>
          </a:p>
        </p:txBody>
      </p:sp>
      <p:cxnSp>
        <p:nvCxnSpPr>
          <p:cNvPr id="6089" name="Google Shape;6089;p470"/>
          <p:cNvCxnSpPr>
            <a:stCxn id="6088" idx="1"/>
            <a:endCxn id="6088" idx="1"/>
          </p:cNvCxnSpPr>
          <p:nvPr/>
        </p:nvCxnSpPr>
        <p:spPr>
          <a:xfrm>
            <a:off x="4938625" y="1457206"/>
            <a:ext cx="0" cy="0"/>
          </a:xfrm>
          <a:prstGeom prst="straightConnector1">
            <a:avLst/>
          </a:prstGeom>
          <a:noFill/>
          <a:ln w="9525" cap="flat" cmpd="sng">
            <a:solidFill>
              <a:schemeClr val="lt1"/>
            </a:solidFill>
            <a:prstDash val="solid"/>
            <a:round/>
            <a:headEnd type="none" w="med" len="med"/>
            <a:tailEnd type="none" w="med" len="med"/>
          </a:ln>
        </p:spPr>
      </p:cxnSp>
      <p:sp>
        <p:nvSpPr>
          <p:cNvPr id="6090" name="Google Shape;6090;p470"/>
          <p:cNvSpPr txBox="1"/>
          <p:nvPr/>
        </p:nvSpPr>
        <p:spPr>
          <a:xfrm>
            <a:off x="4929100" y="1490750"/>
            <a:ext cx="1929900" cy="369300"/>
          </a:xfrm>
          <a:prstGeom prst="rect">
            <a:avLst/>
          </a:prstGeom>
          <a:noFill/>
          <a:ln>
            <a:noFill/>
          </a:ln>
        </p:spPr>
        <p:txBody>
          <a:bodyPr spcFirstLastPara="1" wrap="square" lIns="91425" tIns="91425" rIns="91425" bIns="91425" anchor="t" anchorCtr="0">
            <a:spAutoFit/>
          </a:bodyPr>
          <a:lstStyle/>
          <a:p>
            <a:pPr marL="12700" lvl="0" indent="0" algn="l" rtl="0">
              <a:spcBef>
                <a:spcPts val="0"/>
              </a:spcBef>
              <a:spcAft>
                <a:spcPts val="0"/>
              </a:spcAft>
              <a:buNone/>
            </a:pPr>
            <a:r>
              <a:rPr lang="en" sz="600">
                <a:solidFill>
                  <a:schemeClr val="dk1"/>
                </a:solidFill>
                <a:latin typeface="IBM Plex Sans"/>
                <a:ea typeface="IBM Plex Sans"/>
                <a:cs typeface="IBM Plex Sans"/>
                <a:sym typeface="IBM Plex Sans"/>
              </a:rPr>
              <a:t>Enterprise-grade automation. Built for today’s business complexity, loved by developers.</a:t>
            </a:r>
            <a:endParaRPr sz="600">
              <a:solidFill>
                <a:schemeClr val="dk1"/>
              </a:solidFill>
              <a:latin typeface="IBM Plex Sans"/>
              <a:ea typeface="IBM Plex Sans"/>
              <a:cs typeface="IBM Plex Sans"/>
              <a:sym typeface="IBM Plex Sans"/>
            </a:endParaRPr>
          </a:p>
        </p:txBody>
      </p:sp>
      <p:sp>
        <p:nvSpPr>
          <p:cNvPr id="6091" name="Google Shape;6091;p470"/>
          <p:cNvSpPr txBox="1"/>
          <p:nvPr/>
        </p:nvSpPr>
        <p:spPr>
          <a:xfrm>
            <a:off x="5149227" y="2959186"/>
            <a:ext cx="1418100" cy="184800"/>
          </a:xfrm>
          <a:prstGeom prst="rect">
            <a:avLst/>
          </a:prstGeom>
          <a:noFill/>
          <a:ln>
            <a:noFill/>
          </a:ln>
        </p:spPr>
        <p:txBody>
          <a:bodyPr spcFirstLastPara="1" wrap="square" lIns="91425" tIns="0" rIns="0" bIns="0" anchor="t" anchorCtr="0">
            <a:spAutoFit/>
          </a:bodyPr>
          <a:lstStyle/>
          <a:p>
            <a:pPr marL="0" lvl="0" indent="0" algn="l" rtl="0">
              <a:spcBef>
                <a:spcPts val="0"/>
              </a:spcBef>
              <a:spcAft>
                <a:spcPts val="0"/>
              </a:spcAft>
              <a:buNone/>
            </a:pPr>
            <a:r>
              <a:rPr lang="en" sz="600">
                <a:solidFill>
                  <a:schemeClr val="dk1"/>
                </a:solidFill>
                <a:latin typeface="IBM Plex Sans"/>
                <a:ea typeface="IBM Plex Sans"/>
                <a:cs typeface="IBM Plex Sans"/>
                <a:sym typeface="IBM Plex Sans"/>
              </a:rPr>
              <a:t>Manage and troubleshoot processes with one model for management.</a:t>
            </a:r>
            <a:endParaRPr>
              <a:solidFill>
                <a:schemeClr val="dk1"/>
              </a:solidFill>
            </a:endParaRPr>
          </a:p>
        </p:txBody>
      </p:sp>
      <p:sp>
        <p:nvSpPr>
          <p:cNvPr id="6092" name="Google Shape;6092;p470"/>
          <p:cNvSpPr txBox="1"/>
          <p:nvPr/>
        </p:nvSpPr>
        <p:spPr>
          <a:xfrm>
            <a:off x="5149227" y="3464892"/>
            <a:ext cx="1418100" cy="184800"/>
          </a:xfrm>
          <a:prstGeom prst="rect">
            <a:avLst/>
          </a:prstGeom>
          <a:noFill/>
          <a:ln>
            <a:noFill/>
          </a:ln>
        </p:spPr>
        <p:txBody>
          <a:bodyPr spcFirstLastPara="1" wrap="square" lIns="91425" tIns="0" rIns="0" bIns="0" anchor="t" anchorCtr="0">
            <a:spAutoFit/>
          </a:bodyPr>
          <a:lstStyle/>
          <a:p>
            <a:pPr marL="0" lvl="0" indent="0" algn="l" rtl="0">
              <a:spcBef>
                <a:spcPts val="0"/>
              </a:spcBef>
              <a:spcAft>
                <a:spcPts val="0"/>
              </a:spcAft>
              <a:buNone/>
            </a:pPr>
            <a:r>
              <a:rPr lang="en" sz="600">
                <a:solidFill>
                  <a:schemeClr val="dk1"/>
                </a:solidFill>
                <a:latin typeface="IBM Plex Sans"/>
                <a:ea typeface="IBM Plex Sans"/>
                <a:cs typeface="IBM Plex Sans"/>
                <a:sym typeface="IBM Plex Sans"/>
              </a:rPr>
              <a:t>Web app for tasks that must be handled by knowledge workers.</a:t>
            </a:r>
            <a:endParaRPr sz="600">
              <a:solidFill>
                <a:schemeClr val="dk1"/>
              </a:solidFill>
              <a:latin typeface="IBM Plex Sans"/>
              <a:ea typeface="IBM Plex Sans"/>
              <a:cs typeface="IBM Plex Sans"/>
              <a:sym typeface="IBM Plex Sans"/>
            </a:endParaRPr>
          </a:p>
        </p:txBody>
      </p:sp>
      <p:sp>
        <p:nvSpPr>
          <p:cNvPr id="6093" name="Google Shape;6093;p470"/>
          <p:cNvSpPr txBox="1"/>
          <p:nvPr/>
        </p:nvSpPr>
        <p:spPr>
          <a:xfrm>
            <a:off x="7084975" y="1353785"/>
            <a:ext cx="1555500" cy="184800"/>
          </a:xfrm>
          <a:prstGeom prst="rect">
            <a:avLst/>
          </a:prstGeom>
          <a:noFill/>
          <a:ln>
            <a:noFill/>
          </a:ln>
        </p:spPr>
        <p:txBody>
          <a:bodyPr spcFirstLastPara="1" wrap="square" lIns="91425" tIns="0" rIns="0" bIns="0" anchor="t" anchorCtr="0">
            <a:spAutoFit/>
          </a:bodyPr>
          <a:lstStyle/>
          <a:p>
            <a:pPr marL="0" lvl="0" indent="0" algn="l" rtl="0">
              <a:spcBef>
                <a:spcPts val="0"/>
              </a:spcBef>
              <a:spcAft>
                <a:spcPts val="0"/>
              </a:spcAft>
              <a:buNone/>
            </a:pPr>
            <a:r>
              <a:rPr lang="en" sz="1200">
                <a:solidFill>
                  <a:schemeClr val="dk1"/>
                </a:solidFill>
                <a:latin typeface="IBM Plex Sans"/>
                <a:ea typeface="IBM Plex Sans"/>
                <a:cs typeface="IBM Plex Sans"/>
                <a:sym typeface="IBM Plex Sans"/>
              </a:rPr>
              <a:t>Improve</a:t>
            </a:r>
            <a:endParaRPr sz="1200">
              <a:solidFill>
                <a:schemeClr val="dk1"/>
              </a:solidFill>
              <a:latin typeface="IBM Plex Sans"/>
              <a:ea typeface="IBM Plex Sans"/>
              <a:cs typeface="IBM Plex Sans"/>
              <a:sym typeface="IBM Plex Sans"/>
            </a:endParaRPr>
          </a:p>
        </p:txBody>
      </p:sp>
      <p:sp>
        <p:nvSpPr>
          <p:cNvPr id="6094" name="Google Shape;6094;p470"/>
          <p:cNvSpPr/>
          <p:nvPr/>
        </p:nvSpPr>
        <p:spPr>
          <a:xfrm rot="10800000">
            <a:off x="7158463" y="1816522"/>
            <a:ext cx="1280400" cy="429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95" name="Google Shape;6095;p470"/>
          <p:cNvSpPr txBox="1"/>
          <p:nvPr/>
        </p:nvSpPr>
        <p:spPr>
          <a:xfrm>
            <a:off x="7085162" y="1558772"/>
            <a:ext cx="1671600" cy="184800"/>
          </a:xfrm>
          <a:prstGeom prst="rect">
            <a:avLst/>
          </a:prstGeom>
          <a:noFill/>
          <a:ln>
            <a:noFill/>
          </a:ln>
        </p:spPr>
        <p:txBody>
          <a:bodyPr spcFirstLastPara="1" wrap="square" lIns="91425" tIns="0" rIns="0" bIns="0" anchor="t" anchorCtr="0">
            <a:spAutoFit/>
          </a:bodyPr>
          <a:lstStyle/>
          <a:p>
            <a:pPr marL="0" lvl="0" indent="0" algn="l" rtl="0">
              <a:spcBef>
                <a:spcPts val="0"/>
              </a:spcBef>
              <a:spcAft>
                <a:spcPts val="0"/>
              </a:spcAft>
              <a:buNone/>
            </a:pPr>
            <a:r>
              <a:rPr lang="en" sz="600">
                <a:solidFill>
                  <a:schemeClr val="dk1"/>
                </a:solidFill>
                <a:latin typeface="IBM Plex Sans"/>
                <a:ea typeface="IBM Plex Sans"/>
                <a:cs typeface="IBM Plex Sans"/>
                <a:sym typeface="IBM Plex Sans"/>
              </a:rPr>
              <a:t>Teams have the insights needed to fix the highest ROI problems for business processes.</a:t>
            </a:r>
            <a:endParaRPr sz="600">
              <a:solidFill>
                <a:schemeClr val="dk1"/>
              </a:solidFill>
              <a:latin typeface="IBM Plex Sans"/>
              <a:ea typeface="IBM Plex Sans"/>
              <a:cs typeface="IBM Plex Sans"/>
              <a:sym typeface="IBM Plex Sans"/>
            </a:endParaRPr>
          </a:p>
        </p:txBody>
      </p:sp>
      <p:sp>
        <p:nvSpPr>
          <p:cNvPr id="6096" name="Google Shape;6096;p470"/>
          <p:cNvSpPr txBox="1"/>
          <p:nvPr/>
        </p:nvSpPr>
        <p:spPr>
          <a:xfrm>
            <a:off x="7321802" y="1932375"/>
            <a:ext cx="1150800" cy="400200"/>
          </a:xfrm>
          <a:prstGeom prst="rect">
            <a:avLst/>
          </a:prstGeom>
          <a:noFill/>
          <a:ln>
            <a:noFill/>
          </a:ln>
        </p:spPr>
        <p:txBody>
          <a:bodyPr spcFirstLastPara="1" wrap="square" lIns="91425" tIns="0" rIns="0" bIns="0" anchor="t" anchorCtr="0">
            <a:spAutoFit/>
          </a:bodyPr>
          <a:lstStyle/>
          <a:p>
            <a:pPr marL="0" lvl="0" indent="0" algn="l" rtl="0">
              <a:spcBef>
                <a:spcPts val="0"/>
              </a:spcBef>
              <a:spcAft>
                <a:spcPts val="0"/>
              </a:spcAft>
              <a:buNone/>
            </a:pPr>
            <a:r>
              <a:rPr lang="en" sz="800" b="1">
                <a:solidFill>
                  <a:schemeClr val="dk1"/>
                </a:solidFill>
                <a:latin typeface="IBM Plex Sans"/>
                <a:ea typeface="IBM Plex Sans"/>
                <a:cs typeface="IBM Plex Sans"/>
                <a:sym typeface="IBM Plex Sans"/>
              </a:rPr>
              <a:t>Optimize</a:t>
            </a:r>
            <a:br>
              <a:rPr lang="en" sz="800" b="1">
                <a:solidFill>
                  <a:schemeClr val="dk1"/>
                </a:solidFill>
                <a:latin typeface="IBM Plex Sans"/>
                <a:ea typeface="IBM Plex Sans"/>
                <a:cs typeface="IBM Plex Sans"/>
                <a:sym typeface="IBM Plex Sans"/>
              </a:rPr>
            </a:br>
            <a:r>
              <a:rPr lang="en" sz="600">
                <a:solidFill>
                  <a:schemeClr val="dk1"/>
                </a:solidFill>
                <a:latin typeface="IBM Plex Sans"/>
                <a:ea typeface="IBM Plex Sans"/>
                <a:cs typeface="IBM Plex Sans"/>
                <a:sym typeface="IBM Plex Sans"/>
              </a:rPr>
              <a:t>Monitor KPIs and analyze performance with one model for visualization.</a:t>
            </a:r>
            <a:endParaRPr sz="800" b="1">
              <a:solidFill>
                <a:schemeClr val="dk1"/>
              </a:solidFill>
              <a:latin typeface="IBM Plex Sans"/>
              <a:ea typeface="IBM Plex Sans"/>
              <a:cs typeface="IBM Plex Sans"/>
              <a:sym typeface="IBM Plex Sans"/>
            </a:endParaRPr>
          </a:p>
        </p:txBody>
      </p:sp>
      <p:sp>
        <p:nvSpPr>
          <p:cNvPr id="6097" name="Google Shape;6097;p470"/>
          <p:cNvSpPr txBox="1"/>
          <p:nvPr/>
        </p:nvSpPr>
        <p:spPr>
          <a:xfrm>
            <a:off x="7465351" y="846350"/>
            <a:ext cx="509100" cy="1077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700">
                <a:solidFill>
                  <a:schemeClr val="dk1"/>
                </a:solidFill>
                <a:latin typeface="IBM Plex Sans Medium"/>
                <a:ea typeface="IBM Plex Sans Medium"/>
                <a:cs typeface="IBM Plex Sans Medium"/>
                <a:sym typeface="IBM Plex Sans Medium"/>
              </a:rPr>
              <a:t>AI enabled</a:t>
            </a:r>
            <a:endParaRPr sz="700">
              <a:solidFill>
                <a:schemeClr val="dk1"/>
              </a:solidFill>
              <a:latin typeface="IBM Plex Sans Medium"/>
              <a:ea typeface="IBM Plex Sans Medium"/>
              <a:cs typeface="IBM Plex Sans Medium"/>
              <a:sym typeface="IBM Plex Sans Medium"/>
            </a:endParaRPr>
          </a:p>
        </p:txBody>
      </p:sp>
      <p:sp>
        <p:nvSpPr>
          <p:cNvPr id="6098" name="Google Shape;6098;p470"/>
          <p:cNvSpPr txBox="1"/>
          <p:nvPr/>
        </p:nvSpPr>
        <p:spPr>
          <a:xfrm>
            <a:off x="5312720" y="2343407"/>
            <a:ext cx="1328100" cy="369300"/>
          </a:xfrm>
          <a:prstGeom prst="rect">
            <a:avLst/>
          </a:prstGeom>
          <a:noFill/>
          <a:ln>
            <a:noFill/>
          </a:ln>
        </p:spPr>
        <p:txBody>
          <a:bodyPr spcFirstLastPara="1" wrap="square" lIns="91425" tIns="0" rIns="0" bIns="0" anchor="t" anchorCtr="0">
            <a:spAutoFit/>
          </a:bodyPr>
          <a:lstStyle/>
          <a:p>
            <a:pPr marL="0" lvl="0" indent="0" algn="l" rtl="0">
              <a:spcBef>
                <a:spcPts val="0"/>
              </a:spcBef>
              <a:spcAft>
                <a:spcPts val="0"/>
              </a:spcAft>
              <a:buNone/>
            </a:pPr>
            <a:r>
              <a:rPr lang="en" sz="600" b="1">
                <a:solidFill>
                  <a:schemeClr val="dk1"/>
                </a:solidFill>
                <a:latin typeface="IBM Plex Sans"/>
                <a:ea typeface="IBM Plex Sans"/>
                <a:cs typeface="IBM Plex Sans"/>
                <a:sym typeface="IBM Plex Sans"/>
              </a:rPr>
              <a:t>Workers</a:t>
            </a:r>
            <a:br>
              <a:rPr lang="en" sz="600" b="1">
                <a:solidFill>
                  <a:schemeClr val="dk1"/>
                </a:solidFill>
                <a:latin typeface="IBM Plex Sans"/>
                <a:ea typeface="IBM Plex Sans"/>
                <a:cs typeface="IBM Plex Sans"/>
                <a:sym typeface="IBM Plex Sans"/>
              </a:rPr>
            </a:br>
            <a:r>
              <a:rPr lang="en" sz="600">
                <a:solidFill>
                  <a:schemeClr val="dk1"/>
                </a:solidFill>
                <a:latin typeface="IBM Plex Sans"/>
                <a:ea typeface="IBM Plex Sans"/>
                <a:cs typeface="IBM Plex Sans"/>
                <a:sym typeface="IBM Plex Sans"/>
              </a:rPr>
              <a:t>AI agents, connectors, RPA, document handling, IDP, and custom workers.    </a:t>
            </a:r>
            <a:endParaRPr sz="600" b="1">
              <a:solidFill>
                <a:schemeClr val="dk1"/>
              </a:solidFill>
              <a:latin typeface="IBM Plex Sans"/>
              <a:ea typeface="IBM Plex Sans"/>
              <a:cs typeface="IBM Plex Sans"/>
              <a:sym typeface="IBM Plex Sans"/>
            </a:endParaRPr>
          </a:p>
        </p:txBody>
      </p:sp>
      <p:sp>
        <p:nvSpPr>
          <p:cNvPr id="6099" name="Google Shape;6099;p470"/>
          <p:cNvSpPr txBox="1"/>
          <p:nvPr/>
        </p:nvSpPr>
        <p:spPr>
          <a:xfrm>
            <a:off x="602625" y="1356277"/>
            <a:ext cx="1845000" cy="184800"/>
          </a:xfrm>
          <a:prstGeom prst="rect">
            <a:avLst/>
          </a:prstGeom>
          <a:noFill/>
          <a:ln>
            <a:noFill/>
          </a:ln>
        </p:spPr>
        <p:txBody>
          <a:bodyPr spcFirstLastPara="1" wrap="square" lIns="91425" tIns="0" rIns="0" bIns="0" anchor="t" anchorCtr="0">
            <a:spAutoFit/>
          </a:bodyPr>
          <a:lstStyle/>
          <a:p>
            <a:pPr marL="0" lvl="0" indent="0" algn="l" rtl="0">
              <a:spcBef>
                <a:spcPts val="0"/>
              </a:spcBef>
              <a:spcAft>
                <a:spcPts val="0"/>
              </a:spcAft>
              <a:buNone/>
            </a:pPr>
            <a:r>
              <a:rPr lang="en" sz="1200">
                <a:solidFill>
                  <a:schemeClr val="dk1"/>
                </a:solidFill>
                <a:latin typeface="IBM Plex Sans"/>
                <a:ea typeface="IBM Plex Sans"/>
                <a:cs typeface="IBM Plex Sans"/>
                <a:sym typeface="IBM Plex Sans"/>
              </a:rPr>
              <a:t>Design &amp; Implement</a:t>
            </a:r>
            <a:endParaRPr sz="1200">
              <a:solidFill>
                <a:schemeClr val="dk1"/>
              </a:solidFill>
              <a:latin typeface="IBM Plex Sans"/>
              <a:ea typeface="IBM Plex Sans"/>
              <a:cs typeface="IBM Plex Sans"/>
              <a:sym typeface="IBM Plex Sans"/>
            </a:endParaRPr>
          </a:p>
        </p:txBody>
      </p:sp>
      <p:sp>
        <p:nvSpPr>
          <p:cNvPr id="6100" name="Google Shape;6100;p470"/>
          <p:cNvSpPr/>
          <p:nvPr/>
        </p:nvSpPr>
        <p:spPr>
          <a:xfrm rot="10800000">
            <a:off x="696589" y="1815767"/>
            <a:ext cx="1341900" cy="429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01" name="Google Shape;6101;p470"/>
          <p:cNvSpPr txBox="1"/>
          <p:nvPr/>
        </p:nvSpPr>
        <p:spPr>
          <a:xfrm>
            <a:off x="833814" y="1932375"/>
            <a:ext cx="1625100" cy="307800"/>
          </a:xfrm>
          <a:prstGeom prst="rect">
            <a:avLst/>
          </a:prstGeom>
          <a:noFill/>
          <a:ln>
            <a:noFill/>
          </a:ln>
        </p:spPr>
        <p:txBody>
          <a:bodyPr spcFirstLastPara="1" wrap="square" lIns="91425" tIns="0" rIns="0" bIns="0" anchor="t" anchorCtr="0">
            <a:spAutoFit/>
          </a:bodyPr>
          <a:lstStyle/>
          <a:p>
            <a:pPr marL="0" lvl="0" indent="0" algn="l" rtl="0">
              <a:spcBef>
                <a:spcPts val="0"/>
              </a:spcBef>
              <a:spcAft>
                <a:spcPts val="0"/>
              </a:spcAft>
              <a:buNone/>
            </a:pPr>
            <a:r>
              <a:rPr lang="en" sz="800" b="1">
                <a:solidFill>
                  <a:schemeClr val="dk1"/>
                </a:solidFill>
                <a:latin typeface="IBM Plex Sans"/>
                <a:ea typeface="IBM Plex Sans"/>
                <a:cs typeface="IBM Plex Sans"/>
                <a:sym typeface="IBM Plex Sans"/>
              </a:rPr>
              <a:t>Modeler</a:t>
            </a:r>
            <a:br>
              <a:rPr lang="en" sz="700" b="1">
                <a:solidFill>
                  <a:schemeClr val="dk1"/>
                </a:solidFill>
                <a:latin typeface="IBM Plex Sans"/>
                <a:ea typeface="IBM Plex Sans"/>
                <a:cs typeface="IBM Plex Sans"/>
                <a:sym typeface="IBM Plex Sans"/>
              </a:rPr>
            </a:br>
            <a:r>
              <a:rPr lang="en" sz="600">
                <a:solidFill>
                  <a:schemeClr val="dk1"/>
                </a:solidFill>
                <a:latin typeface="IBM Plex Sans"/>
                <a:ea typeface="IBM Plex Sans"/>
                <a:cs typeface="IBM Plex Sans"/>
                <a:sym typeface="IBM Plex Sans"/>
              </a:rPr>
              <a:t>Design BPMN process models and DMN decision tables, assisted by AI Copilots.</a:t>
            </a:r>
            <a:endParaRPr sz="700" b="1">
              <a:solidFill>
                <a:schemeClr val="dk1"/>
              </a:solidFill>
              <a:latin typeface="IBM Plex Sans"/>
              <a:ea typeface="IBM Plex Sans"/>
              <a:cs typeface="IBM Plex Sans"/>
              <a:sym typeface="IBM Plex Sans"/>
            </a:endParaRPr>
          </a:p>
        </p:txBody>
      </p:sp>
      <p:sp>
        <p:nvSpPr>
          <p:cNvPr id="6102" name="Google Shape;6102;p470"/>
          <p:cNvSpPr txBox="1"/>
          <p:nvPr/>
        </p:nvSpPr>
        <p:spPr>
          <a:xfrm>
            <a:off x="609375" y="1584877"/>
            <a:ext cx="1808400" cy="184800"/>
          </a:xfrm>
          <a:prstGeom prst="rect">
            <a:avLst/>
          </a:prstGeom>
          <a:noFill/>
          <a:ln>
            <a:noFill/>
          </a:ln>
        </p:spPr>
        <p:txBody>
          <a:bodyPr spcFirstLastPara="1" wrap="square" lIns="91425" tIns="0" rIns="0" bIns="0" anchor="t" anchorCtr="0">
            <a:spAutoFit/>
          </a:bodyPr>
          <a:lstStyle/>
          <a:p>
            <a:pPr marL="0" lvl="0" indent="0" algn="l" rtl="0">
              <a:spcBef>
                <a:spcPts val="0"/>
              </a:spcBef>
              <a:spcAft>
                <a:spcPts val="0"/>
              </a:spcAft>
              <a:buNone/>
            </a:pPr>
            <a:r>
              <a:rPr lang="en" sz="600">
                <a:solidFill>
                  <a:schemeClr val="dk1"/>
                </a:solidFill>
                <a:latin typeface="IBM Plex Sans"/>
                <a:ea typeface="IBM Plex Sans"/>
                <a:cs typeface="IBM Plex Sans"/>
                <a:sym typeface="IBM Plex Sans"/>
              </a:rPr>
              <a:t>Developers and business users collaborate to </a:t>
            </a:r>
            <a:br>
              <a:rPr lang="en" sz="600">
                <a:solidFill>
                  <a:schemeClr val="dk1"/>
                </a:solidFill>
                <a:latin typeface="IBM Plex Sans"/>
                <a:ea typeface="IBM Plex Sans"/>
                <a:cs typeface="IBM Plex Sans"/>
                <a:sym typeface="IBM Plex Sans"/>
              </a:rPr>
            </a:br>
            <a:r>
              <a:rPr lang="en" sz="600">
                <a:solidFill>
                  <a:schemeClr val="dk1"/>
                </a:solidFill>
                <a:latin typeface="IBM Plex Sans"/>
                <a:ea typeface="IBM Plex Sans"/>
                <a:cs typeface="IBM Plex Sans"/>
                <a:sym typeface="IBM Plex Sans"/>
              </a:rPr>
              <a:t>design processes, decisions, and forms.</a:t>
            </a:r>
            <a:endParaRPr sz="600" b="1">
              <a:solidFill>
                <a:schemeClr val="dk1"/>
              </a:solidFill>
              <a:latin typeface="IBM Plex Sans"/>
              <a:ea typeface="IBM Plex Sans"/>
              <a:cs typeface="IBM Plex Sans"/>
              <a:sym typeface="IBM Plex Sans"/>
            </a:endParaRPr>
          </a:p>
        </p:txBody>
      </p:sp>
      <p:sp>
        <p:nvSpPr>
          <p:cNvPr id="6103" name="Google Shape;6103;p470"/>
          <p:cNvSpPr txBox="1"/>
          <p:nvPr/>
        </p:nvSpPr>
        <p:spPr>
          <a:xfrm>
            <a:off x="976944" y="2311194"/>
            <a:ext cx="1280400" cy="277200"/>
          </a:xfrm>
          <a:prstGeom prst="rect">
            <a:avLst/>
          </a:prstGeom>
          <a:noFill/>
          <a:ln>
            <a:noFill/>
          </a:ln>
        </p:spPr>
        <p:txBody>
          <a:bodyPr spcFirstLastPara="1" wrap="square" lIns="91425" tIns="0" rIns="0" bIns="0" anchor="t" anchorCtr="0">
            <a:spAutoFit/>
          </a:bodyPr>
          <a:lstStyle/>
          <a:p>
            <a:pPr marL="0" lvl="0" indent="0" algn="l" rtl="0">
              <a:spcBef>
                <a:spcPts val="0"/>
              </a:spcBef>
              <a:spcAft>
                <a:spcPts val="0"/>
              </a:spcAft>
              <a:buNone/>
            </a:pPr>
            <a:r>
              <a:rPr lang="en" sz="600" b="1">
                <a:solidFill>
                  <a:schemeClr val="dk1"/>
                </a:solidFill>
                <a:latin typeface="IBM Plex Sans"/>
                <a:ea typeface="IBM Plex Sans"/>
                <a:cs typeface="IBM Plex Sans"/>
                <a:sym typeface="IBM Plex Sans"/>
              </a:rPr>
              <a:t>Integrated AI Agents</a:t>
            </a:r>
            <a:br>
              <a:rPr lang="en" sz="600" b="1">
                <a:solidFill>
                  <a:schemeClr val="dk1"/>
                </a:solidFill>
                <a:latin typeface="IBM Plex Sans"/>
                <a:ea typeface="IBM Plex Sans"/>
                <a:cs typeface="IBM Plex Sans"/>
                <a:sym typeface="IBM Plex Sans"/>
              </a:rPr>
            </a:br>
            <a:r>
              <a:rPr lang="en" sz="600">
                <a:solidFill>
                  <a:schemeClr val="dk1"/>
                </a:solidFill>
                <a:latin typeface="IBM Plex Sans"/>
                <a:ea typeface="IBM Plex Sans"/>
                <a:cs typeface="IBM Plex Sans"/>
                <a:sym typeface="IBM Plex Sans"/>
              </a:rPr>
              <a:t>Model, deploy &amp; manage AI agents alongside process models.</a:t>
            </a:r>
            <a:endParaRPr sz="600" b="1">
              <a:solidFill>
                <a:schemeClr val="dk1"/>
              </a:solidFill>
              <a:latin typeface="IBM Plex Sans"/>
              <a:ea typeface="IBM Plex Sans"/>
              <a:cs typeface="IBM Plex Sans"/>
              <a:sym typeface="IBM Plex Sans"/>
            </a:endParaRPr>
          </a:p>
        </p:txBody>
      </p:sp>
      <p:sp>
        <p:nvSpPr>
          <p:cNvPr id="6104" name="Google Shape;6104;p470"/>
          <p:cNvSpPr txBox="1"/>
          <p:nvPr/>
        </p:nvSpPr>
        <p:spPr>
          <a:xfrm>
            <a:off x="976946" y="2661888"/>
            <a:ext cx="1692000" cy="277200"/>
          </a:xfrm>
          <a:prstGeom prst="rect">
            <a:avLst/>
          </a:prstGeom>
          <a:noFill/>
          <a:ln>
            <a:noFill/>
          </a:ln>
        </p:spPr>
        <p:txBody>
          <a:bodyPr spcFirstLastPara="1" wrap="square" lIns="91425" tIns="0" rIns="0" bIns="0" anchor="t" anchorCtr="0">
            <a:spAutoFit/>
          </a:bodyPr>
          <a:lstStyle/>
          <a:p>
            <a:pPr marL="0" lvl="0" indent="0" algn="l" rtl="0">
              <a:spcBef>
                <a:spcPts val="0"/>
              </a:spcBef>
              <a:spcAft>
                <a:spcPts val="0"/>
              </a:spcAft>
              <a:buNone/>
            </a:pPr>
            <a:r>
              <a:rPr lang="en" sz="600" b="1">
                <a:solidFill>
                  <a:schemeClr val="dk1"/>
                </a:solidFill>
                <a:latin typeface="IBM Plex Sans"/>
                <a:ea typeface="IBM Plex Sans"/>
                <a:cs typeface="IBM Plex Sans"/>
                <a:sym typeface="IBM Plex Sans"/>
              </a:rPr>
              <a:t>Forms</a:t>
            </a:r>
            <a:br>
              <a:rPr lang="en" sz="600" b="1">
                <a:solidFill>
                  <a:schemeClr val="dk1"/>
                </a:solidFill>
                <a:latin typeface="IBM Plex Sans"/>
                <a:ea typeface="IBM Plex Sans"/>
                <a:cs typeface="IBM Plex Sans"/>
                <a:sym typeface="IBM Plex Sans"/>
              </a:rPr>
            </a:br>
            <a:r>
              <a:rPr lang="en" sz="600">
                <a:solidFill>
                  <a:schemeClr val="dk1"/>
                </a:solidFill>
                <a:latin typeface="IBM Plex Sans"/>
                <a:ea typeface="IBM Plex Sans"/>
                <a:cs typeface="IBM Plex Sans"/>
                <a:sym typeface="IBM Plex Sans"/>
              </a:rPr>
              <a:t>Drag &amp; drop  UI builder to capture data and guide user interactions across your processes.</a:t>
            </a:r>
            <a:endParaRPr sz="600" b="1">
              <a:solidFill>
                <a:schemeClr val="dk1"/>
              </a:solidFill>
              <a:latin typeface="IBM Plex Sans"/>
              <a:ea typeface="IBM Plex Sans"/>
              <a:cs typeface="IBM Plex Sans"/>
              <a:sym typeface="IBM Plex Sans"/>
            </a:endParaRPr>
          </a:p>
        </p:txBody>
      </p:sp>
      <p:sp>
        <p:nvSpPr>
          <p:cNvPr id="6105" name="Google Shape;6105;p470"/>
          <p:cNvSpPr txBox="1"/>
          <p:nvPr/>
        </p:nvSpPr>
        <p:spPr>
          <a:xfrm>
            <a:off x="976948" y="3012582"/>
            <a:ext cx="1872000" cy="277200"/>
          </a:xfrm>
          <a:prstGeom prst="rect">
            <a:avLst/>
          </a:prstGeom>
          <a:noFill/>
          <a:ln>
            <a:noFill/>
          </a:ln>
        </p:spPr>
        <p:txBody>
          <a:bodyPr spcFirstLastPara="1" wrap="square" lIns="91425" tIns="0" rIns="0" bIns="0" anchor="t" anchorCtr="0">
            <a:spAutoFit/>
          </a:bodyPr>
          <a:lstStyle/>
          <a:p>
            <a:pPr marL="0" lvl="0" indent="0" algn="l" rtl="0">
              <a:spcBef>
                <a:spcPts val="0"/>
              </a:spcBef>
              <a:spcAft>
                <a:spcPts val="0"/>
              </a:spcAft>
              <a:buNone/>
            </a:pPr>
            <a:r>
              <a:rPr lang="en" sz="600" b="1">
                <a:solidFill>
                  <a:schemeClr val="dk1"/>
                </a:solidFill>
                <a:latin typeface="IBM Plex Sans"/>
                <a:ea typeface="IBM Plex Sans"/>
                <a:cs typeface="IBM Plex Sans"/>
                <a:sym typeface="IBM Plex Sans"/>
              </a:rPr>
              <a:t>IDP</a:t>
            </a:r>
            <a:br>
              <a:rPr lang="en" sz="600" b="1">
                <a:solidFill>
                  <a:schemeClr val="dk1"/>
                </a:solidFill>
                <a:latin typeface="IBM Plex Sans"/>
                <a:ea typeface="IBM Plex Sans"/>
                <a:cs typeface="IBM Plex Sans"/>
                <a:sym typeface="IBM Plex Sans"/>
              </a:rPr>
            </a:br>
            <a:r>
              <a:rPr lang="en" sz="600">
                <a:solidFill>
                  <a:schemeClr val="dk1"/>
                </a:solidFill>
                <a:latin typeface="IBM Plex Sans"/>
                <a:ea typeface="IBM Plex Sans"/>
                <a:cs typeface="IBM Plex Sans"/>
                <a:sym typeface="IBM Plex Sans"/>
              </a:rPr>
              <a:t>Ingest, digitize, and process documents with AI to increase productivity and improve experiences.</a:t>
            </a:r>
            <a:endParaRPr sz="600" b="1">
              <a:solidFill>
                <a:schemeClr val="dk1"/>
              </a:solidFill>
              <a:latin typeface="IBM Plex Sans"/>
              <a:ea typeface="IBM Plex Sans"/>
              <a:cs typeface="IBM Plex Sans"/>
              <a:sym typeface="IBM Plex Sans"/>
            </a:endParaRPr>
          </a:p>
        </p:txBody>
      </p:sp>
      <p:sp>
        <p:nvSpPr>
          <p:cNvPr id="6106" name="Google Shape;6106;p470"/>
          <p:cNvSpPr txBox="1"/>
          <p:nvPr/>
        </p:nvSpPr>
        <p:spPr>
          <a:xfrm>
            <a:off x="976946" y="3363276"/>
            <a:ext cx="1902000" cy="277200"/>
          </a:xfrm>
          <a:prstGeom prst="rect">
            <a:avLst/>
          </a:prstGeom>
          <a:noFill/>
          <a:ln>
            <a:noFill/>
          </a:ln>
        </p:spPr>
        <p:txBody>
          <a:bodyPr spcFirstLastPara="1" wrap="square" lIns="91425" tIns="0" rIns="0" bIns="0" anchor="t" anchorCtr="0">
            <a:spAutoFit/>
          </a:bodyPr>
          <a:lstStyle/>
          <a:p>
            <a:pPr marL="0" lvl="0" indent="0" algn="l" rtl="0">
              <a:spcBef>
                <a:spcPts val="0"/>
              </a:spcBef>
              <a:spcAft>
                <a:spcPts val="0"/>
              </a:spcAft>
              <a:buNone/>
            </a:pPr>
            <a:r>
              <a:rPr lang="en" sz="600" b="1">
                <a:solidFill>
                  <a:schemeClr val="dk1"/>
                </a:solidFill>
                <a:latin typeface="IBM Plex Sans"/>
                <a:ea typeface="IBM Plex Sans"/>
                <a:cs typeface="IBM Plex Sans"/>
                <a:sym typeface="IBM Plex Sans"/>
              </a:rPr>
              <a:t>RPA</a:t>
            </a:r>
            <a:br>
              <a:rPr lang="en" sz="600" b="1">
                <a:solidFill>
                  <a:schemeClr val="dk1"/>
                </a:solidFill>
                <a:latin typeface="IBM Plex Sans"/>
                <a:ea typeface="IBM Plex Sans"/>
                <a:cs typeface="IBM Plex Sans"/>
                <a:sym typeface="IBM Plex Sans"/>
              </a:rPr>
            </a:br>
            <a:r>
              <a:rPr lang="en" sz="600">
                <a:solidFill>
                  <a:schemeClr val="dk1"/>
                </a:solidFill>
                <a:latin typeface="IBM Plex Sans"/>
                <a:ea typeface="IBM Plex Sans"/>
                <a:cs typeface="IBM Plex Sans"/>
                <a:sym typeface="IBM Plex Sans"/>
              </a:rPr>
              <a:t>Integrated RPA helps bridge the gap between legacy and AI for applications lacking API connectivity.</a:t>
            </a:r>
            <a:endParaRPr sz="600" b="1">
              <a:solidFill>
                <a:schemeClr val="dk1"/>
              </a:solidFill>
              <a:latin typeface="IBM Plex Sans"/>
              <a:ea typeface="IBM Plex Sans"/>
              <a:cs typeface="IBM Plex Sans"/>
              <a:sym typeface="IBM Plex Sans"/>
            </a:endParaRPr>
          </a:p>
        </p:txBody>
      </p:sp>
      <p:sp>
        <p:nvSpPr>
          <p:cNvPr id="6107" name="Google Shape;6107;p470"/>
          <p:cNvSpPr txBox="1"/>
          <p:nvPr/>
        </p:nvSpPr>
        <p:spPr>
          <a:xfrm>
            <a:off x="976947" y="3713970"/>
            <a:ext cx="1872000" cy="277200"/>
          </a:xfrm>
          <a:prstGeom prst="rect">
            <a:avLst/>
          </a:prstGeom>
          <a:noFill/>
          <a:ln>
            <a:noFill/>
          </a:ln>
        </p:spPr>
        <p:txBody>
          <a:bodyPr spcFirstLastPara="1" wrap="square" lIns="91425" tIns="0" rIns="0" bIns="0" anchor="t" anchorCtr="0">
            <a:spAutoFit/>
          </a:bodyPr>
          <a:lstStyle/>
          <a:p>
            <a:pPr marL="0" lvl="0" indent="0" algn="l" rtl="0">
              <a:spcBef>
                <a:spcPts val="0"/>
              </a:spcBef>
              <a:spcAft>
                <a:spcPts val="0"/>
              </a:spcAft>
              <a:buNone/>
            </a:pPr>
            <a:r>
              <a:rPr lang="en" sz="600" b="1">
                <a:solidFill>
                  <a:schemeClr val="dk1"/>
                </a:solidFill>
                <a:latin typeface="IBM Plex Sans"/>
                <a:ea typeface="IBM Plex Sans"/>
                <a:cs typeface="IBM Plex Sans"/>
                <a:sym typeface="IBM Plex Sans"/>
              </a:rPr>
              <a:t>Connectors &amp; Marketplace</a:t>
            </a:r>
            <a:br>
              <a:rPr lang="en" sz="600" b="1">
                <a:solidFill>
                  <a:schemeClr val="dk1"/>
                </a:solidFill>
                <a:latin typeface="IBM Plex Sans"/>
                <a:ea typeface="IBM Plex Sans"/>
                <a:cs typeface="IBM Plex Sans"/>
                <a:sym typeface="IBM Plex Sans"/>
              </a:rPr>
            </a:br>
            <a:r>
              <a:rPr lang="en" sz="600">
                <a:solidFill>
                  <a:schemeClr val="dk1"/>
                </a:solidFill>
                <a:latin typeface="IBM Plex Sans"/>
                <a:ea typeface="IBM Plex Sans"/>
                <a:cs typeface="IBM Plex Sans"/>
                <a:sym typeface="IBM Plex Sans"/>
              </a:rPr>
              <a:t>Integrate and operationalize connectivity across all systems and LLMs.</a:t>
            </a:r>
            <a:endParaRPr sz="600">
              <a:solidFill>
                <a:schemeClr val="dk1"/>
              </a:solidFill>
              <a:latin typeface="IBM Plex Sans"/>
              <a:ea typeface="IBM Plex Sans"/>
              <a:cs typeface="IBM Plex Sans"/>
              <a:sym typeface="IBM Plex Sans"/>
            </a:endParaRPr>
          </a:p>
        </p:txBody>
      </p:sp>
      <p:sp>
        <p:nvSpPr>
          <p:cNvPr id="6108" name="Google Shape;6108;p470"/>
          <p:cNvSpPr txBox="1"/>
          <p:nvPr/>
        </p:nvSpPr>
        <p:spPr>
          <a:xfrm>
            <a:off x="6707128" y="4351919"/>
            <a:ext cx="1375800" cy="184800"/>
          </a:xfrm>
          <a:prstGeom prst="rect">
            <a:avLst/>
          </a:prstGeom>
          <a:noFill/>
          <a:ln>
            <a:noFill/>
          </a:ln>
        </p:spPr>
        <p:txBody>
          <a:bodyPr spcFirstLastPara="1" wrap="square" lIns="91425" tIns="0" rIns="0" bIns="0" anchor="t" anchorCtr="0">
            <a:spAutoFit/>
          </a:bodyPr>
          <a:lstStyle/>
          <a:p>
            <a:pPr marL="0" lvl="0" indent="0" algn="l" rtl="0">
              <a:spcBef>
                <a:spcPts val="0"/>
              </a:spcBef>
              <a:spcAft>
                <a:spcPts val="0"/>
              </a:spcAft>
              <a:buNone/>
            </a:pPr>
            <a:r>
              <a:rPr lang="en" sz="1200">
                <a:solidFill>
                  <a:schemeClr val="dk1"/>
                </a:solidFill>
                <a:latin typeface="IBM Plex Sans"/>
                <a:ea typeface="IBM Plex Sans"/>
                <a:cs typeface="IBM Plex Sans"/>
                <a:sym typeface="IBM Plex Sans"/>
              </a:rPr>
              <a:t>Extend               </a:t>
            </a:r>
            <a:endParaRPr sz="1200">
              <a:solidFill>
                <a:schemeClr val="dk1"/>
              </a:solidFill>
              <a:latin typeface="IBM Plex Sans"/>
              <a:ea typeface="IBM Plex Sans"/>
              <a:cs typeface="IBM Plex Sans"/>
              <a:sym typeface="IBM Plex Sans"/>
            </a:endParaRPr>
          </a:p>
        </p:txBody>
      </p:sp>
      <p:sp>
        <p:nvSpPr>
          <p:cNvPr id="6109" name="Google Shape;6109;p470"/>
          <p:cNvSpPr/>
          <p:nvPr/>
        </p:nvSpPr>
        <p:spPr>
          <a:xfrm rot="10800000">
            <a:off x="6792846" y="4843963"/>
            <a:ext cx="1341900" cy="42900"/>
          </a:xfrm>
          <a:prstGeom prst="rect">
            <a:avLst/>
          </a:prstGeom>
          <a:solidFill>
            <a:srgbClr val="FFC6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t> </a:t>
            </a:r>
            <a:endParaRPr/>
          </a:p>
        </p:txBody>
      </p:sp>
      <p:sp>
        <p:nvSpPr>
          <p:cNvPr id="6110" name="Google Shape;6110;p470"/>
          <p:cNvSpPr txBox="1"/>
          <p:nvPr/>
        </p:nvSpPr>
        <p:spPr>
          <a:xfrm>
            <a:off x="6707128" y="4598467"/>
            <a:ext cx="1808400" cy="184800"/>
          </a:xfrm>
          <a:prstGeom prst="rect">
            <a:avLst/>
          </a:prstGeom>
          <a:noFill/>
          <a:ln>
            <a:noFill/>
          </a:ln>
        </p:spPr>
        <p:txBody>
          <a:bodyPr spcFirstLastPara="1" wrap="square" lIns="91425" tIns="0" rIns="0" bIns="0" anchor="t" anchorCtr="0">
            <a:spAutoFit/>
          </a:bodyPr>
          <a:lstStyle/>
          <a:p>
            <a:pPr marL="12700" lvl="0" indent="0" algn="l" rtl="0">
              <a:spcBef>
                <a:spcPts val="0"/>
              </a:spcBef>
              <a:spcAft>
                <a:spcPts val="0"/>
              </a:spcAft>
              <a:buNone/>
            </a:pPr>
            <a:r>
              <a:rPr lang="en" sz="600">
                <a:solidFill>
                  <a:schemeClr val="dk1"/>
                </a:solidFill>
                <a:latin typeface="IBM Plex Sans"/>
                <a:ea typeface="IBM Plex Sans"/>
                <a:cs typeface="IBM Plex Sans"/>
                <a:sym typeface="IBM Plex Sans"/>
              </a:rPr>
              <a:t>Complete library of SDKs and APIs to integrate and  extend process applications.</a:t>
            </a:r>
            <a:endParaRPr sz="600">
              <a:solidFill>
                <a:schemeClr val="dk1"/>
              </a:solidFill>
              <a:latin typeface="IBM Plex Sans"/>
              <a:ea typeface="IBM Plex Sans"/>
              <a:cs typeface="IBM Plex Sans"/>
              <a:sym typeface="IBM Plex Sans"/>
            </a:endParaRPr>
          </a:p>
        </p:txBody>
      </p:sp>
      <p:sp>
        <p:nvSpPr>
          <p:cNvPr id="6111" name="Google Shape;6111;p470"/>
          <p:cNvSpPr txBox="1"/>
          <p:nvPr/>
        </p:nvSpPr>
        <p:spPr>
          <a:xfrm>
            <a:off x="5063482" y="4385502"/>
            <a:ext cx="1089600" cy="123000"/>
          </a:xfrm>
          <a:prstGeom prst="rect">
            <a:avLst/>
          </a:prstGeom>
          <a:noFill/>
          <a:ln>
            <a:noFill/>
          </a:ln>
        </p:spPr>
        <p:txBody>
          <a:bodyPr spcFirstLastPara="1" wrap="square" lIns="91425" tIns="0" rIns="0" bIns="0" anchor="t" anchorCtr="0">
            <a:spAutoFit/>
          </a:bodyPr>
          <a:lstStyle/>
          <a:p>
            <a:pPr marL="0" lvl="0" indent="0" algn="l" rtl="0">
              <a:spcBef>
                <a:spcPts val="0"/>
              </a:spcBef>
              <a:spcAft>
                <a:spcPts val="0"/>
              </a:spcAft>
              <a:buNone/>
            </a:pPr>
            <a:r>
              <a:rPr lang="en" sz="800" b="1">
                <a:solidFill>
                  <a:schemeClr val="dk1"/>
                </a:solidFill>
                <a:latin typeface="IBM Plex Sans"/>
                <a:ea typeface="IBM Plex Sans"/>
                <a:cs typeface="IBM Plex Sans"/>
                <a:sym typeface="IBM Plex Sans"/>
              </a:rPr>
              <a:t>Enterprise SSO</a:t>
            </a:r>
            <a:endParaRPr sz="800" b="1">
              <a:solidFill>
                <a:schemeClr val="dk1"/>
              </a:solidFill>
              <a:latin typeface="IBM Plex Sans"/>
              <a:ea typeface="IBM Plex Sans"/>
              <a:cs typeface="IBM Plex Sans"/>
              <a:sym typeface="IBM Plex Sans"/>
            </a:endParaRPr>
          </a:p>
        </p:txBody>
      </p:sp>
      <p:sp>
        <p:nvSpPr>
          <p:cNvPr id="6112" name="Google Shape;6112;p470"/>
          <p:cNvSpPr txBox="1"/>
          <p:nvPr/>
        </p:nvSpPr>
        <p:spPr>
          <a:xfrm>
            <a:off x="5061849" y="4529807"/>
            <a:ext cx="1341900" cy="369300"/>
          </a:xfrm>
          <a:prstGeom prst="rect">
            <a:avLst/>
          </a:prstGeom>
          <a:noFill/>
          <a:ln>
            <a:noFill/>
          </a:ln>
        </p:spPr>
        <p:txBody>
          <a:bodyPr spcFirstLastPara="1" wrap="square" lIns="91425" tIns="0" rIns="0" bIns="0" anchor="t" anchorCtr="0">
            <a:spAutoFit/>
          </a:bodyPr>
          <a:lstStyle/>
          <a:p>
            <a:pPr marL="0" lvl="0" indent="0" algn="l" rtl="0">
              <a:spcBef>
                <a:spcPts val="0"/>
              </a:spcBef>
              <a:spcAft>
                <a:spcPts val="0"/>
              </a:spcAft>
              <a:buNone/>
            </a:pPr>
            <a:r>
              <a:rPr lang="en" sz="600">
                <a:solidFill>
                  <a:schemeClr val="dk1"/>
                </a:solidFill>
                <a:latin typeface="IBM Plex Sans"/>
                <a:ea typeface="IBM Plex Sans"/>
                <a:cs typeface="IBM Plex Sans"/>
                <a:sym typeface="IBM Plex Sans"/>
              </a:rPr>
              <a:t>Enterprise single sign-on for consistent authentication and secure user access across your entire organization.</a:t>
            </a:r>
            <a:endParaRPr>
              <a:solidFill>
                <a:schemeClr val="dk1"/>
              </a:solidFill>
            </a:endParaRPr>
          </a:p>
        </p:txBody>
      </p:sp>
      <p:grpSp>
        <p:nvGrpSpPr>
          <p:cNvPr id="6113" name="Google Shape;6113;p470"/>
          <p:cNvGrpSpPr/>
          <p:nvPr/>
        </p:nvGrpSpPr>
        <p:grpSpPr>
          <a:xfrm>
            <a:off x="3085125" y="2491308"/>
            <a:ext cx="1625100" cy="321942"/>
            <a:chOff x="5215144" y="1600200"/>
            <a:chExt cx="1625100" cy="321942"/>
          </a:xfrm>
        </p:grpSpPr>
        <p:sp>
          <p:nvSpPr>
            <p:cNvPr id="6114" name="Google Shape;6114;p470"/>
            <p:cNvSpPr txBox="1"/>
            <p:nvPr/>
          </p:nvSpPr>
          <p:spPr>
            <a:xfrm>
              <a:off x="5217575" y="1600200"/>
              <a:ext cx="1278600" cy="123000"/>
            </a:xfrm>
            <a:prstGeom prst="rect">
              <a:avLst/>
            </a:prstGeom>
            <a:noFill/>
            <a:ln>
              <a:noFill/>
            </a:ln>
          </p:spPr>
          <p:txBody>
            <a:bodyPr spcFirstLastPara="1" wrap="square" lIns="91425" tIns="0" rIns="0" bIns="0" anchor="t" anchorCtr="0">
              <a:spAutoFit/>
            </a:bodyPr>
            <a:lstStyle/>
            <a:p>
              <a:pPr marL="0" lvl="0" indent="0" algn="l" rtl="0">
                <a:spcBef>
                  <a:spcPts val="0"/>
                </a:spcBef>
                <a:spcAft>
                  <a:spcPts val="0"/>
                </a:spcAft>
                <a:buNone/>
              </a:pPr>
              <a:r>
                <a:rPr lang="en" sz="800" b="1">
                  <a:solidFill>
                    <a:schemeClr val="dk1"/>
                  </a:solidFill>
                  <a:latin typeface="IBM Plex Sans"/>
                  <a:ea typeface="IBM Plex Sans"/>
                  <a:cs typeface="IBM Plex Sans"/>
                  <a:sym typeface="IBM Plex Sans"/>
                </a:rPr>
                <a:t>CI/CD Integration</a:t>
              </a:r>
              <a:endParaRPr sz="800" b="1">
                <a:solidFill>
                  <a:schemeClr val="dk1"/>
                </a:solidFill>
                <a:latin typeface="IBM Plex Sans"/>
                <a:ea typeface="IBM Plex Sans"/>
                <a:cs typeface="IBM Plex Sans"/>
                <a:sym typeface="IBM Plex Sans"/>
              </a:endParaRPr>
            </a:p>
          </p:txBody>
        </p:sp>
        <p:sp>
          <p:nvSpPr>
            <p:cNvPr id="6115" name="Google Shape;6115;p470"/>
            <p:cNvSpPr txBox="1"/>
            <p:nvPr/>
          </p:nvSpPr>
          <p:spPr>
            <a:xfrm>
              <a:off x="5215144" y="1737342"/>
              <a:ext cx="1625100" cy="184800"/>
            </a:xfrm>
            <a:prstGeom prst="rect">
              <a:avLst/>
            </a:prstGeom>
            <a:noFill/>
            <a:ln>
              <a:noFill/>
            </a:ln>
          </p:spPr>
          <p:txBody>
            <a:bodyPr spcFirstLastPara="1" wrap="square" lIns="91425" tIns="0" rIns="0" bIns="0" anchor="t" anchorCtr="0">
              <a:spAutoFit/>
            </a:bodyPr>
            <a:lstStyle/>
            <a:p>
              <a:pPr marL="0" lvl="0" indent="0" algn="l" rtl="0">
                <a:spcBef>
                  <a:spcPts val="0"/>
                </a:spcBef>
                <a:spcAft>
                  <a:spcPts val="0"/>
                </a:spcAft>
                <a:buNone/>
              </a:pPr>
              <a:r>
                <a:rPr lang="en" sz="600">
                  <a:solidFill>
                    <a:schemeClr val="dk1"/>
                  </a:solidFill>
                  <a:latin typeface="IBM Plex Sans"/>
                  <a:ea typeface="IBM Plex Sans"/>
                  <a:cs typeface="IBM Plex Sans"/>
                  <a:sym typeface="IBM Plex Sans"/>
                </a:rPr>
                <a:t>Accelerate time-to-market by integrating with your SDLC/DevOps ecosystem.</a:t>
              </a:r>
              <a:endParaRPr>
                <a:solidFill>
                  <a:schemeClr val="dk1"/>
                </a:solidFill>
              </a:endParaRPr>
            </a:p>
          </p:txBody>
        </p:sp>
      </p:grpSp>
      <p:sp>
        <p:nvSpPr>
          <p:cNvPr id="6116" name="Google Shape;6116;p470"/>
          <p:cNvSpPr/>
          <p:nvPr/>
        </p:nvSpPr>
        <p:spPr>
          <a:xfrm>
            <a:off x="139200" y="996294"/>
            <a:ext cx="636000" cy="636000"/>
          </a:xfrm>
          <a:prstGeom prst="bentArrow">
            <a:avLst>
              <a:gd name="adj1" fmla="val 25000"/>
              <a:gd name="adj2" fmla="val 25000"/>
              <a:gd name="adj3" fmla="val 25000"/>
              <a:gd name="adj4" fmla="val 43750"/>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BM Plex Sans"/>
              <a:ea typeface="IBM Plex Sans"/>
              <a:cs typeface="IBM Plex Sans"/>
              <a:sym typeface="IBM Plex Sans"/>
            </a:endParaRPr>
          </a:p>
        </p:txBody>
      </p:sp>
      <p:sp>
        <p:nvSpPr>
          <p:cNvPr id="6117" name="Google Shape;6117;p470"/>
          <p:cNvSpPr/>
          <p:nvPr/>
        </p:nvSpPr>
        <p:spPr>
          <a:xfrm rot="5400000">
            <a:off x="8438879" y="1059182"/>
            <a:ext cx="636000" cy="636000"/>
          </a:xfrm>
          <a:prstGeom prst="bentArrow">
            <a:avLst>
              <a:gd name="adj1" fmla="val 25000"/>
              <a:gd name="adj2" fmla="val 25000"/>
              <a:gd name="adj3" fmla="val 25000"/>
              <a:gd name="adj4" fmla="val 43750"/>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BM Plex Sans"/>
              <a:ea typeface="IBM Plex Sans"/>
              <a:cs typeface="IBM Plex Sans"/>
              <a:sym typeface="IBM Plex Sans"/>
            </a:endParaRPr>
          </a:p>
        </p:txBody>
      </p:sp>
      <p:sp>
        <p:nvSpPr>
          <p:cNvPr id="6118" name="Google Shape;6118;p470"/>
          <p:cNvSpPr/>
          <p:nvPr/>
        </p:nvSpPr>
        <p:spPr>
          <a:xfrm rot="10800000">
            <a:off x="8368798" y="3742886"/>
            <a:ext cx="636000" cy="636000"/>
          </a:xfrm>
          <a:prstGeom prst="bentArrow">
            <a:avLst>
              <a:gd name="adj1" fmla="val 25000"/>
              <a:gd name="adj2" fmla="val 25000"/>
              <a:gd name="adj3" fmla="val 25000"/>
              <a:gd name="adj4" fmla="val 43750"/>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BM Plex Sans"/>
              <a:ea typeface="IBM Plex Sans"/>
              <a:cs typeface="IBM Plex Sans"/>
              <a:sym typeface="IBM Plex Sans"/>
            </a:endParaRPr>
          </a:p>
        </p:txBody>
      </p:sp>
      <p:sp>
        <p:nvSpPr>
          <p:cNvPr id="6119" name="Google Shape;6119;p470"/>
          <p:cNvSpPr/>
          <p:nvPr/>
        </p:nvSpPr>
        <p:spPr>
          <a:xfrm rot="-5400000">
            <a:off x="78071" y="3652325"/>
            <a:ext cx="636000" cy="636000"/>
          </a:xfrm>
          <a:prstGeom prst="bentArrow">
            <a:avLst>
              <a:gd name="adj1" fmla="val 25000"/>
              <a:gd name="adj2" fmla="val 25000"/>
              <a:gd name="adj3" fmla="val 25000"/>
              <a:gd name="adj4" fmla="val 43750"/>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BM Plex Sans"/>
              <a:ea typeface="IBM Plex Sans"/>
              <a:cs typeface="IBM Plex Sans"/>
              <a:sym typeface="IBM Plex Sans"/>
            </a:endParaRPr>
          </a:p>
        </p:txBody>
      </p:sp>
      <p:cxnSp>
        <p:nvCxnSpPr>
          <p:cNvPr id="6120" name="Google Shape;6120;p470"/>
          <p:cNvCxnSpPr/>
          <p:nvPr/>
        </p:nvCxnSpPr>
        <p:spPr>
          <a:xfrm>
            <a:off x="1031025" y="1154984"/>
            <a:ext cx="7110000" cy="0"/>
          </a:xfrm>
          <a:prstGeom prst="straightConnector1">
            <a:avLst/>
          </a:prstGeom>
          <a:noFill/>
          <a:ln w="19050" cap="flat" cmpd="sng">
            <a:solidFill>
              <a:schemeClr val="dk1"/>
            </a:solidFill>
            <a:prstDash val="dot"/>
            <a:round/>
            <a:headEnd type="none" w="med" len="med"/>
            <a:tailEnd type="triangle" w="med" len="med"/>
          </a:ln>
        </p:spPr>
      </p:cxnSp>
      <p:cxnSp>
        <p:nvCxnSpPr>
          <p:cNvPr id="6121" name="Google Shape;6121;p470"/>
          <p:cNvCxnSpPr/>
          <p:nvPr/>
        </p:nvCxnSpPr>
        <p:spPr>
          <a:xfrm>
            <a:off x="1031025" y="4213212"/>
            <a:ext cx="7110000" cy="0"/>
          </a:xfrm>
          <a:prstGeom prst="straightConnector1">
            <a:avLst/>
          </a:prstGeom>
          <a:noFill/>
          <a:ln w="19050" cap="flat" cmpd="sng">
            <a:solidFill>
              <a:schemeClr val="dk1"/>
            </a:solidFill>
            <a:prstDash val="dot"/>
            <a:round/>
            <a:headEnd type="triangle" w="med" len="med"/>
            <a:tailEnd type="none" w="med" len="med"/>
          </a:ln>
        </p:spPr>
      </p:cxnSp>
      <p:cxnSp>
        <p:nvCxnSpPr>
          <p:cNvPr id="6122" name="Google Shape;6122;p470"/>
          <p:cNvCxnSpPr/>
          <p:nvPr/>
        </p:nvCxnSpPr>
        <p:spPr>
          <a:xfrm>
            <a:off x="235250" y="1911050"/>
            <a:ext cx="0" cy="1573800"/>
          </a:xfrm>
          <a:prstGeom prst="straightConnector1">
            <a:avLst/>
          </a:prstGeom>
          <a:noFill/>
          <a:ln w="19050" cap="flat" cmpd="sng">
            <a:solidFill>
              <a:schemeClr val="dk1"/>
            </a:solidFill>
            <a:prstDash val="dot"/>
            <a:round/>
            <a:headEnd type="triangle" w="med" len="med"/>
            <a:tailEnd type="none" w="med" len="med"/>
          </a:ln>
        </p:spPr>
      </p:cxnSp>
      <p:cxnSp>
        <p:nvCxnSpPr>
          <p:cNvPr id="6123" name="Google Shape;6123;p470"/>
          <p:cNvCxnSpPr/>
          <p:nvPr/>
        </p:nvCxnSpPr>
        <p:spPr>
          <a:xfrm>
            <a:off x="8911825" y="1911050"/>
            <a:ext cx="0" cy="1573800"/>
          </a:xfrm>
          <a:prstGeom prst="straightConnector1">
            <a:avLst/>
          </a:prstGeom>
          <a:noFill/>
          <a:ln w="19050" cap="flat" cmpd="sng">
            <a:solidFill>
              <a:schemeClr val="dk1"/>
            </a:solidFill>
            <a:prstDash val="dot"/>
            <a:round/>
            <a:headEnd type="none" w="med" len="med"/>
            <a:tailEnd type="triangle" w="med" len="med"/>
          </a:ln>
        </p:spPr>
      </p:cxnSp>
      <p:cxnSp>
        <p:nvCxnSpPr>
          <p:cNvPr id="6124" name="Google Shape;6124;p470"/>
          <p:cNvCxnSpPr/>
          <p:nvPr/>
        </p:nvCxnSpPr>
        <p:spPr>
          <a:xfrm>
            <a:off x="5018980" y="1810363"/>
            <a:ext cx="0" cy="1940100"/>
          </a:xfrm>
          <a:prstGeom prst="straightConnector1">
            <a:avLst/>
          </a:prstGeom>
          <a:noFill/>
          <a:ln w="19050" cap="flat" cmpd="sng">
            <a:solidFill>
              <a:srgbClr val="0072CE"/>
            </a:solidFill>
            <a:prstDash val="solid"/>
            <a:round/>
            <a:headEnd type="none" w="med" len="med"/>
            <a:tailEnd type="none" w="med" len="med"/>
          </a:ln>
        </p:spPr>
      </p:cxnSp>
      <p:cxnSp>
        <p:nvCxnSpPr>
          <p:cNvPr id="6125" name="Google Shape;6125;p470"/>
          <p:cNvCxnSpPr/>
          <p:nvPr/>
        </p:nvCxnSpPr>
        <p:spPr>
          <a:xfrm>
            <a:off x="699205" y="1817070"/>
            <a:ext cx="0" cy="2101200"/>
          </a:xfrm>
          <a:prstGeom prst="straightConnector1">
            <a:avLst/>
          </a:prstGeom>
          <a:noFill/>
          <a:ln w="19050" cap="flat" cmpd="sng">
            <a:solidFill>
              <a:schemeClr val="accent1"/>
            </a:solidFill>
            <a:prstDash val="solid"/>
            <a:round/>
            <a:headEnd type="none" w="med" len="med"/>
            <a:tailEnd type="none" w="med" len="med"/>
          </a:ln>
        </p:spPr>
      </p:cxnSp>
      <p:cxnSp>
        <p:nvCxnSpPr>
          <p:cNvPr id="6126" name="Google Shape;6126;p470"/>
          <p:cNvCxnSpPr/>
          <p:nvPr/>
        </p:nvCxnSpPr>
        <p:spPr>
          <a:xfrm>
            <a:off x="2946530" y="1805930"/>
            <a:ext cx="0" cy="1090200"/>
          </a:xfrm>
          <a:prstGeom prst="straightConnector1">
            <a:avLst/>
          </a:prstGeom>
          <a:noFill/>
          <a:ln w="19050" cap="flat" cmpd="sng">
            <a:solidFill>
              <a:schemeClr val="accent3"/>
            </a:solidFill>
            <a:prstDash val="solid"/>
            <a:round/>
            <a:headEnd type="none" w="med" len="med"/>
            <a:tailEnd type="none" w="med" len="med"/>
          </a:ln>
        </p:spPr>
      </p:cxnSp>
      <p:sp>
        <p:nvSpPr>
          <p:cNvPr id="6127" name="Google Shape;6127;p470"/>
          <p:cNvSpPr/>
          <p:nvPr/>
        </p:nvSpPr>
        <p:spPr>
          <a:xfrm>
            <a:off x="923058" y="3379375"/>
            <a:ext cx="63900" cy="63900"/>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BM Plex Sans"/>
              <a:ea typeface="IBM Plex Sans"/>
              <a:cs typeface="IBM Plex Sans"/>
              <a:sym typeface="IBM Plex Sans"/>
            </a:endParaRPr>
          </a:p>
        </p:txBody>
      </p:sp>
      <p:sp>
        <p:nvSpPr>
          <p:cNvPr id="6128" name="Google Shape;6128;p470"/>
          <p:cNvSpPr/>
          <p:nvPr/>
        </p:nvSpPr>
        <p:spPr>
          <a:xfrm>
            <a:off x="3038595" y="1953114"/>
            <a:ext cx="63900" cy="63900"/>
          </a:xfrm>
          <a:prstGeom prst="rect">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BM Plex Sans"/>
              <a:ea typeface="IBM Plex Sans"/>
              <a:cs typeface="IBM Plex Sans"/>
              <a:sym typeface="IBM Plex Sans"/>
            </a:endParaRPr>
          </a:p>
        </p:txBody>
      </p:sp>
      <p:sp>
        <p:nvSpPr>
          <p:cNvPr id="6129" name="Google Shape;6129;p470"/>
          <p:cNvSpPr/>
          <p:nvPr/>
        </p:nvSpPr>
        <p:spPr>
          <a:xfrm>
            <a:off x="3038595" y="2517999"/>
            <a:ext cx="63900" cy="63900"/>
          </a:xfrm>
          <a:prstGeom prst="rect">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BM Plex Sans"/>
              <a:ea typeface="IBM Plex Sans"/>
              <a:cs typeface="IBM Plex Sans"/>
              <a:sym typeface="IBM Plex Sans"/>
            </a:endParaRPr>
          </a:p>
        </p:txBody>
      </p:sp>
      <p:sp>
        <p:nvSpPr>
          <p:cNvPr id="6130" name="Google Shape;6130;p470"/>
          <p:cNvSpPr/>
          <p:nvPr/>
        </p:nvSpPr>
        <p:spPr>
          <a:xfrm>
            <a:off x="5102707" y="1960459"/>
            <a:ext cx="63900" cy="63900"/>
          </a:xfrm>
          <a:prstGeom prst="rect">
            <a:avLst/>
          </a:prstGeom>
          <a:solidFill>
            <a:srgbClr val="0072CE"/>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BM Plex Sans"/>
              <a:ea typeface="IBM Plex Sans"/>
              <a:cs typeface="IBM Plex Sans"/>
              <a:sym typeface="IBM Plex Sans"/>
            </a:endParaRPr>
          </a:p>
        </p:txBody>
      </p:sp>
      <p:sp>
        <p:nvSpPr>
          <p:cNvPr id="6131" name="Google Shape;6131;p470"/>
          <p:cNvSpPr/>
          <p:nvPr/>
        </p:nvSpPr>
        <p:spPr>
          <a:xfrm>
            <a:off x="5102707" y="2846163"/>
            <a:ext cx="63900" cy="63900"/>
          </a:xfrm>
          <a:prstGeom prst="rect">
            <a:avLst/>
          </a:prstGeom>
          <a:solidFill>
            <a:srgbClr val="0072CE"/>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BM Plex Sans"/>
              <a:ea typeface="IBM Plex Sans"/>
              <a:cs typeface="IBM Plex Sans"/>
              <a:sym typeface="IBM Plex Sans"/>
            </a:endParaRPr>
          </a:p>
        </p:txBody>
      </p:sp>
      <p:sp>
        <p:nvSpPr>
          <p:cNvPr id="6132" name="Google Shape;6132;p470"/>
          <p:cNvSpPr/>
          <p:nvPr/>
        </p:nvSpPr>
        <p:spPr>
          <a:xfrm>
            <a:off x="5102707" y="3352927"/>
            <a:ext cx="63900" cy="63900"/>
          </a:xfrm>
          <a:prstGeom prst="rect">
            <a:avLst/>
          </a:prstGeom>
          <a:solidFill>
            <a:srgbClr val="0072CE"/>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BM Plex Sans"/>
              <a:ea typeface="IBM Plex Sans"/>
              <a:cs typeface="IBM Plex Sans"/>
              <a:sym typeface="IBM Plex Sans"/>
            </a:endParaRPr>
          </a:p>
        </p:txBody>
      </p:sp>
      <p:cxnSp>
        <p:nvCxnSpPr>
          <p:cNvPr id="6133" name="Google Shape;6133;p470"/>
          <p:cNvCxnSpPr/>
          <p:nvPr/>
        </p:nvCxnSpPr>
        <p:spPr>
          <a:xfrm>
            <a:off x="7165380" y="1823410"/>
            <a:ext cx="0" cy="559500"/>
          </a:xfrm>
          <a:prstGeom prst="straightConnector1">
            <a:avLst/>
          </a:prstGeom>
          <a:noFill/>
          <a:ln w="19050" cap="flat" cmpd="sng">
            <a:solidFill>
              <a:schemeClr val="accent2"/>
            </a:solidFill>
            <a:prstDash val="solid"/>
            <a:round/>
            <a:headEnd type="none" w="med" len="med"/>
            <a:tailEnd type="none" w="med" len="med"/>
          </a:ln>
        </p:spPr>
      </p:cxnSp>
      <p:sp>
        <p:nvSpPr>
          <p:cNvPr id="6134" name="Google Shape;6134;p470"/>
          <p:cNvSpPr/>
          <p:nvPr/>
        </p:nvSpPr>
        <p:spPr>
          <a:xfrm>
            <a:off x="2330808" y="4414148"/>
            <a:ext cx="63900" cy="63900"/>
          </a:xfrm>
          <a:prstGeom prst="rect">
            <a:avLst/>
          </a:prstGeom>
          <a:solidFill>
            <a:srgbClr val="FFC60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BM Plex Sans"/>
              <a:ea typeface="IBM Plex Sans"/>
              <a:cs typeface="IBM Plex Sans"/>
              <a:sym typeface="IBM Plex Sans"/>
            </a:endParaRPr>
          </a:p>
        </p:txBody>
      </p:sp>
      <p:sp>
        <p:nvSpPr>
          <p:cNvPr id="6135" name="Google Shape;6135;p470"/>
          <p:cNvSpPr/>
          <p:nvPr/>
        </p:nvSpPr>
        <p:spPr>
          <a:xfrm>
            <a:off x="3794233" y="4414148"/>
            <a:ext cx="63900" cy="63900"/>
          </a:xfrm>
          <a:prstGeom prst="rect">
            <a:avLst/>
          </a:prstGeom>
          <a:solidFill>
            <a:srgbClr val="FFC60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BM Plex Sans"/>
              <a:ea typeface="IBM Plex Sans"/>
              <a:cs typeface="IBM Plex Sans"/>
              <a:sym typeface="IBM Plex Sans"/>
            </a:endParaRPr>
          </a:p>
        </p:txBody>
      </p:sp>
      <p:sp>
        <p:nvSpPr>
          <p:cNvPr id="6136" name="Google Shape;6136;p470"/>
          <p:cNvSpPr/>
          <p:nvPr/>
        </p:nvSpPr>
        <p:spPr>
          <a:xfrm>
            <a:off x="4973658" y="4414148"/>
            <a:ext cx="63900" cy="63900"/>
          </a:xfrm>
          <a:prstGeom prst="rect">
            <a:avLst/>
          </a:prstGeom>
          <a:solidFill>
            <a:srgbClr val="FFC60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BM Plex Sans"/>
              <a:ea typeface="IBM Plex Sans"/>
              <a:cs typeface="IBM Plex Sans"/>
              <a:sym typeface="IBM Plex Sans"/>
            </a:endParaRPr>
          </a:p>
        </p:txBody>
      </p:sp>
      <p:sp>
        <p:nvSpPr>
          <p:cNvPr id="6137" name="Google Shape;6137;p470"/>
          <p:cNvSpPr/>
          <p:nvPr/>
        </p:nvSpPr>
        <p:spPr>
          <a:xfrm>
            <a:off x="7227852" y="833003"/>
            <a:ext cx="136531" cy="144590"/>
          </a:xfrm>
          <a:custGeom>
            <a:avLst/>
            <a:gdLst/>
            <a:ahLst/>
            <a:cxnLst/>
            <a:rect l="l" t="t" r="r" b="b"/>
            <a:pathLst>
              <a:path w="197871" h="209550" extrusionOk="0">
                <a:moveTo>
                  <a:pt x="98769" y="31699"/>
                </a:moveTo>
                <a:lnTo>
                  <a:pt x="105109" y="51720"/>
                </a:lnTo>
                <a:lnTo>
                  <a:pt x="106443" y="55391"/>
                </a:lnTo>
                <a:lnTo>
                  <a:pt x="108112" y="58727"/>
                </a:lnTo>
                <a:lnTo>
                  <a:pt x="109780" y="62398"/>
                </a:lnTo>
                <a:lnTo>
                  <a:pt x="111448" y="65735"/>
                </a:lnTo>
                <a:lnTo>
                  <a:pt x="113450" y="68738"/>
                </a:lnTo>
                <a:lnTo>
                  <a:pt x="115786" y="72075"/>
                </a:lnTo>
                <a:lnTo>
                  <a:pt x="118122" y="75078"/>
                </a:lnTo>
                <a:lnTo>
                  <a:pt x="120458" y="77747"/>
                </a:lnTo>
                <a:lnTo>
                  <a:pt x="123127" y="80416"/>
                </a:lnTo>
                <a:lnTo>
                  <a:pt x="125797" y="83086"/>
                </a:lnTo>
                <a:lnTo>
                  <a:pt x="128800" y="85755"/>
                </a:lnTo>
                <a:lnTo>
                  <a:pt x="131803" y="88091"/>
                </a:lnTo>
                <a:lnTo>
                  <a:pt x="135140" y="90093"/>
                </a:lnTo>
                <a:lnTo>
                  <a:pt x="138476" y="92095"/>
                </a:lnTo>
                <a:lnTo>
                  <a:pt x="141813" y="93764"/>
                </a:lnTo>
                <a:lnTo>
                  <a:pt x="145484" y="95432"/>
                </a:lnTo>
                <a:lnTo>
                  <a:pt x="166839" y="104775"/>
                </a:lnTo>
                <a:lnTo>
                  <a:pt x="145484" y="114118"/>
                </a:lnTo>
                <a:lnTo>
                  <a:pt x="141813" y="115786"/>
                </a:lnTo>
                <a:lnTo>
                  <a:pt x="138476" y="117455"/>
                </a:lnTo>
                <a:lnTo>
                  <a:pt x="135140" y="119457"/>
                </a:lnTo>
                <a:lnTo>
                  <a:pt x="131803" y="121459"/>
                </a:lnTo>
                <a:lnTo>
                  <a:pt x="128800" y="123795"/>
                </a:lnTo>
                <a:lnTo>
                  <a:pt x="125797" y="126464"/>
                </a:lnTo>
                <a:lnTo>
                  <a:pt x="123127" y="128800"/>
                </a:lnTo>
                <a:lnTo>
                  <a:pt x="120458" y="131803"/>
                </a:lnTo>
                <a:lnTo>
                  <a:pt x="117788" y="134472"/>
                </a:lnTo>
                <a:lnTo>
                  <a:pt x="115786" y="137475"/>
                </a:lnTo>
                <a:lnTo>
                  <a:pt x="113450" y="140812"/>
                </a:lnTo>
                <a:lnTo>
                  <a:pt x="111448" y="143815"/>
                </a:lnTo>
                <a:lnTo>
                  <a:pt x="109780" y="147152"/>
                </a:lnTo>
                <a:lnTo>
                  <a:pt x="108112" y="150489"/>
                </a:lnTo>
                <a:lnTo>
                  <a:pt x="106443" y="154159"/>
                </a:lnTo>
                <a:lnTo>
                  <a:pt x="105109" y="157830"/>
                </a:lnTo>
                <a:lnTo>
                  <a:pt x="98769" y="177851"/>
                </a:lnTo>
                <a:lnTo>
                  <a:pt x="92429" y="157830"/>
                </a:lnTo>
                <a:lnTo>
                  <a:pt x="91094" y="154159"/>
                </a:lnTo>
                <a:lnTo>
                  <a:pt x="89759" y="150823"/>
                </a:lnTo>
                <a:lnTo>
                  <a:pt x="88091" y="147152"/>
                </a:lnTo>
                <a:lnTo>
                  <a:pt x="86423" y="143815"/>
                </a:lnTo>
                <a:lnTo>
                  <a:pt x="84421" y="140812"/>
                </a:lnTo>
                <a:lnTo>
                  <a:pt x="82085" y="137475"/>
                </a:lnTo>
                <a:lnTo>
                  <a:pt x="79749" y="134472"/>
                </a:lnTo>
                <a:lnTo>
                  <a:pt x="77413" y="131803"/>
                </a:lnTo>
                <a:lnTo>
                  <a:pt x="74744" y="128800"/>
                </a:lnTo>
                <a:lnTo>
                  <a:pt x="71741" y="126464"/>
                </a:lnTo>
                <a:lnTo>
                  <a:pt x="69071" y="123795"/>
                </a:lnTo>
                <a:lnTo>
                  <a:pt x="65735" y="121459"/>
                </a:lnTo>
                <a:lnTo>
                  <a:pt x="62731" y="119457"/>
                </a:lnTo>
                <a:lnTo>
                  <a:pt x="59395" y="117455"/>
                </a:lnTo>
                <a:lnTo>
                  <a:pt x="56058" y="115786"/>
                </a:lnTo>
                <a:lnTo>
                  <a:pt x="52387" y="114118"/>
                </a:lnTo>
                <a:lnTo>
                  <a:pt x="31032" y="104775"/>
                </a:lnTo>
                <a:lnTo>
                  <a:pt x="52387" y="95432"/>
                </a:lnTo>
                <a:lnTo>
                  <a:pt x="56058" y="93764"/>
                </a:lnTo>
                <a:lnTo>
                  <a:pt x="59395" y="92095"/>
                </a:lnTo>
                <a:lnTo>
                  <a:pt x="62731" y="90093"/>
                </a:lnTo>
                <a:lnTo>
                  <a:pt x="65735" y="87757"/>
                </a:lnTo>
                <a:lnTo>
                  <a:pt x="69071" y="85755"/>
                </a:lnTo>
                <a:lnTo>
                  <a:pt x="71741" y="83086"/>
                </a:lnTo>
                <a:lnTo>
                  <a:pt x="74744" y="80416"/>
                </a:lnTo>
                <a:lnTo>
                  <a:pt x="77413" y="77747"/>
                </a:lnTo>
                <a:lnTo>
                  <a:pt x="79749" y="75078"/>
                </a:lnTo>
                <a:lnTo>
                  <a:pt x="82085" y="72075"/>
                </a:lnTo>
                <a:lnTo>
                  <a:pt x="84421" y="68738"/>
                </a:lnTo>
                <a:lnTo>
                  <a:pt x="86423" y="65735"/>
                </a:lnTo>
                <a:lnTo>
                  <a:pt x="88091" y="62398"/>
                </a:lnTo>
                <a:lnTo>
                  <a:pt x="89759" y="58727"/>
                </a:lnTo>
                <a:lnTo>
                  <a:pt x="91094" y="55391"/>
                </a:lnTo>
                <a:lnTo>
                  <a:pt x="92429" y="51720"/>
                </a:lnTo>
                <a:lnTo>
                  <a:pt x="98769" y="31699"/>
                </a:lnTo>
                <a:close/>
                <a:moveTo>
                  <a:pt x="98769" y="0"/>
                </a:moveTo>
                <a:lnTo>
                  <a:pt x="94765" y="334"/>
                </a:lnTo>
                <a:lnTo>
                  <a:pt x="90427" y="1335"/>
                </a:lnTo>
                <a:lnTo>
                  <a:pt x="86756" y="2669"/>
                </a:lnTo>
                <a:lnTo>
                  <a:pt x="83419" y="5005"/>
                </a:lnTo>
                <a:lnTo>
                  <a:pt x="80083" y="7675"/>
                </a:lnTo>
                <a:lnTo>
                  <a:pt x="77413" y="10678"/>
                </a:lnTo>
                <a:lnTo>
                  <a:pt x="75411" y="14014"/>
                </a:lnTo>
                <a:lnTo>
                  <a:pt x="73743" y="18019"/>
                </a:lnTo>
                <a:lnTo>
                  <a:pt x="65735" y="43712"/>
                </a:lnTo>
                <a:lnTo>
                  <a:pt x="64066" y="48050"/>
                </a:lnTo>
                <a:lnTo>
                  <a:pt x="61730" y="52388"/>
                </a:lnTo>
                <a:lnTo>
                  <a:pt x="59061" y="56058"/>
                </a:lnTo>
                <a:lnTo>
                  <a:pt x="56392" y="59728"/>
                </a:lnTo>
                <a:lnTo>
                  <a:pt x="53055" y="63065"/>
                </a:lnTo>
                <a:lnTo>
                  <a:pt x="49384" y="66068"/>
                </a:lnTo>
                <a:lnTo>
                  <a:pt x="45047" y="68404"/>
                </a:lnTo>
                <a:lnTo>
                  <a:pt x="41042" y="70740"/>
                </a:lnTo>
                <a:lnTo>
                  <a:pt x="15349" y="81418"/>
                </a:lnTo>
                <a:lnTo>
                  <a:pt x="12012" y="83420"/>
                </a:lnTo>
                <a:lnTo>
                  <a:pt x="9009" y="85422"/>
                </a:lnTo>
                <a:lnTo>
                  <a:pt x="6340" y="88091"/>
                </a:lnTo>
                <a:lnTo>
                  <a:pt x="4004" y="90761"/>
                </a:lnTo>
                <a:lnTo>
                  <a:pt x="2336" y="94097"/>
                </a:lnTo>
                <a:lnTo>
                  <a:pt x="1001" y="97434"/>
                </a:lnTo>
                <a:lnTo>
                  <a:pt x="334" y="101105"/>
                </a:lnTo>
                <a:lnTo>
                  <a:pt x="0" y="104775"/>
                </a:lnTo>
                <a:lnTo>
                  <a:pt x="334" y="108445"/>
                </a:lnTo>
                <a:lnTo>
                  <a:pt x="1001" y="112116"/>
                </a:lnTo>
                <a:lnTo>
                  <a:pt x="2336" y="115453"/>
                </a:lnTo>
                <a:lnTo>
                  <a:pt x="4004" y="118789"/>
                </a:lnTo>
                <a:lnTo>
                  <a:pt x="6340" y="121459"/>
                </a:lnTo>
                <a:lnTo>
                  <a:pt x="9009" y="124128"/>
                </a:lnTo>
                <a:lnTo>
                  <a:pt x="12012" y="126130"/>
                </a:lnTo>
                <a:lnTo>
                  <a:pt x="15349" y="128132"/>
                </a:lnTo>
                <a:lnTo>
                  <a:pt x="41042" y="138810"/>
                </a:lnTo>
                <a:lnTo>
                  <a:pt x="45047" y="141146"/>
                </a:lnTo>
                <a:lnTo>
                  <a:pt x="49051" y="143482"/>
                </a:lnTo>
                <a:lnTo>
                  <a:pt x="53055" y="146485"/>
                </a:lnTo>
                <a:lnTo>
                  <a:pt x="56392" y="149822"/>
                </a:lnTo>
                <a:lnTo>
                  <a:pt x="59061" y="153492"/>
                </a:lnTo>
                <a:lnTo>
                  <a:pt x="61730" y="157163"/>
                </a:lnTo>
                <a:lnTo>
                  <a:pt x="64066" y="161500"/>
                </a:lnTo>
                <a:lnTo>
                  <a:pt x="65735" y="165838"/>
                </a:lnTo>
                <a:lnTo>
                  <a:pt x="73743" y="191531"/>
                </a:lnTo>
                <a:lnTo>
                  <a:pt x="75411" y="195536"/>
                </a:lnTo>
                <a:lnTo>
                  <a:pt x="77413" y="198872"/>
                </a:lnTo>
                <a:lnTo>
                  <a:pt x="80083" y="201875"/>
                </a:lnTo>
                <a:lnTo>
                  <a:pt x="83419" y="204545"/>
                </a:lnTo>
                <a:lnTo>
                  <a:pt x="86756" y="206547"/>
                </a:lnTo>
                <a:lnTo>
                  <a:pt x="90427" y="208215"/>
                </a:lnTo>
                <a:lnTo>
                  <a:pt x="94431" y="209216"/>
                </a:lnTo>
                <a:lnTo>
                  <a:pt x="98769" y="209550"/>
                </a:lnTo>
                <a:lnTo>
                  <a:pt x="103106" y="209216"/>
                </a:lnTo>
                <a:lnTo>
                  <a:pt x="107111" y="208215"/>
                </a:lnTo>
                <a:lnTo>
                  <a:pt x="111115" y="206547"/>
                </a:lnTo>
                <a:lnTo>
                  <a:pt x="114452" y="204545"/>
                </a:lnTo>
                <a:lnTo>
                  <a:pt x="117455" y="201875"/>
                </a:lnTo>
                <a:lnTo>
                  <a:pt x="120124" y="198872"/>
                </a:lnTo>
                <a:lnTo>
                  <a:pt x="122460" y="195536"/>
                </a:lnTo>
                <a:lnTo>
                  <a:pt x="123795" y="191531"/>
                </a:lnTo>
                <a:lnTo>
                  <a:pt x="132136" y="165838"/>
                </a:lnTo>
                <a:lnTo>
                  <a:pt x="133805" y="161500"/>
                </a:lnTo>
                <a:lnTo>
                  <a:pt x="135807" y="157163"/>
                </a:lnTo>
                <a:lnTo>
                  <a:pt x="138476" y="153492"/>
                </a:lnTo>
                <a:lnTo>
                  <a:pt x="141479" y="149822"/>
                </a:lnTo>
                <a:lnTo>
                  <a:pt x="144816" y="146485"/>
                </a:lnTo>
                <a:lnTo>
                  <a:pt x="148487" y="143482"/>
                </a:lnTo>
                <a:lnTo>
                  <a:pt x="152491" y="141146"/>
                </a:lnTo>
                <a:lnTo>
                  <a:pt x="156829" y="138810"/>
                </a:lnTo>
                <a:lnTo>
                  <a:pt x="182188" y="128132"/>
                </a:lnTo>
                <a:lnTo>
                  <a:pt x="185525" y="126130"/>
                </a:lnTo>
                <a:lnTo>
                  <a:pt x="188862" y="124128"/>
                </a:lnTo>
                <a:lnTo>
                  <a:pt x="191531" y="121459"/>
                </a:lnTo>
                <a:lnTo>
                  <a:pt x="193533" y="118789"/>
                </a:lnTo>
                <a:lnTo>
                  <a:pt x="195535" y="115453"/>
                </a:lnTo>
                <a:lnTo>
                  <a:pt x="196870" y="112116"/>
                </a:lnTo>
                <a:lnTo>
                  <a:pt x="197537" y="108445"/>
                </a:lnTo>
                <a:lnTo>
                  <a:pt x="197871" y="104775"/>
                </a:lnTo>
                <a:lnTo>
                  <a:pt x="197537" y="101105"/>
                </a:lnTo>
                <a:lnTo>
                  <a:pt x="196870" y="97434"/>
                </a:lnTo>
                <a:lnTo>
                  <a:pt x="195535" y="94097"/>
                </a:lnTo>
                <a:lnTo>
                  <a:pt x="193533" y="90761"/>
                </a:lnTo>
                <a:lnTo>
                  <a:pt x="191531" y="88091"/>
                </a:lnTo>
                <a:lnTo>
                  <a:pt x="188862" y="85422"/>
                </a:lnTo>
                <a:lnTo>
                  <a:pt x="185525" y="83420"/>
                </a:lnTo>
                <a:lnTo>
                  <a:pt x="182188" y="81418"/>
                </a:lnTo>
                <a:lnTo>
                  <a:pt x="156829" y="70740"/>
                </a:lnTo>
                <a:lnTo>
                  <a:pt x="152491" y="68404"/>
                </a:lnTo>
                <a:lnTo>
                  <a:pt x="148487" y="66068"/>
                </a:lnTo>
                <a:lnTo>
                  <a:pt x="144816" y="63065"/>
                </a:lnTo>
                <a:lnTo>
                  <a:pt x="141479" y="59728"/>
                </a:lnTo>
                <a:lnTo>
                  <a:pt x="138476" y="56058"/>
                </a:lnTo>
                <a:lnTo>
                  <a:pt x="135807" y="52388"/>
                </a:lnTo>
                <a:lnTo>
                  <a:pt x="133805" y="48050"/>
                </a:lnTo>
                <a:lnTo>
                  <a:pt x="132136" y="43712"/>
                </a:lnTo>
                <a:lnTo>
                  <a:pt x="123795" y="18019"/>
                </a:lnTo>
                <a:lnTo>
                  <a:pt x="122460" y="14014"/>
                </a:lnTo>
                <a:lnTo>
                  <a:pt x="120124" y="10678"/>
                </a:lnTo>
                <a:lnTo>
                  <a:pt x="117455" y="7675"/>
                </a:lnTo>
                <a:lnTo>
                  <a:pt x="114452" y="5005"/>
                </a:lnTo>
                <a:lnTo>
                  <a:pt x="111115" y="2669"/>
                </a:lnTo>
                <a:lnTo>
                  <a:pt x="107111" y="1335"/>
                </a:lnTo>
                <a:lnTo>
                  <a:pt x="103106" y="334"/>
                </a:lnTo>
                <a:lnTo>
                  <a:pt x="98769" y="0"/>
                </a:lnTo>
                <a:close/>
              </a:path>
            </a:pathLst>
          </a:custGeom>
          <a:solidFill>
            <a:srgbClr val="6967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38" name="Google Shape;6138;p470"/>
          <p:cNvSpPr/>
          <p:nvPr/>
        </p:nvSpPr>
        <p:spPr>
          <a:xfrm>
            <a:off x="7227852" y="1942003"/>
            <a:ext cx="136531" cy="144590"/>
          </a:xfrm>
          <a:custGeom>
            <a:avLst/>
            <a:gdLst/>
            <a:ahLst/>
            <a:cxnLst/>
            <a:rect l="l" t="t" r="r" b="b"/>
            <a:pathLst>
              <a:path w="197871" h="209550" extrusionOk="0">
                <a:moveTo>
                  <a:pt x="98769" y="31699"/>
                </a:moveTo>
                <a:lnTo>
                  <a:pt x="105109" y="51720"/>
                </a:lnTo>
                <a:lnTo>
                  <a:pt x="106443" y="55391"/>
                </a:lnTo>
                <a:lnTo>
                  <a:pt x="108112" y="58727"/>
                </a:lnTo>
                <a:lnTo>
                  <a:pt x="109780" y="62398"/>
                </a:lnTo>
                <a:lnTo>
                  <a:pt x="111448" y="65735"/>
                </a:lnTo>
                <a:lnTo>
                  <a:pt x="113450" y="68738"/>
                </a:lnTo>
                <a:lnTo>
                  <a:pt x="115786" y="72075"/>
                </a:lnTo>
                <a:lnTo>
                  <a:pt x="118122" y="75078"/>
                </a:lnTo>
                <a:lnTo>
                  <a:pt x="120458" y="77747"/>
                </a:lnTo>
                <a:lnTo>
                  <a:pt x="123127" y="80416"/>
                </a:lnTo>
                <a:lnTo>
                  <a:pt x="125797" y="83086"/>
                </a:lnTo>
                <a:lnTo>
                  <a:pt x="128800" y="85755"/>
                </a:lnTo>
                <a:lnTo>
                  <a:pt x="131803" y="88091"/>
                </a:lnTo>
                <a:lnTo>
                  <a:pt x="135140" y="90093"/>
                </a:lnTo>
                <a:lnTo>
                  <a:pt x="138476" y="92095"/>
                </a:lnTo>
                <a:lnTo>
                  <a:pt x="141813" y="93764"/>
                </a:lnTo>
                <a:lnTo>
                  <a:pt x="145484" y="95432"/>
                </a:lnTo>
                <a:lnTo>
                  <a:pt x="166839" y="104775"/>
                </a:lnTo>
                <a:lnTo>
                  <a:pt x="145484" y="114118"/>
                </a:lnTo>
                <a:lnTo>
                  <a:pt x="141813" y="115786"/>
                </a:lnTo>
                <a:lnTo>
                  <a:pt x="138476" y="117455"/>
                </a:lnTo>
                <a:lnTo>
                  <a:pt x="135140" y="119457"/>
                </a:lnTo>
                <a:lnTo>
                  <a:pt x="131803" y="121459"/>
                </a:lnTo>
                <a:lnTo>
                  <a:pt x="128800" y="123795"/>
                </a:lnTo>
                <a:lnTo>
                  <a:pt x="125797" y="126464"/>
                </a:lnTo>
                <a:lnTo>
                  <a:pt x="123127" y="128800"/>
                </a:lnTo>
                <a:lnTo>
                  <a:pt x="120458" y="131803"/>
                </a:lnTo>
                <a:lnTo>
                  <a:pt x="117788" y="134472"/>
                </a:lnTo>
                <a:lnTo>
                  <a:pt x="115786" y="137475"/>
                </a:lnTo>
                <a:lnTo>
                  <a:pt x="113450" y="140812"/>
                </a:lnTo>
                <a:lnTo>
                  <a:pt x="111448" y="143815"/>
                </a:lnTo>
                <a:lnTo>
                  <a:pt x="109780" y="147152"/>
                </a:lnTo>
                <a:lnTo>
                  <a:pt x="108112" y="150489"/>
                </a:lnTo>
                <a:lnTo>
                  <a:pt x="106443" y="154159"/>
                </a:lnTo>
                <a:lnTo>
                  <a:pt x="105109" y="157830"/>
                </a:lnTo>
                <a:lnTo>
                  <a:pt x="98769" y="177851"/>
                </a:lnTo>
                <a:lnTo>
                  <a:pt x="92429" y="157830"/>
                </a:lnTo>
                <a:lnTo>
                  <a:pt x="91094" y="154159"/>
                </a:lnTo>
                <a:lnTo>
                  <a:pt x="89759" y="150823"/>
                </a:lnTo>
                <a:lnTo>
                  <a:pt x="88091" y="147152"/>
                </a:lnTo>
                <a:lnTo>
                  <a:pt x="86423" y="143815"/>
                </a:lnTo>
                <a:lnTo>
                  <a:pt x="84421" y="140812"/>
                </a:lnTo>
                <a:lnTo>
                  <a:pt x="82085" y="137475"/>
                </a:lnTo>
                <a:lnTo>
                  <a:pt x="79749" y="134472"/>
                </a:lnTo>
                <a:lnTo>
                  <a:pt x="77413" y="131803"/>
                </a:lnTo>
                <a:lnTo>
                  <a:pt x="74744" y="128800"/>
                </a:lnTo>
                <a:lnTo>
                  <a:pt x="71741" y="126464"/>
                </a:lnTo>
                <a:lnTo>
                  <a:pt x="69071" y="123795"/>
                </a:lnTo>
                <a:lnTo>
                  <a:pt x="65735" y="121459"/>
                </a:lnTo>
                <a:lnTo>
                  <a:pt x="62731" y="119457"/>
                </a:lnTo>
                <a:lnTo>
                  <a:pt x="59395" y="117455"/>
                </a:lnTo>
                <a:lnTo>
                  <a:pt x="56058" y="115786"/>
                </a:lnTo>
                <a:lnTo>
                  <a:pt x="52387" y="114118"/>
                </a:lnTo>
                <a:lnTo>
                  <a:pt x="31032" y="104775"/>
                </a:lnTo>
                <a:lnTo>
                  <a:pt x="52387" y="95432"/>
                </a:lnTo>
                <a:lnTo>
                  <a:pt x="56058" y="93764"/>
                </a:lnTo>
                <a:lnTo>
                  <a:pt x="59395" y="92095"/>
                </a:lnTo>
                <a:lnTo>
                  <a:pt x="62731" y="90093"/>
                </a:lnTo>
                <a:lnTo>
                  <a:pt x="65735" y="87757"/>
                </a:lnTo>
                <a:lnTo>
                  <a:pt x="69071" y="85755"/>
                </a:lnTo>
                <a:lnTo>
                  <a:pt x="71741" y="83086"/>
                </a:lnTo>
                <a:lnTo>
                  <a:pt x="74744" y="80416"/>
                </a:lnTo>
                <a:lnTo>
                  <a:pt x="77413" y="77747"/>
                </a:lnTo>
                <a:lnTo>
                  <a:pt x="79749" y="75078"/>
                </a:lnTo>
                <a:lnTo>
                  <a:pt x="82085" y="72075"/>
                </a:lnTo>
                <a:lnTo>
                  <a:pt x="84421" y="68738"/>
                </a:lnTo>
                <a:lnTo>
                  <a:pt x="86423" y="65735"/>
                </a:lnTo>
                <a:lnTo>
                  <a:pt x="88091" y="62398"/>
                </a:lnTo>
                <a:lnTo>
                  <a:pt x="89759" y="58727"/>
                </a:lnTo>
                <a:lnTo>
                  <a:pt x="91094" y="55391"/>
                </a:lnTo>
                <a:lnTo>
                  <a:pt x="92429" y="51720"/>
                </a:lnTo>
                <a:lnTo>
                  <a:pt x="98769" y="31699"/>
                </a:lnTo>
                <a:close/>
                <a:moveTo>
                  <a:pt x="98769" y="0"/>
                </a:moveTo>
                <a:lnTo>
                  <a:pt x="94765" y="334"/>
                </a:lnTo>
                <a:lnTo>
                  <a:pt x="90427" y="1335"/>
                </a:lnTo>
                <a:lnTo>
                  <a:pt x="86756" y="2669"/>
                </a:lnTo>
                <a:lnTo>
                  <a:pt x="83419" y="5005"/>
                </a:lnTo>
                <a:lnTo>
                  <a:pt x="80083" y="7675"/>
                </a:lnTo>
                <a:lnTo>
                  <a:pt x="77413" y="10678"/>
                </a:lnTo>
                <a:lnTo>
                  <a:pt x="75411" y="14014"/>
                </a:lnTo>
                <a:lnTo>
                  <a:pt x="73743" y="18019"/>
                </a:lnTo>
                <a:lnTo>
                  <a:pt x="65735" y="43712"/>
                </a:lnTo>
                <a:lnTo>
                  <a:pt x="64066" y="48050"/>
                </a:lnTo>
                <a:lnTo>
                  <a:pt x="61730" y="52388"/>
                </a:lnTo>
                <a:lnTo>
                  <a:pt x="59061" y="56058"/>
                </a:lnTo>
                <a:lnTo>
                  <a:pt x="56392" y="59728"/>
                </a:lnTo>
                <a:lnTo>
                  <a:pt x="53055" y="63065"/>
                </a:lnTo>
                <a:lnTo>
                  <a:pt x="49384" y="66068"/>
                </a:lnTo>
                <a:lnTo>
                  <a:pt x="45047" y="68404"/>
                </a:lnTo>
                <a:lnTo>
                  <a:pt x="41042" y="70740"/>
                </a:lnTo>
                <a:lnTo>
                  <a:pt x="15349" y="81418"/>
                </a:lnTo>
                <a:lnTo>
                  <a:pt x="12012" y="83420"/>
                </a:lnTo>
                <a:lnTo>
                  <a:pt x="9009" y="85422"/>
                </a:lnTo>
                <a:lnTo>
                  <a:pt x="6340" y="88091"/>
                </a:lnTo>
                <a:lnTo>
                  <a:pt x="4004" y="90761"/>
                </a:lnTo>
                <a:lnTo>
                  <a:pt x="2336" y="94097"/>
                </a:lnTo>
                <a:lnTo>
                  <a:pt x="1001" y="97434"/>
                </a:lnTo>
                <a:lnTo>
                  <a:pt x="334" y="101105"/>
                </a:lnTo>
                <a:lnTo>
                  <a:pt x="0" y="104775"/>
                </a:lnTo>
                <a:lnTo>
                  <a:pt x="334" y="108445"/>
                </a:lnTo>
                <a:lnTo>
                  <a:pt x="1001" y="112116"/>
                </a:lnTo>
                <a:lnTo>
                  <a:pt x="2336" y="115453"/>
                </a:lnTo>
                <a:lnTo>
                  <a:pt x="4004" y="118789"/>
                </a:lnTo>
                <a:lnTo>
                  <a:pt x="6340" y="121459"/>
                </a:lnTo>
                <a:lnTo>
                  <a:pt x="9009" y="124128"/>
                </a:lnTo>
                <a:lnTo>
                  <a:pt x="12012" y="126130"/>
                </a:lnTo>
                <a:lnTo>
                  <a:pt x="15349" y="128132"/>
                </a:lnTo>
                <a:lnTo>
                  <a:pt x="41042" y="138810"/>
                </a:lnTo>
                <a:lnTo>
                  <a:pt x="45047" y="141146"/>
                </a:lnTo>
                <a:lnTo>
                  <a:pt x="49051" y="143482"/>
                </a:lnTo>
                <a:lnTo>
                  <a:pt x="53055" y="146485"/>
                </a:lnTo>
                <a:lnTo>
                  <a:pt x="56392" y="149822"/>
                </a:lnTo>
                <a:lnTo>
                  <a:pt x="59061" y="153492"/>
                </a:lnTo>
                <a:lnTo>
                  <a:pt x="61730" y="157163"/>
                </a:lnTo>
                <a:lnTo>
                  <a:pt x="64066" y="161500"/>
                </a:lnTo>
                <a:lnTo>
                  <a:pt x="65735" y="165838"/>
                </a:lnTo>
                <a:lnTo>
                  <a:pt x="73743" y="191531"/>
                </a:lnTo>
                <a:lnTo>
                  <a:pt x="75411" y="195536"/>
                </a:lnTo>
                <a:lnTo>
                  <a:pt x="77413" y="198872"/>
                </a:lnTo>
                <a:lnTo>
                  <a:pt x="80083" y="201875"/>
                </a:lnTo>
                <a:lnTo>
                  <a:pt x="83419" y="204545"/>
                </a:lnTo>
                <a:lnTo>
                  <a:pt x="86756" y="206547"/>
                </a:lnTo>
                <a:lnTo>
                  <a:pt x="90427" y="208215"/>
                </a:lnTo>
                <a:lnTo>
                  <a:pt x="94431" y="209216"/>
                </a:lnTo>
                <a:lnTo>
                  <a:pt x="98769" y="209550"/>
                </a:lnTo>
                <a:lnTo>
                  <a:pt x="103106" y="209216"/>
                </a:lnTo>
                <a:lnTo>
                  <a:pt x="107111" y="208215"/>
                </a:lnTo>
                <a:lnTo>
                  <a:pt x="111115" y="206547"/>
                </a:lnTo>
                <a:lnTo>
                  <a:pt x="114452" y="204545"/>
                </a:lnTo>
                <a:lnTo>
                  <a:pt x="117455" y="201875"/>
                </a:lnTo>
                <a:lnTo>
                  <a:pt x="120124" y="198872"/>
                </a:lnTo>
                <a:lnTo>
                  <a:pt x="122460" y="195536"/>
                </a:lnTo>
                <a:lnTo>
                  <a:pt x="123795" y="191531"/>
                </a:lnTo>
                <a:lnTo>
                  <a:pt x="132136" y="165838"/>
                </a:lnTo>
                <a:lnTo>
                  <a:pt x="133805" y="161500"/>
                </a:lnTo>
                <a:lnTo>
                  <a:pt x="135807" y="157163"/>
                </a:lnTo>
                <a:lnTo>
                  <a:pt x="138476" y="153492"/>
                </a:lnTo>
                <a:lnTo>
                  <a:pt x="141479" y="149822"/>
                </a:lnTo>
                <a:lnTo>
                  <a:pt x="144816" y="146485"/>
                </a:lnTo>
                <a:lnTo>
                  <a:pt x="148487" y="143482"/>
                </a:lnTo>
                <a:lnTo>
                  <a:pt x="152491" y="141146"/>
                </a:lnTo>
                <a:lnTo>
                  <a:pt x="156829" y="138810"/>
                </a:lnTo>
                <a:lnTo>
                  <a:pt x="182188" y="128132"/>
                </a:lnTo>
                <a:lnTo>
                  <a:pt x="185525" y="126130"/>
                </a:lnTo>
                <a:lnTo>
                  <a:pt x="188862" y="124128"/>
                </a:lnTo>
                <a:lnTo>
                  <a:pt x="191531" y="121459"/>
                </a:lnTo>
                <a:lnTo>
                  <a:pt x="193533" y="118789"/>
                </a:lnTo>
                <a:lnTo>
                  <a:pt x="195535" y="115453"/>
                </a:lnTo>
                <a:lnTo>
                  <a:pt x="196870" y="112116"/>
                </a:lnTo>
                <a:lnTo>
                  <a:pt x="197537" y="108445"/>
                </a:lnTo>
                <a:lnTo>
                  <a:pt x="197871" y="104775"/>
                </a:lnTo>
                <a:lnTo>
                  <a:pt x="197537" y="101105"/>
                </a:lnTo>
                <a:lnTo>
                  <a:pt x="196870" y="97434"/>
                </a:lnTo>
                <a:lnTo>
                  <a:pt x="195535" y="94097"/>
                </a:lnTo>
                <a:lnTo>
                  <a:pt x="193533" y="90761"/>
                </a:lnTo>
                <a:lnTo>
                  <a:pt x="191531" y="88091"/>
                </a:lnTo>
                <a:lnTo>
                  <a:pt x="188862" y="85422"/>
                </a:lnTo>
                <a:lnTo>
                  <a:pt x="185525" y="83420"/>
                </a:lnTo>
                <a:lnTo>
                  <a:pt x="182188" y="81418"/>
                </a:lnTo>
                <a:lnTo>
                  <a:pt x="156829" y="70740"/>
                </a:lnTo>
                <a:lnTo>
                  <a:pt x="152491" y="68404"/>
                </a:lnTo>
                <a:lnTo>
                  <a:pt x="148487" y="66068"/>
                </a:lnTo>
                <a:lnTo>
                  <a:pt x="144816" y="63065"/>
                </a:lnTo>
                <a:lnTo>
                  <a:pt x="141479" y="59728"/>
                </a:lnTo>
                <a:lnTo>
                  <a:pt x="138476" y="56058"/>
                </a:lnTo>
                <a:lnTo>
                  <a:pt x="135807" y="52388"/>
                </a:lnTo>
                <a:lnTo>
                  <a:pt x="133805" y="48050"/>
                </a:lnTo>
                <a:lnTo>
                  <a:pt x="132136" y="43712"/>
                </a:lnTo>
                <a:lnTo>
                  <a:pt x="123795" y="18019"/>
                </a:lnTo>
                <a:lnTo>
                  <a:pt x="122460" y="14014"/>
                </a:lnTo>
                <a:lnTo>
                  <a:pt x="120124" y="10678"/>
                </a:lnTo>
                <a:lnTo>
                  <a:pt x="117455" y="7675"/>
                </a:lnTo>
                <a:lnTo>
                  <a:pt x="114452" y="5005"/>
                </a:lnTo>
                <a:lnTo>
                  <a:pt x="111115" y="2669"/>
                </a:lnTo>
                <a:lnTo>
                  <a:pt x="107111" y="1335"/>
                </a:lnTo>
                <a:lnTo>
                  <a:pt x="103106" y="334"/>
                </a:lnTo>
                <a:lnTo>
                  <a:pt x="98769" y="0"/>
                </a:lnTo>
                <a:close/>
              </a:path>
            </a:pathLst>
          </a:custGeom>
          <a:solidFill>
            <a:srgbClr val="6967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39" name="Google Shape;6139;p470"/>
          <p:cNvSpPr/>
          <p:nvPr/>
        </p:nvSpPr>
        <p:spPr>
          <a:xfrm>
            <a:off x="5223477" y="2318813"/>
            <a:ext cx="136531" cy="144590"/>
          </a:xfrm>
          <a:custGeom>
            <a:avLst/>
            <a:gdLst/>
            <a:ahLst/>
            <a:cxnLst/>
            <a:rect l="l" t="t" r="r" b="b"/>
            <a:pathLst>
              <a:path w="197871" h="209550" extrusionOk="0">
                <a:moveTo>
                  <a:pt x="98769" y="31699"/>
                </a:moveTo>
                <a:lnTo>
                  <a:pt x="105109" y="51720"/>
                </a:lnTo>
                <a:lnTo>
                  <a:pt x="106443" y="55391"/>
                </a:lnTo>
                <a:lnTo>
                  <a:pt x="108112" y="58727"/>
                </a:lnTo>
                <a:lnTo>
                  <a:pt x="109780" y="62398"/>
                </a:lnTo>
                <a:lnTo>
                  <a:pt x="111448" y="65735"/>
                </a:lnTo>
                <a:lnTo>
                  <a:pt x="113450" y="68738"/>
                </a:lnTo>
                <a:lnTo>
                  <a:pt x="115786" y="72075"/>
                </a:lnTo>
                <a:lnTo>
                  <a:pt x="118122" y="75078"/>
                </a:lnTo>
                <a:lnTo>
                  <a:pt x="120458" y="77747"/>
                </a:lnTo>
                <a:lnTo>
                  <a:pt x="123127" y="80416"/>
                </a:lnTo>
                <a:lnTo>
                  <a:pt x="125797" y="83086"/>
                </a:lnTo>
                <a:lnTo>
                  <a:pt x="128800" y="85755"/>
                </a:lnTo>
                <a:lnTo>
                  <a:pt x="131803" y="88091"/>
                </a:lnTo>
                <a:lnTo>
                  <a:pt x="135140" y="90093"/>
                </a:lnTo>
                <a:lnTo>
                  <a:pt x="138476" y="92095"/>
                </a:lnTo>
                <a:lnTo>
                  <a:pt x="141813" y="93764"/>
                </a:lnTo>
                <a:lnTo>
                  <a:pt x="145484" y="95432"/>
                </a:lnTo>
                <a:lnTo>
                  <a:pt x="166839" y="104775"/>
                </a:lnTo>
                <a:lnTo>
                  <a:pt x="145484" y="114118"/>
                </a:lnTo>
                <a:lnTo>
                  <a:pt x="141813" y="115786"/>
                </a:lnTo>
                <a:lnTo>
                  <a:pt x="138476" y="117455"/>
                </a:lnTo>
                <a:lnTo>
                  <a:pt x="135140" y="119457"/>
                </a:lnTo>
                <a:lnTo>
                  <a:pt x="131803" y="121459"/>
                </a:lnTo>
                <a:lnTo>
                  <a:pt x="128800" y="123795"/>
                </a:lnTo>
                <a:lnTo>
                  <a:pt x="125797" y="126464"/>
                </a:lnTo>
                <a:lnTo>
                  <a:pt x="123127" y="128800"/>
                </a:lnTo>
                <a:lnTo>
                  <a:pt x="120458" y="131803"/>
                </a:lnTo>
                <a:lnTo>
                  <a:pt x="117788" y="134472"/>
                </a:lnTo>
                <a:lnTo>
                  <a:pt x="115786" y="137475"/>
                </a:lnTo>
                <a:lnTo>
                  <a:pt x="113450" y="140812"/>
                </a:lnTo>
                <a:lnTo>
                  <a:pt x="111448" y="143815"/>
                </a:lnTo>
                <a:lnTo>
                  <a:pt x="109780" y="147152"/>
                </a:lnTo>
                <a:lnTo>
                  <a:pt x="108112" y="150489"/>
                </a:lnTo>
                <a:lnTo>
                  <a:pt x="106443" y="154159"/>
                </a:lnTo>
                <a:lnTo>
                  <a:pt x="105109" y="157830"/>
                </a:lnTo>
                <a:lnTo>
                  <a:pt x="98769" y="177851"/>
                </a:lnTo>
                <a:lnTo>
                  <a:pt x="92429" y="157830"/>
                </a:lnTo>
                <a:lnTo>
                  <a:pt x="91094" y="154159"/>
                </a:lnTo>
                <a:lnTo>
                  <a:pt x="89759" y="150823"/>
                </a:lnTo>
                <a:lnTo>
                  <a:pt x="88091" y="147152"/>
                </a:lnTo>
                <a:lnTo>
                  <a:pt x="86423" y="143815"/>
                </a:lnTo>
                <a:lnTo>
                  <a:pt x="84421" y="140812"/>
                </a:lnTo>
                <a:lnTo>
                  <a:pt x="82085" y="137475"/>
                </a:lnTo>
                <a:lnTo>
                  <a:pt x="79749" y="134472"/>
                </a:lnTo>
                <a:lnTo>
                  <a:pt x="77413" y="131803"/>
                </a:lnTo>
                <a:lnTo>
                  <a:pt x="74744" y="128800"/>
                </a:lnTo>
                <a:lnTo>
                  <a:pt x="71741" y="126464"/>
                </a:lnTo>
                <a:lnTo>
                  <a:pt x="69071" y="123795"/>
                </a:lnTo>
                <a:lnTo>
                  <a:pt x="65735" y="121459"/>
                </a:lnTo>
                <a:lnTo>
                  <a:pt x="62731" y="119457"/>
                </a:lnTo>
                <a:lnTo>
                  <a:pt x="59395" y="117455"/>
                </a:lnTo>
                <a:lnTo>
                  <a:pt x="56058" y="115786"/>
                </a:lnTo>
                <a:lnTo>
                  <a:pt x="52387" y="114118"/>
                </a:lnTo>
                <a:lnTo>
                  <a:pt x="31032" y="104775"/>
                </a:lnTo>
                <a:lnTo>
                  <a:pt x="52387" y="95432"/>
                </a:lnTo>
                <a:lnTo>
                  <a:pt x="56058" y="93764"/>
                </a:lnTo>
                <a:lnTo>
                  <a:pt x="59395" y="92095"/>
                </a:lnTo>
                <a:lnTo>
                  <a:pt x="62731" y="90093"/>
                </a:lnTo>
                <a:lnTo>
                  <a:pt x="65735" y="87757"/>
                </a:lnTo>
                <a:lnTo>
                  <a:pt x="69071" y="85755"/>
                </a:lnTo>
                <a:lnTo>
                  <a:pt x="71741" y="83086"/>
                </a:lnTo>
                <a:lnTo>
                  <a:pt x="74744" y="80416"/>
                </a:lnTo>
                <a:lnTo>
                  <a:pt x="77413" y="77747"/>
                </a:lnTo>
                <a:lnTo>
                  <a:pt x="79749" y="75078"/>
                </a:lnTo>
                <a:lnTo>
                  <a:pt x="82085" y="72075"/>
                </a:lnTo>
                <a:lnTo>
                  <a:pt x="84421" y="68738"/>
                </a:lnTo>
                <a:lnTo>
                  <a:pt x="86423" y="65735"/>
                </a:lnTo>
                <a:lnTo>
                  <a:pt x="88091" y="62398"/>
                </a:lnTo>
                <a:lnTo>
                  <a:pt x="89759" y="58727"/>
                </a:lnTo>
                <a:lnTo>
                  <a:pt x="91094" y="55391"/>
                </a:lnTo>
                <a:lnTo>
                  <a:pt x="92429" y="51720"/>
                </a:lnTo>
                <a:lnTo>
                  <a:pt x="98769" y="31699"/>
                </a:lnTo>
                <a:close/>
                <a:moveTo>
                  <a:pt x="98769" y="0"/>
                </a:moveTo>
                <a:lnTo>
                  <a:pt x="94765" y="334"/>
                </a:lnTo>
                <a:lnTo>
                  <a:pt x="90427" y="1335"/>
                </a:lnTo>
                <a:lnTo>
                  <a:pt x="86756" y="2669"/>
                </a:lnTo>
                <a:lnTo>
                  <a:pt x="83419" y="5005"/>
                </a:lnTo>
                <a:lnTo>
                  <a:pt x="80083" y="7675"/>
                </a:lnTo>
                <a:lnTo>
                  <a:pt x="77413" y="10678"/>
                </a:lnTo>
                <a:lnTo>
                  <a:pt x="75411" y="14014"/>
                </a:lnTo>
                <a:lnTo>
                  <a:pt x="73743" y="18019"/>
                </a:lnTo>
                <a:lnTo>
                  <a:pt x="65735" y="43712"/>
                </a:lnTo>
                <a:lnTo>
                  <a:pt x="64066" y="48050"/>
                </a:lnTo>
                <a:lnTo>
                  <a:pt x="61730" y="52388"/>
                </a:lnTo>
                <a:lnTo>
                  <a:pt x="59061" y="56058"/>
                </a:lnTo>
                <a:lnTo>
                  <a:pt x="56392" y="59728"/>
                </a:lnTo>
                <a:lnTo>
                  <a:pt x="53055" y="63065"/>
                </a:lnTo>
                <a:lnTo>
                  <a:pt x="49384" y="66068"/>
                </a:lnTo>
                <a:lnTo>
                  <a:pt x="45047" y="68404"/>
                </a:lnTo>
                <a:lnTo>
                  <a:pt x="41042" y="70740"/>
                </a:lnTo>
                <a:lnTo>
                  <a:pt x="15349" y="81418"/>
                </a:lnTo>
                <a:lnTo>
                  <a:pt x="12012" y="83420"/>
                </a:lnTo>
                <a:lnTo>
                  <a:pt x="9009" y="85422"/>
                </a:lnTo>
                <a:lnTo>
                  <a:pt x="6340" y="88091"/>
                </a:lnTo>
                <a:lnTo>
                  <a:pt x="4004" y="90761"/>
                </a:lnTo>
                <a:lnTo>
                  <a:pt x="2336" y="94097"/>
                </a:lnTo>
                <a:lnTo>
                  <a:pt x="1001" y="97434"/>
                </a:lnTo>
                <a:lnTo>
                  <a:pt x="334" y="101105"/>
                </a:lnTo>
                <a:lnTo>
                  <a:pt x="0" y="104775"/>
                </a:lnTo>
                <a:lnTo>
                  <a:pt x="334" y="108445"/>
                </a:lnTo>
                <a:lnTo>
                  <a:pt x="1001" y="112116"/>
                </a:lnTo>
                <a:lnTo>
                  <a:pt x="2336" y="115453"/>
                </a:lnTo>
                <a:lnTo>
                  <a:pt x="4004" y="118789"/>
                </a:lnTo>
                <a:lnTo>
                  <a:pt x="6340" y="121459"/>
                </a:lnTo>
                <a:lnTo>
                  <a:pt x="9009" y="124128"/>
                </a:lnTo>
                <a:lnTo>
                  <a:pt x="12012" y="126130"/>
                </a:lnTo>
                <a:lnTo>
                  <a:pt x="15349" y="128132"/>
                </a:lnTo>
                <a:lnTo>
                  <a:pt x="41042" y="138810"/>
                </a:lnTo>
                <a:lnTo>
                  <a:pt x="45047" y="141146"/>
                </a:lnTo>
                <a:lnTo>
                  <a:pt x="49051" y="143482"/>
                </a:lnTo>
                <a:lnTo>
                  <a:pt x="53055" y="146485"/>
                </a:lnTo>
                <a:lnTo>
                  <a:pt x="56392" y="149822"/>
                </a:lnTo>
                <a:lnTo>
                  <a:pt x="59061" y="153492"/>
                </a:lnTo>
                <a:lnTo>
                  <a:pt x="61730" y="157163"/>
                </a:lnTo>
                <a:lnTo>
                  <a:pt x="64066" y="161500"/>
                </a:lnTo>
                <a:lnTo>
                  <a:pt x="65735" y="165838"/>
                </a:lnTo>
                <a:lnTo>
                  <a:pt x="73743" y="191531"/>
                </a:lnTo>
                <a:lnTo>
                  <a:pt x="75411" y="195536"/>
                </a:lnTo>
                <a:lnTo>
                  <a:pt x="77413" y="198872"/>
                </a:lnTo>
                <a:lnTo>
                  <a:pt x="80083" y="201875"/>
                </a:lnTo>
                <a:lnTo>
                  <a:pt x="83419" y="204545"/>
                </a:lnTo>
                <a:lnTo>
                  <a:pt x="86756" y="206547"/>
                </a:lnTo>
                <a:lnTo>
                  <a:pt x="90427" y="208215"/>
                </a:lnTo>
                <a:lnTo>
                  <a:pt x="94431" y="209216"/>
                </a:lnTo>
                <a:lnTo>
                  <a:pt x="98769" y="209550"/>
                </a:lnTo>
                <a:lnTo>
                  <a:pt x="103106" y="209216"/>
                </a:lnTo>
                <a:lnTo>
                  <a:pt x="107111" y="208215"/>
                </a:lnTo>
                <a:lnTo>
                  <a:pt x="111115" y="206547"/>
                </a:lnTo>
                <a:lnTo>
                  <a:pt x="114452" y="204545"/>
                </a:lnTo>
                <a:lnTo>
                  <a:pt x="117455" y="201875"/>
                </a:lnTo>
                <a:lnTo>
                  <a:pt x="120124" y="198872"/>
                </a:lnTo>
                <a:lnTo>
                  <a:pt x="122460" y="195536"/>
                </a:lnTo>
                <a:lnTo>
                  <a:pt x="123795" y="191531"/>
                </a:lnTo>
                <a:lnTo>
                  <a:pt x="132136" y="165838"/>
                </a:lnTo>
                <a:lnTo>
                  <a:pt x="133805" y="161500"/>
                </a:lnTo>
                <a:lnTo>
                  <a:pt x="135807" y="157163"/>
                </a:lnTo>
                <a:lnTo>
                  <a:pt x="138476" y="153492"/>
                </a:lnTo>
                <a:lnTo>
                  <a:pt x="141479" y="149822"/>
                </a:lnTo>
                <a:lnTo>
                  <a:pt x="144816" y="146485"/>
                </a:lnTo>
                <a:lnTo>
                  <a:pt x="148487" y="143482"/>
                </a:lnTo>
                <a:lnTo>
                  <a:pt x="152491" y="141146"/>
                </a:lnTo>
                <a:lnTo>
                  <a:pt x="156829" y="138810"/>
                </a:lnTo>
                <a:lnTo>
                  <a:pt x="182188" y="128132"/>
                </a:lnTo>
                <a:lnTo>
                  <a:pt x="185525" y="126130"/>
                </a:lnTo>
                <a:lnTo>
                  <a:pt x="188862" y="124128"/>
                </a:lnTo>
                <a:lnTo>
                  <a:pt x="191531" y="121459"/>
                </a:lnTo>
                <a:lnTo>
                  <a:pt x="193533" y="118789"/>
                </a:lnTo>
                <a:lnTo>
                  <a:pt x="195535" y="115453"/>
                </a:lnTo>
                <a:lnTo>
                  <a:pt x="196870" y="112116"/>
                </a:lnTo>
                <a:lnTo>
                  <a:pt x="197537" y="108445"/>
                </a:lnTo>
                <a:lnTo>
                  <a:pt x="197871" y="104775"/>
                </a:lnTo>
                <a:lnTo>
                  <a:pt x="197537" y="101105"/>
                </a:lnTo>
                <a:lnTo>
                  <a:pt x="196870" y="97434"/>
                </a:lnTo>
                <a:lnTo>
                  <a:pt x="195535" y="94097"/>
                </a:lnTo>
                <a:lnTo>
                  <a:pt x="193533" y="90761"/>
                </a:lnTo>
                <a:lnTo>
                  <a:pt x="191531" y="88091"/>
                </a:lnTo>
                <a:lnTo>
                  <a:pt x="188862" y="85422"/>
                </a:lnTo>
                <a:lnTo>
                  <a:pt x="185525" y="83420"/>
                </a:lnTo>
                <a:lnTo>
                  <a:pt x="182188" y="81418"/>
                </a:lnTo>
                <a:lnTo>
                  <a:pt x="156829" y="70740"/>
                </a:lnTo>
                <a:lnTo>
                  <a:pt x="152491" y="68404"/>
                </a:lnTo>
                <a:lnTo>
                  <a:pt x="148487" y="66068"/>
                </a:lnTo>
                <a:lnTo>
                  <a:pt x="144816" y="63065"/>
                </a:lnTo>
                <a:lnTo>
                  <a:pt x="141479" y="59728"/>
                </a:lnTo>
                <a:lnTo>
                  <a:pt x="138476" y="56058"/>
                </a:lnTo>
                <a:lnTo>
                  <a:pt x="135807" y="52388"/>
                </a:lnTo>
                <a:lnTo>
                  <a:pt x="133805" y="48050"/>
                </a:lnTo>
                <a:lnTo>
                  <a:pt x="132136" y="43712"/>
                </a:lnTo>
                <a:lnTo>
                  <a:pt x="123795" y="18019"/>
                </a:lnTo>
                <a:lnTo>
                  <a:pt x="122460" y="14014"/>
                </a:lnTo>
                <a:lnTo>
                  <a:pt x="120124" y="10678"/>
                </a:lnTo>
                <a:lnTo>
                  <a:pt x="117455" y="7675"/>
                </a:lnTo>
                <a:lnTo>
                  <a:pt x="114452" y="5005"/>
                </a:lnTo>
                <a:lnTo>
                  <a:pt x="111115" y="2669"/>
                </a:lnTo>
                <a:lnTo>
                  <a:pt x="107111" y="1335"/>
                </a:lnTo>
                <a:lnTo>
                  <a:pt x="103106" y="334"/>
                </a:lnTo>
                <a:lnTo>
                  <a:pt x="98769" y="0"/>
                </a:lnTo>
                <a:close/>
              </a:path>
            </a:pathLst>
          </a:custGeom>
          <a:solidFill>
            <a:srgbClr val="6967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40" name="Google Shape;6140;p470"/>
          <p:cNvSpPr/>
          <p:nvPr/>
        </p:nvSpPr>
        <p:spPr>
          <a:xfrm>
            <a:off x="750541" y="1942003"/>
            <a:ext cx="136531" cy="144590"/>
          </a:xfrm>
          <a:custGeom>
            <a:avLst/>
            <a:gdLst/>
            <a:ahLst/>
            <a:cxnLst/>
            <a:rect l="l" t="t" r="r" b="b"/>
            <a:pathLst>
              <a:path w="197871" h="209550" extrusionOk="0">
                <a:moveTo>
                  <a:pt x="98769" y="31699"/>
                </a:moveTo>
                <a:lnTo>
                  <a:pt x="105109" y="51720"/>
                </a:lnTo>
                <a:lnTo>
                  <a:pt x="106443" y="55391"/>
                </a:lnTo>
                <a:lnTo>
                  <a:pt x="108112" y="58727"/>
                </a:lnTo>
                <a:lnTo>
                  <a:pt x="109780" y="62398"/>
                </a:lnTo>
                <a:lnTo>
                  <a:pt x="111448" y="65735"/>
                </a:lnTo>
                <a:lnTo>
                  <a:pt x="113450" y="68738"/>
                </a:lnTo>
                <a:lnTo>
                  <a:pt x="115786" y="72075"/>
                </a:lnTo>
                <a:lnTo>
                  <a:pt x="118122" y="75078"/>
                </a:lnTo>
                <a:lnTo>
                  <a:pt x="120458" y="77747"/>
                </a:lnTo>
                <a:lnTo>
                  <a:pt x="123127" y="80416"/>
                </a:lnTo>
                <a:lnTo>
                  <a:pt x="125797" y="83086"/>
                </a:lnTo>
                <a:lnTo>
                  <a:pt x="128800" y="85755"/>
                </a:lnTo>
                <a:lnTo>
                  <a:pt x="131803" y="88091"/>
                </a:lnTo>
                <a:lnTo>
                  <a:pt x="135140" y="90093"/>
                </a:lnTo>
                <a:lnTo>
                  <a:pt x="138476" y="92095"/>
                </a:lnTo>
                <a:lnTo>
                  <a:pt x="141813" y="93764"/>
                </a:lnTo>
                <a:lnTo>
                  <a:pt x="145484" y="95432"/>
                </a:lnTo>
                <a:lnTo>
                  <a:pt x="166839" y="104775"/>
                </a:lnTo>
                <a:lnTo>
                  <a:pt x="145484" y="114118"/>
                </a:lnTo>
                <a:lnTo>
                  <a:pt x="141813" y="115786"/>
                </a:lnTo>
                <a:lnTo>
                  <a:pt x="138476" y="117455"/>
                </a:lnTo>
                <a:lnTo>
                  <a:pt x="135140" y="119457"/>
                </a:lnTo>
                <a:lnTo>
                  <a:pt x="131803" y="121459"/>
                </a:lnTo>
                <a:lnTo>
                  <a:pt x="128800" y="123795"/>
                </a:lnTo>
                <a:lnTo>
                  <a:pt x="125797" y="126464"/>
                </a:lnTo>
                <a:lnTo>
                  <a:pt x="123127" y="128800"/>
                </a:lnTo>
                <a:lnTo>
                  <a:pt x="120458" y="131803"/>
                </a:lnTo>
                <a:lnTo>
                  <a:pt x="117788" y="134472"/>
                </a:lnTo>
                <a:lnTo>
                  <a:pt x="115786" y="137475"/>
                </a:lnTo>
                <a:lnTo>
                  <a:pt x="113450" y="140812"/>
                </a:lnTo>
                <a:lnTo>
                  <a:pt x="111448" y="143815"/>
                </a:lnTo>
                <a:lnTo>
                  <a:pt x="109780" y="147152"/>
                </a:lnTo>
                <a:lnTo>
                  <a:pt x="108112" y="150489"/>
                </a:lnTo>
                <a:lnTo>
                  <a:pt x="106443" y="154159"/>
                </a:lnTo>
                <a:lnTo>
                  <a:pt x="105109" y="157830"/>
                </a:lnTo>
                <a:lnTo>
                  <a:pt x="98769" y="177851"/>
                </a:lnTo>
                <a:lnTo>
                  <a:pt x="92429" y="157830"/>
                </a:lnTo>
                <a:lnTo>
                  <a:pt x="91094" y="154159"/>
                </a:lnTo>
                <a:lnTo>
                  <a:pt x="89759" y="150823"/>
                </a:lnTo>
                <a:lnTo>
                  <a:pt x="88091" y="147152"/>
                </a:lnTo>
                <a:lnTo>
                  <a:pt x="86423" y="143815"/>
                </a:lnTo>
                <a:lnTo>
                  <a:pt x="84421" y="140812"/>
                </a:lnTo>
                <a:lnTo>
                  <a:pt x="82085" y="137475"/>
                </a:lnTo>
                <a:lnTo>
                  <a:pt x="79749" y="134472"/>
                </a:lnTo>
                <a:lnTo>
                  <a:pt x="77413" y="131803"/>
                </a:lnTo>
                <a:lnTo>
                  <a:pt x="74744" y="128800"/>
                </a:lnTo>
                <a:lnTo>
                  <a:pt x="71741" y="126464"/>
                </a:lnTo>
                <a:lnTo>
                  <a:pt x="69071" y="123795"/>
                </a:lnTo>
                <a:lnTo>
                  <a:pt x="65735" y="121459"/>
                </a:lnTo>
                <a:lnTo>
                  <a:pt x="62731" y="119457"/>
                </a:lnTo>
                <a:lnTo>
                  <a:pt x="59395" y="117455"/>
                </a:lnTo>
                <a:lnTo>
                  <a:pt x="56058" y="115786"/>
                </a:lnTo>
                <a:lnTo>
                  <a:pt x="52387" y="114118"/>
                </a:lnTo>
                <a:lnTo>
                  <a:pt x="31032" y="104775"/>
                </a:lnTo>
                <a:lnTo>
                  <a:pt x="52387" y="95432"/>
                </a:lnTo>
                <a:lnTo>
                  <a:pt x="56058" y="93764"/>
                </a:lnTo>
                <a:lnTo>
                  <a:pt x="59395" y="92095"/>
                </a:lnTo>
                <a:lnTo>
                  <a:pt x="62731" y="90093"/>
                </a:lnTo>
                <a:lnTo>
                  <a:pt x="65735" y="87757"/>
                </a:lnTo>
                <a:lnTo>
                  <a:pt x="69071" y="85755"/>
                </a:lnTo>
                <a:lnTo>
                  <a:pt x="71741" y="83086"/>
                </a:lnTo>
                <a:lnTo>
                  <a:pt x="74744" y="80416"/>
                </a:lnTo>
                <a:lnTo>
                  <a:pt x="77413" y="77747"/>
                </a:lnTo>
                <a:lnTo>
                  <a:pt x="79749" y="75078"/>
                </a:lnTo>
                <a:lnTo>
                  <a:pt x="82085" y="72075"/>
                </a:lnTo>
                <a:lnTo>
                  <a:pt x="84421" y="68738"/>
                </a:lnTo>
                <a:lnTo>
                  <a:pt x="86423" y="65735"/>
                </a:lnTo>
                <a:lnTo>
                  <a:pt x="88091" y="62398"/>
                </a:lnTo>
                <a:lnTo>
                  <a:pt x="89759" y="58727"/>
                </a:lnTo>
                <a:lnTo>
                  <a:pt x="91094" y="55391"/>
                </a:lnTo>
                <a:lnTo>
                  <a:pt x="92429" y="51720"/>
                </a:lnTo>
                <a:lnTo>
                  <a:pt x="98769" y="31699"/>
                </a:lnTo>
                <a:close/>
                <a:moveTo>
                  <a:pt x="98769" y="0"/>
                </a:moveTo>
                <a:lnTo>
                  <a:pt x="94765" y="334"/>
                </a:lnTo>
                <a:lnTo>
                  <a:pt x="90427" y="1335"/>
                </a:lnTo>
                <a:lnTo>
                  <a:pt x="86756" y="2669"/>
                </a:lnTo>
                <a:lnTo>
                  <a:pt x="83419" y="5005"/>
                </a:lnTo>
                <a:lnTo>
                  <a:pt x="80083" y="7675"/>
                </a:lnTo>
                <a:lnTo>
                  <a:pt x="77413" y="10678"/>
                </a:lnTo>
                <a:lnTo>
                  <a:pt x="75411" y="14014"/>
                </a:lnTo>
                <a:lnTo>
                  <a:pt x="73743" y="18019"/>
                </a:lnTo>
                <a:lnTo>
                  <a:pt x="65735" y="43712"/>
                </a:lnTo>
                <a:lnTo>
                  <a:pt x="64066" y="48050"/>
                </a:lnTo>
                <a:lnTo>
                  <a:pt x="61730" y="52388"/>
                </a:lnTo>
                <a:lnTo>
                  <a:pt x="59061" y="56058"/>
                </a:lnTo>
                <a:lnTo>
                  <a:pt x="56392" y="59728"/>
                </a:lnTo>
                <a:lnTo>
                  <a:pt x="53055" y="63065"/>
                </a:lnTo>
                <a:lnTo>
                  <a:pt x="49384" y="66068"/>
                </a:lnTo>
                <a:lnTo>
                  <a:pt x="45047" y="68404"/>
                </a:lnTo>
                <a:lnTo>
                  <a:pt x="41042" y="70740"/>
                </a:lnTo>
                <a:lnTo>
                  <a:pt x="15349" y="81418"/>
                </a:lnTo>
                <a:lnTo>
                  <a:pt x="12012" y="83420"/>
                </a:lnTo>
                <a:lnTo>
                  <a:pt x="9009" y="85422"/>
                </a:lnTo>
                <a:lnTo>
                  <a:pt x="6340" y="88091"/>
                </a:lnTo>
                <a:lnTo>
                  <a:pt x="4004" y="90761"/>
                </a:lnTo>
                <a:lnTo>
                  <a:pt x="2336" y="94097"/>
                </a:lnTo>
                <a:lnTo>
                  <a:pt x="1001" y="97434"/>
                </a:lnTo>
                <a:lnTo>
                  <a:pt x="334" y="101105"/>
                </a:lnTo>
                <a:lnTo>
                  <a:pt x="0" y="104775"/>
                </a:lnTo>
                <a:lnTo>
                  <a:pt x="334" y="108445"/>
                </a:lnTo>
                <a:lnTo>
                  <a:pt x="1001" y="112116"/>
                </a:lnTo>
                <a:lnTo>
                  <a:pt x="2336" y="115453"/>
                </a:lnTo>
                <a:lnTo>
                  <a:pt x="4004" y="118789"/>
                </a:lnTo>
                <a:lnTo>
                  <a:pt x="6340" y="121459"/>
                </a:lnTo>
                <a:lnTo>
                  <a:pt x="9009" y="124128"/>
                </a:lnTo>
                <a:lnTo>
                  <a:pt x="12012" y="126130"/>
                </a:lnTo>
                <a:lnTo>
                  <a:pt x="15349" y="128132"/>
                </a:lnTo>
                <a:lnTo>
                  <a:pt x="41042" y="138810"/>
                </a:lnTo>
                <a:lnTo>
                  <a:pt x="45047" y="141146"/>
                </a:lnTo>
                <a:lnTo>
                  <a:pt x="49051" y="143482"/>
                </a:lnTo>
                <a:lnTo>
                  <a:pt x="53055" y="146485"/>
                </a:lnTo>
                <a:lnTo>
                  <a:pt x="56392" y="149822"/>
                </a:lnTo>
                <a:lnTo>
                  <a:pt x="59061" y="153492"/>
                </a:lnTo>
                <a:lnTo>
                  <a:pt x="61730" y="157163"/>
                </a:lnTo>
                <a:lnTo>
                  <a:pt x="64066" y="161500"/>
                </a:lnTo>
                <a:lnTo>
                  <a:pt x="65735" y="165838"/>
                </a:lnTo>
                <a:lnTo>
                  <a:pt x="73743" y="191531"/>
                </a:lnTo>
                <a:lnTo>
                  <a:pt x="75411" y="195536"/>
                </a:lnTo>
                <a:lnTo>
                  <a:pt x="77413" y="198872"/>
                </a:lnTo>
                <a:lnTo>
                  <a:pt x="80083" y="201875"/>
                </a:lnTo>
                <a:lnTo>
                  <a:pt x="83419" y="204545"/>
                </a:lnTo>
                <a:lnTo>
                  <a:pt x="86756" y="206547"/>
                </a:lnTo>
                <a:lnTo>
                  <a:pt x="90427" y="208215"/>
                </a:lnTo>
                <a:lnTo>
                  <a:pt x="94431" y="209216"/>
                </a:lnTo>
                <a:lnTo>
                  <a:pt x="98769" y="209550"/>
                </a:lnTo>
                <a:lnTo>
                  <a:pt x="103106" y="209216"/>
                </a:lnTo>
                <a:lnTo>
                  <a:pt x="107111" y="208215"/>
                </a:lnTo>
                <a:lnTo>
                  <a:pt x="111115" y="206547"/>
                </a:lnTo>
                <a:lnTo>
                  <a:pt x="114452" y="204545"/>
                </a:lnTo>
                <a:lnTo>
                  <a:pt x="117455" y="201875"/>
                </a:lnTo>
                <a:lnTo>
                  <a:pt x="120124" y="198872"/>
                </a:lnTo>
                <a:lnTo>
                  <a:pt x="122460" y="195536"/>
                </a:lnTo>
                <a:lnTo>
                  <a:pt x="123795" y="191531"/>
                </a:lnTo>
                <a:lnTo>
                  <a:pt x="132136" y="165838"/>
                </a:lnTo>
                <a:lnTo>
                  <a:pt x="133805" y="161500"/>
                </a:lnTo>
                <a:lnTo>
                  <a:pt x="135807" y="157163"/>
                </a:lnTo>
                <a:lnTo>
                  <a:pt x="138476" y="153492"/>
                </a:lnTo>
                <a:lnTo>
                  <a:pt x="141479" y="149822"/>
                </a:lnTo>
                <a:lnTo>
                  <a:pt x="144816" y="146485"/>
                </a:lnTo>
                <a:lnTo>
                  <a:pt x="148487" y="143482"/>
                </a:lnTo>
                <a:lnTo>
                  <a:pt x="152491" y="141146"/>
                </a:lnTo>
                <a:lnTo>
                  <a:pt x="156829" y="138810"/>
                </a:lnTo>
                <a:lnTo>
                  <a:pt x="182188" y="128132"/>
                </a:lnTo>
                <a:lnTo>
                  <a:pt x="185525" y="126130"/>
                </a:lnTo>
                <a:lnTo>
                  <a:pt x="188862" y="124128"/>
                </a:lnTo>
                <a:lnTo>
                  <a:pt x="191531" y="121459"/>
                </a:lnTo>
                <a:lnTo>
                  <a:pt x="193533" y="118789"/>
                </a:lnTo>
                <a:lnTo>
                  <a:pt x="195535" y="115453"/>
                </a:lnTo>
                <a:lnTo>
                  <a:pt x="196870" y="112116"/>
                </a:lnTo>
                <a:lnTo>
                  <a:pt x="197537" y="108445"/>
                </a:lnTo>
                <a:lnTo>
                  <a:pt x="197871" y="104775"/>
                </a:lnTo>
                <a:lnTo>
                  <a:pt x="197537" y="101105"/>
                </a:lnTo>
                <a:lnTo>
                  <a:pt x="196870" y="97434"/>
                </a:lnTo>
                <a:lnTo>
                  <a:pt x="195535" y="94097"/>
                </a:lnTo>
                <a:lnTo>
                  <a:pt x="193533" y="90761"/>
                </a:lnTo>
                <a:lnTo>
                  <a:pt x="191531" y="88091"/>
                </a:lnTo>
                <a:lnTo>
                  <a:pt x="188862" y="85422"/>
                </a:lnTo>
                <a:lnTo>
                  <a:pt x="185525" y="83420"/>
                </a:lnTo>
                <a:lnTo>
                  <a:pt x="182188" y="81418"/>
                </a:lnTo>
                <a:lnTo>
                  <a:pt x="156829" y="70740"/>
                </a:lnTo>
                <a:lnTo>
                  <a:pt x="152491" y="68404"/>
                </a:lnTo>
                <a:lnTo>
                  <a:pt x="148487" y="66068"/>
                </a:lnTo>
                <a:lnTo>
                  <a:pt x="144816" y="63065"/>
                </a:lnTo>
                <a:lnTo>
                  <a:pt x="141479" y="59728"/>
                </a:lnTo>
                <a:lnTo>
                  <a:pt x="138476" y="56058"/>
                </a:lnTo>
                <a:lnTo>
                  <a:pt x="135807" y="52388"/>
                </a:lnTo>
                <a:lnTo>
                  <a:pt x="133805" y="48050"/>
                </a:lnTo>
                <a:lnTo>
                  <a:pt x="132136" y="43712"/>
                </a:lnTo>
                <a:lnTo>
                  <a:pt x="123795" y="18019"/>
                </a:lnTo>
                <a:lnTo>
                  <a:pt x="122460" y="14014"/>
                </a:lnTo>
                <a:lnTo>
                  <a:pt x="120124" y="10678"/>
                </a:lnTo>
                <a:lnTo>
                  <a:pt x="117455" y="7675"/>
                </a:lnTo>
                <a:lnTo>
                  <a:pt x="114452" y="5005"/>
                </a:lnTo>
                <a:lnTo>
                  <a:pt x="111115" y="2669"/>
                </a:lnTo>
                <a:lnTo>
                  <a:pt x="107111" y="1335"/>
                </a:lnTo>
                <a:lnTo>
                  <a:pt x="103106" y="334"/>
                </a:lnTo>
                <a:lnTo>
                  <a:pt x="98769" y="0"/>
                </a:lnTo>
                <a:close/>
              </a:path>
            </a:pathLst>
          </a:custGeom>
          <a:solidFill>
            <a:srgbClr val="6967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41" name="Google Shape;6141;p470"/>
          <p:cNvSpPr/>
          <p:nvPr/>
        </p:nvSpPr>
        <p:spPr>
          <a:xfrm>
            <a:off x="893328" y="2288803"/>
            <a:ext cx="136531" cy="144590"/>
          </a:xfrm>
          <a:custGeom>
            <a:avLst/>
            <a:gdLst/>
            <a:ahLst/>
            <a:cxnLst/>
            <a:rect l="l" t="t" r="r" b="b"/>
            <a:pathLst>
              <a:path w="197871" h="209550" extrusionOk="0">
                <a:moveTo>
                  <a:pt x="98769" y="31699"/>
                </a:moveTo>
                <a:lnTo>
                  <a:pt x="105109" y="51720"/>
                </a:lnTo>
                <a:lnTo>
                  <a:pt x="106443" y="55391"/>
                </a:lnTo>
                <a:lnTo>
                  <a:pt x="108112" y="58727"/>
                </a:lnTo>
                <a:lnTo>
                  <a:pt x="109780" y="62398"/>
                </a:lnTo>
                <a:lnTo>
                  <a:pt x="111448" y="65735"/>
                </a:lnTo>
                <a:lnTo>
                  <a:pt x="113450" y="68738"/>
                </a:lnTo>
                <a:lnTo>
                  <a:pt x="115786" y="72075"/>
                </a:lnTo>
                <a:lnTo>
                  <a:pt x="118122" y="75078"/>
                </a:lnTo>
                <a:lnTo>
                  <a:pt x="120458" y="77747"/>
                </a:lnTo>
                <a:lnTo>
                  <a:pt x="123127" y="80416"/>
                </a:lnTo>
                <a:lnTo>
                  <a:pt x="125797" y="83086"/>
                </a:lnTo>
                <a:lnTo>
                  <a:pt x="128800" y="85755"/>
                </a:lnTo>
                <a:lnTo>
                  <a:pt x="131803" y="88091"/>
                </a:lnTo>
                <a:lnTo>
                  <a:pt x="135140" y="90093"/>
                </a:lnTo>
                <a:lnTo>
                  <a:pt x="138476" y="92095"/>
                </a:lnTo>
                <a:lnTo>
                  <a:pt x="141813" y="93764"/>
                </a:lnTo>
                <a:lnTo>
                  <a:pt x="145484" y="95432"/>
                </a:lnTo>
                <a:lnTo>
                  <a:pt x="166839" y="104775"/>
                </a:lnTo>
                <a:lnTo>
                  <a:pt x="145484" y="114118"/>
                </a:lnTo>
                <a:lnTo>
                  <a:pt x="141813" y="115786"/>
                </a:lnTo>
                <a:lnTo>
                  <a:pt x="138476" y="117455"/>
                </a:lnTo>
                <a:lnTo>
                  <a:pt x="135140" y="119457"/>
                </a:lnTo>
                <a:lnTo>
                  <a:pt x="131803" y="121459"/>
                </a:lnTo>
                <a:lnTo>
                  <a:pt x="128800" y="123795"/>
                </a:lnTo>
                <a:lnTo>
                  <a:pt x="125797" y="126464"/>
                </a:lnTo>
                <a:lnTo>
                  <a:pt x="123127" y="128800"/>
                </a:lnTo>
                <a:lnTo>
                  <a:pt x="120458" y="131803"/>
                </a:lnTo>
                <a:lnTo>
                  <a:pt x="117788" y="134472"/>
                </a:lnTo>
                <a:lnTo>
                  <a:pt x="115786" y="137475"/>
                </a:lnTo>
                <a:lnTo>
                  <a:pt x="113450" y="140812"/>
                </a:lnTo>
                <a:lnTo>
                  <a:pt x="111448" y="143815"/>
                </a:lnTo>
                <a:lnTo>
                  <a:pt x="109780" y="147152"/>
                </a:lnTo>
                <a:lnTo>
                  <a:pt x="108112" y="150489"/>
                </a:lnTo>
                <a:lnTo>
                  <a:pt x="106443" y="154159"/>
                </a:lnTo>
                <a:lnTo>
                  <a:pt x="105109" y="157830"/>
                </a:lnTo>
                <a:lnTo>
                  <a:pt x="98769" y="177851"/>
                </a:lnTo>
                <a:lnTo>
                  <a:pt x="92429" y="157830"/>
                </a:lnTo>
                <a:lnTo>
                  <a:pt x="91094" y="154159"/>
                </a:lnTo>
                <a:lnTo>
                  <a:pt x="89759" y="150823"/>
                </a:lnTo>
                <a:lnTo>
                  <a:pt x="88091" y="147152"/>
                </a:lnTo>
                <a:lnTo>
                  <a:pt x="86423" y="143815"/>
                </a:lnTo>
                <a:lnTo>
                  <a:pt x="84421" y="140812"/>
                </a:lnTo>
                <a:lnTo>
                  <a:pt x="82085" y="137475"/>
                </a:lnTo>
                <a:lnTo>
                  <a:pt x="79749" y="134472"/>
                </a:lnTo>
                <a:lnTo>
                  <a:pt x="77413" y="131803"/>
                </a:lnTo>
                <a:lnTo>
                  <a:pt x="74744" y="128800"/>
                </a:lnTo>
                <a:lnTo>
                  <a:pt x="71741" y="126464"/>
                </a:lnTo>
                <a:lnTo>
                  <a:pt x="69071" y="123795"/>
                </a:lnTo>
                <a:lnTo>
                  <a:pt x="65735" y="121459"/>
                </a:lnTo>
                <a:lnTo>
                  <a:pt x="62731" y="119457"/>
                </a:lnTo>
                <a:lnTo>
                  <a:pt x="59395" y="117455"/>
                </a:lnTo>
                <a:lnTo>
                  <a:pt x="56058" y="115786"/>
                </a:lnTo>
                <a:lnTo>
                  <a:pt x="52387" y="114118"/>
                </a:lnTo>
                <a:lnTo>
                  <a:pt x="31032" y="104775"/>
                </a:lnTo>
                <a:lnTo>
                  <a:pt x="52387" y="95432"/>
                </a:lnTo>
                <a:lnTo>
                  <a:pt x="56058" y="93764"/>
                </a:lnTo>
                <a:lnTo>
                  <a:pt x="59395" y="92095"/>
                </a:lnTo>
                <a:lnTo>
                  <a:pt x="62731" y="90093"/>
                </a:lnTo>
                <a:lnTo>
                  <a:pt x="65735" y="87757"/>
                </a:lnTo>
                <a:lnTo>
                  <a:pt x="69071" y="85755"/>
                </a:lnTo>
                <a:lnTo>
                  <a:pt x="71741" y="83086"/>
                </a:lnTo>
                <a:lnTo>
                  <a:pt x="74744" y="80416"/>
                </a:lnTo>
                <a:lnTo>
                  <a:pt x="77413" y="77747"/>
                </a:lnTo>
                <a:lnTo>
                  <a:pt x="79749" y="75078"/>
                </a:lnTo>
                <a:lnTo>
                  <a:pt x="82085" y="72075"/>
                </a:lnTo>
                <a:lnTo>
                  <a:pt x="84421" y="68738"/>
                </a:lnTo>
                <a:lnTo>
                  <a:pt x="86423" y="65735"/>
                </a:lnTo>
                <a:lnTo>
                  <a:pt x="88091" y="62398"/>
                </a:lnTo>
                <a:lnTo>
                  <a:pt x="89759" y="58727"/>
                </a:lnTo>
                <a:lnTo>
                  <a:pt x="91094" y="55391"/>
                </a:lnTo>
                <a:lnTo>
                  <a:pt x="92429" y="51720"/>
                </a:lnTo>
                <a:lnTo>
                  <a:pt x="98769" y="31699"/>
                </a:lnTo>
                <a:close/>
                <a:moveTo>
                  <a:pt x="98769" y="0"/>
                </a:moveTo>
                <a:lnTo>
                  <a:pt x="94765" y="334"/>
                </a:lnTo>
                <a:lnTo>
                  <a:pt x="90427" y="1335"/>
                </a:lnTo>
                <a:lnTo>
                  <a:pt x="86756" y="2669"/>
                </a:lnTo>
                <a:lnTo>
                  <a:pt x="83419" y="5005"/>
                </a:lnTo>
                <a:lnTo>
                  <a:pt x="80083" y="7675"/>
                </a:lnTo>
                <a:lnTo>
                  <a:pt x="77413" y="10678"/>
                </a:lnTo>
                <a:lnTo>
                  <a:pt x="75411" y="14014"/>
                </a:lnTo>
                <a:lnTo>
                  <a:pt x="73743" y="18019"/>
                </a:lnTo>
                <a:lnTo>
                  <a:pt x="65735" y="43712"/>
                </a:lnTo>
                <a:lnTo>
                  <a:pt x="64066" y="48050"/>
                </a:lnTo>
                <a:lnTo>
                  <a:pt x="61730" y="52388"/>
                </a:lnTo>
                <a:lnTo>
                  <a:pt x="59061" y="56058"/>
                </a:lnTo>
                <a:lnTo>
                  <a:pt x="56392" y="59728"/>
                </a:lnTo>
                <a:lnTo>
                  <a:pt x="53055" y="63065"/>
                </a:lnTo>
                <a:lnTo>
                  <a:pt x="49384" y="66068"/>
                </a:lnTo>
                <a:lnTo>
                  <a:pt x="45047" y="68404"/>
                </a:lnTo>
                <a:lnTo>
                  <a:pt x="41042" y="70740"/>
                </a:lnTo>
                <a:lnTo>
                  <a:pt x="15349" y="81418"/>
                </a:lnTo>
                <a:lnTo>
                  <a:pt x="12012" y="83420"/>
                </a:lnTo>
                <a:lnTo>
                  <a:pt x="9009" y="85422"/>
                </a:lnTo>
                <a:lnTo>
                  <a:pt x="6340" y="88091"/>
                </a:lnTo>
                <a:lnTo>
                  <a:pt x="4004" y="90761"/>
                </a:lnTo>
                <a:lnTo>
                  <a:pt x="2336" y="94097"/>
                </a:lnTo>
                <a:lnTo>
                  <a:pt x="1001" y="97434"/>
                </a:lnTo>
                <a:lnTo>
                  <a:pt x="334" y="101105"/>
                </a:lnTo>
                <a:lnTo>
                  <a:pt x="0" y="104775"/>
                </a:lnTo>
                <a:lnTo>
                  <a:pt x="334" y="108445"/>
                </a:lnTo>
                <a:lnTo>
                  <a:pt x="1001" y="112116"/>
                </a:lnTo>
                <a:lnTo>
                  <a:pt x="2336" y="115453"/>
                </a:lnTo>
                <a:lnTo>
                  <a:pt x="4004" y="118789"/>
                </a:lnTo>
                <a:lnTo>
                  <a:pt x="6340" y="121459"/>
                </a:lnTo>
                <a:lnTo>
                  <a:pt x="9009" y="124128"/>
                </a:lnTo>
                <a:lnTo>
                  <a:pt x="12012" y="126130"/>
                </a:lnTo>
                <a:lnTo>
                  <a:pt x="15349" y="128132"/>
                </a:lnTo>
                <a:lnTo>
                  <a:pt x="41042" y="138810"/>
                </a:lnTo>
                <a:lnTo>
                  <a:pt x="45047" y="141146"/>
                </a:lnTo>
                <a:lnTo>
                  <a:pt x="49051" y="143482"/>
                </a:lnTo>
                <a:lnTo>
                  <a:pt x="53055" y="146485"/>
                </a:lnTo>
                <a:lnTo>
                  <a:pt x="56392" y="149822"/>
                </a:lnTo>
                <a:lnTo>
                  <a:pt x="59061" y="153492"/>
                </a:lnTo>
                <a:lnTo>
                  <a:pt x="61730" y="157163"/>
                </a:lnTo>
                <a:lnTo>
                  <a:pt x="64066" y="161500"/>
                </a:lnTo>
                <a:lnTo>
                  <a:pt x="65735" y="165838"/>
                </a:lnTo>
                <a:lnTo>
                  <a:pt x="73743" y="191531"/>
                </a:lnTo>
                <a:lnTo>
                  <a:pt x="75411" y="195536"/>
                </a:lnTo>
                <a:lnTo>
                  <a:pt x="77413" y="198872"/>
                </a:lnTo>
                <a:lnTo>
                  <a:pt x="80083" y="201875"/>
                </a:lnTo>
                <a:lnTo>
                  <a:pt x="83419" y="204545"/>
                </a:lnTo>
                <a:lnTo>
                  <a:pt x="86756" y="206547"/>
                </a:lnTo>
                <a:lnTo>
                  <a:pt x="90427" y="208215"/>
                </a:lnTo>
                <a:lnTo>
                  <a:pt x="94431" y="209216"/>
                </a:lnTo>
                <a:lnTo>
                  <a:pt x="98769" y="209550"/>
                </a:lnTo>
                <a:lnTo>
                  <a:pt x="103106" y="209216"/>
                </a:lnTo>
                <a:lnTo>
                  <a:pt x="107111" y="208215"/>
                </a:lnTo>
                <a:lnTo>
                  <a:pt x="111115" y="206547"/>
                </a:lnTo>
                <a:lnTo>
                  <a:pt x="114452" y="204545"/>
                </a:lnTo>
                <a:lnTo>
                  <a:pt x="117455" y="201875"/>
                </a:lnTo>
                <a:lnTo>
                  <a:pt x="120124" y="198872"/>
                </a:lnTo>
                <a:lnTo>
                  <a:pt x="122460" y="195536"/>
                </a:lnTo>
                <a:lnTo>
                  <a:pt x="123795" y="191531"/>
                </a:lnTo>
                <a:lnTo>
                  <a:pt x="132136" y="165838"/>
                </a:lnTo>
                <a:lnTo>
                  <a:pt x="133805" y="161500"/>
                </a:lnTo>
                <a:lnTo>
                  <a:pt x="135807" y="157163"/>
                </a:lnTo>
                <a:lnTo>
                  <a:pt x="138476" y="153492"/>
                </a:lnTo>
                <a:lnTo>
                  <a:pt x="141479" y="149822"/>
                </a:lnTo>
                <a:lnTo>
                  <a:pt x="144816" y="146485"/>
                </a:lnTo>
                <a:lnTo>
                  <a:pt x="148487" y="143482"/>
                </a:lnTo>
                <a:lnTo>
                  <a:pt x="152491" y="141146"/>
                </a:lnTo>
                <a:lnTo>
                  <a:pt x="156829" y="138810"/>
                </a:lnTo>
                <a:lnTo>
                  <a:pt x="182188" y="128132"/>
                </a:lnTo>
                <a:lnTo>
                  <a:pt x="185525" y="126130"/>
                </a:lnTo>
                <a:lnTo>
                  <a:pt x="188862" y="124128"/>
                </a:lnTo>
                <a:lnTo>
                  <a:pt x="191531" y="121459"/>
                </a:lnTo>
                <a:lnTo>
                  <a:pt x="193533" y="118789"/>
                </a:lnTo>
                <a:lnTo>
                  <a:pt x="195535" y="115453"/>
                </a:lnTo>
                <a:lnTo>
                  <a:pt x="196870" y="112116"/>
                </a:lnTo>
                <a:lnTo>
                  <a:pt x="197537" y="108445"/>
                </a:lnTo>
                <a:lnTo>
                  <a:pt x="197871" y="104775"/>
                </a:lnTo>
                <a:lnTo>
                  <a:pt x="197537" y="101105"/>
                </a:lnTo>
                <a:lnTo>
                  <a:pt x="196870" y="97434"/>
                </a:lnTo>
                <a:lnTo>
                  <a:pt x="195535" y="94097"/>
                </a:lnTo>
                <a:lnTo>
                  <a:pt x="193533" y="90761"/>
                </a:lnTo>
                <a:lnTo>
                  <a:pt x="191531" y="88091"/>
                </a:lnTo>
                <a:lnTo>
                  <a:pt x="188862" y="85422"/>
                </a:lnTo>
                <a:lnTo>
                  <a:pt x="185525" y="83420"/>
                </a:lnTo>
                <a:lnTo>
                  <a:pt x="182188" y="81418"/>
                </a:lnTo>
                <a:lnTo>
                  <a:pt x="156829" y="70740"/>
                </a:lnTo>
                <a:lnTo>
                  <a:pt x="152491" y="68404"/>
                </a:lnTo>
                <a:lnTo>
                  <a:pt x="148487" y="66068"/>
                </a:lnTo>
                <a:lnTo>
                  <a:pt x="144816" y="63065"/>
                </a:lnTo>
                <a:lnTo>
                  <a:pt x="141479" y="59728"/>
                </a:lnTo>
                <a:lnTo>
                  <a:pt x="138476" y="56058"/>
                </a:lnTo>
                <a:lnTo>
                  <a:pt x="135807" y="52388"/>
                </a:lnTo>
                <a:lnTo>
                  <a:pt x="133805" y="48050"/>
                </a:lnTo>
                <a:lnTo>
                  <a:pt x="132136" y="43712"/>
                </a:lnTo>
                <a:lnTo>
                  <a:pt x="123795" y="18019"/>
                </a:lnTo>
                <a:lnTo>
                  <a:pt x="122460" y="14014"/>
                </a:lnTo>
                <a:lnTo>
                  <a:pt x="120124" y="10678"/>
                </a:lnTo>
                <a:lnTo>
                  <a:pt x="117455" y="7675"/>
                </a:lnTo>
                <a:lnTo>
                  <a:pt x="114452" y="5005"/>
                </a:lnTo>
                <a:lnTo>
                  <a:pt x="111115" y="2669"/>
                </a:lnTo>
                <a:lnTo>
                  <a:pt x="107111" y="1335"/>
                </a:lnTo>
                <a:lnTo>
                  <a:pt x="103106" y="334"/>
                </a:lnTo>
                <a:lnTo>
                  <a:pt x="98769" y="0"/>
                </a:lnTo>
                <a:close/>
              </a:path>
            </a:pathLst>
          </a:custGeom>
          <a:solidFill>
            <a:srgbClr val="6967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42" name="Google Shape;6142;p470"/>
          <p:cNvSpPr/>
          <p:nvPr/>
        </p:nvSpPr>
        <p:spPr>
          <a:xfrm>
            <a:off x="893328" y="2631478"/>
            <a:ext cx="136531" cy="144590"/>
          </a:xfrm>
          <a:custGeom>
            <a:avLst/>
            <a:gdLst/>
            <a:ahLst/>
            <a:cxnLst/>
            <a:rect l="l" t="t" r="r" b="b"/>
            <a:pathLst>
              <a:path w="197871" h="209550" extrusionOk="0">
                <a:moveTo>
                  <a:pt x="98769" y="31699"/>
                </a:moveTo>
                <a:lnTo>
                  <a:pt x="105109" y="51720"/>
                </a:lnTo>
                <a:lnTo>
                  <a:pt x="106443" y="55391"/>
                </a:lnTo>
                <a:lnTo>
                  <a:pt x="108112" y="58727"/>
                </a:lnTo>
                <a:lnTo>
                  <a:pt x="109780" y="62398"/>
                </a:lnTo>
                <a:lnTo>
                  <a:pt x="111448" y="65735"/>
                </a:lnTo>
                <a:lnTo>
                  <a:pt x="113450" y="68738"/>
                </a:lnTo>
                <a:lnTo>
                  <a:pt x="115786" y="72075"/>
                </a:lnTo>
                <a:lnTo>
                  <a:pt x="118122" y="75078"/>
                </a:lnTo>
                <a:lnTo>
                  <a:pt x="120458" y="77747"/>
                </a:lnTo>
                <a:lnTo>
                  <a:pt x="123127" y="80416"/>
                </a:lnTo>
                <a:lnTo>
                  <a:pt x="125797" y="83086"/>
                </a:lnTo>
                <a:lnTo>
                  <a:pt x="128800" y="85755"/>
                </a:lnTo>
                <a:lnTo>
                  <a:pt x="131803" y="88091"/>
                </a:lnTo>
                <a:lnTo>
                  <a:pt x="135140" y="90093"/>
                </a:lnTo>
                <a:lnTo>
                  <a:pt x="138476" y="92095"/>
                </a:lnTo>
                <a:lnTo>
                  <a:pt x="141813" y="93764"/>
                </a:lnTo>
                <a:lnTo>
                  <a:pt x="145484" y="95432"/>
                </a:lnTo>
                <a:lnTo>
                  <a:pt x="166839" y="104775"/>
                </a:lnTo>
                <a:lnTo>
                  <a:pt x="145484" y="114118"/>
                </a:lnTo>
                <a:lnTo>
                  <a:pt x="141813" y="115786"/>
                </a:lnTo>
                <a:lnTo>
                  <a:pt x="138476" y="117455"/>
                </a:lnTo>
                <a:lnTo>
                  <a:pt x="135140" y="119457"/>
                </a:lnTo>
                <a:lnTo>
                  <a:pt x="131803" y="121459"/>
                </a:lnTo>
                <a:lnTo>
                  <a:pt x="128800" y="123795"/>
                </a:lnTo>
                <a:lnTo>
                  <a:pt x="125797" y="126464"/>
                </a:lnTo>
                <a:lnTo>
                  <a:pt x="123127" y="128800"/>
                </a:lnTo>
                <a:lnTo>
                  <a:pt x="120458" y="131803"/>
                </a:lnTo>
                <a:lnTo>
                  <a:pt x="117788" y="134472"/>
                </a:lnTo>
                <a:lnTo>
                  <a:pt x="115786" y="137475"/>
                </a:lnTo>
                <a:lnTo>
                  <a:pt x="113450" y="140812"/>
                </a:lnTo>
                <a:lnTo>
                  <a:pt x="111448" y="143815"/>
                </a:lnTo>
                <a:lnTo>
                  <a:pt x="109780" y="147152"/>
                </a:lnTo>
                <a:lnTo>
                  <a:pt x="108112" y="150489"/>
                </a:lnTo>
                <a:lnTo>
                  <a:pt x="106443" y="154159"/>
                </a:lnTo>
                <a:lnTo>
                  <a:pt x="105109" y="157830"/>
                </a:lnTo>
                <a:lnTo>
                  <a:pt x="98769" y="177851"/>
                </a:lnTo>
                <a:lnTo>
                  <a:pt x="92429" y="157830"/>
                </a:lnTo>
                <a:lnTo>
                  <a:pt x="91094" y="154159"/>
                </a:lnTo>
                <a:lnTo>
                  <a:pt x="89759" y="150823"/>
                </a:lnTo>
                <a:lnTo>
                  <a:pt x="88091" y="147152"/>
                </a:lnTo>
                <a:lnTo>
                  <a:pt x="86423" y="143815"/>
                </a:lnTo>
                <a:lnTo>
                  <a:pt x="84421" y="140812"/>
                </a:lnTo>
                <a:lnTo>
                  <a:pt x="82085" y="137475"/>
                </a:lnTo>
                <a:lnTo>
                  <a:pt x="79749" y="134472"/>
                </a:lnTo>
                <a:lnTo>
                  <a:pt x="77413" y="131803"/>
                </a:lnTo>
                <a:lnTo>
                  <a:pt x="74744" y="128800"/>
                </a:lnTo>
                <a:lnTo>
                  <a:pt x="71741" y="126464"/>
                </a:lnTo>
                <a:lnTo>
                  <a:pt x="69071" y="123795"/>
                </a:lnTo>
                <a:lnTo>
                  <a:pt x="65735" y="121459"/>
                </a:lnTo>
                <a:lnTo>
                  <a:pt x="62731" y="119457"/>
                </a:lnTo>
                <a:lnTo>
                  <a:pt x="59395" y="117455"/>
                </a:lnTo>
                <a:lnTo>
                  <a:pt x="56058" y="115786"/>
                </a:lnTo>
                <a:lnTo>
                  <a:pt x="52387" y="114118"/>
                </a:lnTo>
                <a:lnTo>
                  <a:pt x="31032" y="104775"/>
                </a:lnTo>
                <a:lnTo>
                  <a:pt x="52387" y="95432"/>
                </a:lnTo>
                <a:lnTo>
                  <a:pt x="56058" y="93764"/>
                </a:lnTo>
                <a:lnTo>
                  <a:pt x="59395" y="92095"/>
                </a:lnTo>
                <a:lnTo>
                  <a:pt x="62731" y="90093"/>
                </a:lnTo>
                <a:lnTo>
                  <a:pt x="65735" y="87757"/>
                </a:lnTo>
                <a:lnTo>
                  <a:pt x="69071" y="85755"/>
                </a:lnTo>
                <a:lnTo>
                  <a:pt x="71741" y="83086"/>
                </a:lnTo>
                <a:lnTo>
                  <a:pt x="74744" y="80416"/>
                </a:lnTo>
                <a:lnTo>
                  <a:pt x="77413" y="77747"/>
                </a:lnTo>
                <a:lnTo>
                  <a:pt x="79749" y="75078"/>
                </a:lnTo>
                <a:lnTo>
                  <a:pt x="82085" y="72075"/>
                </a:lnTo>
                <a:lnTo>
                  <a:pt x="84421" y="68738"/>
                </a:lnTo>
                <a:lnTo>
                  <a:pt x="86423" y="65735"/>
                </a:lnTo>
                <a:lnTo>
                  <a:pt x="88091" y="62398"/>
                </a:lnTo>
                <a:lnTo>
                  <a:pt x="89759" y="58727"/>
                </a:lnTo>
                <a:lnTo>
                  <a:pt x="91094" y="55391"/>
                </a:lnTo>
                <a:lnTo>
                  <a:pt x="92429" y="51720"/>
                </a:lnTo>
                <a:lnTo>
                  <a:pt x="98769" y="31699"/>
                </a:lnTo>
                <a:close/>
                <a:moveTo>
                  <a:pt x="98769" y="0"/>
                </a:moveTo>
                <a:lnTo>
                  <a:pt x="94765" y="334"/>
                </a:lnTo>
                <a:lnTo>
                  <a:pt x="90427" y="1335"/>
                </a:lnTo>
                <a:lnTo>
                  <a:pt x="86756" y="2669"/>
                </a:lnTo>
                <a:lnTo>
                  <a:pt x="83419" y="5005"/>
                </a:lnTo>
                <a:lnTo>
                  <a:pt x="80083" y="7675"/>
                </a:lnTo>
                <a:lnTo>
                  <a:pt x="77413" y="10678"/>
                </a:lnTo>
                <a:lnTo>
                  <a:pt x="75411" y="14014"/>
                </a:lnTo>
                <a:lnTo>
                  <a:pt x="73743" y="18019"/>
                </a:lnTo>
                <a:lnTo>
                  <a:pt x="65735" y="43712"/>
                </a:lnTo>
                <a:lnTo>
                  <a:pt x="64066" y="48050"/>
                </a:lnTo>
                <a:lnTo>
                  <a:pt x="61730" y="52388"/>
                </a:lnTo>
                <a:lnTo>
                  <a:pt x="59061" y="56058"/>
                </a:lnTo>
                <a:lnTo>
                  <a:pt x="56392" y="59728"/>
                </a:lnTo>
                <a:lnTo>
                  <a:pt x="53055" y="63065"/>
                </a:lnTo>
                <a:lnTo>
                  <a:pt x="49384" y="66068"/>
                </a:lnTo>
                <a:lnTo>
                  <a:pt x="45047" y="68404"/>
                </a:lnTo>
                <a:lnTo>
                  <a:pt x="41042" y="70740"/>
                </a:lnTo>
                <a:lnTo>
                  <a:pt x="15349" y="81418"/>
                </a:lnTo>
                <a:lnTo>
                  <a:pt x="12012" y="83420"/>
                </a:lnTo>
                <a:lnTo>
                  <a:pt x="9009" y="85422"/>
                </a:lnTo>
                <a:lnTo>
                  <a:pt x="6340" y="88091"/>
                </a:lnTo>
                <a:lnTo>
                  <a:pt x="4004" y="90761"/>
                </a:lnTo>
                <a:lnTo>
                  <a:pt x="2336" y="94097"/>
                </a:lnTo>
                <a:lnTo>
                  <a:pt x="1001" y="97434"/>
                </a:lnTo>
                <a:lnTo>
                  <a:pt x="334" y="101105"/>
                </a:lnTo>
                <a:lnTo>
                  <a:pt x="0" y="104775"/>
                </a:lnTo>
                <a:lnTo>
                  <a:pt x="334" y="108445"/>
                </a:lnTo>
                <a:lnTo>
                  <a:pt x="1001" y="112116"/>
                </a:lnTo>
                <a:lnTo>
                  <a:pt x="2336" y="115453"/>
                </a:lnTo>
                <a:lnTo>
                  <a:pt x="4004" y="118789"/>
                </a:lnTo>
                <a:lnTo>
                  <a:pt x="6340" y="121459"/>
                </a:lnTo>
                <a:lnTo>
                  <a:pt x="9009" y="124128"/>
                </a:lnTo>
                <a:lnTo>
                  <a:pt x="12012" y="126130"/>
                </a:lnTo>
                <a:lnTo>
                  <a:pt x="15349" y="128132"/>
                </a:lnTo>
                <a:lnTo>
                  <a:pt x="41042" y="138810"/>
                </a:lnTo>
                <a:lnTo>
                  <a:pt x="45047" y="141146"/>
                </a:lnTo>
                <a:lnTo>
                  <a:pt x="49051" y="143482"/>
                </a:lnTo>
                <a:lnTo>
                  <a:pt x="53055" y="146485"/>
                </a:lnTo>
                <a:lnTo>
                  <a:pt x="56392" y="149822"/>
                </a:lnTo>
                <a:lnTo>
                  <a:pt x="59061" y="153492"/>
                </a:lnTo>
                <a:lnTo>
                  <a:pt x="61730" y="157163"/>
                </a:lnTo>
                <a:lnTo>
                  <a:pt x="64066" y="161500"/>
                </a:lnTo>
                <a:lnTo>
                  <a:pt x="65735" y="165838"/>
                </a:lnTo>
                <a:lnTo>
                  <a:pt x="73743" y="191531"/>
                </a:lnTo>
                <a:lnTo>
                  <a:pt x="75411" y="195536"/>
                </a:lnTo>
                <a:lnTo>
                  <a:pt x="77413" y="198872"/>
                </a:lnTo>
                <a:lnTo>
                  <a:pt x="80083" y="201875"/>
                </a:lnTo>
                <a:lnTo>
                  <a:pt x="83419" y="204545"/>
                </a:lnTo>
                <a:lnTo>
                  <a:pt x="86756" y="206547"/>
                </a:lnTo>
                <a:lnTo>
                  <a:pt x="90427" y="208215"/>
                </a:lnTo>
                <a:lnTo>
                  <a:pt x="94431" y="209216"/>
                </a:lnTo>
                <a:lnTo>
                  <a:pt x="98769" y="209550"/>
                </a:lnTo>
                <a:lnTo>
                  <a:pt x="103106" y="209216"/>
                </a:lnTo>
                <a:lnTo>
                  <a:pt x="107111" y="208215"/>
                </a:lnTo>
                <a:lnTo>
                  <a:pt x="111115" y="206547"/>
                </a:lnTo>
                <a:lnTo>
                  <a:pt x="114452" y="204545"/>
                </a:lnTo>
                <a:lnTo>
                  <a:pt x="117455" y="201875"/>
                </a:lnTo>
                <a:lnTo>
                  <a:pt x="120124" y="198872"/>
                </a:lnTo>
                <a:lnTo>
                  <a:pt x="122460" y="195536"/>
                </a:lnTo>
                <a:lnTo>
                  <a:pt x="123795" y="191531"/>
                </a:lnTo>
                <a:lnTo>
                  <a:pt x="132136" y="165838"/>
                </a:lnTo>
                <a:lnTo>
                  <a:pt x="133805" y="161500"/>
                </a:lnTo>
                <a:lnTo>
                  <a:pt x="135807" y="157163"/>
                </a:lnTo>
                <a:lnTo>
                  <a:pt x="138476" y="153492"/>
                </a:lnTo>
                <a:lnTo>
                  <a:pt x="141479" y="149822"/>
                </a:lnTo>
                <a:lnTo>
                  <a:pt x="144816" y="146485"/>
                </a:lnTo>
                <a:lnTo>
                  <a:pt x="148487" y="143482"/>
                </a:lnTo>
                <a:lnTo>
                  <a:pt x="152491" y="141146"/>
                </a:lnTo>
                <a:lnTo>
                  <a:pt x="156829" y="138810"/>
                </a:lnTo>
                <a:lnTo>
                  <a:pt x="182188" y="128132"/>
                </a:lnTo>
                <a:lnTo>
                  <a:pt x="185525" y="126130"/>
                </a:lnTo>
                <a:lnTo>
                  <a:pt x="188862" y="124128"/>
                </a:lnTo>
                <a:lnTo>
                  <a:pt x="191531" y="121459"/>
                </a:lnTo>
                <a:lnTo>
                  <a:pt x="193533" y="118789"/>
                </a:lnTo>
                <a:lnTo>
                  <a:pt x="195535" y="115453"/>
                </a:lnTo>
                <a:lnTo>
                  <a:pt x="196870" y="112116"/>
                </a:lnTo>
                <a:lnTo>
                  <a:pt x="197537" y="108445"/>
                </a:lnTo>
                <a:lnTo>
                  <a:pt x="197871" y="104775"/>
                </a:lnTo>
                <a:lnTo>
                  <a:pt x="197537" y="101105"/>
                </a:lnTo>
                <a:lnTo>
                  <a:pt x="196870" y="97434"/>
                </a:lnTo>
                <a:lnTo>
                  <a:pt x="195535" y="94097"/>
                </a:lnTo>
                <a:lnTo>
                  <a:pt x="193533" y="90761"/>
                </a:lnTo>
                <a:lnTo>
                  <a:pt x="191531" y="88091"/>
                </a:lnTo>
                <a:lnTo>
                  <a:pt x="188862" y="85422"/>
                </a:lnTo>
                <a:lnTo>
                  <a:pt x="185525" y="83420"/>
                </a:lnTo>
                <a:lnTo>
                  <a:pt x="182188" y="81418"/>
                </a:lnTo>
                <a:lnTo>
                  <a:pt x="156829" y="70740"/>
                </a:lnTo>
                <a:lnTo>
                  <a:pt x="152491" y="68404"/>
                </a:lnTo>
                <a:lnTo>
                  <a:pt x="148487" y="66068"/>
                </a:lnTo>
                <a:lnTo>
                  <a:pt x="144816" y="63065"/>
                </a:lnTo>
                <a:lnTo>
                  <a:pt x="141479" y="59728"/>
                </a:lnTo>
                <a:lnTo>
                  <a:pt x="138476" y="56058"/>
                </a:lnTo>
                <a:lnTo>
                  <a:pt x="135807" y="52388"/>
                </a:lnTo>
                <a:lnTo>
                  <a:pt x="133805" y="48050"/>
                </a:lnTo>
                <a:lnTo>
                  <a:pt x="132136" y="43712"/>
                </a:lnTo>
                <a:lnTo>
                  <a:pt x="123795" y="18019"/>
                </a:lnTo>
                <a:lnTo>
                  <a:pt x="122460" y="14014"/>
                </a:lnTo>
                <a:lnTo>
                  <a:pt x="120124" y="10678"/>
                </a:lnTo>
                <a:lnTo>
                  <a:pt x="117455" y="7675"/>
                </a:lnTo>
                <a:lnTo>
                  <a:pt x="114452" y="5005"/>
                </a:lnTo>
                <a:lnTo>
                  <a:pt x="111115" y="2669"/>
                </a:lnTo>
                <a:lnTo>
                  <a:pt x="107111" y="1335"/>
                </a:lnTo>
                <a:lnTo>
                  <a:pt x="103106" y="334"/>
                </a:lnTo>
                <a:lnTo>
                  <a:pt x="98769" y="0"/>
                </a:lnTo>
                <a:close/>
              </a:path>
            </a:pathLst>
          </a:custGeom>
          <a:solidFill>
            <a:srgbClr val="6967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43" name="Google Shape;6143;p470"/>
          <p:cNvSpPr/>
          <p:nvPr/>
        </p:nvSpPr>
        <p:spPr>
          <a:xfrm>
            <a:off x="893328" y="2983328"/>
            <a:ext cx="136531" cy="144590"/>
          </a:xfrm>
          <a:custGeom>
            <a:avLst/>
            <a:gdLst/>
            <a:ahLst/>
            <a:cxnLst/>
            <a:rect l="l" t="t" r="r" b="b"/>
            <a:pathLst>
              <a:path w="197871" h="209550" extrusionOk="0">
                <a:moveTo>
                  <a:pt x="98769" y="31699"/>
                </a:moveTo>
                <a:lnTo>
                  <a:pt x="105109" y="51720"/>
                </a:lnTo>
                <a:lnTo>
                  <a:pt x="106443" y="55391"/>
                </a:lnTo>
                <a:lnTo>
                  <a:pt x="108112" y="58727"/>
                </a:lnTo>
                <a:lnTo>
                  <a:pt x="109780" y="62398"/>
                </a:lnTo>
                <a:lnTo>
                  <a:pt x="111448" y="65735"/>
                </a:lnTo>
                <a:lnTo>
                  <a:pt x="113450" y="68738"/>
                </a:lnTo>
                <a:lnTo>
                  <a:pt x="115786" y="72075"/>
                </a:lnTo>
                <a:lnTo>
                  <a:pt x="118122" y="75078"/>
                </a:lnTo>
                <a:lnTo>
                  <a:pt x="120458" y="77747"/>
                </a:lnTo>
                <a:lnTo>
                  <a:pt x="123127" y="80416"/>
                </a:lnTo>
                <a:lnTo>
                  <a:pt x="125797" y="83086"/>
                </a:lnTo>
                <a:lnTo>
                  <a:pt x="128800" y="85755"/>
                </a:lnTo>
                <a:lnTo>
                  <a:pt x="131803" y="88091"/>
                </a:lnTo>
                <a:lnTo>
                  <a:pt x="135140" y="90093"/>
                </a:lnTo>
                <a:lnTo>
                  <a:pt x="138476" y="92095"/>
                </a:lnTo>
                <a:lnTo>
                  <a:pt x="141813" y="93764"/>
                </a:lnTo>
                <a:lnTo>
                  <a:pt x="145484" y="95432"/>
                </a:lnTo>
                <a:lnTo>
                  <a:pt x="166839" y="104775"/>
                </a:lnTo>
                <a:lnTo>
                  <a:pt x="145484" y="114118"/>
                </a:lnTo>
                <a:lnTo>
                  <a:pt x="141813" y="115786"/>
                </a:lnTo>
                <a:lnTo>
                  <a:pt x="138476" y="117455"/>
                </a:lnTo>
                <a:lnTo>
                  <a:pt x="135140" y="119457"/>
                </a:lnTo>
                <a:lnTo>
                  <a:pt x="131803" y="121459"/>
                </a:lnTo>
                <a:lnTo>
                  <a:pt x="128800" y="123795"/>
                </a:lnTo>
                <a:lnTo>
                  <a:pt x="125797" y="126464"/>
                </a:lnTo>
                <a:lnTo>
                  <a:pt x="123127" y="128800"/>
                </a:lnTo>
                <a:lnTo>
                  <a:pt x="120458" y="131803"/>
                </a:lnTo>
                <a:lnTo>
                  <a:pt x="117788" y="134472"/>
                </a:lnTo>
                <a:lnTo>
                  <a:pt x="115786" y="137475"/>
                </a:lnTo>
                <a:lnTo>
                  <a:pt x="113450" y="140812"/>
                </a:lnTo>
                <a:lnTo>
                  <a:pt x="111448" y="143815"/>
                </a:lnTo>
                <a:lnTo>
                  <a:pt x="109780" y="147152"/>
                </a:lnTo>
                <a:lnTo>
                  <a:pt x="108112" y="150489"/>
                </a:lnTo>
                <a:lnTo>
                  <a:pt x="106443" y="154159"/>
                </a:lnTo>
                <a:lnTo>
                  <a:pt x="105109" y="157830"/>
                </a:lnTo>
                <a:lnTo>
                  <a:pt x="98769" y="177851"/>
                </a:lnTo>
                <a:lnTo>
                  <a:pt x="92429" y="157830"/>
                </a:lnTo>
                <a:lnTo>
                  <a:pt x="91094" y="154159"/>
                </a:lnTo>
                <a:lnTo>
                  <a:pt x="89759" y="150823"/>
                </a:lnTo>
                <a:lnTo>
                  <a:pt x="88091" y="147152"/>
                </a:lnTo>
                <a:lnTo>
                  <a:pt x="86423" y="143815"/>
                </a:lnTo>
                <a:lnTo>
                  <a:pt x="84421" y="140812"/>
                </a:lnTo>
                <a:lnTo>
                  <a:pt x="82085" y="137475"/>
                </a:lnTo>
                <a:lnTo>
                  <a:pt x="79749" y="134472"/>
                </a:lnTo>
                <a:lnTo>
                  <a:pt x="77413" y="131803"/>
                </a:lnTo>
                <a:lnTo>
                  <a:pt x="74744" y="128800"/>
                </a:lnTo>
                <a:lnTo>
                  <a:pt x="71741" y="126464"/>
                </a:lnTo>
                <a:lnTo>
                  <a:pt x="69071" y="123795"/>
                </a:lnTo>
                <a:lnTo>
                  <a:pt x="65735" y="121459"/>
                </a:lnTo>
                <a:lnTo>
                  <a:pt x="62731" y="119457"/>
                </a:lnTo>
                <a:lnTo>
                  <a:pt x="59395" y="117455"/>
                </a:lnTo>
                <a:lnTo>
                  <a:pt x="56058" y="115786"/>
                </a:lnTo>
                <a:lnTo>
                  <a:pt x="52387" y="114118"/>
                </a:lnTo>
                <a:lnTo>
                  <a:pt x="31032" y="104775"/>
                </a:lnTo>
                <a:lnTo>
                  <a:pt x="52387" y="95432"/>
                </a:lnTo>
                <a:lnTo>
                  <a:pt x="56058" y="93764"/>
                </a:lnTo>
                <a:lnTo>
                  <a:pt x="59395" y="92095"/>
                </a:lnTo>
                <a:lnTo>
                  <a:pt x="62731" y="90093"/>
                </a:lnTo>
                <a:lnTo>
                  <a:pt x="65735" y="87757"/>
                </a:lnTo>
                <a:lnTo>
                  <a:pt x="69071" y="85755"/>
                </a:lnTo>
                <a:lnTo>
                  <a:pt x="71741" y="83086"/>
                </a:lnTo>
                <a:lnTo>
                  <a:pt x="74744" y="80416"/>
                </a:lnTo>
                <a:lnTo>
                  <a:pt x="77413" y="77747"/>
                </a:lnTo>
                <a:lnTo>
                  <a:pt x="79749" y="75078"/>
                </a:lnTo>
                <a:lnTo>
                  <a:pt x="82085" y="72075"/>
                </a:lnTo>
                <a:lnTo>
                  <a:pt x="84421" y="68738"/>
                </a:lnTo>
                <a:lnTo>
                  <a:pt x="86423" y="65735"/>
                </a:lnTo>
                <a:lnTo>
                  <a:pt x="88091" y="62398"/>
                </a:lnTo>
                <a:lnTo>
                  <a:pt x="89759" y="58727"/>
                </a:lnTo>
                <a:lnTo>
                  <a:pt x="91094" y="55391"/>
                </a:lnTo>
                <a:lnTo>
                  <a:pt x="92429" y="51720"/>
                </a:lnTo>
                <a:lnTo>
                  <a:pt x="98769" y="31699"/>
                </a:lnTo>
                <a:close/>
                <a:moveTo>
                  <a:pt x="98769" y="0"/>
                </a:moveTo>
                <a:lnTo>
                  <a:pt x="94765" y="334"/>
                </a:lnTo>
                <a:lnTo>
                  <a:pt x="90427" y="1335"/>
                </a:lnTo>
                <a:lnTo>
                  <a:pt x="86756" y="2669"/>
                </a:lnTo>
                <a:lnTo>
                  <a:pt x="83419" y="5005"/>
                </a:lnTo>
                <a:lnTo>
                  <a:pt x="80083" y="7675"/>
                </a:lnTo>
                <a:lnTo>
                  <a:pt x="77413" y="10678"/>
                </a:lnTo>
                <a:lnTo>
                  <a:pt x="75411" y="14014"/>
                </a:lnTo>
                <a:lnTo>
                  <a:pt x="73743" y="18019"/>
                </a:lnTo>
                <a:lnTo>
                  <a:pt x="65735" y="43712"/>
                </a:lnTo>
                <a:lnTo>
                  <a:pt x="64066" y="48050"/>
                </a:lnTo>
                <a:lnTo>
                  <a:pt x="61730" y="52388"/>
                </a:lnTo>
                <a:lnTo>
                  <a:pt x="59061" y="56058"/>
                </a:lnTo>
                <a:lnTo>
                  <a:pt x="56392" y="59728"/>
                </a:lnTo>
                <a:lnTo>
                  <a:pt x="53055" y="63065"/>
                </a:lnTo>
                <a:lnTo>
                  <a:pt x="49384" y="66068"/>
                </a:lnTo>
                <a:lnTo>
                  <a:pt x="45047" y="68404"/>
                </a:lnTo>
                <a:lnTo>
                  <a:pt x="41042" y="70740"/>
                </a:lnTo>
                <a:lnTo>
                  <a:pt x="15349" y="81418"/>
                </a:lnTo>
                <a:lnTo>
                  <a:pt x="12012" y="83420"/>
                </a:lnTo>
                <a:lnTo>
                  <a:pt x="9009" y="85422"/>
                </a:lnTo>
                <a:lnTo>
                  <a:pt x="6340" y="88091"/>
                </a:lnTo>
                <a:lnTo>
                  <a:pt x="4004" y="90761"/>
                </a:lnTo>
                <a:lnTo>
                  <a:pt x="2336" y="94097"/>
                </a:lnTo>
                <a:lnTo>
                  <a:pt x="1001" y="97434"/>
                </a:lnTo>
                <a:lnTo>
                  <a:pt x="334" y="101105"/>
                </a:lnTo>
                <a:lnTo>
                  <a:pt x="0" y="104775"/>
                </a:lnTo>
                <a:lnTo>
                  <a:pt x="334" y="108445"/>
                </a:lnTo>
                <a:lnTo>
                  <a:pt x="1001" y="112116"/>
                </a:lnTo>
                <a:lnTo>
                  <a:pt x="2336" y="115453"/>
                </a:lnTo>
                <a:lnTo>
                  <a:pt x="4004" y="118789"/>
                </a:lnTo>
                <a:lnTo>
                  <a:pt x="6340" y="121459"/>
                </a:lnTo>
                <a:lnTo>
                  <a:pt x="9009" y="124128"/>
                </a:lnTo>
                <a:lnTo>
                  <a:pt x="12012" y="126130"/>
                </a:lnTo>
                <a:lnTo>
                  <a:pt x="15349" y="128132"/>
                </a:lnTo>
                <a:lnTo>
                  <a:pt x="41042" y="138810"/>
                </a:lnTo>
                <a:lnTo>
                  <a:pt x="45047" y="141146"/>
                </a:lnTo>
                <a:lnTo>
                  <a:pt x="49051" y="143482"/>
                </a:lnTo>
                <a:lnTo>
                  <a:pt x="53055" y="146485"/>
                </a:lnTo>
                <a:lnTo>
                  <a:pt x="56392" y="149822"/>
                </a:lnTo>
                <a:lnTo>
                  <a:pt x="59061" y="153492"/>
                </a:lnTo>
                <a:lnTo>
                  <a:pt x="61730" y="157163"/>
                </a:lnTo>
                <a:lnTo>
                  <a:pt x="64066" y="161500"/>
                </a:lnTo>
                <a:lnTo>
                  <a:pt x="65735" y="165838"/>
                </a:lnTo>
                <a:lnTo>
                  <a:pt x="73743" y="191531"/>
                </a:lnTo>
                <a:lnTo>
                  <a:pt x="75411" y="195536"/>
                </a:lnTo>
                <a:lnTo>
                  <a:pt x="77413" y="198872"/>
                </a:lnTo>
                <a:lnTo>
                  <a:pt x="80083" y="201875"/>
                </a:lnTo>
                <a:lnTo>
                  <a:pt x="83419" y="204545"/>
                </a:lnTo>
                <a:lnTo>
                  <a:pt x="86756" y="206547"/>
                </a:lnTo>
                <a:lnTo>
                  <a:pt x="90427" y="208215"/>
                </a:lnTo>
                <a:lnTo>
                  <a:pt x="94431" y="209216"/>
                </a:lnTo>
                <a:lnTo>
                  <a:pt x="98769" y="209550"/>
                </a:lnTo>
                <a:lnTo>
                  <a:pt x="103106" y="209216"/>
                </a:lnTo>
                <a:lnTo>
                  <a:pt x="107111" y="208215"/>
                </a:lnTo>
                <a:lnTo>
                  <a:pt x="111115" y="206547"/>
                </a:lnTo>
                <a:lnTo>
                  <a:pt x="114452" y="204545"/>
                </a:lnTo>
                <a:lnTo>
                  <a:pt x="117455" y="201875"/>
                </a:lnTo>
                <a:lnTo>
                  <a:pt x="120124" y="198872"/>
                </a:lnTo>
                <a:lnTo>
                  <a:pt x="122460" y="195536"/>
                </a:lnTo>
                <a:lnTo>
                  <a:pt x="123795" y="191531"/>
                </a:lnTo>
                <a:lnTo>
                  <a:pt x="132136" y="165838"/>
                </a:lnTo>
                <a:lnTo>
                  <a:pt x="133805" y="161500"/>
                </a:lnTo>
                <a:lnTo>
                  <a:pt x="135807" y="157163"/>
                </a:lnTo>
                <a:lnTo>
                  <a:pt x="138476" y="153492"/>
                </a:lnTo>
                <a:lnTo>
                  <a:pt x="141479" y="149822"/>
                </a:lnTo>
                <a:lnTo>
                  <a:pt x="144816" y="146485"/>
                </a:lnTo>
                <a:lnTo>
                  <a:pt x="148487" y="143482"/>
                </a:lnTo>
                <a:lnTo>
                  <a:pt x="152491" y="141146"/>
                </a:lnTo>
                <a:lnTo>
                  <a:pt x="156829" y="138810"/>
                </a:lnTo>
                <a:lnTo>
                  <a:pt x="182188" y="128132"/>
                </a:lnTo>
                <a:lnTo>
                  <a:pt x="185525" y="126130"/>
                </a:lnTo>
                <a:lnTo>
                  <a:pt x="188862" y="124128"/>
                </a:lnTo>
                <a:lnTo>
                  <a:pt x="191531" y="121459"/>
                </a:lnTo>
                <a:lnTo>
                  <a:pt x="193533" y="118789"/>
                </a:lnTo>
                <a:lnTo>
                  <a:pt x="195535" y="115453"/>
                </a:lnTo>
                <a:lnTo>
                  <a:pt x="196870" y="112116"/>
                </a:lnTo>
                <a:lnTo>
                  <a:pt x="197537" y="108445"/>
                </a:lnTo>
                <a:lnTo>
                  <a:pt x="197871" y="104775"/>
                </a:lnTo>
                <a:lnTo>
                  <a:pt x="197537" y="101105"/>
                </a:lnTo>
                <a:lnTo>
                  <a:pt x="196870" y="97434"/>
                </a:lnTo>
                <a:lnTo>
                  <a:pt x="195535" y="94097"/>
                </a:lnTo>
                <a:lnTo>
                  <a:pt x="193533" y="90761"/>
                </a:lnTo>
                <a:lnTo>
                  <a:pt x="191531" y="88091"/>
                </a:lnTo>
                <a:lnTo>
                  <a:pt x="188862" y="85422"/>
                </a:lnTo>
                <a:lnTo>
                  <a:pt x="185525" y="83420"/>
                </a:lnTo>
                <a:lnTo>
                  <a:pt x="182188" y="81418"/>
                </a:lnTo>
                <a:lnTo>
                  <a:pt x="156829" y="70740"/>
                </a:lnTo>
                <a:lnTo>
                  <a:pt x="152491" y="68404"/>
                </a:lnTo>
                <a:lnTo>
                  <a:pt x="148487" y="66068"/>
                </a:lnTo>
                <a:lnTo>
                  <a:pt x="144816" y="63065"/>
                </a:lnTo>
                <a:lnTo>
                  <a:pt x="141479" y="59728"/>
                </a:lnTo>
                <a:lnTo>
                  <a:pt x="138476" y="56058"/>
                </a:lnTo>
                <a:lnTo>
                  <a:pt x="135807" y="52388"/>
                </a:lnTo>
                <a:lnTo>
                  <a:pt x="133805" y="48050"/>
                </a:lnTo>
                <a:lnTo>
                  <a:pt x="132136" y="43712"/>
                </a:lnTo>
                <a:lnTo>
                  <a:pt x="123795" y="18019"/>
                </a:lnTo>
                <a:lnTo>
                  <a:pt x="122460" y="14014"/>
                </a:lnTo>
                <a:lnTo>
                  <a:pt x="120124" y="10678"/>
                </a:lnTo>
                <a:lnTo>
                  <a:pt x="117455" y="7675"/>
                </a:lnTo>
                <a:lnTo>
                  <a:pt x="114452" y="5005"/>
                </a:lnTo>
                <a:lnTo>
                  <a:pt x="111115" y="2669"/>
                </a:lnTo>
                <a:lnTo>
                  <a:pt x="107111" y="1335"/>
                </a:lnTo>
                <a:lnTo>
                  <a:pt x="103106" y="334"/>
                </a:lnTo>
                <a:lnTo>
                  <a:pt x="98769" y="0"/>
                </a:lnTo>
                <a:close/>
              </a:path>
            </a:pathLst>
          </a:custGeom>
          <a:solidFill>
            <a:srgbClr val="6967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44" name="Google Shape;6144;p470"/>
          <p:cNvSpPr/>
          <p:nvPr/>
        </p:nvSpPr>
        <p:spPr>
          <a:xfrm>
            <a:off x="893328" y="3696490"/>
            <a:ext cx="136531" cy="144589"/>
          </a:xfrm>
          <a:custGeom>
            <a:avLst/>
            <a:gdLst/>
            <a:ahLst/>
            <a:cxnLst/>
            <a:rect l="l" t="t" r="r" b="b"/>
            <a:pathLst>
              <a:path w="197871" h="209550" extrusionOk="0">
                <a:moveTo>
                  <a:pt x="98769" y="31699"/>
                </a:moveTo>
                <a:lnTo>
                  <a:pt x="105109" y="51720"/>
                </a:lnTo>
                <a:lnTo>
                  <a:pt x="106443" y="55391"/>
                </a:lnTo>
                <a:lnTo>
                  <a:pt x="108112" y="58727"/>
                </a:lnTo>
                <a:lnTo>
                  <a:pt x="109780" y="62398"/>
                </a:lnTo>
                <a:lnTo>
                  <a:pt x="111448" y="65735"/>
                </a:lnTo>
                <a:lnTo>
                  <a:pt x="113450" y="68738"/>
                </a:lnTo>
                <a:lnTo>
                  <a:pt x="115786" y="72075"/>
                </a:lnTo>
                <a:lnTo>
                  <a:pt x="118122" y="75078"/>
                </a:lnTo>
                <a:lnTo>
                  <a:pt x="120458" y="77747"/>
                </a:lnTo>
                <a:lnTo>
                  <a:pt x="123127" y="80416"/>
                </a:lnTo>
                <a:lnTo>
                  <a:pt x="125797" y="83086"/>
                </a:lnTo>
                <a:lnTo>
                  <a:pt x="128800" y="85755"/>
                </a:lnTo>
                <a:lnTo>
                  <a:pt x="131803" y="88091"/>
                </a:lnTo>
                <a:lnTo>
                  <a:pt x="135140" y="90093"/>
                </a:lnTo>
                <a:lnTo>
                  <a:pt x="138476" y="92095"/>
                </a:lnTo>
                <a:lnTo>
                  <a:pt x="141813" y="93764"/>
                </a:lnTo>
                <a:lnTo>
                  <a:pt x="145484" y="95432"/>
                </a:lnTo>
                <a:lnTo>
                  <a:pt x="166839" y="104775"/>
                </a:lnTo>
                <a:lnTo>
                  <a:pt x="145484" y="114118"/>
                </a:lnTo>
                <a:lnTo>
                  <a:pt x="141813" y="115786"/>
                </a:lnTo>
                <a:lnTo>
                  <a:pt x="138476" y="117455"/>
                </a:lnTo>
                <a:lnTo>
                  <a:pt x="135140" y="119457"/>
                </a:lnTo>
                <a:lnTo>
                  <a:pt x="131803" y="121459"/>
                </a:lnTo>
                <a:lnTo>
                  <a:pt x="128800" y="123795"/>
                </a:lnTo>
                <a:lnTo>
                  <a:pt x="125797" y="126464"/>
                </a:lnTo>
                <a:lnTo>
                  <a:pt x="123127" y="128800"/>
                </a:lnTo>
                <a:lnTo>
                  <a:pt x="120458" y="131803"/>
                </a:lnTo>
                <a:lnTo>
                  <a:pt x="117788" y="134472"/>
                </a:lnTo>
                <a:lnTo>
                  <a:pt x="115786" y="137475"/>
                </a:lnTo>
                <a:lnTo>
                  <a:pt x="113450" y="140812"/>
                </a:lnTo>
                <a:lnTo>
                  <a:pt x="111448" y="143815"/>
                </a:lnTo>
                <a:lnTo>
                  <a:pt x="109780" y="147152"/>
                </a:lnTo>
                <a:lnTo>
                  <a:pt x="108112" y="150489"/>
                </a:lnTo>
                <a:lnTo>
                  <a:pt x="106443" y="154159"/>
                </a:lnTo>
                <a:lnTo>
                  <a:pt x="105109" y="157830"/>
                </a:lnTo>
                <a:lnTo>
                  <a:pt x="98769" y="177851"/>
                </a:lnTo>
                <a:lnTo>
                  <a:pt x="92429" y="157830"/>
                </a:lnTo>
                <a:lnTo>
                  <a:pt x="91094" y="154159"/>
                </a:lnTo>
                <a:lnTo>
                  <a:pt x="89759" y="150823"/>
                </a:lnTo>
                <a:lnTo>
                  <a:pt x="88091" y="147152"/>
                </a:lnTo>
                <a:lnTo>
                  <a:pt x="86423" y="143815"/>
                </a:lnTo>
                <a:lnTo>
                  <a:pt x="84421" y="140812"/>
                </a:lnTo>
                <a:lnTo>
                  <a:pt x="82085" y="137475"/>
                </a:lnTo>
                <a:lnTo>
                  <a:pt x="79749" y="134472"/>
                </a:lnTo>
                <a:lnTo>
                  <a:pt x="77413" y="131803"/>
                </a:lnTo>
                <a:lnTo>
                  <a:pt x="74744" y="128800"/>
                </a:lnTo>
                <a:lnTo>
                  <a:pt x="71741" y="126464"/>
                </a:lnTo>
                <a:lnTo>
                  <a:pt x="69071" y="123795"/>
                </a:lnTo>
                <a:lnTo>
                  <a:pt x="65735" y="121459"/>
                </a:lnTo>
                <a:lnTo>
                  <a:pt x="62731" y="119457"/>
                </a:lnTo>
                <a:lnTo>
                  <a:pt x="59395" y="117455"/>
                </a:lnTo>
                <a:lnTo>
                  <a:pt x="56058" y="115786"/>
                </a:lnTo>
                <a:lnTo>
                  <a:pt x="52387" y="114118"/>
                </a:lnTo>
                <a:lnTo>
                  <a:pt x="31032" y="104775"/>
                </a:lnTo>
                <a:lnTo>
                  <a:pt x="52387" y="95432"/>
                </a:lnTo>
                <a:lnTo>
                  <a:pt x="56058" y="93764"/>
                </a:lnTo>
                <a:lnTo>
                  <a:pt x="59395" y="92095"/>
                </a:lnTo>
                <a:lnTo>
                  <a:pt x="62731" y="90093"/>
                </a:lnTo>
                <a:lnTo>
                  <a:pt x="65735" y="87757"/>
                </a:lnTo>
                <a:lnTo>
                  <a:pt x="69071" y="85755"/>
                </a:lnTo>
                <a:lnTo>
                  <a:pt x="71741" y="83086"/>
                </a:lnTo>
                <a:lnTo>
                  <a:pt x="74744" y="80416"/>
                </a:lnTo>
                <a:lnTo>
                  <a:pt x="77413" y="77747"/>
                </a:lnTo>
                <a:lnTo>
                  <a:pt x="79749" y="75078"/>
                </a:lnTo>
                <a:lnTo>
                  <a:pt x="82085" y="72075"/>
                </a:lnTo>
                <a:lnTo>
                  <a:pt x="84421" y="68738"/>
                </a:lnTo>
                <a:lnTo>
                  <a:pt x="86423" y="65735"/>
                </a:lnTo>
                <a:lnTo>
                  <a:pt x="88091" y="62398"/>
                </a:lnTo>
                <a:lnTo>
                  <a:pt x="89759" y="58727"/>
                </a:lnTo>
                <a:lnTo>
                  <a:pt x="91094" y="55391"/>
                </a:lnTo>
                <a:lnTo>
                  <a:pt x="92429" y="51720"/>
                </a:lnTo>
                <a:lnTo>
                  <a:pt x="98769" y="31699"/>
                </a:lnTo>
                <a:close/>
                <a:moveTo>
                  <a:pt x="98769" y="0"/>
                </a:moveTo>
                <a:lnTo>
                  <a:pt x="94765" y="334"/>
                </a:lnTo>
                <a:lnTo>
                  <a:pt x="90427" y="1335"/>
                </a:lnTo>
                <a:lnTo>
                  <a:pt x="86756" y="2669"/>
                </a:lnTo>
                <a:lnTo>
                  <a:pt x="83419" y="5005"/>
                </a:lnTo>
                <a:lnTo>
                  <a:pt x="80083" y="7675"/>
                </a:lnTo>
                <a:lnTo>
                  <a:pt x="77413" y="10678"/>
                </a:lnTo>
                <a:lnTo>
                  <a:pt x="75411" y="14014"/>
                </a:lnTo>
                <a:lnTo>
                  <a:pt x="73743" y="18019"/>
                </a:lnTo>
                <a:lnTo>
                  <a:pt x="65735" y="43712"/>
                </a:lnTo>
                <a:lnTo>
                  <a:pt x="64066" y="48050"/>
                </a:lnTo>
                <a:lnTo>
                  <a:pt x="61730" y="52388"/>
                </a:lnTo>
                <a:lnTo>
                  <a:pt x="59061" y="56058"/>
                </a:lnTo>
                <a:lnTo>
                  <a:pt x="56392" y="59728"/>
                </a:lnTo>
                <a:lnTo>
                  <a:pt x="53055" y="63065"/>
                </a:lnTo>
                <a:lnTo>
                  <a:pt x="49384" y="66068"/>
                </a:lnTo>
                <a:lnTo>
                  <a:pt x="45047" y="68404"/>
                </a:lnTo>
                <a:lnTo>
                  <a:pt x="41042" y="70740"/>
                </a:lnTo>
                <a:lnTo>
                  <a:pt x="15349" y="81418"/>
                </a:lnTo>
                <a:lnTo>
                  <a:pt x="12012" y="83420"/>
                </a:lnTo>
                <a:lnTo>
                  <a:pt x="9009" y="85422"/>
                </a:lnTo>
                <a:lnTo>
                  <a:pt x="6340" y="88091"/>
                </a:lnTo>
                <a:lnTo>
                  <a:pt x="4004" y="90761"/>
                </a:lnTo>
                <a:lnTo>
                  <a:pt x="2336" y="94097"/>
                </a:lnTo>
                <a:lnTo>
                  <a:pt x="1001" y="97434"/>
                </a:lnTo>
                <a:lnTo>
                  <a:pt x="334" y="101105"/>
                </a:lnTo>
                <a:lnTo>
                  <a:pt x="0" y="104775"/>
                </a:lnTo>
                <a:lnTo>
                  <a:pt x="334" y="108445"/>
                </a:lnTo>
                <a:lnTo>
                  <a:pt x="1001" y="112116"/>
                </a:lnTo>
                <a:lnTo>
                  <a:pt x="2336" y="115453"/>
                </a:lnTo>
                <a:lnTo>
                  <a:pt x="4004" y="118789"/>
                </a:lnTo>
                <a:lnTo>
                  <a:pt x="6340" y="121459"/>
                </a:lnTo>
                <a:lnTo>
                  <a:pt x="9009" y="124128"/>
                </a:lnTo>
                <a:lnTo>
                  <a:pt x="12012" y="126130"/>
                </a:lnTo>
                <a:lnTo>
                  <a:pt x="15349" y="128132"/>
                </a:lnTo>
                <a:lnTo>
                  <a:pt x="41042" y="138810"/>
                </a:lnTo>
                <a:lnTo>
                  <a:pt x="45047" y="141146"/>
                </a:lnTo>
                <a:lnTo>
                  <a:pt x="49051" y="143482"/>
                </a:lnTo>
                <a:lnTo>
                  <a:pt x="53055" y="146485"/>
                </a:lnTo>
                <a:lnTo>
                  <a:pt x="56392" y="149822"/>
                </a:lnTo>
                <a:lnTo>
                  <a:pt x="59061" y="153492"/>
                </a:lnTo>
                <a:lnTo>
                  <a:pt x="61730" y="157163"/>
                </a:lnTo>
                <a:lnTo>
                  <a:pt x="64066" y="161500"/>
                </a:lnTo>
                <a:lnTo>
                  <a:pt x="65735" y="165838"/>
                </a:lnTo>
                <a:lnTo>
                  <a:pt x="73743" y="191531"/>
                </a:lnTo>
                <a:lnTo>
                  <a:pt x="75411" y="195536"/>
                </a:lnTo>
                <a:lnTo>
                  <a:pt x="77413" y="198872"/>
                </a:lnTo>
                <a:lnTo>
                  <a:pt x="80083" y="201875"/>
                </a:lnTo>
                <a:lnTo>
                  <a:pt x="83419" y="204545"/>
                </a:lnTo>
                <a:lnTo>
                  <a:pt x="86756" y="206547"/>
                </a:lnTo>
                <a:lnTo>
                  <a:pt x="90427" y="208215"/>
                </a:lnTo>
                <a:lnTo>
                  <a:pt x="94431" y="209216"/>
                </a:lnTo>
                <a:lnTo>
                  <a:pt x="98769" y="209550"/>
                </a:lnTo>
                <a:lnTo>
                  <a:pt x="103106" y="209216"/>
                </a:lnTo>
                <a:lnTo>
                  <a:pt x="107111" y="208215"/>
                </a:lnTo>
                <a:lnTo>
                  <a:pt x="111115" y="206547"/>
                </a:lnTo>
                <a:lnTo>
                  <a:pt x="114452" y="204545"/>
                </a:lnTo>
                <a:lnTo>
                  <a:pt x="117455" y="201875"/>
                </a:lnTo>
                <a:lnTo>
                  <a:pt x="120124" y="198872"/>
                </a:lnTo>
                <a:lnTo>
                  <a:pt x="122460" y="195536"/>
                </a:lnTo>
                <a:lnTo>
                  <a:pt x="123795" y="191531"/>
                </a:lnTo>
                <a:lnTo>
                  <a:pt x="132136" y="165838"/>
                </a:lnTo>
                <a:lnTo>
                  <a:pt x="133805" y="161500"/>
                </a:lnTo>
                <a:lnTo>
                  <a:pt x="135807" y="157163"/>
                </a:lnTo>
                <a:lnTo>
                  <a:pt x="138476" y="153492"/>
                </a:lnTo>
                <a:lnTo>
                  <a:pt x="141479" y="149822"/>
                </a:lnTo>
                <a:lnTo>
                  <a:pt x="144816" y="146485"/>
                </a:lnTo>
                <a:lnTo>
                  <a:pt x="148487" y="143482"/>
                </a:lnTo>
                <a:lnTo>
                  <a:pt x="152491" y="141146"/>
                </a:lnTo>
                <a:lnTo>
                  <a:pt x="156829" y="138810"/>
                </a:lnTo>
                <a:lnTo>
                  <a:pt x="182188" y="128132"/>
                </a:lnTo>
                <a:lnTo>
                  <a:pt x="185525" y="126130"/>
                </a:lnTo>
                <a:lnTo>
                  <a:pt x="188862" y="124128"/>
                </a:lnTo>
                <a:lnTo>
                  <a:pt x="191531" y="121459"/>
                </a:lnTo>
                <a:lnTo>
                  <a:pt x="193533" y="118789"/>
                </a:lnTo>
                <a:lnTo>
                  <a:pt x="195535" y="115453"/>
                </a:lnTo>
                <a:lnTo>
                  <a:pt x="196870" y="112116"/>
                </a:lnTo>
                <a:lnTo>
                  <a:pt x="197537" y="108445"/>
                </a:lnTo>
                <a:lnTo>
                  <a:pt x="197871" y="104775"/>
                </a:lnTo>
                <a:lnTo>
                  <a:pt x="197537" y="101105"/>
                </a:lnTo>
                <a:lnTo>
                  <a:pt x="196870" y="97434"/>
                </a:lnTo>
                <a:lnTo>
                  <a:pt x="195535" y="94097"/>
                </a:lnTo>
                <a:lnTo>
                  <a:pt x="193533" y="90761"/>
                </a:lnTo>
                <a:lnTo>
                  <a:pt x="191531" y="88091"/>
                </a:lnTo>
                <a:lnTo>
                  <a:pt x="188862" y="85422"/>
                </a:lnTo>
                <a:lnTo>
                  <a:pt x="185525" y="83420"/>
                </a:lnTo>
                <a:lnTo>
                  <a:pt x="182188" y="81418"/>
                </a:lnTo>
                <a:lnTo>
                  <a:pt x="156829" y="70740"/>
                </a:lnTo>
                <a:lnTo>
                  <a:pt x="152491" y="68404"/>
                </a:lnTo>
                <a:lnTo>
                  <a:pt x="148487" y="66068"/>
                </a:lnTo>
                <a:lnTo>
                  <a:pt x="144816" y="63065"/>
                </a:lnTo>
                <a:lnTo>
                  <a:pt x="141479" y="59728"/>
                </a:lnTo>
                <a:lnTo>
                  <a:pt x="138476" y="56058"/>
                </a:lnTo>
                <a:lnTo>
                  <a:pt x="135807" y="52388"/>
                </a:lnTo>
                <a:lnTo>
                  <a:pt x="133805" y="48050"/>
                </a:lnTo>
                <a:lnTo>
                  <a:pt x="132136" y="43712"/>
                </a:lnTo>
                <a:lnTo>
                  <a:pt x="123795" y="18019"/>
                </a:lnTo>
                <a:lnTo>
                  <a:pt x="122460" y="14014"/>
                </a:lnTo>
                <a:lnTo>
                  <a:pt x="120124" y="10678"/>
                </a:lnTo>
                <a:lnTo>
                  <a:pt x="117455" y="7675"/>
                </a:lnTo>
                <a:lnTo>
                  <a:pt x="114452" y="5005"/>
                </a:lnTo>
                <a:lnTo>
                  <a:pt x="111115" y="2669"/>
                </a:lnTo>
                <a:lnTo>
                  <a:pt x="107111" y="1335"/>
                </a:lnTo>
                <a:lnTo>
                  <a:pt x="103106" y="334"/>
                </a:lnTo>
                <a:lnTo>
                  <a:pt x="98769" y="0"/>
                </a:lnTo>
                <a:close/>
              </a:path>
            </a:pathLst>
          </a:custGeom>
          <a:solidFill>
            <a:srgbClr val="6967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6148"/>
        <p:cNvGrpSpPr/>
        <p:nvPr/>
      </p:nvGrpSpPr>
      <p:grpSpPr>
        <a:xfrm>
          <a:off x="0" y="0"/>
          <a:ext cx="0" cy="0"/>
          <a:chOff x="0" y="0"/>
          <a:chExt cx="0" cy="0"/>
        </a:xfrm>
      </p:grpSpPr>
      <p:sp>
        <p:nvSpPr>
          <p:cNvPr id="6149" name="Google Shape;6149;p471"/>
          <p:cNvSpPr/>
          <p:nvPr/>
        </p:nvSpPr>
        <p:spPr>
          <a:xfrm>
            <a:off x="3260400" y="1600200"/>
            <a:ext cx="2700600" cy="2552700"/>
          </a:xfrm>
          <a:prstGeom prst="roundRect">
            <a:avLst>
              <a:gd name="adj" fmla="val 16667"/>
            </a:avLst>
          </a:prstGeom>
          <a:solidFill>
            <a:schemeClr val="dk1"/>
          </a:solidFill>
          <a:ln w="38100" cap="flat" cmpd="sng">
            <a:solidFill>
              <a:srgbClr val="6967FF"/>
            </a:solidFill>
            <a:prstDash val="solid"/>
            <a:round/>
            <a:headEnd type="none" w="sm" len="sm"/>
            <a:tailEnd type="none" w="sm" len="sm"/>
          </a:ln>
        </p:spPr>
        <p:txBody>
          <a:bodyPr spcFirstLastPara="1" wrap="square" lIns="91425" tIns="182875" rIns="91425" bIns="91425" anchor="t" anchorCtr="0">
            <a:noAutofit/>
          </a:bodyPr>
          <a:lstStyle/>
          <a:p>
            <a:pPr marL="0" lvl="0" indent="0" algn="ctr" rtl="0">
              <a:spcBef>
                <a:spcPts val="0"/>
              </a:spcBef>
              <a:spcAft>
                <a:spcPts val="0"/>
              </a:spcAft>
              <a:buNone/>
            </a:pPr>
            <a:r>
              <a:rPr lang="en" sz="1500">
                <a:solidFill>
                  <a:schemeClr val="lt1"/>
                </a:solidFill>
                <a:latin typeface="IBM Plex Sans"/>
                <a:ea typeface="IBM Plex Sans"/>
                <a:cs typeface="IBM Plex Sans"/>
                <a:sym typeface="IBM Plex Sans"/>
              </a:rPr>
              <a:t>Fast track to </a:t>
            </a:r>
            <a:br>
              <a:rPr lang="en" sz="1500">
                <a:solidFill>
                  <a:schemeClr val="lt1"/>
                </a:solidFill>
                <a:latin typeface="IBM Plex Sans"/>
                <a:ea typeface="IBM Plex Sans"/>
                <a:cs typeface="IBM Plex Sans"/>
                <a:sym typeface="IBM Plex Sans"/>
              </a:rPr>
            </a:br>
            <a:r>
              <a:rPr lang="en" sz="1500">
                <a:solidFill>
                  <a:schemeClr val="lt1"/>
                </a:solidFill>
                <a:latin typeface="IBM Plex Sans"/>
                <a:ea typeface="IBM Plex Sans"/>
                <a:cs typeface="IBM Plex Sans"/>
                <a:sym typeface="IBM Plex Sans"/>
              </a:rPr>
              <a:t>orchestrated processes</a:t>
            </a:r>
            <a:endParaRPr sz="1200">
              <a:solidFill>
                <a:schemeClr val="lt1"/>
              </a:solidFill>
              <a:latin typeface="IBM Plex Sans"/>
              <a:ea typeface="IBM Plex Sans"/>
              <a:cs typeface="IBM Plex Sans"/>
              <a:sym typeface="IBM Plex Sans"/>
            </a:endParaRPr>
          </a:p>
        </p:txBody>
      </p:sp>
      <p:sp>
        <p:nvSpPr>
          <p:cNvPr id="6150" name="Google Shape;6150;p471"/>
          <p:cNvSpPr/>
          <p:nvPr/>
        </p:nvSpPr>
        <p:spPr>
          <a:xfrm>
            <a:off x="304801" y="1600203"/>
            <a:ext cx="2700600" cy="2552700"/>
          </a:xfrm>
          <a:prstGeom prst="roundRect">
            <a:avLst>
              <a:gd name="adj" fmla="val 16667"/>
            </a:avLst>
          </a:prstGeom>
          <a:solidFill>
            <a:schemeClr val="dk1"/>
          </a:solidFill>
          <a:ln w="38100" cap="flat" cmpd="sng">
            <a:solidFill>
              <a:srgbClr val="6967FF"/>
            </a:solidFill>
            <a:prstDash val="solid"/>
            <a:round/>
            <a:headEnd type="none" w="sm" len="sm"/>
            <a:tailEnd type="none" w="sm" len="sm"/>
          </a:ln>
        </p:spPr>
        <p:txBody>
          <a:bodyPr spcFirstLastPara="1" wrap="square" lIns="91425" tIns="182875" rIns="91425" bIns="91425" anchor="t" anchorCtr="0">
            <a:noAutofit/>
          </a:bodyPr>
          <a:lstStyle/>
          <a:p>
            <a:pPr marL="0" lvl="0" indent="0" algn="ctr" rtl="0">
              <a:spcBef>
                <a:spcPts val="0"/>
              </a:spcBef>
              <a:spcAft>
                <a:spcPts val="0"/>
              </a:spcAft>
              <a:buNone/>
            </a:pPr>
            <a:r>
              <a:rPr lang="en" sz="1500">
                <a:solidFill>
                  <a:schemeClr val="lt1"/>
                </a:solidFill>
                <a:latin typeface="IBM Plex Sans"/>
                <a:ea typeface="IBM Plex Sans"/>
                <a:cs typeface="IBM Plex Sans"/>
                <a:sym typeface="IBM Plex Sans"/>
              </a:rPr>
              <a:t>Orchestrate AI </a:t>
            </a:r>
            <a:br>
              <a:rPr lang="en" sz="1500">
                <a:solidFill>
                  <a:schemeClr val="lt1"/>
                </a:solidFill>
                <a:latin typeface="IBM Plex Sans"/>
                <a:ea typeface="IBM Plex Sans"/>
                <a:cs typeface="IBM Plex Sans"/>
                <a:sym typeface="IBM Plex Sans"/>
              </a:rPr>
            </a:br>
            <a:r>
              <a:rPr lang="en" sz="1500">
                <a:solidFill>
                  <a:schemeClr val="lt1"/>
                </a:solidFill>
                <a:latin typeface="IBM Plex Sans"/>
                <a:ea typeface="IBM Plex Sans"/>
                <a:cs typeface="IBM Plex Sans"/>
                <a:sym typeface="IBM Plex Sans"/>
              </a:rPr>
              <a:t>tools and services</a:t>
            </a:r>
            <a:endParaRPr sz="1200">
              <a:solidFill>
                <a:schemeClr val="lt1"/>
              </a:solidFill>
              <a:latin typeface="IBM Plex Sans"/>
              <a:ea typeface="IBM Plex Sans"/>
              <a:cs typeface="IBM Plex Sans"/>
              <a:sym typeface="IBM Plex Sans"/>
            </a:endParaRPr>
          </a:p>
        </p:txBody>
      </p:sp>
      <p:sp>
        <p:nvSpPr>
          <p:cNvPr id="6151" name="Google Shape;6151;p471"/>
          <p:cNvSpPr/>
          <p:nvPr/>
        </p:nvSpPr>
        <p:spPr>
          <a:xfrm>
            <a:off x="6202028" y="1600200"/>
            <a:ext cx="2700600" cy="2552700"/>
          </a:xfrm>
          <a:prstGeom prst="roundRect">
            <a:avLst>
              <a:gd name="adj" fmla="val 16667"/>
            </a:avLst>
          </a:prstGeom>
          <a:solidFill>
            <a:schemeClr val="dk1"/>
          </a:solidFill>
          <a:ln w="38100" cap="flat" cmpd="sng">
            <a:solidFill>
              <a:srgbClr val="6967FF"/>
            </a:solidFill>
            <a:prstDash val="solid"/>
            <a:round/>
            <a:headEnd type="none" w="sm" len="sm"/>
            <a:tailEnd type="none" w="sm" len="sm"/>
          </a:ln>
        </p:spPr>
        <p:txBody>
          <a:bodyPr spcFirstLastPara="1" wrap="square" lIns="91425" tIns="182875" rIns="91425" bIns="91425" anchor="t" anchorCtr="0">
            <a:noAutofit/>
          </a:bodyPr>
          <a:lstStyle/>
          <a:p>
            <a:pPr marL="0" lvl="0" indent="0" algn="ctr" rtl="0">
              <a:spcBef>
                <a:spcPts val="0"/>
              </a:spcBef>
              <a:spcAft>
                <a:spcPts val="0"/>
              </a:spcAft>
              <a:buNone/>
            </a:pPr>
            <a:r>
              <a:rPr lang="en" sz="1500">
                <a:solidFill>
                  <a:schemeClr val="lt1"/>
                </a:solidFill>
                <a:latin typeface="IBM Plex Sans"/>
                <a:ea typeface="IBM Plex Sans"/>
                <a:cs typeface="IBM Plex Sans"/>
                <a:sym typeface="IBM Plex Sans"/>
              </a:rPr>
              <a:t>Intelligent execution </a:t>
            </a:r>
            <a:br>
              <a:rPr lang="en" sz="1500">
                <a:solidFill>
                  <a:schemeClr val="lt1"/>
                </a:solidFill>
                <a:latin typeface="IBM Plex Sans"/>
                <a:ea typeface="IBM Plex Sans"/>
                <a:cs typeface="IBM Plex Sans"/>
                <a:sym typeface="IBM Plex Sans"/>
              </a:rPr>
            </a:br>
            <a:r>
              <a:rPr lang="en" sz="1500">
                <a:solidFill>
                  <a:schemeClr val="lt1"/>
                </a:solidFill>
                <a:latin typeface="IBM Plex Sans"/>
                <a:ea typeface="IBM Plex Sans"/>
                <a:cs typeface="IBM Plex Sans"/>
                <a:sym typeface="IBM Plex Sans"/>
              </a:rPr>
              <a:t>and optimization</a:t>
            </a:r>
            <a:endParaRPr>
              <a:solidFill>
                <a:schemeClr val="lt1"/>
              </a:solidFill>
              <a:latin typeface="IBM Plex Sans"/>
              <a:ea typeface="IBM Plex Sans"/>
              <a:cs typeface="IBM Plex Sans"/>
              <a:sym typeface="IBM Plex Sans"/>
            </a:endParaRPr>
          </a:p>
        </p:txBody>
      </p:sp>
      <p:sp>
        <p:nvSpPr>
          <p:cNvPr id="6152" name="Google Shape;6152;p471"/>
          <p:cNvSpPr/>
          <p:nvPr/>
        </p:nvSpPr>
        <p:spPr>
          <a:xfrm>
            <a:off x="6679925" y="1460550"/>
            <a:ext cx="1744800" cy="279300"/>
          </a:xfrm>
          <a:prstGeom prst="roundRect">
            <a:avLst>
              <a:gd name="adj" fmla="val 16667"/>
            </a:avLst>
          </a:prstGeom>
          <a:solidFill>
            <a:srgbClr val="6967F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300">
                <a:solidFill>
                  <a:schemeClr val="lt1"/>
                </a:solidFill>
                <a:latin typeface="IBM Plex Sans"/>
                <a:ea typeface="IBM Plex Sans"/>
                <a:cs typeface="IBM Plex Sans"/>
                <a:sym typeface="IBM Plex Sans"/>
              </a:rPr>
              <a:t>Autonomous AI</a:t>
            </a:r>
            <a:endParaRPr sz="1300">
              <a:solidFill>
                <a:schemeClr val="lt1"/>
              </a:solidFill>
              <a:latin typeface="IBM Plex Sans"/>
              <a:ea typeface="IBM Plex Sans"/>
              <a:cs typeface="IBM Plex Sans"/>
              <a:sym typeface="IBM Plex Sans"/>
            </a:endParaRPr>
          </a:p>
        </p:txBody>
      </p:sp>
      <p:sp>
        <p:nvSpPr>
          <p:cNvPr id="6153" name="Google Shape;6153;p471"/>
          <p:cNvSpPr/>
          <p:nvPr/>
        </p:nvSpPr>
        <p:spPr>
          <a:xfrm>
            <a:off x="782700" y="1460550"/>
            <a:ext cx="1744800" cy="279300"/>
          </a:xfrm>
          <a:prstGeom prst="roundRect">
            <a:avLst>
              <a:gd name="adj" fmla="val 16667"/>
            </a:avLst>
          </a:prstGeom>
          <a:solidFill>
            <a:srgbClr val="6967F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300">
                <a:solidFill>
                  <a:schemeClr val="lt1"/>
                </a:solidFill>
                <a:latin typeface="IBM Plex Sans"/>
                <a:ea typeface="IBM Plex Sans"/>
                <a:cs typeface="IBM Plex Sans"/>
                <a:sym typeface="IBM Plex Sans"/>
              </a:rPr>
              <a:t>Intelligent process</a:t>
            </a:r>
            <a:endParaRPr sz="1300">
              <a:solidFill>
                <a:schemeClr val="lt1"/>
              </a:solidFill>
              <a:latin typeface="IBM Plex Sans"/>
              <a:ea typeface="IBM Plex Sans"/>
              <a:cs typeface="IBM Plex Sans"/>
              <a:sym typeface="IBM Plex Sans"/>
            </a:endParaRPr>
          </a:p>
        </p:txBody>
      </p:sp>
      <p:sp>
        <p:nvSpPr>
          <p:cNvPr id="6154" name="Google Shape;6154;p471"/>
          <p:cNvSpPr/>
          <p:nvPr/>
        </p:nvSpPr>
        <p:spPr>
          <a:xfrm>
            <a:off x="3738300" y="1460550"/>
            <a:ext cx="1744800" cy="279300"/>
          </a:xfrm>
          <a:prstGeom prst="roundRect">
            <a:avLst>
              <a:gd name="adj" fmla="val 16667"/>
            </a:avLst>
          </a:prstGeom>
          <a:solidFill>
            <a:srgbClr val="6967F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300">
                <a:solidFill>
                  <a:schemeClr val="lt1"/>
                </a:solidFill>
                <a:latin typeface="IBM Plex Sans"/>
                <a:ea typeface="IBM Plex Sans"/>
                <a:cs typeface="IBM Plex Sans"/>
                <a:sym typeface="IBM Plex Sans"/>
              </a:rPr>
              <a:t>Camunda Copilot</a:t>
            </a:r>
            <a:endParaRPr sz="1300">
              <a:solidFill>
                <a:schemeClr val="lt1"/>
              </a:solidFill>
              <a:latin typeface="IBM Plex Sans"/>
              <a:ea typeface="IBM Plex Sans"/>
              <a:cs typeface="IBM Plex Sans"/>
              <a:sym typeface="IBM Plex Sans"/>
            </a:endParaRPr>
          </a:p>
        </p:txBody>
      </p:sp>
      <p:sp>
        <p:nvSpPr>
          <p:cNvPr id="6155" name="Google Shape;6155;p471"/>
          <p:cNvSpPr txBox="1"/>
          <p:nvPr/>
        </p:nvSpPr>
        <p:spPr>
          <a:xfrm>
            <a:off x="304800" y="2464125"/>
            <a:ext cx="2700600" cy="1236600"/>
          </a:xfrm>
          <a:prstGeom prst="rect">
            <a:avLst/>
          </a:prstGeom>
          <a:noFill/>
          <a:ln>
            <a:noFill/>
          </a:ln>
        </p:spPr>
        <p:txBody>
          <a:bodyPr spcFirstLastPara="1" wrap="square" lIns="182875" tIns="91425" rIns="274300" bIns="91425" anchor="t" anchorCtr="0">
            <a:spAutoFit/>
          </a:bodyPr>
          <a:lstStyle/>
          <a:p>
            <a:pPr marL="457200" lvl="0" indent="-177800" algn="l" rtl="0">
              <a:spcBef>
                <a:spcPts val="0"/>
              </a:spcBef>
              <a:spcAft>
                <a:spcPts val="0"/>
              </a:spcAft>
              <a:buClr>
                <a:srgbClr val="FFF56F"/>
              </a:buClr>
              <a:buSzPts val="1000"/>
              <a:buFont typeface="IBM Plex Sans"/>
              <a:buChar char="⏹"/>
            </a:pPr>
            <a:r>
              <a:rPr lang="en" sz="1000">
                <a:solidFill>
                  <a:schemeClr val="lt1"/>
                </a:solidFill>
                <a:latin typeface="IBM Plex Sans"/>
                <a:ea typeface="IBM Plex Sans"/>
                <a:cs typeface="IBM Plex Sans"/>
                <a:sym typeface="IBM Plex Sans"/>
              </a:rPr>
              <a:t>Introduce generative and predictive AI into existing processes with low risk</a:t>
            </a:r>
            <a:endParaRPr sz="1000">
              <a:solidFill>
                <a:schemeClr val="lt1"/>
              </a:solidFill>
              <a:latin typeface="IBM Plex Sans"/>
              <a:ea typeface="IBM Plex Sans"/>
              <a:cs typeface="IBM Plex Sans"/>
              <a:sym typeface="IBM Plex Sans"/>
            </a:endParaRPr>
          </a:p>
          <a:p>
            <a:pPr marL="457200" lvl="0" indent="-177800" algn="l" rtl="0">
              <a:lnSpc>
                <a:spcPct val="100000"/>
              </a:lnSpc>
              <a:spcBef>
                <a:spcPts val="1000"/>
              </a:spcBef>
              <a:spcAft>
                <a:spcPts val="1000"/>
              </a:spcAft>
              <a:buClr>
                <a:srgbClr val="FFF56F"/>
              </a:buClr>
              <a:buSzPts val="1000"/>
              <a:buFont typeface="IBM Plex Sans"/>
              <a:buChar char="⏹"/>
            </a:pPr>
            <a:r>
              <a:rPr lang="en" sz="1000">
                <a:solidFill>
                  <a:schemeClr val="lt1"/>
                </a:solidFill>
                <a:latin typeface="IBM Plex Sans"/>
                <a:ea typeface="IBM Plex Sans"/>
                <a:cs typeface="IBM Plex Sans"/>
                <a:sym typeface="IBM Plex Sans"/>
              </a:rPr>
              <a:t>Share reusable AI connectors to govern adoption using centrally managed AI services</a:t>
            </a:r>
            <a:endParaRPr sz="1000">
              <a:solidFill>
                <a:schemeClr val="lt1"/>
              </a:solidFill>
              <a:latin typeface="IBM Plex Sans"/>
              <a:ea typeface="IBM Plex Sans"/>
              <a:cs typeface="IBM Plex Sans"/>
              <a:sym typeface="IBM Plex Sans"/>
            </a:endParaRPr>
          </a:p>
        </p:txBody>
      </p:sp>
      <p:sp>
        <p:nvSpPr>
          <p:cNvPr id="6156" name="Google Shape;6156;p471"/>
          <p:cNvSpPr txBox="1"/>
          <p:nvPr/>
        </p:nvSpPr>
        <p:spPr>
          <a:xfrm>
            <a:off x="3260400" y="2464125"/>
            <a:ext cx="2700600" cy="1390500"/>
          </a:xfrm>
          <a:prstGeom prst="rect">
            <a:avLst/>
          </a:prstGeom>
          <a:noFill/>
          <a:ln>
            <a:noFill/>
          </a:ln>
        </p:spPr>
        <p:txBody>
          <a:bodyPr spcFirstLastPara="1" wrap="square" lIns="182875" tIns="91425" rIns="274300" bIns="91425" anchor="t" anchorCtr="0">
            <a:spAutoFit/>
          </a:bodyPr>
          <a:lstStyle/>
          <a:p>
            <a:pPr marL="457200" lvl="0" indent="-177800" algn="l" rtl="0">
              <a:lnSpc>
                <a:spcPct val="100000"/>
              </a:lnSpc>
              <a:spcBef>
                <a:spcPts val="0"/>
              </a:spcBef>
              <a:spcAft>
                <a:spcPts val="0"/>
              </a:spcAft>
              <a:buClr>
                <a:srgbClr val="FFF56F"/>
              </a:buClr>
              <a:buSzPts val="1000"/>
              <a:buFont typeface="IBM Plex Sans"/>
              <a:buChar char="⏹"/>
            </a:pPr>
            <a:r>
              <a:rPr lang="en" sz="1000">
                <a:solidFill>
                  <a:schemeClr val="lt1"/>
                </a:solidFill>
                <a:latin typeface="IBM Plex Sans"/>
                <a:ea typeface="IBM Plex Sans"/>
                <a:cs typeface="IBM Plex Sans"/>
                <a:sym typeface="IBM Plex Sans"/>
              </a:rPr>
              <a:t>Enable IT and business users to rapidly prototype process assets with AI-powered assistance</a:t>
            </a:r>
            <a:endParaRPr sz="1000">
              <a:solidFill>
                <a:schemeClr val="lt1"/>
              </a:solidFill>
              <a:latin typeface="IBM Plex Sans"/>
              <a:ea typeface="IBM Plex Sans"/>
              <a:cs typeface="IBM Plex Sans"/>
              <a:sym typeface="IBM Plex Sans"/>
            </a:endParaRPr>
          </a:p>
          <a:p>
            <a:pPr marL="457200" lvl="0" indent="-177800" algn="l" rtl="0">
              <a:lnSpc>
                <a:spcPct val="100000"/>
              </a:lnSpc>
              <a:spcBef>
                <a:spcPts val="1000"/>
              </a:spcBef>
              <a:spcAft>
                <a:spcPts val="1000"/>
              </a:spcAft>
              <a:buClr>
                <a:srgbClr val="FFF56F"/>
              </a:buClr>
              <a:buSzPts val="1000"/>
              <a:buFont typeface="IBM Plex Sans"/>
              <a:buChar char="⏹"/>
            </a:pPr>
            <a:r>
              <a:rPr lang="en" sz="1000">
                <a:solidFill>
                  <a:schemeClr val="lt1"/>
                </a:solidFill>
                <a:latin typeface="IBM Plex Sans"/>
                <a:ea typeface="IBM Plex Sans"/>
                <a:cs typeface="IBM Plex Sans"/>
                <a:sym typeface="IBM Plex Sans"/>
              </a:rPr>
              <a:t>Designed to enhance BPMN and DMN as a common language for collaboration</a:t>
            </a:r>
            <a:endParaRPr sz="1000">
              <a:solidFill>
                <a:schemeClr val="lt1"/>
              </a:solidFill>
              <a:latin typeface="IBM Plex Sans"/>
              <a:ea typeface="IBM Plex Sans"/>
              <a:cs typeface="IBM Plex Sans"/>
              <a:sym typeface="IBM Plex Sans"/>
            </a:endParaRPr>
          </a:p>
        </p:txBody>
      </p:sp>
      <p:sp>
        <p:nvSpPr>
          <p:cNvPr id="6157" name="Google Shape;6157;p471"/>
          <p:cNvSpPr txBox="1"/>
          <p:nvPr/>
        </p:nvSpPr>
        <p:spPr>
          <a:xfrm>
            <a:off x="6216000" y="2464125"/>
            <a:ext cx="2700600" cy="1236600"/>
          </a:xfrm>
          <a:prstGeom prst="rect">
            <a:avLst/>
          </a:prstGeom>
          <a:noFill/>
          <a:ln>
            <a:noFill/>
          </a:ln>
        </p:spPr>
        <p:txBody>
          <a:bodyPr spcFirstLastPara="1" wrap="square" lIns="182875" tIns="91425" rIns="274300" bIns="91425" anchor="t" anchorCtr="0">
            <a:spAutoFit/>
          </a:bodyPr>
          <a:lstStyle/>
          <a:p>
            <a:pPr marL="457200" lvl="0" indent="-177800" algn="l" rtl="0">
              <a:spcBef>
                <a:spcPts val="0"/>
              </a:spcBef>
              <a:spcAft>
                <a:spcPts val="0"/>
              </a:spcAft>
              <a:buClr>
                <a:srgbClr val="FFF56F"/>
              </a:buClr>
              <a:buSzPts val="1000"/>
              <a:buFont typeface="IBM Plex Sans"/>
              <a:buChar char="⏹"/>
            </a:pPr>
            <a:r>
              <a:rPr lang="en" sz="1000">
                <a:solidFill>
                  <a:schemeClr val="lt1"/>
                </a:solidFill>
                <a:latin typeface="IBM Plex Sans"/>
                <a:ea typeface="IBM Plex Sans"/>
                <a:cs typeface="IBM Plex Sans"/>
                <a:sym typeface="IBM Plex Sans"/>
              </a:rPr>
              <a:t>Uncover hidden value in your most critical end-to-</a:t>
            </a:r>
            <a:br>
              <a:rPr lang="en" sz="1000">
                <a:solidFill>
                  <a:schemeClr val="lt1"/>
                </a:solidFill>
                <a:latin typeface="IBM Plex Sans"/>
                <a:ea typeface="IBM Plex Sans"/>
                <a:cs typeface="IBM Plex Sans"/>
                <a:sym typeface="IBM Plex Sans"/>
              </a:rPr>
            </a:br>
            <a:r>
              <a:rPr lang="en" sz="1000">
                <a:solidFill>
                  <a:schemeClr val="lt1"/>
                </a:solidFill>
                <a:latin typeface="IBM Plex Sans"/>
                <a:ea typeface="IBM Plex Sans"/>
                <a:cs typeface="IBM Plex Sans"/>
                <a:sym typeface="IBM Plex Sans"/>
              </a:rPr>
              <a:t>end business processes</a:t>
            </a:r>
            <a:endParaRPr sz="1000">
              <a:solidFill>
                <a:schemeClr val="lt1"/>
              </a:solidFill>
              <a:latin typeface="IBM Plex Sans"/>
              <a:ea typeface="IBM Plex Sans"/>
              <a:cs typeface="IBM Plex Sans"/>
              <a:sym typeface="IBM Plex Sans"/>
            </a:endParaRPr>
          </a:p>
          <a:p>
            <a:pPr marL="457200" lvl="0" indent="-177800" algn="l" rtl="0">
              <a:lnSpc>
                <a:spcPct val="100000"/>
              </a:lnSpc>
              <a:spcBef>
                <a:spcPts val="1000"/>
              </a:spcBef>
              <a:spcAft>
                <a:spcPts val="1000"/>
              </a:spcAft>
              <a:buClr>
                <a:srgbClr val="FFF56F"/>
              </a:buClr>
              <a:buSzPts val="1000"/>
              <a:buFont typeface="IBM Plex Sans"/>
              <a:buChar char="⏹"/>
            </a:pPr>
            <a:r>
              <a:rPr lang="en" sz="1000">
                <a:solidFill>
                  <a:schemeClr val="lt1"/>
                </a:solidFill>
                <a:latin typeface="IBM Plex Sans"/>
                <a:ea typeface="IBM Plex Sans"/>
                <a:cs typeface="IBM Plex Sans"/>
                <a:sym typeface="IBM Plex Sans"/>
              </a:rPr>
              <a:t>Blend deterministic and non-deterministic process execution with AI agents</a:t>
            </a:r>
            <a:endParaRPr sz="1000">
              <a:solidFill>
                <a:schemeClr val="lt1"/>
              </a:solidFill>
              <a:latin typeface="IBM Plex Sans"/>
              <a:ea typeface="IBM Plex Sans"/>
              <a:cs typeface="IBM Plex Sans"/>
              <a:sym typeface="IBM Plex Sans"/>
            </a:endParaRPr>
          </a:p>
        </p:txBody>
      </p:sp>
      <p:sp>
        <p:nvSpPr>
          <p:cNvPr id="6158" name="Google Shape;6158;p471"/>
          <p:cNvSpPr txBox="1"/>
          <p:nvPr/>
        </p:nvSpPr>
        <p:spPr>
          <a:xfrm>
            <a:off x="457200" y="571500"/>
            <a:ext cx="8054400" cy="2841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sz="1200" i="1">
                <a:solidFill>
                  <a:schemeClr val="lt1"/>
                </a:solidFill>
                <a:latin typeface="IBM Plex Sans"/>
                <a:ea typeface="IBM Plex Sans"/>
                <a:cs typeface="IBM Plex Sans"/>
                <a:sym typeface="IBM Plex Sans"/>
              </a:rPr>
              <a:t>Operationalize AI so you can drive business outcomes today and be ready for whatever comes next </a:t>
            </a:r>
            <a:endParaRPr sz="1200" i="1">
              <a:solidFill>
                <a:schemeClr val="lt1"/>
              </a:solidFill>
              <a:latin typeface="IBM Plex Sans"/>
              <a:ea typeface="IBM Plex Sans"/>
              <a:cs typeface="IBM Plex Sans"/>
              <a:sym typeface="IBM Plex Sans"/>
            </a:endParaRPr>
          </a:p>
        </p:txBody>
      </p:sp>
      <p:sp>
        <p:nvSpPr>
          <p:cNvPr id="6159" name="Google Shape;6159;p471"/>
          <p:cNvSpPr txBox="1">
            <a:spLocks noGrp="1"/>
          </p:cNvSpPr>
          <p:nvPr>
            <p:ph type="title"/>
          </p:nvPr>
        </p:nvSpPr>
        <p:spPr>
          <a:xfrm>
            <a:off x="457200" y="114300"/>
            <a:ext cx="8229600" cy="369300"/>
          </a:xfrm>
          <a:prstGeom prst="rect">
            <a:avLst/>
          </a:prstGeom>
        </p:spPr>
        <p:txBody>
          <a:bodyPr spcFirstLastPara="1" wrap="square" lIns="0" tIns="0" rIns="0" bIns="0" anchor="t" anchorCtr="0">
            <a:spAutoFit/>
          </a:bodyPr>
          <a:lstStyle/>
          <a:p>
            <a:pPr marL="0" lvl="0" indent="0" algn="l" rtl="0">
              <a:spcBef>
                <a:spcPts val="0"/>
              </a:spcBef>
              <a:spcAft>
                <a:spcPts val="0"/>
              </a:spcAft>
              <a:buNone/>
            </a:pPr>
            <a:r>
              <a:rPr lang="en" sz="2400"/>
              <a:t>Camunda</a:t>
            </a:r>
            <a:r>
              <a:rPr lang="en" sz="2400" b="0"/>
              <a:t> |</a:t>
            </a:r>
            <a:r>
              <a:rPr lang="en" sz="2400"/>
              <a:t> </a:t>
            </a:r>
            <a:r>
              <a:rPr lang="en" sz="2400" b="0">
                <a:latin typeface="IBM Plex Sans Light"/>
                <a:ea typeface="IBM Plex Sans Light"/>
                <a:cs typeface="IBM Plex Sans Light"/>
                <a:sym typeface="IBM Plex Sans Light"/>
              </a:rPr>
              <a:t>Operationalize AI </a:t>
            </a:r>
            <a:r>
              <a:rPr lang="en" sz="2400" b="0" i="1">
                <a:latin typeface="IBM Plex Sans Light"/>
                <a:ea typeface="IBM Plex Sans Light"/>
                <a:cs typeface="IBM Plex Sans Light"/>
                <a:sym typeface="IBM Plex Sans Light"/>
              </a:rPr>
              <a:t>with</a:t>
            </a:r>
            <a:r>
              <a:rPr lang="en" sz="2400" b="0">
                <a:latin typeface="IBM Plex Sans Light"/>
                <a:ea typeface="IBM Plex Sans Light"/>
                <a:cs typeface="IBM Plex Sans Light"/>
                <a:sym typeface="IBM Plex Sans Light"/>
              </a:rPr>
              <a:t> Camunda</a:t>
            </a:r>
            <a:endParaRPr sz="2400" b="0">
              <a:latin typeface="IBM Plex Sans Light"/>
              <a:ea typeface="IBM Plex Sans Light"/>
              <a:cs typeface="IBM Plex Sans Light"/>
              <a:sym typeface="IBM Plex Sans Light"/>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6163"/>
        <p:cNvGrpSpPr/>
        <p:nvPr/>
      </p:nvGrpSpPr>
      <p:grpSpPr>
        <a:xfrm>
          <a:off x="0" y="0"/>
          <a:ext cx="0" cy="0"/>
          <a:chOff x="0" y="0"/>
          <a:chExt cx="0" cy="0"/>
        </a:xfrm>
      </p:grpSpPr>
      <p:sp>
        <p:nvSpPr>
          <p:cNvPr id="6164" name="Google Shape;6164;p472"/>
          <p:cNvSpPr/>
          <p:nvPr/>
        </p:nvSpPr>
        <p:spPr>
          <a:xfrm>
            <a:off x="3260400" y="1600200"/>
            <a:ext cx="2700600" cy="2552700"/>
          </a:xfrm>
          <a:prstGeom prst="roundRect">
            <a:avLst>
              <a:gd name="adj" fmla="val 16667"/>
            </a:avLst>
          </a:prstGeom>
          <a:solidFill>
            <a:schemeClr val="dk1"/>
          </a:solidFill>
          <a:ln w="38100" cap="flat" cmpd="sng">
            <a:solidFill>
              <a:srgbClr val="6967FF"/>
            </a:solidFill>
            <a:prstDash val="solid"/>
            <a:round/>
            <a:headEnd type="none" w="sm" len="sm"/>
            <a:tailEnd type="none" w="sm" len="sm"/>
          </a:ln>
        </p:spPr>
        <p:txBody>
          <a:bodyPr spcFirstLastPara="1" wrap="square" lIns="91425" tIns="182875" rIns="91425" bIns="91425" anchor="t" anchorCtr="0">
            <a:noAutofit/>
          </a:bodyPr>
          <a:lstStyle/>
          <a:p>
            <a:pPr marL="0" lvl="0" indent="0" algn="ctr" rtl="0">
              <a:spcBef>
                <a:spcPts val="0"/>
              </a:spcBef>
              <a:spcAft>
                <a:spcPts val="0"/>
              </a:spcAft>
              <a:buNone/>
            </a:pPr>
            <a:r>
              <a:rPr lang="en" sz="1500">
                <a:solidFill>
                  <a:schemeClr val="lt1"/>
                </a:solidFill>
                <a:latin typeface="IBM Plex Sans"/>
                <a:ea typeface="IBM Plex Sans"/>
                <a:cs typeface="IBM Plex Sans"/>
                <a:sym typeface="IBM Plex Sans"/>
              </a:rPr>
              <a:t>Fast track to </a:t>
            </a:r>
            <a:br>
              <a:rPr lang="en" sz="1500">
                <a:solidFill>
                  <a:schemeClr val="lt1"/>
                </a:solidFill>
                <a:latin typeface="IBM Plex Sans"/>
                <a:ea typeface="IBM Plex Sans"/>
                <a:cs typeface="IBM Plex Sans"/>
                <a:sym typeface="IBM Plex Sans"/>
              </a:rPr>
            </a:br>
            <a:r>
              <a:rPr lang="en" sz="1500">
                <a:solidFill>
                  <a:schemeClr val="lt1"/>
                </a:solidFill>
                <a:latin typeface="IBM Plex Sans"/>
                <a:ea typeface="IBM Plex Sans"/>
                <a:cs typeface="IBM Plex Sans"/>
                <a:sym typeface="IBM Plex Sans"/>
              </a:rPr>
              <a:t>orchestrated processes</a:t>
            </a:r>
            <a:endParaRPr sz="1200">
              <a:solidFill>
                <a:schemeClr val="lt1"/>
              </a:solidFill>
              <a:latin typeface="IBM Plex Sans"/>
              <a:ea typeface="IBM Plex Sans"/>
              <a:cs typeface="IBM Plex Sans"/>
              <a:sym typeface="IBM Plex Sans"/>
            </a:endParaRPr>
          </a:p>
        </p:txBody>
      </p:sp>
      <p:sp>
        <p:nvSpPr>
          <p:cNvPr id="6165" name="Google Shape;6165;p472"/>
          <p:cNvSpPr/>
          <p:nvPr/>
        </p:nvSpPr>
        <p:spPr>
          <a:xfrm>
            <a:off x="304801" y="1600203"/>
            <a:ext cx="2700600" cy="2552700"/>
          </a:xfrm>
          <a:prstGeom prst="roundRect">
            <a:avLst>
              <a:gd name="adj" fmla="val 16667"/>
            </a:avLst>
          </a:prstGeom>
          <a:solidFill>
            <a:schemeClr val="dk1"/>
          </a:solidFill>
          <a:ln w="38100" cap="flat" cmpd="sng">
            <a:solidFill>
              <a:srgbClr val="6967FF"/>
            </a:solidFill>
            <a:prstDash val="solid"/>
            <a:round/>
            <a:headEnd type="none" w="sm" len="sm"/>
            <a:tailEnd type="none" w="sm" len="sm"/>
          </a:ln>
        </p:spPr>
        <p:txBody>
          <a:bodyPr spcFirstLastPara="1" wrap="square" lIns="91425" tIns="182875" rIns="91425" bIns="91425" anchor="t" anchorCtr="0">
            <a:noAutofit/>
          </a:bodyPr>
          <a:lstStyle/>
          <a:p>
            <a:pPr marL="0" lvl="0" indent="0" algn="ctr" rtl="0">
              <a:spcBef>
                <a:spcPts val="0"/>
              </a:spcBef>
              <a:spcAft>
                <a:spcPts val="0"/>
              </a:spcAft>
              <a:buNone/>
            </a:pPr>
            <a:r>
              <a:rPr lang="en" sz="1500">
                <a:solidFill>
                  <a:schemeClr val="lt1"/>
                </a:solidFill>
                <a:latin typeface="IBM Plex Sans"/>
                <a:ea typeface="IBM Plex Sans"/>
                <a:cs typeface="IBM Plex Sans"/>
                <a:sym typeface="IBM Plex Sans"/>
              </a:rPr>
              <a:t>Orchestrate AI </a:t>
            </a:r>
            <a:br>
              <a:rPr lang="en" sz="1500">
                <a:solidFill>
                  <a:schemeClr val="lt1"/>
                </a:solidFill>
                <a:latin typeface="IBM Plex Sans"/>
                <a:ea typeface="IBM Plex Sans"/>
                <a:cs typeface="IBM Plex Sans"/>
                <a:sym typeface="IBM Plex Sans"/>
              </a:rPr>
            </a:br>
            <a:r>
              <a:rPr lang="en" sz="1500">
                <a:solidFill>
                  <a:schemeClr val="lt1"/>
                </a:solidFill>
                <a:latin typeface="IBM Plex Sans"/>
                <a:ea typeface="IBM Plex Sans"/>
                <a:cs typeface="IBM Plex Sans"/>
                <a:sym typeface="IBM Plex Sans"/>
              </a:rPr>
              <a:t>tools and services</a:t>
            </a:r>
            <a:endParaRPr sz="1200">
              <a:solidFill>
                <a:schemeClr val="lt1"/>
              </a:solidFill>
              <a:latin typeface="IBM Plex Sans"/>
              <a:ea typeface="IBM Plex Sans"/>
              <a:cs typeface="IBM Plex Sans"/>
              <a:sym typeface="IBM Plex Sans"/>
            </a:endParaRPr>
          </a:p>
        </p:txBody>
      </p:sp>
      <p:sp>
        <p:nvSpPr>
          <p:cNvPr id="6166" name="Google Shape;6166;p472"/>
          <p:cNvSpPr/>
          <p:nvPr/>
        </p:nvSpPr>
        <p:spPr>
          <a:xfrm>
            <a:off x="6202028" y="1600200"/>
            <a:ext cx="2700600" cy="2552700"/>
          </a:xfrm>
          <a:prstGeom prst="roundRect">
            <a:avLst>
              <a:gd name="adj" fmla="val 16667"/>
            </a:avLst>
          </a:prstGeom>
          <a:solidFill>
            <a:schemeClr val="dk1"/>
          </a:solidFill>
          <a:ln w="38100" cap="flat" cmpd="sng">
            <a:solidFill>
              <a:srgbClr val="6967FF"/>
            </a:solidFill>
            <a:prstDash val="solid"/>
            <a:round/>
            <a:headEnd type="none" w="sm" len="sm"/>
            <a:tailEnd type="none" w="sm" len="sm"/>
          </a:ln>
        </p:spPr>
        <p:txBody>
          <a:bodyPr spcFirstLastPara="1" wrap="square" lIns="91425" tIns="182875" rIns="91425" bIns="91425" anchor="t" anchorCtr="0">
            <a:noAutofit/>
          </a:bodyPr>
          <a:lstStyle/>
          <a:p>
            <a:pPr marL="0" lvl="0" indent="0" algn="ctr" rtl="0">
              <a:spcBef>
                <a:spcPts val="0"/>
              </a:spcBef>
              <a:spcAft>
                <a:spcPts val="0"/>
              </a:spcAft>
              <a:buNone/>
            </a:pPr>
            <a:r>
              <a:rPr lang="en" sz="1500">
                <a:solidFill>
                  <a:schemeClr val="lt1"/>
                </a:solidFill>
                <a:latin typeface="IBM Plex Sans"/>
                <a:ea typeface="IBM Plex Sans"/>
                <a:cs typeface="IBM Plex Sans"/>
                <a:sym typeface="IBM Plex Sans"/>
              </a:rPr>
              <a:t>Intelligent execution </a:t>
            </a:r>
            <a:br>
              <a:rPr lang="en" sz="1500">
                <a:solidFill>
                  <a:schemeClr val="lt1"/>
                </a:solidFill>
                <a:latin typeface="IBM Plex Sans"/>
                <a:ea typeface="IBM Plex Sans"/>
                <a:cs typeface="IBM Plex Sans"/>
                <a:sym typeface="IBM Plex Sans"/>
              </a:rPr>
            </a:br>
            <a:r>
              <a:rPr lang="en" sz="1500">
                <a:solidFill>
                  <a:schemeClr val="lt1"/>
                </a:solidFill>
                <a:latin typeface="IBM Plex Sans"/>
                <a:ea typeface="IBM Plex Sans"/>
                <a:cs typeface="IBM Plex Sans"/>
                <a:sym typeface="IBM Plex Sans"/>
              </a:rPr>
              <a:t>and optimization</a:t>
            </a:r>
            <a:endParaRPr>
              <a:solidFill>
                <a:schemeClr val="lt1"/>
              </a:solidFill>
              <a:latin typeface="IBM Plex Sans"/>
              <a:ea typeface="IBM Plex Sans"/>
              <a:cs typeface="IBM Plex Sans"/>
              <a:sym typeface="IBM Plex Sans"/>
            </a:endParaRPr>
          </a:p>
        </p:txBody>
      </p:sp>
      <p:sp>
        <p:nvSpPr>
          <p:cNvPr id="6167" name="Google Shape;6167;p472"/>
          <p:cNvSpPr/>
          <p:nvPr/>
        </p:nvSpPr>
        <p:spPr>
          <a:xfrm>
            <a:off x="6679925" y="1460550"/>
            <a:ext cx="1744800" cy="279300"/>
          </a:xfrm>
          <a:prstGeom prst="roundRect">
            <a:avLst>
              <a:gd name="adj" fmla="val 16667"/>
            </a:avLst>
          </a:prstGeom>
          <a:solidFill>
            <a:srgbClr val="6967F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300">
                <a:solidFill>
                  <a:schemeClr val="lt1"/>
                </a:solidFill>
                <a:latin typeface="IBM Plex Sans"/>
                <a:ea typeface="IBM Plex Sans"/>
                <a:cs typeface="IBM Plex Sans"/>
                <a:sym typeface="IBM Plex Sans"/>
              </a:rPr>
              <a:t>Autonomous AI</a:t>
            </a:r>
            <a:endParaRPr sz="1300">
              <a:solidFill>
                <a:schemeClr val="lt1"/>
              </a:solidFill>
              <a:latin typeface="IBM Plex Sans"/>
              <a:ea typeface="IBM Plex Sans"/>
              <a:cs typeface="IBM Plex Sans"/>
              <a:sym typeface="IBM Plex Sans"/>
            </a:endParaRPr>
          </a:p>
        </p:txBody>
      </p:sp>
      <p:sp>
        <p:nvSpPr>
          <p:cNvPr id="6168" name="Google Shape;6168;p472"/>
          <p:cNvSpPr/>
          <p:nvPr/>
        </p:nvSpPr>
        <p:spPr>
          <a:xfrm>
            <a:off x="782700" y="1460550"/>
            <a:ext cx="1744800" cy="279300"/>
          </a:xfrm>
          <a:prstGeom prst="roundRect">
            <a:avLst>
              <a:gd name="adj" fmla="val 16667"/>
            </a:avLst>
          </a:prstGeom>
          <a:solidFill>
            <a:srgbClr val="6967F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300">
                <a:solidFill>
                  <a:schemeClr val="lt1"/>
                </a:solidFill>
                <a:latin typeface="IBM Plex Sans"/>
                <a:ea typeface="IBM Plex Sans"/>
                <a:cs typeface="IBM Plex Sans"/>
                <a:sym typeface="IBM Plex Sans"/>
              </a:rPr>
              <a:t>Intelligent process</a:t>
            </a:r>
            <a:endParaRPr sz="1300">
              <a:solidFill>
                <a:schemeClr val="lt1"/>
              </a:solidFill>
              <a:latin typeface="IBM Plex Sans"/>
              <a:ea typeface="IBM Plex Sans"/>
              <a:cs typeface="IBM Plex Sans"/>
              <a:sym typeface="IBM Plex Sans"/>
            </a:endParaRPr>
          </a:p>
        </p:txBody>
      </p:sp>
      <p:sp>
        <p:nvSpPr>
          <p:cNvPr id="6169" name="Google Shape;6169;p472"/>
          <p:cNvSpPr/>
          <p:nvPr/>
        </p:nvSpPr>
        <p:spPr>
          <a:xfrm>
            <a:off x="3738300" y="1460550"/>
            <a:ext cx="1744800" cy="279300"/>
          </a:xfrm>
          <a:prstGeom prst="roundRect">
            <a:avLst>
              <a:gd name="adj" fmla="val 16667"/>
            </a:avLst>
          </a:prstGeom>
          <a:solidFill>
            <a:srgbClr val="6967F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300">
                <a:solidFill>
                  <a:schemeClr val="lt1"/>
                </a:solidFill>
                <a:latin typeface="IBM Plex Sans"/>
                <a:ea typeface="IBM Plex Sans"/>
                <a:cs typeface="IBM Plex Sans"/>
                <a:sym typeface="IBM Plex Sans"/>
              </a:rPr>
              <a:t>Camunda Copilot</a:t>
            </a:r>
            <a:endParaRPr sz="1300">
              <a:solidFill>
                <a:schemeClr val="lt1"/>
              </a:solidFill>
              <a:latin typeface="IBM Plex Sans"/>
              <a:ea typeface="IBM Plex Sans"/>
              <a:cs typeface="IBM Plex Sans"/>
              <a:sym typeface="IBM Plex Sans"/>
            </a:endParaRPr>
          </a:p>
        </p:txBody>
      </p:sp>
      <p:sp>
        <p:nvSpPr>
          <p:cNvPr id="6170" name="Google Shape;6170;p472"/>
          <p:cNvSpPr txBox="1"/>
          <p:nvPr/>
        </p:nvSpPr>
        <p:spPr>
          <a:xfrm>
            <a:off x="457200" y="571500"/>
            <a:ext cx="8054400" cy="2841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sz="1200" i="1">
                <a:solidFill>
                  <a:schemeClr val="lt1"/>
                </a:solidFill>
                <a:latin typeface="IBM Plex Sans"/>
                <a:ea typeface="IBM Plex Sans"/>
                <a:cs typeface="IBM Plex Sans"/>
                <a:sym typeface="IBM Plex Sans"/>
              </a:rPr>
              <a:t>Operationalize AI so you can drive business outcomes today and be ready for whatever comes next </a:t>
            </a:r>
            <a:endParaRPr sz="1200" i="1">
              <a:solidFill>
                <a:schemeClr val="lt1"/>
              </a:solidFill>
              <a:latin typeface="IBM Plex Sans"/>
              <a:ea typeface="IBM Plex Sans"/>
              <a:cs typeface="IBM Plex Sans"/>
              <a:sym typeface="IBM Plex Sans"/>
            </a:endParaRPr>
          </a:p>
        </p:txBody>
      </p:sp>
      <p:sp>
        <p:nvSpPr>
          <p:cNvPr id="6171" name="Google Shape;6171;p472"/>
          <p:cNvSpPr txBox="1"/>
          <p:nvPr/>
        </p:nvSpPr>
        <p:spPr>
          <a:xfrm>
            <a:off x="304800" y="2459736"/>
            <a:ext cx="2700600" cy="1359600"/>
          </a:xfrm>
          <a:prstGeom prst="rect">
            <a:avLst/>
          </a:prstGeom>
          <a:noFill/>
          <a:ln>
            <a:noFill/>
          </a:ln>
        </p:spPr>
        <p:txBody>
          <a:bodyPr spcFirstLastPara="1" wrap="square" lIns="182875" tIns="91425" rIns="274300" bIns="91425" anchor="t" anchorCtr="0">
            <a:noAutofit/>
          </a:bodyPr>
          <a:lstStyle/>
          <a:p>
            <a:pPr marL="457200" lvl="0" indent="-177800" algn="l" rtl="0">
              <a:lnSpc>
                <a:spcPct val="100000"/>
              </a:lnSpc>
              <a:spcBef>
                <a:spcPts val="0"/>
              </a:spcBef>
              <a:spcAft>
                <a:spcPts val="0"/>
              </a:spcAft>
              <a:buClr>
                <a:srgbClr val="FFF56F"/>
              </a:buClr>
              <a:buSzPts val="1000"/>
              <a:buFont typeface="IBM Plex Sans"/>
              <a:buChar char="⏹"/>
            </a:pPr>
            <a:r>
              <a:rPr lang="en" sz="1000">
                <a:solidFill>
                  <a:schemeClr val="lt1"/>
                </a:solidFill>
                <a:latin typeface="IBM Plex Sans"/>
                <a:ea typeface="IBM Plex Sans"/>
                <a:cs typeface="IBM Plex Sans"/>
                <a:sym typeface="IBM Plex Sans"/>
              </a:rPr>
              <a:t>Out-of-the-box connectors for popular AI products</a:t>
            </a:r>
            <a:endParaRPr sz="1000">
              <a:solidFill>
                <a:schemeClr val="lt1"/>
              </a:solidFill>
              <a:latin typeface="IBM Plex Sans"/>
              <a:ea typeface="IBM Plex Sans"/>
              <a:cs typeface="IBM Plex Sans"/>
              <a:sym typeface="IBM Plex Sans"/>
            </a:endParaRPr>
          </a:p>
          <a:p>
            <a:pPr marL="457200" lvl="0" indent="-177800" algn="l" rtl="0">
              <a:lnSpc>
                <a:spcPct val="100000"/>
              </a:lnSpc>
              <a:spcBef>
                <a:spcPts val="600"/>
              </a:spcBef>
              <a:spcAft>
                <a:spcPts val="600"/>
              </a:spcAft>
              <a:buClr>
                <a:srgbClr val="FFF56F"/>
              </a:buClr>
              <a:buSzPts val="1000"/>
              <a:buFont typeface="IBM Plex Sans"/>
              <a:buChar char="⏹"/>
            </a:pPr>
            <a:r>
              <a:rPr lang="en" sz="1000">
                <a:solidFill>
                  <a:schemeClr val="lt1"/>
                </a:solidFill>
                <a:latin typeface="IBM Plex Sans"/>
                <a:ea typeface="IBM Plex Sans"/>
                <a:cs typeface="IBM Plex Sans"/>
                <a:sym typeface="IBM Plex Sans"/>
              </a:rPr>
              <a:t>Blueprints for AI-driven business processes</a:t>
            </a:r>
            <a:endParaRPr sz="1000">
              <a:solidFill>
                <a:schemeClr val="lt1"/>
              </a:solidFill>
              <a:latin typeface="IBM Plex Sans"/>
              <a:ea typeface="IBM Plex Sans"/>
              <a:cs typeface="IBM Plex Sans"/>
              <a:sym typeface="IBM Plex Sans"/>
            </a:endParaRPr>
          </a:p>
        </p:txBody>
      </p:sp>
      <p:sp>
        <p:nvSpPr>
          <p:cNvPr id="6172" name="Google Shape;6172;p472"/>
          <p:cNvSpPr txBox="1"/>
          <p:nvPr/>
        </p:nvSpPr>
        <p:spPr>
          <a:xfrm>
            <a:off x="3260400" y="2459736"/>
            <a:ext cx="2700600" cy="1493100"/>
          </a:xfrm>
          <a:prstGeom prst="rect">
            <a:avLst/>
          </a:prstGeom>
          <a:noFill/>
          <a:ln>
            <a:noFill/>
          </a:ln>
        </p:spPr>
        <p:txBody>
          <a:bodyPr spcFirstLastPara="1" wrap="square" lIns="182875" tIns="91425" rIns="274300" bIns="91425" anchor="t" anchorCtr="0">
            <a:spAutoFit/>
          </a:bodyPr>
          <a:lstStyle/>
          <a:p>
            <a:pPr marL="457200" lvl="0" indent="-177800" algn="l" rtl="0">
              <a:lnSpc>
                <a:spcPct val="100000"/>
              </a:lnSpc>
              <a:spcBef>
                <a:spcPts val="0"/>
              </a:spcBef>
              <a:spcAft>
                <a:spcPts val="0"/>
              </a:spcAft>
              <a:buClr>
                <a:srgbClr val="FFF56F"/>
              </a:buClr>
              <a:buSzPts val="1000"/>
              <a:buFont typeface="IBM Plex Sans"/>
              <a:buChar char="⏹"/>
            </a:pPr>
            <a:r>
              <a:rPr lang="en" sz="1000">
                <a:solidFill>
                  <a:schemeClr val="lt1"/>
                </a:solidFill>
                <a:latin typeface="IBM Plex Sans"/>
                <a:ea typeface="IBM Plex Sans"/>
                <a:cs typeface="IBM Plex Sans"/>
                <a:sym typeface="IBM Plex Sans"/>
              </a:rPr>
              <a:t>BPMN</a:t>
            </a:r>
            <a:endParaRPr sz="1000">
              <a:solidFill>
                <a:schemeClr val="lt1"/>
              </a:solidFill>
              <a:latin typeface="IBM Plex Sans"/>
              <a:ea typeface="IBM Plex Sans"/>
              <a:cs typeface="IBM Plex Sans"/>
              <a:sym typeface="IBM Plex Sans"/>
            </a:endParaRPr>
          </a:p>
          <a:p>
            <a:pPr marL="457200" lvl="0" indent="-177800" algn="l" rtl="0">
              <a:lnSpc>
                <a:spcPct val="100000"/>
              </a:lnSpc>
              <a:spcBef>
                <a:spcPts val="600"/>
              </a:spcBef>
              <a:spcAft>
                <a:spcPts val="0"/>
              </a:spcAft>
              <a:buClr>
                <a:srgbClr val="FFF56F"/>
              </a:buClr>
              <a:buSzPts val="1000"/>
              <a:buFont typeface="IBM Plex Sans"/>
              <a:buChar char="⏹"/>
            </a:pPr>
            <a:r>
              <a:rPr lang="en" sz="1000">
                <a:solidFill>
                  <a:schemeClr val="lt1"/>
                </a:solidFill>
                <a:latin typeface="IBM Plex Sans"/>
                <a:ea typeface="IBM Plex Sans"/>
                <a:cs typeface="IBM Plex Sans"/>
                <a:sym typeface="IBM Plex Sans"/>
              </a:rPr>
              <a:t>FEEL</a:t>
            </a:r>
            <a:endParaRPr sz="1000">
              <a:solidFill>
                <a:schemeClr val="lt1"/>
              </a:solidFill>
              <a:latin typeface="IBM Plex Sans"/>
              <a:ea typeface="IBM Plex Sans"/>
              <a:cs typeface="IBM Plex Sans"/>
              <a:sym typeface="IBM Plex Sans"/>
            </a:endParaRPr>
          </a:p>
          <a:p>
            <a:pPr marL="457200" lvl="0" indent="-177800" algn="l" rtl="0">
              <a:lnSpc>
                <a:spcPct val="100000"/>
              </a:lnSpc>
              <a:spcBef>
                <a:spcPts val="600"/>
              </a:spcBef>
              <a:spcAft>
                <a:spcPts val="0"/>
              </a:spcAft>
              <a:buClr>
                <a:srgbClr val="FFF56F"/>
              </a:buClr>
              <a:buSzPts val="1000"/>
              <a:buFont typeface="IBM Plex Sans"/>
              <a:buChar char="⏹"/>
            </a:pPr>
            <a:r>
              <a:rPr lang="en" sz="1000">
                <a:solidFill>
                  <a:schemeClr val="lt1"/>
                </a:solidFill>
                <a:latin typeface="IBM Plex Sans"/>
                <a:ea typeface="IBM Plex Sans"/>
                <a:cs typeface="IBM Plex Sans"/>
                <a:sym typeface="IBM Plex Sans"/>
              </a:rPr>
              <a:t>Connectors</a:t>
            </a:r>
            <a:endParaRPr sz="1000">
              <a:solidFill>
                <a:schemeClr val="lt1"/>
              </a:solidFill>
              <a:latin typeface="IBM Plex Sans"/>
              <a:ea typeface="IBM Plex Sans"/>
              <a:cs typeface="IBM Plex Sans"/>
              <a:sym typeface="IBM Plex Sans"/>
            </a:endParaRPr>
          </a:p>
          <a:p>
            <a:pPr marL="457200" lvl="0" indent="-177800" algn="l" rtl="0">
              <a:lnSpc>
                <a:spcPct val="100000"/>
              </a:lnSpc>
              <a:spcBef>
                <a:spcPts val="600"/>
              </a:spcBef>
              <a:spcAft>
                <a:spcPts val="0"/>
              </a:spcAft>
              <a:buClr>
                <a:srgbClr val="FFF56F"/>
              </a:buClr>
              <a:buSzPts val="1000"/>
              <a:buFont typeface="IBM Plex Sans"/>
              <a:buChar char="⏹"/>
            </a:pPr>
            <a:r>
              <a:rPr lang="en" sz="1000">
                <a:solidFill>
                  <a:schemeClr val="lt1"/>
                </a:solidFill>
                <a:latin typeface="IBM Plex Sans"/>
                <a:ea typeface="IBM Plex Sans"/>
                <a:cs typeface="IBM Plex Sans"/>
                <a:sym typeface="IBM Plex Sans"/>
              </a:rPr>
              <a:t>Forms</a:t>
            </a:r>
            <a:endParaRPr sz="1000">
              <a:solidFill>
                <a:schemeClr val="lt1"/>
              </a:solidFill>
              <a:latin typeface="IBM Plex Sans"/>
              <a:ea typeface="IBM Plex Sans"/>
              <a:cs typeface="IBM Plex Sans"/>
              <a:sym typeface="IBM Plex Sans"/>
            </a:endParaRPr>
          </a:p>
          <a:p>
            <a:pPr marL="457200" lvl="0" indent="-177800" algn="l" rtl="0">
              <a:lnSpc>
                <a:spcPct val="100000"/>
              </a:lnSpc>
              <a:spcBef>
                <a:spcPts val="600"/>
              </a:spcBef>
              <a:spcAft>
                <a:spcPts val="0"/>
              </a:spcAft>
              <a:buClr>
                <a:srgbClr val="FFF56F"/>
              </a:buClr>
              <a:buSzPts val="1000"/>
              <a:buFont typeface="IBM Plex Sans"/>
              <a:buChar char="⏹"/>
            </a:pPr>
            <a:r>
              <a:rPr lang="en" sz="1000">
                <a:solidFill>
                  <a:schemeClr val="lt1"/>
                </a:solidFill>
                <a:latin typeface="IBM Plex Sans"/>
                <a:ea typeface="IBM Plex Sans"/>
                <a:cs typeface="IBM Plex Sans"/>
                <a:sym typeface="IBM Plex Sans"/>
              </a:rPr>
              <a:t>Play Mode</a:t>
            </a:r>
            <a:endParaRPr sz="1000">
              <a:solidFill>
                <a:schemeClr val="lt1"/>
              </a:solidFill>
              <a:latin typeface="IBM Plex Sans"/>
              <a:ea typeface="IBM Plex Sans"/>
              <a:cs typeface="IBM Plex Sans"/>
              <a:sym typeface="IBM Plex Sans"/>
            </a:endParaRPr>
          </a:p>
          <a:p>
            <a:pPr marL="457200" lvl="0" indent="-177800" algn="l" rtl="0">
              <a:lnSpc>
                <a:spcPct val="100000"/>
              </a:lnSpc>
              <a:spcBef>
                <a:spcPts val="600"/>
              </a:spcBef>
              <a:spcAft>
                <a:spcPts val="600"/>
              </a:spcAft>
              <a:buClr>
                <a:srgbClr val="FFF56F"/>
              </a:buClr>
              <a:buSzPts val="1000"/>
              <a:buFont typeface="IBM Plex Sans"/>
              <a:buChar char="⏹"/>
            </a:pPr>
            <a:r>
              <a:rPr lang="en" sz="1000">
                <a:solidFill>
                  <a:schemeClr val="lt1"/>
                </a:solidFill>
                <a:latin typeface="IBM Plex Sans"/>
                <a:ea typeface="IBM Plex Sans"/>
                <a:cs typeface="IBM Plex Sans"/>
                <a:sym typeface="IBM Plex Sans"/>
              </a:rPr>
              <a:t>Documentation</a:t>
            </a:r>
            <a:endParaRPr sz="1000">
              <a:solidFill>
                <a:schemeClr val="lt1"/>
              </a:solidFill>
              <a:latin typeface="IBM Plex Sans"/>
              <a:ea typeface="IBM Plex Sans"/>
              <a:cs typeface="IBM Plex Sans"/>
              <a:sym typeface="IBM Plex Sans"/>
            </a:endParaRPr>
          </a:p>
        </p:txBody>
      </p:sp>
      <p:sp>
        <p:nvSpPr>
          <p:cNvPr id="6173" name="Google Shape;6173;p472"/>
          <p:cNvSpPr txBox="1"/>
          <p:nvPr/>
        </p:nvSpPr>
        <p:spPr>
          <a:xfrm>
            <a:off x="6216000" y="2459736"/>
            <a:ext cx="2700600" cy="1359600"/>
          </a:xfrm>
          <a:prstGeom prst="rect">
            <a:avLst/>
          </a:prstGeom>
          <a:noFill/>
          <a:ln>
            <a:noFill/>
          </a:ln>
        </p:spPr>
        <p:txBody>
          <a:bodyPr spcFirstLastPara="1" wrap="square" lIns="182875" tIns="91425" rIns="274300" bIns="91425" anchor="t" anchorCtr="0">
            <a:noAutofit/>
          </a:bodyPr>
          <a:lstStyle/>
          <a:p>
            <a:pPr marL="457200" lvl="0" indent="-177800" algn="l" rtl="0">
              <a:lnSpc>
                <a:spcPct val="100000"/>
              </a:lnSpc>
              <a:spcBef>
                <a:spcPts val="0"/>
              </a:spcBef>
              <a:spcAft>
                <a:spcPts val="0"/>
              </a:spcAft>
              <a:buClr>
                <a:srgbClr val="FFF56F"/>
              </a:buClr>
              <a:buSzPts val="1000"/>
              <a:buFont typeface="IBM Plex Sans"/>
              <a:buChar char="⏹"/>
            </a:pPr>
            <a:r>
              <a:rPr lang="en" sz="1000">
                <a:solidFill>
                  <a:schemeClr val="lt1"/>
                </a:solidFill>
                <a:latin typeface="IBM Plex Sans"/>
                <a:ea typeface="IBM Plex Sans"/>
                <a:cs typeface="IBM Plex Sans"/>
                <a:sym typeface="IBM Plex Sans"/>
              </a:rPr>
              <a:t>Agentic AI support through a Next Best Action framework and BPMN ad-hoc sub-process</a:t>
            </a:r>
            <a:endParaRPr sz="1000">
              <a:solidFill>
                <a:schemeClr val="lt1"/>
              </a:solidFill>
              <a:latin typeface="IBM Plex Sans"/>
              <a:ea typeface="IBM Plex Sans"/>
              <a:cs typeface="IBM Plex Sans"/>
              <a:sym typeface="IBM Plex Sans"/>
            </a:endParaRPr>
          </a:p>
          <a:p>
            <a:pPr marL="457200" lvl="0" indent="-177800" algn="l" rtl="0">
              <a:lnSpc>
                <a:spcPct val="100000"/>
              </a:lnSpc>
              <a:spcBef>
                <a:spcPts val="600"/>
              </a:spcBef>
              <a:spcAft>
                <a:spcPts val="600"/>
              </a:spcAft>
              <a:buClr>
                <a:srgbClr val="FFF56F"/>
              </a:buClr>
              <a:buSzPts val="1000"/>
              <a:buFont typeface="IBM Plex Sans"/>
              <a:buChar char="⏹"/>
            </a:pPr>
            <a:r>
              <a:rPr lang="en" sz="1000">
                <a:solidFill>
                  <a:schemeClr val="lt1"/>
                </a:solidFill>
                <a:latin typeface="IBM Plex Sans"/>
                <a:ea typeface="IBM Plex Sans"/>
                <a:cs typeface="IBM Plex Sans"/>
                <a:sym typeface="IBM Plex Sans"/>
              </a:rPr>
              <a:t>ML-ready process execution and performance datasets</a:t>
            </a:r>
            <a:endParaRPr sz="1000">
              <a:solidFill>
                <a:schemeClr val="lt1"/>
              </a:solidFill>
              <a:latin typeface="IBM Plex Sans"/>
              <a:ea typeface="IBM Plex Sans"/>
              <a:cs typeface="IBM Plex Sans"/>
              <a:sym typeface="IBM Plex Sans"/>
            </a:endParaRPr>
          </a:p>
        </p:txBody>
      </p:sp>
      <p:sp>
        <p:nvSpPr>
          <p:cNvPr id="6174" name="Google Shape;6174;p472"/>
          <p:cNvSpPr txBox="1">
            <a:spLocks noGrp="1"/>
          </p:cNvSpPr>
          <p:nvPr>
            <p:ph type="title"/>
          </p:nvPr>
        </p:nvSpPr>
        <p:spPr>
          <a:xfrm>
            <a:off x="457200" y="114300"/>
            <a:ext cx="8229600" cy="369300"/>
          </a:xfrm>
          <a:prstGeom prst="rect">
            <a:avLst/>
          </a:prstGeom>
        </p:spPr>
        <p:txBody>
          <a:bodyPr spcFirstLastPara="1" wrap="square" lIns="0" tIns="0" rIns="0" bIns="0" anchor="t" anchorCtr="0">
            <a:spAutoFit/>
          </a:bodyPr>
          <a:lstStyle/>
          <a:p>
            <a:pPr marL="0" lvl="0" indent="0" algn="l" rtl="0">
              <a:spcBef>
                <a:spcPts val="0"/>
              </a:spcBef>
              <a:spcAft>
                <a:spcPts val="0"/>
              </a:spcAft>
              <a:buNone/>
            </a:pPr>
            <a:r>
              <a:rPr lang="en" sz="2400"/>
              <a:t>Camunda</a:t>
            </a:r>
            <a:r>
              <a:rPr lang="en" sz="2400" b="0"/>
              <a:t> |</a:t>
            </a:r>
            <a:r>
              <a:rPr lang="en" sz="2400"/>
              <a:t> </a:t>
            </a:r>
            <a:r>
              <a:rPr lang="en" sz="2400" b="0">
                <a:latin typeface="IBM Plex Sans Light"/>
                <a:ea typeface="IBM Plex Sans Light"/>
                <a:cs typeface="IBM Plex Sans Light"/>
                <a:sym typeface="IBM Plex Sans Light"/>
              </a:rPr>
              <a:t>Operationalize AI </a:t>
            </a:r>
            <a:r>
              <a:rPr lang="en" sz="2400" b="0" i="1">
                <a:latin typeface="IBM Plex Sans Light"/>
                <a:ea typeface="IBM Plex Sans Light"/>
                <a:cs typeface="IBM Plex Sans Light"/>
                <a:sym typeface="IBM Plex Sans Light"/>
              </a:rPr>
              <a:t>with</a:t>
            </a:r>
            <a:r>
              <a:rPr lang="en" sz="2400" b="0">
                <a:latin typeface="IBM Plex Sans Light"/>
                <a:ea typeface="IBM Plex Sans Light"/>
                <a:cs typeface="IBM Plex Sans Light"/>
                <a:sym typeface="IBM Plex Sans Light"/>
              </a:rPr>
              <a:t> Camunda</a:t>
            </a:r>
            <a:endParaRPr sz="2400" b="0">
              <a:latin typeface="IBM Plex Sans Light"/>
              <a:ea typeface="IBM Plex Sans Light"/>
              <a:cs typeface="IBM Plex Sans Light"/>
              <a:sym typeface="IBM Plex Sans Light"/>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6178"/>
        <p:cNvGrpSpPr/>
        <p:nvPr/>
      </p:nvGrpSpPr>
      <p:grpSpPr>
        <a:xfrm>
          <a:off x="0" y="0"/>
          <a:ext cx="0" cy="0"/>
          <a:chOff x="0" y="0"/>
          <a:chExt cx="0" cy="0"/>
        </a:xfrm>
      </p:grpSpPr>
      <p:pic>
        <p:nvPicPr>
          <p:cNvPr id="6179" name="Google Shape;6179;p473" title="modeler-suggestions_white.png"/>
          <p:cNvPicPr preferRelativeResize="0">
            <a:picLocks noGrp="1"/>
          </p:cNvPicPr>
          <p:nvPr>
            <p:ph type="pic" idx="2"/>
          </p:nvPr>
        </p:nvPicPr>
        <p:blipFill rotWithShape="1">
          <a:blip r:embed="rId3">
            <a:alphaModFix/>
          </a:blip>
          <a:srcRect/>
          <a:stretch/>
        </p:blipFill>
        <p:spPr>
          <a:xfrm>
            <a:off x="956075" y="1560488"/>
            <a:ext cx="903300" cy="903300"/>
          </a:xfrm>
          <a:prstGeom prst="roundRect">
            <a:avLst>
              <a:gd name="adj" fmla="val 16667"/>
            </a:avLst>
          </a:prstGeom>
        </p:spPr>
      </p:pic>
      <p:pic>
        <p:nvPicPr>
          <p:cNvPr id="6180" name="Google Shape;6180;p473" title="AI-connectors_white.png"/>
          <p:cNvPicPr preferRelativeResize="0">
            <a:picLocks noGrp="1"/>
          </p:cNvPicPr>
          <p:nvPr>
            <p:ph type="pic" idx="3"/>
          </p:nvPr>
        </p:nvPicPr>
        <p:blipFill rotWithShape="1">
          <a:blip r:embed="rId4">
            <a:alphaModFix/>
          </a:blip>
          <a:srcRect/>
          <a:stretch/>
        </p:blipFill>
        <p:spPr>
          <a:xfrm>
            <a:off x="956075" y="3091125"/>
            <a:ext cx="903300" cy="903300"/>
          </a:xfrm>
          <a:prstGeom prst="roundRect">
            <a:avLst>
              <a:gd name="adj" fmla="val 16667"/>
            </a:avLst>
          </a:prstGeom>
        </p:spPr>
      </p:pic>
      <p:pic>
        <p:nvPicPr>
          <p:cNvPr id="6181" name="Google Shape;6181;p473" title="agentic-ai_white.png"/>
          <p:cNvPicPr preferRelativeResize="0">
            <a:picLocks noGrp="1"/>
          </p:cNvPicPr>
          <p:nvPr>
            <p:ph type="pic" idx="4"/>
          </p:nvPr>
        </p:nvPicPr>
        <p:blipFill rotWithShape="1">
          <a:blip r:embed="rId5">
            <a:alphaModFix/>
          </a:blip>
          <a:srcRect/>
          <a:stretch/>
        </p:blipFill>
        <p:spPr>
          <a:xfrm>
            <a:off x="4654925" y="1560500"/>
            <a:ext cx="903300" cy="903300"/>
          </a:xfrm>
          <a:prstGeom prst="roundRect">
            <a:avLst>
              <a:gd name="adj" fmla="val 16667"/>
            </a:avLst>
          </a:prstGeom>
        </p:spPr>
      </p:pic>
      <p:pic>
        <p:nvPicPr>
          <p:cNvPr id="6182" name="Google Shape;6182;p473" title="AI-decision-gateway_white.png"/>
          <p:cNvPicPr preferRelativeResize="0">
            <a:picLocks noGrp="1"/>
          </p:cNvPicPr>
          <p:nvPr>
            <p:ph type="pic" idx="5"/>
          </p:nvPr>
        </p:nvPicPr>
        <p:blipFill rotWithShape="1">
          <a:blip r:embed="rId6">
            <a:alphaModFix/>
          </a:blip>
          <a:srcRect/>
          <a:stretch/>
        </p:blipFill>
        <p:spPr>
          <a:xfrm>
            <a:off x="4654925" y="3091125"/>
            <a:ext cx="903300" cy="903300"/>
          </a:xfrm>
          <a:prstGeom prst="roundRect">
            <a:avLst>
              <a:gd name="adj" fmla="val 16667"/>
            </a:avLst>
          </a:prstGeom>
        </p:spPr>
      </p:pic>
      <p:sp>
        <p:nvSpPr>
          <p:cNvPr id="6183" name="Google Shape;6183;p473"/>
          <p:cNvSpPr txBox="1">
            <a:spLocks noGrp="1"/>
          </p:cNvSpPr>
          <p:nvPr>
            <p:ph type="subTitle" idx="1"/>
          </p:nvPr>
        </p:nvSpPr>
        <p:spPr>
          <a:xfrm>
            <a:off x="2011775" y="1569988"/>
            <a:ext cx="2466600" cy="431100"/>
          </a:xfrm>
          <a:prstGeom prst="rect">
            <a:avLst/>
          </a:prstGeom>
        </p:spPr>
        <p:txBody>
          <a:bodyPr spcFirstLastPara="1" wrap="square" lIns="0" tIns="0" rIns="0" bIns="0" anchor="t" anchorCtr="0">
            <a:spAutoFit/>
          </a:bodyPr>
          <a:lstStyle/>
          <a:p>
            <a:pPr marL="0" lvl="0" indent="0" algn="l" rtl="0">
              <a:spcBef>
                <a:spcPts val="0"/>
              </a:spcBef>
              <a:spcAft>
                <a:spcPts val="1200"/>
              </a:spcAft>
              <a:buNone/>
            </a:pPr>
            <a:r>
              <a:rPr lang="en" sz="1400">
                <a:solidFill>
                  <a:srgbClr val="6967FF"/>
                </a:solidFill>
              </a:rPr>
              <a:t>Architect end-to-end agentic processes</a:t>
            </a:r>
            <a:endParaRPr sz="1400">
              <a:solidFill>
                <a:srgbClr val="6967FF"/>
              </a:solidFill>
            </a:endParaRPr>
          </a:p>
        </p:txBody>
      </p:sp>
      <p:sp>
        <p:nvSpPr>
          <p:cNvPr id="6184" name="Google Shape;6184;p473"/>
          <p:cNvSpPr txBox="1">
            <a:spLocks noGrp="1"/>
          </p:cNvSpPr>
          <p:nvPr>
            <p:ph type="body" idx="6"/>
          </p:nvPr>
        </p:nvSpPr>
        <p:spPr>
          <a:xfrm>
            <a:off x="2023300" y="2049313"/>
            <a:ext cx="2467800" cy="692700"/>
          </a:xfrm>
          <a:prstGeom prst="rect">
            <a:avLst/>
          </a:prstGeom>
        </p:spPr>
        <p:txBody>
          <a:bodyPr spcFirstLastPara="1" wrap="square" lIns="0" tIns="0" rIns="0" bIns="0" anchor="t" anchorCtr="0">
            <a:spAutoFit/>
          </a:bodyPr>
          <a:lstStyle/>
          <a:p>
            <a:pPr marL="0" lvl="0" indent="0" algn="l" rtl="0">
              <a:lnSpc>
                <a:spcPct val="100000"/>
              </a:lnSpc>
              <a:spcBef>
                <a:spcPts val="0"/>
              </a:spcBef>
              <a:spcAft>
                <a:spcPts val="1200"/>
              </a:spcAft>
              <a:buNone/>
            </a:pPr>
            <a:r>
              <a:rPr lang="en" sz="900"/>
              <a:t>Embed agents directly within BPMN process models—agents don’t replace processes, they enhance them. Use deterministic flows for predictable behavior, and delegate to agents when AI-driven reasoning adds value.</a:t>
            </a:r>
            <a:endParaRPr sz="900"/>
          </a:p>
        </p:txBody>
      </p:sp>
      <p:sp>
        <p:nvSpPr>
          <p:cNvPr id="6185" name="Google Shape;6185;p473"/>
          <p:cNvSpPr txBox="1">
            <a:spLocks noGrp="1"/>
          </p:cNvSpPr>
          <p:nvPr>
            <p:ph type="subTitle" idx="7"/>
          </p:nvPr>
        </p:nvSpPr>
        <p:spPr>
          <a:xfrm>
            <a:off x="2011775" y="3167338"/>
            <a:ext cx="2466600" cy="431100"/>
          </a:xfrm>
          <a:prstGeom prst="rect">
            <a:avLst/>
          </a:prstGeom>
        </p:spPr>
        <p:txBody>
          <a:bodyPr spcFirstLastPara="1" wrap="square" lIns="0" tIns="0" rIns="0" bIns="0" anchor="t" anchorCtr="0">
            <a:spAutoFit/>
          </a:bodyPr>
          <a:lstStyle/>
          <a:p>
            <a:pPr marL="0" lvl="0" indent="0" algn="l" rtl="0">
              <a:spcBef>
                <a:spcPts val="0"/>
              </a:spcBef>
              <a:spcAft>
                <a:spcPts val="1200"/>
              </a:spcAft>
              <a:buNone/>
            </a:pPr>
            <a:r>
              <a:rPr lang="en" sz="1400">
                <a:solidFill>
                  <a:srgbClr val="6967FF"/>
                </a:solidFill>
              </a:rPr>
              <a:t>Blend code and modeling via multi-layer architecture</a:t>
            </a:r>
            <a:endParaRPr sz="1400">
              <a:solidFill>
                <a:srgbClr val="6967FF"/>
              </a:solidFill>
            </a:endParaRPr>
          </a:p>
        </p:txBody>
      </p:sp>
      <p:sp>
        <p:nvSpPr>
          <p:cNvPr id="6186" name="Google Shape;6186;p473"/>
          <p:cNvSpPr txBox="1">
            <a:spLocks noGrp="1"/>
          </p:cNvSpPr>
          <p:nvPr>
            <p:ph type="body" idx="8"/>
          </p:nvPr>
        </p:nvSpPr>
        <p:spPr>
          <a:xfrm>
            <a:off x="2023300" y="3646663"/>
            <a:ext cx="2467800" cy="831300"/>
          </a:xfrm>
          <a:prstGeom prst="rect">
            <a:avLst/>
          </a:prstGeom>
        </p:spPr>
        <p:txBody>
          <a:bodyPr spcFirstLastPara="1" wrap="square" lIns="0" tIns="0" rIns="0" bIns="0" anchor="t" anchorCtr="0">
            <a:spAutoFit/>
          </a:bodyPr>
          <a:lstStyle/>
          <a:p>
            <a:pPr marL="0" lvl="0" indent="0" algn="l" rtl="0">
              <a:lnSpc>
                <a:spcPct val="100000"/>
              </a:lnSpc>
              <a:spcBef>
                <a:spcPts val="0"/>
              </a:spcBef>
              <a:spcAft>
                <a:spcPts val="1200"/>
              </a:spcAft>
              <a:buNone/>
            </a:pPr>
            <a:r>
              <a:rPr lang="en" sz="900"/>
              <a:t>Design processes visually with BPMN and extend them programmatically using Camunda’s SDKs and custom logic. Embed agents as BPMN tasks, but with full extensibility to configure tool usage and control execution logic—all in a single orchestration layer.</a:t>
            </a:r>
            <a:endParaRPr sz="900"/>
          </a:p>
        </p:txBody>
      </p:sp>
      <p:sp>
        <p:nvSpPr>
          <p:cNvPr id="6187" name="Google Shape;6187;p473"/>
          <p:cNvSpPr txBox="1">
            <a:spLocks noGrp="1"/>
          </p:cNvSpPr>
          <p:nvPr>
            <p:ph type="subTitle" idx="9"/>
          </p:nvPr>
        </p:nvSpPr>
        <p:spPr>
          <a:xfrm>
            <a:off x="5722050" y="1569988"/>
            <a:ext cx="2466600" cy="431100"/>
          </a:xfrm>
          <a:prstGeom prst="rect">
            <a:avLst/>
          </a:prstGeom>
        </p:spPr>
        <p:txBody>
          <a:bodyPr spcFirstLastPara="1" wrap="square" lIns="0" tIns="0" rIns="0" bIns="0" anchor="t" anchorCtr="0">
            <a:spAutoFit/>
          </a:bodyPr>
          <a:lstStyle/>
          <a:p>
            <a:pPr marL="0" lvl="0" indent="0" algn="l" rtl="0">
              <a:spcBef>
                <a:spcPts val="0"/>
              </a:spcBef>
              <a:spcAft>
                <a:spcPts val="1200"/>
              </a:spcAft>
              <a:buNone/>
            </a:pPr>
            <a:r>
              <a:rPr lang="en" sz="1400">
                <a:solidFill>
                  <a:srgbClr val="6967FF"/>
                </a:solidFill>
              </a:rPr>
              <a:t>Build with state-of-the-art agent frameworks</a:t>
            </a:r>
            <a:endParaRPr sz="1400">
              <a:solidFill>
                <a:srgbClr val="6967FF"/>
              </a:solidFill>
            </a:endParaRPr>
          </a:p>
        </p:txBody>
      </p:sp>
      <p:sp>
        <p:nvSpPr>
          <p:cNvPr id="6188" name="Google Shape;6188;p473"/>
          <p:cNvSpPr txBox="1">
            <a:spLocks noGrp="1"/>
          </p:cNvSpPr>
          <p:nvPr>
            <p:ph type="body" idx="13"/>
          </p:nvPr>
        </p:nvSpPr>
        <p:spPr>
          <a:xfrm>
            <a:off x="5733575" y="2049313"/>
            <a:ext cx="2467800" cy="969600"/>
          </a:xfrm>
          <a:prstGeom prst="rect">
            <a:avLst/>
          </a:prstGeom>
        </p:spPr>
        <p:txBody>
          <a:bodyPr spcFirstLastPara="1" wrap="square" lIns="0" tIns="0" rIns="0" bIns="0" anchor="t" anchorCtr="0">
            <a:spAutoFit/>
          </a:bodyPr>
          <a:lstStyle/>
          <a:p>
            <a:pPr marL="0" lvl="0" indent="0" algn="l" rtl="0">
              <a:lnSpc>
                <a:spcPct val="100000"/>
              </a:lnSpc>
              <a:spcBef>
                <a:spcPts val="0"/>
              </a:spcBef>
              <a:spcAft>
                <a:spcPts val="1200"/>
              </a:spcAft>
              <a:buNone/>
            </a:pPr>
            <a:r>
              <a:rPr lang="en" sz="900"/>
              <a:t>Camunda integrates seamlessly with agentic AI frameworks such as LangChain, giving developers access to agent concepts such as memory, LLMs, tools, and retrieval. Compose end-to-end, long running processes that orchestrate LLMs, external APIs, and humans with full lifecycle control.</a:t>
            </a:r>
            <a:endParaRPr sz="900"/>
          </a:p>
        </p:txBody>
      </p:sp>
      <p:sp>
        <p:nvSpPr>
          <p:cNvPr id="6189" name="Google Shape;6189;p473"/>
          <p:cNvSpPr txBox="1">
            <a:spLocks noGrp="1"/>
          </p:cNvSpPr>
          <p:nvPr>
            <p:ph type="subTitle" idx="14"/>
          </p:nvPr>
        </p:nvSpPr>
        <p:spPr>
          <a:xfrm>
            <a:off x="5722050" y="3167338"/>
            <a:ext cx="2466600" cy="431100"/>
          </a:xfrm>
          <a:prstGeom prst="rect">
            <a:avLst/>
          </a:prstGeom>
        </p:spPr>
        <p:txBody>
          <a:bodyPr spcFirstLastPara="1" wrap="square" lIns="0" tIns="0" rIns="0" bIns="0" anchor="t" anchorCtr="0">
            <a:spAutoFit/>
          </a:bodyPr>
          <a:lstStyle/>
          <a:p>
            <a:pPr marL="0" lvl="0" indent="0" algn="l" rtl="0">
              <a:spcBef>
                <a:spcPts val="0"/>
              </a:spcBef>
              <a:spcAft>
                <a:spcPts val="1200"/>
              </a:spcAft>
              <a:buNone/>
            </a:pPr>
            <a:r>
              <a:rPr lang="en" sz="1400">
                <a:solidFill>
                  <a:srgbClr val="6967FF"/>
                </a:solidFill>
              </a:rPr>
              <a:t>Govern intelligent decisions with human oversight</a:t>
            </a:r>
            <a:endParaRPr sz="1400">
              <a:solidFill>
                <a:srgbClr val="6967FF"/>
              </a:solidFill>
            </a:endParaRPr>
          </a:p>
        </p:txBody>
      </p:sp>
      <p:sp>
        <p:nvSpPr>
          <p:cNvPr id="6190" name="Google Shape;6190;p473"/>
          <p:cNvSpPr txBox="1">
            <a:spLocks noGrp="1"/>
          </p:cNvSpPr>
          <p:nvPr>
            <p:ph type="body" idx="15"/>
          </p:nvPr>
        </p:nvSpPr>
        <p:spPr>
          <a:xfrm>
            <a:off x="5733575" y="3646663"/>
            <a:ext cx="2467800" cy="831300"/>
          </a:xfrm>
          <a:prstGeom prst="rect">
            <a:avLst/>
          </a:prstGeom>
        </p:spPr>
        <p:txBody>
          <a:bodyPr spcFirstLastPara="1" wrap="square" lIns="0" tIns="0" rIns="0" bIns="0" anchor="t" anchorCtr="0">
            <a:spAutoFit/>
          </a:bodyPr>
          <a:lstStyle/>
          <a:p>
            <a:pPr marL="0" lvl="0" indent="0" algn="l" rtl="0">
              <a:lnSpc>
                <a:spcPct val="100000"/>
              </a:lnSpc>
              <a:spcBef>
                <a:spcPts val="0"/>
              </a:spcBef>
              <a:spcAft>
                <a:spcPts val="1200"/>
              </a:spcAft>
              <a:buNone/>
            </a:pPr>
            <a:r>
              <a:rPr lang="en" sz="900"/>
              <a:t>Agentic orchestration respects confidence boundaries. Agents can request human input when uncertain, or prepare contextual insights for expert validation. This ensures trust, traceability, and compliance in mission-critical flows.</a:t>
            </a:r>
            <a:endParaRPr sz="900"/>
          </a:p>
        </p:txBody>
      </p:sp>
      <p:sp>
        <p:nvSpPr>
          <p:cNvPr id="6191" name="Google Shape;6191;p473"/>
          <p:cNvSpPr txBox="1"/>
          <p:nvPr/>
        </p:nvSpPr>
        <p:spPr>
          <a:xfrm>
            <a:off x="457200" y="571500"/>
            <a:ext cx="8054400" cy="2841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sz="1200" i="1">
                <a:solidFill>
                  <a:schemeClr val="dk1"/>
                </a:solidFill>
                <a:latin typeface="IBM Plex Sans"/>
                <a:ea typeface="IBM Plex Sans"/>
                <a:cs typeface="IBM Plex Sans"/>
                <a:sym typeface="IBM Plex Sans"/>
              </a:rPr>
              <a:t>Model, deploy, and manage AI-powered agents in Camunda-powered business processes</a:t>
            </a:r>
            <a:endParaRPr sz="1200" i="1">
              <a:solidFill>
                <a:schemeClr val="dk1"/>
              </a:solidFill>
              <a:latin typeface="IBM Plex Sans"/>
              <a:ea typeface="IBM Plex Sans"/>
              <a:cs typeface="IBM Plex Sans"/>
              <a:sym typeface="IBM Plex Sans"/>
            </a:endParaRPr>
          </a:p>
        </p:txBody>
      </p:sp>
      <p:sp>
        <p:nvSpPr>
          <p:cNvPr id="6192" name="Google Shape;6192;p473"/>
          <p:cNvSpPr txBox="1">
            <a:spLocks noGrp="1"/>
          </p:cNvSpPr>
          <p:nvPr>
            <p:ph type="title"/>
          </p:nvPr>
        </p:nvSpPr>
        <p:spPr>
          <a:xfrm>
            <a:off x="457200" y="114300"/>
            <a:ext cx="8229600" cy="369300"/>
          </a:xfrm>
          <a:prstGeom prst="rect">
            <a:avLst/>
          </a:prstGeom>
        </p:spPr>
        <p:txBody>
          <a:bodyPr spcFirstLastPara="1" wrap="square" lIns="0" tIns="0" rIns="0" bIns="0" anchor="t" anchorCtr="0">
            <a:spAutoFit/>
          </a:bodyPr>
          <a:lstStyle/>
          <a:p>
            <a:pPr marL="0" lvl="0" indent="0" algn="l" rtl="0">
              <a:spcBef>
                <a:spcPts val="0"/>
              </a:spcBef>
              <a:spcAft>
                <a:spcPts val="0"/>
              </a:spcAft>
              <a:buNone/>
            </a:pPr>
            <a:r>
              <a:rPr lang="en" sz="2400"/>
              <a:t>Camunda</a:t>
            </a:r>
            <a:r>
              <a:rPr lang="en" sz="2400" b="0"/>
              <a:t> |</a:t>
            </a:r>
            <a:r>
              <a:rPr lang="en" sz="2400"/>
              <a:t> </a:t>
            </a:r>
            <a:r>
              <a:rPr lang="en" sz="2400" b="0">
                <a:latin typeface="IBM Plex Sans Light"/>
                <a:ea typeface="IBM Plex Sans Light"/>
                <a:cs typeface="IBM Plex Sans Light"/>
                <a:sym typeface="IBM Plex Sans Light"/>
              </a:rPr>
              <a:t>Agentic Orchestration</a:t>
            </a:r>
            <a:endParaRPr sz="2400" b="0">
              <a:latin typeface="IBM Plex Sans Light"/>
              <a:ea typeface="IBM Plex Sans Light"/>
              <a:cs typeface="IBM Plex Sans Light"/>
              <a:sym typeface="IBM Plex Sans Light"/>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6196"/>
        <p:cNvGrpSpPr/>
        <p:nvPr/>
      </p:nvGrpSpPr>
      <p:grpSpPr>
        <a:xfrm>
          <a:off x="0" y="0"/>
          <a:ext cx="0" cy="0"/>
          <a:chOff x="0" y="0"/>
          <a:chExt cx="0" cy="0"/>
        </a:xfrm>
      </p:grpSpPr>
      <p:sp>
        <p:nvSpPr>
          <p:cNvPr id="6197" name="Google Shape;6197;p474"/>
          <p:cNvSpPr txBox="1"/>
          <p:nvPr/>
        </p:nvSpPr>
        <p:spPr>
          <a:xfrm>
            <a:off x="765225" y="3138825"/>
            <a:ext cx="2480700" cy="815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None/>
            </a:pPr>
            <a:r>
              <a:rPr lang="en" sz="1100" b="1">
                <a:solidFill>
                  <a:schemeClr val="accent2"/>
                </a:solidFill>
                <a:latin typeface="IBM Plex Sans"/>
                <a:ea typeface="IBM Plex Sans"/>
                <a:cs typeface="IBM Plex Sans"/>
                <a:sym typeface="IBM Plex Sans"/>
              </a:rPr>
              <a:t>Deterministic | Control</a:t>
            </a:r>
            <a:endParaRPr sz="1100">
              <a:solidFill>
                <a:schemeClr val="lt1"/>
              </a:solidFill>
              <a:latin typeface="IBM Plex Sans"/>
              <a:ea typeface="IBM Plex Sans"/>
              <a:cs typeface="IBM Plex Sans"/>
              <a:sym typeface="IBM Plex Sans"/>
            </a:endParaRPr>
          </a:p>
          <a:p>
            <a:pPr marL="0" lvl="0" indent="0" algn="l" rtl="0">
              <a:lnSpc>
                <a:spcPct val="100000"/>
              </a:lnSpc>
              <a:spcBef>
                <a:spcPts val="0"/>
              </a:spcBef>
              <a:spcAft>
                <a:spcPts val="0"/>
              </a:spcAft>
              <a:buNone/>
            </a:pPr>
            <a:r>
              <a:rPr lang="en" sz="1000">
                <a:solidFill>
                  <a:schemeClr val="lt1"/>
                </a:solidFill>
                <a:latin typeface="IBM Plex Sans"/>
                <a:ea typeface="IBM Plex Sans"/>
                <a:cs typeface="IBM Plex Sans"/>
                <a:sym typeface="IBM Plex Sans"/>
              </a:rPr>
              <a:t>What will happen in the process is determined ahead of time by a business process model defined BPMN</a:t>
            </a:r>
            <a:endParaRPr sz="1000">
              <a:solidFill>
                <a:schemeClr val="lt1"/>
              </a:solidFill>
              <a:latin typeface="IBM Plex Sans"/>
              <a:ea typeface="IBM Plex Sans"/>
              <a:cs typeface="IBM Plex Sans"/>
              <a:sym typeface="IBM Plex Sans"/>
            </a:endParaRPr>
          </a:p>
        </p:txBody>
      </p:sp>
      <p:grpSp>
        <p:nvGrpSpPr>
          <p:cNvPr id="6198" name="Google Shape;6198;p474"/>
          <p:cNvGrpSpPr/>
          <p:nvPr/>
        </p:nvGrpSpPr>
        <p:grpSpPr>
          <a:xfrm>
            <a:off x="765229" y="1052938"/>
            <a:ext cx="7509500" cy="2610854"/>
            <a:chOff x="765229" y="1052938"/>
            <a:chExt cx="7509500" cy="2610854"/>
          </a:xfrm>
        </p:grpSpPr>
        <p:sp>
          <p:nvSpPr>
            <p:cNvPr id="6199" name="Google Shape;6199;p474"/>
            <p:cNvSpPr/>
            <p:nvPr/>
          </p:nvSpPr>
          <p:spPr>
            <a:xfrm>
              <a:off x="1401688" y="1809987"/>
              <a:ext cx="623400" cy="402600"/>
            </a:xfrm>
            <a:prstGeom prst="roundRect">
              <a:avLst>
                <a:gd name="adj" fmla="val 16667"/>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BM Plex Sans"/>
                <a:ea typeface="IBM Plex Sans"/>
                <a:cs typeface="IBM Plex Sans"/>
                <a:sym typeface="IBM Plex Sans"/>
              </a:endParaRPr>
            </a:p>
          </p:txBody>
        </p:sp>
        <p:sp>
          <p:nvSpPr>
            <p:cNvPr id="6200" name="Google Shape;6200;p474"/>
            <p:cNvSpPr/>
            <p:nvPr/>
          </p:nvSpPr>
          <p:spPr>
            <a:xfrm>
              <a:off x="2388840" y="1809987"/>
              <a:ext cx="623400" cy="402600"/>
            </a:xfrm>
            <a:prstGeom prst="roundRect">
              <a:avLst>
                <a:gd name="adj" fmla="val 16667"/>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BM Plex Sans"/>
                <a:ea typeface="IBM Plex Sans"/>
                <a:cs typeface="IBM Plex Sans"/>
                <a:sym typeface="IBM Plex Sans"/>
              </a:endParaRPr>
            </a:p>
          </p:txBody>
        </p:sp>
        <p:sp>
          <p:nvSpPr>
            <p:cNvPr id="6201" name="Google Shape;6201;p474"/>
            <p:cNvSpPr/>
            <p:nvPr/>
          </p:nvSpPr>
          <p:spPr>
            <a:xfrm>
              <a:off x="3426125" y="1052938"/>
              <a:ext cx="2316600" cy="1916700"/>
            </a:xfrm>
            <a:prstGeom prst="roundRect">
              <a:avLst>
                <a:gd name="adj" fmla="val 16667"/>
              </a:avLst>
            </a:prstGeom>
            <a:solidFill>
              <a:srgbClr val="000000"/>
            </a:solidFill>
            <a:ln w="19050" cap="flat" cmpd="sng">
              <a:solidFill>
                <a:srgbClr val="6967FF"/>
              </a:solidFill>
              <a:prstDash val="solid"/>
              <a:round/>
              <a:headEnd type="none" w="sm" len="sm"/>
              <a:tailEnd type="none" w="sm" len="sm"/>
            </a:ln>
          </p:spPr>
          <p:txBody>
            <a:bodyPr spcFirstLastPara="1" wrap="square" lIns="91425" tIns="0" rIns="91425" bIns="91425" anchor="t" anchorCtr="0">
              <a:noAutofit/>
            </a:bodyPr>
            <a:lstStyle/>
            <a:p>
              <a:pPr marL="0" lvl="0" indent="0" algn="ctr" rtl="0">
                <a:spcBef>
                  <a:spcPts val="0"/>
                </a:spcBef>
                <a:spcAft>
                  <a:spcPts val="0"/>
                </a:spcAft>
                <a:buNone/>
              </a:pPr>
              <a:r>
                <a:rPr lang="en" b="1">
                  <a:solidFill>
                    <a:srgbClr val="6967FF"/>
                  </a:solidFill>
                  <a:latin typeface="IBM Plex Sans"/>
                  <a:ea typeface="IBM Plex Sans"/>
                  <a:cs typeface="IBM Plex Sans"/>
                  <a:sym typeface="IBM Plex Sans"/>
                </a:rPr>
                <a:t>Camunda agent</a:t>
              </a:r>
              <a:endParaRPr b="1">
                <a:solidFill>
                  <a:srgbClr val="6967FF"/>
                </a:solidFill>
                <a:latin typeface="IBM Plex Sans"/>
                <a:ea typeface="IBM Plex Sans"/>
                <a:cs typeface="IBM Plex Sans"/>
                <a:sym typeface="IBM Plex Sans"/>
              </a:endParaRPr>
            </a:p>
          </p:txBody>
        </p:sp>
        <p:sp>
          <p:nvSpPr>
            <p:cNvPr id="6202" name="Google Shape;6202;p474"/>
            <p:cNvSpPr/>
            <p:nvPr/>
          </p:nvSpPr>
          <p:spPr>
            <a:xfrm>
              <a:off x="3772229" y="1591449"/>
              <a:ext cx="623400" cy="402600"/>
            </a:xfrm>
            <a:prstGeom prst="roundRect">
              <a:avLst>
                <a:gd name="adj" fmla="val 16667"/>
              </a:avLst>
            </a:prstGeom>
            <a:solidFill>
              <a:srgbClr val="6967F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BM Plex Sans"/>
                <a:ea typeface="IBM Plex Sans"/>
                <a:cs typeface="IBM Plex Sans"/>
                <a:sym typeface="IBM Plex Sans"/>
              </a:endParaRPr>
            </a:p>
          </p:txBody>
        </p:sp>
        <p:sp>
          <p:nvSpPr>
            <p:cNvPr id="6203" name="Google Shape;6203;p474"/>
            <p:cNvSpPr/>
            <p:nvPr/>
          </p:nvSpPr>
          <p:spPr>
            <a:xfrm>
              <a:off x="4757700" y="1591449"/>
              <a:ext cx="623400" cy="402600"/>
            </a:xfrm>
            <a:prstGeom prst="roundRect">
              <a:avLst>
                <a:gd name="adj" fmla="val 16667"/>
              </a:avLst>
            </a:prstGeom>
            <a:solidFill>
              <a:srgbClr val="6967F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BM Plex Sans"/>
                <a:ea typeface="IBM Plex Sans"/>
                <a:cs typeface="IBM Plex Sans"/>
                <a:sym typeface="IBM Plex Sans"/>
              </a:endParaRPr>
            </a:p>
          </p:txBody>
        </p:sp>
        <p:sp>
          <p:nvSpPr>
            <p:cNvPr id="6204" name="Google Shape;6204;p474"/>
            <p:cNvSpPr/>
            <p:nvPr/>
          </p:nvSpPr>
          <p:spPr>
            <a:xfrm>
              <a:off x="3772229" y="2213311"/>
              <a:ext cx="623400" cy="402600"/>
            </a:xfrm>
            <a:prstGeom prst="roundRect">
              <a:avLst>
                <a:gd name="adj" fmla="val 16667"/>
              </a:avLst>
            </a:prstGeom>
            <a:solidFill>
              <a:srgbClr val="FFF56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BM Plex Sans"/>
                <a:ea typeface="IBM Plex Sans"/>
                <a:cs typeface="IBM Plex Sans"/>
                <a:sym typeface="IBM Plex Sans"/>
              </a:endParaRPr>
            </a:p>
          </p:txBody>
        </p:sp>
        <p:sp>
          <p:nvSpPr>
            <p:cNvPr id="6205" name="Google Shape;6205;p474"/>
            <p:cNvSpPr/>
            <p:nvPr/>
          </p:nvSpPr>
          <p:spPr>
            <a:xfrm>
              <a:off x="4757700" y="2213311"/>
              <a:ext cx="623400" cy="402600"/>
            </a:xfrm>
            <a:prstGeom prst="roundRect">
              <a:avLst>
                <a:gd name="adj" fmla="val 16667"/>
              </a:avLst>
            </a:prstGeom>
            <a:solidFill>
              <a:srgbClr val="6967F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BM Plex Sans"/>
                <a:ea typeface="IBM Plex Sans"/>
                <a:cs typeface="IBM Plex Sans"/>
                <a:sym typeface="IBM Plex Sans"/>
              </a:endParaRPr>
            </a:p>
          </p:txBody>
        </p:sp>
        <p:sp>
          <p:nvSpPr>
            <p:cNvPr id="6206" name="Google Shape;6206;p474"/>
            <p:cNvSpPr/>
            <p:nvPr/>
          </p:nvSpPr>
          <p:spPr>
            <a:xfrm>
              <a:off x="4757826" y="3261192"/>
              <a:ext cx="623400" cy="402600"/>
            </a:xfrm>
            <a:prstGeom prst="roundRect">
              <a:avLst>
                <a:gd name="adj" fmla="val 16667"/>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BM Plex Sans"/>
                <a:ea typeface="IBM Plex Sans"/>
                <a:cs typeface="IBM Plex Sans"/>
                <a:sym typeface="IBM Plex Sans"/>
              </a:endParaRPr>
            </a:p>
          </p:txBody>
        </p:sp>
        <p:sp>
          <p:nvSpPr>
            <p:cNvPr id="6207" name="Google Shape;6207;p474"/>
            <p:cNvSpPr/>
            <p:nvPr/>
          </p:nvSpPr>
          <p:spPr>
            <a:xfrm>
              <a:off x="3905079" y="2834640"/>
              <a:ext cx="272700" cy="274200"/>
            </a:xfrm>
            <a:prstGeom prst="ellipse">
              <a:avLst/>
            </a:prstGeom>
            <a:solidFill>
              <a:srgbClr val="6967F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BM Plex Sans"/>
                <a:ea typeface="IBM Plex Sans"/>
                <a:cs typeface="IBM Plex Sans"/>
                <a:sym typeface="IBM Plex Sans"/>
              </a:endParaRPr>
            </a:p>
          </p:txBody>
        </p:sp>
        <p:cxnSp>
          <p:nvCxnSpPr>
            <p:cNvPr id="6208" name="Google Shape;6208;p474"/>
            <p:cNvCxnSpPr>
              <a:stCxn id="6207" idx="4"/>
              <a:endCxn id="6206" idx="1"/>
            </p:cNvCxnSpPr>
            <p:nvPr/>
          </p:nvCxnSpPr>
          <p:spPr>
            <a:xfrm rot="-5400000" flipH="1">
              <a:off x="4222779" y="2927490"/>
              <a:ext cx="353700" cy="716400"/>
            </a:xfrm>
            <a:prstGeom prst="bentConnector2">
              <a:avLst/>
            </a:prstGeom>
            <a:noFill/>
            <a:ln w="9525" cap="flat" cmpd="sng">
              <a:solidFill>
                <a:schemeClr val="lt1"/>
              </a:solidFill>
              <a:prstDash val="solid"/>
              <a:round/>
              <a:headEnd type="none" w="med" len="med"/>
              <a:tailEnd type="triangle" w="med" len="med"/>
            </a:ln>
          </p:spPr>
        </p:cxnSp>
        <p:sp>
          <p:nvSpPr>
            <p:cNvPr id="6209" name="Google Shape;6209;p474"/>
            <p:cNvSpPr/>
            <p:nvPr/>
          </p:nvSpPr>
          <p:spPr>
            <a:xfrm>
              <a:off x="765229" y="1874190"/>
              <a:ext cx="272700" cy="2742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BM Plex Sans"/>
                <a:ea typeface="IBM Plex Sans"/>
                <a:cs typeface="IBM Plex Sans"/>
                <a:sym typeface="IBM Plex Sans"/>
              </a:endParaRPr>
            </a:p>
          </p:txBody>
        </p:sp>
        <p:sp>
          <p:nvSpPr>
            <p:cNvPr id="6210" name="Google Shape;6210;p474"/>
            <p:cNvSpPr/>
            <p:nvPr/>
          </p:nvSpPr>
          <p:spPr>
            <a:xfrm>
              <a:off x="6126100" y="1809988"/>
              <a:ext cx="402600" cy="402600"/>
            </a:xfrm>
            <a:prstGeom prst="diamond">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BM Plex Sans"/>
                <a:ea typeface="IBM Plex Sans"/>
                <a:cs typeface="IBM Plex Sans"/>
                <a:sym typeface="IBM Plex Sans"/>
              </a:endParaRPr>
            </a:p>
          </p:txBody>
        </p:sp>
        <p:sp>
          <p:nvSpPr>
            <p:cNvPr id="6211" name="Google Shape;6211;p474"/>
            <p:cNvSpPr/>
            <p:nvPr/>
          </p:nvSpPr>
          <p:spPr>
            <a:xfrm>
              <a:off x="6912065" y="1431087"/>
              <a:ext cx="623400" cy="402600"/>
            </a:xfrm>
            <a:prstGeom prst="roundRect">
              <a:avLst>
                <a:gd name="adj" fmla="val 16667"/>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BM Plex Sans"/>
                <a:ea typeface="IBM Plex Sans"/>
                <a:cs typeface="IBM Plex Sans"/>
                <a:sym typeface="IBM Plex Sans"/>
              </a:endParaRPr>
            </a:p>
          </p:txBody>
        </p:sp>
        <p:sp>
          <p:nvSpPr>
            <p:cNvPr id="6212" name="Google Shape;6212;p474"/>
            <p:cNvSpPr/>
            <p:nvPr/>
          </p:nvSpPr>
          <p:spPr>
            <a:xfrm>
              <a:off x="6912065" y="2236287"/>
              <a:ext cx="623400" cy="402600"/>
            </a:xfrm>
            <a:prstGeom prst="roundRect">
              <a:avLst>
                <a:gd name="adj" fmla="val 16667"/>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BM Plex Sans"/>
                <a:ea typeface="IBM Plex Sans"/>
                <a:cs typeface="IBM Plex Sans"/>
                <a:sym typeface="IBM Plex Sans"/>
              </a:endParaRPr>
            </a:p>
          </p:txBody>
        </p:sp>
        <p:sp>
          <p:nvSpPr>
            <p:cNvPr id="6213" name="Google Shape;6213;p474"/>
            <p:cNvSpPr/>
            <p:nvPr/>
          </p:nvSpPr>
          <p:spPr>
            <a:xfrm>
              <a:off x="8002029" y="1495290"/>
              <a:ext cx="272700" cy="274200"/>
            </a:xfrm>
            <a:prstGeom prst="ellipse">
              <a:avLst/>
            </a:prstGeom>
            <a:noFill/>
            <a:ln w="2857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BM Plex Sans"/>
                <a:ea typeface="IBM Plex Sans"/>
                <a:cs typeface="IBM Plex Sans"/>
                <a:sym typeface="IBM Plex Sans"/>
              </a:endParaRPr>
            </a:p>
          </p:txBody>
        </p:sp>
        <p:sp>
          <p:nvSpPr>
            <p:cNvPr id="6214" name="Google Shape;6214;p474"/>
            <p:cNvSpPr/>
            <p:nvPr/>
          </p:nvSpPr>
          <p:spPr>
            <a:xfrm>
              <a:off x="8002029" y="2300490"/>
              <a:ext cx="272700" cy="274200"/>
            </a:xfrm>
            <a:prstGeom prst="ellipse">
              <a:avLst/>
            </a:prstGeom>
            <a:noFill/>
            <a:ln w="2857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BM Plex Sans"/>
                <a:ea typeface="IBM Plex Sans"/>
                <a:cs typeface="IBM Plex Sans"/>
                <a:sym typeface="IBM Plex Sans"/>
              </a:endParaRPr>
            </a:p>
          </p:txBody>
        </p:sp>
        <p:cxnSp>
          <p:nvCxnSpPr>
            <p:cNvPr id="6215" name="Google Shape;6215;p474"/>
            <p:cNvCxnSpPr>
              <a:stCxn id="6209" idx="6"/>
              <a:endCxn id="6199" idx="1"/>
            </p:cNvCxnSpPr>
            <p:nvPr/>
          </p:nvCxnSpPr>
          <p:spPr>
            <a:xfrm>
              <a:off x="1037929" y="2011290"/>
              <a:ext cx="363900" cy="0"/>
            </a:xfrm>
            <a:prstGeom prst="straightConnector1">
              <a:avLst/>
            </a:prstGeom>
            <a:noFill/>
            <a:ln w="9525" cap="flat" cmpd="sng">
              <a:solidFill>
                <a:schemeClr val="lt1"/>
              </a:solidFill>
              <a:prstDash val="solid"/>
              <a:round/>
              <a:headEnd type="none" w="med" len="med"/>
              <a:tailEnd type="triangle" w="med" len="med"/>
            </a:ln>
          </p:spPr>
        </p:cxnSp>
        <p:cxnSp>
          <p:nvCxnSpPr>
            <p:cNvPr id="6216" name="Google Shape;6216;p474"/>
            <p:cNvCxnSpPr>
              <a:stCxn id="6199" idx="3"/>
              <a:endCxn id="6200" idx="1"/>
            </p:cNvCxnSpPr>
            <p:nvPr/>
          </p:nvCxnSpPr>
          <p:spPr>
            <a:xfrm>
              <a:off x="2025088" y="2011287"/>
              <a:ext cx="363900" cy="0"/>
            </a:xfrm>
            <a:prstGeom prst="straightConnector1">
              <a:avLst/>
            </a:prstGeom>
            <a:noFill/>
            <a:ln w="9525" cap="flat" cmpd="sng">
              <a:solidFill>
                <a:schemeClr val="lt1"/>
              </a:solidFill>
              <a:prstDash val="solid"/>
              <a:round/>
              <a:headEnd type="none" w="med" len="med"/>
              <a:tailEnd type="triangle" w="med" len="med"/>
            </a:ln>
          </p:spPr>
        </p:cxnSp>
        <p:cxnSp>
          <p:nvCxnSpPr>
            <p:cNvPr id="6217" name="Google Shape;6217;p474"/>
            <p:cNvCxnSpPr>
              <a:stCxn id="6200" idx="3"/>
              <a:endCxn id="6201" idx="1"/>
            </p:cNvCxnSpPr>
            <p:nvPr/>
          </p:nvCxnSpPr>
          <p:spPr>
            <a:xfrm>
              <a:off x="3012240" y="2011287"/>
              <a:ext cx="414000" cy="0"/>
            </a:xfrm>
            <a:prstGeom prst="straightConnector1">
              <a:avLst/>
            </a:prstGeom>
            <a:noFill/>
            <a:ln w="9525" cap="flat" cmpd="sng">
              <a:solidFill>
                <a:schemeClr val="lt1"/>
              </a:solidFill>
              <a:prstDash val="solid"/>
              <a:round/>
              <a:headEnd type="none" w="med" len="med"/>
              <a:tailEnd type="triangle" w="med" len="med"/>
            </a:ln>
          </p:spPr>
        </p:cxnSp>
        <p:cxnSp>
          <p:nvCxnSpPr>
            <p:cNvPr id="6218" name="Google Shape;6218;p474"/>
            <p:cNvCxnSpPr>
              <a:stCxn id="6201" idx="3"/>
              <a:endCxn id="6210" idx="1"/>
            </p:cNvCxnSpPr>
            <p:nvPr/>
          </p:nvCxnSpPr>
          <p:spPr>
            <a:xfrm>
              <a:off x="5742725" y="2011288"/>
              <a:ext cx="383400" cy="0"/>
            </a:xfrm>
            <a:prstGeom prst="straightConnector1">
              <a:avLst/>
            </a:prstGeom>
            <a:noFill/>
            <a:ln w="9525" cap="flat" cmpd="sng">
              <a:solidFill>
                <a:schemeClr val="lt1"/>
              </a:solidFill>
              <a:prstDash val="solid"/>
              <a:round/>
              <a:headEnd type="none" w="med" len="med"/>
              <a:tailEnd type="triangle" w="med" len="med"/>
            </a:ln>
          </p:spPr>
        </p:cxnSp>
        <p:cxnSp>
          <p:nvCxnSpPr>
            <p:cNvPr id="6219" name="Google Shape;6219;p474"/>
            <p:cNvCxnSpPr>
              <a:stCxn id="6210" idx="0"/>
              <a:endCxn id="6211" idx="1"/>
            </p:cNvCxnSpPr>
            <p:nvPr/>
          </p:nvCxnSpPr>
          <p:spPr>
            <a:xfrm rot="-5400000">
              <a:off x="6530950" y="1428838"/>
              <a:ext cx="177600" cy="584700"/>
            </a:xfrm>
            <a:prstGeom prst="bentConnector2">
              <a:avLst/>
            </a:prstGeom>
            <a:noFill/>
            <a:ln w="9525" cap="flat" cmpd="sng">
              <a:solidFill>
                <a:schemeClr val="lt1"/>
              </a:solidFill>
              <a:prstDash val="solid"/>
              <a:round/>
              <a:headEnd type="none" w="med" len="med"/>
              <a:tailEnd type="triangle" w="med" len="med"/>
            </a:ln>
          </p:spPr>
        </p:cxnSp>
        <p:cxnSp>
          <p:nvCxnSpPr>
            <p:cNvPr id="6220" name="Google Shape;6220;p474"/>
            <p:cNvCxnSpPr>
              <a:stCxn id="6210" idx="2"/>
              <a:endCxn id="6212" idx="1"/>
            </p:cNvCxnSpPr>
            <p:nvPr/>
          </p:nvCxnSpPr>
          <p:spPr>
            <a:xfrm rot="-5400000" flipH="1">
              <a:off x="6507250" y="2032738"/>
              <a:ext cx="225000" cy="584700"/>
            </a:xfrm>
            <a:prstGeom prst="bentConnector2">
              <a:avLst/>
            </a:prstGeom>
            <a:noFill/>
            <a:ln w="9525" cap="flat" cmpd="sng">
              <a:solidFill>
                <a:schemeClr val="lt1"/>
              </a:solidFill>
              <a:prstDash val="solid"/>
              <a:round/>
              <a:headEnd type="none" w="med" len="med"/>
              <a:tailEnd type="triangle" w="med" len="med"/>
            </a:ln>
          </p:spPr>
        </p:cxnSp>
        <p:cxnSp>
          <p:nvCxnSpPr>
            <p:cNvPr id="6221" name="Google Shape;6221;p474"/>
            <p:cNvCxnSpPr>
              <a:stCxn id="6211" idx="3"/>
              <a:endCxn id="6213" idx="2"/>
            </p:cNvCxnSpPr>
            <p:nvPr/>
          </p:nvCxnSpPr>
          <p:spPr>
            <a:xfrm>
              <a:off x="7535465" y="1632387"/>
              <a:ext cx="466500" cy="0"/>
            </a:xfrm>
            <a:prstGeom prst="straightConnector1">
              <a:avLst/>
            </a:prstGeom>
            <a:noFill/>
            <a:ln w="9525" cap="flat" cmpd="sng">
              <a:solidFill>
                <a:schemeClr val="lt1"/>
              </a:solidFill>
              <a:prstDash val="solid"/>
              <a:round/>
              <a:headEnd type="none" w="med" len="med"/>
              <a:tailEnd type="triangle" w="med" len="med"/>
            </a:ln>
          </p:spPr>
        </p:cxnSp>
        <p:cxnSp>
          <p:nvCxnSpPr>
            <p:cNvPr id="6222" name="Google Shape;6222;p474"/>
            <p:cNvCxnSpPr>
              <a:stCxn id="6212" idx="3"/>
              <a:endCxn id="6214" idx="2"/>
            </p:cNvCxnSpPr>
            <p:nvPr/>
          </p:nvCxnSpPr>
          <p:spPr>
            <a:xfrm>
              <a:off x="7535465" y="2437587"/>
              <a:ext cx="466500" cy="0"/>
            </a:xfrm>
            <a:prstGeom prst="straightConnector1">
              <a:avLst/>
            </a:prstGeom>
            <a:noFill/>
            <a:ln w="9525" cap="flat" cmpd="sng">
              <a:solidFill>
                <a:schemeClr val="lt1"/>
              </a:solidFill>
              <a:prstDash val="solid"/>
              <a:round/>
              <a:headEnd type="none" w="med" len="med"/>
              <a:tailEnd type="triangle" w="med" len="med"/>
            </a:ln>
          </p:spPr>
        </p:cxnSp>
      </p:grpSp>
      <p:sp>
        <p:nvSpPr>
          <p:cNvPr id="6223" name="Google Shape;6223;p474"/>
          <p:cNvSpPr txBox="1"/>
          <p:nvPr/>
        </p:nvSpPr>
        <p:spPr>
          <a:xfrm>
            <a:off x="765225" y="4043975"/>
            <a:ext cx="2480700" cy="815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100" b="1">
                <a:solidFill>
                  <a:srgbClr val="6967FF"/>
                </a:solidFill>
                <a:latin typeface="IBM Plex Sans"/>
                <a:ea typeface="IBM Plex Sans"/>
                <a:cs typeface="IBM Plex Sans"/>
                <a:sym typeface="IBM Plex Sans"/>
              </a:rPr>
              <a:t>Non-deterministic | Flexibility</a:t>
            </a:r>
            <a:endParaRPr sz="1100">
              <a:solidFill>
                <a:srgbClr val="6967FF"/>
              </a:solidFill>
              <a:latin typeface="IBM Plex Sans"/>
              <a:ea typeface="IBM Plex Sans"/>
              <a:cs typeface="IBM Plex Sans"/>
              <a:sym typeface="IBM Plex Sans"/>
            </a:endParaRPr>
          </a:p>
          <a:p>
            <a:pPr marL="0" lvl="0" indent="0" algn="l" rtl="0">
              <a:spcBef>
                <a:spcPts val="0"/>
              </a:spcBef>
              <a:spcAft>
                <a:spcPts val="0"/>
              </a:spcAft>
              <a:buNone/>
            </a:pPr>
            <a:r>
              <a:rPr lang="en" sz="1000">
                <a:solidFill>
                  <a:schemeClr val="lt1"/>
                </a:solidFill>
                <a:latin typeface="IBM Plex Sans"/>
                <a:ea typeface="IBM Plex Sans"/>
                <a:cs typeface="IBM Plex Sans"/>
                <a:sym typeface="IBM Plex Sans"/>
              </a:rPr>
              <a:t>An agent determines what happens as the process runs, leveraging AI models and real-time process data</a:t>
            </a:r>
            <a:endParaRPr/>
          </a:p>
        </p:txBody>
      </p:sp>
      <p:sp>
        <p:nvSpPr>
          <p:cNvPr id="6224" name="Google Shape;6224;p474"/>
          <p:cNvSpPr txBox="1"/>
          <p:nvPr/>
        </p:nvSpPr>
        <p:spPr>
          <a:xfrm>
            <a:off x="6086856" y="3138825"/>
            <a:ext cx="2478000" cy="815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None/>
            </a:pPr>
            <a:r>
              <a:rPr lang="en" sz="1100" b="1">
                <a:solidFill>
                  <a:srgbClr val="FFF56F"/>
                </a:solidFill>
                <a:latin typeface="IBM Plex Sans"/>
                <a:ea typeface="IBM Plex Sans"/>
                <a:cs typeface="IBM Plex Sans"/>
                <a:sym typeface="IBM Plex Sans"/>
              </a:rPr>
              <a:t>Humans in the loop</a:t>
            </a:r>
            <a:endParaRPr sz="1100">
              <a:solidFill>
                <a:srgbClr val="FFF56F"/>
              </a:solidFill>
              <a:latin typeface="IBM Plex Sans"/>
              <a:ea typeface="IBM Plex Sans"/>
              <a:cs typeface="IBM Plex Sans"/>
              <a:sym typeface="IBM Plex Sans"/>
            </a:endParaRPr>
          </a:p>
          <a:p>
            <a:pPr marL="0" lvl="0" indent="0" algn="l" rtl="0">
              <a:lnSpc>
                <a:spcPct val="100000"/>
              </a:lnSpc>
              <a:spcBef>
                <a:spcPts val="0"/>
              </a:spcBef>
              <a:spcAft>
                <a:spcPts val="0"/>
              </a:spcAft>
              <a:buNone/>
            </a:pPr>
            <a:r>
              <a:rPr lang="en" sz="1000">
                <a:solidFill>
                  <a:schemeClr val="lt1"/>
                </a:solidFill>
                <a:latin typeface="IBM Plex Sans"/>
                <a:ea typeface="IBM Plex Sans"/>
                <a:cs typeface="IBM Plex Sans"/>
                <a:sym typeface="IBM Plex Sans"/>
              </a:rPr>
              <a:t>Ensure agents request human intervention when their confidence level is low or more data is needed</a:t>
            </a:r>
            <a:endParaRPr sz="1000" u="sng">
              <a:solidFill>
                <a:schemeClr val="lt1"/>
              </a:solidFill>
              <a:latin typeface="IBM Plex Sans"/>
              <a:ea typeface="IBM Plex Sans"/>
              <a:cs typeface="IBM Plex Sans"/>
              <a:sym typeface="IBM Plex Sans"/>
            </a:endParaRPr>
          </a:p>
        </p:txBody>
      </p:sp>
      <p:sp>
        <p:nvSpPr>
          <p:cNvPr id="6225" name="Google Shape;6225;p474"/>
          <p:cNvSpPr/>
          <p:nvPr/>
        </p:nvSpPr>
        <p:spPr>
          <a:xfrm>
            <a:off x="3652200" y="1152477"/>
            <a:ext cx="221121" cy="234172"/>
          </a:xfrm>
          <a:custGeom>
            <a:avLst/>
            <a:gdLst/>
            <a:ahLst/>
            <a:cxnLst/>
            <a:rect l="l" t="t" r="r" b="b"/>
            <a:pathLst>
              <a:path w="197871" h="209550" extrusionOk="0">
                <a:moveTo>
                  <a:pt x="98769" y="31699"/>
                </a:moveTo>
                <a:lnTo>
                  <a:pt x="105109" y="51720"/>
                </a:lnTo>
                <a:lnTo>
                  <a:pt x="106443" y="55391"/>
                </a:lnTo>
                <a:lnTo>
                  <a:pt x="108112" y="58727"/>
                </a:lnTo>
                <a:lnTo>
                  <a:pt x="109780" y="62398"/>
                </a:lnTo>
                <a:lnTo>
                  <a:pt x="111448" y="65735"/>
                </a:lnTo>
                <a:lnTo>
                  <a:pt x="113450" y="68738"/>
                </a:lnTo>
                <a:lnTo>
                  <a:pt x="115786" y="72075"/>
                </a:lnTo>
                <a:lnTo>
                  <a:pt x="118122" y="75078"/>
                </a:lnTo>
                <a:lnTo>
                  <a:pt x="120458" y="77747"/>
                </a:lnTo>
                <a:lnTo>
                  <a:pt x="123127" y="80416"/>
                </a:lnTo>
                <a:lnTo>
                  <a:pt x="125797" y="83086"/>
                </a:lnTo>
                <a:lnTo>
                  <a:pt x="128800" y="85755"/>
                </a:lnTo>
                <a:lnTo>
                  <a:pt x="131803" y="88091"/>
                </a:lnTo>
                <a:lnTo>
                  <a:pt x="135140" y="90093"/>
                </a:lnTo>
                <a:lnTo>
                  <a:pt x="138476" y="92095"/>
                </a:lnTo>
                <a:lnTo>
                  <a:pt x="141813" y="93764"/>
                </a:lnTo>
                <a:lnTo>
                  <a:pt x="145484" y="95432"/>
                </a:lnTo>
                <a:lnTo>
                  <a:pt x="166839" y="104775"/>
                </a:lnTo>
                <a:lnTo>
                  <a:pt x="145484" y="114118"/>
                </a:lnTo>
                <a:lnTo>
                  <a:pt x="141813" y="115786"/>
                </a:lnTo>
                <a:lnTo>
                  <a:pt x="138476" y="117455"/>
                </a:lnTo>
                <a:lnTo>
                  <a:pt x="135140" y="119457"/>
                </a:lnTo>
                <a:lnTo>
                  <a:pt x="131803" y="121459"/>
                </a:lnTo>
                <a:lnTo>
                  <a:pt x="128800" y="123795"/>
                </a:lnTo>
                <a:lnTo>
                  <a:pt x="125797" y="126464"/>
                </a:lnTo>
                <a:lnTo>
                  <a:pt x="123127" y="128800"/>
                </a:lnTo>
                <a:lnTo>
                  <a:pt x="120458" y="131803"/>
                </a:lnTo>
                <a:lnTo>
                  <a:pt x="117788" y="134472"/>
                </a:lnTo>
                <a:lnTo>
                  <a:pt x="115786" y="137475"/>
                </a:lnTo>
                <a:lnTo>
                  <a:pt x="113450" y="140812"/>
                </a:lnTo>
                <a:lnTo>
                  <a:pt x="111448" y="143815"/>
                </a:lnTo>
                <a:lnTo>
                  <a:pt x="109780" y="147152"/>
                </a:lnTo>
                <a:lnTo>
                  <a:pt x="108112" y="150489"/>
                </a:lnTo>
                <a:lnTo>
                  <a:pt x="106443" y="154159"/>
                </a:lnTo>
                <a:lnTo>
                  <a:pt x="105109" y="157830"/>
                </a:lnTo>
                <a:lnTo>
                  <a:pt x="98769" y="177851"/>
                </a:lnTo>
                <a:lnTo>
                  <a:pt x="92429" y="157830"/>
                </a:lnTo>
                <a:lnTo>
                  <a:pt x="91094" y="154159"/>
                </a:lnTo>
                <a:lnTo>
                  <a:pt x="89759" y="150823"/>
                </a:lnTo>
                <a:lnTo>
                  <a:pt x="88091" y="147152"/>
                </a:lnTo>
                <a:lnTo>
                  <a:pt x="86423" y="143815"/>
                </a:lnTo>
                <a:lnTo>
                  <a:pt x="84421" y="140812"/>
                </a:lnTo>
                <a:lnTo>
                  <a:pt x="82085" y="137475"/>
                </a:lnTo>
                <a:lnTo>
                  <a:pt x="79749" y="134472"/>
                </a:lnTo>
                <a:lnTo>
                  <a:pt x="77413" y="131803"/>
                </a:lnTo>
                <a:lnTo>
                  <a:pt x="74744" y="128800"/>
                </a:lnTo>
                <a:lnTo>
                  <a:pt x="71741" y="126464"/>
                </a:lnTo>
                <a:lnTo>
                  <a:pt x="69071" y="123795"/>
                </a:lnTo>
                <a:lnTo>
                  <a:pt x="65735" y="121459"/>
                </a:lnTo>
                <a:lnTo>
                  <a:pt x="62731" y="119457"/>
                </a:lnTo>
                <a:lnTo>
                  <a:pt x="59395" y="117455"/>
                </a:lnTo>
                <a:lnTo>
                  <a:pt x="56058" y="115786"/>
                </a:lnTo>
                <a:lnTo>
                  <a:pt x="52387" y="114118"/>
                </a:lnTo>
                <a:lnTo>
                  <a:pt x="31032" y="104775"/>
                </a:lnTo>
                <a:lnTo>
                  <a:pt x="52387" y="95432"/>
                </a:lnTo>
                <a:lnTo>
                  <a:pt x="56058" y="93764"/>
                </a:lnTo>
                <a:lnTo>
                  <a:pt x="59395" y="92095"/>
                </a:lnTo>
                <a:lnTo>
                  <a:pt x="62731" y="90093"/>
                </a:lnTo>
                <a:lnTo>
                  <a:pt x="65735" y="87757"/>
                </a:lnTo>
                <a:lnTo>
                  <a:pt x="69071" y="85755"/>
                </a:lnTo>
                <a:lnTo>
                  <a:pt x="71741" y="83086"/>
                </a:lnTo>
                <a:lnTo>
                  <a:pt x="74744" y="80416"/>
                </a:lnTo>
                <a:lnTo>
                  <a:pt x="77413" y="77747"/>
                </a:lnTo>
                <a:lnTo>
                  <a:pt x="79749" y="75078"/>
                </a:lnTo>
                <a:lnTo>
                  <a:pt x="82085" y="72075"/>
                </a:lnTo>
                <a:lnTo>
                  <a:pt x="84421" y="68738"/>
                </a:lnTo>
                <a:lnTo>
                  <a:pt x="86423" y="65735"/>
                </a:lnTo>
                <a:lnTo>
                  <a:pt x="88091" y="62398"/>
                </a:lnTo>
                <a:lnTo>
                  <a:pt x="89759" y="58727"/>
                </a:lnTo>
                <a:lnTo>
                  <a:pt x="91094" y="55391"/>
                </a:lnTo>
                <a:lnTo>
                  <a:pt x="92429" y="51720"/>
                </a:lnTo>
                <a:lnTo>
                  <a:pt x="98769" y="31699"/>
                </a:lnTo>
                <a:close/>
                <a:moveTo>
                  <a:pt x="98769" y="0"/>
                </a:moveTo>
                <a:lnTo>
                  <a:pt x="94765" y="334"/>
                </a:lnTo>
                <a:lnTo>
                  <a:pt x="90427" y="1335"/>
                </a:lnTo>
                <a:lnTo>
                  <a:pt x="86756" y="2669"/>
                </a:lnTo>
                <a:lnTo>
                  <a:pt x="83419" y="5005"/>
                </a:lnTo>
                <a:lnTo>
                  <a:pt x="80083" y="7675"/>
                </a:lnTo>
                <a:lnTo>
                  <a:pt x="77413" y="10678"/>
                </a:lnTo>
                <a:lnTo>
                  <a:pt x="75411" y="14014"/>
                </a:lnTo>
                <a:lnTo>
                  <a:pt x="73743" y="18019"/>
                </a:lnTo>
                <a:lnTo>
                  <a:pt x="65735" y="43712"/>
                </a:lnTo>
                <a:lnTo>
                  <a:pt x="64066" y="48050"/>
                </a:lnTo>
                <a:lnTo>
                  <a:pt x="61730" y="52388"/>
                </a:lnTo>
                <a:lnTo>
                  <a:pt x="59061" y="56058"/>
                </a:lnTo>
                <a:lnTo>
                  <a:pt x="56392" y="59728"/>
                </a:lnTo>
                <a:lnTo>
                  <a:pt x="53055" y="63065"/>
                </a:lnTo>
                <a:lnTo>
                  <a:pt x="49384" y="66068"/>
                </a:lnTo>
                <a:lnTo>
                  <a:pt x="45047" y="68404"/>
                </a:lnTo>
                <a:lnTo>
                  <a:pt x="41042" y="70740"/>
                </a:lnTo>
                <a:lnTo>
                  <a:pt x="15349" y="81418"/>
                </a:lnTo>
                <a:lnTo>
                  <a:pt x="12012" y="83420"/>
                </a:lnTo>
                <a:lnTo>
                  <a:pt x="9009" y="85422"/>
                </a:lnTo>
                <a:lnTo>
                  <a:pt x="6340" y="88091"/>
                </a:lnTo>
                <a:lnTo>
                  <a:pt x="4004" y="90761"/>
                </a:lnTo>
                <a:lnTo>
                  <a:pt x="2336" y="94097"/>
                </a:lnTo>
                <a:lnTo>
                  <a:pt x="1001" y="97434"/>
                </a:lnTo>
                <a:lnTo>
                  <a:pt x="334" y="101105"/>
                </a:lnTo>
                <a:lnTo>
                  <a:pt x="0" y="104775"/>
                </a:lnTo>
                <a:lnTo>
                  <a:pt x="334" y="108445"/>
                </a:lnTo>
                <a:lnTo>
                  <a:pt x="1001" y="112116"/>
                </a:lnTo>
                <a:lnTo>
                  <a:pt x="2336" y="115453"/>
                </a:lnTo>
                <a:lnTo>
                  <a:pt x="4004" y="118789"/>
                </a:lnTo>
                <a:lnTo>
                  <a:pt x="6340" y="121459"/>
                </a:lnTo>
                <a:lnTo>
                  <a:pt x="9009" y="124128"/>
                </a:lnTo>
                <a:lnTo>
                  <a:pt x="12012" y="126130"/>
                </a:lnTo>
                <a:lnTo>
                  <a:pt x="15349" y="128132"/>
                </a:lnTo>
                <a:lnTo>
                  <a:pt x="41042" y="138810"/>
                </a:lnTo>
                <a:lnTo>
                  <a:pt x="45047" y="141146"/>
                </a:lnTo>
                <a:lnTo>
                  <a:pt x="49051" y="143482"/>
                </a:lnTo>
                <a:lnTo>
                  <a:pt x="53055" y="146485"/>
                </a:lnTo>
                <a:lnTo>
                  <a:pt x="56392" y="149822"/>
                </a:lnTo>
                <a:lnTo>
                  <a:pt x="59061" y="153492"/>
                </a:lnTo>
                <a:lnTo>
                  <a:pt x="61730" y="157163"/>
                </a:lnTo>
                <a:lnTo>
                  <a:pt x="64066" y="161500"/>
                </a:lnTo>
                <a:lnTo>
                  <a:pt x="65735" y="165838"/>
                </a:lnTo>
                <a:lnTo>
                  <a:pt x="73743" y="191531"/>
                </a:lnTo>
                <a:lnTo>
                  <a:pt x="75411" y="195536"/>
                </a:lnTo>
                <a:lnTo>
                  <a:pt x="77413" y="198872"/>
                </a:lnTo>
                <a:lnTo>
                  <a:pt x="80083" y="201875"/>
                </a:lnTo>
                <a:lnTo>
                  <a:pt x="83419" y="204545"/>
                </a:lnTo>
                <a:lnTo>
                  <a:pt x="86756" y="206547"/>
                </a:lnTo>
                <a:lnTo>
                  <a:pt x="90427" y="208215"/>
                </a:lnTo>
                <a:lnTo>
                  <a:pt x="94431" y="209216"/>
                </a:lnTo>
                <a:lnTo>
                  <a:pt x="98769" y="209550"/>
                </a:lnTo>
                <a:lnTo>
                  <a:pt x="103106" y="209216"/>
                </a:lnTo>
                <a:lnTo>
                  <a:pt x="107111" y="208215"/>
                </a:lnTo>
                <a:lnTo>
                  <a:pt x="111115" y="206547"/>
                </a:lnTo>
                <a:lnTo>
                  <a:pt x="114452" y="204545"/>
                </a:lnTo>
                <a:lnTo>
                  <a:pt x="117455" y="201875"/>
                </a:lnTo>
                <a:lnTo>
                  <a:pt x="120124" y="198872"/>
                </a:lnTo>
                <a:lnTo>
                  <a:pt x="122460" y="195536"/>
                </a:lnTo>
                <a:lnTo>
                  <a:pt x="123795" y="191531"/>
                </a:lnTo>
                <a:lnTo>
                  <a:pt x="132136" y="165838"/>
                </a:lnTo>
                <a:lnTo>
                  <a:pt x="133805" y="161500"/>
                </a:lnTo>
                <a:lnTo>
                  <a:pt x="135807" y="157163"/>
                </a:lnTo>
                <a:lnTo>
                  <a:pt x="138476" y="153492"/>
                </a:lnTo>
                <a:lnTo>
                  <a:pt x="141479" y="149822"/>
                </a:lnTo>
                <a:lnTo>
                  <a:pt x="144816" y="146485"/>
                </a:lnTo>
                <a:lnTo>
                  <a:pt x="148487" y="143482"/>
                </a:lnTo>
                <a:lnTo>
                  <a:pt x="152491" y="141146"/>
                </a:lnTo>
                <a:lnTo>
                  <a:pt x="156829" y="138810"/>
                </a:lnTo>
                <a:lnTo>
                  <a:pt x="182188" y="128132"/>
                </a:lnTo>
                <a:lnTo>
                  <a:pt x="185525" y="126130"/>
                </a:lnTo>
                <a:lnTo>
                  <a:pt x="188862" y="124128"/>
                </a:lnTo>
                <a:lnTo>
                  <a:pt x="191531" y="121459"/>
                </a:lnTo>
                <a:lnTo>
                  <a:pt x="193533" y="118789"/>
                </a:lnTo>
                <a:lnTo>
                  <a:pt x="195535" y="115453"/>
                </a:lnTo>
                <a:lnTo>
                  <a:pt x="196870" y="112116"/>
                </a:lnTo>
                <a:lnTo>
                  <a:pt x="197537" y="108445"/>
                </a:lnTo>
                <a:lnTo>
                  <a:pt x="197871" y="104775"/>
                </a:lnTo>
                <a:lnTo>
                  <a:pt x="197537" y="101105"/>
                </a:lnTo>
                <a:lnTo>
                  <a:pt x="196870" y="97434"/>
                </a:lnTo>
                <a:lnTo>
                  <a:pt x="195535" y="94097"/>
                </a:lnTo>
                <a:lnTo>
                  <a:pt x="193533" y="90761"/>
                </a:lnTo>
                <a:lnTo>
                  <a:pt x="191531" y="88091"/>
                </a:lnTo>
                <a:lnTo>
                  <a:pt x="188862" y="85422"/>
                </a:lnTo>
                <a:lnTo>
                  <a:pt x="185525" y="83420"/>
                </a:lnTo>
                <a:lnTo>
                  <a:pt x="182188" y="81418"/>
                </a:lnTo>
                <a:lnTo>
                  <a:pt x="156829" y="70740"/>
                </a:lnTo>
                <a:lnTo>
                  <a:pt x="152491" y="68404"/>
                </a:lnTo>
                <a:lnTo>
                  <a:pt x="148487" y="66068"/>
                </a:lnTo>
                <a:lnTo>
                  <a:pt x="144816" y="63065"/>
                </a:lnTo>
                <a:lnTo>
                  <a:pt x="141479" y="59728"/>
                </a:lnTo>
                <a:lnTo>
                  <a:pt x="138476" y="56058"/>
                </a:lnTo>
                <a:lnTo>
                  <a:pt x="135807" y="52388"/>
                </a:lnTo>
                <a:lnTo>
                  <a:pt x="133805" y="48050"/>
                </a:lnTo>
                <a:lnTo>
                  <a:pt x="132136" y="43712"/>
                </a:lnTo>
                <a:lnTo>
                  <a:pt x="123795" y="18019"/>
                </a:lnTo>
                <a:lnTo>
                  <a:pt x="122460" y="14014"/>
                </a:lnTo>
                <a:lnTo>
                  <a:pt x="120124" y="10678"/>
                </a:lnTo>
                <a:lnTo>
                  <a:pt x="117455" y="7675"/>
                </a:lnTo>
                <a:lnTo>
                  <a:pt x="114452" y="5005"/>
                </a:lnTo>
                <a:lnTo>
                  <a:pt x="111115" y="2669"/>
                </a:lnTo>
                <a:lnTo>
                  <a:pt x="107111" y="1335"/>
                </a:lnTo>
                <a:lnTo>
                  <a:pt x="103106" y="334"/>
                </a:lnTo>
                <a:lnTo>
                  <a:pt x="98769" y="0"/>
                </a:lnTo>
                <a:close/>
              </a:path>
            </a:pathLst>
          </a:custGeom>
          <a:solidFill>
            <a:srgbClr val="6967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26" name="Google Shape;6226;p474"/>
          <p:cNvSpPr txBox="1"/>
          <p:nvPr/>
        </p:nvSpPr>
        <p:spPr>
          <a:xfrm>
            <a:off x="457200" y="571500"/>
            <a:ext cx="8054400" cy="2841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sz="1200" i="1">
                <a:solidFill>
                  <a:schemeClr val="lt1"/>
                </a:solidFill>
                <a:latin typeface="IBM Plex Sans"/>
                <a:ea typeface="IBM Plex Sans"/>
                <a:cs typeface="IBM Plex Sans"/>
                <a:sym typeface="IBM Plex Sans"/>
              </a:rPr>
              <a:t>Blend deterministic and non-deterministic process execution to balance control with flexibility</a:t>
            </a:r>
            <a:endParaRPr sz="1200" i="1">
              <a:solidFill>
                <a:schemeClr val="lt1"/>
              </a:solidFill>
              <a:latin typeface="IBM Plex Sans"/>
              <a:ea typeface="IBM Plex Sans"/>
              <a:cs typeface="IBM Plex Sans"/>
              <a:sym typeface="IBM Plex Sans"/>
            </a:endParaRPr>
          </a:p>
        </p:txBody>
      </p:sp>
      <p:sp>
        <p:nvSpPr>
          <p:cNvPr id="6227" name="Google Shape;6227;p474"/>
          <p:cNvSpPr txBox="1">
            <a:spLocks noGrp="1"/>
          </p:cNvSpPr>
          <p:nvPr>
            <p:ph type="title"/>
          </p:nvPr>
        </p:nvSpPr>
        <p:spPr>
          <a:xfrm>
            <a:off x="457200" y="114300"/>
            <a:ext cx="8229600" cy="369300"/>
          </a:xfrm>
          <a:prstGeom prst="rect">
            <a:avLst/>
          </a:prstGeom>
        </p:spPr>
        <p:txBody>
          <a:bodyPr spcFirstLastPara="1" wrap="square" lIns="0" tIns="0" rIns="0" bIns="0" anchor="t" anchorCtr="0">
            <a:spAutoFit/>
          </a:bodyPr>
          <a:lstStyle/>
          <a:p>
            <a:pPr marL="0" lvl="0" indent="0" algn="l" rtl="0">
              <a:spcBef>
                <a:spcPts val="0"/>
              </a:spcBef>
              <a:spcAft>
                <a:spcPts val="0"/>
              </a:spcAft>
              <a:buNone/>
            </a:pPr>
            <a:r>
              <a:rPr lang="en" sz="2400">
                <a:solidFill>
                  <a:schemeClr val="lt1"/>
                </a:solidFill>
              </a:rPr>
              <a:t>Camunda</a:t>
            </a:r>
            <a:r>
              <a:rPr lang="en" sz="2400" b="0">
                <a:solidFill>
                  <a:schemeClr val="lt1"/>
                </a:solidFill>
              </a:rPr>
              <a:t> |</a:t>
            </a:r>
            <a:r>
              <a:rPr lang="en" sz="2400">
                <a:solidFill>
                  <a:schemeClr val="lt1"/>
                </a:solidFill>
              </a:rPr>
              <a:t> </a:t>
            </a:r>
            <a:r>
              <a:rPr lang="en" sz="2400" b="0">
                <a:solidFill>
                  <a:schemeClr val="lt1"/>
                </a:solidFill>
                <a:latin typeface="IBM Plex Sans Light"/>
                <a:ea typeface="IBM Plex Sans Light"/>
                <a:cs typeface="IBM Plex Sans Light"/>
                <a:sym typeface="IBM Plex Sans Light"/>
              </a:rPr>
              <a:t>Agentic Orchestration</a:t>
            </a:r>
            <a:endParaRPr sz="2400" b="0">
              <a:solidFill>
                <a:schemeClr val="lt1"/>
              </a:solidFill>
              <a:latin typeface="IBM Plex Sans Light"/>
              <a:ea typeface="IBM Plex Sans Light"/>
              <a:cs typeface="IBM Plex Sans Light"/>
              <a:sym typeface="IBM Plex Sans Light"/>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6231"/>
        <p:cNvGrpSpPr/>
        <p:nvPr/>
      </p:nvGrpSpPr>
      <p:grpSpPr>
        <a:xfrm>
          <a:off x="0" y="0"/>
          <a:ext cx="0" cy="0"/>
          <a:chOff x="0" y="0"/>
          <a:chExt cx="0" cy="0"/>
        </a:xfrm>
      </p:grpSpPr>
      <p:grpSp>
        <p:nvGrpSpPr>
          <p:cNvPr id="6232" name="Google Shape;6232;p475"/>
          <p:cNvGrpSpPr/>
          <p:nvPr/>
        </p:nvGrpSpPr>
        <p:grpSpPr>
          <a:xfrm>
            <a:off x="768096" y="1051560"/>
            <a:ext cx="7509500" cy="2610854"/>
            <a:chOff x="635479" y="1087400"/>
            <a:chExt cx="7509500" cy="2610854"/>
          </a:xfrm>
        </p:grpSpPr>
        <p:sp>
          <p:nvSpPr>
            <p:cNvPr id="6233" name="Google Shape;6233;p475"/>
            <p:cNvSpPr/>
            <p:nvPr/>
          </p:nvSpPr>
          <p:spPr>
            <a:xfrm>
              <a:off x="1271938" y="1844449"/>
              <a:ext cx="623400" cy="402600"/>
            </a:xfrm>
            <a:prstGeom prst="roundRect">
              <a:avLst>
                <a:gd name="adj" fmla="val 16667"/>
              </a:avLst>
            </a:prstGeom>
            <a:solidFill>
              <a:srgbClr val="78A9F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700">
                  <a:latin typeface="IBM Plex Sans"/>
                  <a:ea typeface="IBM Plex Sans"/>
                  <a:cs typeface="IBM Plex Sans"/>
                  <a:sym typeface="IBM Plex Sans"/>
                </a:rPr>
                <a:t>AWS Bedrock agent</a:t>
              </a:r>
              <a:endParaRPr sz="700">
                <a:latin typeface="IBM Plex Sans"/>
                <a:ea typeface="IBM Plex Sans"/>
                <a:cs typeface="IBM Plex Sans"/>
                <a:sym typeface="IBM Plex Sans"/>
              </a:endParaRPr>
            </a:p>
          </p:txBody>
        </p:sp>
        <p:sp>
          <p:nvSpPr>
            <p:cNvPr id="6234" name="Google Shape;6234;p475"/>
            <p:cNvSpPr/>
            <p:nvPr/>
          </p:nvSpPr>
          <p:spPr>
            <a:xfrm>
              <a:off x="2259090" y="1844449"/>
              <a:ext cx="623400" cy="402600"/>
            </a:xfrm>
            <a:prstGeom prst="roundRect">
              <a:avLst>
                <a:gd name="adj" fmla="val 16667"/>
              </a:avLst>
            </a:prstGeom>
            <a:solidFill>
              <a:srgbClr val="78A9FF"/>
            </a:solidFill>
            <a:ln>
              <a:noFill/>
            </a:ln>
          </p:spPr>
          <p:txBody>
            <a:bodyPr spcFirstLastPara="1" wrap="square" lIns="0" tIns="91425" rIns="0" bIns="91425" anchor="ctr" anchorCtr="0">
              <a:noAutofit/>
            </a:bodyPr>
            <a:lstStyle/>
            <a:p>
              <a:pPr marL="0" lvl="0" indent="0" algn="ctr" rtl="0">
                <a:spcBef>
                  <a:spcPts val="0"/>
                </a:spcBef>
                <a:spcAft>
                  <a:spcPts val="0"/>
                </a:spcAft>
                <a:buNone/>
              </a:pPr>
              <a:r>
                <a:rPr lang="en" sz="700">
                  <a:latin typeface="IBM Plex Sans"/>
                  <a:ea typeface="IBM Plex Sans"/>
                  <a:cs typeface="IBM Plex Sans"/>
                  <a:sym typeface="IBM Plex Sans"/>
                </a:rPr>
                <a:t>LangChain agent</a:t>
              </a:r>
              <a:endParaRPr sz="700">
                <a:latin typeface="IBM Plex Sans"/>
                <a:ea typeface="IBM Plex Sans"/>
                <a:cs typeface="IBM Plex Sans"/>
                <a:sym typeface="IBM Plex Sans"/>
              </a:endParaRPr>
            </a:p>
          </p:txBody>
        </p:sp>
        <p:sp>
          <p:nvSpPr>
            <p:cNvPr id="6235" name="Google Shape;6235;p475"/>
            <p:cNvSpPr/>
            <p:nvPr/>
          </p:nvSpPr>
          <p:spPr>
            <a:xfrm>
              <a:off x="3296375" y="1087400"/>
              <a:ext cx="2316600" cy="1916700"/>
            </a:xfrm>
            <a:prstGeom prst="roundRect">
              <a:avLst>
                <a:gd name="adj" fmla="val 16667"/>
              </a:avLst>
            </a:prstGeom>
            <a:solidFill>
              <a:srgbClr val="000000"/>
            </a:solidFill>
            <a:ln w="19050" cap="flat" cmpd="sng">
              <a:solidFill>
                <a:srgbClr val="6967FF"/>
              </a:solidFill>
              <a:prstDash val="solid"/>
              <a:round/>
              <a:headEnd type="none" w="sm" len="sm"/>
              <a:tailEnd type="none" w="sm" len="sm"/>
            </a:ln>
          </p:spPr>
          <p:txBody>
            <a:bodyPr spcFirstLastPara="1" wrap="square" lIns="91425" tIns="0" rIns="91425" bIns="91425" anchor="t" anchorCtr="0">
              <a:noAutofit/>
            </a:bodyPr>
            <a:lstStyle/>
            <a:p>
              <a:pPr marL="0" lvl="0" indent="0" algn="ctr" rtl="0">
                <a:spcBef>
                  <a:spcPts val="0"/>
                </a:spcBef>
                <a:spcAft>
                  <a:spcPts val="0"/>
                </a:spcAft>
                <a:buNone/>
              </a:pPr>
              <a:r>
                <a:rPr lang="en" b="1">
                  <a:solidFill>
                    <a:srgbClr val="6967FF"/>
                  </a:solidFill>
                  <a:latin typeface="IBM Plex Sans"/>
                  <a:ea typeface="IBM Plex Sans"/>
                  <a:cs typeface="IBM Plex Sans"/>
                  <a:sym typeface="IBM Plex Sans"/>
                </a:rPr>
                <a:t>Camunda agent</a:t>
              </a:r>
              <a:endParaRPr b="1">
                <a:solidFill>
                  <a:srgbClr val="6967FF"/>
                </a:solidFill>
                <a:latin typeface="IBM Plex Sans"/>
                <a:ea typeface="IBM Plex Sans"/>
                <a:cs typeface="IBM Plex Sans"/>
                <a:sym typeface="IBM Plex Sans"/>
              </a:endParaRPr>
            </a:p>
          </p:txBody>
        </p:sp>
        <p:sp>
          <p:nvSpPr>
            <p:cNvPr id="6236" name="Google Shape;6236;p475"/>
            <p:cNvSpPr/>
            <p:nvPr/>
          </p:nvSpPr>
          <p:spPr>
            <a:xfrm>
              <a:off x="3642479" y="1625912"/>
              <a:ext cx="623400" cy="402600"/>
            </a:xfrm>
            <a:prstGeom prst="roundRect">
              <a:avLst>
                <a:gd name="adj" fmla="val 16667"/>
              </a:avLst>
            </a:prstGeom>
            <a:solidFill>
              <a:srgbClr val="6967F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BM Plex Sans"/>
                <a:ea typeface="IBM Plex Sans"/>
                <a:cs typeface="IBM Plex Sans"/>
                <a:sym typeface="IBM Plex Sans"/>
              </a:endParaRPr>
            </a:p>
          </p:txBody>
        </p:sp>
        <p:sp>
          <p:nvSpPr>
            <p:cNvPr id="6237" name="Google Shape;6237;p475"/>
            <p:cNvSpPr/>
            <p:nvPr/>
          </p:nvSpPr>
          <p:spPr>
            <a:xfrm>
              <a:off x="4627950" y="1625912"/>
              <a:ext cx="623400" cy="402600"/>
            </a:xfrm>
            <a:prstGeom prst="roundRect">
              <a:avLst>
                <a:gd name="adj" fmla="val 16667"/>
              </a:avLst>
            </a:prstGeom>
            <a:solidFill>
              <a:srgbClr val="6967F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BM Plex Sans"/>
                <a:ea typeface="IBM Plex Sans"/>
                <a:cs typeface="IBM Plex Sans"/>
                <a:sym typeface="IBM Plex Sans"/>
              </a:endParaRPr>
            </a:p>
          </p:txBody>
        </p:sp>
        <p:sp>
          <p:nvSpPr>
            <p:cNvPr id="6238" name="Google Shape;6238;p475"/>
            <p:cNvSpPr/>
            <p:nvPr/>
          </p:nvSpPr>
          <p:spPr>
            <a:xfrm>
              <a:off x="3642479" y="2247774"/>
              <a:ext cx="623400" cy="402600"/>
            </a:xfrm>
            <a:prstGeom prst="roundRect">
              <a:avLst>
                <a:gd name="adj" fmla="val 16667"/>
              </a:avLst>
            </a:prstGeom>
            <a:solidFill>
              <a:srgbClr val="FFF56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BM Plex Sans"/>
                <a:ea typeface="IBM Plex Sans"/>
                <a:cs typeface="IBM Plex Sans"/>
                <a:sym typeface="IBM Plex Sans"/>
              </a:endParaRPr>
            </a:p>
          </p:txBody>
        </p:sp>
        <p:sp>
          <p:nvSpPr>
            <p:cNvPr id="6239" name="Google Shape;6239;p475"/>
            <p:cNvSpPr/>
            <p:nvPr/>
          </p:nvSpPr>
          <p:spPr>
            <a:xfrm>
              <a:off x="4627950" y="2247774"/>
              <a:ext cx="623400" cy="402600"/>
            </a:xfrm>
            <a:prstGeom prst="roundRect">
              <a:avLst>
                <a:gd name="adj" fmla="val 16667"/>
              </a:avLst>
            </a:prstGeom>
            <a:solidFill>
              <a:srgbClr val="6967F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BM Plex Sans"/>
                <a:ea typeface="IBM Plex Sans"/>
                <a:cs typeface="IBM Plex Sans"/>
                <a:sym typeface="IBM Plex Sans"/>
              </a:endParaRPr>
            </a:p>
          </p:txBody>
        </p:sp>
        <p:sp>
          <p:nvSpPr>
            <p:cNvPr id="6240" name="Google Shape;6240;p475"/>
            <p:cNvSpPr/>
            <p:nvPr/>
          </p:nvSpPr>
          <p:spPr>
            <a:xfrm>
              <a:off x="4628076" y="3295654"/>
              <a:ext cx="623400" cy="402600"/>
            </a:xfrm>
            <a:prstGeom prst="roundRect">
              <a:avLst>
                <a:gd name="adj" fmla="val 16667"/>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BM Plex Sans"/>
                <a:ea typeface="IBM Plex Sans"/>
                <a:cs typeface="IBM Plex Sans"/>
                <a:sym typeface="IBM Plex Sans"/>
              </a:endParaRPr>
            </a:p>
          </p:txBody>
        </p:sp>
        <p:sp>
          <p:nvSpPr>
            <p:cNvPr id="6241" name="Google Shape;6241;p475"/>
            <p:cNvSpPr/>
            <p:nvPr/>
          </p:nvSpPr>
          <p:spPr>
            <a:xfrm>
              <a:off x="3775329" y="2870480"/>
              <a:ext cx="272700" cy="274200"/>
            </a:xfrm>
            <a:prstGeom prst="ellipse">
              <a:avLst/>
            </a:prstGeom>
            <a:solidFill>
              <a:srgbClr val="6967F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BM Plex Sans"/>
                <a:ea typeface="IBM Plex Sans"/>
                <a:cs typeface="IBM Plex Sans"/>
                <a:sym typeface="IBM Plex Sans"/>
              </a:endParaRPr>
            </a:p>
          </p:txBody>
        </p:sp>
        <p:cxnSp>
          <p:nvCxnSpPr>
            <p:cNvPr id="6242" name="Google Shape;6242;p475"/>
            <p:cNvCxnSpPr>
              <a:stCxn id="6241" idx="4"/>
              <a:endCxn id="6240" idx="1"/>
            </p:cNvCxnSpPr>
            <p:nvPr/>
          </p:nvCxnSpPr>
          <p:spPr>
            <a:xfrm rot="-5400000" flipH="1">
              <a:off x="4093779" y="2962580"/>
              <a:ext cx="352200" cy="716400"/>
            </a:xfrm>
            <a:prstGeom prst="bentConnector2">
              <a:avLst/>
            </a:prstGeom>
            <a:noFill/>
            <a:ln w="9525" cap="flat" cmpd="sng">
              <a:solidFill>
                <a:schemeClr val="lt1"/>
              </a:solidFill>
              <a:prstDash val="solid"/>
              <a:round/>
              <a:headEnd type="none" w="med" len="med"/>
              <a:tailEnd type="triangle" w="med" len="med"/>
            </a:ln>
          </p:spPr>
        </p:cxnSp>
        <p:sp>
          <p:nvSpPr>
            <p:cNvPr id="6243" name="Google Shape;6243;p475"/>
            <p:cNvSpPr/>
            <p:nvPr/>
          </p:nvSpPr>
          <p:spPr>
            <a:xfrm>
              <a:off x="635479" y="1908653"/>
              <a:ext cx="272700" cy="2742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BM Plex Sans"/>
                <a:ea typeface="IBM Plex Sans"/>
                <a:cs typeface="IBM Plex Sans"/>
                <a:sym typeface="IBM Plex Sans"/>
              </a:endParaRPr>
            </a:p>
          </p:txBody>
        </p:sp>
        <p:sp>
          <p:nvSpPr>
            <p:cNvPr id="6244" name="Google Shape;6244;p475"/>
            <p:cNvSpPr/>
            <p:nvPr/>
          </p:nvSpPr>
          <p:spPr>
            <a:xfrm>
              <a:off x="5996350" y="1844450"/>
              <a:ext cx="402600" cy="402600"/>
            </a:xfrm>
            <a:prstGeom prst="diamond">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BM Plex Sans"/>
                <a:ea typeface="IBM Plex Sans"/>
                <a:cs typeface="IBM Plex Sans"/>
                <a:sym typeface="IBM Plex Sans"/>
              </a:endParaRPr>
            </a:p>
          </p:txBody>
        </p:sp>
        <p:sp>
          <p:nvSpPr>
            <p:cNvPr id="6245" name="Google Shape;6245;p475"/>
            <p:cNvSpPr/>
            <p:nvPr/>
          </p:nvSpPr>
          <p:spPr>
            <a:xfrm>
              <a:off x="6782315" y="1465549"/>
              <a:ext cx="623400" cy="402600"/>
            </a:xfrm>
            <a:prstGeom prst="roundRect">
              <a:avLst>
                <a:gd name="adj" fmla="val 16667"/>
              </a:avLst>
            </a:prstGeom>
            <a:solidFill>
              <a:srgbClr val="78A9F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700">
                  <a:latin typeface="IBM Plex Sans"/>
                  <a:ea typeface="IBM Plex Sans"/>
                  <a:cs typeface="IBM Plex Sans"/>
                  <a:sym typeface="IBM Plex Sans"/>
                </a:rPr>
                <a:t>MS Fabric agent</a:t>
              </a:r>
              <a:endParaRPr sz="700">
                <a:latin typeface="IBM Plex Sans"/>
                <a:ea typeface="IBM Plex Sans"/>
                <a:cs typeface="IBM Plex Sans"/>
                <a:sym typeface="IBM Plex Sans"/>
              </a:endParaRPr>
            </a:p>
          </p:txBody>
        </p:sp>
        <p:sp>
          <p:nvSpPr>
            <p:cNvPr id="6246" name="Google Shape;6246;p475"/>
            <p:cNvSpPr/>
            <p:nvPr/>
          </p:nvSpPr>
          <p:spPr>
            <a:xfrm>
              <a:off x="6782315" y="2270749"/>
              <a:ext cx="623400" cy="402600"/>
            </a:xfrm>
            <a:prstGeom prst="roundRect">
              <a:avLst>
                <a:gd name="adj" fmla="val 16667"/>
              </a:avLst>
            </a:prstGeom>
            <a:solidFill>
              <a:srgbClr val="78A9F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700">
                  <a:latin typeface="IBM Plex Sans"/>
                  <a:ea typeface="IBM Plex Sans"/>
                  <a:cs typeface="IBM Plex Sans"/>
                  <a:sym typeface="IBM Plex Sans"/>
                </a:rPr>
                <a:t>AutoGPT agent</a:t>
              </a:r>
              <a:endParaRPr sz="700">
                <a:latin typeface="IBM Plex Sans"/>
                <a:ea typeface="IBM Plex Sans"/>
                <a:cs typeface="IBM Plex Sans"/>
                <a:sym typeface="IBM Plex Sans"/>
              </a:endParaRPr>
            </a:p>
          </p:txBody>
        </p:sp>
        <p:sp>
          <p:nvSpPr>
            <p:cNvPr id="6247" name="Google Shape;6247;p475"/>
            <p:cNvSpPr/>
            <p:nvPr/>
          </p:nvSpPr>
          <p:spPr>
            <a:xfrm>
              <a:off x="7872279" y="1529753"/>
              <a:ext cx="272700" cy="274200"/>
            </a:xfrm>
            <a:prstGeom prst="ellipse">
              <a:avLst/>
            </a:prstGeom>
            <a:noFill/>
            <a:ln w="2857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BM Plex Sans"/>
                <a:ea typeface="IBM Plex Sans"/>
                <a:cs typeface="IBM Plex Sans"/>
                <a:sym typeface="IBM Plex Sans"/>
              </a:endParaRPr>
            </a:p>
          </p:txBody>
        </p:sp>
        <p:sp>
          <p:nvSpPr>
            <p:cNvPr id="6248" name="Google Shape;6248;p475"/>
            <p:cNvSpPr/>
            <p:nvPr/>
          </p:nvSpPr>
          <p:spPr>
            <a:xfrm>
              <a:off x="7872279" y="2334953"/>
              <a:ext cx="272700" cy="274200"/>
            </a:xfrm>
            <a:prstGeom prst="ellipse">
              <a:avLst/>
            </a:prstGeom>
            <a:noFill/>
            <a:ln w="2857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BM Plex Sans"/>
                <a:ea typeface="IBM Plex Sans"/>
                <a:cs typeface="IBM Plex Sans"/>
                <a:sym typeface="IBM Plex Sans"/>
              </a:endParaRPr>
            </a:p>
          </p:txBody>
        </p:sp>
        <p:cxnSp>
          <p:nvCxnSpPr>
            <p:cNvPr id="6249" name="Google Shape;6249;p475"/>
            <p:cNvCxnSpPr>
              <a:stCxn id="6243" idx="6"/>
              <a:endCxn id="6233" idx="1"/>
            </p:cNvCxnSpPr>
            <p:nvPr/>
          </p:nvCxnSpPr>
          <p:spPr>
            <a:xfrm>
              <a:off x="908179" y="2045753"/>
              <a:ext cx="363900" cy="0"/>
            </a:xfrm>
            <a:prstGeom prst="straightConnector1">
              <a:avLst/>
            </a:prstGeom>
            <a:noFill/>
            <a:ln w="9525" cap="flat" cmpd="sng">
              <a:solidFill>
                <a:schemeClr val="lt1"/>
              </a:solidFill>
              <a:prstDash val="solid"/>
              <a:round/>
              <a:headEnd type="none" w="med" len="med"/>
              <a:tailEnd type="triangle" w="med" len="med"/>
            </a:ln>
          </p:spPr>
        </p:cxnSp>
        <p:cxnSp>
          <p:nvCxnSpPr>
            <p:cNvPr id="6250" name="Google Shape;6250;p475"/>
            <p:cNvCxnSpPr>
              <a:stCxn id="6233" idx="3"/>
              <a:endCxn id="6234" idx="1"/>
            </p:cNvCxnSpPr>
            <p:nvPr/>
          </p:nvCxnSpPr>
          <p:spPr>
            <a:xfrm>
              <a:off x="1895338" y="2045749"/>
              <a:ext cx="363900" cy="0"/>
            </a:xfrm>
            <a:prstGeom prst="straightConnector1">
              <a:avLst/>
            </a:prstGeom>
            <a:noFill/>
            <a:ln w="9525" cap="flat" cmpd="sng">
              <a:solidFill>
                <a:schemeClr val="lt1"/>
              </a:solidFill>
              <a:prstDash val="solid"/>
              <a:round/>
              <a:headEnd type="none" w="med" len="med"/>
              <a:tailEnd type="triangle" w="med" len="med"/>
            </a:ln>
          </p:spPr>
        </p:cxnSp>
        <p:cxnSp>
          <p:nvCxnSpPr>
            <p:cNvPr id="6251" name="Google Shape;6251;p475"/>
            <p:cNvCxnSpPr>
              <a:stCxn id="6234" idx="3"/>
              <a:endCxn id="6235" idx="1"/>
            </p:cNvCxnSpPr>
            <p:nvPr/>
          </p:nvCxnSpPr>
          <p:spPr>
            <a:xfrm>
              <a:off x="2882490" y="2045749"/>
              <a:ext cx="414000" cy="0"/>
            </a:xfrm>
            <a:prstGeom prst="straightConnector1">
              <a:avLst/>
            </a:prstGeom>
            <a:noFill/>
            <a:ln w="9525" cap="flat" cmpd="sng">
              <a:solidFill>
                <a:schemeClr val="lt1"/>
              </a:solidFill>
              <a:prstDash val="solid"/>
              <a:round/>
              <a:headEnd type="none" w="med" len="med"/>
              <a:tailEnd type="triangle" w="med" len="med"/>
            </a:ln>
          </p:spPr>
        </p:cxnSp>
        <p:cxnSp>
          <p:nvCxnSpPr>
            <p:cNvPr id="6252" name="Google Shape;6252;p475"/>
            <p:cNvCxnSpPr>
              <a:stCxn id="6235" idx="3"/>
              <a:endCxn id="6244" idx="1"/>
            </p:cNvCxnSpPr>
            <p:nvPr/>
          </p:nvCxnSpPr>
          <p:spPr>
            <a:xfrm>
              <a:off x="5612975" y="2045750"/>
              <a:ext cx="383400" cy="0"/>
            </a:xfrm>
            <a:prstGeom prst="straightConnector1">
              <a:avLst/>
            </a:prstGeom>
            <a:noFill/>
            <a:ln w="9525" cap="flat" cmpd="sng">
              <a:solidFill>
                <a:schemeClr val="lt1"/>
              </a:solidFill>
              <a:prstDash val="solid"/>
              <a:round/>
              <a:headEnd type="none" w="med" len="med"/>
              <a:tailEnd type="triangle" w="med" len="med"/>
            </a:ln>
          </p:spPr>
        </p:cxnSp>
        <p:cxnSp>
          <p:nvCxnSpPr>
            <p:cNvPr id="6253" name="Google Shape;6253;p475"/>
            <p:cNvCxnSpPr>
              <a:stCxn id="6244" idx="0"/>
              <a:endCxn id="6245" idx="1"/>
            </p:cNvCxnSpPr>
            <p:nvPr/>
          </p:nvCxnSpPr>
          <p:spPr>
            <a:xfrm rot="-5400000">
              <a:off x="6401200" y="1463300"/>
              <a:ext cx="177600" cy="584700"/>
            </a:xfrm>
            <a:prstGeom prst="bentConnector2">
              <a:avLst/>
            </a:prstGeom>
            <a:noFill/>
            <a:ln w="9525" cap="flat" cmpd="sng">
              <a:solidFill>
                <a:schemeClr val="lt1"/>
              </a:solidFill>
              <a:prstDash val="solid"/>
              <a:round/>
              <a:headEnd type="none" w="med" len="med"/>
              <a:tailEnd type="triangle" w="med" len="med"/>
            </a:ln>
          </p:spPr>
        </p:cxnSp>
        <p:cxnSp>
          <p:nvCxnSpPr>
            <p:cNvPr id="6254" name="Google Shape;6254;p475"/>
            <p:cNvCxnSpPr>
              <a:stCxn id="6244" idx="2"/>
              <a:endCxn id="6246" idx="1"/>
            </p:cNvCxnSpPr>
            <p:nvPr/>
          </p:nvCxnSpPr>
          <p:spPr>
            <a:xfrm rot="-5400000" flipH="1">
              <a:off x="6377500" y="2067200"/>
              <a:ext cx="225000" cy="584700"/>
            </a:xfrm>
            <a:prstGeom prst="bentConnector2">
              <a:avLst/>
            </a:prstGeom>
            <a:noFill/>
            <a:ln w="9525" cap="flat" cmpd="sng">
              <a:solidFill>
                <a:schemeClr val="lt1"/>
              </a:solidFill>
              <a:prstDash val="solid"/>
              <a:round/>
              <a:headEnd type="none" w="med" len="med"/>
              <a:tailEnd type="triangle" w="med" len="med"/>
            </a:ln>
          </p:spPr>
        </p:cxnSp>
        <p:cxnSp>
          <p:nvCxnSpPr>
            <p:cNvPr id="6255" name="Google Shape;6255;p475"/>
            <p:cNvCxnSpPr>
              <a:stCxn id="6245" idx="3"/>
              <a:endCxn id="6247" idx="2"/>
            </p:cNvCxnSpPr>
            <p:nvPr/>
          </p:nvCxnSpPr>
          <p:spPr>
            <a:xfrm>
              <a:off x="7405715" y="1666849"/>
              <a:ext cx="466500" cy="0"/>
            </a:xfrm>
            <a:prstGeom prst="straightConnector1">
              <a:avLst/>
            </a:prstGeom>
            <a:noFill/>
            <a:ln w="9525" cap="flat" cmpd="sng">
              <a:solidFill>
                <a:schemeClr val="lt1"/>
              </a:solidFill>
              <a:prstDash val="solid"/>
              <a:round/>
              <a:headEnd type="none" w="med" len="med"/>
              <a:tailEnd type="triangle" w="med" len="med"/>
            </a:ln>
          </p:spPr>
        </p:cxnSp>
        <p:cxnSp>
          <p:nvCxnSpPr>
            <p:cNvPr id="6256" name="Google Shape;6256;p475"/>
            <p:cNvCxnSpPr>
              <a:stCxn id="6246" idx="3"/>
              <a:endCxn id="6248" idx="2"/>
            </p:cNvCxnSpPr>
            <p:nvPr/>
          </p:nvCxnSpPr>
          <p:spPr>
            <a:xfrm>
              <a:off x="7405715" y="2472049"/>
              <a:ext cx="466500" cy="0"/>
            </a:xfrm>
            <a:prstGeom prst="straightConnector1">
              <a:avLst/>
            </a:prstGeom>
            <a:noFill/>
            <a:ln w="9525" cap="flat" cmpd="sng">
              <a:solidFill>
                <a:schemeClr val="lt1"/>
              </a:solidFill>
              <a:prstDash val="solid"/>
              <a:round/>
              <a:headEnd type="none" w="med" len="med"/>
              <a:tailEnd type="triangle" w="med" len="med"/>
            </a:ln>
          </p:spPr>
        </p:cxnSp>
      </p:grpSp>
      <p:sp>
        <p:nvSpPr>
          <p:cNvPr id="6257" name="Google Shape;6257;p475"/>
          <p:cNvSpPr txBox="1"/>
          <p:nvPr/>
        </p:nvSpPr>
        <p:spPr>
          <a:xfrm>
            <a:off x="765225" y="3138825"/>
            <a:ext cx="2480700" cy="815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None/>
            </a:pPr>
            <a:r>
              <a:rPr lang="en" sz="1100" b="1">
                <a:solidFill>
                  <a:schemeClr val="accent2"/>
                </a:solidFill>
                <a:latin typeface="IBM Plex Sans"/>
                <a:ea typeface="IBM Plex Sans"/>
                <a:cs typeface="IBM Plex Sans"/>
                <a:sym typeface="IBM Plex Sans"/>
              </a:rPr>
              <a:t>Deterministic | Control</a:t>
            </a:r>
            <a:endParaRPr sz="1100">
              <a:solidFill>
                <a:schemeClr val="lt1"/>
              </a:solidFill>
              <a:latin typeface="IBM Plex Sans"/>
              <a:ea typeface="IBM Plex Sans"/>
              <a:cs typeface="IBM Plex Sans"/>
              <a:sym typeface="IBM Plex Sans"/>
            </a:endParaRPr>
          </a:p>
          <a:p>
            <a:pPr marL="0" lvl="0" indent="0" algn="l" rtl="0">
              <a:lnSpc>
                <a:spcPct val="100000"/>
              </a:lnSpc>
              <a:spcBef>
                <a:spcPts val="0"/>
              </a:spcBef>
              <a:spcAft>
                <a:spcPts val="0"/>
              </a:spcAft>
              <a:buNone/>
            </a:pPr>
            <a:r>
              <a:rPr lang="en" sz="1000">
                <a:solidFill>
                  <a:schemeClr val="lt1"/>
                </a:solidFill>
                <a:latin typeface="IBM Plex Sans"/>
                <a:ea typeface="IBM Plex Sans"/>
                <a:cs typeface="IBM Plex Sans"/>
                <a:sym typeface="IBM Plex Sans"/>
              </a:rPr>
              <a:t>What will happen in the process is determined ahead of time by a business process model defined BPMN</a:t>
            </a:r>
            <a:endParaRPr sz="1000">
              <a:solidFill>
                <a:schemeClr val="lt1"/>
              </a:solidFill>
              <a:latin typeface="IBM Plex Sans"/>
              <a:ea typeface="IBM Plex Sans"/>
              <a:cs typeface="IBM Plex Sans"/>
              <a:sym typeface="IBM Plex Sans"/>
            </a:endParaRPr>
          </a:p>
        </p:txBody>
      </p:sp>
      <p:sp>
        <p:nvSpPr>
          <p:cNvPr id="6258" name="Google Shape;6258;p475"/>
          <p:cNvSpPr txBox="1"/>
          <p:nvPr/>
        </p:nvSpPr>
        <p:spPr>
          <a:xfrm>
            <a:off x="6088200" y="4043975"/>
            <a:ext cx="2478000" cy="815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None/>
            </a:pPr>
            <a:r>
              <a:rPr lang="en" sz="1100" b="1">
                <a:solidFill>
                  <a:srgbClr val="78A9FF"/>
                </a:solidFill>
                <a:latin typeface="IBM Plex Sans"/>
                <a:ea typeface="IBM Plex Sans"/>
                <a:cs typeface="IBM Plex Sans"/>
                <a:sym typeface="IBM Plex Sans"/>
              </a:rPr>
              <a:t>Orchestrate across agents</a:t>
            </a:r>
            <a:endParaRPr sz="1100">
              <a:solidFill>
                <a:srgbClr val="78A9FF"/>
              </a:solidFill>
              <a:latin typeface="IBM Plex Sans"/>
              <a:ea typeface="IBM Plex Sans"/>
              <a:cs typeface="IBM Plex Sans"/>
              <a:sym typeface="IBM Plex Sans"/>
            </a:endParaRPr>
          </a:p>
          <a:p>
            <a:pPr marL="0" lvl="0" indent="0" algn="l" rtl="0">
              <a:lnSpc>
                <a:spcPct val="100000"/>
              </a:lnSpc>
              <a:spcBef>
                <a:spcPts val="0"/>
              </a:spcBef>
              <a:spcAft>
                <a:spcPts val="0"/>
              </a:spcAft>
              <a:buNone/>
            </a:pPr>
            <a:r>
              <a:rPr lang="en" sz="1000">
                <a:solidFill>
                  <a:schemeClr val="lt1"/>
                </a:solidFill>
                <a:latin typeface="IBM Plex Sans"/>
                <a:ea typeface="IBM Plex Sans"/>
                <a:cs typeface="IBM Plex Sans"/>
                <a:sym typeface="IBM Plex Sans"/>
              </a:rPr>
              <a:t>Combine agents from different agent builders and swap out agents without redesigning the business process</a:t>
            </a:r>
            <a:endParaRPr sz="1000" u="sng">
              <a:solidFill>
                <a:schemeClr val="lt1"/>
              </a:solidFill>
              <a:latin typeface="IBM Plex Sans"/>
              <a:ea typeface="IBM Plex Sans"/>
              <a:cs typeface="IBM Plex Sans"/>
              <a:sym typeface="IBM Plex Sans"/>
            </a:endParaRPr>
          </a:p>
        </p:txBody>
      </p:sp>
      <p:sp>
        <p:nvSpPr>
          <p:cNvPr id="6259" name="Google Shape;6259;p475"/>
          <p:cNvSpPr txBox="1"/>
          <p:nvPr/>
        </p:nvSpPr>
        <p:spPr>
          <a:xfrm>
            <a:off x="765225" y="4043975"/>
            <a:ext cx="2480700" cy="815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100" b="1">
                <a:solidFill>
                  <a:srgbClr val="6967FF"/>
                </a:solidFill>
                <a:latin typeface="IBM Plex Sans"/>
                <a:ea typeface="IBM Plex Sans"/>
                <a:cs typeface="IBM Plex Sans"/>
                <a:sym typeface="IBM Plex Sans"/>
              </a:rPr>
              <a:t>Non-deterministic | Flexibility</a:t>
            </a:r>
            <a:endParaRPr sz="1100">
              <a:solidFill>
                <a:srgbClr val="6967FF"/>
              </a:solidFill>
              <a:latin typeface="IBM Plex Sans"/>
              <a:ea typeface="IBM Plex Sans"/>
              <a:cs typeface="IBM Plex Sans"/>
              <a:sym typeface="IBM Plex Sans"/>
            </a:endParaRPr>
          </a:p>
          <a:p>
            <a:pPr marL="0" lvl="0" indent="0" algn="l" rtl="0">
              <a:spcBef>
                <a:spcPts val="0"/>
              </a:spcBef>
              <a:spcAft>
                <a:spcPts val="0"/>
              </a:spcAft>
              <a:buNone/>
            </a:pPr>
            <a:r>
              <a:rPr lang="en" sz="1000">
                <a:solidFill>
                  <a:schemeClr val="lt1"/>
                </a:solidFill>
                <a:latin typeface="IBM Plex Sans"/>
                <a:ea typeface="IBM Plex Sans"/>
                <a:cs typeface="IBM Plex Sans"/>
                <a:sym typeface="IBM Plex Sans"/>
              </a:rPr>
              <a:t>An agent determines what happens as the process runs, leveraging AI models and real-time process data</a:t>
            </a:r>
            <a:endParaRPr/>
          </a:p>
        </p:txBody>
      </p:sp>
      <p:sp>
        <p:nvSpPr>
          <p:cNvPr id="6260" name="Google Shape;6260;p475"/>
          <p:cNvSpPr txBox="1"/>
          <p:nvPr/>
        </p:nvSpPr>
        <p:spPr>
          <a:xfrm>
            <a:off x="6086856" y="3138825"/>
            <a:ext cx="2478000" cy="815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None/>
            </a:pPr>
            <a:r>
              <a:rPr lang="en" sz="1100" b="1">
                <a:solidFill>
                  <a:srgbClr val="FFF56F"/>
                </a:solidFill>
                <a:latin typeface="IBM Plex Sans"/>
                <a:ea typeface="IBM Plex Sans"/>
                <a:cs typeface="IBM Plex Sans"/>
                <a:sym typeface="IBM Plex Sans"/>
              </a:rPr>
              <a:t>Humans in the loop</a:t>
            </a:r>
            <a:endParaRPr sz="1100">
              <a:solidFill>
                <a:srgbClr val="FFF56F"/>
              </a:solidFill>
              <a:latin typeface="IBM Plex Sans"/>
              <a:ea typeface="IBM Plex Sans"/>
              <a:cs typeface="IBM Plex Sans"/>
              <a:sym typeface="IBM Plex Sans"/>
            </a:endParaRPr>
          </a:p>
          <a:p>
            <a:pPr marL="0" lvl="0" indent="0" algn="l" rtl="0">
              <a:lnSpc>
                <a:spcPct val="100000"/>
              </a:lnSpc>
              <a:spcBef>
                <a:spcPts val="0"/>
              </a:spcBef>
              <a:spcAft>
                <a:spcPts val="0"/>
              </a:spcAft>
              <a:buNone/>
            </a:pPr>
            <a:r>
              <a:rPr lang="en" sz="1000">
                <a:solidFill>
                  <a:schemeClr val="lt1"/>
                </a:solidFill>
                <a:latin typeface="IBM Plex Sans"/>
                <a:ea typeface="IBM Plex Sans"/>
                <a:cs typeface="IBM Plex Sans"/>
                <a:sym typeface="IBM Plex Sans"/>
              </a:rPr>
              <a:t>Ensure agents request human intervention when their confidence level is low or more data is needed</a:t>
            </a:r>
            <a:endParaRPr sz="1000" u="sng">
              <a:solidFill>
                <a:schemeClr val="lt1"/>
              </a:solidFill>
              <a:latin typeface="IBM Plex Sans"/>
              <a:ea typeface="IBM Plex Sans"/>
              <a:cs typeface="IBM Plex Sans"/>
              <a:sym typeface="IBM Plex Sans"/>
            </a:endParaRPr>
          </a:p>
        </p:txBody>
      </p:sp>
      <p:sp>
        <p:nvSpPr>
          <p:cNvPr id="6261" name="Google Shape;6261;p475"/>
          <p:cNvSpPr/>
          <p:nvPr/>
        </p:nvSpPr>
        <p:spPr>
          <a:xfrm>
            <a:off x="3652200" y="1152477"/>
            <a:ext cx="221121" cy="234172"/>
          </a:xfrm>
          <a:custGeom>
            <a:avLst/>
            <a:gdLst/>
            <a:ahLst/>
            <a:cxnLst/>
            <a:rect l="l" t="t" r="r" b="b"/>
            <a:pathLst>
              <a:path w="197871" h="209550" extrusionOk="0">
                <a:moveTo>
                  <a:pt x="98769" y="31699"/>
                </a:moveTo>
                <a:lnTo>
                  <a:pt x="105109" y="51720"/>
                </a:lnTo>
                <a:lnTo>
                  <a:pt x="106443" y="55391"/>
                </a:lnTo>
                <a:lnTo>
                  <a:pt x="108112" y="58727"/>
                </a:lnTo>
                <a:lnTo>
                  <a:pt x="109780" y="62398"/>
                </a:lnTo>
                <a:lnTo>
                  <a:pt x="111448" y="65735"/>
                </a:lnTo>
                <a:lnTo>
                  <a:pt x="113450" y="68738"/>
                </a:lnTo>
                <a:lnTo>
                  <a:pt x="115786" y="72075"/>
                </a:lnTo>
                <a:lnTo>
                  <a:pt x="118122" y="75078"/>
                </a:lnTo>
                <a:lnTo>
                  <a:pt x="120458" y="77747"/>
                </a:lnTo>
                <a:lnTo>
                  <a:pt x="123127" y="80416"/>
                </a:lnTo>
                <a:lnTo>
                  <a:pt x="125797" y="83086"/>
                </a:lnTo>
                <a:lnTo>
                  <a:pt x="128800" y="85755"/>
                </a:lnTo>
                <a:lnTo>
                  <a:pt x="131803" y="88091"/>
                </a:lnTo>
                <a:lnTo>
                  <a:pt x="135140" y="90093"/>
                </a:lnTo>
                <a:lnTo>
                  <a:pt x="138476" y="92095"/>
                </a:lnTo>
                <a:lnTo>
                  <a:pt x="141813" y="93764"/>
                </a:lnTo>
                <a:lnTo>
                  <a:pt x="145484" y="95432"/>
                </a:lnTo>
                <a:lnTo>
                  <a:pt x="166839" y="104775"/>
                </a:lnTo>
                <a:lnTo>
                  <a:pt x="145484" y="114118"/>
                </a:lnTo>
                <a:lnTo>
                  <a:pt x="141813" y="115786"/>
                </a:lnTo>
                <a:lnTo>
                  <a:pt x="138476" y="117455"/>
                </a:lnTo>
                <a:lnTo>
                  <a:pt x="135140" y="119457"/>
                </a:lnTo>
                <a:lnTo>
                  <a:pt x="131803" y="121459"/>
                </a:lnTo>
                <a:lnTo>
                  <a:pt x="128800" y="123795"/>
                </a:lnTo>
                <a:lnTo>
                  <a:pt x="125797" y="126464"/>
                </a:lnTo>
                <a:lnTo>
                  <a:pt x="123127" y="128800"/>
                </a:lnTo>
                <a:lnTo>
                  <a:pt x="120458" y="131803"/>
                </a:lnTo>
                <a:lnTo>
                  <a:pt x="117788" y="134472"/>
                </a:lnTo>
                <a:lnTo>
                  <a:pt x="115786" y="137475"/>
                </a:lnTo>
                <a:lnTo>
                  <a:pt x="113450" y="140812"/>
                </a:lnTo>
                <a:lnTo>
                  <a:pt x="111448" y="143815"/>
                </a:lnTo>
                <a:lnTo>
                  <a:pt x="109780" y="147152"/>
                </a:lnTo>
                <a:lnTo>
                  <a:pt x="108112" y="150489"/>
                </a:lnTo>
                <a:lnTo>
                  <a:pt x="106443" y="154159"/>
                </a:lnTo>
                <a:lnTo>
                  <a:pt x="105109" y="157830"/>
                </a:lnTo>
                <a:lnTo>
                  <a:pt x="98769" y="177851"/>
                </a:lnTo>
                <a:lnTo>
                  <a:pt x="92429" y="157830"/>
                </a:lnTo>
                <a:lnTo>
                  <a:pt x="91094" y="154159"/>
                </a:lnTo>
                <a:lnTo>
                  <a:pt x="89759" y="150823"/>
                </a:lnTo>
                <a:lnTo>
                  <a:pt x="88091" y="147152"/>
                </a:lnTo>
                <a:lnTo>
                  <a:pt x="86423" y="143815"/>
                </a:lnTo>
                <a:lnTo>
                  <a:pt x="84421" y="140812"/>
                </a:lnTo>
                <a:lnTo>
                  <a:pt x="82085" y="137475"/>
                </a:lnTo>
                <a:lnTo>
                  <a:pt x="79749" y="134472"/>
                </a:lnTo>
                <a:lnTo>
                  <a:pt x="77413" y="131803"/>
                </a:lnTo>
                <a:lnTo>
                  <a:pt x="74744" y="128800"/>
                </a:lnTo>
                <a:lnTo>
                  <a:pt x="71741" y="126464"/>
                </a:lnTo>
                <a:lnTo>
                  <a:pt x="69071" y="123795"/>
                </a:lnTo>
                <a:lnTo>
                  <a:pt x="65735" y="121459"/>
                </a:lnTo>
                <a:lnTo>
                  <a:pt x="62731" y="119457"/>
                </a:lnTo>
                <a:lnTo>
                  <a:pt x="59395" y="117455"/>
                </a:lnTo>
                <a:lnTo>
                  <a:pt x="56058" y="115786"/>
                </a:lnTo>
                <a:lnTo>
                  <a:pt x="52387" y="114118"/>
                </a:lnTo>
                <a:lnTo>
                  <a:pt x="31032" y="104775"/>
                </a:lnTo>
                <a:lnTo>
                  <a:pt x="52387" y="95432"/>
                </a:lnTo>
                <a:lnTo>
                  <a:pt x="56058" y="93764"/>
                </a:lnTo>
                <a:lnTo>
                  <a:pt x="59395" y="92095"/>
                </a:lnTo>
                <a:lnTo>
                  <a:pt x="62731" y="90093"/>
                </a:lnTo>
                <a:lnTo>
                  <a:pt x="65735" y="87757"/>
                </a:lnTo>
                <a:lnTo>
                  <a:pt x="69071" y="85755"/>
                </a:lnTo>
                <a:lnTo>
                  <a:pt x="71741" y="83086"/>
                </a:lnTo>
                <a:lnTo>
                  <a:pt x="74744" y="80416"/>
                </a:lnTo>
                <a:lnTo>
                  <a:pt x="77413" y="77747"/>
                </a:lnTo>
                <a:lnTo>
                  <a:pt x="79749" y="75078"/>
                </a:lnTo>
                <a:lnTo>
                  <a:pt x="82085" y="72075"/>
                </a:lnTo>
                <a:lnTo>
                  <a:pt x="84421" y="68738"/>
                </a:lnTo>
                <a:lnTo>
                  <a:pt x="86423" y="65735"/>
                </a:lnTo>
                <a:lnTo>
                  <a:pt x="88091" y="62398"/>
                </a:lnTo>
                <a:lnTo>
                  <a:pt x="89759" y="58727"/>
                </a:lnTo>
                <a:lnTo>
                  <a:pt x="91094" y="55391"/>
                </a:lnTo>
                <a:lnTo>
                  <a:pt x="92429" y="51720"/>
                </a:lnTo>
                <a:lnTo>
                  <a:pt x="98769" y="31699"/>
                </a:lnTo>
                <a:close/>
                <a:moveTo>
                  <a:pt x="98769" y="0"/>
                </a:moveTo>
                <a:lnTo>
                  <a:pt x="94765" y="334"/>
                </a:lnTo>
                <a:lnTo>
                  <a:pt x="90427" y="1335"/>
                </a:lnTo>
                <a:lnTo>
                  <a:pt x="86756" y="2669"/>
                </a:lnTo>
                <a:lnTo>
                  <a:pt x="83419" y="5005"/>
                </a:lnTo>
                <a:lnTo>
                  <a:pt x="80083" y="7675"/>
                </a:lnTo>
                <a:lnTo>
                  <a:pt x="77413" y="10678"/>
                </a:lnTo>
                <a:lnTo>
                  <a:pt x="75411" y="14014"/>
                </a:lnTo>
                <a:lnTo>
                  <a:pt x="73743" y="18019"/>
                </a:lnTo>
                <a:lnTo>
                  <a:pt x="65735" y="43712"/>
                </a:lnTo>
                <a:lnTo>
                  <a:pt x="64066" y="48050"/>
                </a:lnTo>
                <a:lnTo>
                  <a:pt x="61730" y="52388"/>
                </a:lnTo>
                <a:lnTo>
                  <a:pt x="59061" y="56058"/>
                </a:lnTo>
                <a:lnTo>
                  <a:pt x="56392" y="59728"/>
                </a:lnTo>
                <a:lnTo>
                  <a:pt x="53055" y="63065"/>
                </a:lnTo>
                <a:lnTo>
                  <a:pt x="49384" y="66068"/>
                </a:lnTo>
                <a:lnTo>
                  <a:pt x="45047" y="68404"/>
                </a:lnTo>
                <a:lnTo>
                  <a:pt x="41042" y="70740"/>
                </a:lnTo>
                <a:lnTo>
                  <a:pt x="15349" y="81418"/>
                </a:lnTo>
                <a:lnTo>
                  <a:pt x="12012" y="83420"/>
                </a:lnTo>
                <a:lnTo>
                  <a:pt x="9009" y="85422"/>
                </a:lnTo>
                <a:lnTo>
                  <a:pt x="6340" y="88091"/>
                </a:lnTo>
                <a:lnTo>
                  <a:pt x="4004" y="90761"/>
                </a:lnTo>
                <a:lnTo>
                  <a:pt x="2336" y="94097"/>
                </a:lnTo>
                <a:lnTo>
                  <a:pt x="1001" y="97434"/>
                </a:lnTo>
                <a:lnTo>
                  <a:pt x="334" y="101105"/>
                </a:lnTo>
                <a:lnTo>
                  <a:pt x="0" y="104775"/>
                </a:lnTo>
                <a:lnTo>
                  <a:pt x="334" y="108445"/>
                </a:lnTo>
                <a:lnTo>
                  <a:pt x="1001" y="112116"/>
                </a:lnTo>
                <a:lnTo>
                  <a:pt x="2336" y="115453"/>
                </a:lnTo>
                <a:lnTo>
                  <a:pt x="4004" y="118789"/>
                </a:lnTo>
                <a:lnTo>
                  <a:pt x="6340" y="121459"/>
                </a:lnTo>
                <a:lnTo>
                  <a:pt x="9009" y="124128"/>
                </a:lnTo>
                <a:lnTo>
                  <a:pt x="12012" y="126130"/>
                </a:lnTo>
                <a:lnTo>
                  <a:pt x="15349" y="128132"/>
                </a:lnTo>
                <a:lnTo>
                  <a:pt x="41042" y="138810"/>
                </a:lnTo>
                <a:lnTo>
                  <a:pt x="45047" y="141146"/>
                </a:lnTo>
                <a:lnTo>
                  <a:pt x="49051" y="143482"/>
                </a:lnTo>
                <a:lnTo>
                  <a:pt x="53055" y="146485"/>
                </a:lnTo>
                <a:lnTo>
                  <a:pt x="56392" y="149822"/>
                </a:lnTo>
                <a:lnTo>
                  <a:pt x="59061" y="153492"/>
                </a:lnTo>
                <a:lnTo>
                  <a:pt x="61730" y="157163"/>
                </a:lnTo>
                <a:lnTo>
                  <a:pt x="64066" y="161500"/>
                </a:lnTo>
                <a:lnTo>
                  <a:pt x="65735" y="165838"/>
                </a:lnTo>
                <a:lnTo>
                  <a:pt x="73743" y="191531"/>
                </a:lnTo>
                <a:lnTo>
                  <a:pt x="75411" y="195536"/>
                </a:lnTo>
                <a:lnTo>
                  <a:pt x="77413" y="198872"/>
                </a:lnTo>
                <a:lnTo>
                  <a:pt x="80083" y="201875"/>
                </a:lnTo>
                <a:lnTo>
                  <a:pt x="83419" y="204545"/>
                </a:lnTo>
                <a:lnTo>
                  <a:pt x="86756" y="206547"/>
                </a:lnTo>
                <a:lnTo>
                  <a:pt x="90427" y="208215"/>
                </a:lnTo>
                <a:lnTo>
                  <a:pt x="94431" y="209216"/>
                </a:lnTo>
                <a:lnTo>
                  <a:pt x="98769" y="209550"/>
                </a:lnTo>
                <a:lnTo>
                  <a:pt x="103106" y="209216"/>
                </a:lnTo>
                <a:lnTo>
                  <a:pt x="107111" y="208215"/>
                </a:lnTo>
                <a:lnTo>
                  <a:pt x="111115" y="206547"/>
                </a:lnTo>
                <a:lnTo>
                  <a:pt x="114452" y="204545"/>
                </a:lnTo>
                <a:lnTo>
                  <a:pt x="117455" y="201875"/>
                </a:lnTo>
                <a:lnTo>
                  <a:pt x="120124" y="198872"/>
                </a:lnTo>
                <a:lnTo>
                  <a:pt x="122460" y="195536"/>
                </a:lnTo>
                <a:lnTo>
                  <a:pt x="123795" y="191531"/>
                </a:lnTo>
                <a:lnTo>
                  <a:pt x="132136" y="165838"/>
                </a:lnTo>
                <a:lnTo>
                  <a:pt x="133805" y="161500"/>
                </a:lnTo>
                <a:lnTo>
                  <a:pt x="135807" y="157163"/>
                </a:lnTo>
                <a:lnTo>
                  <a:pt x="138476" y="153492"/>
                </a:lnTo>
                <a:lnTo>
                  <a:pt x="141479" y="149822"/>
                </a:lnTo>
                <a:lnTo>
                  <a:pt x="144816" y="146485"/>
                </a:lnTo>
                <a:lnTo>
                  <a:pt x="148487" y="143482"/>
                </a:lnTo>
                <a:lnTo>
                  <a:pt x="152491" y="141146"/>
                </a:lnTo>
                <a:lnTo>
                  <a:pt x="156829" y="138810"/>
                </a:lnTo>
                <a:lnTo>
                  <a:pt x="182188" y="128132"/>
                </a:lnTo>
                <a:lnTo>
                  <a:pt x="185525" y="126130"/>
                </a:lnTo>
                <a:lnTo>
                  <a:pt x="188862" y="124128"/>
                </a:lnTo>
                <a:lnTo>
                  <a:pt x="191531" y="121459"/>
                </a:lnTo>
                <a:lnTo>
                  <a:pt x="193533" y="118789"/>
                </a:lnTo>
                <a:lnTo>
                  <a:pt x="195535" y="115453"/>
                </a:lnTo>
                <a:lnTo>
                  <a:pt x="196870" y="112116"/>
                </a:lnTo>
                <a:lnTo>
                  <a:pt x="197537" y="108445"/>
                </a:lnTo>
                <a:lnTo>
                  <a:pt x="197871" y="104775"/>
                </a:lnTo>
                <a:lnTo>
                  <a:pt x="197537" y="101105"/>
                </a:lnTo>
                <a:lnTo>
                  <a:pt x="196870" y="97434"/>
                </a:lnTo>
                <a:lnTo>
                  <a:pt x="195535" y="94097"/>
                </a:lnTo>
                <a:lnTo>
                  <a:pt x="193533" y="90761"/>
                </a:lnTo>
                <a:lnTo>
                  <a:pt x="191531" y="88091"/>
                </a:lnTo>
                <a:lnTo>
                  <a:pt x="188862" y="85422"/>
                </a:lnTo>
                <a:lnTo>
                  <a:pt x="185525" y="83420"/>
                </a:lnTo>
                <a:lnTo>
                  <a:pt x="182188" y="81418"/>
                </a:lnTo>
                <a:lnTo>
                  <a:pt x="156829" y="70740"/>
                </a:lnTo>
                <a:lnTo>
                  <a:pt x="152491" y="68404"/>
                </a:lnTo>
                <a:lnTo>
                  <a:pt x="148487" y="66068"/>
                </a:lnTo>
                <a:lnTo>
                  <a:pt x="144816" y="63065"/>
                </a:lnTo>
                <a:lnTo>
                  <a:pt x="141479" y="59728"/>
                </a:lnTo>
                <a:lnTo>
                  <a:pt x="138476" y="56058"/>
                </a:lnTo>
                <a:lnTo>
                  <a:pt x="135807" y="52388"/>
                </a:lnTo>
                <a:lnTo>
                  <a:pt x="133805" y="48050"/>
                </a:lnTo>
                <a:lnTo>
                  <a:pt x="132136" y="43712"/>
                </a:lnTo>
                <a:lnTo>
                  <a:pt x="123795" y="18019"/>
                </a:lnTo>
                <a:lnTo>
                  <a:pt x="122460" y="14014"/>
                </a:lnTo>
                <a:lnTo>
                  <a:pt x="120124" y="10678"/>
                </a:lnTo>
                <a:lnTo>
                  <a:pt x="117455" y="7675"/>
                </a:lnTo>
                <a:lnTo>
                  <a:pt x="114452" y="5005"/>
                </a:lnTo>
                <a:lnTo>
                  <a:pt x="111115" y="2669"/>
                </a:lnTo>
                <a:lnTo>
                  <a:pt x="107111" y="1335"/>
                </a:lnTo>
                <a:lnTo>
                  <a:pt x="103106" y="334"/>
                </a:lnTo>
                <a:lnTo>
                  <a:pt x="98769" y="0"/>
                </a:lnTo>
                <a:close/>
              </a:path>
            </a:pathLst>
          </a:custGeom>
          <a:solidFill>
            <a:srgbClr val="6967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62" name="Google Shape;6262;p475"/>
          <p:cNvSpPr txBox="1"/>
          <p:nvPr/>
        </p:nvSpPr>
        <p:spPr>
          <a:xfrm>
            <a:off x="457200" y="571500"/>
            <a:ext cx="8054400" cy="2841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sz="1200" i="1">
                <a:solidFill>
                  <a:schemeClr val="lt1"/>
                </a:solidFill>
                <a:latin typeface="IBM Plex Sans"/>
                <a:ea typeface="IBM Plex Sans"/>
                <a:cs typeface="IBM Plex Sans"/>
                <a:sym typeface="IBM Plex Sans"/>
              </a:rPr>
              <a:t>Combine Camunda agents with agents from other providers, enabling both pro-code and low-code users</a:t>
            </a:r>
            <a:endParaRPr sz="1200" i="1">
              <a:solidFill>
                <a:schemeClr val="lt1"/>
              </a:solidFill>
              <a:latin typeface="IBM Plex Sans"/>
              <a:ea typeface="IBM Plex Sans"/>
              <a:cs typeface="IBM Plex Sans"/>
              <a:sym typeface="IBM Plex Sans"/>
            </a:endParaRPr>
          </a:p>
        </p:txBody>
      </p:sp>
      <p:sp>
        <p:nvSpPr>
          <p:cNvPr id="6263" name="Google Shape;6263;p475"/>
          <p:cNvSpPr txBox="1">
            <a:spLocks noGrp="1"/>
          </p:cNvSpPr>
          <p:nvPr>
            <p:ph type="title"/>
          </p:nvPr>
        </p:nvSpPr>
        <p:spPr>
          <a:xfrm>
            <a:off x="457200" y="114300"/>
            <a:ext cx="8229600" cy="369300"/>
          </a:xfrm>
          <a:prstGeom prst="rect">
            <a:avLst/>
          </a:prstGeom>
        </p:spPr>
        <p:txBody>
          <a:bodyPr spcFirstLastPara="1" wrap="square" lIns="0" tIns="0" rIns="0" bIns="0" anchor="t" anchorCtr="0">
            <a:spAutoFit/>
          </a:bodyPr>
          <a:lstStyle/>
          <a:p>
            <a:pPr marL="0" lvl="0" indent="0" algn="l" rtl="0">
              <a:spcBef>
                <a:spcPts val="0"/>
              </a:spcBef>
              <a:spcAft>
                <a:spcPts val="0"/>
              </a:spcAft>
              <a:buNone/>
            </a:pPr>
            <a:r>
              <a:rPr lang="en" sz="2400">
                <a:solidFill>
                  <a:schemeClr val="lt1"/>
                </a:solidFill>
              </a:rPr>
              <a:t>Camunda</a:t>
            </a:r>
            <a:r>
              <a:rPr lang="en" sz="2400" b="0">
                <a:solidFill>
                  <a:schemeClr val="lt1"/>
                </a:solidFill>
              </a:rPr>
              <a:t> |</a:t>
            </a:r>
            <a:r>
              <a:rPr lang="en" sz="2400">
                <a:solidFill>
                  <a:schemeClr val="lt1"/>
                </a:solidFill>
              </a:rPr>
              <a:t> </a:t>
            </a:r>
            <a:r>
              <a:rPr lang="en" sz="2400" b="0">
                <a:solidFill>
                  <a:schemeClr val="lt1"/>
                </a:solidFill>
                <a:latin typeface="IBM Plex Sans Light"/>
                <a:ea typeface="IBM Plex Sans Light"/>
                <a:cs typeface="IBM Plex Sans Light"/>
                <a:sym typeface="IBM Plex Sans Light"/>
              </a:rPr>
              <a:t>Agentic Orchestration</a:t>
            </a:r>
            <a:endParaRPr sz="2400" b="0">
              <a:solidFill>
                <a:schemeClr val="lt1"/>
              </a:solidFill>
              <a:latin typeface="IBM Plex Sans Light"/>
              <a:ea typeface="IBM Plex Sans Light"/>
              <a:cs typeface="IBM Plex Sans Light"/>
              <a:sym typeface="IBM Plex Sans Light"/>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6267"/>
        <p:cNvGrpSpPr/>
        <p:nvPr/>
      </p:nvGrpSpPr>
      <p:grpSpPr>
        <a:xfrm>
          <a:off x="0" y="0"/>
          <a:ext cx="0" cy="0"/>
          <a:chOff x="0" y="0"/>
          <a:chExt cx="0" cy="0"/>
        </a:xfrm>
      </p:grpSpPr>
      <p:sp>
        <p:nvSpPr>
          <p:cNvPr id="6268" name="Google Shape;6268;p476"/>
          <p:cNvSpPr txBox="1">
            <a:spLocks noGrp="1"/>
          </p:cNvSpPr>
          <p:nvPr>
            <p:ph type="title"/>
          </p:nvPr>
        </p:nvSpPr>
        <p:spPr>
          <a:xfrm>
            <a:off x="457201" y="114300"/>
            <a:ext cx="8229600" cy="369300"/>
          </a:xfrm>
          <a:prstGeom prst="rect">
            <a:avLst/>
          </a:prstGeom>
        </p:spPr>
        <p:txBody>
          <a:bodyPr spcFirstLastPara="1" wrap="square" lIns="0" tIns="0" rIns="0" bIns="0" anchor="t" anchorCtr="0">
            <a:spAutoFit/>
          </a:bodyPr>
          <a:lstStyle/>
          <a:p>
            <a:pPr marL="0" lvl="0" indent="0" algn="l" rtl="0">
              <a:spcBef>
                <a:spcPts val="0"/>
              </a:spcBef>
              <a:spcAft>
                <a:spcPts val="0"/>
              </a:spcAft>
              <a:buNone/>
            </a:pPr>
            <a:r>
              <a:rPr lang="en" sz="2400"/>
              <a:t>Roadmap to operationalizing AI</a:t>
            </a:r>
            <a:endParaRPr sz="2400" b="0"/>
          </a:p>
        </p:txBody>
      </p:sp>
      <p:grpSp>
        <p:nvGrpSpPr>
          <p:cNvPr id="6269" name="Google Shape;6269;p476"/>
          <p:cNvGrpSpPr/>
          <p:nvPr/>
        </p:nvGrpSpPr>
        <p:grpSpPr>
          <a:xfrm>
            <a:off x="241212" y="1159375"/>
            <a:ext cx="1813054" cy="2645772"/>
            <a:chOff x="241212" y="1159375"/>
            <a:chExt cx="1813054" cy="2645772"/>
          </a:xfrm>
        </p:grpSpPr>
        <p:sp>
          <p:nvSpPr>
            <p:cNvPr id="6270" name="Google Shape;6270;p476"/>
            <p:cNvSpPr/>
            <p:nvPr/>
          </p:nvSpPr>
          <p:spPr>
            <a:xfrm rot="10800000" flipH="1">
              <a:off x="1178258" y="1516927"/>
              <a:ext cx="107406" cy="344229"/>
            </a:xfrm>
            <a:custGeom>
              <a:avLst/>
              <a:gdLst/>
              <a:ahLst/>
              <a:cxnLst/>
              <a:rect l="l" t="t" r="r" b="b"/>
              <a:pathLst>
                <a:path w="4919" h="15765" extrusionOk="0">
                  <a:moveTo>
                    <a:pt x="2454" y="0"/>
                  </a:moveTo>
                  <a:cubicBezTo>
                    <a:pt x="1084" y="0"/>
                    <a:pt x="1" y="1108"/>
                    <a:pt x="1" y="2477"/>
                  </a:cubicBezTo>
                  <a:cubicBezTo>
                    <a:pt x="1" y="3727"/>
                    <a:pt x="977" y="4763"/>
                    <a:pt x="2168" y="4918"/>
                  </a:cubicBezTo>
                  <a:lnTo>
                    <a:pt x="2168" y="15764"/>
                  </a:lnTo>
                  <a:lnTo>
                    <a:pt x="2763" y="15764"/>
                  </a:lnTo>
                  <a:lnTo>
                    <a:pt x="2763" y="4918"/>
                  </a:lnTo>
                  <a:cubicBezTo>
                    <a:pt x="3954" y="4763"/>
                    <a:pt x="4918" y="3727"/>
                    <a:pt x="4918" y="2477"/>
                  </a:cubicBezTo>
                  <a:cubicBezTo>
                    <a:pt x="4918" y="1108"/>
                    <a:pt x="3823" y="0"/>
                    <a:pt x="2454" y="0"/>
                  </a:cubicBezTo>
                  <a:close/>
                </a:path>
              </a:pathLst>
            </a:custGeom>
            <a:solidFill>
              <a:srgbClr val="5EB2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latin typeface="IBM Plex Sans"/>
                <a:ea typeface="IBM Plex Sans"/>
                <a:cs typeface="IBM Plex Sans"/>
                <a:sym typeface="IBM Plex Sans"/>
              </a:endParaRPr>
            </a:p>
          </p:txBody>
        </p:sp>
        <p:sp>
          <p:nvSpPr>
            <p:cNvPr id="6271" name="Google Shape;6271;p476"/>
            <p:cNvSpPr/>
            <p:nvPr/>
          </p:nvSpPr>
          <p:spPr>
            <a:xfrm>
              <a:off x="457200" y="1810425"/>
              <a:ext cx="1597066" cy="171359"/>
            </a:xfrm>
            <a:custGeom>
              <a:avLst/>
              <a:gdLst/>
              <a:ahLst/>
              <a:cxnLst/>
              <a:rect l="l" t="t" r="r" b="b"/>
              <a:pathLst>
                <a:path w="63985" h="7847" extrusionOk="0">
                  <a:moveTo>
                    <a:pt x="2679" y="703"/>
                  </a:moveTo>
                  <a:cubicBezTo>
                    <a:pt x="2429" y="846"/>
                    <a:pt x="2167" y="1179"/>
                    <a:pt x="1917" y="1429"/>
                  </a:cubicBezTo>
                  <a:lnTo>
                    <a:pt x="1334" y="703"/>
                  </a:lnTo>
                  <a:close/>
                  <a:moveTo>
                    <a:pt x="4239" y="703"/>
                  </a:moveTo>
                  <a:cubicBezTo>
                    <a:pt x="3703" y="1143"/>
                    <a:pt x="3167" y="1774"/>
                    <a:pt x="2644" y="2322"/>
                  </a:cubicBezTo>
                  <a:lnTo>
                    <a:pt x="2048" y="1572"/>
                  </a:lnTo>
                  <a:cubicBezTo>
                    <a:pt x="2358" y="1262"/>
                    <a:pt x="2667" y="1000"/>
                    <a:pt x="2977" y="703"/>
                  </a:cubicBezTo>
                  <a:close/>
                  <a:moveTo>
                    <a:pt x="6215" y="703"/>
                  </a:moveTo>
                  <a:cubicBezTo>
                    <a:pt x="5299" y="1596"/>
                    <a:pt x="4394" y="2477"/>
                    <a:pt x="3501" y="3394"/>
                  </a:cubicBezTo>
                  <a:lnTo>
                    <a:pt x="2917" y="2655"/>
                  </a:lnTo>
                  <a:cubicBezTo>
                    <a:pt x="3572" y="2001"/>
                    <a:pt x="4227" y="1298"/>
                    <a:pt x="4882" y="703"/>
                  </a:cubicBezTo>
                  <a:close/>
                  <a:moveTo>
                    <a:pt x="22134" y="703"/>
                  </a:moveTo>
                  <a:cubicBezTo>
                    <a:pt x="19979" y="2786"/>
                    <a:pt x="17824" y="5037"/>
                    <a:pt x="15681" y="7239"/>
                  </a:cubicBezTo>
                  <a:lnTo>
                    <a:pt x="14204" y="7227"/>
                  </a:lnTo>
                  <a:cubicBezTo>
                    <a:pt x="16467" y="5025"/>
                    <a:pt x="18765" y="2786"/>
                    <a:pt x="21051" y="703"/>
                  </a:cubicBezTo>
                  <a:close/>
                  <a:moveTo>
                    <a:pt x="54079" y="703"/>
                  </a:moveTo>
                  <a:cubicBezTo>
                    <a:pt x="51828" y="2786"/>
                    <a:pt x="49578" y="5049"/>
                    <a:pt x="47328" y="7239"/>
                  </a:cubicBezTo>
                  <a:lnTo>
                    <a:pt x="46447" y="7227"/>
                  </a:lnTo>
                  <a:cubicBezTo>
                    <a:pt x="48578" y="5037"/>
                    <a:pt x="50697" y="2786"/>
                    <a:pt x="52840" y="703"/>
                  </a:cubicBezTo>
                  <a:close/>
                  <a:moveTo>
                    <a:pt x="61079" y="1203"/>
                  </a:moveTo>
                  <a:lnTo>
                    <a:pt x="61651" y="1941"/>
                  </a:lnTo>
                  <a:cubicBezTo>
                    <a:pt x="59948" y="3691"/>
                    <a:pt x="58270" y="5453"/>
                    <a:pt x="56591" y="7239"/>
                  </a:cubicBezTo>
                  <a:lnTo>
                    <a:pt x="55579" y="7239"/>
                  </a:lnTo>
                  <a:cubicBezTo>
                    <a:pt x="55885" y="6944"/>
                    <a:pt x="56190" y="6604"/>
                    <a:pt x="56495" y="6299"/>
                  </a:cubicBezTo>
                  <a:cubicBezTo>
                    <a:pt x="58091" y="4668"/>
                    <a:pt x="59567" y="2917"/>
                    <a:pt x="61079" y="1203"/>
                  </a:cubicBezTo>
                  <a:close/>
                  <a:moveTo>
                    <a:pt x="8013" y="703"/>
                  </a:moveTo>
                  <a:cubicBezTo>
                    <a:pt x="5858" y="2786"/>
                    <a:pt x="3703" y="5013"/>
                    <a:pt x="1584" y="7251"/>
                  </a:cubicBezTo>
                  <a:lnTo>
                    <a:pt x="1334" y="7251"/>
                  </a:lnTo>
                  <a:lnTo>
                    <a:pt x="3941" y="3941"/>
                  </a:lnTo>
                  <a:lnTo>
                    <a:pt x="3703" y="3667"/>
                  </a:lnTo>
                  <a:cubicBezTo>
                    <a:pt x="4691" y="2655"/>
                    <a:pt x="5680" y="1596"/>
                    <a:pt x="6680" y="703"/>
                  </a:cubicBezTo>
                  <a:close/>
                  <a:moveTo>
                    <a:pt x="9835" y="703"/>
                  </a:moveTo>
                  <a:cubicBezTo>
                    <a:pt x="7597" y="2786"/>
                    <a:pt x="5358" y="5013"/>
                    <a:pt x="3144" y="7251"/>
                  </a:cubicBezTo>
                  <a:lnTo>
                    <a:pt x="2084" y="7251"/>
                  </a:lnTo>
                  <a:cubicBezTo>
                    <a:pt x="4370" y="5013"/>
                    <a:pt x="6644" y="2786"/>
                    <a:pt x="8906" y="703"/>
                  </a:cubicBezTo>
                  <a:close/>
                  <a:moveTo>
                    <a:pt x="11240" y="703"/>
                  </a:moveTo>
                  <a:cubicBezTo>
                    <a:pt x="9109" y="2786"/>
                    <a:pt x="6989" y="5013"/>
                    <a:pt x="4906" y="7251"/>
                  </a:cubicBezTo>
                  <a:lnTo>
                    <a:pt x="3453" y="7251"/>
                  </a:lnTo>
                  <a:cubicBezTo>
                    <a:pt x="5703" y="5013"/>
                    <a:pt x="7930" y="2786"/>
                    <a:pt x="10168" y="703"/>
                  </a:cubicBezTo>
                  <a:close/>
                  <a:moveTo>
                    <a:pt x="13026" y="703"/>
                  </a:moveTo>
                  <a:cubicBezTo>
                    <a:pt x="10859" y="2786"/>
                    <a:pt x="8716" y="5013"/>
                    <a:pt x="6608" y="7251"/>
                  </a:cubicBezTo>
                  <a:lnTo>
                    <a:pt x="5406" y="7251"/>
                  </a:lnTo>
                  <a:cubicBezTo>
                    <a:pt x="7489" y="5013"/>
                    <a:pt x="9561" y="2786"/>
                    <a:pt x="11645" y="703"/>
                  </a:cubicBezTo>
                  <a:close/>
                  <a:moveTo>
                    <a:pt x="16038" y="703"/>
                  </a:moveTo>
                  <a:cubicBezTo>
                    <a:pt x="13752" y="2786"/>
                    <a:pt x="11430" y="5013"/>
                    <a:pt x="9144" y="7251"/>
                  </a:cubicBezTo>
                  <a:lnTo>
                    <a:pt x="7096" y="7251"/>
                  </a:lnTo>
                  <a:cubicBezTo>
                    <a:pt x="9216" y="5013"/>
                    <a:pt x="11347" y="2786"/>
                    <a:pt x="13490" y="703"/>
                  </a:cubicBezTo>
                  <a:close/>
                  <a:moveTo>
                    <a:pt x="16348" y="667"/>
                  </a:moveTo>
                  <a:lnTo>
                    <a:pt x="18372" y="679"/>
                  </a:lnTo>
                  <a:cubicBezTo>
                    <a:pt x="16062" y="2870"/>
                    <a:pt x="13752" y="5013"/>
                    <a:pt x="11454" y="7251"/>
                  </a:cubicBezTo>
                  <a:lnTo>
                    <a:pt x="9621" y="7251"/>
                  </a:lnTo>
                  <a:cubicBezTo>
                    <a:pt x="11859" y="5013"/>
                    <a:pt x="14109" y="2870"/>
                    <a:pt x="16348" y="667"/>
                  </a:cubicBezTo>
                  <a:close/>
                  <a:moveTo>
                    <a:pt x="20658" y="703"/>
                  </a:moveTo>
                  <a:cubicBezTo>
                    <a:pt x="18336" y="2786"/>
                    <a:pt x="15979" y="5013"/>
                    <a:pt x="13740" y="7251"/>
                  </a:cubicBezTo>
                  <a:lnTo>
                    <a:pt x="11835" y="7251"/>
                  </a:lnTo>
                  <a:cubicBezTo>
                    <a:pt x="14085" y="5013"/>
                    <a:pt x="16336" y="2786"/>
                    <a:pt x="18586" y="703"/>
                  </a:cubicBezTo>
                  <a:close/>
                  <a:moveTo>
                    <a:pt x="24122" y="703"/>
                  </a:moveTo>
                  <a:cubicBezTo>
                    <a:pt x="21944" y="2786"/>
                    <a:pt x="19777" y="5013"/>
                    <a:pt x="17610" y="7251"/>
                  </a:cubicBezTo>
                  <a:lnTo>
                    <a:pt x="15824" y="7251"/>
                  </a:lnTo>
                  <a:cubicBezTo>
                    <a:pt x="18014" y="5013"/>
                    <a:pt x="20229" y="2786"/>
                    <a:pt x="22444" y="703"/>
                  </a:cubicBezTo>
                  <a:close/>
                  <a:moveTo>
                    <a:pt x="25420" y="703"/>
                  </a:moveTo>
                  <a:cubicBezTo>
                    <a:pt x="23229" y="2786"/>
                    <a:pt x="21122" y="5013"/>
                    <a:pt x="19038" y="7251"/>
                  </a:cubicBezTo>
                  <a:lnTo>
                    <a:pt x="17955" y="7251"/>
                  </a:lnTo>
                  <a:cubicBezTo>
                    <a:pt x="20098" y="5013"/>
                    <a:pt x="22265" y="2786"/>
                    <a:pt x="24444" y="703"/>
                  </a:cubicBezTo>
                  <a:close/>
                  <a:moveTo>
                    <a:pt x="27956" y="703"/>
                  </a:moveTo>
                  <a:cubicBezTo>
                    <a:pt x="27456" y="1143"/>
                    <a:pt x="26944" y="1667"/>
                    <a:pt x="26456" y="2155"/>
                  </a:cubicBezTo>
                  <a:cubicBezTo>
                    <a:pt x="24730" y="3858"/>
                    <a:pt x="23003" y="5465"/>
                    <a:pt x="21277" y="7251"/>
                  </a:cubicBezTo>
                  <a:lnTo>
                    <a:pt x="19348" y="7251"/>
                  </a:lnTo>
                  <a:cubicBezTo>
                    <a:pt x="21086" y="5310"/>
                    <a:pt x="22848" y="3548"/>
                    <a:pt x="24658" y="1762"/>
                  </a:cubicBezTo>
                  <a:cubicBezTo>
                    <a:pt x="25015" y="1393"/>
                    <a:pt x="25384" y="1000"/>
                    <a:pt x="25754" y="703"/>
                  </a:cubicBezTo>
                  <a:close/>
                  <a:moveTo>
                    <a:pt x="30183" y="703"/>
                  </a:moveTo>
                  <a:cubicBezTo>
                    <a:pt x="29599" y="1298"/>
                    <a:pt x="29004" y="1893"/>
                    <a:pt x="28421" y="2501"/>
                  </a:cubicBezTo>
                  <a:cubicBezTo>
                    <a:pt x="26897" y="4096"/>
                    <a:pt x="25349" y="5608"/>
                    <a:pt x="23801" y="7251"/>
                  </a:cubicBezTo>
                  <a:lnTo>
                    <a:pt x="21467" y="7251"/>
                  </a:lnTo>
                  <a:cubicBezTo>
                    <a:pt x="22944" y="5763"/>
                    <a:pt x="24420" y="4429"/>
                    <a:pt x="25849" y="3001"/>
                  </a:cubicBezTo>
                  <a:cubicBezTo>
                    <a:pt x="26611" y="2227"/>
                    <a:pt x="27397" y="1441"/>
                    <a:pt x="28171" y="703"/>
                  </a:cubicBezTo>
                  <a:close/>
                  <a:moveTo>
                    <a:pt x="33100" y="703"/>
                  </a:moveTo>
                  <a:cubicBezTo>
                    <a:pt x="31635" y="2191"/>
                    <a:pt x="30159" y="3632"/>
                    <a:pt x="28671" y="5084"/>
                  </a:cubicBezTo>
                  <a:cubicBezTo>
                    <a:pt x="27932" y="5811"/>
                    <a:pt x="27194" y="6501"/>
                    <a:pt x="26456" y="7251"/>
                  </a:cubicBezTo>
                  <a:lnTo>
                    <a:pt x="24087" y="7251"/>
                  </a:lnTo>
                  <a:cubicBezTo>
                    <a:pt x="25587" y="5608"/>
                    <a:pt x="27075" y="4179"/>
                    <a:pt x="28563" y="2632"/>
                  </a:cubicBezTo>
                  <a:cubicBezTo>
                    <a:pt x="29183" y="1977"/>
                    <a:pt x="29825" y="1298"/>
                    <a:pt x="30468" y="703"/>
                  </a:cubicBezTo>
                  <a:close/>
                  <a:moveTo>
                    <a:pt x="35005" y="703"/>
                  </a:moveTo>
                  <a:cubicBezTo>
                    <a:pt x="33219" y="2489"/>
                    <a:pt x="31397" y="4358"/>
                    <a:pt x="29516" y="6132"/>
                  </a:cubicBezTo>
                  <a:cubicBezTo>
                    <a:pt x="29123" y="6501"/>
                    <a:pt x="28742" y="6799"/>
                    <a:pt x="28349" y="7251"/>
                  </a:cubicBezTo>
                  <a:lnTo>
                    <a:pt x="26789" y="7251"/>
                  </a:lnTo>
                  <a:cubicBezTo>
                    <a:pt x="29040" y="5013"/>
                    <a:pt x="31290" y="2786"/>
                    <a:pt x="33528" y="703"/>
                  </a:cubicBezTo>
                  <a:close/>
                  <a:moveTo>
                    <a:pt x="36314" y="703"/>
                  </a:moveTo>
                  <a:cubicBezTo>
                    <a:pt x="34576" y="2334"/>
                    <a:pt x="32838" y="4120"/>
                    <a:pt x="31099" y="5834"/>
                  </a:cubicBezTo>
                  <a:cubicBezTo>
                    <a:pt x="30611" y="6299"/>
                    <a:pt x="30135" y="6799"/>
                    <a:pt x="29647" y="7251"/>
                  </a:cubicBezTo>
                  <a:lnTo>
                    <a:pt x="28635" y="7251"/>
                  </a:lnTo>
                  <a:cubicBezTo>
                    <a:pt x="28730" y="7096"/>
                    <a:pt x="28825" y="7061"/>
                    <a:pt x="28933" y="6965"/>
                  </a:cubicBezTo>
                  <a:cubicBezTo>
                    <a:pt x="31111" y="4918"/>
                    <a:pt x="33243" y="2786"/>
                    <a:pt x="35362" y="703"/>
                  </a:cubicBezTo>
                  <a:close/>
                  <a:moveTo>
                    <a:pt x="37684" y="703"/>
                  </a:moveTo>
                  <a:cubicBezTo>
                    <a:pt x="35540" y="2786"/>
                    <a:pt x="33397" y="5013"/>
                    <a:pt x="31266" y="7251"/>
                  </a:cubicBezTo>
                  <a:lnTo>
                    <a:pt x="29897" y="7251"/>
                  </a:lnTo>
                  <a:cubicBezTo>
                    <a:pt x="30099" y="6954"/>
                    <a:pt x="30290" y="6870"/>
                    <a:pt x="30480" y="6680"/>
                  </a:cubicBezTo>
                  <a:cubicBezTo>
                    <a:pt x="32516" y="4679"/>
                    <a:pt x="34576" y="2632"/>
                    <a:pt x="36636" y="703"/>
                  </a:cubicBezTo>
                  <a:close/>
                  <a:moveTo>
                    <a:pt x="39601" y="703"/>
                  </a:moveTo>
                  <a:cubicBezTo>
                    <a:pt x="37600" y="2632"/>
                    <a:pt x="35600" y="4608"/>
                    <a:pt x="33647" y="6596"/>
                  </a:cubicBezTo>
                  <a:cubicBezTo>
                    <a:pt x="33433" y="6811"/>
                    <a:pt x="33231" y="6954"/>
                    <a:pt x="33028" y="7251"/>
                  </a:cubicBezTo>
                  <a:lnTo>
                    <a:pt x="32278" y="7251"/>
                  </a:lnTo>
                  <a:cubicBezTo>
                    <a:pt x="34421" y="5013"/>
                    <a:pt x="36564" y="2786"/>
                    <a:pt x="38684" y="703"/>
                  </a:cubicBezTo>
                  <a:close/>
                  <a:moveTo>
                    <a:pt x="41541" y="703"/>
                  </a:moveTo>
                  <a:cubicBezTo>
                    <a:pt x="39374" y="2786"/>
                    <a:pt x="37195" y="5013"/>
                    <a:pt x="35005" y="7251"/>
                  </a:cubicBezTo>
                  <a:lnTo>
                    <a:pt x="33338" y="7251"/>
                  </a:lnTo>
                  <a:cubicBezTo>
                    <a:pt x="33493" y="7096"/>
                    <a:pt x="33647" y="6930"/>
                    <a:pt x="33814" y="6763"/>
                  </a:cubicBezTo>
                  <a:cubicBezTo>
                    <a:pt x="35814" y="4703"/>
                    <a:pt x="37898" y="2632"/>
                    <a:pt x="39993" y="703"/>
                  </a:cubicBezTo>
                  <a:close/>
                  <a:moveTo>
                    <a:pt x="44327" y="703"/>
                  </a:moveTo>
                  <a:cubicBezTo>
                    <a:pt x="42029" y="2786"/>
                    <a:pt x="39720" y="5013"/>
                    <a:pt x="37422" y="7251"/>
                  </a:cubicBezTo>
                  <a:lnTo>
                    <a:pt x="35445" y="7251"/>
                  </a:lnTo>
                  <a:cubicBezTo>
                    <a:pt x="37672" y="5013"/>
                    <a:pt x="39922" y="2786"/>
                    <a:pt x="42160" y="703"/>
                  </a:cubicBezTo>
                  <a:close/>
                  <a:moveTo>
                    <a:pt x="46208" y="703"/>
                  </a:moveTo>
                  <a:cubicBezTo>
                    <a:pt x="43982" y="2786"/>
                    <a:pt x="41744" y="5013"/>
                    <a:pt x="39481" y="7251"/>
                  </a:cubicBezTo>
                  <a:lnTo>
                    <a:pt x="37684" y="7251"/>
                  </a:lnTo>
                  <a:cubicBezTo>
                    <a:pt x="39993" y="5013"/>
                    <a:pt x="42315" y="2786"/>
                    <a:pt x="44613" y="703"/>
                  </a:cubicBezTo>
                  <a:close/>
                  <a:moveTo>
                    <a:pt x="49030" y="703"/>
                  </a:moveTo>
                  <a:cubicBezTo>
                    <a:pt x="46828" y="2786"/>
                    <a:pt x="44649" y="5013"/>
                    <a:pt x="42458" y="7251"/>
                  </a:cubicBezTo>
                  <a:lnTo>
                    <a:pt x="39791" y="7251"/>
                  </a:lnTo>
                  <a:cubicBezTo>
                    <a:pt x="42053" y="5013"/>
                    <a:pt x="44303" y="2786"/>
                    <a:pt x="46530" y="703"/>
                  </a:cubicBezTo>
                  <a:close/>
                  <a:moveTo>
                    <a:pt x="50792" y="703"/>
                  </a:moveTo>
                  <a:cubicBezTo>
                    <a:pt x="50721" y="703"/>
                    <a:pt x="50650" y="846"/>
                    <a:pt x="50578" y="917"/>
                  </a:cubicBezTo>
                  <a:cubicBezTo>
                    <a:pt x="48483" y="3048"/>
                    <a:pt x="46363" y="5168"/>
                    <a:pt x="44244" y="7251"/>
                  </a:cubicBezTo>
                  <a:lnTo>
                    <a:pt x="42744" y="7251"/>
                  </a:lnTo>
                  <a:cubicBezTo>
                    <a:pt x="44970" y="5013"/>
                    <a:pt x="47185" y="2786"/>
                    <a:pt x="49411" y="703"/>
                  </a:cubicBezTo>
                  <a:close/>
                  <a:moveTo>
                    <a:pt x="52662" y="703"/>
                  </a:moveTo>
                  <a:cubicBezTo>
                    <a:pt x="51733" y="1596"/>
                    <a:pt x="50804" y="2691"/>
                    <a:pt x="49852" y="3656"/>
                  </a:cubicBezTo>
                  <a:cubicBezTo>
                    <a:pt x="48661" y="4858"/>
                    <a:pt x="47471" y="6061"/>
                    <a:pt x="46280" y="7251"/>
                  </a:cubicBezTo>
                  <a:lnTo>
                    <a:pt x="44613" y="7251"/>
                  </a:lnTo>
                  <a:cubicBezTo>
                    <a:pt x="46673" y="5168"/>
                    <a:pt x="48721" y="3167"/>
                    <a:pt x="50769" y="1108"/>
                  </a:cubicBezTo>
                  <a:cubicBezTo>
                    <a:pt x="50900" y="977"/>
                    <a:pt x="51031" y="846"/>
                    <a:pt x="51161" y="703"/>
                  </a:cubicBezTo>
                  <a:close/>
                  <a:moveTo>
                    <a:pt x="56781" y="703"/>
                  </a:moveTo>
                  <a:cubicBezTo>
                    <a:pt x="54579" y="2786"/>
                    <a:pt x="52376" y="5013"/>
                    <a:pt x="50149" y="7251"/>
                  </a:cubicBezTo>
                  <a:lnTo>
                    <a:pt x="48090" y="7251"/>
                  </a:lnTo>
                  <a:cubicBezTo>
                    <a:pt x="50280" y="5013"/>
                    <a:pt x="52459" y="2786"/>
                    <a:pt x="54638" y="703"/>
                  </a:cubicBezTo>
                  <a:close/>
                  <a:moveTo>
                    <a:pt x="58484" y="703"/>
                  </a:moveTo>
                  <a:cubicBezTo>
                    <a:pt x="56365" y="2929"/>
                    <a:pt x="54186" y="5013"/>
                    <a:pt x="51983" y="7251"/>
                  </a:cubicBezTo>
                  <a:lnTo>
                    <a:pt x="50471" y="7251"/>
                  </a:lnTo>
                  <a:cubicBezTo>
                    <a:pt x="52709" y="5013"/>
                    <a:pt x="54924" y="2786"/>
                    <a:pt x="57138" y="703"/>
                  </a:cubicBezTo>
                  <a:close/>
                  <a:moveTo>
                    <a:pt x="59651" y="703"/>
                  </a:moveTo>
                  <a:cubicBezTo>
                    <a:pt x="58210" y="2191"/>
                    <a:pt x="56805" y="3929"/>
                    <a:pt x="55329" y="5501"/>
                  </a:cubicBezTo>
                  <a:cubicBezTo>
                    <a:pt x="54793" y="6084"/>
                    <a:pt x="54233" y="6656"/>
                    <a:pt x="53686" y="7251"/>
                  </a:cubicBezTo>
                  <a:lnTo>
                    <a:pt x="52566" y="7251"/>
                  </a:lnTo>
                  <a:cubicBezTo>
                    <a:pt x="54757" y="5013"/>
                    <a:pt x="56924" y="2929"/>
                    <a:pt x="58996" y="703"/>
                  </a:cubicBezTo>
                  <a:close/>
                  <a:moveTo>
                    <a:pt x="60663" y="703"/>
                  </a:moveTo>
                  <a:lnTo>
                    <a:pt x="60901" y="977"/>
                  </a:lnTo>
                  <a:cubicBezTo>
                    <a:pt x="59377" y="2703"/>
                    <a:pt x="57912" y="4501"/>
                    <a:pt x="56329" y="6156"/>
                  </a:cubicBezTo>
                  <a:cubicBezTo>
                    <a:pt x="55984" y="6513"/>
                    <a:pt x="55626" y="6799"/>
                    <a:pt x="55281" y="7251"/>
                  </a:cubicBezTo>
                  <a:lnTo>
                    <a:pt x="53876" y="7251"/>
                  </a:lnTo>
                  <a:cubicBezTo>
                    <a:pt x="55936" y="5013"/>
                    <a:pt x="57960" y="2786"/>
                    <a:pt x="59996" y="703"/>
                  </a:cubicBezTo>
                  <a:close/>
                  <a:moveTo>
                    <a:pt x="61829" y="2167"/>
                  </a:moveTo>
                  <a:lnTo>
                    <a:pt x="62675" y="3251"/>
                  </a:lnTo>
                  <a:cubicBezTo>
                    <a:pt x="61532" y="4608"/>
                    <a:pt x="60353" y="5906"/>
                    <a:pt x="59162" y="7251"/>
                  </a:cubicBezTo>
                  <a:lnTo>
                    <a:pt x="57007" y="7251"/>
                  </a:lnTo>
                  <a:cubicBezTo>
                    <a:pt x="58615" y="5465"/>
                    <a:pt x="60222" y="3846"/>
                    <a:pt x="61829" y="2167"/>
                  </a:cubicBezTo>
                  <a:close/>
                  <a:moveTo>
                    <a:pt x="62830" y="3441"/>
                  </a:moveTo>
                  <a:lnTo>
                    <a:pt x="63175" y="3882"/>
                  </a:lnTo>
                  <a:lnTo>
                    <a:pt x="60651" y="7251"/>
                  </a:lnTo>
                  <a:lnTo>
                    <a:pt x="59532" y="7251"/>
                  </a:lnTo>
                  <a:cubicBezTo>
                    <a:pt x="60651" y="5906"/>
                    <a:pt x="61746" y="4715"/>
                    <a:pt x="62830" y="3441"/>
                  </a:cubicBezTo>
                  <a:close/>
                  <a:moveTo>
                    <a:pt x="0" y="0"/>
                  </a:moveTo>
                  <a:lnTo>
                    <a:pt x="3120" y="3917"/>
                  </a:lnTo>
                  <a:lnTo>
                    <a:pt x="0" y="7847"/>
                  </a:lnTo>
                  <a:lnTo>
                    <a:pt x="60972" y="7847"/>
                  </a:lnTo>
                  <a:lnTo>
                    <a:pt x="63985" y="3846"/>
                  </a:lnTo>
                  <a:lnTo>
                    <a:pt x="60972" y="0"/>
                  </a:lnTo>
                  <a:close/>
                </a:path>
              </a:pathLst>
            </a:custGeom>
            <a:solidFill>
              <a:srgbClr val="5EB2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latin typeface="IBM Plex Sans"/>
                <a:ea typeface="IBM Plex Sans"/>
                <a:cs typeface="IBM Plex Sans"/>
                <a:sym typeface="IBM Plex Sans"/>
              </a:endParaRPr>
            </a:p>
          </p:txBody>
        </p:sp>
        <p:sp>
          <p:nvSpPr>
            <p:cNvPr id="6272" name="Google Shape;6272;p476"/>
            <p:cNvSpPr txBox="1"/>
            <p:nvPr/>
          </p:nvSpPr>
          <p:spPr>
            <a:xfrm>
              <a:off x="466675" y="1159375"/>
              <a:ext cx="1530600" cy="510300"/>
            </a:xfrm>
            <a:prstGeom prst="rect">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solidFill>
                    <a:schemeClr val="lt1"/>
                  </a:solidFill>
                  <a:latin typeface="IBM Plex Sans Medium"/>
                  <a:ea typeface="IBM Plex Sans Medium"/>
                  <a:cs typeface="IBM Plex Sans Medium"/>
                  <a:sym typeface="IBM Plex Sans Medium"/>
                </a:rPr>
                <a:t>Set up Camunda</a:t>
              </a:r>
              <a:endParaRPr sz="1000">
                <a:solidFill>
                  <a:schemeClr val="lt1"/>
                </a:solidFill>
                <a:latin typeface="IBM Plex Sans Medium"/>
                <a:ea typeface="IBM Plex Sans Medium"/>
                <a:cs typeface="IBM Plex Sans Medium"/>
                <a:sym typeface="IBM Plex Sans Medium"/>
              </a:endParaRPr>
            </a:p>
            <a:p>
              <a:pPr marL="0" lvl="0" indent="0" algn="ctr" rtl="0">
                <a:spcBef>
                  <a:spcPts val="0"/>
                </a:spcBef>
                <a:spcAft>
                  <a:spcPts val="0"/>
                </a:spcAft>
                <a:buNone/>
              </a:pPr>
              <a:r>
                <a:rPr lang="en" sz="1000">
                  <a:solidFill>
                    <a:schemeClr val="lt1"/>
                  </a:solidFill>
                  <a:latin typeface="IBM Plex Sans Medium"/>
                  <a:ea typeface="IBM Plex Sans Medium"/>
                  <a:cs typeface="IBM Plex Sans Medium"/>
                  <a:sym typeface="IBM Plex Sans Medium"/>
                </a:rPr>
                <a:t>PO&amp;A Platform</a:t>
              </a:r>
              <a:endParaRPr sz="1000">
                <a:solidFill>
                  <a:schemeClr val="lt1"/>
                </a:solidFill>
                <a:latin typeface="IBM Plex Sans Medium"/>
                <a:ea typeface="IBM Plex Sans Medium"/>
                <a:cs typeface="IBM Plex Sans Medium"/>
                <a:sym typeface="IBM Plex Sans Medium"/>
              </a:endParaRPr>
            </a:p>
          </p:txBody>
        </p:sp>
        <p:grpSp>
          <p:nvGrpSpPr>
            <p:cNvPr id="6273" name="Google Shape;6273;p476"/>
            <p:cNvGrpSpPr/>
            <p:nvPr/>
          </p:nvGrpSpPr>
          <p:grpSpPr>
            <a:xfrm>
              <a:off x="241212" y="1426027"/>
              <a:ext cx="431844" cy="348351"/>
              <a:chOff x="1259262" y="3408616"/>
              <a:chExt cx="1103613" cy="890240"/>
            </a:xfrm>
          </p:grpSpPr>
          <p:sp>
            <p:nvSpPr>
              <p:cNvPr id="6274" name="Google Shape;6274;p476"/>
              <p:cNvSpPr/>
              <p:nvPr/>
            </p:nvSpPr>
            <p:spPr>
              <a:xfrm>
                <a:off x="1701228" y="3408616"/>
                <a:ext cx="130006" cy="124481"/>
              </a:xfrm>
              <a:custGeom>
                <a:avLst/>
                <a:gdLst/>
                <a:ahLst/>
                <a:cxnLst/>
                <a:rect l="l" t="t" r="r" b="b"/>
                <a:pathLst>
                  <a:path w="5954" h="5701" extrusionOk="0">
                    <a:moveTo>
                      <a:pt x="2454" y="631"/>
                    </a:moveTo>
                    <a:cubicBezTo>
                      <a:pt x="2481" y="631"/>
                      <a:pt x="2509" y="632"/>
                      <a:pt x="2536" y="633"/>
                    </a:cubicBezTo>
                    <a:cubicBezTo>
                      <a:pt x="3120" y="669"/>
                      <a:pt x="3584" y="1074"/>
                      <a:pt x="4001" y="1443"/>
                    </a:cubicBezTo>
                    <a:cubicBezTo>
                      <a:pt x="4989" y="2336"/>
                      <a:pt x="5001" y="3527"/>
                      <a:pt x="4120" y="4491"/>
                    </a:cubicBezTo>
                    <a:cubicBezTo>
                      <a:pt x="3760" y="4876"/>
                      <a:pt x="3312" y="5047"/>
                      <a:pt x="2861" y="5047"/>
                    </a:cubicBezTo>
                    <a:cubicBezTo>
                      <a:pt x="2239" y="5047"/>
                      <a:pt x="1610" y="4720"/>
                      <a:pt x="1203" y="4182"/>
                    </a:cubicBezTo>
                    <a:cubicBezTo>
                      <a:pt x="881" y="3765"/>
                      <a:pt x="774" y="3169"/>
                      <a:pt x="750" y="2658"/>
                    </a:cubicBezTo>
                    <a:cubicBezTo>
                      <a:pt x="727" y="2003"/>
                      <a:pt x="1167" y="1586"/>
                      <a:pt x="1346" y="1014"/>
                    </a:cubicBezTo>
                    <a:cubicBezTo>
                      <a:pt x="1358" y="991"/>
                      <a:pt x="1346" y="979"/>
                      <a:pt x="1346" y="967"/>
                    </a:cubicBezTo>
                    <a:cubicBezTo>
                      <a:pt x="1702" y="789"/>
                      <a:pt x="2059" y="631"/>
                      <a:pt x="2454" y="631"/>
                    </a:cubicBezTo>
                    <a:close/>
                    <a:moveTo>
                      <a:pt x="2323" y="0"/>
                    </a:moveTo>
                    <a:cubicBezTo>
                      <a:pt x="1651" y="0"/>
                      <a:pt x="1036" y="241"/>
                      <a:pt x="750" y="860"/>
                    </a:cubicBezTo>
                    <a:cubicBezTo>
                      <a:pt x="715" y="919"/>
                      <a:pt x="727" y="979"/>
                      <a:pt x="739" y="1026"/>
                    </a:cubicBezTo>
                    <a:cubicBezTo>
                      <a:pt x="334" y="1443"/>
                      <a:pt x="167" y="2110"/>
                      <a:pt x="96" y="2658"/>
                    </a:cubicBezTo>
                    <a:cubicBezTo>
                      <a:pt x="0" y="3408"/>
                      <a:pt x="381" y="4086"/>
                      <a:pt x="822" y="4658"/>
                    </a:cubicBezTo>
                    <a:cubicBezTo>
                      <a:pt x="1359" y="5353"/>
                      <a:pt x="2106" y="5701"/>
                      <a:pt x="2863" y="5701"/>
                    </a:cubicBezTo>
                    <a:cubicBezTo>
                      <a:pt x="3482" y="5701"/>
                      <a:pt x="4107" y="5469"/>
                      <a:pt x="4632" y="5003"/>
                    </a:cubicBezTo>
                    <a:cubicBezTo>
                      <a:pt x="5953" y="3824"/>
                      <a:pt x="5787" y="2038"/>
                      <a:pt x="4584" y="860"/>
                    </a:cubicBezTo>
                    <a:cubicBezTo>
                      <a:pt x="4095" y="377"/>
                      <a:pt x="3164" y="0"/>
                      <a:pt x="2323" y="0"/>
                    </a:cubicBezTo>
                    <a:close/>
                  </a:path>
                </a:pathLst>
              </a:custGeom>
              <a:solidFill>
                <a:srgbClr val="5EB2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latin typeface="IBM Plex Sans"/>
                  <a:ea typeface="IBM Plex Sans"/>
                  <a:cs typeface="IBM Plex Sans"/>
                  <a:sym typeface="IBM Plex Sans"/>
                </a:endParaRPr>
              </a:p>
            </p:txBody>
          </p:sp>
          <p:sp>
            <p:nvSpPr>
              <p:cNvPr id="6275" name="Google Shape;6275;p476"/>
              <p:cNvSpPr/>
              <p:nvPr/>
            </p:nvSpPr>
            <p:spPr>
              <a:xfrm>
                <a:off x="1355468" y="4084069"/>
                <a:ext cx="123302" cy="106729"/>
              </a:xfrm>
              <a:custGeom>
                <a:avLst/>
                <a:gdLst/>
                <a:ahLst/>
                <a:cxnLst/>
                <a:rect l="l" t="t" r="r" b="b"/>
                <a:pathLst>
                  <a:path w="5647" h="4888" extrusionOk="0">
                    <a:moveTo>
                      <a:pt x="2643" y="763"/>
                    </a:moveTo>
                    <a:cubicBezTo>
                      <a:pt x="3512" y="763"/>
                      <a:pt x="4489" y="1287"/>
                      <a:pt x="4751" y="2144"/>
                    </a:cubicBezTo>
                    <a:cubicBezTo>
                      <a:pt x="5058" y="3169"/>
                      <a:pt x="4200" y="4036"/>
                      <a:pt x="3264" y="4036"/>
                    </a:cubicBezTo>
                    <a:cubicBezTo>
                      <a:pt x="3113" y="4036"/>
                      <a:pt x="2960" y="4013"/>
                      <a:pt x="2810" y="3966"/>
                    </a:cubicBezTo>
                    <a:cubicBezTo>
                      <a:pt x="1953" y="3704"/>
                      <a:pt x="1334" y="2906"/>
                      <a:pt x="1095" y="2037"/>
                    </a:cubicBezTo>
                    <a:cubicBezTo>
                      <a:pt x="1465" y="1263"/>
                      <a:pt x="1679" y="763"/>
                      <a:pt x="2643" y="763"/>
                    </a:cubicBezTo>
                    <a:close/>
                    <a:moveTo>
                      <a:pt x="2556" y="0"/>
                    </a:moveTo>
                    <a:cubicBezTo>
                      <a:pt x="1881" y="0"/>
                      <a:pt x="1093" y="336"/>
                      <a:pt x="750" y="894"/>
                    </a:cubicBezTo>
                    <a:cubicBezTo>
                      <a:pt x="679" y="906"/>
                      <a:pt x="607" y="953"/>
                      <a:pt x="572" y="1037"/>
                    </a:cubicBezTo>
                    <a:cubicBezTo>
                      <a:pt x="0" y="2596"/>
                      <a:pt x="1179" y="4168"/>
                      <a:pt x="2596" y="4739"/>
                    </a:cubicBezTo>
                    <a:cubicBezTo>
                      <a:pt x="2851" y="4841"/>
                      <a:pt x="3104" y="4888"/>
                      <a:pt x="3348" y="4888"/>
                    </a:cubicBezTo>
                    <a:cubicBezTo>
                      <a:pt x="4617" y="4888"/>
                      <a:pt x="5646" y="3629"/>
                      <a:pt x="5536" y="2311"/>
                    </a:cubicBezTo>
                    <a:cubicBezTo>
                      <a:pt x="5429" y="929"/>
                      <a:pt x="4001" y="156"/>
                      <a:pt x="2774" y="13"/>
                    </a:cubicBezTo>
                    <a:cubicBezTo>
                      <a:pt x="2703" y="4"/>
                      <a:pt x="2631" y="0"/>
                      <a:pt x="2556" y="0"/>
                    </a:cubicBezTo>
                    <a:close/>
                  </a:path>
                </a:pathLst>
              </a:custGeom>
              <a:solidFill>
                <a:srgbClr val="5EB2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latin typeface="IBM Plex Sans"/>
                  <a:ea typeface="IBM Plex Sans"/>
                  <a:cs typeface="IBM Plex Sans"/>
                  <a:sym typeface="IBM Plex Sans"/>
                </a:endParaRPr>
              </a:p>
            </p:txBody>
          </p:sp>
          <p:sp>
            <p:nvSpPr>
              <p:cNvPr id="6276" name="Google Shape;6276;p476"/>
              <p:cNvSpPr/>
              <p:nvPr/>
            </p:nvSpPr>
            <p:spPr>
              <a:xfrm>
                <a:off x="2063102" y="3619873"/>
                <a:ext cx="112254" cy="107821"/>
              </a:xfrm>
              <a:custGeom>
                <a:avLst/>
                <a:gdLst/>
                <a:ahLst/>
                <a:cxnLst/>
                <a:rect l="l" t="t" r="r" b="b"/>
                <a:pathLst>
                  <a:path w="5141" h="4938" extrusionOk="0">
                    <a:moveTo>
                      <a:pt x="2251" y="849"/>
                    </a:moveTo>
                    <a:cubicBezTo>
                      <a:pt x="2362" y="849"/>
                      <a:pt x="2481" y="861"/>
                      <a:pt x="2608" y="888"/>
                    </a:cubicBezTo>
                    <a:cubicBezTo>
                      <a:pt x="3382" y="1055"/>
                      <a:pt x="4085" y="1674"/>
                      <a:pt x="4275" y="2448"/>
                    </a:cubicBezTo>
                    <a:cubicBezTo>
                      <a:pt x="4535" y="3486"/>
                      <a:pt x="3217" y="4103"/>
                      <a:pt x="2382" y="4103"/>
                    </a:cubicBezTo>
                    <a:cubicBezTo>
                      <a:pt x="2374" y="4103"/>
                      <a:pt x="2366" y="4103"/>
                      <a:pt x="2358" y="4103"/>
                    </a:cubicBezTo>
                    <a:cubicBezTo>
                      <a:pt x="1263" y="4091"/>
                      <a:pt x="727" y="2924"/>
                      <a:pt x="596" y="1900"/>
                    </a:cubicBezTo>
                    <a:cubicBezTo>
                      <a:pt x="1113" y="1384"/>
                      <a:pt x="1522" y="849"/>
                      <a:pt x="2251" y="849"/>
                    </a:cubicBezTo>
                    <a:close/>
                    <a:moveTo>
                      <a:pt x="2208" y="1"/>
                    </a:moveTo>
                    <a:cubicBezTo>
                      <a:pt x="1161" y="1"/>
                      <a:pt x="114" y="676"/>
                      <a:pt x="37" y="1805"/>
                    </a:cubicBezTo>
                    <a:cubicBezTo>
                      <a:pt x="37" y="1876"/>
                      <a:pt x="60" y="1936"/>
                      <a:pt x="96" y="1972"/>
                    </a:cubicBezTo>
                    <a:cubicBezTo>
                      <a:pt x="1" y="3293"/>
                      <a:pt x="644" y="4639"/>
                      <a:pt x="2096" y="4901"/>
                    </a:cubicBezTo>
                    <a:cubicBezTo>
                      <a:pt x="2232" y="4925"/>
                      <a:pt x="2370" y="4937"/>
                      <a:pt x="2509" y="4937"/>
                    </a:cubicBezTo>
                    <a:cubicBezTo>
                      <a:pt x="3780" y="4937"/>
                      <a:pt x="5141" y="3945"/>
                      <a:pt x="5109" y="2615"/>
                    </a:cubicBezTo>
                    <a:cubicBezTo>
                      <a:pt x="5085" y="1412"/>
                      <a:pt x="3989" y="460"/>
                      <a:pt x="2930" y="114"/>
                    </a:cubicBezTo>
                    <a:cubicBezTo>
                      <a:pt x="2697" y="38"/>
                      <a:pt x="2452" y="1"/>
                      <a:pt x="2208" y="1"/>
                    </a:cubicBezTo>
                    <a:close/>
                  </a:path>
                </a:pathLst>
              </a:custGeom>
              <a:solidFill>
                <a:srgbClr val="5EB2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latin typeface="IBM Plex Sans"/>
                  <a:ea typeface="IBM Plex Sans"/>
                  <a:cs typeface="IBM Plex Sans"/>
                  <a:sym typeface="IBM Plex Sans"/>
                </a:endParaRPr>
              </a:p>
            </p:txBody>
          </p:sp>
          <p:sp>
            <p:nvSpPr>
              <p:cNvPr id="6277" name="Google Shape;6277;p476"/>
              <p:cNvSpPr/>
              <p:nvPr/>
            </p:nvSpPr>
            <p:spPr>
              <a:xfrm>
                <a:off x="2161382" y="3585242"/>
                <a:ext cx="64719" cy="74807"/>
              </a:xfrm>
              <a:custGeom>
                <a:avLst/>
                <a:gdLst/>
                <a:ahLst/>
                <a:cxnLst/>
                <a:rect l="l" t="t" r="r" b="b"/>
                <a:pathLst>
                  <a:path w="2964" h="3426" extrusionOk="0">
                    <a:moveTo>
                      <a:pt x="560" y="1"/>
                    </a:moveTo>
                    <a:cubicBezTo>
                      <a:pt x="432" y="1"/>
                      <a:pt x="301" y="19"/>
                      <a:pt x="167" y="57"/>
                    </a:cubicBezTo>
                    <a:cubicBezTo>
                      <a:pt x="36" y="93"/>
                      <a:pt x="0" y="295"/>
                      <a:pt x="131" y="355"/>
                    </a:cubicBezTo>
                    <a:cubicBezTo>
                      <a:pt x="727" y="676"/>
                      <a:pt x="1179" y="867"/>
                      <a:pt x="1548" y="1474"/>
                    </a:cubicBezTo>
                    <a:cubicBezTo>
                      <a:pt x="1882" y="2034"/>
                      <a:pt x="1941" y="2712"/>
                      <a:pt x="2144" y="3320"/>
                    </a:cubicBezTo>
                    <a:cubicBezTo>
                      <a:pt x="2172" y="3383"/>
                      <a:pt x="2241" y="3425"/>
                      <a:pt x="2305" y="3425"/>
                    </a:cubicBezTo>
                    <a:cubicBezTo>
                      <a:pt x="2350" y="3425"/>
                      <a:pt x="2393" y="3404"/>
                      <a:pt x="2417" y="3355"/>
                    </a:cubicBezTo>
                    <a:cubicBezTo>
                      <a:pt x="2963" y="2198"/>
                      <a:pt x="1968" y="1"/>
                      <a:pt x="560" y="1"/>
                    </a:cubicBezTo>
                    <a:close/>
                  </a:path>
                </a:pathLst>
              </a:custGeom>
              <a:solidFill>
                <a:srgbClr val="5EB2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latin typeface="IBM Plex Sans"/>
                  <a:ea typeface="IBM Plex Sans"/>
                  <a:cs typeface="IBM Plex Sans"/>
                  <a:sym typeface="IBM Plex Sans"/>
                </a:endParaRPr>
              </a:p>
            </p:txBody>
          </p:sp>
          <p:sp>
            <p:nvSpPr>
              <p:cNvPr id="6278" name="Google Shape;6278;p476"/>
              <p:cNvSpPr/>
              <p:nvPr/>
            </p:nvSpPr>
            <p:spPr>
              <a:xfrm>
                <a:off x="2184221" y="3538340"/>
                <a:ext cx="109765" cy="165466"/>
              </a:xfrm>
              <a:custGeom>
                <a:avLst/>
                <a:gdLst/>
                <a:ahLst/>
                <a:cxnLst/>
                <a:rect l="l" t="t" r="r" b="b"/>
                <a:pathLst>
                  <a:path w="5027" h="7578" extrusionOk="0">
                    <a:moveTo>
                      <a:pt x="326" y="1"/>
                    </a:moveTo>
                    <a:cubicBezTo>
                      <a:pt x="24" y="1"/>
                      <a:pt x="0" y="470"/>
                      <a:pt x="276" y="562"/>
                    </a:cubicBezTo>
                    <a:cubicBezTo>
                      <a:pt x="2622" y="1324"/>
                      <a:pt x="4467" y="4741"/>
                      <a:pt x="3538" y="7099"/>
                    </a:cubicBezTo>
                    <a:cubicBezTo>
                      <a:pt x="3429" y="7382"/>
                      <a:pt x="3680" y="7577"/>
                      <a:pt x="3924" y="7577"/>
                    </a:cubicBezTo>
                    <a:cubicBezTo>
                      <a:pt x="4080" y="7577"/>
                      <a:pt x="4233" y="7498"/>
                      <a:pt x="4288" y="7313"/>
                    </a:cubicBezTo>
                    <a:cubicBezTo>
                      <a:pt x="5027" y="4670"/>
                      <a:pt x="3419" y="360"/>
                      <a:pt x="359" y="3"/>
                    </a:cubicBezTo>
                    <a:cubicBezTo>
                      <a:pt x="348" y="1"/>
                      <a:pt x="337" y="1"/>
                      <a:pt x="326" y="1"/>
                    </a:cubicBezTo>
                    <a:close/>
                  </a:path>
                </a:pathLst>
              </a:custGeom>
              <a:solidFill>
                <a:srgbClr val="5EB2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latin typeface="IBM Plex Sans"/>
                  <a:ea typeface="IBM Plex Sans"/>
                  <a:cs typeface="IBM Plex Sans"/>
                  <a:sym typeface="IBM Plex Sans"/>
                </a:endParaRPr>
              </a:p>
            </p:txBody>
          </p:sp>
          <p:sp>
            <p:nvSpPr>
              <p:cNvPr id="6279" name="Google Shape;6279;p476"/>
              <p:cNvSpPr/>
              <p:nvPr/>
            </p:nvSpPr>
            <p:spPr>
              <a:xfrm>
                <a:off x="2195248" y="3486743"/>
                <a:ext cx="167627" cy="238023"/>
              </a:xfrm>
              <a:custGeom>
                <a:avLst/>
                <a:gdLst/>
                <a:ahLst/>
                <a:cxnLst/>
                <a:rect l="l" t="t" r="r" b="b"/>
                <a:pathLst>
                  <a:path w="7677" h="10901" extrusionOk="0">
                    <a:moveTo>
                      <a:pt x="241" y="0"/>
                    </a:moveTo>
                    <a:cubicBezTo>
                      <a:pt x="75" y="0"/>
                      <a:pt x="1" y="244"/>
                      <a:pt x="152" y="342"/>
                    </a:cubicBezTo>
                    <a:cubicBezTo>
                      <a:pt x="3807" y="2389"/>
                      <a:pt x="7081" y="5926"/>
                      <a:pt x="5176" y="10379"/>
                    </a:cubicBezTo>
                    <a:cubicBezTo>
                      <a:pt x="5041" y="10680"/>
                      <a:pt x="5258" y="10901"/>
                      <a:pt x="5488" y="10901"/>
                    </a:cubicBezTo>
                    <a:cubicBezTo>
                      <a:pt x="5621" y="10901"/>
                      <a:pt x="5757" y="10827"/>
                      <a:pt x="5831" y="10652"/>
                    </a:cubicBezTo>
                    <a:cubicBezTo>
                      <a:pt x="7677" y="6247"/>
                      <a:pt x="4676" y="1401"/>
                      <a:pt x="295" y="8"/>
                    </a:cubicBezTo>
                    <a:cubicBezTo>
                      <a:pt x="276" y="3"/>
                      <a:pt x="258" y="0"/>
                      <a:pt x="241" y="0"/>
                    </a:cubicBezTo>
                    <a:close/>
                  </a:path>
                </a:pathLst>
              </a:custGeom>
              <a:solidFill>
                <a:srgbClr val="5EB2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latin typeface="IBM Plex Sans"/>
                  <a:ea typeface="IBM Plex Sans"/>
                  <a:cs typeface="IBM Plex Sans"/>
                  <a:sym typeface="IBM Plex Sans"/>
                </a:endParaRPr>
              </a:p>
            </p:txBody>
          </p:sp>
          <p:sp>
            <p:nvSpPr>
              <p:cNvPr id="6280" name="Google Shape;6280;p476"/>
              <p:cNvSpPr/>
              <p:nvPr/>
            </p:nvSpPr>
            <p:spPr>
              <a:xfrm>
                <a:off x="1259262" y="3492857"/>
                <a:ext cx="377221" cy="525394"/>
              </a:xfrm>
              <a:custGeom>
                <a:avLst/>
                <a:gdLst/>
                <a:ahLst/>
                <a:cxnLst/>
                <a:rect l="l" t="t" r="r" b="b"/>
                <a:pathLst>
                  <a:path w="17276" h="24062" extrusionOk="0">
                    <a:moveTo>
                      <a:pt x="16728" y="1"/>
                    </a:moveTo>
                    <a:cubicBezTo>
                      <a:pt x="16717" y="1"/>
                      <a:pt x="16705" y="1"/>
                      <a:pt x="16693" y="2"/>
                    </a:cubicBezTo>
                    <a:cubicBezTo>
                      <a:pt x="6394" y="526"/>
                      <a:pt x="1" y="15575"/>
                      <a:pt x="5109" y="23945"/>
                    </a:cubicBezTo>
                    <a:cubicBezTo>
                      <a:pt x="5157" y="24028"/>
                      <a:pt x="5229" y="24062"/>
                      <a:pt x="5301" y="24062"/>
                    </a:cubicBezTo>
                    <a:cubicBezTo>
                      <a:pt x="5457" y="24062"/>
                      <a:pt x="5611" y="23899"/>
                      <a:pt x="5513" y="23719"/>
                    </a:cubicBezTo>
                    <a:cubicBezTo>
                      <a:pt x="1191" y="15290"/>
                      <a:pt x="6799" y="1907"/>
                      <a:pt x="16693" y="883"/>
                    </a:cubicBezTo>
                    <a:cubicBezTo>
                      <a:pt x="17242" y="836"/>
                      <a:pt x="17276" y="1"/>
                      <a:pt x="16728" y="1"/>
                    </a:cubicBezTo>
                    <a:close/>
                  </a:path>
                </a:pathLst>
              </a:custGeom>
              <a:solidFill>
                <a:srgbClr val="5EB2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latin typeface="IBM Plex Sans"/>
                  <a:ea typeface="IBM Plex Sans"/>
                  <a:cs typeface="IBM Plex Sans"/>
                  <a:sym typeface="IBM Plex Sans"/>
                </a:endParaRPr>
              </a:p>
            </p:txBody>
          </p:sp>
          <p:sp>
            <p:nvSpPr>
              <p:cNvPr id="6281" name="Google Shape;6281;p476"/>
              <p:cNvSpPr/>
              <p:nvPr/>
            </p:nvSpPr>
            <p:spPr>
              <a:xfrm>
                <a:off x="1856236" y="3483708"/>
                <a:ext cx="179069" cy="106926"/>
              </a:xfrm>
              <a:custGeom>
                <a:avLst/>
                <a:gdLst/>
                <a:ahLst/>
                <a:cxnLst/>
                <a:rect l="l" t="t" r="r" b="b"/>
                <a:pathLst>
                  <a:path w="8201" h="4897" extrusionOk="0">
                    <a:moveTo>
                      <a:pt x="395" y="1"/>
                    </a:moveTo>
                    <a:cubicBezTo>
                      <a:pt x="116" y="1"/>
                      <a:pt x="1" y="435"/>
                      <a:pt x="307" y="481"/>
                    </a:cubicBezTo>
                    <a:cubicBezTo>
                      <a:pt x="3176" y="993"/>
                      <a:pt x="5736" y="2540"/>
                      <a:pt x="7582" y="4791"/>
                    </a:cubicBezTo>
                    <a:cubicBezTo>
                      <a:pt x="7642" y="4865"/>
                      <a:pt x="7712" y="4896"/>
                      <a:pt x="7781" y="4896"/>
                    </a:cubicBezTo>
                    <a:cubicBezTo>
                      <a:pt x="7999" y="4896"/>
                      <a:pt x="8200" y="4585"/>
                      <a:pt x="8010" y="4350"/>
                    </a:cubicBezTo>
                    <a:cubicBezTo>
                      <a:pt x="6105" y="2005"/>
                      <a:pt x="3450" y="409"/>
                      <a:pt x="438" y="4"/>
                    </a:cubicBezTo>
                    <a:cubicBezTo>
                      <a:pt x="423" y="2"/>
                      <a:pt x="409" y="1"/>
                      <a:pt x="395" y="1"/>
                    </a:cubicBezTo>
                    <a:close/>
                  </a:path>
                </a:pathLst>
              </a:custGeom>
              <a:solidFill>
                <a:srgbClr val="5EB2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latin typeface="IBM Plex Sans"/>
                  <a:ea typeface="IBM Plex Sans"/>
                  <a:cs typeface="IBM Plex Sans"/>
                  <a:sym typeface="IBM Plex Sans"/>
                </a:endParaRPr>
              </a:p>
            </p:txBody>
          </p:sp>
          <p:sp>
            <p:nvSpPr>
              <p:cNvPr id="6282" name="Google Shape;6282;p476"/>
              <p:cNvSpPr/>
              <p:nvPr/>
            </p:nvSpPr>
            <p:spPr>
              <a:xfrm>
                <a:off x="1495388" y="3785297"/>
                <a:ext cx="705533" cy="513559"/>
              </a:xfrm>
              <a:custGeom>
                <a:avLst/>
                <a:gdLst/>
                <a:ahLst/>
                <a:cxnLst/>
                <a:rect l="l" t="t" r="r" b="b"/>
                <a:pathLst>
                  <a:path w="32312" h="23520" extrusionOk="0">
                    <a:moveTo>
                      <a:pt x="30292" y="1"/>
                    </a:moveTo>
                    <a:cubicBezTo>
                      <a:pt x="30025" y="1"/>
                      <a:pt x="29740" y="235"/>
                      <a:pt x="29858" y="527"/>
                    </a:cubicBezTo>
                    <a:cubicBezTo>
                      <a:pt x="31228" y="3885"/>
                      <a:pt x="30263" y="7814"/>
                      <a:pt x="29204" y="11136"/>
                    </a:cubicBezTo>
                    <a:cubicBezTo>
                      <a:pt x="27918" y="15196"/>
                      <a:pt x="25036" y="18446"/>
                      <a:pt x="21334" y="20482"/>
                    </a:cubicBezTo>
                    <a:cubicBezTo>
                      <a:pt x="18804" y="21862"/>
                      <a:pt x="15043" y="22753"/>
                      <a:pt x="11334" y="22753"/>
                    </a:cubicBezTo>
                    <a:cubicBezTo>
                      <a:pt x="7170" y="22753"/>
                      <a:pt x="3071" y="21630"/>
                      <a:pt x="855" y="18815"/>
                    </a:cubicBezTo>
                    <a:cubicBezTo>
                      <a:pt x="777" y="18714"/>
                      <a:pt x="681" y="18672"/>
                      <a:pt x="586" y="18672"/>
                    </a:cubicBezTo>
                    <a:cubicBezTo>
                      <a:pt x="290" y="18672"/>
                      <a:pt x="1" y="19083"/>
                      <a:pt x="271" y="19399"/>
                    </a:cubicBezTo>
                    <a:cubicBezTo>
                      <a:pt x="2799" y="22354"/>
                      <a:pt x="6984" y="23519"/>
                      <a:pt x="11247" y="23519"/>
                    </a:cubicBezTo>
                    <a:cubicBezTo>
                      <a:pt x="15056" y="23519"/>
                      <a:pt x="18929" y="22589"/>
                      <a:pt x="21738" y="21173"/>
                    </a:cubicBezTo>
                    <a:cubicBezTo>
                      <a:pt x="25525" y="19244"/>
                      <a:pt x="28275" y="15803"/>
                      <a:pt x="29858" y="11922"/>
                    </a:cubicBezTo>
                    <a:cubicBezTo>
                      <a:pt x="31252" y="8528"/>
                      <a:pt x="32311" y="3659"/>
                      <a:pt x="30632" y="206"/>
                    </a:cubicBezTo>
                    <a:cubicBezTo>
                      <a:pt x="30560" y="61"/>
                      <a:pt x="30428" y="1"/>
                      <a:pt x="30292" y="1"/>
                    </a:cubicBezTo>
                    <a:close/>
                  </a:path>
                </a:pathLst>
              </a:custGeom>
              <a:solidFill>
                <a:srgbClr val="5EB2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latin typeface="IBM Plex Sans"/>
                  <a:ea typeface="IBM Plex Sans"/>
                  <a:cs typeface="IBM Plex Sans"/>
                  <a:sym typeface="IBM Plex Sans"/>
                </a:endParaRPr>
              </a:p>
            </p:txBody>
          </p:sp>
          <p:sp>
            <p:nvSpPr>
              <p:cNvPr id="6283" name="Google Shape;6283;p476"/>
              <p:cNvSpPr/>
              <p:nvPr/>
            </p:nvSpPr>
            <p:spPr>
              <a:xfrm>
                <a:off x="1401737" y="3571769"/>
                <a:ext cx="671011" cy="624306"/>
              </a:xfrm>
              <a:custGeom>
                <a:avLst/>
                <a:gdLst/>
                <a:ahLst/>
                <a:cxnLst/>
                <a:rect l="l" t="t" r="r" b="b"/>
                <a:pathLst>
                  <a:path w="30731" h="28592" extrusionOk="0">
                    <a:moveTo>
                      <a:pt x="20741" y="4792"/>
                    </a:moveTo>
                    <a:cubicBezTo>
                      <a:pt x="21137" y="4792"/>
                      <a:pt x="21507" y="5698"/>
                      <a:pt x="21694" y="5877"/>
                    </a:cubicBezTo>
                    <a:cubicBezTo>
                      <a:pt x="21963" y="6128"/>
                      <a:pt x="22262" y="6285"/>
                      <a:pt x="22618" y="6285"/>
                    </a:cubicBezTo>
                    <a:cubicBezTo>
                      <a:pt x="22718" y="6285"/>
                      <a:pt x="22822" y="6273"/>
                      <a:pt x="22932" y="6246"/>
                    </a:cubicBezTo>
                    <a:cubicBezTo>
                      <a:pt x="23384" y="6151"/>
                      <a:pt x="23730" y="6020"/>
                      <a:pt x="24122" y="5794"/>
                    </a:cubicBezTo>
                    <a:cubicBezTo>
                      <a:pt x="24581" y="5524"/>
                      <a:pt x="24986" y="5393"/>
                      <a:pt x="25362" y="5393"/>
                    </a:cubicBezTo>
                    <a:cubicBezTo>
                      <a:pt x="25864" y="5393"/>
                      <a:pt x="26315" y="5625"/>
                      <a:pt x="26778" y="6068"/>
                    </a:cubicBezTo>
                    <a:cubicBezTo>
                      <a:pt x="26504" y="6580"/>
                      <a:pt x="25027" y="6818"/>
                      <a:pt x="24492" y="7163"/>
                    </a:cubicBezTo>
                    <a:cubicBezTo>
                      <a:pt x="23771" y="7618"/>
                      <a:pt x="23112" y="8052"/>
                      <a:pt x="22237" y="8052"/>
                    </a:cubicBezTo>
                    <a:cubicBezTo>
                      <a:pt x="22172" y="8052"/>
                      <a:pt x="22106" y="8049"/>
                      <a:pt x="22039" y="8044"/>
                    </a:cubicBezTo>
                    <a:cubicBezTo>
                      <a:pt x="21914" y="8033"/>
                      <a:pt x="21779" y="8024"/>
                      <a:pt x="21642" y="8024"/>
                    </a:cubicBezTo>
                    <a:cubicBezTo>
                      <a:pt x="21349" y="8024"/>
                      <a:pt x="21048" y="8065"/>
                      <a:pt x="20812" y="8211"/>
                    </a:cubicBezTo>
                    <a:cubicBezTo>
                      <a:pt x="20122" y="8640"/>
                      <a:pt x="20181" y="9544"/>
                      <a:pt x="19539" y="9806"/>
                    </a:cubicBezTo>
                    <a:cubicBezTo>
                      <a:pt x="18872" y="10068"/>
                      <a:pt x="18276" y="10449"/>
                      <a:pt x="17884" y="11009"/>
                    </a:cubicBezTo>
                    <a:cubicBezTo>
                      <a:pt x="17753" y="10461"/>
                      <a:pt x="17372" y="9961"/>
                      <a:pt x="17253" y="9259"/>
                    </a:cubicBezTo>
                    <a:cubicBezTo>
                      <a:pt x="17253" y="9259"/>
                      <a:pt x="17253" y="9247"/>
                      <a:pt x="17253" y="9247"/>
                    </a:cubicBezTo>
                    <a:cubicBezTo>
                      <a:pt x="17479" y="7973"/>
                      <a:pt x="18872" y="7735"/>
                      <a:pt x="19669" y="6937"/>
                    </a:cubicBezTo>
                    <a:cubicBezTo>
                      <a:pt x="19920" y="6699"/>
                      <a:pt x="19967" y="6413"/>
                      <a:pt x="20039" y="6092"/>
                    </a:cubicBezTo>
                    <a:cubicBezTo>
                      <a:pt x="20260" y="5111"/>
                      <a:pt x="20505" y="4792"/>
                      <a:pt x="20741" y="4792"/>
                    </a:cubicBezTo>
                    <a:close/>
                    <a:moveTo>
                      <a:pt x="11276" y="1555"/>
                    </a:moveTo>
                    <a:lnTo>
                      <a:pt x="11276" y="1555"/>
                    </a:lnTo>
                    <a:cubicBezTo>
                      <a:pt x="10895" y="2222"/>
                      <a:pt x="12014" y="3127"/>
                      <a:pt x="12764" y="3175"/>
                    </a:cubicBezTo>
                    <a:cubicBezTo>
                      <a:pt x="12874" y="3182"/>
                      <a:pt x="12982" y="3185"/>
                      <a:pt x="13090" y="3185"/>
                    </a:cubicBezTo>
                    <a:cubicBezTo>
                      <a:pt x="14024" y="3185"/>
                      <a:pt x="14894" y="2927"/>
                      <a:pt x="15812" y="2746"/>
                    </a:cubicBezTo>
                    <a:cubicBezTo>
                      <a:pt x="15898" y="2731"/>
                      <a:pt x="16236" y="2698"/>
                      <a:pt x="16541" y="2698"/>
                    </a:cubicBezTo>
                    <a:cubicBezTo>
                      <a:pt x="16951" y="2698"/>
                      <a:pt x="17303" y="2757"/>
                      <a:pt x="16907" y="2996"/>
                    </a:cubicBezTo>
                    <a:cubicBezTo>
                      <a:pt x="16669" y="3139"/>
                      <a:pt x="16336" y="3401"/>
                      <a:pt x="16205" y="3651"/>
                    </a:cubicBezTo>
                    <a:cubicBezTo>
                      <a:pt x="15955" y="4139"/>
                      <a:pt x="15931" y="4687"/>
                      <a:pt x="16169" y="5187"/>
                    </a:cubicBezTo>
                    <a:cubicBezTo>
                      <a:pt x="16324" y="5508"/>
                      <a:pt x="16502" y="5818"/>
                      <a:pt x="16717" y="6115"/>
                    </a:cubicBezTo>
                    <a:cubicBezTo>
                      <a:pt x="16812" y="6246"/>
                      <a:pt x="16919" y="6365"/>
                      <a:pt x="17014" y="6496"/>
                    </a:cubicBezTo>
                    <a:cubicBezTo>
                      <a:pt x="17237" y="6777"/>
                      <a:pt x="17019" y="6995"/>
                      <a:pt x="16734" y="6995"/>
                    </a:cubicBezTo>
                    <a:cubicBezTo>
                      <a:pt x="16608" y="6995"/>
                      <a:pt x="16468" y="6952"/>
                      <a:pt x="16348" y="6854"/>
                    </a:cubicBezTo>
                    <a:cubicBezTo>
                      <a:pt x="16037" y="6599"/>
                      <a:pt x="15752" y="6493"/>
                      <a:pt x="15487" y="6493"/>
                    </a:cubicBezTo>
                    <a:cubicBezTo>
                      <a:pt x="14563" y="6493"/>
                      <a:pt x="13882" y="7778"/>
                      <a:pt x="13216" y="8509"/>
                    </a:cubicBezTo>
                    <a:cubicBezTo>
                      <a:pt x="12919" y="6889"/>
                      <a:pt x="12835" y="5496"/>
                      <a:pt x="11371" y="4365"/>
                    </a:cubicBezTo>
                    <a:cubicBezTo>
                      <a:pt x="10924" y="4022"/>
                      <a:pt x="10425" y="3785"/>
                      <a:pt x="9993" y="3785"/>
                    </a:cubicBezTo>
                    <a:cubicBezTo>
                      <a:pt x="9631" y="3785"/>
                      <a:pt x="9316" y="3952"/>
                      <a:pt x="9121" y="4365"/>
                    </a:cubicBezTo>
                    <a:cubicBezTo>
                      <a:pt x="8740" y="4722"/>
                      <a:pt x="8513" y="5246"/>
                      <a:pt x="8978" y="5711"/>
                    </a:cubicBezTo>
                    <a:cubicBezTo>
                      <a:pt x="9132" y="5865"/>
                      <a:pt x="9775" y="5925"/>
                      <a:pt x="9740" y="6163"/>
                    </a:cubicBezTo>
                    <a:cubicBezTo>
                      <a:pt x="9656" y="6746"/>
                      <a:pt x="9478" y="7104"/>
                      <a:pt x="9609" y="7687"/>
                    </a:cubicBezTo>
                    <a:cubicBezTo>
                      <a:pt x="9752" y="8330"/>
                      <a:pt x="10133" y="8794"/>
                      <a:pt x="10216" y="9485"/>
                    </a:cubicBezTo>
                    <a:cubicBezTo>
                      <a:pt x="10346" y="10540"/>
                      <a:pt x="9881" y="10754"/>
                      <a:pt x="9289" y="10754"/>
                    </a:cubicBezTo>
                    <a:cubicBezTo>
                      <a:pt x="8887" y="10754"/>
                      <a:pt x="8425" y="10655"/>
                      <a:pt x="8053" y="10655"/>
                    </a:cubicBezTo>
                    <a:cubicBezTo>
                      <a:pt x="7924" y="10655"/>
                      <a:pt x="7805" y="10667"/>
                      <a:pt x="7704" y="10699"/>
                    </a:cubicBezTo>
                    <a:cubicBezTo>
                      <a:pt x="7227" y="10842"/>
                      <a:pt x="7049" y="10914"/>
                      <a:pt x="6799" y="11307"/>
                    </a:cubicBezTo>
                    <a:cubicBezTo>
                      <a:pt x="6632" y="11568"/>
                      <a:pt x="6525" y="11890"/>
                      <a:pt x="6394" y="12164"/>
                    </a:cubicBezTo>
                    <a:cubicBezTo>
                      <a:pt x="6192" y="11961"/>
                      <a:pt x="6001" y="11771"/>
                      <a:pt x="5799" y="11580"/>
                    </a:cubicBezTo>
                    <a:cubicBezTo>
                      <a:pt x="5870" y="11414"/>
                      <a:pt x="5953" y="11247"/>
                      <a:pt x="6037" y="11092"/>
                    </a:cubicBezTo>
                    <a:cubicBezTo>
                      <a:pt x="6299" y="10580"/>
                      <a:pt x="6799" y="9735"/>
                      <a:pt x="6489" y="9128"/>
                    </a:cubicBezTo>
                    <a:cubicBezTo>
                      <a:pt x="6394" y="8937"/>
                      <a:pt x="6096" y="8747"/>
                      <a:pt x="6156" y="8556"/>
                    </a:cubicBezTo>
                    <a:cubicBezTo>
                      <a:pt x="6239" y="8270"/>
                      <a:pt x="6227" y="7770"/>
                      <a:pt x="6049" y="7497"/>
                    </a:cubicBezTo>
                    <a:cubicBezTo>
                      <a:pt x="5764" y="7090"/>
                      <a:pt x="5341" y="6909"/>
                      <a:pt x="4912" y="6909"/>
                    </a:cubicBezTo>
                    <a:cubicBezTo>
                      <a:pt x="4839" y="6909"/>
                      <a:pt x="4765" y="6915"/>
                      <a:pt x="4691" y="6925"/>
                    </a:cubicBezTo>
                    <a:cubicBezTo>
                      <a:pt x="5882" y="4210"/>
                      <a:pt x="8478" y="2472"/>
                      <a:pt x="11276" y="1555"/>
                    </a:cubicBezTo>
                    <a:close/>
                    <a:moveTo>
                      <a:pt x="27468" y="6223"/>
                    </a:moveTo>
                    <a:cubicBezTo>
                      <a:pt x="29456" y="8759"/>
                      <a:pt x="30230" y="12223"/>
                      <a:pt x="29921" y="15593"/>
                    </a:cubicBezTo>
                    <a:cubicBezTo>
                      <a:pt x="29766" y="14950"/>
                      <a:pt x="29480" y="14331"/>
                      <a:pt x="29218" y="14045"/>
                    </a:cubicBezTo>
                    <a:cubicBezTo>
                      <a:pt x="29158" y="13974"/>
                      <a:pt x="29074" y="13942"/>
                      <a:pt x="28989" y="13942"/>
                    </a:cubicBezTo>
                    <a:cubicBezTo>
                      <a:pt x="28873" y="13942"/>
                      <a:pt x="28756" y="14002"/>
                      <a:pt x="28694" y="14105"/>
                    </a:cubicBezTo>
                    <a:cubicBezTo>
                      <a:pt x="28361" y="14116"/>
                      <a:pt x="28040" y="14116"/>
                      <a:pt x="27706" y="14116"/>
                    </a:cubicBezTo>
                    <a:cubicBezTo>
                      <a:pt x="27742" y="13902"/>
                      <a:pt x="27611" y="13700"/>
                      <a:pt x="27373" y="13688"/>
                    </a:cubicBezTo>
                    <a:cubicBezTo>
                      <a:pt x="26500" y="13658"/>
                      <a:pt x="25570" y="13100"/>
                      <a:pt x="24691" y="13100"/>
                    </a:cubicBezTo>
                    <a:cubicBezTo>
                      <a:pt x="24515" y="13100"/>
                      <a:pt x="24341" y="13122"/>
                      <a:pt x="24170" y="13176"/>
                    </a:cubicBezTo>
                    <a:cubicBezTo>
                      <a:pt x="24165" y="13177"/>
                      <a:pt x="24159" y="13178"/>
                      <a:pt x="24154" y="13178"/>
                    </a:cubicBezTo>
                    <a:cubicBezTo>
                      <a:pt x="23917" y="13178"/>
                      <a:pt x="23353" y="11740"/>
                      <a:pt x="23051" y="11449"/>
                    </a:cubicBezTo>
                    <a:cubicBezTo>
                      <a:pt x="22694" y="11120"/>
                      <a:pt x="22302" y="11003"/>
                      <a:pt x="21893" y="11003"/>
                    </a:cubicBezTo>
                    <a:cubicBezTo>
                      <a:pt x="21044" y="11003"/>
                      <a:pt x="20120" y="11507"/>
                      <a:pt x="19277" y="11676"/>
                    </a:cubicBezTo>
                    <a:cubicBezTo>
                      <a:pt x="19241" y="11616"/>
                      <a:pt x="19181" y="11568"/>
                      <a:pt x="19086" y="11568"/>
                    </a:cubicBezTo>
                    <a:lnTo>
                      <a:pt x="18634" y="11449"/>
                    </a:lnTo>
                    <a:cubicBezTo>
                      <a:pt x="19253" y="10818"/>
                      <a:pt x="20312" y="10890"/>
                      <a:pt x="20670" y="10152"/>
                    </a:cubicBezTo>
                    <a:cubicBezTo>
                      <a:pt x="20824" y="9830"/>
                      <a:pt x="20848" y="9699"/>
                      <a:pt x="20896" y="9342"/>
                    </a:cubicBezTo>
                    <a:cubicBezTo>
                      <a:pt x="20979" y="8687"/>
                      <a:pt x="22515" y="8735"/>
                      <a:pt x="23003" y="8640"/>
                    </a:cubicBezTo>
                    <a:cubicBezTo>
                      <a:pt x="24206" y="8386"/>
                      <a:pt x="24815" y="7345"/>
                      <a:pt x="26082" y="7345"/>
                    </a:cubicBezTo>
                    <a:cubicBezTo>
                      <a:pt x="26183" y="7345"/>
                      <a:pt x="26287" y="7352"/>
                      <a:pt x="26397" y="7366"/>
                    </a:cubicBezTo>
                    <a:cubicBezTo>
                      <a:pt x="26438" y="7371"/>
                      <a:pt x="26478" y="7374"/>
                      <a:pt x="26517" y="7374"/>
                    </a:cubicBezTo>
                    <a:cubicBezTo>
                      <a:pt x="27064" y="7374"/>
                      <a:pt x="27320" y="6844"/>
                      <a:pt x="27420" y="6365"/>
                    </a:cubicBezTo>
                    <a:cubicBezTo>
                      <a:pt x="27456" y="6330"/>
                      <a:pt x="27480" y="6282"/>
                      <a:pt x="27468" y="6223"/>
                    </a:cubicBezTo>
                    <a:close/>
                    <a:moveTo>
                      <a:pt x="22106" y="11649"/>
                    </a:moveTo>
                    <a:cubicBezTo>
                      <a:pt x="23212" y="11649"/>
                      <a:pt x="22723" y="14093"/>
                      <a:pt x="23774" y="14093"/>
                    </a:cubicBezTo>
                    <a:cubicBezTo>
                      <a:pt x="23847" y="14093"/>
                      <a:pt x="23927" y="14082"/>
                      <a:pt x="24015" y="14057"/>
                    </a:cubicBezTo>
                    <a:lnTo>
                      <a:pt x="24015" y="14057"/>
                    </a:lnTo>
                    <a:cubicBezTo>
                      <a:pt x="23980" y="14069"/>
                      <a:pt x="27004" y="14426"/>
                      <a:pt x="26992" y="14593"/>
                    </a:cubicBezTo>
                    <a:cubicBezTo>
                      <a:pt x="26980" y="14878"/>
                      <a:pt x="27135" y="15331"/>
                      <a:pt x="27409" y="15486"/>
                    </a:cubicBezTo>
                    <a:cubicBezTo>
                      <a:pt x="27571" y="15579"/>
                      <a:pt x="27727" y="15620"/>
                      <a:pt x="27877" y="15620"/>
                    </a:cubicBezTo>
                    <a:cubicBezTo>
                      <a:pt x="28298" y="15620"/>
                      <a:pt x="28663" y="15298"/>
                      <a:pt x="28944" y="14938"/>
                    </a:cubicBezTo>
                    <a:lnTo>
                      <a:pt x="28944" y="14938"/>
                    </a:lnTo>
                    <a:cubicBezTo>
                      <a:pt x="29245" y="15680"/>
                      <a:pt x="29639" y="17156"/>
                      <a:pt x="28796" y="17156"/>
                    </a:cubicBezTo>
                    <a:cubicBezTo>
                      <a:pt x="28638" y="17156"/>
                      <a:pt x="28436" y="17104"/>
                      <a:pt x="28182" y="16986"/>
                    </a:cubicBezTo>
                    <a:cubicBezTo>
                      <a:pt x="27801" y="16807"/>
                      <a:pt x="27468" y="16474"/>
                      <a:pt x="27087" y="16260"/>
                    </a:cubicBezTo>
                    <a:cubicBezTo>
                      <a:pt x="26866" y="16139"/>
                      <a:pt x="26593" y="16107"/>
                      <a:pt x="26301" y="16107"/>
                    </a:cubicBezTo>
                    <a:cubicBezTo>
                      <a:pt x="25967" y="16107"/>
                      <a:pt x="25609" y="16149"/>
                      <a:pt x="25276" y="16149"/>
                    </a:cubicBezTo>
                    <a:cubicBezTo>
                      <a:pt x="24863" y="16149"/>
                      <a:pt x="24490" y="16084"/>
                      <a:pt x="24253" y="15795"/>
                    </a:cubicBezTo>
                    <a:cubicBezTo>
                      <a:pt x="24203" y="15735"/>
                      <a:pt x="24122" y="15706"/>
                      <a:pt x="24040" y="15706"/>
                    </a:cubicBezTo>
                    <a:cubicBezTo>
                      <a:pt x="23928" y="15706"/>
                      <a:pt x="23813" y="15759"/>
                      <a:pt x="23765" y="15855"/>
                    </a:cubicBezTo>
                    <a:cubicBezTo>
                      <a:pt x="23753" y="15890"/>
                      <a:pt x="23741" y="15914"/>
                      <a:pt x="23730" y="15938"/>
                    </a:cubicBezTo>
                    <a:cubicBezTo>
                      <a:pt x="22872" y="15117"/>
                      <a:pt x="22158" y="13962"/>
                      <a:pt x="21848" y="12842"/>
                    </a:cubicBezTo>
                    <a:cubicBezTo>
                      <a:pt x="21717" y="12330"/>
                      <a:pt x="21455" y="12033"/>
                      <a:pt x="21134" y="11878"/>
                    </a:cubicBezTo>
                    <a:cubicBezTo>
                      <a:pt x="21420" y="11771"/>
                      <a:pt x="21717" y="11688"/>
                      <a:pt x="22039" y="11652"/>
                    </a:cubicBezTo>
                    <a:cubicBezTo>
                      <a:pt x="22062" y="11650"/>
                      <a:pt x="22084" y="11649"/>
                      <a:pt x="22106" y="11649"/>
                    </a:cubicBezTo>
                    <a:close/>
                    <a:moveTo>
                      <a:pt x="17538" y="12426"/>
                    </a:moveTo>
                    <a:cubicBezTo>
                      <a:pt x="17574" y="12485"/>
                      <a:pt x="17634" y="12533"/>
                      <a:pt x="17717" y="12533"/>
                    </a:cubicBezTo>
                    <a:cubicBezTo>
                      <a:pt x="18019" y="12533"/>
                      <a:pt x="18314" y="12540"/>
                      <a:pt x="18607" y="12540"/>
                    </a:cubicBezTo>
                    <a:cubicBezTo>
                      <a:pt x="18948" y="12540"/>
                      <a:pt x="19288" y="12530"/>
                      <a:pt x="19634" y="12485"/>
                    </a:cubicBezTo>
                    <a:cubicBezTo>
                      <a:pt x="19774" y="12468"/>
                      <a:pt x="19902" y="12459"/>
                      <a:pt x="20018" y="12459"/>
                    </a:cubicBezTo>
                    <a:cubicBezTo>
                      <a:pt x="20910" y="12459"/>
                      <a:pt x="21109" y="12984"/>
                      <a:pt x="21372" y="13985"/>
                    </a:cubicBezTo>
                    <a:cubicBezTo>
                      <a:pt x="21646" y="14997"/>
                      <a:pt x="23420" y="15533"/>
                      <a:pt x="23515" y="16510"/>
                    </a:cubicBezTo>
                    <a:cubicBezTo>
                      <a:pt x="23527" y="16557"/>
                      <a:pt x="23527" y="16617"/>
                      <a:pt x="23539" y="16688"/>
                    </a:cubicBezTo>
                    <a:cubicBezTo>
                      <a:pt x="23515" y="16902"/>
                      <a:pt x="23539" y="17141"/>
                      <a:pt x="23587" y="17426"/>
                    </a:cubicBezTo>
                    <a:cubicBezTo>
                      <a:pt x="23587" y="17438"/>
                      <a:pt x="23599" y="17438"/>
                      <a:pt x="23599" y="17450"/>
                    </a:cubicBezTo>
                    <a:cubicBezTo>
                      <a:pt x="23718" y="19248"/>
                      <a:pt x="23670" y="22153"/>
                      <a:pt x="21777" y="22213"/>
                    </a:cubicBezTo>
                    <a:cubicBezTo>
                      <a:pt x="21467" y="22225"/>
                      <a:pt x="21074" y="22248"/>
                      <a:pt x="20872" y="22510"/>
                    </a:cubicBezTo>
                    <a:cubicBezTo>
                      <a:pt x="20640" y="22827"/>
                      <a:pt x="20405" y="22960"/>
                      <a:pt x="20196" y="22960"/>
                    </a:cubicBezTo>
                    <a:cubicBezTo>
                      <a:pt x="19760" y="22960"/>
                      <a:pt x="19431" y="22388"/>
                      <a:pt x="19455" y="21713"/>
                    </a:cubicBezTo>
                    <a:cubicBezTo>
                      <a:pt x="19478" y="20434"/>
                      <a:pt x="20354" y="16870"/>
                      <a:pt x="18267" y="16870"/>
                    </a:cubicBezTo>
                    <a:cubicBezTo>
                      <a:pt x="18176" y="16870"/>
                      <a:pt x="18081" y="16877"/>
                      <a:pt x="17979" y="16891"/>
                    </a:cubicBezTo>
                    <a:cubicBezTo>
                      <a:pt x="17878" y="16904"/>
                      <a:pt x="17782" y="16910"/>
                      <a:pt x="17691" y="16910"/>
                    </a:cubicBezTo>
                    <a:cubicBezTo>
                      <a:pt x="16478" y="16910"/>
                      <a:pt x="16027" y="15782"/>
                      <a:pt x="16193" y="14664"/>
                    </a:cubicBezTo>
                    <a:cubicBezTo>
                      <a:pt x="16336" y="13652"/>
                      <a:pt x="16991" y="13200"/>
                      <a:pt x="17538" y="12426"/>
                    </a:cubicBezTo>
                    <a:close/>
                    <a:moveTo>
                      <a:pt x="6262" y="13030"/>
                    </a:moveTo>
                    <a:cubicBezTo>
                      <a:pt x="6683" y="13030"/>
                      <a:pt x="7108" y="13530"/>
                      <a:pt x="7227" y="14057"/>
                    </a:cubicBezTo>
                    <a:cubicBezTo>
                      <a:pt x="7382" y="14676"/>
                      <a:pt x="7573" y="15307"/>
                      <a:pt x="8192" y="15640"/>
                    </a:cubicBezTo>
                    <a:cubicBezTo>
                      <a:pt x="9537" y="16379"/>
                      <a:pt x="11180" y="16712"/>
                      <a:pt x="11287" y="18569"/>
                    </a:cubicBezTo>
                    <a:cubicBezTo>
                      <a:pt x="11347" y="19629"/>
                      <a:pt x="10573" y="20951"/>
                      <a:pt x="10192" y="21915"/>
                    </a:cubicBezTo>
                    <a:cubicBezTo>
                      <a:pt x="9728" y="23118"/>
                      <a:pt x="9549" y="24249"/>
                      <a:pt x="9835" y="25404"/>
                    </a:cubicBezTo>
                    <a:cubicBezTo>
                      <a:pt x="8644" y="24439"/>
                      <a:pt x="8394" y="22987"/>
                      <a:pt x="8192" y="21451"/>
                    </a:cubicBezTo>
                    <a:cubicBezTo>
                      <a:pt x="7989" y="19855"/>
                      <a:pt x="7120" y="18260"/>
                      <a:pt x="7370" y="16617"/>
                    </a:cubicBezTo>
                    <a:cubicBezTo>
                      <a:pt x="7406" y="16379"/>
                      <a:pt x="7311" y="16176"/>
                      <a:pt x="7073" y="16093"/>
                    </a:cubicBezTo>
                    <a:cubicBezTo>
                      <a:pt x="5549" y="15617"/>
                      <a:pt x="5287" y="13914"/>
                      <a:pt x="3834" y="13462"/>
                    </a:cubicBezTo>
                    <a:cubicBezTo>
                      <a:pt x="3879" y="13444"/>
                      <a:pt x="3926" y="13436"/>
                      <a:pt x="3976" y="13436"/>
                    </a:cubicBezTo>
                    <a:cubicBezTo>
                      <a:pt x="4278" y="13436"/>
                      <a:pt x="4675" y="13714"/>
                      <a:pt x="5084" y="13714"/>
                    </a:cubicBezTo>
                    <a:cubicBezTo>
                      <a:pt x="5243" y="13714"/>
                      <a:pt x="5403" y="13673"/>
                      <a:pt x="5561" y="13557"/>
                    </a:cubicBezTo>
                    <a:cubicBezTo>
                      <a:pt x="5608" y="13521"/>
                      <a:pt x="5644" y="13485"/>
                      <a:pt x="5680" y="13450"/>
                    </a:cubicBezTo>
                    <a:cubicBezTo>
                      <a:pt x="5848" y="13151"/>
                      <a:pt x="6055" y="13030"/>
                      <a:pt x="6262" y="13030"/>
                    </a:cubicBezTo>
                    <a:close/>
                    <a:moveTo>
                      <a:pt x="4843" y="7684"/>
                    </a:moveTo>
                    <a:cubicBezTo>
                      <a:pt x="5276" y="7684"/>
                      <a:pt x="5619" y="8035"/>
                      <a:pt x="5394" y="8747"/>
                    </a:cubicBezTo>
                    <a:cubicBezTo>
                      <a:pt x="5346" y="8890"/>
                      <a:pt x="5418" y="9044"/>
                      <a:pt x="5549" y="9128"/>
                    </a:cubicBezTo>
                    <a:cubicBezTo>
                      <a:pt x="6573" y="9711"/>
                      <a:pt x="4418" y="11676"/>
                      <a:pt x="5346" y="12604"/>
                    </a:cubicBezTo>
                    <a:cubicBezTo>
                      <a:pt x="5382" y="12640"/>
                      <a:pt x="5418" y="12664"/>
                      <a:pt x="5465" y="12700"/>
                    </a:cubicBezTo>
                    <a:cubicBezTo>
                      <a:pt x="5230" y="12953"/>
                      <a:pt x="5018" y="13039"/>
                      <a:pt x="4823" y="13039"/>
                    </a:cubicBezTo>
                    <a:cubicBezTo>
                      <a:pt x="4424" y="13039"/>
                      <a:pt x="4099" y="12678"/>
                      <a:pt x="3797" y="12678"/>
                    </a:cubicBezTo>
                    <a:cubicBezTo>
                      <a:pt x="3570" y="12678"/>
                      <a:pt x="3355" y="12881"/>
                      <a:pt x="3132" y="13593"/>
                    </a:cubicBezTo>
                    <a:cubicBezTo>
                      <a:pt x="3120" y="13616"/>
                      <a:pt x="3120" y="13640"/>
                      <a:pt x="3120" y="13664"/>
                    </a:cubicBezTo>
                    <a:cubicBezTo>
                      <a:pt x="3048" y="13866"/>
                      <a:pt x="3108" y="14116"/>
                      <a:pt x="3382" y="14176"/>
                    </a:cubicBezTo>
                    <a:cubicBezTo>
                      <a:pt x="4763" y="14462"/>
                      <a:pt x="4715" y="15855"/>
                      <a:pt x="5775" y="16474"/>
                    </a:cubicBezTo>
                    <a:cubicBezTo>
                      <a:pt x="6858" y="17093"/>
                      <a:pt x="6787" y="18284"/>
                      <a:pt x="7144" y="19427"/>
                    </a:cubicBezTo>
                    <a:cubicBezTo>
                      <a:pt x="7751" y="21403"/>
                      <a:pt x="7728" y="24368"/>
                      <a:pt x="9371" y="25856"/>
                    </a:cubicBezTo>
                    <a:cubicBezTo>
                      <a:pt x="8323" y="25261"/>
                      <a:pt x="7347" y="24522"/>
                      <a:pt x="6465" y="23641"/>
                    </a:cubicBezTo>
                    <a:cubicBezTo>
                      <a:pt x="2132" y="19284"/>
                      <a:pt x="2048" y="13366"/>
                      <a:pt x="4060" y="8068"/>
                    </a:cubicBezTo>
                    <a:cubicBezTo>
                      <a:pt x="4096" y="8032"/>
                      <a:pt x="4120" y="7997"/>
                      <a:pt x="4156" y="7961"/>
                    </a:cubicBezTo>
                    <a:cubicBezTo>
                      <a:pt x="4239" y="7949"/>
                      <a:pt x="4310" y="7901"/>
                      <a:pt x="4346" y="7830"/>
                    </a:cubicBezTo>
                    <a:cubicBezTo>
                      <a:pt x="4508" y="7733"/>
                      <a:pt x="4682" y="7684"/>
                      <a:pt x="4843" y="7684"/>
                    </a:cubicBezTo>
                    <a:close/>
                    <a:moveTo>
                      <a:pt x="15823" y="778"/>
                    </a:moveTo>
                    <a:cubicBezTo>
                      <a:pt x="19440" y="778"/>
                      <a:pt x="23125" y="2407"/>
                      <a:pt x="25873" y="4603"/>
                    </a:cubicBezTo>
                    <a:cubicBezTo>
                      <a:pt x="25992" y="4687"/>
                      <a:pt x="26099" y="4794"/>
                      <a:pt x="26206" y="4889"/>
                    </a:cubicBezTo>
                    <a:cubicBezTo>
                      <a:pt x="26008" y="4790"/>
                      <a:pt x="25791" y="4731"/>
                      <a:pt x="25554" y="4731"/>
                    </a:cubicBezTo>
                    <a:cubicBezTo>
                      <a:pt x="25364" y="4731"/>
                      <a:pt x="25161" y="4769"/>
                      <a:pt x="24944" y="4853"/>
                    </a:cubicBezTo>
                    <a:cubicBezTo>
                      <a:pt x="24425" y="5046"/>
                      <a:pt x="23540" y="5745"/>
                      <a:pt x="22796" y="5745"/>
                    </a:cubicBezTo>
                    <a:cubicBezTo>
                      <a:pt x="22482" y="5745"/>
                      <a:pt x="22193" y="5621"/>
                      <a:pt x="21967" y="5282"/>
                    </a:cubicBezTo>
                    <a:cubicBezTo>
                      <a:pt x="21765" y="4996"/>
                      <a:pt x="21634" y="4663"/>
                      <a:pt x="21265" y="4556"/>
                    </a:cubicBezTo>
                    <a:cubicBezTo>
                      <a:pt x="21166" y="4530"/>
                      <a:pt x="21071" y="4518"/>
                      <a:pt x="20979" y="4518"/>
                    </a:cubicBezTo>
                    <a:cubicBezTo>
                      <a:pt x="20229" y="4518"/>
                      <a:pt x="19714" y="5322"/>
                      <a:pt x="19491" y="5937"/>
                    </a:cubicBezTo>
                    <a:cubicBezTo>
                      <a:pt x="19074" y="7163"/>
                      <a:pt x="17526" y="7449"/>
                      <a:pt x="17074" y="8509"/>
                    </a:cubicBezTo>
                    <a:cubicBezTo>
                      <a:pt x="17042" y="8496"/>
                      <a:pt x="17006" y="8489"/>
                      <a:pt x="16971" y="8489"/>
                    </a:cubicBezTo>
                    <a:cubicBezTo>
                      <a:pt x="16875" y="8489"/>
                      <a:pt x="16782" y="8538"/>
                      <a:pt x="16764" y="8651"/>
                    </a:cubicBezTo>
                    <a:cubicBezTo>
                      <a:pt x="16610" y="9330"/>
                      <a:pt x="16645" y="9663"/>
                      <a:pt x="16955" y="10295"/>
                    </a:cubicBezTo>
                    <a:cubicBezTo>
                      <a:pt x="17776" y="11902"/>
                      <a:pt x="16145" y="12604"/>
                      <a:pt x="15526" y="13819"/>
                    </a:cubicBezTo>
                    <a:cubicBezTo>
                      <a:pt x="15014" y="14795"/>
                      <a:pt x="14419" y="17391"/>
                      <a:pt x="15967" y="17903"/>
                    </a:cubicBezTo>
                    <a:cubicBezTo>
                      <a:pt x="16267" y="18006"/>
                      <a:pt x="16532" y="18053"/>
                      <a:pt x="16795" y="18053"/>
                    </a:cubicBezTo>
                    <a:cubicBezTo>
                      <a:pt x="17104" y="18053"/>
                      <a:pt x="17410" y="17988"/>
                      <a:pt x="17764" y="17879"/>
                    </a:cubicBezTo>
                    <a:cubicBezTo>
                      <a:pt x="17910" y="17832"/>
                      <a:pt x="18038" y="17811"/>
                      <a:pt x="18152" y="17811"/>
                    </a:cubicBezTo>
                    <a:cubicBezTo>
                      <a:pt x="19289" y="17811"/>
                      <a:pt x="18948" y="19957"/>
                      <a:pt x="18872" y="20736"/>
                    </a:cubicBezTo>
                    <a:cubicBezTo>
                      <a:pt x="18800" y="21617"/>
                      <a:pt x="18526" y="24165"/>
                      <a:pt x="19884" y="24439"/>
                    </a:cubicBezTo>
                    <a:cubicBezTo>
                      <a:pt x="20063" y="24477"/>
                      <a:pt x="20185" y="24501"/>
                      <a:pt x="20285" y="24501"/>
                    </a:cubicBezTo>
                    <a:cubicBezTo>
                      <a:pt x="20469" y="24501"/>
                      <a:pt x="20573" y="24417"/>
                      <a:pt x="20812" y="24177"/>
                    </a:cubicBezTo>
                    <a:cubicBezTo>
                      <a:pt x="20967" y="24022"/>
                      <a:pt x="21015" y="23784"/>
                      <a:pt x="21098" y="23582"/>
                    </a:cubicBezTo>
                    <a:cubicBezTo>
                      <a:pt x="21336" y="23005"/>
                      <a:pt x="21634" y="22889"/>
                      <a:pt x="21952" y="22889"/>
                    </a:cubicBezTo>
                    <a:cubicBezTo>
                      <a:pt x="22165" y="22889"/>
                      <a:pt x="22386" y="22941"/>
                      <a:pt x="22604" y="22941"/>
                    </a:cubicBezTo>
                    <a:cubicBezTo>
                      <a:pt x="22781" y="22941"/>
                      <a:pt x="22956" y="22907"/>
                      <a:pt x="23122" y="22784"/>
                    </a:cubicBezTo>
                    <a:cubicBezTo>
                      <a:pt x="25111" y="21308"/>
                      <a:pt x="23789" y="19569"/>
                      <a:pt x="23801" y="17569"/>
                    </a:cubicBezTo>
                    <a:cubicBezTo>
                      <a:pt x="23884" y="17569"/>
                      <a:pt x="23968" y="17522"/>
                      <a:pt x="23991" y="17426"/>
                    </a:cubicBezTo>
                    <a:cubicBezTo>
                      <a:pt x="24124" y="16750"/>
                      <a:pt x="24139" y="16635"/>
                      <a:pt x="24312" y="16635"/>
                    </a:cubicBezTo>
                    <a:cubicBezTo>
                      <a:pt x="24402" y="16635"/>
                      <a:pt x="24534" y="16666"/>
                      <a:pt x="24746" y="16666"/>
                    </a:cubicBezTo>
                    <a:cubicBezTo>
                      <a:pt x="24862" y="16666"/>
                      <a:pt x="25001" y="16656"/>
                      <a:pt x="25170" y="16629"/>
                    </a:cubicBezTo>
                    <a:cubicBezTo>
                      <a:pt x="25349" y="16598"/>
                      <a:pt x="25516" y="16584"/>
                      <a:pt x="25672" y="16584"/>
                    </a:cubicBezTo>
                    <a:cubicBezTo>
                      <a:pt x="26967" y="16584"/>
                      <a:pt x="27550" y="17533"/>
                      <a:pt x="28825" y="17629"/>
                    </a:cubicBezTo>
                    <a:cubicBezTo>
                      <a:pt x="28881" y="17634"/>
                      <a:pt x="28934" y="17637"/>
                      <a:pt x="28984" y="17637"/>
                    </a:cubicBezTo>
                    <a:cubicBezTo>
                      <a:pt x="29262" y="17637"/>
                      <a:pt x="29474" y="17557"/>
                      <a:pt x="29635" y="17426"/>
                    </a:cubicBezTo>
                    <a:lnTo>
                      <a:pt x="29635" y="17426"/>
                    </a:lnTo>
                    <a:cubicBezTo>
                      <a:pt x="28933" y="20677"/>
                      <a:pt x="27206" y="23653"/>
                      <a:pt x="24551" y="25368"/>
                    </a:cubicBezTo>
                    <a:cubicBezTo>
                      <a:pt x="22119" y="26930"/>
                      <a:pt x="19305" y="27707"/>
                      <a:pt x="16512" y="27707"/>
                    </a:cubicBezTo>
                    <a:cubicBezTo>
                      <a:pt x="14451" y="27707"/>
                      <a:pt x="12401" y="27284"/>
                      <a:pt x="10525" y="26439"/>
                    </a:cubicBezTo>
                    <a:cubicBezTo>
                      <a:pt x="10692" y="26380"/>
                      <a:pt x="10787" y="26201"/>
                      <a:pt x="10692" y="25999"/>
                    </a:cubicBezTo>
                    <a:cubicBezTo>
                      <a:pt x="9478" y="23475"/>
                      <a:pt x="11716" y="21093"/>
                      <a:pt x="11811" y="18569"/>
                    </a:cubicBezTo>
                    <a:cubicBezTo>
                      <a:pt x="11919" y="15914"/>
                      <a:pt x="8239" y="15605"/>
                      <a:pt x="7608" y="13402"/>
                    </a:cubicBezTo>
                    <a:cubicBezTo>
                      <a:pt x="7466" y="12914"/>
                      <a:pt x="7168" y="12545"/>
                      <a:pt x="6823" y="12366"/>
                    </a:cubicBezTo>
                    <a:cubicBezTo>
                      <a:pt x="7234" y="11828"/>
                      <a:pt x="7363" y="11257"/>
                      <a:pt x="8238" y="11257"/>
                    </a:cubicBezTo>
                    <a:cubicBezTo>
                      <a:pt x="8427" y="11257"/>
                      <a:pt x="8650" y="11283"/>
                      <a:pt x="8918" y="11342"/>
                    </a:cubicBezTo>
                    <a:cubicBezTo>
                      <a:pt x="9029" y="11367"/>
                      <a:pt x="9136" y="11378"/>
                      <a:pt x="9239" y="11378"/>
                    </a:cubicBezTo>
                    <a:cubicBezTo>
                      <a:pt x="10341" y="11378"/>
                      <a:pt x="10912" y="10049"/>
                      <a:pt x="10716" y="9068"/>
                    </a:cubicBezTo>
                    <a:cubicBezTo>
                      <a:pt x="10490" y="7925"/>
                      <a:pt x="10383" y="7127"/>
                      <a:pt x="10549" y="5973"/>
                    </a:cubicBezTo>
                    <a:cubicBezTo>
                      <a:pt x="10633" y="5377"/>
                      <a:pt x="9609" y="5234"/>
                      <a:pt x="9561" y="4734"/>
                    </a:cubicBezTo>
                    <a:cubicBezTo>
                      <a:pt x="9723" y="4577"/>
                      <a:pt x="9899" y="4511"/>
                      <a:pt x="10080" y="4511"/>
                    </a:cubicBezTo>
                    <a:cubicBezTo>
                      <a:pt x="10806" y="4511"/>
                      <a:pt x="11621" y="5570"/>
                      <a:pt x="12002" y="6104"/>
                    </a:cubicBezTo>
                    <a:cubicBezTo>
                      <a:pt x="12550" y="6889"/>
                      <a:pt x="12526" y="8247"/>
                      <a:pt x="12728" y="9163"/>
                    </a:cubicBezTo>
                    <a:cubicBezTo>
                      <a:pt x="12762" y="9300"/>
                      <a:pt x="12894" y="9382"/>
                      <a:pt x="13024" y="9382"/>
                    </a:cubicBezTo>
                    <a:cubicBezTo>
                      <a:pt x="13075" y="9382"/>
                      <a:pt x="13125" y="9369"/>
                      <a:pt x="13169" y="9342"/>
                    </a:cubicBezTo>
                    <a:cubicBezTo>
                      <a:pt x="13883" y="8937"/>
                      <a:pt x="14240" y="8318"/>
                      <a:pt x="14705" y="7651"/>
                    </a:cubicBezTo>
                    <a:cubicBezTo>
                      <a:pt x="14859" y="7423"/>
                      <a:pt x="15079" y="7349"/>
                      <a:pt x="15331" y="7349"/>
                    </a:cubicBezTo>
                    <a:cubicBezTo>
                      <a:pt x="15811" y="7349"/>
                      <a:pt x="16407" y="7620"/>
                      <a:pt x="16883" y="7620"/>
                    </a:cubicBezTo>
                    <a:cubicBezTo>
                      <a:pt x="16966" y="7620"/>
                      <a:pt x="17046" y="7611"/>
                      <a:pt x="17122" y="7592"/>
                    </a:cubicBezTo>
                    <a:cubicBezTo>
                      <a:pt x="18181" y="7318"/>
                      <a:pt x="17491" y="6306"/>
                      <a:pt x="17110" y="5818"/>
                    </a:cubicBezTo>
                    <a:cubicBezTo>
                      <a:pt x="16633" y="5211"/>
                      <a:pt x="15943" y="4520"/>
                      <a:pt x="16705" y="3675"/>
                    </a:cubicBezTo>
                    <a:cubicBezTo>
                      <a:pt x="16931" y="3437"/>
                      <a:pt x="17264" y="3246"/>
                      <a:pt x="17491" y="3008"/>
                    </a:cubicBezTo>
                    <a:cubicBezTo>
                      <a:pt x="17705" y="2782"/>
                      <a:pt x="17645" y="2591"/>
                      <a:pt x="17479" y="2377"/>
                    </a:cubicBezTo>
                    <a:cubicBezTo>
                      <a:pt x="17162" y="1967"/>
                      <a:pt x="16525" y="1805"/>
                      <a:pt x="15984" y="1805"/>
                    </a:cubicBezTo>
                    <a:cubicBezTo>
                      <a:pt x="15833" y="1805"/>
                      <a:pt x="15689" y="1818"/>
                      <a:pt x="15562" y="1841"/>
                    </a:cubicBezTo>
                    <a:cubicBezTo>
                      <a:pt x="15062" y="1936"/>
                      <a:pt x="14574" y="2043"/>
                      <a:pt x="14085" y="2151"/>
                    </a:cubicBezTo>
                    <a:cubicBezTo>
                      <a:pt x="14008" y="2165"/>
                      <a:pt x="13521" y="2225"/>
                      <a:pt x="13022" y="2225"/>
                    </a:cubicBezTo>
                    <a:cubicBezTo>
                      <a:pt x="12295" y="2225"/>
                      <a:pt x="11541" y="2098"/>
                      <a:pt x="11978" y="1520"/>
                    </a:cubicBezTo>
                    <a:cubicBezTo>
                      <a:pt x="12026" y="1460"/>
                      <a:pt x="12026" y="1401"/>
                      <a:pt x="12002" y="1341"/>
                    </a:cubicBezTo>
                    <a:cubicBezTo>
                      <a:pt x="12835" y="1115"/>
                      <a:pt x="13681" y="948"/>
                      <a:pt x="14502" y="853"/>
                    </a:cubicBezTo>
                    <a:cubicBezTo>
                      <a:pt x="14940" y="802"/>
                      <a:pt x="15381" y="778"/>
                      <a:pt x="15823" y="778"/>
                    </a:cubicBezTo>
                    <a:close/>
                    <a:moveTo>
                      <a:pt x="15585" y="1"/>
                    </a:moveTo>
                    <a:cubicBezTo>
                      <a:pt x="14408" y="1"/>
                      <a:pt x="13227" y="116"/>
                      <a:pt x="12061" y="341"/>
                    </a:cubicBezTo>
                    <a:cubicBezTo>
                      <a:pt x="9001" y="936"/>
                      <a:pt x="4787" y="3567"/>
                      <a:pt x="3977" y="6901"/>
                    </a:cubicBezTo>
                    <a:cubicBezTo>
                      <a:pt x="0" y="12438"/>
                      <a:pt x="2013" y="20558"/>
                      <a:pt x="6656" y="25046"/>
                    </a:cubicBezTo>
                    <a:cubicBezTo>
                      <a:pt x="9180" y="27488"/>
                      <a:pt x="12587" y="28591"/>
                      <a:pt x="16049" y="28591"/>
                    </a:cubicBezTo>
                    <a:cubicBezTo>
                      <a:pt x="20083" y="28591"/>
                      <a:pt x="24192" y="27095"/>
                      <a:pt x="27075" y="24475"/>
                    </a:cubicBezTo>
                    <a:cubicBezTo>
                      <a:pt x="29980" y="21832"/>
                      <a:pt x="30683" y="17022"/>
                      <a:pt x="30707" y="13295"/>
                    </a:cubicBezTo>
                    <a:cubicBezTo>
                      <a:pt x="30730" y="8723"/>
                      <a:pt x="28409" y="5008"/>
                      <a:pt x="24634" y="2591"/>
                    </a:cubicBezTo>
                    <a:cubicBezTo>
                      <a:pt x="21907" y="836"/>
                      <a:pt x="18761" y="1"/>
                      <a:pt x="15585" y="1"/>
                    </a:cubicBezTo>
                    <a:close/>
                  </a:path>
                </a:pathLst>
              </a:custGeom>
              <a:solidFill>
                <a:srgbClr val="5EB2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latin typeface="IBM Plex Sans"/>
                  <a:ea typeface="IBM Plex Sans"/>
                  <a:cs typeface="IBM Plex Sans"/>
                  <a:sym typeface="IBM Plex Sans"/>
                </a:endParaRPr>
              </a:p>
            </p:txBody>
          </p:sp>
        </p:grpSp>
        <p:sp>
          <p:nvSpPr>
            <p:cNvPr id="6284" name="Google Shape;6284;p476"/>
            <p:cNvSpPr/>
            <p:nvPr/>
          </p:nvSpPr>
          <p:spPr>
            <a:xfrm>
              <a:off x="457216" y="2123950"/>
              <a:ext cx="1541700" cy="4902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800">
                  <a:latin typeface="IBM Plex Sans"/>
                  <a:ea typeface="IBM Plex Sans"/>
                  <a:cs typeface="IBM Plex Sans"/>
                  <a:sym typeface="IBM Plex Sans"/>
                </a:rPr>
                <a:t>Sign up for a SaaS account or install Self-Managed</a:t>
              </a:r>
              <a:endParaRPr sz="800">
                <a:latin typeface="IBM Plex Sans"/>
                <a:ea typeface="IBM Plex Sans"/>
                <a:cs typeface="IBM Plex Sans"/>
                <a:sym typeface="IBM Plex Sans"/>
              </a:endParaRPr>
            </a:p>
          </p:txBody>
        </p:sp>
        <p:sp>
          <p:nvSpPr>
            <p:cNvPr id="6285" name="Google Shape;6285;p476"/>
            <p:cNvSpPr/>
            <p:nvPr/>
          </p:nvSpPr>
          <p:spPr>
            <a:xfrm>
              <a:off x="457216" y="2719448"/>
              <a:ext cx="1541700" cy="4902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800">
                  <a:latin typeface="IBM Plex Sans"/>
                  <a:ea typeface="IBM Plex Sans"/>
                  <a:cs typeface="IBM Plex Sans"/>
                  <a:sym typeface="IBM Plex Sans"/>
                </a:rPr>
                <a:t>Train and enable employees</a:t>
              </a:r>
              <a:endParaRPr sz="800">
                <a:latin typeface="IBM Plex Sans"/>
                <a:ea typeface="IBM Plex Sans"/>
                <a:cs typeface="IBM Plex Sans"/>
                <a:sym typeface="IBM Plex Sans"/>
              </a:endParaRPr>
            </a:p>
          </p:txBody>
        </p:sp>
        <p:sp>
          <p:nvSpPr>
            <p:cNvPr id="6286" name="Google Shape;6286;p476"/>
            <p:cNvSpPr/>
            <p:nvPr/>
          </p:nvSpPr>
          <p:spPr>
            <a:xfrm>
              <a:off x="457202" y="3314947"/>
              <a:ext cx="1541700" cy="4902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800">
                  <a:latin typeface="IBM Plex Sans"/>
                  <a:ea typeface="IBM Plex Sans"/>
                  <a:cs typeface="IBM Plex Sans"/>
                  <a:sym typeface="IBM Plex Sans"/>
                </a:rPr>
                <a:t>Potentially: set up an automation center of excellence (CoE)</a:t>
              </a:r>
              <a:endParaRPr sz="800">
                <a:latin typeface="IBM Plex Sans"/>
                <a:ea typeface="IBM Plex Sans"/>
                <a:cs typeface="IBM Plex Sans"/>
                <a:sym typeface="IBM Plex Sans"/>
              </a:endParaRPr>
            </a:p>
          </p:txBody>
        </p:sp>
      </p:grpSp>
      <p:grpSp>
        <p:nvGrpSpPr>
          <p:cNvPr id="6287" name="Google Shape;6287;p476"/>
          <p:cNvGrpSpPr/>
          <p:nvPr/>
        </p:nvGrpSpPr>
        <p:grpSpPr>
          <a:xfrm>
            <a:off x="2058604" y="1152475"/>
            <a:ext cx="1597066" cy="3312326"/>
            <a:chOff x="2058604" y="1152475"/>
            <a:chExt cx="1597066" cy="3312326"/>
          </a:xfrm>
        </p:grpSpPr>
        <p:sp>
          <p:nvSpPr>
            <p:cNvPr id="6288" name="Google Shape;6288;p476"/>
            <p:cNvSpPr/>
            <p:nvPr/>
          </p:nvSpPr>
          <p:spPr>
            <a:xfrm>
              <a:off x="2058604" y="1810425"/>
              <a:ext cx="1597066" cy="171359"/>
            </a:xfrm>
            <a:custGeom>
              <a:avLst/>
              <a:gdLst/>
              <a:ahLst/>
              <a:cxnLst/>
              <a:rect l="l" t="t" r="r" b="b"/>
              <a:pathLst>
                <a:path w="63985" h="7847" extrusionOk="0">
                  <a:moveTo>
                    <a:pt x="2679" y="703"/>
                  </a:moveTo>
                  <a:cubicBezTo>
                    <a:pt x="2429" y="846"/>
                    <a:pt x="2179" y="1179"/>
                    <a:pt x="1917" y="1429"/>
                  </a:cubicBezTo>
                  <a:lnTo>
                    <a:pt x="1334" y="703"/>
                  </a:lnTo>
                  <a:close/>
                  <a:moveTo>
                    <a:pt x="4239" y="703"/>
                  </a:moveTo>
                  <a:cubicBezTo>
                    <a:pt x="3703" y="1143"/>
                    <a:pt x="3167" y="1774"/>
                    <a:pt x="2643" y="2322"/>
                  </a:cubicBezTo>
                  <a:lnTo>
                    <a:pt x="2048" y="1572"/>
                  </a:lnTo>
                  <a:cubicBezTo>
                    <a:pt x="2358" y="1262"/>
                    <a:pt x="2667" y="1000"/>
                    <a:pt x="2989" y="703"/>
                  </a:cubicBezTo>
                  <a:close/>
                  <a:moveTo>
                    <a:pt x="6215" y="703"/>
                  </a:moveTo>
                  <a:cubicBezTo>
                    <a:pt x="5298" y="1596"/>
                    <a:pt x="4394" y="2477"/>
                    <a:pt x="3501" y="3394"/>
                  </a:cubicBezTo>
                  <a:lnTo>
                    <a:pt x="2917" y="2655"/>
                  </a:lnTo>
                  <a:cubicBezTo>
                    <a:pt x="3572" y="2001"/>
                    <a:pt x="4227" y="1298"/>
                    <a:pt x="4894" y="703"/>
                  </a:cubicBezTo>
                  <a:close/>
                  <a:moveTo>
                    <a:pt x="22146" y="703"/>
                  </a:moveTo>
                  <a:cubicBezTo>
                    <a:pt x="19979" y="2786"/>
                    <a:pt x="17836" y="5037"/>
                    <a:pt x="15681" y="7239"/>
                  </a:cubicBezTo>
                  <a:lnTo>
                    <a:pt x="14216" y="7227"/>
                  </a:lnTo>
                  <a:cubicBezTo>
                    <a:pt x="16478" y="5025"/>
                    <a:pt x="18764" y="2786"/>
                    <a:pt x="21050" y="703"/>
                  </a:cubicBezTo>
                  <a:close/>
                  <a:moveTo>
                    <a:pt x="54078" y="703"/>
                  </a:moveTo>
                  <a:cubicBezTo>
                    <a:pt x="51840" y="2786"/>
                    <a:pt x="49578" y="5049"/>
                    <a:pt x="47328" y="7239"/>
                  </a:cubicBezTo>
                  <a:lnTo>
                    <a:pt x="46446" y="7227"/>
                  </a:lnTo>
                  <a:cubicBezTo>
                    <a:pt x="48578" y="5037"/>
                    <a:pt x="50709" y="2786"/>
                    <a:pt x="52840" y="703"/>
                  </a:cubicBezTo>
                  <a:close/>
                  <a:moveTo>
                    <a:pt x="61079" y="1203"/>
                  </a:moveTo>
                  <a:lnTo>
                    <a:pt x="61651" y="1941"/>
                  </a:lnTo>
                  <a:cubicBezTo>
                    <a:pt x="59948" y="3691"/>
                    <a:pt x="58269" y="5453"/>
                    <a:pt x="56591" y="7239"/>
                  </a:cubicBezTo>
                  <a:lnTo>
                    <a:pt x="55591" y="7239"/>
                  </a:lnTo>
                  <a:cubicBezTo>
                    <a:pt x="55896" y="6944"/>
                    <a:pt x="56202" y="6604"/>
                    <a:pt x="56495" y="6299"/>
                  </a:cubicBezTo>
                  <a:cubicBezTo>
                    <a:pt x="58091" y="4668"/>
                    <a:pt x="59579" y="2917"/>
                    <a:pt x="61079" y="1203"/>
                  </a:cubicBezTo>
                  <a:close/>
                  <a:moveTo>
                    <a:pt x="8025" y="703"/>
                  </a:moveTo>
                  <a:cubicBezTo>
                    <a:pt x="5858" y="2786"/>
                    <a:pt x="3703" y="5013"/>
                    <a:pt x="1584" y="7251"/>
                  </a:cubicBezTo>
                  <a:lnTo>
                    <a:pt x="1334" y="7251"/>
                  </a:lnTo>
                  <a:lnTo>
                    <a:pt x="3941" y="3941"/>
                  </a:lnTo>
                  <a:lnTo>
                    <a:pt x="3715" y="3667"/>
                  </a:lnTo>
                  <a:cubicBezTo>
                    <a:pt x="4691" y="2655"/>
                    <a:pt x="5691" y="1596"/>
                    <a:pt x="6692" y="703"/>
                  </a:cubicBezTo>
                  <a:close/>
                  <a:moveTo>
                    <a:pt x="9847" y="703"/>
                  </a:moveTo>
                  <a:cubicBezTo>
                    <a:pt x="7596" y="2786"/>
                    <a:pt x="5358" y="5013"/>
                    <a:pt x="3143" y="7251"/>
                  </a:cubicBezTo>
                  <a:lnTo>
                    <a:pt x="2084" y="7251"/>
                  </a:lnTo>
                  <a:cubicBezTo>
                    <a:pt x="4370" y="5013"/>
                    <a:pt x="6644" y="2786"/>
                    <a:pt x="8906" y="703"/>
                  </a:cubicBezTo>
                  <a:close/>
                  <a:moveTo>
                    <a:pt x="11240" y="703"/>
                  </a:moveTo>
                  <a:cubicBezTo>
                    <a:pt x="9108" y="2786"/>
                    <a:pt x="7001" y="5013"/>
                    <a:pt x="4906" y="7251"/>
                  </a:cubicBezTo>
                  <a:lnTo>
                    <a:pt x="3465" y="7251"/>
                  </a:lnTo>
                  <a:cubicBezTo>
                    <a:pt x="5703" y="5013"/>
                    <a:pt x="7942" y="2786"/>
                    <a:pt x="10168" y="703"/>
                  </a:cubicBezTo>
                  <a:close/>
                  <a:moveTo>
                    <a:pt x="13026" y="703"/>
                  </a:moveTo>
                  <a:cubicBezTo>
                    <a:pt x="10859" y="2786"/>
                    <a:pt x="8716" y="5013"/>
                    <a:pt x="6608" y="7251"/>
                  </a:cubicBezTo>
                  <a:lnTo>
                    <a:pt x="5418" y="7251"/>
                  </a:lnTo>
                  <a:cubicBezTo>
                    <a:pt x="7489" y="5013"/>
                    <a:pt x="9561" y="2786"/>
                    <a:pt x="11656" y="703"/>
                  </a:cubicBezTo>
                  <a:close/>
                  <a:moveTo>
                    <a:pt x="16038" y="703"/>
                  </a:moveTo>
                  <a:cubicBezTo>
                    <a:pt x="13764" y="2786"/>
                    <a:pt x="11442" y="5013"/>
                    <a:pt x="9156" y="7251"/>
                  </a:cubicBezTo>
                  <a:lnTo>
                    <a:pt x="7108" y="7251"/>
                  </a:lnTo>
                  <a:cubicBezTo>
                    <a:pt x="9216" y="5013"/>
                    <a:pt x="11347" y="2786"/>
                    <a:pt x="13490" y="703"/>
                  </a:cubicBezTo>
                  <a:close/>
                  <a:moveTo>
                    <a:pt x="16347" y="667"/>
                  </a:moveTo>
                  <a:lnTo>
                    <a:pt x="18372" y="679"/>
                  </a:lnTo>
                  <a:cubicBezTo>
                    <a:pt x="16062" y="2870"/>
                    <a:pt x="13752" y="5013"/>
                    <a:pt x="11466" y="7251"/>
                  </a:cubicBezTo>
                  <a:lnTo>
                    <a:pt x="9620" y="7251"/>
                  </a:lnTo>
                  <a:cubicBezTo>
                    <a:pt x="11859" y="5013"/>
                    <a:pt x="14121" y="2870"/>
                    <a:pt x="16347" y="667"/>
                  </a:cubicBezTo>
                  <a:close/>
                  <a:moveTo>
                    <a:pt x="20658" y="703"/>
                  </a:moveTo>
                  <a:cubicBezTo>
                    <a:pt x="18336" y="2786"/>
                    <a:pt x="15978" y="5013"/>
                    <a:pt x="13752" y="7251"/>
                  </a:cubicBezTo>
                  <a:lnTo>
                    <a:pt x="11835" y="7251"/>
                  </a:lnTo>
                  <a:cubicBezTo>
                    <a:pt x="14085" y="5013"/>
                    <a:pt x="16336" y="2786"/>
                    <a:pt x="18586" y="703"/>
                  </a:cubicBezTo>
                  <a:close/>
                  <a:moveTo>
                    <a:pt x="24122" y="703"/>
                  </a:moveTo>
                  <a:cubicBezTo>
                    <a:pt x="21943" y="2786"/>
                    <a:pt x="19776" y="5013"/>
                    <a:pt x="17610" y="7251"/>
                  </a:cubicBezTo>
                  <a:lnTo>
                    <a:pt x="15824" y="7251"/>
                  </a:lnTo>
                  <a:cubicBezTo>
                    <a:pt x="18014" y="5013"/>
                    <a:pt x="20229" y="2786"/>
                    <a:pt x="22443" y="703"/>
                  </a:cubicBezTo>
                  <a:close/>
                  <a:moveTo>
                    <a:pt x="25420" y="703"/>
                  </a:moveTo>
                  <a:cubicBezTo>
                    <a:pt x="23229" y="2786"/>
                    <a:pt x="21122" y="5013"/>
                    <a:pt x="19038" y="7251"/>
                  </a:cubicBezTo>
                  <a:lnTo>
                    <a:pt x="17955" y="7251"/>
                  </a:lnTo>
                  <a:cubicBezTo>
                    <a:pt x="20110" y="5013"/>
                    <a:pt x="22265" y="2786"/>
                    <a:pt x="24444" y="703"/>
                  </a:cubicBezTo>
                  <a:close/>
                  <a:moveTo>
                    <a:pt x="27956" y="703"/>
                  </a:moveTo>
                  <a:cubicBezTo>
                    <a:pt x="27456" y="1143"/>
                    <a:pt x="26956" y="1667"/>
                    <a:pt x="26456" y="2155"/>
                  </a:cubicBezTo>
                  <a:cubicBezTo>
                    <a:pt x="24729" y="3858"/>
                    <a:pt x="23015" y="5465"/>
                    <a:pt x="21289" y="7251"/>
                  </a:cubicBezTo>
                  <a:lnTo>
                    <a:pt x="19348" y="7251"/>
                  </a:lnTo>
                  <a:cubicBezTo>
                    <a:pt x="21086" y="5310"/>
                    <a:pt x="22848" y="3548"/>
                    <a:pt x="24658" y="1762"/>
                  </a:cubicBezTo>
                  <a:cubicBezTo>
                    <a:pt x="25015" y="1393"/>
                    <a:pt x="25384" y="1000"/>
                    <a:pt x="25753" y="703"/>
                  </a:cubicBezTo>
                  <a:close/>
                  <a:moveTo>
                    <a:pt x="30194" y="703"/>
                  </a:moveTo>
                  <a:cubicBezTo>
                    <a:pt x="29599" y="1298"/>
                    <a:pt x="29004" y="1893"/>
                    <a:pt x="28432" y="2501"/>
                  </a:cubicBezTo>
                  <a:cubicBezTo>
                    <a:pt x="26896" y="4096"/>
                    <a:pt x="25361" y="5608"/>
                    <a:pt x="23801" y="7251"/>
                  </a:cubicBezTo>
                  <a:lnTo>
                    <a:pt x="21479" y="7251"/>
                  </a:lnTo>
                  <a:cubicBezTo>
                    <a:pt x="22944" y="5763"/>
                    <a:pt x="24420" y="4429"/>
                    <a:pt x="25849" y="3001"/>
                  </a:cubicBezTo>
                  <a:cubicBezTo>
                    <a:pt x="26623" y="2227"/>
                    <a:pt x="27396" y="1441"/>
                    <a:pt x="28170" y="703"/>
                  </a:cubicBezTo>
                  <a:close/>
                  <a:moveTo>
                    <a:pt x="33100" y="703"/>
                  </a:moveTo>
                  <a:cubicBezTo>
                    <a:pt x="31635" y="2191"/>
                    <a:pt x="30159" y="3632"/>
                    <a:pt x="28670" y="5084"/>
                  </a:cubicBezTo>
                  <a:cubicBezTo>
                    <a:pt x="27932" y="5811"/>
                    <a:pt x="27194" y="6501"/>
                    <a:pt x="26456" y="7251"/>
                  </a:cubicBezTo>
                  <a:lnTo>
                    <a:pt x="24087" y="7251"/>
                  </a:lnTo>
                  <a:cubicBezTo>
                    <a:pt x="25587" y="5608"/>
                    <a:pt x="27075" y="4179"/>
                    <a:pt x="28563" y="2632"/>
                  </a:cubicBezTo>
                  <a:cubicBezTo>
                    <a:pt x="29182" y="1977"/>
                    <a:pt x="29825" y="1298"/>
                    <a:pt x="30468" y="703"/>
                  </a:cubicBezTo>
                  <a:close/>
                  <a:moveTo>
                    <a:pt x="35005" y="703"/>
                  </a:moveTo>
                  <a:cubicBezTo>
                    <a:pt x="33219" y="2489"/>
                    <a:pt x="31397" y="4358"/>
                    <a:pt x="29528" y="6132"/>
                  </a:cubicBezTo>
                  <a:cubicBezTo>
                    <a:pt x="29135" y="6501"/>
                    <a:pt x="28742" y="6799"/>
                    <a:pt x="28349" y="7251"/>
                  </a:cubicBezTo>
                  <a:lnTo>
                    <a:pt x="26789" y="7251"/>
                  </a:lnTo>
                  <a:cubicBezTo>
                    <a:pt x="29040" y="5013"/>
                    <a:pt x="31290" y="2786"/>
                    <a:pt x="33528" y="703"/>
                  </a:cubicBezTo>
                  <a:close/>
                  <a:moveTo>
                    <a:pt x="36326" y="703"/>
                  </a:moveTo>
                  <a:cubicBezTo>
                    <a:pt x="34576" y="2334"/>
                    <a:pt x="32838" y="4120"/>
                    <a:pt x="31099" y="5834"/>
                  </a:cubicBezTo>
                  <a:cubicBezTo>
                    <a:pt x="30611" y="6299"/>
                    <a:pt x="30135" y="6799"/>
                    <a:pt x="29647" y="7251"/>
                  </a:cubicBezTo>
                  <a:lnTo>
                    <a:pt x="28635" y="7251"/>
                  </a:lnTo>
                  <a:cubicBezTo>
                    <a:pt x="28730" y="7096"/>
                    <a:pt x="28837" y="7061"/>
                    <a:pt x="28932" y="6965"/>
                  </a:cubicBezTo>
                  <a:cubicBezTo>
                    <a:pt x="31111" y="4918"/>
                    <a:pt x="33242" y="2786"/>
                    <a:pt x="35362" y="703"/>
                  </a:cubicBezTo>
                  <a:close/>
                  <a:moveTo>
                    <a:pt x="37683" y="703"/>
                  </a:moveTo>
                  <a:cubicBezTo>
                    <a:pt x="35540" y="2786"/>
                    <a:pt x="33397" y="5013"/>
                    <a:pt x="31266" y="7251"/>
                  </a:cubicBezTo>
                  <a:lnTo>
                    <a:pt x="29909" y="7251"/>
                  </a:lnTo>
                  <a:cubicBezTo>
                    <a:pt x="30099" y="6954"/>
                    <a:pt x="30290" y="6870"/>
                    <a:pt x="30480" y="6680"/>
                  </a:cubicBezTo>
                  <a:cubicBezTo>
                    <a:pt x="32516" y="4679"/>
                    <a:pt x="34576" y="2632"/>
                    <a:pt x="36636" y="703"/>
                  </a:cubicBezTo>
                  <a:close/>
                  <a:moveTo>
                    <a:pt x="39600" y="703"/>
                  </a:moveTo>
                  <a:cubicBezTo>
                    <a:pt x="37600" y="2632"/>
                    <a:pt x="35600" y="4608"/>
                    <a:pt x="33647" y="6596"/>
                  </a:cubicBezTo>
                  <a:cubicBezTo>
                    <a:pt x="33445" y="6811"/>
                    <a:pt x="33231" y="6954"/>
                    <a:pt x="33028" y="7251"/>
                  </a:cubicBezTo>
                  <a:lnTo>
                    <a:pt x="32278" y="7251"/>
                  </a:lnTo>
                  <a:cubicBezTo>
                    <a:pt x="34421" y="5013"/>
                    <a:pt x="36564" y="2786"/>
                    <a:pt x="38684" y="703"/>
                  </a:cubicBezTo>
                  <a:close/>
                  <a:moveTo>
                    <a:pt x="41541" y="703"/>
                  </a:moveTo>
                  <a:cubicBezTo>
                    <a:pt x="39374" y="2786"/>
                    <a:pt x="37195" y="5013"/>
                    <a:pt x="35005" y="7251"/>
                  </a:cubicBezTo>
                  <a:lnTo>
                    <a:pt x="33338" y="7251"/>
                  </a:lnTo>
                  <a:cubicBezTo>
                    <a:pt x="33492" y="7096"/>
                    <a:pt x="33647" y="6930"/>
                    <a:pt x="33814" y="6763"/>
                  </a:cubicBezTo>
                  <a:cubicBezTo>
                    <a:pt x="35814" y="4703"/>
                    <a:pt x="37898" y="2632"/>
                    <a:pt x="39993" y="703"/>
                  </a:cubicBezTo>
                  <a:close/>
                  <a:moveTo>
                    <a:pt x="44327" y="703"/>
                  </a:moveTo>
                  <a:cubicBezTo>
                    <a:pt x="42029" y="2786"/>
                    <a:pt x="39719" y="5013"/>
                    <a:pt x="37422" y="7251"/>
                  </a:cubicBezTo>
                  <a:lnTo>
                    <a:pt x="35445" y="7251"/>
                  </a:lnTo>
                  <a:cubicBezTo>
                    <a:pt x="37683" y="5013"/>
                    <a:pt x="39922" y="2786"/>
                    <a:pt x="42160" y="703"/>
                  </a:cubicBezTo>
                  <a:close/>
                  <a:moveTo>
                    <a:pt x="46220" y="703"/>
                  </a:moveTo>
                  <a:cubicBezTo>
                    <a:pt x="43994" y="2786"/>
                    <a:pt x="41744" y="5013"/>
                    <a:pt x="39481" y="7251"/>
                  </a:cubicBezTo>
                  <a:lnTo>
                    <a:pt x="37695" y="7251"/>
                  </a:lnTo>
                  <a:cubicBezTo>
                    <a:pt x="39993" y="5013"/>
                    <a:pt x="42315" y="2786"/>
                    <a:pt x="44613" y="703"/>
                  </a:cubicBezTo>
                  <a:close/>
                  <a:moveTo>
                    <a:pt x="49030" y="703"/>
                  </a:moveTo>
                  <a:cubicBezTo>
                    <a:pt x="46827" y="2786"/>
                    <a:pt x="44649" y="5013"/>
                    <a:pt x="42458" y="7251"/>
                  </a:cubicBezTo>
                  <a:lnTo>
                    <a:pt x="39791" y="7251"/>
                  </a:lnTo>
                  <a:cubicBezTo>
                    <a:pt x="42053" y="5013"/>
                    <a:pt x="44303" y="2786"/>
                    <a:pt x="46530" y="703"/>
                  </a:cubicBezTo>
                  <a:close/>
                  <a:moveTo>
                    <a:pt x="50804" y="703"/>
                  </a:moveTo>
                  <a:cubicBezTo>
                    <a:pt x="50721" y="703"/>
                    <a:pt x="50649" y="846"/>
                    <a:pt x="50578" y="917"/>
                  </a:cubicBezTo>
                  <a:cubicBezTo>
                    <a:pt x="48482" y="3048"/>
                    <a:pt x="46375" y="5168"/>
                    <a:pt x="44244" y="7251"/>
                  </a:cubicBezTo>
                  <a:lnTo>
                    <a:pt x="42756" y="7251"/>
                  </a:lnTo>
                  <a:cubicBezTo>
                    <a:pt x="44970" y="5013"/>
                    <a:pt x="47185" y="2786"/>
                    <a:pt x="49411" y="703"/>
                  </a:cubicBezTo>
                  <a:close/>
                  <a:moveTo>
                    <a:pt x="52673" y="703"/>
                  </a:moveTo>
                  <a:cubicBezTo>
                    <a:pt x="51745" y="1596"/>
                    <a:pt x="50804" y="2691"/>
                    <a:pt x="49852" y="3656"/>
                  </a:cubicBezTo>
                  <a:cubicBezTo>
                    <a:pt x="48661" y="4858"/>
                    <a:pt x="47470" y="6061"/>
                    <a:pt x="46280" y="7251"/>
                  </a:cubicBezTo>
                  <a:lnTo>
                    <a:pt x="44613" y="7251"/>
                  </a:lnTo>
                  <a:cubicBezTo>
                    <a:pt x="46673" y="5168"/>
                    <a:pt x="48732" y="3167"/>
                    <a:pt x="50768" y="1108"/>
                  </a:cubicBezTo>
                  <a:cubicBezTo>
                    <a:pt x="50899" y="977"/>
                    <a:pt x="51030" y="846"/>
                    <a:pt x="51161" y="703"/>
                  </a:cubicBezTo>
                  <a:close/>
                  <a:moveTo>
                    <a:pt x="56781" y="703"/>
                  </a:moveTo>
                  <a:cubicBezTo>
                    <a:pt x="54578" y="2786"/>
                    <a:pt x="52376" y="5013"/>
                    <a:pt x="50149" y="7251"/>
                  </a:cubicBezTo>
                  <a:lnTo>
                    <a:pt x="48090" y="7251"/>
                  </a:lnTo>
                  <a:cubicBezTo>
                    <a:pt x="50280" y="5013"/>
                    <a:pt x="52459" y="2786"/>
                    <a:pt x="54638" y="703"/>
                  </a:cubicBezTo>
                  <a:close/>
                  <a:moveTo>
                    <a:pt x="58484" y="703"/>
                  </a:moveTo>
                  <a:cubicBezTo>
                    <a:pt x="56364" y="2929"/>
                    <a:pt x="54197" y="5013"/>
                    <a:pt x="51983" y="7251"/>
                  </a:cubicBezTo>
                  <a:lnTo>
                    <a:pt x="50471" y="7251"/>
                  </a:lnTo>
                  <a:cubicBezTo>
                    <a:pt x="52709" y="5013"/>
                    <a:pt x="54924" y="2786"/>
                    <a:pt x="57138" y="703"/>
                  </a:cubicBezTo>
                  <a:close/>
                  <a:moveTo>
                    <a:pt x="59651" y="703"/>
                  </a:moveTo>
                  <a:cubicBezTo>
                    <a:pt x="58210" y="2191"/>
                    <a:pt x="56805" y="3929"/>
                    <a:pt x="55340" y="5501"/>
                  </a:cubicBezTo>
                  <a:cubicBezTo>
                    <a:pt x="54793" y="6084"/>
                    <a:pt x="54245" y="6656"/>
                    <a:pt x="53685" y="7251"/>
                  </a:cubicBezTo>
                  <a:lnTo>
                    <a:pt x="52566" y="7251"/>
                  </a:lnTo>
                  <a:cubicBezTo>
                    <a:pt x="54757" y="5013"/>
                    <a:pt x="56924" y="2929"/>
                    <a:pt x="58996" y="703"/>
                  </a:cubicBezTo>
                  <a:close/>
                  <a:moveTo>
                    <a:pt x="60663" y="703"/>
                  </a:moveTo>
                  <a:lnTo>
                    <a:pt x="60901" y="977"/>
                  </a:lnTo>
                  <a:cubicBezTo>
                    <a:pt x="59377" y="2703"/>
                    <a:pt x="57912" y="4501"/>
                    <a:pt x="56341" y="6156"/>
                  </a:cubicBezTo>
                  <a:cubicBezTo>
                    <a:pt x="55983" y="6513"/>
                    <a:pt x="55626" y="6799"/>
                    <a:pt x="55281" y="7251"/>
                  </a:cubicBezTo>
                  <a:lnTo>
                    <a:pt x="53876" y="7251"/>
                  </a:lnTo>
                  <a:cubicBezTo>
                    <a:pt x="55936" y="5013"/>
                    <a:pt x="57960" y="2786"/>
                    <a:pt x="59996" y="703"/>
                  </a:cubicBezTo>
                  <a:close/>
                  <a:moveTo>
                    <a:pt x="61841" y="2167"/>
                  </a:moveTo>
                  <a:lnTo>
                    <a:pt x="62675" y="3251"/>
                  </a:lnTo>
                  <a:cubicBezTo>
                    <a:pt x="61532" y="4608"/>
                    <a:pt x="60353" y="5906"/>
                    <a:pt x="59162" y="7251"/>
                  </a:cubicBezTo>
                  <a:lnTo>
                    <a:pt x="57007" y="7251"/>
                  </a:lnTo>
                  <a:cubicBezTo>
                    <a:pt x="58615" y="5465"/>
                    <a:pt x="60222" y="3846"/>
                    <a:pt x="61841" y="2167"/>
                  </a:cubicBezTo>
                  <a:close/>
                  <a:moveTo>
                    <a:pt x="62829" y="3441"/>
                  </a:moveTo>
                  <a:lnTo>
                    <a:pt x="63175" y="3882"/>
                  </a:lnTo>
                  <a:lnTo>
                    <a:pt x="60651" y="7251"/>
                  </a:lnTo>
                  <a:lnTo>
                    <a:pt x="59531" y="7251"/>
                  </a:lnTo>
                  <a:cubicBezTo>
                    <a:pt x="60651" y="5906"/>
                    <a:pt x="61758" y="4715"/>
                    <a:pt x="62829" y="3441"/>
                  </a:cubicBezTo>
                  <a:close/>
                  <a:moveTo>
                    <a:pt x="0" y="0"/>
                  </a:moveTo>
                  <a:lnTo>
                    <a:pt x="3120" y="3917"/>
                  </a:lnTo>
                  <a:lnTo>
                    <a:pt x="0" y="7847"/>
                  </a:lnTo>
                  <a:lnTo>
                    <a:pt x="60972" y="7847"/>
                  </a:lnTo>
                  <a:lnTo>
                    <a:pt x="63984" y="3846"/>
                  </a:lnTo>
                  <a:lnTo>
                    <a:pt x="60972" y="0"/>
                  </a:lnTo>
                  <a:close/>
                </a:path>
              </a:pathLst>
            </a:custGeom>
            <a:solidFill>
              <a:srgbClr val="69E78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latin typeface="IBM Plex Sans"/>
                <a:ea typeface="IBM Plex Sans"/>
                <a:cs typeface="IBM Plex Sans"/>
                <a:sym typeface="IBM Plex Sans"/>
              </a:endParaRPr>
            </a:p>
          </p:txBody>
        </p:sp>
        <p:sp>
          <p:nvSpPr>
            <p:cNvPr id="6289" name="Google Shape;6289;p476"/>
            <p:cNvSpPr/>
            <p:nvPr/>
          </p:nvSpPr>
          <p:spPr>
            <a:xfrm>
              <a:off x="2807616" y="1516927"/>
              <a:ext cx="107385" cy="348377"/>
            </a:xfrm>
            <a:custGeom>
              <a:avLst/>
              <a:gdLst/>
              <a:ahLst/>
              <a:cxnLst/>
              <a:rect l="l" t="t" r="r" b="b"/>
              <a:pathLst>
                <a:path w="4918" h="15955" extrusionOk="0">
                  <a:moveTo>
                    <a:pt x="2156" y="0"/>
                  </a:moveTo>
                  <a:lnTo>
                    <a:pt x="2156" y="11025"/>
                  </a:lnTo>
                  <a:cubicBezTo>
                    <a:pt x="965" y="11192"/>
                    <a:pt x="1" y="12228"/>
                    <a:pt x="1" y="13478"/>
                  </a:cubicBezTo>
                  <a:cubicBezTo>
                    <a:pt x="1" y="14847"/>
                    <a:pt x="1108" y="15955"/>
                    <a:pt x="2477" y="15955"/>
                  </a:cubicBezTo>
                  <a:cubicBezTo>
                    <a:pt x="3835" y="15955"/>
                    <a:pt x="4918" y="14847"/>
                    <a:pt x="4918" y="13478"/>
                  </a:cubicBezTo>
                  <a:cubicBezTo>
                    <a:pt x="4918" y="12228"/>
                    <a:pt x="3942" y="11192"/>
                    <a:pt x="2751" y="11025"/>
                  </a:cubicBezTo>
                  <a:lnTo>
                    <a:pt x="2751" y="0"/>
                  </a:lnTo>
                  <a:close/>
                </a:path>
              </a:pathLst>
            </a:custGeom>
            <a:solidFill>
              <a:srgbClr val="69E78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latin typeface="IBM Plex Sans"/>
                <a:ea typeface="IBM Plex Sans"/>
                <a:cs typeface="IBM Plex Sans"/>
                <a:sym typeface="IBM Plex Sans"/>
              </a:endParaRPr>
            </a:p>
          </p:txBody>
        </p:sp>
        <p:sp>
          <p:nvSpPr>
            <p:cNvPr id="6290" name="Google Shape;6290;p476"/>
            <p:cNvSpPr txBox="1"/>
            <p:nvPr/>
          </p:nvSpPr>
          <p:spPr>
            <a:xfrm>
              <a:off x="2073150" y="1152475"/>
              <a:ext cx="1530600" cy="531900"/>
            </a:xfrm>
            <a:prstGeom prst="rect">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solidFill>
                    <a:schemeClr val="lt1"/>
                  </a:solidFill>
                  <a:latin typeface="IBM Plex Sans Medium"/>
                  <a:ea typeface="IBM Plex Sans Medium"/>
                  <a:cs typeface="IBM Plex Sans Medium"/>
                  <a:sym typeface="IBM Plex Sans Medium"/>
                </a:rPr>
                <a:t>Identify processes and process fragments in existing systems</a:t>
              </a:r>
              <a:endParaRPr sz="1000">
                <a:solidFill>
                  <a:schemeClr val="lt1"/>
                </a:solidFill>
                <a:latin typeface="IBM Plex Sans Medium"/>
                <a:ea typeface="IBM Plex Sans Medium"/>
                <a:cs typeface="IBM Plex Sans Medium"/>
                <a:sym typeface="IBM Plex Sans Medium"/>
              </a:endParaRPr>
            </a:p>
          </p:txBody>
        </p:sp>
        <p:sp>
          <p:nvSpPr>
            <p:cNvPr id="6291" name="Google Shape;6291;p476"/>
            <p:cNvSpPr/>
            <p:nvPr/>
          </p:nvSpPr>
          <p:spPr>
            <a:xfrm>
              <a:off x="2065359" y="2123950"/>
              <a:ext cx="1541700" cy="4902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800">
                  <a:latin typeface="IBM Plex Sans"/>
                  <a:ea typeface="IBM Plex Sans"/>
                  <a:cs typeface="IBM Plex Sans"/>
                  <a:sym typeface="IBM Plex Sans"/>
                </a:rPr>
                <a:t>… in off-the-shelf products such as SAP, Salesforce, and NetSuite</a:t>
              </a:r>
              <a:endParaRPr sz="800">
                <a:latin typeface="IBM Plex Sans"/>
                <a:ea typeface="IBM Plex Sans"/>
                <a:cs typeface="IBM Plex Sans"/>
                <a:sym typeface="IBM Plex Sans"/>
              </a:endParaRPr>
            </a:p>
          </p:txBody>
        </p:sp>
        <p:sp>
          <p:nvSpPr>
            <p:cNvPr id="6292" name="Google Shape;6292;p476"/>
            <p:cNvSpPr/>
            <p:nvPr/>
          </p:nvSpPr>
          <p:spPr>
            <a:xfrm>
              <a:off x="2065359" y="2719834"/>
              <a:ext cx="1541700" cy="4902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800">
                  <a:latin typeface="IBM Plex Sans"/>
                  <a:ea typeface="IBM Plex Sans"/>
                  <a:cs typeface="IBM Plex Sans"/>
                  <a:sym typeface="IBM Plex Sans"/>
                </a:rPr>
                <a:t>… in homegrown systems written in COBOL, Java, .NET, and other languages</a:t>
              </a:r>
              <a:endParaRPr sz="800">
                <a:latin typeface="IBM Plex Sans"/>
                <a:ea typeface="IBM Plex Sans"/>
                <a:cs typeface="IBM Plex Sans"/>
                <a:sym typeface="IBM Plex Sans"/>
              </a:endParaRPr>
            </a:p>
          </p:txBody>
        </p:sp>
        <p:sp>
          <p:nvSpPr>
            <p:cNvPr id="6293" name="Google Shape;6293;p476"/>
            <p:cNvSpPr/>
            <p:nvPr/>
          </p:nvSpPr>
          <p:spPr>
            <a:xfrm>
              <a:off x="2065359" y="3315718"/>
              <a:ext cx="1541700" cy="4902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800">
                  <a:latin typeface="IBM Plex Sans"/>
                  <a:ea typeface="IBM Plex Sans"/>
                  <a:cs typeface="IBM Plex Sans"/>
                  <a:sym typeface="IBM Plex Sans"/>
                </a:rPr>
                <a:t>… in point solutions for RPA, document processing, etc.</a:t>
              </a:r>
              <a:endParaRPr sz="800">
                <a:latin typeface="IBM Plex Sans"/>
                <a:ea typeface="IBM Plex Sans"/>
                <a:cs typeface="IBM Plex Sans"/>
                <a:sym typeface="IBM Plex Sans"/>
              </a:endParaRPr>
            </a:p>
          </p:txBody>
        </p:sp>
        <p:sp>
          <p:nvSpPr>
            <p:cNvPr id="6294" name="Google Shape;6294;p476"/>
            <p:cNvSpPr/>
            <p:nvPr/>
          </p:nvSpPr>
          <p:spPr>
            <a:xfrm>
              <a:off x="2065350" y="3911601"/>
              <a:ext cx="1541700" cy="5532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800">
                  <a:latin typeface="IBM Plex Sans"/>
                  <a:ea typeface="IBM Plex Sans"/>
                  <a:cs typeface="IBM Plex Sans"/>
                  <a:sym typeface="IBM Plex Sans"/>
                </a:rPr>
                <a:t>… in monolithic BPM suites such as IBM, Pega, Appian, and Red Hat PAM</a:t>
              </a:r>
              <a:endParaRPr sz="800">
                <a:latin typeface="IBM Plex Sans"/>
                <a:ea typeface="IBM Plex Sans"/>
                <a:cs typeface="IBM Plex Sans"/>
                <a:sym typeface="IBM Plex Sans"/>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26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28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6298"/>
        <p:cNvGrpSpPr/>
        <p:nvPr/>
      </p:nvGrpSpPr>
      <p:grpSpPr>
        <a:xfrm>
          <a:off x="0" y="0"/>
          <a:ext cx="0" cy="0"/>
          <a:chOff x="0" y="0"/>
          <a:chExt cx="0" cy="0"/>
        </a:xfrm>
      </p:grpSpPr>
      <p:sp>
        <p:nvSpPr>
          <p:cNvPr id="6299" name="Google Shape;6299;p477"/>
          <p:cNvSpPr txBox="1">
            <a:spLocks noGrp="1"/>
          </p:cNvSpPr>
          <p:nvPr>
            <p:ph type="title"/>
          </p:nvPr>
        </p:nvSpPr>
        <p:spPr>
          <a:xfrm>
            <a:off x="457201" y="114300"/>
            <a:ext cx="8229600" cy="369300"/>
          </a:xfrm>
          <a:prstGeom prst="rect">
            <a:avLst/>
          </a:prstGeom>
        </p:spPr>
        <p:txBody>
          <a:bodyPr spcFirstLastPara="1" wrap="square" lIns="0" tIns="0" rIns="0" bIns="0" anchor="t" anchorCtr="0">
            <a:spAutoFit/>
          </a:bodyPr>
          <a:lstStyle/>
          <a:p>
            <a:pPr marL="0" lvl="0" indent="0" algn="l" rtl="0">
              <a:spcBef>
                <a:spcPts val="0"/>
              </a:spcBef>
              <a:spcAft>
                <a:spcPts val="0"/>
              </a:spcAft>
              <a:buNone/>
            </a:pPr>
            <a:r>
              <a:rPr lang="en" sz="2400"/>
              <a:t>Identify processes and fragments in existing systems</a:t>
            </a:r>
            <a:endParaRPr sz="2400"/>
          </a:p>
        </p:txBody>
      </p:sp>
      <p:sp>
        <p:nvSpPr>
          <p:cNvPr id="6300" name="Google Shape;6300;p477"/>
          <p:cNvSpPr/>
          <p:nvPr/>
        </p:nvSpPr>
        <p:spPr>
          <a:xfrm>
            <a:off x="669000" y="1228663"/>
            <a:ext cx="7806000" cy="831600"/>
          </a:xfrm>
          <a:prstGeom prst="homePlate">
            <a:avLst>
              <a:gd name="adj" fmla="val 50000"/>
            </a:avLst>
          </a:prstGeom>
          <a:solidFill>
            <a:srgbClr val="000000"/>
          </a:solidFill>
          <a:ln w="9525" cap="flat" cmpd="sng">
            <a:solidFill>
              <a:srgbClr val="FCBD24"/>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BM Plex Sans"/>
              <a:ea typeface="IBM Plex Sans"/>
              <a:cs typeface="IBM Plex Sans"/>
              <a:sym typeface="IBM Plex Sans"/>
            </a:endParaRPr>
          </a:p>
        </p:txBody>
      </p:sp>
      <p:grpSp>
        <p:nvGrpSpPr>
          <p:cNvPr id="6301" name="Google Shape;6301;p477"/>
          <p:cNvGrpSpPr/>
          <p:nvPr/>
        </p:nvGrpSpPr>
        <p:grpSpPr>
          <a:xfrm>
            <a:off x="977175" y="1525144"/>
            <a:ext cx="1356788" cy="245400"/>
            <a:chOff x="1165900" y="1749213"/>
            <a:chExt cx="1356788" cy="245400"/>
          </a:xfrm>
        </p:grpSpPr>
        <p:sp>
          <p:nvSpPr>
            <p:cNvPr id="6302" name="Google Shape;6302;p477"/>
            <p:cNvSpPr/>
            <p:nvPr/>
          </p:nvSpPr>
          <p:spPr>
            <a:xfrm>
              <a:off x="1165900" y="1749213"/>
              <a:ext cx="318000" cy="245400"/>
            </a:xfrm>
            <a:prstGeom prst="rect">
              <a:avLst/>
            </a:prstGeom>
            <a:solidFill>
              <a:srgbClr val="F7F7F7"/>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BM Plex Sans"/>
                <a:ea typeface="IBM Plex Sans"/>
                <a:cs typeface="IBM Plex Sans"/>
                <a:sym typeface="IBM Plex Sans"/>
              </a:endParaRPr>
            </a:p>
          </p:txBody>
        </p:sp>
        <p:sp>
          <p:nvSpPr>
            <p:cNvPr id="6303" name="Google Shape;6303;p477"/>
            <p:cNvSpPr/>
            <p:nvPr/>
          </p:nvSpPr>
          <p:spPr>
            <a:xfrm>
              <a:off x="1685300" y="1749213"/>
              <a:ext cx="318000" cy="245400"/>
            </a:xfrm>
            <a:prstGeom prst="rect">
              <a:avLst/>
            </a:prstGeom>
            <a:solidFill>
              <a:srgbClr val="F7F7F7"/>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BM Plex Sans"/>
                <a:ea typeface="IBM Plex Sans"/>
                <a:cs typeface="IBM Plex Sans"/>
                <a:sym typeface="IBM Plex Sans"/>
              </a:endParaRPr>
            </a:p>
          </p:txBody>
        </p:sp>
        <p:sp>
          <p:nvSpPr>
            <p:cNvPr id="6304" name="Google Shape;6304;p477"/>
            <p:cNvSpPr/>
            <p:nvPr/>
          </p:nvSpPr>
          <p:spPr>
            <a:xfrm>
              <a:off x="2204688" y="1749213"/>
              <a:ext cx="318000" cy="245400"/>
            </a:xfrm>
            <a:prstGeom prst="rect">
              <a:avLst/>
            </a:prstGeom>
            <a:solidFill>
              <a:srgbClr val="F7F7F7"/>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BM Plex Sans"/>
                <a:ea typeface="IBM Plex Sans"/>
                <a:cs typeface="IBM Plex Sans"/>
                <a:sym typeface="IBM Plex Sans"/>
              </a:endParaRPr>
            </a:p>
          </p:txBody>
        </p:sp>
        <p:cxnSp>
          <p:nvCxnSpPr>
            <p:cNvPr id="6305" name="Google Shape;6305;p477"/>
            <p:cNvCxnSpPr>
              <a:stCxn id="6302" idx="3"/>
              <a:endCxn id="6303" idx="1"/>
            </p:cNvCxnSpPr>
            <p:nvPr/>
          </p:nvCxnSpPr>
          <p:spPr>
            <a:xfrm>
              <a:off x="1483900" y="1871913"/>
              <a:ext cx="201300" cy="0"/>
            </a:xfrm>
            <a:prstGeom prst="straightConnector1">
              <a:avLst/>
            </a:prstGeom>
            <a:noFill/>
            <a:ln w="9525" cap="flat" cmpd="sng">
              <a:solidFill>
                <a:srgbClr val="FFFFFF"/>
              </a:solidFill>
              <a:prstDash val="solid"/>
              <a:round/>
              <a:headEnd type="none" w="med" len="med"/>
              <a:tailEnd type="triangle" w="med" len="med"/>
            </a:ln>
          </p:spPr>
        </p:cxnSp>
        <p:cxnSp>
          <p:nvCxnSpPr>
            <p:cNvPr id="6306" name="Google Shape;6306;p477"/>
            <p:cNvCxnSpPr>
              <a:endCxn id="6304" idx="1"/>
            </p:cNvCxnSpPr>
            <p:nvPr/>
          </p:nvCxnSpPr>
          <p:spPr>
            <a:xfrm>
              <a:off x="2003388" y="1871913"/>
              <a:ext cx="201300" cy="0"/>
            </a:xfrm>
            <a:prstGeom prst="straightConnector1">
              <a:avLst/>
            </a:prstGeom>
            <a:noFill/>
            <a:ln w="9525" cap="flat" cmpd="sng">
              <a:solidFill>
                <a:srgbClr val="FFFFFF"/>
              </a:solidFill>
              <a:prstDash val="solid"/>
              <a:round/>
              <a:headEnd type="none" w="med" len="med"/>
              <a:tailEnd type="triangle" w="med" len="med"/>
            </a:ln>
          </p:spPr>
        </p:cxnSp>
      </p:grpSp>
      <p:grpSp>
        <p:nvGrpSpPr>
          <p:cNvPr id="6307" name="Google Shape;6307;p477"/>
          <p:cNvGrpSpPr/>
          <p:nvPr/>
        </p:nvGrpSpPr>
        <p:grpSpPr>
          <a:xfrm>
            <a:off x="2790550" y="1525144"/>
            <a:ext cx="1356788" cy="245400"/>
            <a:chOff x="3815025" y="1749213"/>
            <a:chExt cx="1356788" cy="245400"/>
          </a:xfrm>
        </p:grpSpPr>
        <p:sp>
          <p:nvSpPr>
            <p:cNvPr id="6308" name="Google Shape;6308;p477"/>
            <p:cNvSpPr/>
            <p:nvPr/>
          </p:nvSpPr>
          <p:spPr>
            <a:xfrm>
              <a:off x="3815025" y="1749213"/>
              <a:ext cx="318000" cy="245400"/>
            </a:xfrm>
            <a:prstGeom prst="rect">
              <a:avLst/>
            </a:prstGeom>
            <a:solidFill>
              <a:srgbClr val="F7F7F7"/>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BM Plex Sans"/>
                <a:ea typeface="IBM Plex Sans"/>
                <a:cs typeface="IBM Plex Sans"/>
                <a:sym typeface="IBM Plex Sans"/>
              </a:endParaRPr>
            </a:p>
          </p:txBody>
        </p:sp>
        <p:sp>
          <p:nvSpPr>
            <p:cNvPr id="6309" name="Google Shape;6309;p477"/>
            <p:cNvSpPr/>
            <p:nvPr/>
          </p:nvSpPr>
          <p:spPr>
            <a:xfrm>
              <a:off x="4334425" y="1749213"/>
              <a:ext cx="318000" cy="245400"/>
            </a:xfrm>
            <a:prstGeom prst="rect">
              <a:avLst/>
            </a:prstGeom>
            <a:solidFill>
              <a:srgbClr val="F7F7F7"/>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BM Plex Sans"/>
                <a:ea typeface="IBM Plex Sans"/>
                <a:cs typeface="IBM Plex Sans"/>
                <a:sym typeface="IBM Plex Sans"/>
              </a:endParaRPr>
            </a:p>
          </p:txBody>
        </p:sp>
        <p:sp>
          <p:nvSpPr>
            <p:cNvPr id="6310" name="Google Shape;6310;p477"/>
            <p:cNvSpPr/>
            <p:nvPr/>
          </p:nvSpPr>
          <p:spPr>
            <a:xfrm>
              <a:off x="4853812" y="1749213"/>
              <a:ext cx="318000" cy="245400"/>
            </a:xfrm>
            <a:prstGeom prst="rect">
              <a:avLst/>
            </a:prstGeom>
            <a:solidFill>
              <a:srgbClr val="F7F7F7"/>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BM Plex Sans"/>
                <a:ea typeface="IBM Plex Sans"/>
                <a:cs typeface="IBM Plex Sans"/>
                <a:sym typeface="IBM Plex Sans"/>
              </a:endParaRPr>
            </a:p>
          </p:txBody>
        </p:sp>
        <p:cxnSp>
          <p:nvCxnSpPr>
            <p:cNvPr id="6311" name="Google Shape;6311;p477"/>
            <p:cNvCxnSpPr>
              <a:stCxn id="6308" idx="3"/>
              <a:endCxn id="6309" idx="1"/>
            </p:cNvCxnSpPr>
            <p:nvPr/>
          </p:nvCxnSpPr>
          <p:spPr>
            <a:xfrm>
              <a:off x="4133025" y="1871913"/>
              <a:ext cx="201300" cy="0"/>
            </a:xfrm>
            <a:prstGeom prst="straightConnector1">
              <a:avLst/>
            </a:prstGeom>
            <a:noFill/>
            <a:ln w="9525" cap="flat" cmpd="sng">
              <a:solidFill>
                <a:srgbClr val="FFFFFF"/>
              </a:solidFill>
              <a:prstDash val="solid"/>
              <a:round/>
              <a:headEnd type="none" w="med" len="med"/>
              <a:tailEnd type="triangle" w="med" len="med"/>
            </a:ln>
          </p:spPr>
        </p:cxnSp>
        <p:cxnSp>
          <p:nvCxnSpPr>
            <p:cNvPr id="6312" name="Google Shape;6312;p477"/>
            <p:cNvCxnSpPr>
              <a:endCxn id="6310" idx="1"/>
            </p:cNvCxnSpPr>
            <p:nvPr/>
          </p:nvCxnSpPr>
          <p:spPr>
            <a:xfrm>
              <a:off x="4652512" y="1871913"/>
              <a:ext cx="201300" cy="0"/>
            </a:xfrm>
            <a:prstGeom prst="straightConnector1">
              <a:avLst/>
            </a:prstGeom>
            <a:noFill/>
            <a:ln w="9525" cap="flat" cmpd="sng">
              <a:solidFill>
                <a:srgbClr val="FFFFFF"/>
              </a:solidFill>
              <a:prstDash val="solid"/>
              <a:round/>
              <a:headEnd type="none" w="med" len="med"/>
              <a:tailEnd type="triangle" w="med" len="med"/>
            </a:ln>
          </p:spPr>
        </p:cxnSp>
      </p:grpSp>
      <p:grpSp>
        <p:nvGrpSpPr>
          <p:cNvPr id="6313" name="Google Shape;6313;p477"/>
          <p:cNvGrpSpPr/>
          <p:nvPr/>
        </p:nvGrpSpPr>
        <p:grpSpPr>
          <a:xfrm>
            <a:off x="4680100" y="1525144"/>
            <a:ext cx="1356788" cy="245400"/>
            <a:chOff x="6470700" y="1749213"/>
            <a:chExt cx="1356788" cy="245400"/>
          </a:xfrm>
        </p:grpSpPr>
        <p:sp>
          <p:nvSpPr>
            <p:cNvPr id="6314" name="Google Shape;6314;p477"/>
            <p:cNvSpPr/>
            <p:nvPr/>
          </p:nvSpPr>
          <p:spPr>
            <a:xfrm>
              <a:off x="6470700" y="1749213"/>
              <a:ext cx="318000" cy="245400"/>
            </a:xfrm>
            <a:prstGeom prst="rect">
              <a:avLst/>
            </a:prstGeom>
            <a:solidFill>
              <a:srgbClr val="F7F7F7"/>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BM Plex Sans"/>
                <a:ea typeface="IBM Plex Sans"/>
                <a:cs typeface="IBM Plex Sans"/>
                <a:sym typeface="IBM Plex Sans"/>
              </a:endParaRPr>
            </a:p>
          </p:txBody>
        </p:sp>
        <p:sp>
          <p:nvSpPr>
            <p:cNvPr id="6315" name="Google Shape;6315;p477"/>
            <p:cNvSpPr/>
            <p:nvPr/>
          </p:nvSpPr>
          <p:spPr>
            <a:xfrm>
              <a:off x="6990100" y="1749213"/>
              <a:ext cx="318000" cy="245400"/>
            </a:xfrm>
            <a:prstGeom prst="rect">
              <a:avLst/>
            </a:prstGeom>
            <a:solidFill>
              <a:srgbClr val="F7F7F7"/>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BM Plex Sans"/>
                <a:ea typeface="IBM Plex Sans"/>
                <a:cs typeface="IBM Plex Sans"/>
                <a:sym typeface="IBM Plex Sans"/>
              </a:endParaRPr>
            </a:p>
          </p:txBody>
        </p:sp>
        <p:sp>
          <p:nvSpPr>
            <p:cNvPr id="6316" name="Google Shape;6316;p477"/>
            <p:cNvSpPr/>
            <p:nvPr/>
          </p:nvSpPr>
          <p:spPr>
            <a:xfrm>
              <a:off x="7509488" y="1749213"/>
              <a:ext cx="318000" cy="245400"/>
            </a:xfrm>
            <a:prstGeom prst="rect">
              <a:avLst/>
            </a:prstGeom>
            <a:solidFill>
              <a:srgbClr val="F7F7F7"/>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BM Plex Sans"/>
                <a:ea typeface="IBM Plex Sans"/>
                <a:cs typeface="IBM Plex Sans"/>
                <a:sym typeface="IBM Plex Sans"/>
              </a:endParaRPr>
            </a:p>
          </p:txBody>
        </p:sp>
        <p:cxnSp>
          <p:nvCxnSpPr>
            <p:cNvPr id="6317" name="Google Shape;6317;p477"/>
            <p:cNvCxnSpPr>
              <a:stCxn id="6314" idx="3"/>
              <a:endCxn id="6315" idx="1"/>
            </p:cNvCxnSpPr>
            <p:nvPr/>
          </p:nvCxnSpPr>
          <p:spPr>
            <a:xfrm>
              <a:off x="6788700" y="1871913"/>
              <a:ext cx="201300" cy="0"/>
            </a:xfrm>
            <a:prstGeom prst="straightConnector1">
              <a:avLst/>
            </a:prstGeom>
            <a:noFill/>
            <a:ln w="9525" cap="flat" cmpd="sng">
              <a:solidFill>
                <a:srgbClr val="FFFFFF"/>
              </a:solidFill>
              <a:prstDash val="solid"/>
              <a:round/>
              <a:headEnd type="none" w="med" len="med"/>
              <a:tailEnd type="triangle" w="med" len="med"/>
            </a:ln>
          </p:spPr>
        </p:cxnSp>
        <p:cxnSp>
          <p:nvCxnSpPr>
            <p:cNvPr id="6318" name="Google Shape;6318;p477"/>
            <p:cNvCxnSpPr>
              <a:endCxn id="6316" idx="1"/>
            </p:cNvCxnSpPr>
            <p:nvPr/>
          </p:nvCxnSpPr>
          <p:spPr>
            <a:xfrm>
              <a:off x="7308188" y="1871913"/>
              <a:ext cx="201300" cy="0"/>
            </a:xfrm>
            <a:prstGeom prst="straightConnector1">
              <a:avLst/>
            </a:prstGeom>
            <a:noFill/>
            <a:ln w="9525" cap="flat" cmpd="sng">
              <a:solidFill>
                <a:srgbClr val="FFFFFF"/>
              </a:solidFill>
              <a:prstDash val="solid"/>
              <a:round/>
              <a:headEnd type="none" w="med" len="med"/>
              <a:tailEnd type="triangle" w="med" len="med"/>
            </a:ln>
          </p:spPr>
        </p:cxnSp>
      </p:grpSp>
      <p:cxnSp>
        <p:nvCxnSpPr>
          <p:cNvPr id="6319" name="Google Shape;6319;p477"/>
          <p:cNvCxnSpPr>
            <a:stCxn id="6304" idx="3"/>
            <a:endCxn id="6308" idx="1"/>
          </p:cNvCxnSpPr>
          <p:nvPr/>
        </p:nvCxnSpPr>
        <p:spPr>
          <a:xfrm>
            <a:off x="2333963" y="1647844"/>
            <a:ext cx="456600" cy="0"/>
          </a:xfrm>
          <a:prstGeom prst="straightConnector1">
            <a:avLst/>
          </a:prstGeom>
          <a:noFill/>
          <a:ln w="9525" cap="flat" cmpd="sng">
            <a:solidFill>
              <a:srgbClr val="FFFFFF"/>
            </a:solidFill>
            <a:prstDash val="solid"/>
            <a:round/>
            <a:headEnd type="none" w="med" len="med"/>
            <a:tailEnd type="triangle" w="med" len="med"/>
          </a:ln>
        </p:spPr>
      </p:cxnSp>
      <p:cxnSp>
        <p:nvCxnSpPr>
          <p:cNvPr id="6320" name="Google Shape;6320;p477"/>
          <p:cNvCxnSpPr>
            <a:stCxn id="6310" idx="3"/>
            <a:endCxn id="6314" idx="1"/>
          </p:cNvCxnSpPr>
          <p:nvPr/>
        </p:nvCxnSpPr>
        <p:spPr>
          <a:xfrm>
            <a:off x="4147337" y="1647844"/>
            <a:ext cx="532800" cy="0"/>
          </a:xfrm>
          <a:prstGeom prst="straightConnector1">
            <a:avLst/>
          </a:prstGeom>
          <a:noFill/>
          <a:ln w="9525" cap="flat" cmpd="sng">
            <a:solidFill>
              <a:srgbClr val="FFFFFF"/>
            </a:solidFill>
            <a:prstDash val="solid"/>
            <a:round/>
            <a:headEnd type="none" w="med" len="med"/>
            <a:tailEnd type="triangle" w="med" len="med"/>
          </a:ln>
        </p:spPr>
      </p:cxnSp>
      <p:sp>
        <p:nvSpPr>
          <p:cNvPr id="6321" name="Google Shape;6321;p477"/>
          <p:cNvSpPr txBox="1"/>
          <p:nvPr/>
        </p:nvSpPr>
        <p:spPr>
          <a:xfrm>
            <a:off x="457200" y="571500"/>
            <a:ext cx="8054400" cy="2841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sz="1200" i="1">
                <a:solidFill>
                  <a:schemeClr val="lt1"/>
                </a:solidFill>
                <a:latin typeface="IBM Plex Sans"/>
                <a:ea typeface="IBM Plex Sans"/>
                <a:cs typeface="IBM Plex Sans"/>
                <a:sym typeface="IBM Plex Sans"/>
              </a:rPr>
              <a:t>Gain agility by decoupling business processes from systems of record and other tools</a:t>
            </a:r>
            <a:endParaRPr sz="1200" i="1">
              <a:solidFill>
                <a:schemeClr val="lt1"/>
              </a:solidFill>
              <a:latin typeface="IBM Plex Sans"/>
              <a:ea typeface="IBM Plex Sans"/>
              <a:cs typeface="IBM Plex Sans"/>
              <a:sym typeface="IBM Plex Sans"/>
            </a:endParaRPr>
          </a:p>
        </p:txBody>
      </p:sp>
      <p:grpSp>
        <p:nvGrpSpPr>
          <p:cNvPr id="6322" name="Google Shape;6322;p477"/>
          <p:cNvGrpSpPr/>
          <p:nvPr/>
        </p:nvGrpSpPr>
        <p:grpSpPr>
          <a:xfrm>
            <a:off x="6569675" y="1525144"/>
            <a:ext cx="1356788" cy="245400"/>
            <a:chOff x="6470700" y="1749213"/>
            <a:chExt cx="1356788" cy="245400"/>
          </a:xfrm>
        </p:grpSpPr>
        <p:sp>
          <p:nvSpPr>
            <p:cNvPr id="6323" name="Google Shape;6323;p477"/>
            <p:cNvSpPr/>
            <p:nvPr/>
          </p:nvSpPr>
          <p:spPr>
            <a:xfrm>
              <a:off x="6470700" y="1749213"/>
              <a:ext cx="318000" cy="245400"/>
            </a:xfrm>
            <a:prstGeom prst="rect">
              <a:avLst/>
            </a:prstGeom>
            <a:solidFill>
              <a:srgbClr val="F7F7F7"/>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BM Plex Sans"/>
                <a:ea typeface="IBM Plex Sans"/>
                <a:cs typeface="IBM Plex Sans"/>
                <a:sym typeface="IBM Plex Sans"/>
              </a:endParaRPr>
            </a:p>
          </p:txBody>
        </p:sp>
        <p:sp>
          <p:nvSpPr>
            <p:cNvPr id="6324" name="Google Shape;6324;p477"/>
            <p:cNvSpPr/>
            <p:nvPr/>
          </p:nvSpPr>
          <p:spPr>
            <a:xfrm>
              <a:off x="6990100" y="1749213"/>
              <a:ext cx="318000" cy="245400"/>
            </a:xfrm>
            <a:prstGeom prst="rect">
              <a:avLst/>
            </a:prstGeom>
            <a:solidFill>
              <a:srgbClr val="F7F7F7"/>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BM Plex Sans"/>
                <a:ea typeface="IBM Plex Sans"/>
                <a:cs typeface="IBM Plex Sans"/>
                <a:sym typeface="IBM Plex Sans"/>
              </a:endParaRPr>
            </a:p>
          </p:txBody>
        </p:sp>
        <p:sp>
          <p:nvSpPr>
            <p:cNvPr id="6325" name="Google Shape;6325;p477"/>
            <p:cNvSpPr/>
            <p:nvPr/>
          </p:nvSpPr>
          <p:spPr>
            <a:xfrm>
              <a:off x="7509488" y="1749213"/>
              <a:ext cx="318000" cy="245400"/>
            </a:xfrm>
            <a:prstGeom prst="rect">
              <a:avLst/>
            </a:prstGeom>
            <a:solidFill>
              <a:srgbClr val="F7F7F7"/>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BM Plex Sans"/>
                <a:ea typeface="IBM Plex Sans"/>
                <a:cs typeface="IBM Plex Sans"/>
                <a:sym typeface="IBM Plex Sans"/>
              </a:endParaRPr>
            </a:p>
          </p:txBody>
        </p:sp>
        <p:cxnSp>
          <p:nvCxnSpPr>
            <p:cNvPr id="6326" name="Google Shape;6326;p477"/>
            <p:cNvCxnSpPr>
              <a:stCxn id="6323" idx="3"/>
              <a:endCxn id="6324" idx="1"/>
            </p:cNvCxnSpPr>
            <p:nvPr/>
          </p:nvCxnSpPr>
          <p:spPr>
            <a:xfrm>
              <a:off x="6788700" y="1871913"/>
              <a:ext cx="201300" cy="0"/>
            </a:xfrm>
            <a:prstGeom prst="straightConnector1">
              <a:avLst/>
            </a:prstGeom>
            <a:noFill/>
            <a:ln w="9525" cap="flat" cmpd="sng">
              <a:solidFill>
                <a:srgbClr val="FFFFFF"/>
              </a:solidFill>
              <a:prstDash val="solid"/>
              <a:round/>
              <a:headEnd type="none" w="med" len="med"/>
              <a:tailEnd type="triangle" w="med" len="med"/>
            </a:ln>
          </p:spPr>
        </p:cxnSp>
        <p:cxnSp>
          <p:nvCxnSpPr>
            <p:cNvPr id="6327" name="Google Shape;6327;p477"/>
            <p:cNvCxnSpPr>
              <a:endCxn id="6325" idx="1"/>
            </p:cNvCxnSpPr>
            <p:nvPr/>
          </p:nvCxnSpPr>
          <p:spPr>
            <a:xfrm>
              <a:off x="7308188" y="1871913"/>
              <a:ext cx="201300" cy="0"/>
            </a:xfrm>
            <a:prstGeom prst="straightConnector1">
              <a:avLst/>
            </a:prstGeom>
            <a:noFill/>
            <a:ln w="9525" cap="flat" cmpd="sng">
              <a:solidFill>
                <a:srgbClr val="FFFFFF"/>
              </a:solidFill>
              <a:prstDash val="solid"/>
              <a:round/>
              <a:headEnd type="none" w="med" len="med"/>
              <a:tailEnd type="triangle" w="med" len="med"/>
            </a:ln>
          </p:spPr>
        </p:cxnSp>
      </p:grpSp>
      <p:cxnSp>
        <p:nvCxnSpPr>
          <p:cNvPr id="6328" name="Google Shape;6328;p477"/>
          <p:cNvCxnSpPr>
            <a:stCxn id="6316" idx="3"/>
            <a:endCxn id="6323" idx="1"/>
          </p:cNvCxnSpPr>
          <p:nvPr/>
        </p:nvCxnSpPr>
        <p:spPr>
          <a:xfrm>
            <a:off x="6036888" y="1647844"/>
            <a:ext cx="532800" cy="0"/>
          </a:xfrm>
          <a:prstGeom prst="straightConnector1">
            <a:avLst/>
          </a:prstGeom>
          <a:noFill/>
          <a:ln w="9525" cap="flat" cmpd="sng">
            <a:solidFill>
              <a:schemeClr val="lt1"/>
            </a:solidFill>
            <a:prstDash val="solid"/>
            <a:round/>
            <a:headEnd type="none" w="med" len="med"/>
            <a:tailEnd type="triangle" w="med" len="med"/>
          </a:ln>
        </p:spPr>
      </p:cxnSp>
      <p:grpSp>
        <p:nvGrpSpPr>
          <p:cNvPr id="6329" name="Google Shape;6329;p477"/>
          <p:cNvGrpSpPr/>
          <p:nvPr/>
        </p:nvGrpSpPr>
        <p:grpSpPr>
          <a:xfrm>
            <a:off x="759775" y="2501975"/>
            <a:ext cx="1791600" cy="726600"/>
            <a:chOff x="872300" y="2722675"/>
            <a:chExt cx="1791600" cy="726600"/>
          </a:xfrm>
        </p:grpSpPr>
        <p:sp>
          <p:nvSpPr>
            <p:cNvPr id="6330" name="Google Shape;6330;p477"/>
            <p:cNvSpPr/>
            <p:nvPr/>
          </p:nvSpPr>
          <p:spPr>
            <a:xfrm>
              <a:off x="872300" y="2722675"/>
              <a:ext cx="1791600" cy="726600"/>
            </a:xfrm>
            <a:prstGeom prst="roundRect">
              <a:avLst>
                <a:gd name="adj" fmla="val 16667"/>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BM Plex Sans"/>
                <a:ea typeface="IBM Plex Sans"/>
                <a:cs typeface="IBM Plex Sans"/>
                <a:sym typeface="IBM Plex Sans"/>
              </a:endParaRPr>
            </a:p>
          </p:txBody>
        </p:sp>
        <p:grpSp>
          <p:nvGrpSpPr>
            <p:cNvPr id="6331" name="Google Shape;6331;p477"/>
            <p:cNvGrpSpPr/>
            <p:nvPr/>
          </p:nvGrpSpPr>
          <p:grpSpPr>
            <a:xfrm>
              <a:off x="1089700" y="2963269"/>
              <a:ext cx="1356788" cy="245400"/>
              <a:chOff x="1165900" y="1749213"/>
              <a:chExt cx="1356788" cy="245400"/>
            </a:xfrm>
          </p:grpSpPr>
          <p:sp>
            <p:nvSpPr>
              <p:cNvPr id="6332" name="Google Shape;6332;p477"/>
              <p:cNvSpPr/>
              <p:nvPr/>
            </p:nvSpPr>
            <p:spPr>
              <a:xfrm>
                <a:off x="1165900" y="1749213"/>
                <a:ext cx="318000" cy="245400"/>
              </a:xfrm>
              <a:prstGeom prst="rect">
                <a:avLst/>
              </a:prstGeom>
              <a:solidFill>
                <a:srgbClr val="F7F7F7"/>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BM Plex Sans"/>
                  <a:ea typeface="IBM Plex Sans"/>
                  <a:cs typeface="IBM Plex Sans"/>
                  <a:sym typeface="IBM Plex Sans"/>
                </a:endParaRPr>
              </a:p>
            </p:txBody>
          </p:sp>
          <p:sp>
            <p:nvSpPr>
              <p:cNvPr id="6333" name="Google Shape;6333;p477"/>
              <p:cNvSpPr/>
              <p:nvPr/>
            </p:nvSpPr>
            <p:spPr>
              <a:xfrm>
                <a:off x="1685300" y="1749213"/>
                <a:ext cx="318000" cy="245400"/>
              </a:xfrm>
              <a:prstGeom prst="rect">
                <a:avLst/>
              </a:prstGeom>
              <a:solidFill>
                <a:srgbClr val="F7F7F7"/>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BM Plex Sans"/>
                  <a:ea typeface="IBM Plex Sans"/>
                  <a:cs typeface="IBM Plex Sans"/>
                  <a:sym typeface="IBM Plex Sans"/>
                </a:endParaRPr>
              </a:p>
            </p:txBody>
          </p:sp>
          <p:sp>
            <p:nvSpPr>
              <p:cNvPr id="6334" name="Google Shape;6334;p477"/>
              <p:cNvSpPr/>
              <p:nvPr/>
            </p:nvSpPr>
            <p:spPr>
              <a:xfrm>
                <a:off x="2204688" y="1749213"/>
                <a:ext cx="318000" cy="245400"/>
              </a:xfrm>
              <a:prstGeom prst="rect">
                <a:avLst/>
              </a:prstGeom>
              <a:solidFill>
                <a:srgbClr val="F7F7F7"/>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BM Plex Sans"/>
                  <a:ea typeface="IBM Plex Sans"/>
                  <a:cs typeface="IBM Plex Sans"/>
                  <a:sym typeface="IBM Plex Sans"/>
                </a:endParaRPr>
              </a:p>
            </p:txBody>
          </p:sp>
          <p:cxnSp>
            <p:nvCxnSpPr>
              <p:cNvPr id="6335" name="Google Shape;6335;p477"/>
              <p:cNvCxnSpPr>
                <a:stCxn id="6332" idx="3"/>
                <a:endCxn id="6333" idx="1"/>
              </p:cNvCxnSpPr>
              <p:nvPr/>
            </p:nvCxnSpPr>
            <p:spPr>
              <a:xfrm>
                <a:off x="1483900" y="1871913"/>
                <a:ext cx="201300" cy="0"/>
              </a:xfrm>
              <a:prstGeom prst="straightConnector1">
                <a:avLst/>
              </a:prstGeom>
              <a:noFill/>
              <a:ln w="9525" cap="flat" cmpd="sng">
                <a:solidFill>
                  <a:srgbClr val="FFFFFF"/>
                </a:solidFill>
                <a:prstDash val="solid"/>
                <a:round/>
                <a:headEnd type="none" w="med" len="med"/>
                <a:tailEnd type="triangle" w="med" len="med"/>
              </a:ln>
            </p:spPr>
          </p:cxnSp>
          <p:cxnSp>
            <p:nvCxnSpPr>
              <p:cNvPr id="6336" name="Google Shape;6336;p477"/>
              <p:cNvCxnSpPr>
                <a:endCxn id="6334" idx="1"/>
              </p:cNvCxnSpPr>
              <p:nvPr/>
            </p:nvCxnSpPr>
            <p:spPr>
              <a:xfrm>
                <a:off x="2003388" y="1871913"/>
                <a:ext cx="201300" cy="0"/>
              </a:xfrm>
              <a:prstGeom prst="straightConnector1">
                <a:avLst/>
              </a:prstGeom>
              <a:noFill/>
              <a:ln w="9525" cap="flat" cmpd="sng">
                <a:solidFill>
                  <a:srgbClr val="FFFFFF"/>
                </a:solidFill>
                <a:prstDash val="solid"/>
                <a:round/>
                <a:headEnd type="none" w="med" len="med"/>
                <a:tailEnd type="triangle" w="med" len="med"/>
              </a:ln>
            </p:spPr>
          </p:cxnSp>
        </p:grpSp>
      </p:grpSp>
      <p:grpSp>
        <p:nvGrpSpPr>
          <p:cNvPr id="6337" name="Google Shape;6337;p477"/>
          <p:cNvGrpSpPr/>
          <p:nvPr/>
        </p:nvGrpSpPr>
        <p:grpSpPr>
          <a:xfrm>
            <a:off x="2573138" y="3463450"/>
            <a:ext cx="1791600" cy="726600"/>
            <a:chOff x="872300" y="2722675"/>
            <a:chExt cx="1791600" cy="726600"/>
          </a:xfrm>
        </p:grpSpPr>
        <p:sp>
          <p:nvSpPr>
            <p:cNvPr id="6338" name="Google Shape;6338;p477"/>
            <p:cNvSpPr/>
            <p:nvPr/>
          </p:nvSpPr>
          <p:spPr>
            <a:xfrm>
              <a:off x="872300" y="2722675"/>
              <a:ext cx="1791600" cy="726600"/>
            </a:xfrm>
            <a:prstGeom prst="roundRect">
              <a:avLst>
                <a:gd name="adj" fmla="val 16667"/>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BM Plex Sans"/>
                <a:ea typeface="IBM Plex Sans"/>
                <a:cs typeface="IBM Plex Sans"/>
                <a:sym typeface="IBM Plex Sans"/>
              </a:endParaRPr>
            </a:p>
          </p:txBody>
        </p:sp>
        <p:grpSp>
          <p:nvGrpSpPr>
            <p:cNvPr id="6339" name="Google Shape;6339;p477"/>
            <p:cNvGrpSpPr/>
            <p:nvPr/>
          </p:nvGrpSpPr>
          <p:grpSpPr>
            <a:xfrm>
              <a:off x="1089700" y="2963269"/>
              <a:ext cx="1356788" cy="245400"/>
              <a:chOff x="1165900" y="1749213"/>
              <a:chExt cx="1356788" cy="245400"/>
            </a:xfrm>
          </p:grpSpPr>
          <p:sp>
            <p:nvSpPr>
              <p:cNvPr id="6340" name="Google Shape;6340;p477"/>
              <p:cNvSpPr/>
              <p:nvPr/>
            </p:nvSpPr>
            <p:spPr>
              <a:xfrm>
                <a:off x="1165900" y="1749213"/>
                <a:ext cx="318000" cy="245400"/>
              </a:xfrm>
              <a:prstGeom prst="rect">
                <a:avLst/>
              </a:prstGeom>
              <a:solidFill>
                <a:srgbClr val="F7F7F7"/>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BM Plex Sans"/>
                  <a:ea typeface="IBM Plex Sans"/>
                  <a:cs typeface="IBM Plex Sans"/>
                  <a:sym typeface="IBM Plex Sans"/>
                </a:endParaRPr>
              </a:p>
            </p:txBody>
          </p:sp>
          <p:sp>
            <p:nvSpPr>
              <p:cNvPr id="6341" name="Google Shape;6341;p477"/>
              <p:cNvSpPr/>
              <p:nvPr/>
            </p:nvSpPr>
            <p:spPr>
              <a:xfrm>
                <a:off x="1685300" y="1749213"/>
                <a:ext cx="318000" cy="245400"/>
              </a:xfrm>
              <a:prstGeom prst="rect">
                <a:avLst/>
              </a:prstGeom>
              <a:solidFill>
                <a:srgbClr val="F7F7F7"/>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BM Plex Sans"/>
                  <a:ea typeface="IBM Plex Sans"/>
                  <a:cs typeface="IBM Plex Sans"/>
                  <a:sym typeface="IBM Plex Sans"/>
                </a:endParaRPr>
              </a:p>
            </p:txBody>
          </p:sp>
          <p:sp>
            <p:nvSpPr>
              <p:cNvPr id="6342" name="Google Shape;6342;p477"/>
              <p:cNvSpPr/>
              <p:nvPr/>
            </p:nvSpPr>
            <p:spPr>
              <a:xfrm>
                <a:off x="2204688" y="1749213"/>
                <a:ext cx="318000" cy="245400"/>
              </a:xfrm>
              <a:prstGeom prst="rect">
                <a:avLst/>
              </a:prstGeom>
              <a:solidFill>
                <a:srgbClr val="F7F7F7"/>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BM Plex Sans"/>
                  <a:ea typeface="IBM Plex Sans"/>
                  <a:cs typeface="IBM Plex Sans"/>
                  <a:sym typeface="IBM Plex Sans"/>
                </a:endParaRPr>
              </a:p>
            </p:txBody>
          </p:sp>
          <p:cxnSp>
            <p:nvCxnSpPr>
              <p:cNvPr id="6343" name="Google Shape;6343;p477"/>
              <p:cNvCxnSpPr>
                <a:stCxn id="6340" idx="3"/>
                <a:endCxn id="6341" idx="1"/>
              </p:cNvCxnSpPr>
              <p:nvPr/>
            </p:nvCxnSpPr>
            <p:spPr>
              <a:xfrm>
                <a:off x="1483900" y="1871913"/>
                <a:ext cx="201300" cy="0"/>
              </a:xfrm>
              <a:prstGeom prst="straightConnector1">
                <a:avLst/>
              </a:prstGeom>
              <a:noFill/>
              <a:ln w="9525" cap="flat" cmpd="sng">
                <a:solidFill>
                  <a:srgbClr val="FFFFFF"/>
                </a:solidFill>
                <a:prstDash val="solid"/>
                <a:round/>
                <a:headEnd type="none" w="med" len="med"/>
                <a:tailEnd type="triangle" w="med" len="med"/>
              </a:ln>
            </p:spPr>
          </p:cxnSp>
          <p:cxnSp>
            <p:nvCxnSpPr>
              <p:cNvPr id="6344" name="Google Shape;6344;p477"/>
              <p:cNvCxnSpPr>
                <a:endCxn id="6342" idx="1"/>
              </p:cNvCxnSpPr>
              <p:nvPr/>
            </p:nvCxnSpPr>
            <p:spPr>
              <a:xfrm>
                <a:off x="2003388" y="1871913"/>
                <a:ext cx="201300" cy="0"/>
              </a:xfrm>
              <a:prstGeom prst="straightConnector1">
                <a:avLst/>
              </a:prstGeom>
              <a:noFill/>
              <a:ln w="9525" cap="flat" cmpd="sng">
                <a:solidFill>
                  <a:srgbClr val="FFFFFF"/>
                </a:solidFill>
                <a:prstDash val="solid"/>
                <a:round/>
                <a:headEnd type="none" w="med" len="med"/>
                <a:tailEnd type="triangle" w="med" len="med"/>
              </a:ln>
            </p:spPr>
          </p:cxnSp>
        </p:grpSp>
      </p:grpSp>
      <p:grpSp>
        <p:nvGrpSpPr>
          <p:cNvPr id="6345" name="Google Shape;6345;p477"/>
          <p:cNvGrpSpPr/>
          <p:nvPr/>
        </p:nvGrpSpPr>
        <p:grpSpPr>
          <a:xfrm>
            <a:off x="4462700" y="2501975"/>
            <a:ext cx="1791600" cy="726600"/>
            <a:chOff x="872300" y="2722675"/>
            <a:chExt cx="1791600" cy="726600"/>
          </a:xfrm>
        </p:grpSpPr>
        <p:sp>
          <p:nvSpPr>
            <p:cNvPr id="6346" name="Google Shape;6346;p477"/>
            <p:cNvSpPr/>
            <p:nvPr/>
          </p:nvSpPr>
          <p:spPr>
            <a:xfrm>
              <a:off x="872300" y="2722675"/>
              <a:ext cx="1791600" cy="726600"/>
            </a:xfrm>
            <a:prstGeom prst="roundRect">
              <a:avLst>
                <a:gd name="adj" fmla="val 16667"/>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BM Plex Sans"/>
                <a:ea typeface="IBM Plex Sans"/>
                <a:cs typeface="IBM Plex Sans"/>
                <a:sym typeface="IBM Plex Sans"/>
              </a:endParaRPr>
            </a:p>
          </p:txBody>
        </p:sp>
        <p:grpSp>
          <p:nvGrpSpPr>
            <p:cNvPr id="6347" name="Google Shape;6347;p477"/>
            <p:cNvGrpSpPr/>
            <p:nvPr/>
          </p:nvGrpSpPr>
          <p:grpSpPr>
            <a:xfrm>
              <a:off x="1089700" y="2963269"/>
              <a:ext cx="1356788" cy="245400"/>
              <a:chOff x="1165900" y="1749213"/>
              <a:chExt cx="1356788" cy="245400"/>
            </a:xfrm>
          </p:grpSpPr>
          <p:sp>
            <p:nvSpPr>
              <p:cNvPr id="6348" name="Google Shape;6348;p477"/>
              <p:cNvSpPr/>
              <p:nvPr/>
            </p:nvSpPr>
            <p:spPr>
              <a:xfrm>
                <a:off x="1165900" y="1749213"/>
                <a:ext cx="318000" cy="245400"/>
              </a:xfrm>
              <a:prstGeom prst="rect">
                <a:avLst/>
              </a:prstGeom>
              <a:solidFill>
                <a:srgbClr val="F7F7F7"/>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BM Plex Sans"/>
                  <a:ea typeface="IBM Plex Sans"/>
                  <a:cs typeface="IBM Plex Sans"/>
                  <a:sym typeface="IBM Plex Sans"/>
                </a:endParaRPr>
              </a:p>
            </p:txBody>
          </p:sp>
          <p:sp>
            <p:nvSpPr>
              <p:cNvPr id="6349" name="Google Shape;6349;p477"/>
              <p:cNvSpPr/>
              <p:nvPr/>
            </p:nvSpPr>
            <p:spPr>
              <a:xfrm>
                <a:off x="1685300" y="1749213"/>
                <a:ext cx="318000" cy="245400"/>
              </a:xfrm>
              <a:prstGeom prst="rect">
                <a:avLst/>
              </a:prstGeom>
              <a:solidFill>
                <a:srgbClr val="F7F7F7"/>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BM Plex Sans"/>
                  <a:ea typeface="IBM Plex Sans"/>
                  <a:cs typeface="IBM Plex Sans"/>
                  <a:sym typeface="IBM Plex Sans"/>
                </a:endParaRPr>
              </a:p>
            </p:txBody>
          </p:sp>
          <p:sp>
            <p:nvSpPr>
              <p:cNvPr id="6350" name="Google Shape;6350;p477"/>
              <p:cNvSpPr/>
              <p:nvPr/>
            </p:nvSpPr>
            <p:spPr>
              <a:xfrm>
                <a:off x="2204688" y="1749213"/>
                <a:ext cx="318000" cy="245400"/>
              </a:xfrm>
              <a:prstGeom prst="rect">
                <a:avLst/>
              </a:prstGeom>
              <a:solidFill>
                <a:srgbClr val="F7F7F7"/>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BM Plex Sans"/>
                  <a:ea typeface="IBM Plex Sans"/>
                  <a:cs typeface="IBM Plex Sans"/>
                  <a:sym typeface="IBM Plex Sans"/>
                </a:endParaRPr>
              </a:p>
            </p:txBody>
          </p:sp>
          <p:cxnSp>
            <p:nvCxnSpPr>
              <p:cNvPr id="6351" name="Google Shape;6351;p477"/>
              <p:cNvCxnSpPr>
                <a:stCxn id="6348" idx="3"/>
                <a:endCxn id="6349" idx="1"/>
              </p:cNvCxnSpPr>
              <p:nvPr/>
            </p:nvCxnSpPr>
            <p:spPr>
              <a:xfrm>
                <a:off x="1483900" y="1871913"/>
                <a:ext cx="201300" cy="0"/>
              </a:xfrm>
              <a:prstGeom prst="straightConnector1">
                <a:avLst/>
              </a:prstGeom>
              <a:noFill/>
              <a:ln w="9525" cap="flat" cmpd="sng">
                <a:solidFill>
                  <a:srgbClr val="FFFFFF"/>
                </a:solidFill>
                <a:prstDash val="solid"/>
                <a:round/>
                <a:headEnd type="none" w="med" len="med"/>
                <a:tailEnd type="triangle" w="med" len="med"/>
              </a:ln>
            </p:spPr>
          </p:cxnSp>
          <p:cxnSp>
            <p:nvCxnSpPr>
              <p:cNvPr id="6352" name="Google Shape;6352;p477"/>
              <p:cNvCxnSpPr>
                <a:endCxn id="6350" idx="1"/>
              </p:cNvCxnSpPr>
              <p:nvPr/>
            </p:nvCxnSpPr>
            <p:spPr>
              <a:xfrm>
                <a:off x="2003388" y="1871913"/>
                <a:ext cx="201300" cy="0"/>
              </a:xfrm>
              <a:prstGeom prst="straightConnector1">
                <a:avLst/>
              </a:prstGeom>
              <a:noFill/>
              <a:ln w="9525" cap="flat" cmpd="sng">
                <a:solidFill>
                  <a:srgbClr val="FFFFFF"/>
                </a:solidFill>
                <a:prstDash val="solid"/>
                <a:round/>
                <a:headEnd type="none" w="med" len="med"/>
                <a:tailEnd type="triangle" w="med" len="med"/>
              </a:ln>
            </p:spPr>
          </p:cxnSp>
        </p:grpSp>
      </p:grpSp>
      <p:grpSp>
        <p:nvGrpSpPr>
          <p:cNvPr id="6353" name="Google Shape;6353;p477"/>
          <p:cNvGrpSpPr/>
          <p:nvPr/>
        </p:nvGrpSpPr>
        <p:grpSpPr>
          <a:xfrm>
            <a:off x="6352275" y="3463450"/>
            <a:ext cx="1791600" cy="726600"/>
            <a:chOff x="872300" y="2722675"/>
            <a:chExt cx="1791600" cy="726600"/>
          </a:xfrm>
        </p:grpSpPr>
        <p:sp>
          <p:nvSpPr>
            <p:cNvPr id="6354" name="Google Shape;6354;p477"/>
            <p:cNvSpPr/>
            <p:nvPr/>
          </p:nvSpPr>
          <p:spPr>
            <a:xfrm>
              <a:off x="872300" y="2722675"/>
              <a:ext cx="1791600" cy="726600"/>
            </a:xfrm>
            <a:prstGeom prst="roundRect">
              <a:avLst>
                <a:gd name="adj" fmla="val 16667"/>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BM Plex Sans"/>
                <a:ea typeface="IBM Plex Sans"/>
                <a:cs typeface="IBM Plex Sans"/>
                <a:sym typeface="IBM Plex Sans"/>
              </a:endParaRPr>
            </a:p>
          </p:txBody>
        </p:sp>
        <p:grpSp>
          <p:nvGrpSpPr>
            <p:cNvPr id="6355" name="Google Shape;6355;p477"/>
            <p:cNvGrpSpPr/>
            <p:nvPr/>
          </p:nvGrpSpPr>
          <p:grpSpPr>
            <a:xfrm>
              <a:off x="1089700" y="2963269"/>
              <a:ext cx="1356788" cy="245400"/>
              <a:chOff x="1165900" y="1749213"/>
              <a:chExt cx="1356788" cy="245400"/>
            </a:xfrm>
          </p:grpSpPr>
          <p:sp>
            <p:nvSpPr>
              <p:cNvPr id="6356" name="Google Shape;6356;p477"/>
              <p:cNvSpPr/>
              <p:nvPr/>
            </p:nvSpPr>
            <p:spPr>
              <a:xfrm>
                <a:off x="1165900" y="1749213"/>
                <a:ext cx="318000" cy="245400"/>
              </a:xfrm>
              <a:prstGeom prst="rect">
                <a:avLst/>
              </a:prstGeom>
              <a:solidFill>
                <a:srgbClr val="F7F7F7"/>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BM Plex Sans"/>
                  <a:ea typeface="IBM Plex Sans"/>
                  <a:cs typeface="IBM Plex Sans"/>
                  <a:sym typeface="IBM Plex Sans"/>
                </a:endParaRPr>
              </a:p>
            </p:txBody>
          </p:sp>
          <p:sp>
            <p:nvSpPr>
              <p:cNvPr id="6357" name="Google Shape;6357;p477"/>
              <p:cNvSpPr/>
              <p:nvPr/>
            </p:nvSpPr>
            <p:spPr>
              <a:xfrm>
                <a:off x="1685300" y="1749213"/>
                <a:ext cx="318000" cy="245400"/>
              </a:xfrm>
              <a:prstGeom prst="rect">
                <a:avLst/>
              </a:prstGeom>
              <a:solidFill>
                <a:srgbClr val="F7F7F7"/>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BM Plex Sans"/>
                  <a:ea typeface="IBM Plex Sans"/>
                  <a:cs typeface="IBM Plex Sans"/>
                  <a:sym typeface="IBM Plex Sans"/>
                </a:endParaRPr>
              </a:p>
            </p:txBody>
          </p:sp>
          <p:sp>
            <p:nvSpPr>
              <p:cNvPr id="6358" name="Google Shape;6358;p477"/>
              <p:cNvSpPr/>
              <p:nvPr/>
            </p:nvSpPr>
            <p:spPr>
              <a:xfrm>
                <a:off x="2204688" y="1749213"/>
                <a:ext cx="318000" cy="245400"/>
              </a:xfrm>
              <a:prstGeom prst="rect">
                <a:avLst/>
              </a:prstGeom>
              <a:solidFill>
                <a:srgbClr val="F7F7F7"/>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BM Plex Sans"/>
                  <a:ea typeface="IBM Plex Sans"/>
                  <a:cs typeface="IBM Plex Sans"/>
                  <a:sym typeface="IBM Plex Sans"/>
                </a:endParaRPr>
              </a:p>
            </p:txBody>
          </p:sp>
          <p:cxnSp>
            <p:nvCxnSpPr>
              <p:cNvPr id="6359" name="Google Shape;6359;p477"/>
              <p:cNvCxnSpPr>
                <a:stCxn id="6356" idx="3"/>
                <a:endCxn id="6357" idx="1"/>
              </p:cNvCxnSpPr>
              <p:nvPr/>
            </p:nvCxnSpPr>
            <p:spPr>
              <a:xfrm>
                <a:off x="1483900" y="1871913"/>
                <a:ext cx="201300" cy="0"/>
              </a:xfrm>
              <a:prstGeom prst="straightConnector1">
                <a:avLst/>
              </a:prstGeom>
              <a:noFill/>
              <a:ln w="9525" cap="flat" cmpd="sng">
                <a:solidFill>
                  <a:srgbClr val="FFFFFF"/>
                </a:solidFill>
                <a:prstDash val="solid"/>
                <a:round/>
                <a:headEnd type="none" w="med" len="med"/>
                <a:tailEnd type="triangle" w="med" len="med"/>
              </a:ln>
            </p:spPr>
          </p:cxnSp>
          <p:cxnSp>
            <p:nvCxnSpPr>
              <p:cNvPr id="6360" name="Google Shape;6360;p477"/>
              <p:cNvCxnSpPr>
                <a:endCxn id="6358" idx="1"/>
              </p:cNvCxnSpPr>
              <p:nvPr/>
            </p:nvCxnSpPr>
            <p:spPr>
              <a:xfrm>
                <a:off x="2003388" y="1871913"/>
                <a:ext cx="201300" cy="0"/>
              </a:xfrm>
              <a:prstGeom prst="straightConnector1">
                <a:avLst/>
              </a:prstGeom>
              <a:noFill/>
              <a:ln w="9525" cap="flat" cmpd="sng">
                <a:solidFill>
                  <a:srgbClr val="FFFFFF"/>
                </a:solidFill>
                <a:prstDash val="solid"/>
                <a:round/>
                <a:headEnd type="none" w="med" len="med"/>
                <a:tailEnd type="triangle" w="med" len="med"/>
              </a:ln>
            </p:spPr>
          </p:cxnSp>
        </p:grpSp>
      </p:grpSp>
      <p:cxnSp>
        <p:nvCxnSpPr>
          <p:cNvPr id="6361" name="Google Shape;6361;p477"/>
          <p:cNvCxnSpPr>
            <a:stCxn id="6303" idx="2"/>
            <a:endCxn id="6330" idx="0"/>
          </p:cNvCxnSpPr>
          <p:nvPr/>
        </p:nvCxnSpPr>
        <p:spPr>
          <a:xfrm>
            <a:off x="1655575" y="1770544"/>
            <a:ext cx="0" cy="731400"/>
          </a:xfrm>
          <a:prstGeom prst="straightConnector1">
            <a:avLst/>
          </a:prstGeom>
          <a:noFill/>
          <a:ln w="9525" cap="flat" cmpd="sng">
            <a:solidFill>
              <a:schemeClr val="lt1"/>
            </a:solidFill>
            <a:prstDash val="dash"/>
            <a:round/>
            <a:headEnd type="none" w="med" len="med"/>
            <a:tailEnd type="none" w="med" len="med"/>
          </a:ln>
        </p:spPr>
      </p:cxnSp>
      <p:cxnSp>
        <p:nvCxnSpPr>
          <p:cNvPr id="6362" name="Google Shape;6362;p477"/>
          <p:cNvCxnSpPr>
            <a:stCxn id="6309" idx="2"/>
            <a:endCxn id="6338" idx="0"/>
          </p:cNvCxnSpPr>
          <p:nvPr/>
        </p:nvCxnSpPr>
        <p:spPr>
          <a:xfrm>
            <a:off x="3468950" y="1770544"/>
            <a:ext cx="0" cy="1692900"/>
          </a:xfrm>
          <a:prstGeom prst="straightConnector1">
            <a:avLst/>
          </a:prstGeom>
          <a:noFill/>
          <a:ln w="9525" cap="flat" cmpd="sng">
            <a:solidFill>
              <a:schemeClr val="lt1"/>
            </a:solidFill>
            <a:prstDash val="dash"/>
            <a:round/>
            <a:headEnd type="none" w="med" len="med"/>
            <a:tailEnd type="none" w="med" len="med"/>
          </a:ln>
        </p:spPr>
      </p:cxnSp>
      <p:cxnSp>
        <p:nvCxnSpPr>
          <p:cNvPr id="6363" name="Google Shape;6363;p477"/>
          <p:cNvCxnSpPr>
            <a:stCxn id="6315" idx="2"/>
            <a:endCxn id="6346" idx="0"/>
          </p:cNvCxnSpPr>
          <p:nvPr/>
        </p:nvCxnSpPr>
        <p:spPr>
          <a:xfrm>
            <a:off x="5358500" y="1770544"/>
            <a:ext cx="0" cy="731400"/>
          </a:xfrm>
          <a:prstGeom prst="straightConnector1">
            <a:avLst/>
          </a:prstGeom>
          <a:noFill/>
          <a:ln w="9525" cap="flat" cmpd="sng">
            <a:solidFill>
              <a:schemeClr val="lt1"/>
            </a:solidFill>
            <a:prstDash val="dash"/>
            <a:round/>
            <a:headEnd type="none" w="med" len="med"/>
            <a:tailEnd type="none" w="med" len="med"/>
          </a:ln>
        </p:spPr>
      </p:cxnSp>
      <p:cxnSp>
        <p:nvCxnSpPr>
          <p:cNvPr id="6364" name="Google Shape;6364;p477"/>
          <p:cNvCxnSpPr>
            <a:stCxn id="6324" idx="2"/>
            <a:endCxn id="6354" idx="0"/>
          </p:cNvCxnSpPr>
          <p:nvPr/>
        </p:nvCxnSpPr>
        <p:spPr>
          <a:xfrm>
            <a:off x="7248075" y="1770544"/>
            <a:ext cx="0" cy="1692900"/>
          </a:xfrm>
          <a:prstGeom prst="straightConnector1">
            <a:avLst/>
          </a:prstGeom>
          <a:noFill/>
          <a:ln w="9525" cap="flat" cmpd="sng">
            <a:solidFill>
              <a:schemeClr val="lt1"/>
            </a:solidFill>
            <a:prstDash val="dash"/>
            <a:round/>
            <a:headEnd type="none" w="med" len="med"/>
            <a:tailEnd type="none" w="med" len="med"/>
          </a:ln>
        </p:spPr>
      </p:cxnSp>
      <p:sp>
        <p:nvSpPr>
          <p:cNvPr id="6365" name="Google Shape;6365;p477"/>
          <p:cNvSpPr txBox="1"/>
          <p:nvPr/>
        </p:nvSpPr>
        <p:spPr>
          <a:xfrm>
            <a:off x="977125" y="3221313"/>
            <a:ext cx="1356900" cy="5541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solidFill>
                  <a:schemeClr val="lt1"/>
                </a:solidFill>
                <a:latin typeface="IBM Plex Sans"/>
                <a:ea typeface="IBM Plex Sans"/>
                <a:cs typeface="IBM Plex Sans"/>
                <a:sym typeface="IBM Plex Sans"/>
              </a:rPr>
              <a:t>Off-the-shelf products</a:t>
            </a:r>
            <a:endParaRPr sz="1200">
              <a:solidFill>
                <a:schemeClr val="lt1"/>
              </a:solidFill>
              <a:latin typeface="IBM Plex Sans"/>
              <a:ea typeface="IBM Plex Sans"/>
              <a:cs typeface="IBM Plex Sans"/>
              <a:sym typeface="IBM Plex Sans"/>
            </a:endParaRPr>
          </a:p>
        </p:txBody>
      </p:sp>
      <p:sp>
        <p:nvSpPr>
          <p:cNvPr id="6366" name="Google Shape;6366;p477"/>
          <p:cNvSpPr txBox="1"/>
          <p:nvPr/>
        </p:nvSpPr>
        <p:spPr>
          <a:xfrm>
            <a:off x="2790500" y="4190050"/>
            <a:ext cx="1356900" cy="5541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solidFill>
                  <a:schemeClr val="lt1"/>
                </a:solidFill>
                <a:latin typeface="IBM Plex Sans"/>
                <a:ea typeface="IBM Plex Sans"/>
                <a:cs typeface="IBM Plex Sans"/>
                <a:sym typeface="IBM Plex Sans"/>
              </a:rPr>
              <a:t>Homegrown systems</a:t>
            </a:r>
            <a:endParaRPr sz="1200">
              <a:solidFill>
                <a:schemeClr val="lt1"/>
              </a:solidFill>
              <a:latin typeface="IBM Plex Sans"/>
              <a:ea typeface="IBM Plex Sans"/>
              <a:cs typeface="IBM Plex Sans"/>
              <a:sym typeface="IBM Plex Sans"/>
            </a:endParaRPr>
          </a:p>
        </p:txBody>
      </p:sp>
      <p:sp>
        <p:nvSpPr>
          <p:cNvPr id="6367" name="Google Shape;6367;p477"/>
          <p:cNvSpPr txBox="1"/>
          <p:nvPr/>
        </p:nvSpPr>
        <p:spPr>
          <a:xfrm>
            <a:off x="4680063" y="3221313"/>
            <a:ext cx="1356900" cy="5541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solidFill>
                  <a:schemeClr val="lt1"/>
                </a:solidFill>
                <a:latin typeface="IBM Plex Sans"/>
                <a:ea typeface="IBM Plex Sans"/>
                <a:cs typeface="IBM Plex Sans"/>
                <a:sym typeface="IBM Plex Sans"/>
              </a:rPr>
              <a:t>Point </a:t>
            </a:r>
            <a:endParaRPr sz="1200">
              <a:solidFill>
                <a:schemeClr val="lt1"/>
              </a:solidFill>
              <a:latin typeface="IBM Plex Sans"/>
              <a:ea typeface="IBM Plex Sans"/>
              <a:cs typeface="IBM Plex Sans"/>
              <a:sym typeface="IBM Plex Sans"/>
            </a:endParaRPr>
          </a:p>
          <a:p>
            <a:pPr marL="0" lvl="0" indent="0" algn="ctr" rtl="0">
              <a:spcBef>
                <a:spcPts val="0"/>
              </a:spcBef>
              <a:spcAft>
                <a:spcPts val="0"/>
              </a:spcAft>
              <a:buNone/>
            </a:pPr>
            <a:r>
              <a:rPr lang="en" sz="1200">
                <a:solidFill>
                  <a:schemeClr val="lt1"/>
                </a:solidFill>
                <a:latin typeface="IBM Plex Sans"/>
                <a:ea typeface="IBM Plex Sans"/>
                <a:cs typeface="IBM Plex Sans"/>
                <a:sym typeface="IBM Plex Sans"/>
              </a:rPr>
              <a:t>solutions</a:t>
            </a:r>
            <a:endParaRPr sz="1200">
              <a:solidFill>
                <a:schemeClr val="lt1"/>
              </a:solidFill>
              <a:latin typeface="IBM Plex Sans"/>
              <a:ea typeface="IBM Plex Sans"/>
              <a:cs typeface="IBM Plex Sans"/>
              <a:sym typeface="IBM Plex Sans"/>
            </a:endParaRPr>
          </a:p>
        </p:txBody>
      </p:sp>
      <p:sp>
        <p:nvSpPr>
          <p:cNvPr id="6368" name="Google Shape;6368;p477"/>
          <p:cNvSpPr txBox="1"/>
          <p:nvPr/>
        </p:nvSpPr>
        <p:spPr>
          <a:xfrm>
            <a:off x="6569625" y="4190050"/>
            <a:ext cx="1356900" cy="5541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solidFill>
                  <a:schemeClr val="lt1"/>
                </a:solidFill>
                <a:latin typeface="IBM Plex Sans"/>
                <a:ea typeface="IBM Plex Sans"/>
                <a:cs typeface="IBM Plex Sans"/>
                <a:sym typeface="IBM Plex Sans"/>
              </a:rPr>
              <a:t>Monolithic BPM suites</a:t>
            </a:r>
            <a:endParaRPr sz="1200">
              <a:solidFill>
                <a:schemeClr val="lt1"/>
              </a:solidFill>
              <a:latin typeface="IBM Plex Sans"/>
              <a:ea typeface="IBM Plex Sans"/>
              <a:cs typeface="IBM Plex Sans"/>
              <a:sym typeface="IBM Plex Sans"/>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6372"/>
        <p:cNvGrpSpPr/>
        <p:nvPr/>
      </p:nvGrpSpPr>
      <p:grpSpPr>
        <a:xfrm>
          <a:off x="0" y="0"/>
          <a:ext cx="0" cy="0"/>
          <a:chOff x="0" y="0"/>
          <a:chExt cx="0" cy="0"/>
        </a:xfrm>
      </p:grpSpPr>
      <p:grpSp>
        <p:nvGrpSpPr>
          <p:cNvPr id="6373" name="Google Shape;6373;p478"/>
          <p:cNvGrpSpPr/>
          <p:nvPr/>
        </p:nvGrpSpPr>
        <p:grpSpPr>
          <a:xfrm>
            <a:off x="241212" y="1159375"/>
            <a:ext cx="1813054" cy="2645772"/>
            <a:chOff x="241212" y="1159375"/>
            <a:chExt cx="1813054" cy="2645772"/>
          </a:xfrm>
        </p:grpSpPr>
        <p:sp>
          <p:nvSpPr>
            <p:cNvPr id="6374" name="Google Shape;6374;p478"/>
            <p:cNvSpPr/>
            <p:nvPr/>
          </p:nvSpPr>
          <p:spPr>
            <a:xfrm rot="10800000" flipH="1">
              <a:off x="1178258" y="1516927"/>
              <a:ext cx="107406" cy="344229"/>
            </a:xfrm>
            <a:custGeom>
              <a:avLst/>
              <a:gdLst/>
              <a:ahLst/>
              <a:cxnLst/>
              <a:rect l="l" t="t" r="r" b="b"/>
              <a:pathLst>
                <a:path w="4919" h="15765" extrusionOk="0">
                  <a:moveTo>
                    <a:pt x="2454" y="0"/>
                  </a:moveTo>
                  <a:cubicBezTo>
                    <a:pt x="1084" y="0"/>
                    <a:pt x="1" y="1108"/>
                    <a:pt x="1" y="2477"/>
                  </a:cubicBezTo>
                  <a:cubicBezTo>
                    <a:pt x="1" y="3727"/>
                    <a:pt x="977" y="4763"/>
                    <a:pt x="2168" y="4918"/>
                  </a:cubicBezTo>
                  <a:lnTo>
                    <a:pt x="2168" y="15764"/>
                  </a:lnTo>
                  <a:lnTo>
                    <a:pt x="2763" y="15764"/>
                  </a:lnTo>
                  <a:lnTo>
                    <a:pt x="2763" y="4918"/>
                  </a:lnTo>
                  <a:cubicBezTo>
                    <a:pt x="3954" y="4763"/>
                    <a:pt x="4918" y="3727"/>
                    <a:pt x="4918" y="2477"/>
                  </a:cubicBezTo>
                  <a:cubicBezTo>
                    <a:pt x="4918" y="1108"/>
                    <a:pt x="3823" y="0"/>
                    <a:pt x="2454" y="0"/>
                  </a:cubicBezTo>
                  <a:close/>
                </a:path>
              </a:pathLst>
            </a:custGeom>
            <a:solidFill>
              <a:srgbClr val="5EB2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latin typeface="IBM Plex Sans"/>
                <a:ea typeface="IBM Plex Sans"/>
                <a:cs typeface="IBM Plex Sans"/>
                <a:sym typeface="IBM Plex Sans"/>
              </a:endParaRPr>
            </a:p>
          </p:txBody>
        </p:sp>
        <p:sp>
          <p:nvSpPr>
            <p:cNvPr id="6375" name="Google Shape;6375;p478"/>
            <p:cNvSpPr/>
            <p:nvPr/>
          </p:nvSpPr>
          <p:spPr>
            <a:xfrm>
              <a:off x="457200" y="1810425"/>
              <a:ext cx="1597066" cy="171359"/>
            </a:xfrm>
            <a:custGeom>
              <a:avLst/>
              <a:gdLst/>
              <a:ahLst/>
              <a:cxnLst/>
              <a:rect l="l" t="t" r="r" b="b"/>
              <a:pathLst>
                <a:path w="63985" h="7847" extrusionOk="0">
                  <a:moveTo>
                    <a:pt x="2679" y="703"/>
                  </a:moveTo>
                  <a:cubicBezTo>
                    <a:pt x="2429" y="846"/>
                    <a:pt x="2167" y="1179"/>
                    <a:pt x="1917" y="1429"/>
                  </a:cubicBezTo>
                  <a:lnTo>
                    <a:pt x="1334" y="703"/>
                  </a:lnTo>
                  <a:close/>
                  <a:moveTo>
                    <a:pt x="4239" y="703"/>
                  </a:moveTo>
                  <a:cubicBezTo>
                    <a:pt x="3703" y="1143"/>
                    <a:pt x="3167" y="1774"/>
                    <a:pt x="2644" y="2322"/>
                  </a:cubicBezTo>
                  <a:lnTo>
                    <a:pt x="2048" y="1572"/>
                  </a:lnTo>
                  <a:cubicBezTo>
                    <a:pt x="2358" y="1262"/>
                    <a:pt x="2667" y="1000"/>
                    <a:pt x="2977" y="703"/>
                  </a:cubicBezTo>
                  <a:close/>
                  <a:moveTo>
                    <a:pt x="6215" y="703"/>
                  </a:moveTo>
                  <a:cubicBezTo>
                    <a:pt x="5299" y="1596"/>
                    <a:pt x="4394" y="2477"/>
                    <a:pt x="3501" y="3394"/>
                  </a:cubicBezTo>
                  <a:lnTo>
                    <a:pt x="2917" y="2655"/>
                  </a:lnTo>
                  <a:cubicBezTo>
                    <a:pt x="3572" y="2001"/>
                    <a:pt x="4227" y="1298"/>
                    <a:pt x="4882" y="703"/>
                  </a:cubicBezTo>
                  <a:close/>
                  <a:moveTo>
                    <a:pt x="22134" y="703"/>
                  </a:moveTo>
                  <a:cubicBezTo>
                    <a:pt x="19979" y="2786"/>
                    <a:pt x="17824" y="5037"/>
                    <a:pt x="15681" y="7239"/>
                  </a:cubicBezTo>
                  <a:lnTo>
                    <a:pt x="14204" y="7227"/>
                  </a:lnTo>
                  <a:cubicBezTo>
                    <a:pt x="16467" y="5025"/>
                    <a:pt x="18765" y="2786"/>
                    <a:pt x="21051" y="703"/>
                  </a:cubicBezTo>
                  <a:close/>
                  <a:moveTo>
                    <a:pt x="54079" y="703"/>
                  </a:moveTo>
                  <a:cubicBezTo>
                    <a:pt x="51828" y="2786"/>
                    <a:pt x="49578" y="5049"/>
                    <a:pt x="47328" y="7239"/>
                  </a:cubicBezTo>
                  <a:lnTo>
                    <a:pt x="46447" y="7227"/>
                  </a:lnTo>
                  <a:cubicBezTo>
                    <a:pt x="48578" y="5037"/>
                    <a:pt x="50697" y="2786"/>
                    <a:pt x="52840" y="703"/>
                  </a:cubicBezTo>
                  <a:close/>
                  <a:moveTo>
                    <a:pt x="61079" y="1203"/>
                  </a:moveTo>
                  <a:lnTo>
                    <a:pt x="61651" y="1941"/>
                  </a:lnTo>
                  <a:cubicBezTo>
                    <a:pt x="59948" y="3691"/>
                    <a:pt x="58270" y="5453"/>
                    <a:pt x="56591" y="7239"/>
                  </a:cubicBezTo>
                  <a:lnTo>
                    <a:pt x="55579" y="7239"/>
                  </a:lnTo>
                  <a:cubicBezTo>
                    <a:pt x="55885" y="6944"/>
                    <a:pt x="56190" y="6604"/>
                    <a:pt x="56495" y="6299"/>
                  </a:cubicBezTo>
                  <a:cubicBezTo>
                    <a:pt x="58091" y="4668"/>
                    <a:pt x="59567" y="2917"/>
                    <a:pt x="61079" y="1203"/>
                  </a:cubicBezTo>
                  <a:close/>
                  <a:moveTo>
                    <a:pt x="8013" y="703"/>
                  </a:moveTo>
                  <a:cubicBezTo>
                    <a:pt x="5858" y="2786"/>
                    <a:pt x="3703" y="5013"/>
                    <a:pt x="1584" y="7251"/>
                  </a:cubicBezTo>
                  <a:lnTo>
                    <a:pt x="1334" y="7251"/>
                  </a:lnTo>
                  <a:lnTo>
                    <a:pt x="3941" y="3941"/>
                  </a:lnTo>
                  <a:lnTo>
                    <a:pt x="3703" y="3667"/>
                  </a:lnTo>
                  <a:cubicBezTo>
                    <a:pt x="4691" y="2655"/>
                    <a:pt x="5680" y="1596"/>
                    <a:pt x="6680" y="703"/>
                  </a:cubicBezTo>
                  <a:close/>
                  <a:moveTo>
                    <a:pt x="9835" y="703"/>
                  </a:moveTo>
                  <a:cubicBezTo>
                    <a:pt x="7597" y="2786"/>
                    <a:pt x="5358" y="5013"/>
                    <a:pt x="3144" y="7251"/>
                  </a:cubicBezTo>
                  <a:lnTo>
                    <a:pt x="2084" y="7251"/>
                  </a:lnTo>
                  <a:cubicBezTo>
                    <a:pt x="4370" y="5013"/>
                    <a:pt x="6644" y="2786"/>
                    <a:pt x="8906" y="703"/>
                  </a:cubicBezTo>
                  <a:close/>
                  <a:moveTo>
                    <a:pt x="11240" y="703"/>
                  </a:moveTo>
                  <a:cubicBezTo>
                    <a:pt x="9109" y="2786"/>
                    <a:pt x="6989" y="5013"/>
                    <a:pt x="4906" y="7251"/>
                  </a:cubicBezTo>
                  <a:lnTo>
                    <a:pt x="3453" y="7251"/>
                  </a:lnTo>
                  <a:cubicBezTo>
                    <a:pt x="5703" y="5013"/>
                    <a:pt x="7930" y="2786"/>
                    <a:pt x="10168" y="703"/>
                  </a:cubicBezTo>
                  <a:close/>
                  <a:moveTo>
                    <a:pt x="13026" y="703"/>
                  </a:moveTo>
                  <a:cubicBezTo>
                    <a:pt x="10859" y="2786"/>
                    <a:pt x="8716" y="5013"/>
                    <a:pt x="6608" y="7251"/>
                  </a:cubicBezTo>
                  <a:lnTo>
                    <a:pt x="5406" y="7251"/>
                  </a:lnTo>
                  <a:cubicBezTo>
                    <a:pt x="7489" y="5013"/>
                    <a:pt x="9561" y="2786"/>
                    <a:pt x="11645" y="703"/>
                  </a:cubicBezTo>
                  <a:close/>
                  <a:moveTo>
                    <a:pt x="16038" y="703"/>
                  </a:moveTo>
                  <a:cubicBezTo>
                    <a:pt x="13752" y="2786"/>
                    <a:pt x="11430" y="5013"/>
                    <a:pt x="9144" y="7251"/>
                  </a:cubicBezTo>
                  <a:lnTo>
                    <a:pt x="7096" y="7251"/>
                  </a:lnTo>
                  <a:cubicBezTo>
                    <a:pt x="9216" y="5013"/>
                    <a:pt x="11347" y="2786"/>
                    <a:pt x="13490" y="703"/>
                  </a:cubicBezTo>
                  <a:close/>
                  <a:moveTo>
                    <a:pt x="16348" y="667"/>
                  </a:moveTo>
                  <a:lnTo>
                    <a:pt x="18372" y="679"/>
                  </a:lnTo>
                  <a:cubicBezTo>
                    <a:pt x="16062" y="2870"/>
                    <a:pt x="13752" y="5013"/>
                    <a:pt x="11454" y="7251"/>
                  </a:cubicBezTo>
                  <a:lnTo>
                    <a:pt x="9621" y="7251"/>
                  </a:lnTo>
                  <a:cubicBezTo>
                    <a:pt x="11859" y="5013"/>
                    <a:pt x="14109" y="2870"/>
                    <a:pt x="16348" y="667"/>
                  </a:cubicBezTo>
                  <a:close/>
                  <a:moveTo>
                    <a:pt x="20658" y="703"/>
                  </a:moveTo>
                  <a:cubicBezTo>
                    <a:pt x="18336" y="2786"/>
                    <a:pt x="15979" y="5013"/>
                    <a:pt x="13740" y="7251"/>
                  </a:cubicBezTo>
                  <a:lnTo>
                    <a:pt x="11835" y="7251"/>
                  </a:lnTo>
                  <a:cubicBezTo>
                    <a:pt x="14085" y="5013"/>
                    <a:pt x="16336" y="2786"/>
                    <a:pt x="18586" y="703"/>
                  </a:cubicBezTo>
                  <a:close/>
                  <a:moveTo>
                    <a:pt x="24122" y="703"/>
                  </a:moveTo>
                  <a:cubicBezTo>
                    <a:pt x="21944" y="2786"/>
                    <a:pt x="19777" y="5013"/>
                    <a:pt x="17610" y="7251"/>
                  </a:cubicBezTo>
                  <a:lnTo>
                    <a:pt x="15824" y="7251"/>
                  </a:lnTo>
                  <a:cubicBezTo>
                    <a:pt x="18014" y="5013"/>
                    <a:pt x="20229" y="2786"/>
                    <a:pt x="22444" y="703"/>
                  </a:cubicBezTo>
                  <a:close/>
                  <a:moveTo>
                    <a:pt x="25420" y="703"/>
                  </a:moveTo>
                  <a:cubicBezTo>
                    <a:pt x="23229" y="2786"/>
                    <a:pt x="21122" y="5013"/>
                    <a:pt x="19038" y="7251"/>
                  </a:cubicBezTo>
                  <a:lnTo>
                    <a:pt x="17955" y="7251"/>
                  </a:lnTo>
                  <a:cubicBezTo>
                    <a:pt x="20098" y="5013"/>
                    <a:pt x="22265" y="2786"/>
                    <a:pt x="24444" y="703"/>
                  </a:cubicBezTo>
                  <a:close/>
                  <a:moveTo>
                    <a:pt x="27956" y="703"/>
                  </a:moveTo>
                  <a:cubicBezTo>
                    <a:pt x="27456" y="1143"/>
                    <a:pt x="26944" y="1667"/>
                    <a:pt x="26456" y="2155"/>
                  </a:cubicBezTo>
                  <a:cubicBezTo>
                    <a:pt x="24730" y="3858"/>
                    <a:pt x="23003" y="5465"/>
                    <a:pt x="21277" y="7251"/>
                  </a:cubicBezTo>
                  <a:lnTo>
                    <a:pt x="19348" y="7251"/>
                  </a:lnTo>
                  <a:cubicBezTo>
                    <a:pt x="21086" y="5310"/>
                    <a:pt x="22848" y="3548"/>
                    <a:pt x="24658" y="1762"/>
                  </a:cubicBezTo>
                  <a:cubicBezTo>
                    <a:pt x="25015" y="1393"/>
                    <a:pt x="25384" y="1000"/>
                    <a:pt x="25754" y="703"/>
                  </a:cubicBezTo>
                  <a:close/>
                  <a:moveTo>
                    <a:pt x="30183" y="703"/>
                  </a:moveTo>
                  <a:cubicBezTo>
                    <a:pt x="29599" y="1298"/>
                    <a:pt x="29004" y="1893"/>
                    <a:pt x="28421" y="2501"/>
                  </a:cubicBezTo>
                  <a:cubicBezTo>
                    <a:pt x="26897" y="4096"/>
                    <a:pt x="25349" y="5608"/>
                    <a:pt x="23801" y="7251"/>
                  </a:cubicBezTo>
                  <a:lnTo>
                    <a:pt x="21467" y="7251"/>
                  </a:lnTo>
                  <a:cubicBezTo>
                    <a:pt x="22944" y="5763"/>
                    <a:pt x="24420" y="4429"/>
                    <a:pt x="25849" y="3001"/>
                  </a:cubicBezTo>
                  <a:cubicBezTo>
                    <a:pt x="26611" y="2227"/>
                    <a:pt x="27397" y="1441"/>
                    <a:pt x="28171" y="703"/>
                  </a:cubicBezTo>
                  <a:close/>
                  <a:moveTo>
                    <a:pt x="33100" y="703"/>
                  </a:moveTo>
                  <a:cubicBezTo>
                    <a:pt x="31635" y="2191"/>
                    <a:pt x="30159" y="3632"/>
                    <a:pt x="28671" y="5084"/>
                  </a:cubicBezTo>
                  <a:cubicBezTo>
                    <a:pt x="27932" y="5811"/>
                    <a:pt x="27194" y="6501"/>
                    <a:pt x="26456" y="7251"/>
                  </a:cubicBezTo>
                  <a:lnTo>
                    <a:pt x="24087" y="7251"/>
                  </a:lnTo>
                  <a:cubicBezTo>
                    <a:pt x="25587" y="5608"/>
                    <a:pt x="27075" y="4179"/>
                    <a:pt x="28563" y="2632"/>
                  </a:cubicBezTo>
                  <a:cubicBezTo>
                    <a:pt x="29183" y="1977"/>
                    <a:pt x="29825" y="1298"/>
                    <a:pt x="30468" y="703"/>
                  </a:cubicBezTo>
                  <a:close/>
                  <a:moveTo>
                    <a:pt x="35005" y="703"/>
                  </a:moveTo>
                  <a:cubicBezTo>
                    <a:pt x="33219" y="2489"/>
                    <a:pt x="31397" y="4358"/>
                    <a:pt x="29516" y="6132"/>
                  </a:cubicBezTo>
                  <a:cubicBezTo>
                    <a:pt x="29123" y="6501"/>
                    <a:pt x="28742" y="6799"/>
                    <a:pt x="28349" y="7251"/>
                  </a:cubicBezTo>
                  <a:lnTo>
                    <a:pt x="26789" y="7251"/>
                  </a:lnTo>
                  <a:cubicBezTo>
                    <a:pt x="29040" y="5013"/>
                    <a:pt x="31290" y="2786"/>
                    <a:pt x="33528" y="703"/>
                  </a:cubicBezTo>
                  <a:close/>
                  <a:moveTo>
                    <a:pt x="36314" y="703"/>
                  </a:moveTo>
                  <a:cubicBezTo>
                    <a:pt x="34576" y="2334"/>
                    <a:pt x="32838" y="4120"/>
                    <a:pt x="31099" y="5834"/>
                  </a:cubicBezTo>
                  <a:cubicBezTo>
                    <a:pt x="30611" y="6299"/>
                    <a:pt x="30135" y="6799"/>
                    <a:pt x="29647" y="7251"/>
                  </a:cubicBezTo>
                  <a:lnTo>
                    <a:pt x="28635" y="7251"/>
                  </a:lnTo>
                  <a:cubicBezTo>
                    <a:pt x="28730" y="7096"/>
                    <a:pt x="28825" y="7061"/>
                    <a:pt x="28933" y="6965"/>
                  </a:cubicBezTo>
                  <a:cubicBezTo>
                    <a:pt x="31111" y="4918"/>
                    <a:pt x="33243" y="2786"/>
                    <a:pt x="35362" y="703"/>
                  </a:cubicBezTo>
                  <a:close/>
                  <a:moveTo>
                    <a:pt x="37684" y="703"/>
                  </a:moveTo>
                  <a:cubicBezTo>
                    <a:pt x="35540" y="2786"/>
                    <a:pt x="33397" y="5013"/>
                    <a:pt x="31266" y="7251"/>
                  </a:cubicBezTo>
                  <a:lnTo>
                    <a:pt x="29897" y="7251"/>
                  </a:lnTo>
                  <a:cubicBezTo>
                    <a:pt x="30099" y="6954"/>
                    <a:pt x="30290" y="6870"/>
                    <a:pt x="30480" y="6680"/>
                  </a:cubicBezTo>
                  <a:cubicBezTo>
                    <a:pt x="32516" y="4679"/>
                    <a:pt x="34576" y="2632"/>
                    <a:pt x="36636" y="703"/>
                  </a:cubicBezTo>
                  <a:close/>
                  <a:moveTo>
                    <a:pt x="39601" y="703"/>
                  </a:moveTo>
                  <a:cubicBezTo>
                    <a:pt x="37600" y="2632"/>
                    <a:pt x="35600" y="4608"/>
                    <a:pt x="33647" y="6596"/>
                  </a:cubicBezTo>
                  <a:cubicBezTo>
                    <a:pt x="33433" y="6811"/>
                    <a:pt x="33231" y="6954"/>
                    <a:pt x="33028" y="7251"/>
                  </a:cubicBezTo>
                  <a:lnTo>
                    <a:pt x="32278" y="7251"/>
                  </a:lnTo>
                  <a:cubicBezTo>
                    <a:pt x="34421" y="5013"/>
                    <a:pt x="36564" y="2786"/>
                    <a:pt x="38684" y="703"/>
                  </a:cubicBezTo>
                  <a:close/>
                  <a:moveTo>
                    <a:pt x="41541" y="703"/>
                  </a:moveTo>
                  <a:cubicBezTo>
                    <a:pt x="39374" y="2786"/>
                    <a:pt x="37195" y="5013"/>
                    <a:pt x="35005" y="7251"/>
                  </a:cubicBezTo>
                  <a:lnTo>
                    <a:pt x="33338" y="7251"/>
                  </a:lnTo>
                  <a:cubicBezTo>
                    <a:pt x="33493" y="7096"/>
                    <a:pt x="33647" y="6930"/>
                    <a:pt x="33814" y="6763"/>
                  </a:cubicBezTo>
                  <a:cubicBezTo>
                    <a:pt x="35814" y="4703"/>
                    <a:pt x="37898" y="2632"/>
                    <a:pt x="39993" y="703"/>
                  </a:cubicBezTo>
                  <a:close/>
                  <a:moveTo>
                    <a:pt x="44327" y="703"/>
                  </a:moveTo>
                  <a:cubicBezTo>
                    <a:pt x="42029" y="2786"/>
                    <a:pt x="39720" y="5013"/>
                    <a:pt x="37422" y="7251"/>
                  </a:cubicBezTo>
                  <a:lnTo>
                    <a:pt x="35445" y="7251"/>
                  </a:lnTo>
                  <a:cubicBezTo>
                    <a:pt x="37672" y="5013"/>
                    <a:pt x="39922" y="2786"/>
                    <a:pt x="42160" y="703"/>
                  </a:cubicBezTo>
                  <a:close/>
                  <a:moveTo>
                    <a:pt x="46208" y="703"/>
                  </a:moveTo>
                  <a:cubicBezTo>
                    <a:pt x="43982" y="2786"/>
                    <a:pt x="41744" y="5013"/>
                    <a:pt x="39481" y="7251"/>
                  </a:cubicBezTo>
                  <a:lnTo>
                    <a:pt x="37684" y="7251"/>
                  </a:lnTo>
                  <a:cubicBezTo>
                    <a:pt x="39993" y="5013"/>
                    <a:pt x="42315" y="2786"/>
                    <a:pt x="44613" y="703"/>
                  </a:cubicBezTo>
                  <a:close/>
                  <a:moveTo>
                    <a:pt x="49030" y="703"/>
                  </a:moveTo>
                  <a:cubicBezTo>
                    <a:pt x="46828" y="2786"/>
                    <a:pt x="44649" y="5013"/>
                    <a:pt x="42458" y="7251"/>
                  </a:cubicBezTo>
                  <a:lnTo>
                    <a:pt x="39791" y="7251"/>
                  </a:lnTo>
                  <a:cubicBezTo>
                    <a:pt x="42053" y="5013"/>
                    <a:pt x="44303" y="2786"/>
                    <a:pt x="46530" y="703"/>
                  </a:cubicBezTo>
                  <a:close/>
                  <a:moveTo>
                    <a:pt x="50792" y="703"/>
                  </a:moveTo>
                  <a:cubicBezTo>
                    <a:pt x="50721" y="703"/>
                    <a:pt x="50650" y="846"/>
                    <a:pt x="50578" y="917"/>
                  </a:cubicBezTo>
                  <a:cubicBezTo>
                    <a:pt x="48483" y="3048"/>
                    <a:pt x="46363" y="5168"/>
                    <a:pt x="44244" y="7251"/>
                  </a:cubicBezTo>
                  <a:lnTo>
                    <a:pt x="42744" y="7251"/>
                  </a:lnTo>
                  <a:cubicBezTo>
                    <a:pt x="44970" y="5013"/>
                    <a:pt x="47185" y="2786"/>
                    <a:pt x="49411" y="703"/>
                  </a:cubicBezTo>
                  <a:close/>
                  <a:moveTo>
                    <a:pt x="52662" y="703"/>
                  </a:moveTo>
                  <a:cubicBezTo>
                    <a:pt x="51733" y="1596"/>
                    <a:pt x="50804" y="2691"/>
                    <a:pt x="49852" y="3656"/>
                  </a:cubicBezTo>
                  <a:cubicBezTo>
                    <a:pt x="48661" y="4858"/>
                    <a:pt x="47471" y="6061"/>
                    <a:pt x="46280" y="7251"/>
                  </a:cubicBezTo>
                  <a:lnTo>
                    <a:pt x="44613" y="7251"/>
                  </a:lnTo>
                  <a:cubicBezTo>
                    <a:pt x="46673" y="5168"/>
                    <a:pt x="48721" y="3167"/>
                    <a:pt x="50769" y="1108"/>
                  </a:cubicBezTo>
                  <a:cubicBezTo>
                    <a:pt x="50900" y="977"/>
                    <a:pt x="51031" y="846"/>
                    <a:pt x="51161" y="703"/>
                  </a:cubicBezTo>
                  <a:close/>
                  <a:moveTo>
                    <a:pt x="56781" y="703"/>
                  </a:moveTo>
                  <a:cubicBezTo>
                    <a:pt x="54579" y="2786"/>
                    <a:pt x="52376" y="5013"/>
                    <a:pt x="50149" y="7251"/>
                  </a:cubicBezTo>
                  <a:lnTo>
                    <a:pt x="48090" y="7251"/>
                  </a:lnTo>
                  <a:cubicBezTo>
                    <a:pt x="50280" y="5013"/>
                    <a:pt x="52459" y="2786"/>
                    <a:pt x="54638" y="703"/>
                  </a:cubicBezTo>
                  <a:close/>
                  <a:moveTo>
                    <a:pt x="58484" y="703"/>
                  </a:moveTo>
                  <a:cubicBezTo>
                    <a:pt x="56365" y="2929"/>
                    <a:pt x="54186" y="5013"/>
                    <a:pt x="51983" y="7251"/>
                  </a:cubicBezTo>
                  <a:lnTo>
                    <a:pt x="50471" y="7251"/>
                  </a:lnTo>
                  <a:cubicBezTo>
                    <a:pt x="52709" y="5013"/>
                    <a:pt x="54924" y="2786"/>
                    <a:pt x="57138" y="703"/>
                  </a:cubicBezTo>
                  <a:close/>
                  <a:moveTo>
                    <a:pt x="59651" y="703"/>
                  </a:moveTo>
                  <a:cubicBezTo>
                    <a:pt x="58210" y="2191"/>
                    <a:pt x="56805" y="3929"/>
                    <a:pt x="55329" y="5501"/>
                  </a:cubicBezTo>
                  <a:cubicBezTo>
                    <a:pt x="54793" y="6084"/>
                    <a:pt x="54233" y="6656"/>
                    <a:pt x="53686" y="7251"/>
                  </a:cubicBezTo>
                  <a:lnTo>
                    <a:pt x="52566" y="7251"/>
                  </a:lnTo>
                  <a:cubicBezTo>
                    <a:pt x="54757" y="5013"/>
                    <a:pt x="56924" y="2929"/>
                    <a:pt x="58996" y="703"/>
                  </a:cubicBezTo>
                  <a:close/>
                  <a:moveTo>
                    <a:pt x="60663" y="703"/>
                  </a:moveTo>
                  <a:lnTo>
                    <a:pt x="60901" y="977"/>
                  </a:lnTo>
                  <a:cubicBezTo>
                    <a:pt x="59377" y="2703"/>
                    <a:pt x="57912" y="4501"/>
                    <a:pt x="56329" y="6156"/>
                  </a:cubicBezTo>
                  <a:cubicBezTo>
                    <a:pt x="55984" y="6513"/>
                    <a:pt x="55626" y="6799"/>
                    <a:pt x="55281" y="7251"/>
                  </a:cubicBezTo>
                  <a:lnTo>
                    <a:pt x="53876" y="7251"/>
                  </a:lnTo>
                  <a:cubicBezTo>
                    <a:pt x="55936" y="5013"/>
                    <a:pt x="57960" y="2786"/>
                    <a:pt x="59996" y="703"/>
                  </a:cubicBezTo>
                  <a:close/>
                  <a:moveTo>
                    <a:pt x="61829" y="2167"/>
                  </a:moveTo>
                  <a:lnTo>
                    <a:pt x="62675" y="3251"/>
                  </a:lnTo>
                  <a:cubicBezTo>
                    <a:pt x="61532" y="4608"/>
                    <a:pt x="60353" y="5906"/>
                    <a:pt x="59162" y="7251"/>
                  </a:cubicBezTo>
                  <a:lnTo>
                    <a:pt x="57007" y="7251"/>
                  </a:lnTo>
                  <a:cubicBezTo>
                    <a:pt x="58615" y="5465"/>
                    <a:pt x="60222" y="3846"/>
                    <a:pt x="61829" y="2167"/>
                  </a:cubicBezTo>
                  <a:close/>
                  <a:moveTo>
                    <a:pt x="62830" y="3441"/>
                  </a:moveTo>
                  <a:lnTo>
                    <a:pt x="63175" y="3882"/>
                  </a:lnTo>
                  <a:lnTo>
                    <a:pt x="60651" y="7251"/>
                  </a:lnTo>
                  <a:lnTo>
                    <a:pt x="59532" y="7251"/>
                  </a:lnTo>
                  <a:cubicBezTo>
                    <a:pt x="60651" y="5906"/>
                    <a:pt x="61746" y="4715"/>
                    <a:pt x="62830" y="3441"/>
                  </a:cubicBezTo>
                  <a:close/>
                  <a:moveTo>
                    <a:pt x="0" y="0"/>
                  </a:moveTo>
                  <a:lnTo>
                    <a:pt x="3120" y="3917"/>
                  </a:lnTo>
                  <a:lnTo>
                    <a:pt x="0" y="7847"/>
                  </a:lnTo>
                  <a:lnTo>
                    <a:pt x="60972" y="7847"/>
                  </a:lnTo>
                  <a:lnTo>
                    <a:pt x="63985" y="3846"/>
                  </a:lnTo>
                  <a:lnTo>
                    <a:pt x="60972" y="0"/>
                  </a:lnTo>
                  <a:close/>
                </a:path>
              </a:pathLst>
            </a:custGeom>
            <a:solidFill>
              <a:srgbClr val="5EB2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latin typeface="IBM Plex Sans"/>
                <a:ea typeface="IBM Plex Sans"/>
                <a:cs typeface="IBM Plex Sans"/>
                <a:sym typeface="IBM Plex Sans"/>
              </a:endParaRPr>
            </a:p>
          </p:txBody>
        </p:sp>
        <p:sp>
          <p:nvSpPr>
            <p:cNvPr id="6376" name="Google Shape;6376;p478"/>
            <p:cNvSpPr txBox="1"/>
            <p:nvPr/>
          </p:nvSpPr>
          <p:spPr>
            <a:xfrm>
              <a:off x="466675" y="1159375"/>
              <a:ext cx="1530600" cy="510300"/>
            </a:xfrm>
            <a:prstGeom prst="rect">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solidFill>
                    <a:schemeClr val="lt1"/>
                  </a:solidFill>
                  <a:latin typeface="IBM Plex Sans Medium"/>
                  <a:ea typeface="IBM Plex Sans Medium"/>
                  <a:cs typeface="IBM Plex Sans Medium"/>
                  <a:sym typeface="IBM Plex Sans Medium"/>
                </a:rPr>
                <a:t>Set up Camunda</a:t>
              </a:r>
              <a:endParaRPr sz="1000">
                <a:solidFill>
                  <a:schemeClr val="lt1"/>
                </a:solidFill>
                <a:latin typeface="IBM Plex Sans Medium"/>
                <a:ea typeface="IBM Plex Sans Medium"/>
                <a:cs typeface="IBM Plex Sans Medium"/>
                <a:sym typeface="IBM Plex Sans Medium"/>
              </a:endParaRPr>
            </a:p>
            <a:p>
              <a:pPr marL="0" lvl="0" indent="0" algn="ctr" rtl="0">
                <a:spcBef>
                  <a:spcPts val="0"/>
                </a:spcBef>
                <a:spcAft>
                  <a:spcPts val="0"/>
                </a:spcAft>
                <a:buNone/>
              </a:pPr>
              <a:r>
                <a:rPr lang="en" sz="1000">
                  <a:solidFill>
                    <a:schemeClr val="lt1"/>
                  </a:solidFill>
                  <a:latin typeface="IBM Plex Sans Medium"/>
                  <a:ea typeface="IBM Plex Sans Medium"/>
                  <a:cs typeface="IBM Plex Sans Medium"/>
                  <a:sym typeface="IBM Plex Sans Medium"/>
                </a:rPr>
                <a:t>PO&amp;A Platform</a:t>
              </a:r>
              <a:endParaRPr sz="1000">
                <a:solidFill>
                  <a:schemeClr val="lt1"/>
                </a:solidFill>
                <a:latin typeface="IBM Plex Sans Medium"/>
                <a:ea typeface="IBM Plex Sans Medium"/>
                <a:cs typeface="IBM Plex Sans Medium"/>
                <a:sym typeface="IBM Plex Sans Medium"/>
              </a:endParaRPr>
            </a:p>
          </p:txBody>
        </p:sp>
        <p:grpSp>
          <p:nvGrpSpPr>
            <p:cNvPr id="6377" name="Google Shape;6377;p478"/>
            <p:cNvGrpSpPr/>
            <p:nvPr/>
          </p:nvGrpSpPr>
          <p:grpSpPr>
            <a:xfrm>
              <a:off x="241212" y="1426027"/>
              <a:ext cx="431844" cy="348351"/>
              <a:chOff x="1259262" y="3408616"/>
              <a:chExt cx="1103613" cy="890240"/>
            </a:xfrm>
          </p:grpSpPr>
          <p:sp>
            <p:nvSpPr>
              <p:cNvPr id="6378" name="Google Shape;6378;p478"/>
              <p:cNvSpPr/>
              <p:nvPr/>
            </p:nvSpPr>
            <p:spPr>
              <a:xfrm>
                <a:off x="1701228" y="3408616"/>
                <a:ext cx="130006" cy="124481"/>
              </a:xfrm>
              <a:custGeom>
                <a:avLst/>
                <a:gdLst/>
                <a:ahLst/>
                <a:cxnLst/>
                <a:rect l="l" t="t" r="r" b="b"/>
                <a:pathLst>
                  <a:path w="5954" h="5701" extrusionOk="0">
                    <a:moveTo>
                      <a:pt x="2454" y="631"/>
                    </a:moveTo>
                    <a:cubicBezTo>
                      <a:pt x="2481" y="631"/>
                      <a:pt x="2509" y="632"/>
                      <a:pt x="2536" y="633"/>
                    </a:cubicBezTo>
                    <a:cubicBezTo>
                      <a:pt x="3120" y="669"/>
                      <a:pt x="3584" y="1074"/>
                      <a:pt x="4001" y="1443"/>
                    </a:cubicBezTo>
                    <a:cubicBezTo>
                      <a:pt x="4989" y="2336"/>
                      <a:pt x="5001" y="3527"/>
                      <a:pt x="4120" y="4491"/>
                    </a:cubicBezTo>
                    <a:cubicBezTo>
                      <a:pt x="3760" y="4876"/>
                      <a:pt x="3312" y="5047"/>
                      <a:pt x="2861" y="5047"/>
                    </a:cubicBezTo>
                    <a:cubicBezTo>
                      <a:pt x="2239" y="5047"/>
                      <a:pt x="1610" y="4720"/>
                      <a:pt x="1203" y="4182"/>
                    </a:cubicBezTo>
                    <a:cubicBezTo>
                      <a:pt x="881" y="3765"/>
                      <a:pt x="774" y="3169"/>
                      <a:pt x="750" y="2658"/>
                    </a:cubicBezTo>
                    <a:cubicBezTo>
                      <a:pt x="727" y="2003"/>
                      <a:pt x="1167" y="1586"/>
                      <a:pt x="1346" y="1014"/>
                    </a:cubicBezTo>
                    <a:cubicBezTo>
                      <a:pt x="1358" y="991"/>
                      <a:pt x="1346" y="979"/>
                      <a:pt x="1346" y="967"/>
                    </a:cubicBezTo>
                    <a:cubicBezTo>
                      <a:pt x="1702" y="789"/>
                      <a:pt x="2059" y="631"/>
                      <a:pt x="2454" y="631"/>
                    </a:cubicBezTo>
                    <a:close/>
                    <a:moveTo>
                      <a:pt x="2323" y="0"/>
                    </a:moveTo>
                    <a:cubicBezTo>
                      <a:pt x="1651" y="0"/>
                      <a:pt x="1036" y="241"/>
                      <a:pt x="750" y="860"/>
                    </a:cubicBezTo>
                    <a:cubicBezTo>
                      <a:pt x="715" y="919"/>
                      <a:pt x="727" y="979"/>
                      <a:pt x="739" y="1026"/>
                    </a:cubicBezTo>
                    <a:cubicBezTo>
                      <a:pt x="334" y="1443"/>
                      <a:pt x="167" y="2110"/>
                      <a:pt x="96" y="2658"/>
                    </a:cubicBezTo>
                    <a:cubicBezTo>
                      <a:pt x="0" y="3408"/>
                      <a:pt x="381" y="4086"/>
                      <a:pt x="822" y="4658"/>
                    </a:cubicBezTo>
                    <a:cubicBezTo>
                      <a:pt x="1359" y="5353"/>
                      <a:pt x="2106" y="5701"/>
                      <a:pt x="2863" y="5701"/>
                    </a:cubicBezTo>
                    <a:cubicBezTo>
                      <a:pt x="3482" y="5701"/>
                      <a:pt x="4107" y="5469"/>
                      <a:pt x="4632" y="5003"/>
                    </a:cubicBezTo>
                    <a:cubicBezTo>
                      <a:pt x="5953" y="3824"/>
                      <a:pt x="5787" y="2038"/>
                      <a:pt x="4584" y="860"/>
                    </a:cubicBezTo>
                    <a:cubicBezTo>
                      <a:pt x="4095" y="377"/>
                      <a:pt x="3164" y="0"/>
                      <a:pt x="2323" y="0"/>
                    </a:cubicBezTo>
                    <a:close/>
                  </a:path>
                </a:pathLst>
              </a:custGeom>
              <a:solidFill>
                <a:srgbClr val="5EB2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latin typeface="IBM Plex Sans"/>
                  <a:ea typeface="IBM Plex Sans"/>
                  <a:cs typeface="IBM Plex Sans"/>
                  <a:sym typeface="IBM Plex Sans"/>
                </a:endParaRPr>
              </a:p>
            </p:txBody>
          </p:sp>
          <p:sp>
            <p:nvSpPr>
              <p:cNvPr id="6379" name="Google Shape;6379;p478"/>
              <p:cNvSpPr/>
              <p:nvPr/>
            </p:nvSpPr>
            <p:spPr>
              <a:xfrm>
                <a:off x="1355468" y="4084069"/>
                <a:ext cx="123302" cy="106729"/>
              </a:xfrm>
              <a:custGeom>
                <a:avLst/>
                <a:gdLst/>
                <a:ahLst/>
                <a:cxnLst/>
                <a:rect l="l" t="t" r="r" b="b"/>
                <a:pathLst>
                  <a:path w="5647" h="4888" extrusionOk="0">
                    <a:moveTo>
                      <a:pt x="2643" y="763"/>
                    </a:moveTo>
                    <a:cubicBezTo>
                      <a:pt x="3512" y="763"/>
                      <a:pt x="4489" y="1287"/>
                      <a:pt x="4751" y="2144"/>
                    </a:cubicBezTo>
                    <a:cubicBezTo>
                      <a:pt x="5058" y="3169"/>
                      <a:pt x="4200" y="4036"/>
                      <a:pt x="3264" y="4036"/>
                    </a:cubicBezTo>
                    <a:cubicBezTo>
                      <a:pt x="3113" y="4036"/>
                      <a:pt x="2960" y="4013"/>
                      <a:pt x="2810" y="3966"/>
                    </a:cubicBezTo>
                    <a:cubicBezTo>
                      <a:pt x="1953" y="3704"/>
                      <a:pt x="1334" y="2906"/>
                      <a:pt x="1095" y="2037"/>
                    </a:cubicBezTo>
                    <a:cubicBezTo>
                      <a:pt x="1465" y="1263"/>
                      <a:pt x="1679" y="763"/>
                      <a:pt x="2643" y="763"/>
                    </a:cubicBezTo>
                    <a:close/>
                    <a:moveTo>
                      <a:pt x="2556" y="0"/>
                    </a:moveTo>
                    <a:cubicBezTo>
                      <a:pt x="1881" y="0"/>
                      <a:pt x="1093" y="336"/>
                      <a:pt x="750" y="894"/>
                    </a:cubicBezTo>
                    <a:cubicBezTo>
                      <a:pt x="679" y="906"/>
                      <a:pt x="607" y="953"/>
                      <a:pt x="572" y="1037"/>
                    </a:cubicBezTo>
                    <a:cubicBezTo>
                      <a:pt x="0" y="2596"/>
                      <a:pt x="1179" y="4168"/>
                      <a:pt x="2596" y="4739"/>
                    </a:cubicBezTo>
                    <a:cubicBezTo>
                      <a:pt x="2851" y="4841"/>
                      <a:pt x="3104" y="4888"/>
                      <a:pt x="3348" y="4888"/>
                    </a:cubicBezTo>
                    <a:cubicBezTo>
                      <a:pt x="4617" y="4888"/>
                      <a:pt x="5646" y="3629"/>
                      <a:pt x="5536" y="2311"/>
                    </a:cubicBezTo>
                    <a:cubicBezTo>
                      <a:pt x="5429" y="929"/>
                      <a:pt x="4001" y="156"/>
                      <a:pt x="2774" y="13"/>
                    </a:cubicBezTo>
                    <a:cubicBezTo>
                      <a:pt x="2703" y="4"/>
                      <a:pt x="2631" y="0"/>
                      <a:pt x="2556" y="0"/>
                    </a:cubicBezTo>
                    <a:close/>
                  </a:path>
                </a:pathLst>
              </a:custGeom>
              <a:solidFill>
                <a:srgbClr val="5EB2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latin typeface="IBM Plex Sans"/>
                  <a:ea typeface="IBM Plex Sans"/>
                  <a:cs typeface="IBM Plex Sans"/>
                  <a:sym typeface="IBM Plex Sans"/>
                </a:endParaRPr>
              </a:p>
            </p:txBody>
          </p:sp>
          <p:sp>
            <p:nvSpPr>
              <p:cNvPr id="6380" name="Google Shape;6380;p478"/>
              <p:cNvSpPr/>
              <p:nvPr/>
            </p:nvSpPr>
            <p:spPr>
              <a:xfrm>
                <a:off x="2063102" y="3619873"/>
                <a:ext cx="112254" cy="107821"/>
              </a:xfrm>
              <a:custGeom>
                <a:avLst/>
                <a:gdLst/>
                <a:ahLst/>
                <a:cxnLst/>
                <a:rect l="l" t="t" r="r" b="b"/>
                <a:pathLst>
                  <a:path w="5141" h="4938" extrusionOk="0">
                    <a:moveTo>
                      <a:pt x="2251" y="849"/>
                    </a:moveTo>
                    <a:cubicBezTo>
                      <a:pt x="2362" y="849"/>
                      <a:pt x="2481" y="861"/>
                      <a:pt x="2608" y="888"/>
                    </a:cubicBezTo>
                    <a:cubicBezTo>
                      <a:pt x="3382" y="1055"/>
                      <a:pt x="4085" y="1674"/>
                      <a:pt x="4275" y="2448"/>
                    </a:cubicBezTo>
                    <a:cubicBezTo>
                      <a:pt x="4535" y="3486"/>
                      <a:pt x="3217" y="4103"/>
                      <a:pt x="2382" y="4103"/>
                    </a:cubicBezTo>
                    <a:cubicBezTo>
                      <a:pt x="2374" y="4103"/>
                      <a:pt x="2366" y="4103"/>
                      <a:pt x="2358" y="4103"/>
                    </a:cubicBezTo>
                    <a:cubicBezTo>
                      <a:pt x="1263" y="4091"/>
                      <a:pt x="727" y="2924"/>
                      <a:pt x="596" y="1900"/>
                    </a:cubicBezTo>
                    <a:cubicBezTo>
                      <a:pt x="1113" y="1384"/>
                      <a:pt x="1522" y="849"/>
                      <a:pt x="2251" y="849"/>
                    </a:cubicBezTo>
                    <a:close/>
                    <a:moveTo>
                      <a:pt x="2208" y="1"/>
                    </a:moveTo>
                    <a:cubicBezTo>
                      <a:pt x="1161" y="1"/>
                      <a:pt x="114" y="676"/>
                      <a:pt x="37" y="1805"/>
                    </a:cubicBezTo>
                    <a:cubicBezTo>
                      <a:pt x="37" y="1876"/>
                      <a:pt x="60" y="1936"/>
                      <a:pt x="96" y="1972"/>
                    </a:cubicBezTo>
                    <a:cubicBezTo>
                      <a:pt x="1" y="3293"/>
                      <a:pt x="644" y="4639"/>
                      <a:pt x="2096" y="4901"/>
                    </a:cubicBezTo>
                    <a:cubicBezTo>
                      <a:pt x="2232" y="4925"/>
                      <a:pt x="2370" y="4937"/>
                      <a:pt x="2509" y="4937"/>
                    </a:cubicBezTo>
                    <a:cubicBezTo>
                      <a:pt x="3780" y="4937"/>
                      <a:pt x="5141" y="3945"/>
                      <a:pt x="5109" y="2615"/>
                    </a:cubicBezTo>
                    <a:cubicBezTo>
                      <a:pt x="5085" y="1412"/>
                      <a:pt x="3989" y="460"/>
                      <a:pt x="2930" y="114"/>
                    </a:cubicBezTo>
                    <a:cubicBezTo>
                      <a:pt x="2697" y="38"/>
                      <a:pt x="2452" y="1"/>
                      <a:pt x="2208" y="1"/>
                    </a:cubicBezTo>
                    <a:close/>
                  </a:path>
                </a:pathLst>
              </a:custGeom>
              <a:solidFill>
                <a:srgbClr val="5EB2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latin typeface="IBM Plex Sans"/>
                  <a:ea typeface="IBM Plex Sans"/>
                  <a:cs typeface="IBM Plex Sans"/>
                  <a:sym typeface="IBM Plex Sans"/>
                </a:endParaRPr>
              </a:p>
            </p:txBody>
          </p:sp>
          <p:sp>
            <p:nvSpPr>
              <p:cNvPr id="6381" name="Google Shape;6381;p478"/>
              <p:cNvSpPr/>
              <p:nvPr/>
            </p:nvSpPr>
            <p:spPr>
              <a:xfrm>
                <a:off x="2161382" y="3585242"/>
                <a:ext cx="64719" cy="74807"/>
              </a:xfrm>
              <a:custGeom>
                <a:avLst/>
                <a:gdLst/>
                <a:ahLst/>
                <a:cxnLst/>
                <a:rect l="l" t="t" r="r" b="b"/>
                <a:pathLst>
                  <a:path w="2964" h="3426" extrusionOk="0">
                    <a:moveTo>
                      <a:pt x="560" y="1"/>
                    </a:moveTo>
                    <a:cubicBezTo>
                      <a:pt x="432" y="1"/>
                      <a:pt x="301" y="19"/>
                      <a:pt x="167" y="57"/>
                    </a:cubicBezTo>
                    <a:cubicBezTo>
                      <a:pt x="36" y="93"/>
                      <a:pt x="0" y="295"/>
                      <a:pt x="131" y="355"/>
                    </a:cubicBezTo>
                    <a:cubicBezTo>
                      <a:pt x="727" y="676"/>
                      <a:pt x="1179" y="867"/>
                      <a:pt x="1548" y="1474"/>
                    </a:cubicBezTo>
                    <a:cubicBezTo>
                      <a:pt x="1882" y="2034"/>
                      <a:pt x="1941" y="2712"/>
                      <a:pt x="2144" y="3320"/>
                    </a:cubicBezTo>
                    <a:cubicBezTo>
                      <a:pt x="2172" y="3383"/>
                      <a:pt x="2241" y="3425"/>
                      <a:pt x="2305" y="3425"/>
                    </a:cubicBezTo>
                    <a:cubicBezTo>
                      <a:pt x="2350" y="3425"/>
                      <a:pt x="2393" y="3404"/>
                      <a:pt x="2417" y="3355"/>
                    </a:cubicBezTo>
                    <a:cubicBezTo>
                      <a:pt x="2963" y="2198"/>
                      <a:pt x="1968" y="1"/>
                      <a:pt x="560" y="1"/>
                    </a:cubicBezTo>
                    <a:close/>
                  </a:path>
                </a:pathLst>
              </a:custGeom>
              <a:solidFill>
                <a:srgbClr val="5EB2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latin typeface="IBM Plex Sans"/>
                  <a:ea typeface="IBM Plex Sans"/>
                  <a:cs typeface="IBM Plex Sans"/>
                  <a:sym typeface="IBM Plex Sans"/>
                </a:endParaRPr>
              </a:p>
            </p:txBody>
          </p:sp>
          <p:sp>
            <p:nvSpPr>
              <p:cNvPr id="6382" name="Google Shape;6382;p478"/>
              <p:cNvSpPr/>
              <p:nvPr/>
            </p:nvSpPr>
            <p:spPr>
              <a:xfrm>
                <a:off x="2184221" y="3538340"/>
                <a:ext cx="109765" cy="165466"/>
              </a:xfrm>
              <a:custGeom>
                <a:avLst/>
                <a:gdLst/>
                <a:ahLst/>
                <a:cxnLst/>
                <a:rect l="l" t="t" r="r" b="b"/>
                <a:pathLst>
                  <a:path w="5027" h="7578" extrusionOk="0">
                    <a:moveTo>
                      <a:pt x="326" y="1"/>
                    </a:moveTo>
                    <a:cubicBezTo>
                      <a:pt x="24" y="1"/>
                      <a:pt x="0" y="470"/>
                      <a:pt x="276" y="562"/>
                    </a:cubicBezTo>
                    <a:cubicBezTo>
                      <a:pt x="2622" y="1324"/>
                      <a:pt x="4467" y="4741"/>
                      <a:pt x="3538" y="7099"/>
                    </a:cubicBezTo>
                    <a:cubicBezTo>
                      <a:pt x="3429" y="7382"/>
                      <a:pt x="3680" y="7577"/>
                      <a:pt x="3924" y="7577"/>
                    </a:cubicBezTo>
                    <a:cubicBezTo>
                      <a:pt x="4080" y="7577"/>
                      <a:pt x="4233" y="7498"/>
                      <a:pt x="4288" y="7313"/>
                    </a:cubicBezTo>
                    <a:cubicBezTo>
                      <a:pt x="5027" y="4670"/>
                      <a:pt x="3419" y="360"/>
                      <a:pt x="359" y="3"/>
                    </a:cubicBezTo>
                    <a:cubicBezTo>
                      <a:pt x="348" y="1"/>
                      <a:pt x="337" y="1"/>
                      <a:pt x="326" y="1"/>
                    </a:cubicBezTo>
                    <a:close/>
                  </a:path>
                </a:pathLst>
              </a:custGeom>
              <a:solidFill>
                <a:srgbClr val="5EB2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latin typeface="IBM Plex Sans"/>
                  <a:ea typeface="IBM Plex Sans"/>
                  <a:cs typeface="IBM Plex Sans"/>
                  <a:sym typeface="IBM Plex Sans"/>
                </a:endParaRPr>
              </a:p>
            </p:txBody>
          </p:sp>
          <p:sp>
            <p:nvSpPr>
              <p:cNvPr id="6383" name="Google Shape;6383;p478"/>
              <p:cNvSpPr/>
              <p:nvPr/>
            </p:nvSpPr>
            <p:spPr>
              <a:xfrm>
                <a:off x="2195248" y="3486743"/>
                <a:ext cx="167627" cy="238023"/>
              </a:xfrm>
              <a:custGeom>
                <a:avLst/>
                <a:gdLst/>
                <a:ahLst/>
                <a:cxnLst/>
                <a:rect l="l" t="t" r="r" b="b"/>
                <a:pathLst>
                  <a:path w="7677" h="10901" extrusionOk="0">
                    <a:moveTo>
                      <a:pt x="241" y="0"/>
                    </a:moveTo>
                    <a:cubicBezTo>
                      <a:pt x="75" y="0"/>
                      <a:pt x="1" y="244"/>
                      <a:pt x="152" y="342"/>
                    </a:cubicBezTo>
                    <a:cubicBezTo>
                      <a:pt x="3807" y="2389"/>
                      <a:pt x="7081" y="5926"/>
                      <a:pt x="5176" y="10379"/>
                    </a:cubicBezTo>
                    <a:cubicBezTo>
                      <a:pt x="5041" y="10680"/>
                      <a:pt x="5258" y="10901"/>
                      <a:pt x="5488" y="10901"/>
                    </a:cubicBezTo>
                    <a:cubicBezTo>
                      <a:pt x="5621" y="10901"/>
                      <a:pt x="5757" y="10827"/>
                      <a:pt x="5831" y="10652"/>
                    </a:cubicBezTo>
                    <a:cubicBezTo>
                      <a:pt x="7677" y="6247"/>
                      <a:pt x="4676" y="1401"/>
                      <a:pt x="295" y="8"/>
                    </a:cubicBezTo>
                    <a:cubicBezTo>
                      <a:pt x="276" y="3"/>
                      <a:pt x="258" y="0"/>
                      <a:pt x="241" y="0"/>
                    </a:cubicBezTo>
                    <a:close/>
                  </a:path>
                </a:pathLst>
              </a:custGeom>
              <a:solidFill>
                <a:srgbClr val="5EB2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latin typeface="IBM Plex Sans"/>
                  <a:ea typeface="IBM Plex Sans"/>
                  <a:cs typeface="IBM Plex Sans"/>
                  <a:sym typeface="IBM Plex Sans"/>
                </a:endParaRPr>
              </a:p>
            </p:txBody>
          </p:sp>
          <p:sp>
            <p:nvSpPr>
              <p:cNvPr id="6384" name="Google Shape;6384;p478"/>
              <p:cNvSpPr/>
              <p:nvPr/>
            </p:nvSpPr>
            <p:spPr>
              <a:xfrm>
                <a:off x="1259262" y="3492857"/>
                <a:ext cx="377221" cy="525394"/>
              </a:xfrm>
              <a:custGeom>
                <a:avLst/>
                <a:gdLst/>
                <a:ahLst/>
                <a:cxnLst/>
                <a:rect l="l" t="t" r="r" b="b"/>
                <a:pathLst>
                  <a:path w="17276" h="24062" extrusionOk="0">
                    <a:moveTo>
                      <a:pt x="16728" y="1"/>
                    </a:moveTo>
                    <a:cubicBezTo>
                      <a:pt x="16717" y="1"/>
                      <a:pt x="16705" y="1"/>
                      <a:pt x="16693" y="2"/>
                    </a:cubicBezTo>
                    <a:cubicBezTo>
                      <a:pt x="6394" y="526"/>
                      <a:pt x="1" y="15575"/>
                      <a:pt x="5109" y="23945"/>
                    </a:cubicBezTo>
                    <a:cubicBezTo>
                      <a:pt x="5157" y="24028"/>
                      <a:pt x="5229" y="24062"/>
                      <a:pt x="5301" y="24062"/>
                    </a:cubicBezTo>
                    <a:cubicBezTo>
                      <a:pt x="5457" y="24062"/>
                      <a:pt x="5611" y="23899"/>
                      <a:pt x="5513" y="23719"/>
                    </a:cubicBezTo>
                    <a:cubicBezTo>
                      <a:pt x="1191" y="15290"/>
                      <a:pt x="6799" y="1907"/>
                      <a:pt x="16693" y="883"/>
                    </a:cubicBezTo>
                    <a:cubicBezTo>
                      <a:pt x="17242" y="836"/>
                      <a:pt x="17276" y="1"/>
                      <a:pt x="16728" y="1"/>
                    </a:cubicBezTo>
                    <a:close/>
                  </a:path>
                </a:pathLst>
              </a:custGeom>
              <a:solidFill>
                <a:srgbClr val="5EB2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latin typeface="IBM Plex Sans"/>
                  <a:ea typeface="IBM Plex Sans"/>
                  <a:cs typeface="IBM Plex Sans"/>
                  <a:sym typeface="IBM Plex Sans"/>
                </a:endParaRPr>
              </a:p>
            </p:txBody>
          </p:sp>
          <p:sp>
            <p:nvSpPr>
              <p:cNvPr id="6385" name="Google Shape;6385;p478"/>
              <p:cNvSpPr/>
              <p:nvPr/>
            </p:nvSpPr>
            <p:spPr>
              <a:xfrm>
                <a:off x="1856236" y="3483708"/>
                <a:ext cx="179069" cy="106926"/>
              </a:xfrm>
              <a:custGeom>
                <a:avLst/>
                <a:gdLst/>
                <a:ahLst/>
                <a:cxnLst/>
                <a:rect l="l" t="t" r="r" b="b"/>
                <a:pathLst>
                  <a:path w="8201" h="4897" extrusionOk="0">
                    <a:moveTo>
                      <a:pt x="395" y="1"/>
                    </a:moveTo>
                    <a:cubicBezTo>
                      <a:pt x="116" y="1"/>
                      <a:pt x="1" y="435"/>
                      <a:pt x="307" y="481"/>
                    </a:cubicBezTo>
                    <a:cubicBezTo>
                      <a:pt x="3176" y="993"/>
                      <a:pt x="5736" y="2540"/>
                      <a:pt x="7582" y="4791"/>
                    </a:cubicBezTo>
                    <a:cubicBezTo>
                      <a:pt x="7642" y="4865"/>
                      <a:pt x="7712" y="4896"/>
                      <a:pt x="7781" y="4896"/>
                    </a:cubicBezTo>
                    <a:cubicBezTo>
                      <a:pt x="7999" y="4896"/>
                      <a:pt x="8200" y="4585"/>
                      <a:pt x="8010" y="4350"/>
                    </a:cubicBezTo>
                    <a:cubicBezTo>
                      <a:pt x="6105" y="2005"/>
                      <a:pt x="3450" y="409"/>
                      <a:pt x="438" y="4"/>
                    </a:cubicBezTo>
                    <a:cubicBezTo>
                      <a:pt x="423" y="2"/>
                      <a:pt x="409" y="1"/>
                      <a:pt x="395" y="1"/>
                    </a:cubicBezTo>
                    <a:close/>
                  </a:path>
                </a:pathLst>
              </a:custGeom>
              <a:solidFill>
                <a:srgbClr val="5EB2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latin typeface="IBM Plex Sans"/>
                  <a:ea typeface="IBM Plex Sans"/>
                  <a:cs typeface="IBM Plex Sans"/>
                  <a:sym typeface="IBM Plex Sans"/>
                </a:endParaRPr>
              </a:p>
            </p:txBody>
          </p:sp>
          <p:sp>
            <p:nvSpPr>
              <p:cNvPr id="6386" name="Google Shape;6386;p478"/>
              <p:cNvSpPr/>
              <p:nvPr/>
            </p:nvSpPr>
            <p:spPr>
              <a:xfrm>
                <a:off x="1495388" y="3785297"/>
                <a:ext cx="705533" cy="513559"/>
              </a:xfrm>
              <a:custGeom>
                <a:avLst/>
                <a:gdLst/>
                <a:ahLst/>
                <a:cxnLst/>
                <a:rect l="l" t="t" r="r" b="b"/>
                <a:pathLst>
                  <a:path w="32312" h="23520" extrusionOk="0">
                    <a:moveTo>
                      <a:pt x="30292" y="1"/>
                    </a:moveTo>
                    <a:cubicBezTo>
                      <a:pt x="30025" y="1"/>
                      <a:pt x="29740" y="235"/>
                      <a:pt x="29858" y="527"/>
                    </a:cubicBezTo>
                    <a:cubicBezTo>
                      <a:pt x="31228" y="3885"/>
                      <a:pt x="30263" y="7814"/>
                      <a:pt x="29204" y="11136"/>
                    </a:cubicBezTo>
                    <a:cubicBezTo>
                      <a:pt x="27918" y="15196"/>
                      <a:pt x="25036" y="18446"/>
                      <a:pt x="21334" y="20482"/>
                    </a:cubicBezTo>
                    <a:cubicBezTo>
                      <a:pt x="18804" y="21862"/>
                      <a:pt x="15043" y="22753"/>
                      <a:pt x="11334" y="22753"/>
                    </a:cubicBezTo>
                    <a:cubicBezTo>
                      <a:pt x="7170" y="22753"/>
                      <a:pt x="3071" y="21630"/>
                      <a:pt x="855" y="18815"/>
                    </a:cubicBezTo>
                    <a:cubicBezTo>
                      <a:pt x="777" y="18714"/>
                      <a:pt x="681" y="18672"/>
                      <a:pt x="586" y="18672"/>
                    </a:cubicBezTo>
                    <a:cubicBezTo>
                      <a:pt x="290" y="18672"/>
                      <a:pt x="1" y="19083"/>
                      <a:pt x="271" y="19399"/>
                    </a:cubicBezTo>
                    <a:cubicBezTo>
                      <a:pt x="2799" y="22354"/>
                      <a:pt x="6984" y="23519"/>
                      <a:pt x="11247" y="23519"/>
                    </a:cubicBezTo>
                    <a:cubicBezTo>
                      <a:pt x="15056" y="23519"/>
                      <a:pt x="18929" y="22589"/>
                      <a:pt x="21738" y="21173"/>
                    </a:cubicBezTo>
                    <a:cubicBezTo>
                      <a:pt x="25525" y="19244"/>
                      <a:pt x="28275" y="15803"/>
                      <a:pt x="29858" y="11922"/>
                    </a:cubicBezTo>
                    <a:cubicBezTo>
                      <a:pt x="31252" y="8528"/>
                      <a:pt x="32311" y="3659"/>
                      <a:pt x="30632" y="206"/>
                    </a:cubicBezTo>
                    <a:cubicBezTo>
                      <a:pt x="30560" y="61"/>
                      <a:pt x="30428" y="1"/>
                      <a:pt x="30292" y="1"/>
                    </a:cubicBezTo>
                    <a:close/>
                  </a:path>
                </a:pathLst>
              </a:custGeom>
              <a:solidFill>
                <a:srgbClr val="5EB2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latin typeface="IBM Plex Sans"/>
                  <a:ea typeface="IBM Plex Sans"/>
                  <a:cs typeface="IBM Plex Sans"/>
                  <a:sym typeface="IBM Plex Sans"/>
                </a:endParaRPr>
              </a:p>
            </p:txBody>
          </p:sp>
          <p:sp>
            <p:nvSpPr>
              <p:cNvPr id="6387" name="Google Shape;6387;p478"/>
              <p:cNvSpPr/>
              <p:nvPr/>
            </p:nvSpPr>
            <p:spPr>
              <a:xfrm>
                <a:off x="1401737" y="3571769"/>
                <a:ext cx="671011" cy="624306"/>
              </a:xfrm>
              <a:custGeom>
                <a:avLst/>
                <a:gdLst/>
                <a:ahLst/>
                <a:cxnLst/>
                <a:rect l="l" t="t" r="r" b="b"/>
                <a:pathLst>
                  <a:path w="30731" h="28592" extrusionOk="0">
                    <a:moveTo>
                      <a:pt x="20741" y="4792"/>
                    </a:moveTo>
                    <a:cubicBezTo>
                      <a:pt x="21137" y="4792"/>
                      <a:pt x="21507" y="5698"/>
                      <a:pt x="21694" y="5877"/>
                    </a:cubicBezTo>
                    <a:cubicBezTo>
                      <a:pt x="21963" y="6128"/>
                      <a:pt x="22262" y="6285"/>
                      <a:pt x="22618" y="6285"/>
                    </a:cubicBezTo>
                    <a:cubicBezTo>
                      <a:pt x="22718" y="6285"/>
                      <a:pt x="22822" y="6273"/>
                      <a:pt x="22932" y="6246"/>
                    </a:cubicBezTo>
                    <a:cubicBezTo>
                      <a:pt x="23384" y="6151"/>
                      <a:pt x="23730" y="6020"/>
                      <a:pt x="24122" y="5794"/>
                    </a:cubicBezTo>
                    <a:cubicBezTo>
                      <a:pt x="24581" y="5524"/>
                      <a:pt x="24986" y="5393"/>
                      <a:pt x="25362" y="5393"/>
                    </a:cubicBezTo>
                    <a:cubicBezTo>
                      <a:pt x="25864" y="5393"/>
                      <a:pt x="26315" y="5625"/>
                      <a:pt x="26778" y="6068"/>
                    </a:cubicBezTo>
                    <a:cubicBezTo>
                      <a:pt x="26504" y="6580"/>
                      <a:pt x="25027" y="6818"/>
                      <a:pt x="24492" y="7163"/>
                    </a:cubicBezTo>
                    <a:cubicBezTo>
                      <a:pt x="23771" y="7618"/>
                      <a:pt x="23112" y="8052"/>
                      <a:pt x="22237" y="8052"/>
                    </a:cubicBezTo>
                    <a:cubicBezTo>
                      <a:pt x="22172" y="8052"/>
                      <a:pt x="22106" y="8049"/>
                      <a:pt x="22039" y="8044"/>
                    </a:cubicBezTo>
                    <a:cubicBezTo>
                      <a:pt x="21914" y="8033"/>
                      <a:pt x="21779" y="8024"/>
                      <a:pt x="21642" y="8024"/>
                    </a:cubicBezTo>
                    <a:cubicBezTo>
                      <a:pt x="21349" y="8024"/>
                      <a:pt x="21048" y="8065"/>
                      <a:pt x="20812" y="8211"/>
                    </a:cubicBezTo>
                    <a:cubicBezTo>
                      <a:pt x="20122" y="8640"/>
                      <a:pt x="20181" y="9544"/>
                      <a:pt x="19539" y="9806"/>
                    </a:cubicBezTo>
                    <a:cubicBezTo>
                      <a:pt x="18872" y="10068"/>
                      <a:pt x="18276" y="10449"/>
                      <a:pt x="17884" y="11009"/>
                    </a:cubicBezTo>
                    <a:cubicBezTo>
                      <a:pt x="17753" y="10461"/>
                      <a:pt x="17372" y="9961"/>
                      <a:pt x="17253" y="9259"/>
                    </a:cubicBezTo>
                    <a:cubicBezTo>
                      <a:pt x="17253" y="9259"/>
                      <a:pt x="17253" y="9247"/>
                      <a:pt x="17253" y="9247"/>
                    </a:cubicBezTo>
                    <a:cubicBezTo>
                      <a:pt x="17479" y="7973"/>
                      <a:pt x="18872" y="7735"/>
                      <a:pt x="19669" y="6937"/>
                    </a:cubicBezTo>
                    <a:cubicBezTo>
                      <a:pt x="19920" y="6699"/>
                      <a:pt x="19967" y="6413"/>
                      <a:pt x="20039" y="6092"/>
                    </a:cubicBezTo>
                    <a:cubicBezTo>
                      <a:pt x="20260" y="5111"/>
                      <a:pt x="20505" y="4792"/>
                      <a:pt x="20741" y="4792"/>
                    </a:cubicBezTo>
                    <a:close/>
                    <a:moveTo>
                      <a:pt x="11276" y="1555"/>
                    </a:moveTo>
                    <a:lnTo>
                      <a:pt x="11276" y="1555"/>
                    </a:lnTo>
                    <a:cubicBezTo>
                      <a:pt x="10895" y="2222"/>
                      <a:pt x="12014" y="3127"/>
                      <a:pt x="12764" y="3175"/>
                    </a:cubicBezTo>
                    <a:cubicBezTo>
                      <a:pt x="12874" y="3182"/>
                      <a:pt x="12982" y="3185"/>
                      <a:pt x="13090" y="3185"/>
                    </a:cubicBezTo>
                    <a:cubicBezTo>
                      <a:pt x="14024" y="3185"/>
                      <a:pt x="14894" y="2927"/>
                      <a:pt x="15812" y="2746"/>
                    </a:cubicBezTo>
                    <a:cubicBezTo>
                      <a:pt x="15898" y="2731"/>
                      <a:pt x="16236" y="2698"/>
                      <a:pt x="16541" y="2698"/>
                    </a:cubicBezTo>
                    <a:cubicBezTo>
                      <a:pt x="16951" y="2698"/>
                      <a:pt x="17303" y="2757"/>
                      <a:pt x="16907" y="2996"/>
                    </a:cubicBezTo>
                    <a:cubicBezTo>
                      <a:pt x="16669" y="3139"/>
                      <a:pt x="16336" y="3401"/>
                      <a:pt x="16205" y="3651"/>
                    </a:cubicBezTo>
                    <a:cubicBezTo>
                      <a:pt x="15955" y="4139"/>
                      <a:pt x="15931" y="4687"/>
                      <a:pt x="16169" y="5187"/>
                    </a:cubicBezTo>
                    <a:cubicBezTo>
                      <a:pt x="16324" y="5508"/>
                      <a:pt x="16502" y="5818"/>
                      <a:pt x="16717" y="6115"/>
                    </a:cubicBezTo>
                    <a:cubicBezTo>
                      <a:pt x="16812" y="6246"/>
                      <a:pt x="16919" y="6365"/>
                      <a:pt x="17014" y="6496"/>
                    </a:cubicBezTo>
                    <a:cubicBezTo>
                      <a:pt x="17237" y="6777"/>
                      <a:pt x="17019" y="6995"/>
                      <a:pt x="16734" y="6995"/>
                    </a:cubicBezTo>
                    <a:cubicBezTo>
                      <a:pt x="16608" y="6995"/>
                      <a:pt x="16468" y="6952"/>
                      <a:pt x="16348" y="6854"/>
                    </a:cubicBezTo>
                    <a:cubicBezTo>
                      <a:pt x="16037" y="6599"/>
                      <a:pt x="15752" y="6493"/>
                      <a:pt x="15487" y="6493"/>
                    </a:cubicBezTo>
                    <a:cubicBezTo>
                      <a:pt x="14563" y="6493"/>
                      <a:pt x="13882" y="7778"/>
                      <a:pt x="13216" y="8509"/>
                    </a:cubicBezTo>
                    <a:cubicBezTo>
                      <a:pt x="12919" y="6889"/>
                      <a:pt x="12835" y="5496"/>
                      <a:pt x="11371" y="4365"/>
                    </a:cubicBezTo>
                    <a:cubicBezTo>
                      <a:pt x="10924" y="4022"/>
                      <a:pt x="10425" y="3785"/>
                      <a:pt x="9993" y="3785"/>
                    </a:cubicBezTo>
                    <a:cubicBezTo>
                      <a:pt x="9631" y="3785"/>
                      <a:pt x="9316" y="3952"/>
                      <a:pt x="9121" y="4365"/>
                    </a:cubicBezTo>
                    <a:cubicBezTo>
                      <a:pt x="8740" y="4722"/>
                      <a:pt x="8513" y="5246"/>
                      <a:pt x="8978" y="5711"/>
                    </a:cubicBezTo>
                    <a:cubicBezTo>
                      <a:pt x="9132" y="5865"/>
                      <a:pt x="9775" y="5925"/>
                      <a:pt x="9740" y="6163"/>
                    </a:cubicBezTo>
                    <a:cubicBezTo>
                      <a:pt x="9656" y="6746"/>
                      <a:pt x="9478" y="7104"/>
                      <a:pt x="9609" y="7687"/>
                    </a:cubicBezTo>
                    <a:cubicBezTo>
                      <a:pt x="9752" y="8330"/>
                      <a:pt x="10133" y="8794"/>
                      <a:pt x="10216" y="9485"/>
                    </a:cubicBezTo>
                    <a:cubicBezTo>
                      <a:pt x="10346" y="10540"/>
                      <a:pt x="9881" y="10754"/>
                      <a:pt x="9289" y="10754"/>
                    </a:cubicBezTo>
                    <a:cubicBezTo>
                      <a:pt x="8887" y="10754"/>
                      <a:pt x="8425" y="10655"/>
                      <a:pt x="8053" y="10655"/>
                    </a:cubicBezTo>
                    <a:cubicBezTo>
                      <a:pt x="7924" y="10655"/>
                      <a:pt x="7805" y="10667"/>
                      <a:pt x="7704" y="10699"/>
                    </a:cubicBezTo>
                    <a:cubicBezTo>
                      <a:pt x="7227" y="10842"/>
                      <a:pt x="7049" y="10914"/>
                      <a:pt x="6799" y="11307"/>
                    </a:cubicBezTo>
                    <a:cubicBezTo>
                      <a:pt x="6632" y="11568"/>
                      <a:pt x="6525" y="11890"/>
                      <a:pt x="6394" y="12164"/>
                    </a:cubicBezTo>
                    <a:cubicBezTo>
                      <a:pt x="6192" y="11961"/>
                      <a:pt x="6001" y="11771"/>
                      <a:pt x="5799" y="11580"/>
                    </a:cubicBezTo>
                    <a:cubicBezTo>
                      <a:pt x="5870" y="11414"/>
                      <a:pt x="5953" y="11247"/>
                      <a:pt x="6037" y="11092"/>
                    </a:cubicBezTo>
                    <a:cubicBezTo>
                      <a:pt x="6299" y="10580"/>
                      <a:pt x="6799" y="9735"/>
                      <a:pt x="6489" y="9128"/>
                    </a:cubicBezTo>
                    <a:cubicBezTo>
                      <a:pt x="6394" y="8937"/>
                      <a:pt x="6096" y="8747"/>
                      <a:pt x="6156" y="8556"/>
                    </a:cubicBezTo>
                    <a:cubicBezTo>
                      <a:pt x="6239" y="8270"/>
                      <a:pt x="6227" y="7770"/>
                      <a:pt x="6049" y="7497"/>
                    </a:cubicBezTo>
                    <a:cubicBezTo>
                      <a:pt x="5764" y="7090"/>
                      <a:pt x="5341" y="6909"/>
                      <a:pt x="4912" y="6909"/>
                    </a:cubicBezTo>
                    <a:cubicBezTo>
                      <a:pt x="4839" y="6909"/>
                      <a:pt x="4765" y="6915"/>
                      <a:pt x="4691" y="6925"/>
                    </a:cubicBezTo>
                    <a:cubicBezTo>
                      <a:pt x="5882" y="4210"/>
                      <a:pt x="8478" y="2472"/>
                      <a:pt x="11276" y="1555"/>
                    </a:cubicBezTo>
                    <a:close/>
                    <a:moveTo>
                      <a:pt x="27468" y="6223"/>
                    </a:moveTo>
                    <a:cubicBezTo>
                      <a:pt x="29456" y="8759"/>
                      <a:pt x="30230" y="12223"/>
                      <a:pt x="29921" y="15593"/>
                    </a:cubicBezTo>
                    <a:cubicBezTo>
                      <a:pt x="29766" y="14950"/>
                      <a:pt x="29480" y="14331"/>
                      <a:pt x="29218" y="14045"/>
                    </a:cubicBezTo>
                    <a:cubicBezTo>
                      <a:pt x="29158" y="13974"/>
                      <a:pt x="29074" y="13942"/>
                      <a:pt x="28989" y="13942"/>
                    </a:cubicBezTo>
                    <a:cubicBezTo>
                      <a:pt x="28873" y="13942"/>
                      <a:pt x="28756" y="14002"/>
                      <a:pt x="28694" y="14105"/>
                    </a:cubicBezTo>
                    <a:cubicBezTo>
                      <a:pt x="28361" y="14116"/>
                      <a:pt x="28040" y="14116"/>
                      <a:pt x="27706" y="14116"/>
                    </a:cubicBezTo>
                    <a:cubicBezTo>
                      <a:pt x="27742" y="13902"/>
                      <a:pt x="27611" y="13700"/>
                      <a:pt x="27373" y="13688"/>
                    </a:cubicBezTo>
                    <a:cubicBezTo>
                      <a:pt x="26500" y="13658"/>
                      <a:pt x="25570" y="13100"/>
                      <a:pt x="24691" y="13100"/>
                    </a:cubicBezTo>
                    <a:cubicBezTo>
                      <a:pt x="24515" y="13100"/>
                      <a:pt x="24341" y="13122"/>
                      <a:pt x="24170" y="13176"/>
                    </a:cubicBezTo>
                    <a:cubicBezTo>
                      <a:pt x="24165" y="13177"/>
                      <a:pt x="24159" y="13178"/>
                      <a:pt x="24154" y="13178"/>
                    </a:cubicBezTo>
                    <a:cubicBezTo>
                      <a:pt x="23917" y="13178"/>
                      <a:pt x="23353" y="11740"/>
                      <a:pt x="23051" y="11449"/>
                    </a:cubicBezTo>
                    <a:cubicBezTo>
                      <a:pt x="22694" y="11120"/>
                      <a:pt x="22302" y="11003"/>
                      <a:pt x="21893" y="11003"/>
                    </a:cubicBezTo>
                    <a:cubicBezTo>
                      <a:pt x="21044" y="11003"/>
                      <a:pt x="20120" y="11507"/>
                      <a:pt x="19277" y="11676"/>
                    </a:cubicBezTo>
                    <a:cubicBezTo>
                      <a:pt x="19241" y="11616"/>
                      <a:pt x="19181" y="11568"/>
                      <a:pt x="19086" y="11568"/>
                    </a:cubicBezTo>
                    <a:lnTo>
                      <a:pt x="18634" y="11449"/>
                    </a:lnTo>
                    <a:cubicBezTo>
                      <a:pt x="19253" y="10818"/>
                      <a:pt x="20312" y="10890"/>
                      <a:pt x="20670" y="10152"/>
                    </a:cubicBezTo>
                    <a:cubicBezTo>
                      <a:pt x="20824" y="9830"/>
                      <a:pt x="20848" y="9699"/>
                      <a:pt x="20896" y="9342"/>
                    </a:cubicBezTo>
                    <a:cubicBezTo>
                      <a:pt x="20979" y="8687"/>
                      <a:pt x="22515" y="8735"/>
                      <a:pt x="23003" y="8640"/>
                    </a:cubicBezTo>
                    <a:cubicBezTo>
                      <a:pt x="24206" y="8386"/>
                      <a:pt x="24815" y="7345"/>
                      <a:pt x="26082" y="7345"/>
                    </a:cubicBezTo>
                    <a:cubicBezTo>
                      <a:pt x="26183" y="7345"/>
                      <a:pt x="26287" y="7352"/>
                      <a:pt x="26397" y="7366"/>
                    </a:cubicBezTo>
                    <a:cubicBezTo>
                      <a:pt x="26438" y="7371"/>
                      <a:pt x="26478" y="7374"/>
                      <a:pt x="26517" y="7374"/>
                    </a:cubicBezTo>
                    <a:cubicBezTo>
                      <a:pt x="27064" y="7374"/>
                      <a:pt x="27320" y="6844"/>
                      <a:pt x="27420" y="6365"/>
                    </a:cubicBezTo>
                    <a:cubicBezTo>
                      <a:pt x="27456" y="6330"/>
                      <a:pt x="27480" y="6282"/>
                      <a:pt x="27468" y="6223"/>
                    </a:cubicBezTo>
                    <a:close/>
                    <a:moveTo>
                      <a:pt x="22106" y="11649"/>
                    </a:moveTo>
                    <a:cubicBezTo>
                      <a:pt x="23212" y="11649"/>
                      <a:pt x="22723" y="14093"/>
                      <a:pt x="23774" y="14093"/>
                    </a:cubicBezTo>
                    <a:cubicBezTo>
                      <a:pt x="23847" y="14093"/>
                      <a:pt x="23927" y="14082"/>
                      <a:pt x="24015" y="14057"/>
                    </a:cubicBezTo>
                    <a:lnTo>
                      <a:pt x="24015" y="14057"/>
                    </a:lnTo>
                    <a:cubicBezTo>
                      <a:pt x="23980" y="14069"/>
                      <a:pt x="27004" y="14426"/>
                      <a:pt x="26992" y="14593"/>
                    </a:cubicBezTo>
                    <a:cubicBezTo>
                      <a:pt x="26980" y="14878"/>
                      <a:pt x="27135" y="15331"/>
                      <a:pt x="27409" y="15486"/>
                    </a:cubicBezTo>
                    <a:cubicBezTo>
                      <a:pt x="27571" y="15579"/>
                      <a:pt x="27727" y="15620"/>
                      <a:pt x="27877" y="15620"/>
                    </a:cubicBezTo>
                    <a:cubicBezTo>
                      <a:pt x="28298" y="15620"/>
                      <a:pt x="28663" y="15298"/>
                      <a:pt x="28944" y="14938"/>
                    </a:cubicBezTo>
                    <a:lnTo>
                      <a:pt x="28944" y="14938"/>
                    </a:lnTo>
                    <a:cubicBezTo>
                      <a:pt x="29245" y="15680"/>
                      <a:pt x="29639" y="17156"/>
                      <a:pt x="28796" y="17156"/>
                    </a:cubicBezTo>
                    <a:cubicBezTo>
                      <a:pt x="28638" y="17156"/>
                      <a:pt x="28436" y="17104"/>
                      <a:pt x="28182" y="16986"/>
                    </a:cubicBezTo>
                    <a:cubicBezTo>
                      <a:pt x="27801" y="16807"/>
                      <a:pt x="27468" y="16474"/>
                      <a:pt x="27087" y="16260"/>
                    </a:cubicBezTo>
                    <a:cubicBezTo>
                      <a:pt x="26866" y="16139"/>
                      <a:pt x="26593" y="16107"/>
                      <a:pt x="26301" y="16107"/>
                    </a:cubicBezTo>
                    <a:cubicBezTo>
                      <a:pt x="25967" y="16107"/>
                      <a:pt x="25609" y="16149"/>
                      <a:pt x="25276" y="16149"/>
                    </a:cubicBezTo>
                    <a:cubicBezTo>
                      <a:pt x="24863" y="16149"/>
                      <a:pt x="24490" y="16084"/>
                      <a:pt x="24253" y="15795"/>
                    </a:cubicBezTo>
                    <a:cubicBezTo>
                      <a:pt x="24203" y="15735"/>
                      <a:pt x="24122" y="15706"/>
                      <a:pt x="24040" y="15706"/>
                    </a:cubicBezTo>
                    <a:cubicBezTo>
                      <a:pt x="23928" y="15706"/>
                      <a:pt x="23813" y="15759"/>
                      <a:pt x="23765" y="15855"/>
                    </a:cubicBezTo>
                    <a:cubicBezTo>
                      <a:pt x="23753" y="15890"/>
                      <a:pt x="23741" y="15914"/>
                      <a:pt x="23730" y="15938"/>
                    </a:cubicBezTo>
                    <a:cubicBezTo>
                      <a:pt x="22872" y="15117"/>
                      <a:pt x="22158" y="13962"/>
                      <a:pt x="21848" y="12842"/>
                    </a:cubicBezTo>
                    <a:cubicBezTo>
                      <a:pt x="21717" y="12330"/>
                      <a:pt x="21455" y="12033"/>
                      <a:pt x="21134" y="11878"/>
                    </a:cubicBezTo>
                    <a:cubicBezTo>
                      <a:pt x="21420" y="11771"/>
                      <a:pt x="21717" y="11688"/>
                      <a:pt x="22039" y="11652"/>
                    </a:cubicBezTo>
                    <a:cubicBezTo>
                      <a:pt x="22062" y="11650"/>
                      <a:pt x="22084" y="11649"/>
                      <a:pt x="22106" y="11649"/>
                    </a:cubicBezTo>
                    <a:close/>
                    <a:moveTo>
                      <a:pt x="17538" y="12426"/>
                    </a:moveTo>
                    <a:cubicBezTo>
                      <a:pt x="17574" y="12485"/>
                      <a:pt x="17634" y="12533"/>
                      <a:pt x="17717" y="12533"/>
                    </a:cubicBezTo>
                    <a:cubicBezTo>
                      <a:pt x="18019" y="12533"/>
                      <a:pt x="18314" y="12540"/>
                      <a:pt x="18607" y="12540"/>
                    </a:cubicBezTo>
                    <a:cubicBezTo>
                      <a:pt x="18948" y="12540"/>
                      <a:pt x="19288" y="12530"/>
                      <a:pt x="19634" y="12485"/>
                    </a:cubicBezTo>
                    <a:cubicBezTo>
                      <a:pt x="19774" y="12468"/>
                      <a:pt x="19902" y="12459"/>
                      <a:pt x="20018" y="12459"/>
                    </a:cubicBezTo>
                    <a:cubicBezTo>
                      <a:pt x="20910" y="12459"/>
                      <a:pt x="21109" y="12984"/>
                      <a:pt x="21372" y="13985"/>
                    </a:cubicBezTo>
                    <a:cubicBezTo>
                      <a:pt x="21646" y="14997"/>
                      <a:pt x="23420" y="15533"/>
                      <a:pt x="23515" y="16510"/>
                    </a:cubicBezTo>
                    <a:cubicBezTo>
                      <a:pt x="23527" y="16557"/>
                      <a:pt x="23527" y="16617"/>
                      <a:pt x="23539" y="16688"/>
                    </a:cubicBezTo>
                    <a:cubicBezTo>
                      <a:pt x="23515" y="16902"/>
                      <a:pt x="23539" y="17141"/>
                      <a:pt x="23587" y="17426"/>
                    </a:cubicBezTo>
                    <a:cubicBezTo>
                      <a:pt x="23587" y="17438"/>
                      <a:pt x="23599" y="17438"/>
                      <a:pt x="23599" y="17450"/>
                    </a:cubicBezTo>
                    <a:cubicBezTo>
                      <a:pt x="23718" y="19248"/>
                      <a:pt x="23670" y="22153"/>
                      <a:pt x="21777" y="22213"/>
                    </a:cubicBezTo>
                    <a:cubicBezTo>
                      <a:pt x="21467" y="22225"/>
                      <a:pt x="21074" y="22248"/>
                      <a:pt x="20872" y="22510"/>
                    </a:cubicBezTo>
                    <a:cubicBezTo>
                      <a:pt x="20640" y="22827"/>
                      <a:pt x="20405" y="22960"/>
                      <a:pt x="20196" y="22960"/>
                    </a:cubicBezTo>
                    <a:cubicBezTo>
                      <a:pt x="19760" y="22960"/>
                      <a:pt x="19431" y="22388"/>
                      <a:pt x="19455" y="21713"/>
                    </a:cubicBezTo>
                    <a:cubicBezTo>
                      <a:pt x="19478" y="20434"/>
                      <a:pt x="20354" y="16870"/>
                      <a:pt x="18267" y="16870"/>
                    </a:cubicBezTo>
                    <a:cubicBezTo>
                      <a:pt x="18176" y="16870"/>
                      <a:pt x="18081" y="16877"/>
                      <a:pt x="17979" y="16891"/>
                    </a:cubicBezTo>
                    <a:cubicBezTo>
                      <a:pt x="17878" y="16904"/>
                      <a:pt x="17782" y="16910"/>
                      <a:pt x="17691" y="16910"/>
                    </a:cubicBezTo>
                    <a:cubicBezTo>
                      <a:pt x="16478" y="16910"/>
                      <a:pt x="16027" y="15782"/>
                      <a:pt x="16193" y="14664"/>
                    </a:cubicBezTo>
                    <a:cubicBezTo>
                      <a:pt x="16336" y="13652"/>
                      <a:pt x="16991" y="13200"/>
                      <a:pt x="17538" y="12426"/>
                    </a:cubicBezTo>
                    <a:close/>
                    <a:moveTo>
                      <a:pt x="6262" y="13030"/>
                    </a:moveTo>
                    <a:cubicBezTo>
                      <a:pt x="6683" y="13030"/>
                      <a:pt x="7108" y="13530"/>
                      <a:pt x="7227" y="14057"/>
                    </a:cubicBezTo>
                    <a:cubicBezTo>
                      <a:pt x="7382" y="14676"/>
                      <a:pt x="7573" y="15307"/>
                      <a:pt x="8192" y="15640"/>
                    </a:cubicBezTo>
                    <a:cubicBezTo>
                      <a:pt x="9537" y="16379"/>
                      <a:pt x="11180" y="16712"/>
                      <a:pt x="11287" y="18569"/>
                    </a:cubicBezTo>
                    <a:cubicBezTo>
                      <a:pt x="11347" y="19629"/>
                      <a:pt x="10573" y="20951"/>
                      <a:pt x="10192" y="21915"/>
                    </a:cubicBezTo>
                    <a:cubicBezTo>
                      <a:pt x="9728" y="23118"/>
                      <a:pt x="9549" y="24249"/>
                      <a:pt x="9835" y="25404"/>
                    </a:cubicBezTo>
                    <a:cubicBezTo>
                      <a:pt x="8644" y="24439"/>
                      <a:pt x="8394" y="22987"/>
                      <a:pt x="8192" y="21451"/>
                    </a:cubicBezTo>
                    <a:cubicBezTo>
                      <a:pt x="7989" y="19855"/>
                      <a:pt x="7120" y="18260"/>
                      <a:pt x="7370" y="16617"/>
                    </a:cubicBezTo>
                    <a:cubicBezTo>
                      <a:pt x="7406" y="16379"/>
                      <a:pt x="7311" y="16176"/>
                      <a:pt x="7073" y="16093"/>
                    </a:cubicBezTo>
                    <a:cubicBezTo>
                      <a:pt x="5549" y="15617"/>
                      <a:pt x="5287" y="13914"/>
                      <a:pt x="3834" y="13462"/>
                    </a:cubicBezTo>
                    <a:cubicBezTo>
                      <a:pt x="3879" y="13444"/>
                      <a:pt x="3926" y="13436"/>
                      <a:pt x="3976" y="13436"/>
                    </a:cubicBezTo>
                    <a:cubicBezTo>
                      <a:pt x="4278" y="13436"/>
                      <a:pt x="4675" y="13714"/>
                      <a:pt x="5084" y="13714"/>
                    </a:cubicBezTo>
                    <a:cubicBezTo>
                      <a:pt x="5243" y="13714"/>
                      <a:pt x="5403" y="13673"/>
                      <a:pt x="5561" y="13557"/>
                    </a:cubicBezTo>
                    <a:cubicBezTo>
                      <a:pt x="5608" y="13521"/>
                      <a:pt x="5644" y="13485"/>
                      <a:pt x="5680" y="13450"/>
                    </a:cubicBezTo>
                    <a:cubicBezTo>
                      <a:pt x="5848" y="13151"/>
                      <a:pt x="6055" y="13030"/>
                      <a:pt x="6262" y="13030"/>
                    </a:cubicBezTo>
                    <a:close/>
                    <a:moveTo>
                      <a:pt x="4843" y="7684"/>
                    </a:moveTo>
                    <a:cubicBezTo>
                      <a:pt x="5276" y="7684"/>
                      <a:pt x="5619" y="8035"/>
                      <a:pt x="5394" y="8747"/>
                    </a:cubicBezTo>
                    <a:cubicBezTo>
                      <a:pt x="5346" y="8890"/>
                      <a:pt x="5418" y="9044"/>
                      <a:pt x="5549" y="9128"/>
                    </a:cubicBezTo>
                    <a:cubicBezTo>
                      <a:pt x="6573" y="9711"/>
                      <a:pt x="4418" y="11676"/>
                      <a:pt x="5346" y="12604"/>
                    </a:cubicBezTo>
                    <a:cubicBezTo>
                      <a:pt x="5382" y="12640"/>
                      <a:pt x="5418" y="12664"/>
                      <a:pt x="5465" y="12700"/>
                    </a:cubicBezTo>
                    <a:cubicBezTo>
                      <a:pt x="5230" y="12953"/>
                      <a:pt x="5018" y="13039"/>
                      <a:pt x="4823" y="13039"/>
                    </a:cubicBezTo>
                    <a:cubicBezTo>
                      <a:pt x="4424" y="13039"/>
                      <a:pt x="4099" y="12678"/>
                      <a:pt x="3797" y="12678"/>
                    </a:cubicBezTo>
                    <a:cubicBezTo>
                      <a:pt x="3570" y="12678"/>
                      <a:pt x="3355" y="12881"/>
                      <a:pt x="3132" y="13593"/>
                    </a:cubicBezTo>
                    <a:cubicBezTo>
                      <a:pt x="3120" y="13616"/>
                      <a:pt x="3120" y="13640"/>
                      <a:pt x="3120" y="13664"/>
                    </a:cubicBezTo>
                    <a:cubicBezTo>
                      <a:pt x="3048" y="13866"/>
                      <a:pt x="3108" y="14116"/>
                      <a:pt x="3382" y="14176"/>
                    </a:cubicBezTo>
                    <a:cubicBezTo>
                      <a:pt x="4763" y="14462"/>
                      <a:pt x="4715" y="15855"/>
                      <a:pt x="5775" y="16474"/>
                    </a:cubicBezTo>
                    <a:cubicBezTo>
                      <a:pt x="6858" y="17093"/>
                      <a:pt x="6787" y="18284"/>
                      <a:pt x="7144" y="19427"/>
                    </a:cubicBezTo>
                    <a:cubicBezTo>
                      <a:pt x="7751" y="21403"/>
                      <a:pt x="7728" y="24368"/>
                      <a:pt x="9371" y="25856"/>
                    </a:cubicBezTo>
                    <a:cubicBezTo>
                      <a:pt x="8323" y="25261"/>
                      <a:pt x="7347" y="24522"/>
                      <a:pt x="6465" y="23641"/>
                    </a:cubicBezTo>
                    <a:cubicBezTo>
                      <a:pt x="2132" y="19284"/>
                      <a:pt x="2048" y="13366"/>
                      <a:pt x="4060" y="8068"/>
                    </a:cubicBezTo>
                    <a:cubicBezTo>
                      <a:pt x="4096" y="8032"/>
                      <a:pt x="4120" y="7997"/>
                      <a:pt x="4156" y="7961"/>
                    </a:cubicBezTo>
                    <a:cubicBezTo>
                      <a:pt x="4239" y="7949"/>
                      <a:pt x="4310" y="7901"/>
                      <a:pt x="4346" y="7830"/>
                    </a:cubicBezTo>
                    <a:cubicBezTo>
                      <a:pt x="4508" y="7733"/>
                      <a:pt x="4682" y="7684"/>
                      <a:pt x="4843" y="7684"/>
                    </a:cubicBezTo>
                    <a:close/>
                    <a:moveTo>
                      <a:pt x="15823" y="778"/>
                    </a:moveTo>
                    <a:cubicBezTo>
                      <a:pt x="19440" y="778"/>
                      <a:pt x="23125" y="2407"/>
                      <a:pt x="25873" y="4603"/>
                    </a:cubicBezTo>
                    <a:cubicBezTo>
                      <a:pt x="25992" y="4687"/>
                      <a:pt x="26099" y="4794"/>
                      <a:pt x="26206" y="4889"/>
                    </a:cubicBezTo>
                    <a:cubicBezTo>
                      <a:pt x="26008" y="4790"/>
                      <a:pt x="25791" y="4731"/>
                      <a:pt x="25554" y="4731"/>
                    </a:cubicBezTo>
                    <a:cubicBezTo>
                      <a:pt x="25364" y="4731"/>
                      <a:pt x="25161" y="4769"/>
                      <a:pt x="24944" y="4853"/>
                    </a:cubicBezTo>
                    <a:cubicBezTo>
                      <a:pt x="24425" y="5046"/>
                      <a:pt x="23540" y="5745"/>
                      <a:pt x="22796" y="5745"/>
                    </a:cubicBezTo>
                    <a:cubicBezTo>
                      <a:pt x="22482" y="5745"/>
                      <a:pt x="22193" y="5621"/>
                      <a:pt x="21967" y="5282"/>
                    </a:cubicBezTo>
                    <a:cubicBezTo>
                      <a:pt x="21765" y="4996"/>
                      <a:pt x="21634" y="4663"/>
                      <a:pt x="21265" y="4556"/>
                    </a:cubicBezTo>
                    <a:cubicBezTo>
                      <a:pt x="21166" y="4530"/>
                      <a:pt x="21071" y="4518"/>
                      <a:pt x="20979" y="4518"/>
                    </a:cubicBezTo>
                    <a:cubicBezTo>
                      <a:pt x="20229" y="4518"/>
                      <a:pt x="19714" y="5322"/>
                      <a:pt x="19491" y="5937"/>
                    </a:cubicBezTo>
                    <a:cubicBezTo>
                      <a:pt x="19074" y="7163"/>
                      <a:pt x="17526" y="7449"/>
                      <a:pt x="17074" y="8509"/>
                    </a:cubicBezTo>
                    <a:cubicBezTo>
                      <a:pt x="17042" y="8496"/>
                      <a:pt x="17006" y="8489"/>
                      <a:pt x="16971" y="8489"/>
                    </a:cubicBezTo>
                    <a:cubicBezTo>
                      <a:pt x="16875" y="8489"/>
                      <a:pt x="16782" y="8538"/>
                      <a:pt x="16764" y="8651"/>
                    </a:cubicBezTo>
                    <a:cubicBezTo>
                      <a:pt x="16610" y="9330"/>
                      <a:pt x="16645" y="9663"/>
                      <a:pt x="16955" y="10295"/>
                    </a:cubicBezTo>
                    <a:cubicBezTo>
                      <a:pt x="17776" y="11902"/>
                      <a:pt x="16145" y="12604"/>
                      <a:pt x="15526" y="13819"/>
                    </a:cubicBezTo>
                    <a:cubicBezTo>
                      <a:pt x="15014" y="14795"/>
                      <a:pt x="14419" y="17391"/>
                      <a:pt x="15967" y="17903"/>
                    </a:cubicBezTo>
                    <a:cubicBezTo>
                      <a:pt x="16267" y="18006"/>
                      <a:pt x="16532" y="18053"/>
                      <a:pt x="16795" y="18053"/>
                    </a:cubicBezTo>
                    <a:cubicBezTo>
                      <a:pt x="17104" y="18053"/>
                      <a:pt x="17410" y="17988"/>
                      <a:pt x="17764" y="17879"/>
                    </a:cubicBezTo>
                    <a:cubicBezTo>
                      <a:pt x="17910" y="17832"/>
                      <a:pt x="18038" y="17811"/>
                      <a:pt x="18152" y="17811"/>
                    </a:cubicBezTo>
                    <a:cubicBezTo>
                      <a:pt x="19289" y="17811"/>
                      <a:pt x="18948" y="19957"/>
                      <a:pt x="18872" y="20736"/>
                    </a:cubicBezTo>
                    <a:cubicBezTo>
                      <a:pt x="18800" y="21617"/>
                      <a:pt x="18526" y="24165"/>
                      <a:pt x="19884" y="24439"/>
                    </a:cubicBezTo>
                    <a:cubicBezTo>
                      <a:pt x="20063" y="24477"/>
                      <a:pt x="20185" y="24501"/>
                      <a:pt x="20285" y="24501"/>
                    </a:cubicBezTo>
                    <a:cubicBezTo>
                      <a:pt x="20469" y="24501"/>
                      <a:pt x="20573" y="24417"/>
                      <a:pt x="20812" y="24177"/>
                    </a:cubicBezTo>
                    <a:cubicBezTo>
                      <a:pt x="20967" y="24022"/>
                      <a:pt x="21015" y="23784"/>
                      <a:pt x="21098" y="23582"/>
                    </a:cubicBezTo>
                    <a:cubicBezTo>
                      <a:pt x="21336" y="23005"/>
                      <a:pt x="21634" y="22889"/>
                      <a:pt x="21952" y="22889"/>
                    </a:cubicBezTo>
                    <a:cubicBezTo>
                      <a:pt x="22165" y="22889"/>
                      <a:pt x="22386" y="22941"/>
                      <a:pt x="22604" y="22941"/>
                    </a:cubicBezTo>
                    <a:cubicBezTo>
                      <a:pt x="22781" y="22941"/>
                      <a:pt x="22956" y="22907"/>
                      <a:pt x="23122" y="22784"/>
                    </a:cubicBezTo>
                    <a:cubicBezTo>
                      <a:pt x="25111" y="21308"/>
                      <a:pt x="23789" y="19569"/>
                      <a:pt x="23801" y="17569"/>
                    </a:cubicBezTo>
                    <a:cubicBezTo>
                      <a:pt x="23884" y="17569"/>
                      <a:pt x="23968" y="17522"/>
                      <a:pt x="23991" y="17426"/>
                    </a:cubicBezTo>
                    <a:cubicBezTo>
                      <a:pt x="24124" y="16750"/>
                      <a:pt x="24139" y="16635"/>
                      <a:pt x="24312" y="16635"/>
                    </a:cubicBezTo>
                    <a:cubicBezTo>
                      <a:pt x="24402" y="16635"/>
                      <a:pt x="24534" y="16666"/>
                      <a:pt x="24746" y="16666"/>
                    </a:cubicBezTo>
                    <a:cubicBezTo>
                      <a:pt x="24862" y="16666"/>
                      <a:pt x="25001" y="16656"/>
                      <a:pt x="25170" y="16629"/>
                    </a:cubicBezTo>
                    <a:cubicBezTo>
                      <a:pt x="25349" y="16598"/>
                      <a:pt x="25516" y="16584"/>
                      <a:pt x="25672" y="16584"/>
                    </a:cubicBezTo>
                    <a:cubicBezTo>
                      <a:pt x="26967" y="16584"/>
                      <a:pt x="27550" y="17533"/>
                      <a:pt x="28825" y="17629"/>
                    </a:cubicBezTo>
                    <a:cubicBezTo>
                      <a:pt x="28881" y="17634"/>
                      <a:pt x="28934" y="17637"/>
                      <a:pt x="28984" y="17637"/>
                    </a:cubicBezTo>
                    <a:cubicBezTo>
                      <a:pt x="29262" y="17637"/>
                      <a:pt x="29474" y="17557"/>
                      <a:pt x="29635" y="17426"/>
                    </a:cubicBezTo>
                    <a:lnTo>
                      <a:pt x="29635" y="17426"/>
                    </a:lnTo>
                    <a:cubicBezTo>
                      <a:pt x="28933" y="20677"/>
                      <a:pt x="27206" y="23653"/>
                      <a:pt x="24551" y="25368"/>
                    </a:cubicBezTo>
                    <a:cubicBezTo>
                      <a:pt x="22119" y="26930"/>
                      <a:pt x="19305" y="27707"/>
                      <a:pt x="16512" y="27707"/>
                    </a:cubicBezTo>
                    <a:cubicBezTo>
                      <a:pt x="14451" y="27707"/>
                      <a:pt x="12401" y="27284"/>
                      <a:pt x="10525" y="26439"/>
                    </a:cubicBezTo>
                    <a:cubicBezTo>
                      <a:pt x="10692" y="26380"/>
                      <a:pt x="10787" y="26201"/>
                      <a:pt x="10692" y="25999"/>
                    </a:cubicBezTo>
                    <a:cubicBezTo>
                      <a:pt x="9478" y="23475"/>
                      <a:pt x="11716" y="21093"/>
                      <a:pt x="11811" y="18569"/>
                    </a:cubicBezTo>
                    <a:cubicBezTo>
                      <a:pt x="11919" y="15914"/>
                      <a:pt x="8239" y="15605"/>
                      <a:pt x="7608" y="13402"/>
                    </a:cubicBezTo>
                    <a:cubicBezTo>
                      <a:pt x="7466" y="12914"/>
                      <a:pt x="7168" y="12545"/>
                      <a:pt x="6823" y="12366"/>
                    </a:cubicBezTo>
                    <a:cubicBezTo>
                      <a:pt x="7234" y="11828"/>
                      <a:pt x="7363" y="11257"/>
                      <a:pt x="8238" y="11257"/>
                    </a:cubicBezTo>
                    <a:cubicBezTo>
                      <a:pt x="8427" y="11257"/>
                      <a:pt x="8650" y="11283"/>
                      <a:pt x="8918" y="11342"/>
                    </a:cubicBezTo>
                    <a:cubicBezTo>
                      <a:pt x="9029" y="11367"/>
                      <a:pt x="9136" y="11378"/>
                      <a:pt x="9239" y="11378"/>
                    </a:cubicBezTo>
                    <a:cubicBezTo>
                      <a:pt x="10341" y="11378"/>
                      <a:pt x="10912" y="10049"/>
                      <a:pt x="10716" y="9068"/>
                    </a:cubicBezTo>
                    <a:cubicBezTo>
                      <a:pt x="10490" y="7925"/>
                      <a:pt x="10383" y="7127"/>
                      <a:pt x="10549" y="5973"/>
                    </a:cubicBezTo>
                    <a:cubicBezTo>
                      <a:pt x="10633" y="5377"/>
                      <a:pt x="9609" y="5234"/>
                      <a:pt x="9561" y="4734"/>
                    </a:cubicBezTo>
                    <a:cubicBezTo>
                      <a:pt x="9723" y="4577"/>
                      <a:pt x="9899" y="4511"/>
                      <a:pt x="10080" y="4511"/>
                    </a:cubicBezTo>
                    <a:cubicBezTo>
                      <a:pt x="10806" y="4511"/>
                      <a:pt x="11621" y="5570"/>
                      <a:pt x="12002" y="6104"/>
                    </a:cubicBezTo>
                    <a:cubicBezTo>
                      <a:pt x="12550" y="6889"/>
                      <a:pt x="12526" y="8247"/>
                      <a:pt x="12728" y="9163"/>
                    </a:cubicBezTo>
                    <a:cubicBezTo>
                      <a:pt x="12762" y="9300"/>
                      <a:pt x="12894" y="9382"/>
                      <a:pt x="13024" y="9382"/>
                    </a:cubicBezTo>
                    <a:cubicBezTo>
                      <a:pt x="13075" y="9382"/>
                      <a:pt x="13125" y="9369"/>
                      <a:pt x="13169" y="9342"/>
                    </a:cubicBezTo>
                    <a:cubicBezTo>
                      <a:pt x="13883" y="8937"/>
                      <a:pt x="14240" y="8318"/>
                      <a:pt x="14705" y="7651"/>
                    </a:cubicBezTo>
                    <a:cubicBezTo>
                      <a:pt x="14859" y="7423"/>
                      <a:pt x="15079" y="7349"/>
                      <a:pt x="15331" y="7349"/>
                    </a:cubicBezTo>
                    <a:cubicBezTo>
                      <a:pt x="15811" y="7349"/>
                      <a:pt x="16407" y="7620"/>
                      <a:pt x="16883" y="7620"/>
                    </a:cubicBezTo>
                    <a:cubicBezTo>
                      <a:pt x="16966" y="7620"/>
                      <a:pt x="17046" y="7611"/>
                      <a:pt x="17122" y="7592"/>
                    </a:cubicBezTo>
                    <a:cubicBezTo>
                      <a:pt x="18181" y="7318"/>
                      <a:pt x="17491" y="6306"/>
                      <a:pt x="17110" y="5818"/>
                    </a:cubicBezTo>
                    <a:cubicBezTo>
                      <a:pt x="16633" y="5211"/>
                      <a:pt x="15943" y="4520"/>
                      <a:pt x="16705" y="3675"/>
                    </a:cubicBezTo>
                    <a:cubicBezTo>
                      <a:pt x="16931" y="3437"/>
                      <a:pt x="17264" y="3246"/>
                      <a:pt x="17491" y="3008"/>
                    </a:cubicBezTo>
                    <a:cubicBezTo>
                      <a:pt x="17705" y="2782"/>
                      <a:pt x="17645" y="2591"/>
                      <a:pt x="17479" y="2377"/>
                    </a:cubicBezTo>
                    <a:cubicBezTo>
                      <a:pt x="17162" y="1967"/>
                      <a:pt x="16525" y="1805"/>
                      <a:pt x="15984" y="1805"/>
                    </a:cubicBezTo>
                    <a:cubicBezTo>
                      <a:pt x="15833" y="1805"/>
                      <a:pt x="15689" y="1818"/>
                      <a:pt x="15562" y="1841"/>
                    </a:cubicBezTo>
                    <a:cubicBezTo>
                      <a:pt x="15062" y="1936"/>
                      <a:pt x="14574" y="2043"/>
                      <a:pt x="14085" y="2151"/>
                    </a:cubicBezTo>
                    <a:cubicBezTo>
                      <a:pt x="14008" y="2165"/>
                      <a:pt x="13521" y="2225"/>
                      <a:pt x="13022" y="2225"/>
                    </a:cubicBezTo>
                    <a:cubicBezTo>
                      <a:pt x="12295" y="2225"/>
                      <a:pt x="11541" y="2098"/>
                      <a:pt x="11978" y="1520"/>
                    </a:cubicBezTo>
                    <a:cubicBezTo>
                      <a:pt x="12026" y="1460"/>
                      <a:pt x="12026" y="1401"/>
                      <a:pt x="12002" y="1341"/>
                    </a:cubicBezTo>
                    <a:cubicBezTo>
                      <a:pt x="12835" y="1115"/>
                      <a:pt x="13681" y="948"/>
                      <a:pt x="14502" y="853"/>
                    </a:cubicBezTo>
                    <a:cubicBezTo>
                      <a:pt x="14940" y="802"/>
                      <a:pt x="15381" y="778"/>
                      <a:pt x="15823" y="778"/>
                    </a:cubicBezTo>
                    <a:close/>
                    <a:moveTo>
                      <a:pt x="15585" y="1"/>
                    </a:moveTo>
                    <a:cubicBezTo>
                      <a:pt x="14408" y="1"/>
                      <a:pt x="13227" y="116"/>
                      <a:pt x="12061" y="341"/>
                    </a:cubicBezTo>
                    <a:cubicBezTo>
                      <a:pt x="9001" y="936"/>
                      <a:pt x="4787" y="3567"/>
                      <a:pt x="3977" y="6901"/>
                    </a:cubicBezTo>
                    <a:cubicBezTo>
                      <a:pt x="0" y="12438"/>
                      <a:pt x="2013" y="20558"/>
                      <a:pt x="6656" y="25046"/>
                    </a:cubicBezTo>
                    <a:cubicBezTo>
                      <a:pt x="9180" y="27488"/>
                      <a:pt x="12587" y="28591"/>
                      <a:pt x="16049" y="28591"/>
                    </a:cubicBezTo>
                    <a:cubicBezTo>
                      <a:pt x="20083" y="28591"/>
                      <a:pt x="24192" y="27095"/>
                      <a:pt x="27075" y="24475"/>
                    </a:cubicBezTo>
                    <a:cubicBezTo>
                      <a:pt x="29980" y="21832"/>
                      <a:pt x="30683" y="17022"/>
                      <a:pt x="30707" y="13295"/>
                    </a:cubicBezTo>
                    <a:cubicBezTo>
                      <a:pt x="30730" y="8723"/>
                      <a:pt x="28409" y="5008"/>
                      <a:pt x="24634" y="2591"/>
                    </a:cubicBezTo>
                    <a:cubicBezTo>
                      <a:pt x="21907" y="836"/>
                      <a:pt x="18761" y="1"/>
                      <a:pt x="15585" y="1"/>
                    </a:cubicBezTo>
                    <a:close/>
                  </a:path>
                </a:pathLst>
              </a:custGeom>
              <a:solidFill>
                <a:srgbClr val="5EB2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latin typeface="IBM Plex Sans"/>
                  <a:ea typeface="IBM Plex Sans"/>
                  <a:cs typeface="IBM Plex Sans"/>
                  <a:sym typeface="IBM Plex Sans"/>
                </a:endParaRPr>
              </a:p>
            </p:txBody>
          </p:sp>
        </p:grpSp>
        <p:sp>
          <p:nvSpPr>
            <p:cNvPr id="6388" name="Google Shape;6388;p478"/>
            <p:cNvSpPr/>
            <p:nvPr/>
          </p:nvSpPr>
          <p:spPr>
            <a:xfrm>
              <a:off x="457216" y="2123950"/>
              <a:ext cx="1541700" cy="4902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800">
                  <a:latin typeface="IBM Plex Sans"/>
                  <a:ea typeface="IBM Plex Sans"/>
                  <a:cs typeface="IBM Plex Sans"/>
                  <a:sym typeface="IBM Plex Sans"/>
                </a:rPr>
                <a:t>Sign up for a SaaS account or install Self-Managed</a:t>
              </a:r>
              <a:endParaRPr sz="800">
                <a:latin typeface="IBM Plex Sans"/>
                <a:ea typeface="IBM Plex Sans"/>
                <a:cs typeface="IBM Plex Sans"/>
                <a:sym typeface="IBM Plex Sans"/>
              </a:endParaRPr>
            </a:p>
          </p:txBody>
        </p:sp>
        <p:sp>
          <p:nvSpPr>
            <p:cNvPr id="6389" name="Google Shape;6389;p478"/>
            <p:cNvSpPr/>
            <p:nvPr/>
          </p:nvSpPr>
          <p:spPr>
            <a:xfrm>
              <a:off x="457216" y="2719448"/>
              <a:ext cx="1541700" cy="4902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800">
                  <a:latin typeface="IBM Plex Sans"/>
                  <a:ea typeface="IBM Plex Sans"/>
                  <a:cs typeface="IBM Plex Sans"/>
                  <a:sym typeface="IBM Plex Sans"/>
                </a:rPr>
                <a:t>Train and enable employees</a:t>
              </a:r>
              <a:endParaRPr sz="800">
                <a:latin typeface="IBM Plex Sans"/>
                <a:ea typeface="IBM Plex Sans"/>
                <a:cs typeface="IBM Plex Sans"/>
                <a:sym typeface="IBM Plex Sans"/>
              </a:endParaRPr>
            </a:p>
          </p:txBody>
        </p:sp>
        <p:sp>
          <p:nvSpPr>
            <p:cNvPr id="6390" name="Google Shape;6390;p478"/>
            <p:cNvSpPr/>
            <p:nvPr/>
          </p:nvSpPr>
          <p:spPr>
            <a:xfrm>
              <a:off x="457202" y="3314947"/>
              <a:ext cx="1541700" cy="4902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800">
                  <a:solidFill>
                    <a:schemeClr val="dk1"/>
                  </a:solidFill>
                  <a:latin typeface="IBM Plex Sans"/>
                  <a:ea typeface="IBM Plex Sans"/>
                  <a:cs typeface="IBM Plex Sans"/>
                  <a:sym typeface="IBM Plex Sans"/>
                </a:rPr>
                <a:t>Potentially: set up an automation center of excellence (CoE)</a:t>
              </a:r>
              <a:endParaRPr sz="800">
                <a:latin typeface="IBM Plex Sans"/>
                <a:ea typeface="IBM Plex Sans"/>
                <a:cs typeface="IBM Plex Sans"/>
                <a:sym typeface="IBM Plex Sans"/>
              </a:endParaRPr>
            </a:p>
          </p:txBody>
        </p:sp>
      </p:grpSp>
      <p:grpSp>
        <p:nvGrpSpPr>
          <p:cNvPr id="6391" name="Google Shape;6391;p478"/>
          <p:cNvGrpSpPr/>
          <p:nvPr/>
        </p:nvGrpSpPr>
        <p:grpSpPr>
          <a:xfrm>
            <a:off x="2058604" y="1152475"/>
            <a:ext cx="1597066" cy="3312326"/>
            <a:chOff x="2058604" y="1152475"/>
            <a:chExt cx="1597066" cy="3312326"/>
          </a:xfrm>
        </p:grpSpPr>
        <p:sp>
          <p:nvSpPr>
            <p:cNvPr id="6392" name="Google Shape;6392;p478"/>
            <p:cNvSpPr/>
            <p:nvPr/>
          </p:nvSpPr>
          <p:spPr>
            <a:xfrm>
              <a:off x="2058604" y="1810425"/>
              <a:ext cx="1597066" cy="171359"/>
            </a:xfrm>
            <a:custGeom>
              <a:avLst/>
              <a:gdLst/>
              <a:ahLst/>
              <a:cxnLst/>
              <a:rect l="l" t="t" r="r" b="b"/>
              <a:pathLst>
                <a:path w="63985" h="7847" extrusionOk="0">
                  <a:moveTo>
                    <a:pt x="2679" y="703"/>
                  </a:moveTo>
                  <a:cubicBezTo>
                    <a:pt x="2429" y="846"/>
                    <a:pt x="2179" y="1179"/>
                    <a:pt x="1917" y="1429"/>
                  </a:cubicBezTo>
                  <a:lnTo>
                    <a:pt x="1334" y="703"/>
                  </a:lnTo>
                  <a:close/>
                  <a:moveTo>
                    <a:pt x="4239" y="703"/>
                  </a:moveTo>
                  <a:cubicBezTo>
                    <a:pt x="3703" y="1143"/>
                    <a:pt x="3167" y="1774"/>
                    <a:pt x="2643" y="2322"/>
                  </a:cubicBezTo>
                  <a:lnTo>
                    <a:pt x="2048" y="1572"/>
                  </a:lnTo>
                  <a:cubicBezTo>
                    <a:pt x="2358" y="1262"/>
                    <a:pt x="2667" y="1000"/>
                    <a:pt x="2989" y="703"/>
                  </a:cubicBezTo>
                  <a:close/>
                  <a:moveTo>
                    <a:pt x="6215" y="703"/>
                  </a:moveTo>
                  <a:cubicBezTo>
                    <a:pt x="5298" y="1596"/>
                    <a:pt x="4394" y="2477"/>
                    <a:pt x="3501" y="3394"/>
                  </a:cubicBezTo>
                  <a:lnTo>
                    <a:pt x="2917" y="2655"/>
                  </a:lnTo>
                  <a:cubicBezTo>
                    <a:pt x="3572" y="2001"/>
                    <a:pt x="4227" y="1298"/>
                    <a:pt x="4894" y="703"/>
                  </a:cubicBezTo>
                  <a:close/>
                  <a:moveTo>
                    <a:pt x="22146" y="703"/>
                  </a:moveTo>
                  <a:cubicBezTo>
                    <a:pt x="19979" y="2786"/>
                    <a:pt x="17836" y="5037"/>
                    <a:pt x="15681" y="7239"/>
                  </a:cubicBezTo>
                  <a:lnTo>
                    <a:pt x="14216" y="7227"/>
                  </a:lnTo>
                  <a:cubicBezTo>
                    <a:pt x="16478" y="5025"/>
                    <a:pt x="18764" y="2786"/>
                    <a:pt x="21050" y="703"/>
                  </a:cubicBezTo>
                  <a:close/>
                  <a:moveTo>
                    <a:pt x="54078" y="703"/>
                  </a:moveTo>
                  <a:cubicBezTo>
                    <a:pt x="51840" y="2786"/>
                    <a:pt x="49578" y="5049"/>
                    <a:pt x="47328" y="7239"/>
                  </a:cubicBezTo>
                  <a:lnTo>
                    <a:pt x="46446" y="7227"/>
                  </a:lnTo>
                  <a:cubicBezTo>
                    <a:pt x="48578" y="5037"/>
                    <a:pt x="50709" y="2786"/>
                    <a:pt x="52840" y="703"/>
                  </a:cubicBezTo>
                  <a:close/>
                  <a:moveTo>
                    <a:pt x="61079" y="1203"/>
                  </a:moveTo>
                  <a:lnTo>
                    <a:pt x="61651" y="1941"/>
                  </a:lnTo>
                  <a:cubicBezTo>
                    <a:pt x="59948" y="3691"/>
                    <a:pt x="58269" y="5453"/>
                    <a:pt x="56591" y="7239"/>
                  </a:cubicBezTo>
                  <a:lnTo>
                    <a:pt x="55591" y="7239"/>
                  </a:lnTo>
                  <a:cubicBezTo>
                    <a:pt x="55896" y="6944"/>
                    <a:pt x="56202" y="6604"/>
                    <a:pt x="56495" y="6299"/>
                  </a:cubicBezTo>
                  <a:cubicBezTo>
                    <a:pt x="58091" y="4668"/>
                    <a:pt x="59579" y="2917"/>
                    <a:pt x="61079" y="1203"/>
                  </a:cubicBezTo>
                  <a:close/>
                  <a:moveTo>
                    <a:pt x="8025" y="703"/>
                  </a:moveTo>
                  <a:cubicBezTo>
                    <a:pt x="5858" y="2786"/>
                    <a:pt x="3703" y="5013"/>
                    <a:pt x="1584" y="7251"/>
                  </a:cubicBezTo>
                  <a:lnTo>
                    <a:pt x="1334" y="7251"/>
                  </a:lnTo>
                  <a:lnTo>
                    <a:pt x="3941" y="3941"/>
                  </a:lnTo>
                  <a:lnTo>
                    <a:pt x="3715" y="3667"/>
                  </a:lnTo>
                  <a:cubicBezTo>
                    <a:pt x="4691" y="2655"/>
                    <a:pt x="5691" y="1596"/>
                    <a:pt x="6692" y="703"/>
                  </a:cubicBezTo>
                  <a:close/>
                  <a:moveTo>
                    <a:pt x="9847" y="703"/>
                  </a:moveTo>
                  <a:cubicBezTo>
                    <a:pt x="7596" y="2786"/>
                    <a:pt x="5358" y="5013"/>
                    <a:pt x="3143" y="7251"/>
                  </a:cubicBezTo>
                  <a:lnTo>
                    <a:pt x="2084" y="7251"/>
                  </a:lnTo>
                  <a:cubicBezTo>
                    <a:pt x="4370" y="5013"/>
                    <a:pt x="6644" y="2786"/>
                    <a:pt x="8906" y="703"/>
                  </a:cubicBezTo>
                  <a:close/>
                  <a:moveTo>
                    <a:pt x="11240" y="703"/>
                  </a:moveTo>
                  <a:cubicBezTo>
                    <a:pt x="9108" y="2786"/>
                    <a:pt x="7001" y="5013"/>
                    <a:pt x="4906" y="7251"/>
                  </a:cubicBezTo>
                  <a:lnTo>
                    <a:pt x="3465" y="7251"/>
                  </a:lnTo>
                  <a:cubicBezTo>
                    <a:pt x="5703" y="5013"/>
                    <a:pt x="7942" y="2786"/>
                    <a:pt x="10168" y="703"/>
                  </a:cubicBezTo>
                  <a:close/>
                  <a:moveTo>
                    <a:pt x="13026" y="703"/>
                  </a:moveTo>
                  <a:cubicBezTo>
                    <a:pt x="10859" y="2786"/>
                    <a:pt x="8716" y="5013"/>
                    <a:pt x="6608" y="7251"/>
                  </a:cubicBezTo>
                  <a:lnTo>
                    <a:pt x="5418" y="7251"/>
                  </a:lnTo>
                  <a:cubicBezTo>
                    <a:pt x="7489" y="5013"/>
                    <a:pt x="9561" y="2786"/>
                    <a:pt x="11656" y="703"/>
                  </a:cubicBezTo>
                  <a:close/>
                  <a:moveTo>
                    <a:pt x="16038" y="703"/>
                  </a:moveTo>
                  <a:cubicBezTo>
                    <a:pt x="13764" y="2786"/>
                    <a:pt x="11442" y="5013"/>
                    <a:pt x="9156" y="7251"/>
                  </a:cubicBezTo>
                  <a:lnTo>
                    <a:pt x="7108" y="7251"/>
                  </a:lnTo>
                  <a:cubicBezTo>
                    <a:pt x="9216" y="5013"/>
                    <a:pt x="11347" y="2786"/>
                    <a:pt x="13490" y="703"/>
                  </a:cubicBezTo>
                  <a:close/>
                  <a:moveTo>
                    <a:pt x="16347" y="667"/>
                  </a:moveTo>
                  <a:lnTo>
                    <a:pt x="18372" y="679"/>
                  </a:lnTo>
                  <a:cubicBezTo>
                    <a:pt x="16062" y="2870"/>
                    <a:pt x="13752" y="5013"/>
                    <a:pt x="11466" y="7251"/>
                  </a:cubicBezTo>
                  <a:lnTo>
                    <a:pt x="9620" y="7251"/>
                  </a:lnTo>
                  <a:cubicBezTo>
                    <a:pt x="11859" y="5013"/>
                    <a:pt x="14121" y="2870"/>
                    <a:pt x="16347" y="667"/>
                  </a:cubicBezTo>
                  <a:close/>
                  <a:moveTo>
                    <a:pt x="20658" y="703"/>
                  </a:moveTo>
                  <a:cubicBezTo>
                    <a:pt x="18336" y="2786"/>
                    <a:pt x="15978" y="5013"/>
                    <a:pt x="13752" y="7251"/>
                  </a:cubicBezTo>
                  <a:lnTo>
                    <a:pt x="11835" y="7251"/>
                  </a:lnTo>
                  <a:cubicBezTo>
                    <a:pt x="14085" y="5013"/>
                    <a:pt x="16336" y="2786"/>
                    <a:pt x="18586" y="703"/>
                  </a:cubicBezTo>
                  <a:close/>
                  <a:moveTo>
                    <a:pt x="24122" y="703"/>
                  </a:moveTo>
                  <a:cubicBezTo>
                    <a:pt x="21943" y="2786"/>
                    <a:pt x="19776" y="5013"/>
                    <a:pt x="17610" y="7251"/>
                  </a:cubicBezTo>
                  <a:lnTo>
                    <a:pt x="15824" y="7251"/>
                  </a:lnTo>
                  <a:cubicBezTo>
                    <a:pt x="18014" y="5013"/>
                    <a:pt x="20229" y="2786"/>
                    <a:pt x="22443" y="703"/>
                  </a:cubicBezTo>
                  <a:close/>
                  <a:moveTo>
                    <a:pt x="25420" y="703"/>
                  </a:moveTo>
                  <a:cubicBezTo>
                    <a:pt x="23229" y="2786"/>
                    <a:pt x="21122" y="5013"/>
                    <a:pt x="19038" y="7251"/>
                  </a:cubicBezTo>
                  <a:lnTo>
                    <a:pt x="17955" y="7251"/>
                  </a:lnTo>
                  <a:cubicBezTo>
                    <a:pt x="20110" y="5013"/>
                    <a:pt x="22265" y="2786"/>
                    <a:pt x="24444" y="703"/>
                  </a:cubicBezTo>
                  <a:close/>
                  <a:moveTo>
                    <a:pt x="27956" y="703"/>
                  </a:moveTo>
                  <a:cubicBezTo>
                    <a:pt x="27456" y="1143"/>
                    <a:pt x="26956" y="1667"/>
                    <a:pt x="26456" y="2155"/>
                  </a:cubicBezTo>
                  <a:cubicBezTo>
                    <a:pt x="24729" y="3858"/>
                    <a:pt x="23015" y="5465"/>
                    <a:pt x="21289" y="7251"/>
                  </a:cubicBezTo>
                  <a:lnTo>
                    <a:pt x="19348" y="7251"/>
                  </a:lnTo>
                  <a:cubicBezTo>
                    <a:pt x="21086" y="5310"/>
                    <a:pt x="22848" y="3548"/>
                    <a:pt x="24658" y="1762"/>
                  </a:cubicBezTo>
                  <a:cubicBezTo>
                    <a:pt x="25015" y="1393"/>
                    <a:pt x="25384" y="1000"/>
                    <a:pt x="25753" y="703"/>
                  </a:cubicBezTo>
                  <a:close/>
                  <a:moveTo>
                    <a:pt x="30194" y="703"/>
                  </a:moveTo>
                  <a:cubicBezTo>
                    <a:pt x="29599" y="1298"/>
                    <a:pt x="29004" y="1893"/>
                    <a:pt x="28432" y="2501"/>
                  </a:cubicBezTo>
                  <a:cubicBezTo>
                    <a:pt x="26896" y="4096"/>
                    <a:pt x="25361" y="5608"/>
                    <a:pt x="23801" y="7251"/>
                  </a:cubicBezTo>
                  <a:lnTo>
                    <a:pt x="21479" y="7251"/>
                  </a:lnTo>
                  <a:cubicBezTo>
                    <a:pt x="22944" y="5763"/>
                    <a:pt x="24420" y="4429"/>
                    <a:pt x="25849" y="3001"/>
                  </a:cubicBezTo>
                  <a:cubicBezTo>
                    <a:pt x="26623" y="2227"/>
                    <a:pt x="27396" y="1441"/>
                    <a:pt x="28170" y="703"/>
                  </a:cubicBezTo>
                  <a:close/>
                  <a:moveTo>
                    <a:pt x="33100" y="703"/>
                  </a:moveTo>
                  <a:cubicBezTo>
                    <a:pt x="31635" y="2191"/>
                    <a:pt x="30159" y="3632"/>
                    <a:pt x="28670" y="5084"/>
                  </a:cubicBezTo>
                  <a:cubicBezTo>
                    <a:pt x="27932" y="5811"/>
                    <a:pt x="27194" y="6501"/>
                    <a:pt x="26456" y="7251"/>
                  </a:cubicBezTo>
                  <a:lnTo>
                    <a:pt x="24087" y="7251"/>
                  </a:lnTo>
                  <a:cubicBezTo>
                    <a:pt x="25587" y="5608"/>
                    <a:pt x="27075" y="4179"/>
                    <a:pt x="28563" y="2632"/>
                  </a:cubicBezTo>
                  <a:cubicBezTo>
                    <a:pt x="29182" y="1977"/>
                    <a:pt x="29825" y="1298"/>
                    <a:pt x="30468" y="703"/>
                  </a:cubicBezTo>
                  <a:close/>
                  <a:moveTo>
                    <a:pt x="35005" y="703"/>
                  </a:moveTo>
                  <a:cubicBezTo>
                    <a:pt x="33219" y="2489"/>
                    <a:pt x="31397" y="4358"/>
                    <a:pt x="29528" y="6132"/>
                  </a:cubicBezTo>
                  <a:cubicBezTo>
                    <a:pt x="29135" y="6501"/>
                    <a:pt x="28742" y="6799"/>
                    <a:pt x="28349" y="7251"/>
                  </a:cubicBezTo>
                  <a:lnTo>
                    <a:pt x="26789" y="7251"/>
                  </a:lnTo>
                  <a:cubicBezTo>
                    <a:pt x="29040" y="5013"/>
                    <a:pt x="31290" y="2786"/>
                    <a:pt x="33528" y="703"/>
                  </a:cubicBezTo>
                  <a:close/>
                  <a:moveTo>
                    <a:pt x="36326" y="703"/>
                  </a:moveTo>
                  <a:cubicBezTo>
                    <a:pt x="34576" y="2334"/>
                    <a:pt x="32838" y="4120"/>
                    <a:pt x="31099" y="5834"/>
                  </a:cubicBezTo>
                  <a:cubicBezTo>
                    <a:pt x="30611" y="6299"/>
                    <a:pt x="30135" y="6799"/>
                    <a:pt x="29647" y="7251"/>
                  </a:cubicBezTo>
                  <a:lnTo>
                    <a:pt x="28635" y="7251"/>
                  </a:lnTo>
                  <a:cubicBezTo>
                    <a:pt x="28730" y="7096"/>
                    <a:pt x="28837" y="7061"/>
                    <a:pt x="28932" y="6965"/>
                  </a:cubicBezTo>
                  <a:cubicBezTo>
                    <a:pt x="31111" y="4918"/>
                    <a:pt x="33242" y="2786"/>
                    <a:pt x="35362" y="703"/>
                  </a:cubicBezTo>
                  <a:close/>
                  <a:moveTo>
                    <a:pt x="37683" y="703"/>
                  </a:moveTo>
                  <a:cubicBezTo>
                    <a:pt x="35540" y="2786"/>
                    <a:pt x="33397" y="5013"/>
                    <a:pt x="31266" y="7251"/>
                  </a:cubicBezTo>
                  <a:lnTo>
                    <a:pt x="29909" y="7251"/>
                  </a:lnTo>
                  <a:cubicBezTo>
                    <a:pt x="30099" y="6954"/>
                    <a:pt x="30290" y="6870"/>
                    <a:pt x="30480" y="6680"/>
                  </a:cubicBezTo>
                  <a:cubicBezTo>
                    <a:pt x="32516" y="4679"/>
                    <a:pt x="34576" y="2632"/>
                    <a:pt x="36636" y="703"/>
                  </a:cubicBezTo>
                  <a:close/>
                  <a:moveTo>
                    <a:pt x="39600" y="703"/>
                  </a:moveTo>
                  <a:cubicBezTo>
                    <a:pt x="37600" y="2632"/>
                    <a:pt x="35600" y="4608"/>
                    <a:pt x="33647" y="6596"/>
                  </a:cubicBezTo>
                  <a:cubicBezTo>
                    <a:pt x="33445" y="6811"/>
                    <a:pt x="33231" y="6954"/>
                    <a:pt x="33028" y="7251"/>
                  </a:cubicBezTo>
                  <a:lnTo>
                    <a:pt x="32278" y="7251"/>
                  </a:lnTo>
                  <a:cubicBezTo>
                    <a:pt x="34421" y="5013"/>
                    <a:pt x="36564" y="2786"/>
                    <a:pt x="38684" y="703"/>
                  </a:cubicBezTo>
                  <a:close/>
                  <a:moveTo>
                    <a:pt x="41541" y="703"/>
                  </a:moveTo>
                  <a:cubicBezTo>
                    <a:pt x="39374" y="2786"/>
                    <a:pt x="37195" y="5013"/>
                    <a:pt x="35005" y="7251"/>
                  </a:cubicBezTo>
                  <a:lnTo>
                    <a:pt x="33338" y="7251"/>
                  </a:lnTo>
                  <a:cubicBezTo>
                    <a:pt x="33492" y="7096"/>
                    <a:pt x="33647" y="6930"/>
                    <a:pt x="33814" y="6763"/>
                  </a:cubicBezTo>
                  <a:cubicBezTo>
                    <a:pt x="35814" y="4703"/>
                    <a:pt x="37898" y="2632"/>
                    <a:pt x="39993" y="703"/>
                  </a:cubicBezTo>
                  <a:close/>
                  <a:moveTo>
                    <a:pt x="44327" y="703"/>
                  </a:moveTo>
                  <a:cubicBezTo>
                    <a:pt x="42029" y="2786"/>
                    <a:pt x="39719" y="5013"/>
                    <a:pt x="37422" y="7251"/>
                  </a:cubicBezTo>
                  <a:lnTo>
                    <a:pt x="35445" y="7251"/>
                  </a:lnTo>
                  <a:cubicBezTo>
                    <a:pt x="37683" y="5013"/>
                    <a:pt x="39922" y="2786"/>
                    <a:pt x="42160" y="703"/>
                  </a:cubicBezTo>
                  <a:close/>
                  <a:moveTo>
                    <a:pt x="46220" y="703"/>
                  </a:moveTo>
                  <a:cubicBezTo>
                    <a:pt x="43994" y="2786"/>
                    <a:pt x="41744" y="5013"/>
                    <a:pt x="39481" y="7251"/>
                  </a:cubicBezTo>
                  <a:lnTo>
                    <a:pt x="37695" y="7251"/>
                  </a:lnTo>
                  <a:cubicBezTo>
                    <a:pt x="39993" y="5013"/>
                    <a:pt x="42315" y="2786"/>
                    <a:pt x="44613" y="703"/>
                  </a:cubicBezTo>
                  <a:close/>
                  <a:moveTo>
                    <a:pt x="49030" y="703"/>
                  </a:moveTo>
                  <a:cubicBezTo>
                    <a:pt x="46827" y="2786"/>
                    <a:pt x="44649" y="5013"/>
                    <a:pt x="42458" y="7251"/>
                  </a:cubicBezTo>
                  <a:lnTo>
                    <a:pt x="39791" y="7251"/>
                  </a:lnTo>
                  <a:cubicBezTo>
                    <a:pt x="42053" y="5013"/>
                    <a:pt x="44303" y="2786"/>
                    <a:pt x="46530" y="703"/>
                  </a:cubicBezTo>
                  <a:close/>
                  <a:moveTo>
                    <a:pt x="50804" y="703"/>
                  </a:moveTo>
                  <a:cubicBezTo>
                    <a:pt x="50721" y="703"/>
                    <a:pt x="50649" y="846"/>
                    <a:pt x="50578" y="917"/>
                  </a:cubicBezTo>
                  <a:cubicBezTo>
                    <a:pt x="48482" y="3048"/>
                    <a:pt x="46375" y="5168"/>
                    <a:pt x="44244" y="7251"/>
                  </a:cubicBezTo>
                  <a:lnTo>
                    <a:pt x="42756" y="7251"/>
                  </a:lnTo>
                  <a:cubicBezTo>
                    <a:pt x="44970" y="5013"/>
                    <a:pt x="47185" y="2786"/>
                    <a:pt x="49411" y="703"/>
                  </a:cubicBezTo>
                  <a:close/>
                  <a:moveTo>
                    <a:pt x="52673" y="703"/>
                  </a:moveTo>
                  <a:cubicBezTo>
                    <a:pt x="51745" y="1596"/>
                    <a:pt x="50804" y="2691"/>
                    <a:pt x="49852" y="3656"/>
                  </a:cubicBezTo>
                  <a:cubicBezTo>
                    <a:pt x="48661" y="4858"/>
                    <a:pt x="47470" y="6061"/>
                    <a:pt x="46280" y="7251"/>
                  </a:cubicBezTo>
                  <a:lnTo>
                    <a:pt x="44613" y="7251"/>
                  </a:lnTo>
                  <a:cubicBezTo>
                    <a:pt x="46673" y="5168"/>
                    <a:pt x="48732" y="3167"/>
                    <a:pt x="50768" y="1108"/>
                  </a:cubicBezTo>
                  <a:cubicBezTo>
                    <a:pt x="50899" y="977"/>
                    <a:pt x="51030" y="846"/>
                    <a:pt x="51161" y="703"/>
                  </a:cubicBezTo>
                  <a:close/>
                  <a:moveTo>
                    <a:pt x="56781" y="703"/>
                  </a:moveTo>
                  <a:cubicBezTo>
                    <a:pt x="54578" y="2786"/>
                    <a:pt x="52376" y="5013"/>
                    <a:pt x="50149" y="7251"/>
                  </a:cubicBezTo>
                  <a:lnTo>
                    <a:pt x="48090" y="7251"/>
                  </a:lnTo>
                  <a:cubicBezTo>
                    <a:pt x="50280" y="5013"/>
                    <a:pt x="52459" y="2786"/>
                    <a:pt x="54638" y="703"/>
                  </a:cubicBezTo>
                  <a:close/>
                  <a:moveTo>
                    <a:pt x="58484" y="703"/>
                  </a:moveTo>
                  <a:cubicBezTo>
                    <a:pt x="56364" y="2929"/>
                    <a:pt x="54197" y="5013"/>
                    <a:pt x="51983" y="7251"/>
                  </a:cubicBezTo>
                  <a:lnTo>
                    <a:pt x="50471" y="7251"/>
                  </a:lnTo>
                  <a:cubicBezTo>
                    <a:pt x="52709" y="5013"/>
                    <a:pt x="54924" y="2786"/>
                    <a:pt x="57138" y="703"/>
                  </a:cubicBezTo>
                  <a:close/>
                  <a:moveTo>
                    <a:pt x="59651" y="703"/>
                  </a:moveTo>
                  <a:cubicBezTo>
                    <a:pt x="58210" y="2191"/>
                    <a:pt x="56805" y="3929"/>
                    <a:pt x="55340" y="5501"/>
                  </a:cubicBezTo>
                  <a:cubicBezTo>
                    <a:pt x="54793" y="6084"/>
                    <a:pt x="54245" y="6656"/>
                    <a:pt x="53685" y="7251"/>
                  </a:cubicBezTo>
                  <a:lnTo>
                    <a:pt x="52566" y="7251"/>
                  </a:lnTo>
                  <a:cubicBezTo>
                    <a:pt x="54757" y="5013"/>
                    <a:pt x="56924" y="2929"/>
                    <a:pt x="58996" y="703"/>
                  </a:cubicBezTo>
                  <a:close/>
                  <a:moveTo>
                    <a:pt x="60663" y="703"/>
                  </a:moveTo>
                  <a:lnTo>
                    <a:pt x="60901" y="977"/>
                  </a:lnTo>
                  <a:cubicBezTo>
                    <a:pt x="59377" y="2703"/>
                    <a:pt x="57912" y="4501"/>
                    <a:pt x="56341" y="6156"/>
                  </a:cubicBezTo>
                  <a:cubicBezTo>
                    <a:pt x="55983" y="6513"/>
                    <a:pt x="55626" y="6799"/>
                    <a:pt x="55281" y="7251"/>
                  </a:cubicBezTo>
                  <a:lnTo>
                    <a:pt x="53876" y="7251"/>
                  </a:lnTo>
                  <a:cubicBezTo>
                    <a:pt x="55936" y="5013"/>
                    <a:pt x="57960" y="2786"/>
                    <a:pt x="59996" y="703"/>
                  </a:cubicBezTo>
                  <a:close/>
                  <a:moveTo>
                    <a:pt x="61841" y="2167"/>
                  </a:moveTo>
                  <a:lnTo>
                    <a:pt x="62675" y="3251"/>
                  </a:lnTo>
                  <a:cubicBezTo>
                    <a:pt x="61532" y="4608"/>
                    <a:pt x="60353" y="5906"/>
                    <a:pt x="59162" y="7251"/>
                  </a:cubicBezTo>
                  <a:lnTo>
                    <a:pt x="57007" y="7251"/>
                  </a:lnTo>
                  <a:cubicBezTo>
                    <a:pt x="58615" y="5465"/>
                    <a:pt x="60222" y="3846"/>
                    <a:pt x="61841" y="2167"/>
                  </a:cubicBezTo>
                  <a:close/>
                  <a:moveTo>
                    <a:pt x="62829" y="3441"/>
                  </a:moveTo>
                  <a:lnTo>
                    <a:pt x="63175" y="3882"/>
                  </a:lnTo>
                  <a:lnTo>
                    <a:pt x="60651" y="7251"/>
                  </a:lnTo>
                  <a:lnTo>
                    <a:pt x="59531" y="7251"/>
                  </a:lnTo>
                  <a:cubicBezTo>
                    <a:pt x="60651" y="5906"/>
                    <a:pt x="61758" y="4715"/>
                    <a:pt x="62829" y="3441"/>
                  </a:cubicBezTo>
                  <a:close/>
                  <a:moveTo>
                    <a:pt x="0" y="0"/>
                  </a:moveTo>
                  <a:lnTo>
                    <a:pt x="3120" y="3917"/>
                  </a:lnTo>
                  <a:lnTo>
                    <a:pt x="0" y="7847"/>
                  </a:lnTo>
                  <a:lnTo>
                    <a:pt x="60972" y="7847"/>
                  </a:lnTo>
                  <a:lnTo>
                    <a:pt x="63984" y="3846"/>
                  </a:lnTo>
                  <a:lnTo>
                    <a:pt x="60972" y="0"/>
                  </a:lnTo>
                  <a:close/>
                </a:path>
              </a:pathLst>
            </a:custGeom>
            <a:solidFill>
              <a:srgbClr val="69E78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latin typeface="IBM Plex Sans"/>
                <a:ea typeface="IBM Plex Sans"/>
                <a:cs typeface="IBM Plex Sans"/>
                <a:sym typeface="IBM Plex Sans"/>
              </a:endParaRPr>
            </a:p>
          </p:txBody>
        </p:sp>
        <p:sp>
          <p:nvSpPr>
            <p:cNvPr id="6393" name="Google Shape;6393;p478"/>
            <p:cNvSpPr/>
            <p:nvPr/>
          </p:nvSpPr>
          <p:spPr>
            <a:xfrm>
              <a:off x="2807616" y="1516927"/>
              <a:ext cx="107385" cy="348377"/>
            </a:xfrm>
            <a:custGeom>
              <a:avLst/>
              <a:gdLst/>
              <a:ahLst/>
              <a:cxnLst/>
              <a:rect l="l" t="t" r="r" b="b"/>
              <a:pathLst>
                <a:path w="4918" h="15955" extrusionOk="0">
                  <a:moveTo>
                    <a:pt x="2156" y="0"/>
                  </a:moveTo>
                  <a:lnTo>
                    <a:pt x="2156" y="11025"/>
                  </a:lnTo>
                  <a:cubicBezTo>
                    <a:pt x="965" y="11192"/>
                    <a:pt x="1" y="12228"/>
                    <a:pt x="1" y="13478"/>
                  </a:cubicBezTo>
                  <a:cubicBezTo>
                    <a:pt x="1" y="14847"/>
                    <a:pt x="1108" y="15955"/>
                    <a:pt x="2477" y="15955"/>
                  </a:cubicBezTo>
                  <a:cubicBezTo>
                    <a:pt x="3835" y="15955"/>
                    <a:pt x="4918" y="14847"/>
                    <a:pt x="4918" y="13478"/>
                  </a:cubicBezTo>
                  <a:cubicBezTo>
                    <a:pt x="4918" y="12228"/>
                    <a:pt x="3942" y="11192"/>
                    <a:pt x="2751" y="11025"/>
                  </a:cubicBezTo>
                  <a:lnTo>
                    <a:pt x="2751" y="0"/>
                  </a:lnTo>
                  <a:close/>
                </a:path>
              </a:pathLst>
            </a:custGeom>
            <a:solidFill>
              <a:srgbClr val="69E78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latin typeface="IBM Plex Sans"/>
                <a:ea typeface="IBM Plex Sans"/>
                <a:cs typeface="IBM Plex Sans"/>
                <a:sym typeface="IBM Plex Sans"/>
              </a:endParaRPr>
            </a:p>
          </p:txBody>
        </p:sp>
        <p:sp>
          <p:nvSpPr>
            <p:cNvPr id="6394" name="Google Shape;6394;p478"/>
            <p:cNvSpPr txBox="1"/>
            <p:nvPr/>
          </p:nvSpPr>
          <p:spPr>
            <a:xfrm>
              <a:off x="2073150" y="1152475"/>
              <a:ext cx="1530600" cy="531900"/>
            </a:xfrm>
            <a:prstGeom prst="rect">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solidFill>
                    <a:schemeClr val="lt1"/>
                  </a:solidFill>
                  <a:latin typeface="IBM Plex Sans Medium"/>
                  <a:ea typeface="IBM Plex Sans Medium"/>
                  <a:cs typeface="IBM Plex Sans Medium"/>
                  <a:sym typeface="IBM Plex Sans Medium"/>
                </a:rPr>
                <a:t>Identify processes and process fragments in existing systems</a:t>
              </a:r>
              <a:endParaRPr sz="1000">
                <a:solidFill>
                  <a:schemeClr val="lt1"/>
                </a:solidFill>
                <a:latin typeface="IBM Plex Sans Medium"/>
                <a:ea typeface="IBM Plex Sans Medium"/>
                <a:cs typeface="IBM Plex Sans Medium"/>
                <a:sym typeface="IBM Plex Sans Medium"/>
              </a:endParaRPr>
            </a:p>
          </p:txBody>
        </p:sp>
        <p:sp>
          <p:nvSpPr>
            <p:cNvPr id="6395" name="Google Shape;6395;p478"/>
            <p:cNvSpPr/>
            <p:nvPr/>
          </p:nvSpPr>
          <p:spPr>
            <a:xfrm>
              <a:off x="2065359" y="2123950"/>
              <a:ext cx="1541700" cy="4902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800">
                  <a:latin typeface="IBM Plex Sans"/>
                  <a:ea typeface="IBM Plex Sans"/>
                  <a:cs typeface="IBM Plex Sans"/>
                  <a:sym typeface="IBM Plex Sans"/>
                </a:rPr>
                <a:t>… in off-the-shelf products such as SAP, Salesforce, and NetSuite</a:t>
              </a:r>
              <a:endParaRPr sz="800">
                <a:latin typeface="IBM Plex Sans"/>
                <a:ea typeface="IBM Plex Sans"/>
                <a:cs typeface="IBM Plex Sans"/>
                <a:sym typeface="IBM Plex Sans"/>
              </a:endParaRPr>
            </a:p>
          </p:txBody>
        </p:sp>
        <p:sp>
          <p:nvSpPr>
            <p:cNvPr id="6396" name="Google Shape;6396;p478"/>
            <p:cNvSpPr/>
            <p:nvPr/>
          </p:nvSpPr>
          <p:spPr>
            <a:xfrm>
              <a:off x="2065359" y="2719834"/>
              <a:ext cx="1541700" cy="4902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800">
                  <a:latin typeface="IBM Plex Sans"/>
                  <a:ea typeface="IBM Plex Sans"/>
                  <a:cs typeface="IBM Plex Sans"/>
                  <a:sym typeface="IBM Plex Sans"/>
                </a:rPr>
                <a:t>… in homegrown systems written in COBOL, Java, .NET, and other languages</a:t>
              </a:r>
              <a:endParaRPr sz="800">
                <a:latin typeface="IBM Plex Sans"/>
                <a:ea typeface="IBM Plex Sans"/>
                <a:cs typeface="IBM Plex Sans"/>
                <a:sym typeface="IBM Plex Sans"/>
              </a:endParaRPr>
            </a:p>
          </p:txBody>
        </p:sp>
        <p:sp>
          <p:nvSpPr>
            <p:cNvPr id="6397" name="Google Shape;6397;p478"/>
            <p:cNvSpPr/>
            <p:nvPr/>
          </p:nvSpPr>
          <p:spPr>
            <a:xfrm>
              <a:off x="2065359" y="3315718"/>
              <a:ext cx="1541700" cy="4902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800">
                  <a:latin typeface="IBM Plex Sans"/>
                  <a:ea typeface="IBM Plex Sans"/>
                  <a:cs typeface="IBM Plex Sans"/>
                  <a:sym typeface="IBM Plex Sans"/>
                </a:rPr>
                <a:t>… in point solutions for RPA, document processing, etc.</a:t>
              </a:r>
              <a:endParaRPr sz="800">
                <a:latin typeface="IBM Plex Sans"/>
                <a:ea typeface="IBM Plex Sans"/>
                <a:cs typeface="IBM Plex Sans"/>
                <a:sym typeface="IBM Plex Sans"/>
              </a:endParaRPr>
            </a:p>
          </p:txBody>
        </p:sp>
        <p:sp>
          <p:nvSpPr>
            <p:cNvPr id="6398" name="Google Shape;6398;p478"/>
            <p:cNvSpPr/>
            <p:nvPr/>
          </p:nvSpPr>
          <p:spPr>
            <a:xfrm>
              <a:off x="2065350" y="3911601"/>
              <a:ext cx="1541700" cy="5532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800">
                  <a:latin typeface="IBM Plex Sans"/>
                  <a:ea typeface="IBM Plex Sans"/>
                  <a:cs typeface="IBM Plex Sans"/>
                  <a:sym typeface="IBM Plex Sans"/>
                </a:rPr>
                <a:t>… in monolithic BPM suites such as IBM, Pega, Appian, and Red Hat PAM</a:t>
              </a:r>
              <a:endParaRPr sz="800">
                <a:latin typeface="IBM Plex Sans"/>
                <a:ea typeface="IBM Plex Sans"/>
                <a:cs typeface="IBM Plex Sans"/>
                <a:sym typeface="IBM Plex Sans"/>
              </a:endParaRPr>
            </a:p>
          </p:txBody>
        </p:sp>
      </p:grpSp>
      <p:grpSp>
        <p:nvGrpSpPr>
          <p:cNvPr id="6399" name="Google Shape;6399;p478"/>
          <p:cNvGrpSpPr/>
          <p:nvPr/>
        </p:nvGrpSpPr>
        <p:grpSpPr>
          <a:xfrm>
            <a:off x="3655675" y="1159375"/>
            <a:ext cx="1633500" cy="3305426"/>
            <a:chOff x="3655675" y="1159375"/>
            <a:chExt cx="1633500" cy="3305426"/>
          </a:xfrm>
        </p:grpSpPr>
        <p:sp>
          <p:nvSpPr>
            <p:cNvPr id="6400" name="Google Shape;6400;p478"/>
            <p:cNvSpPr/>
            <p:nvPr/>
          </p:nvSpPr>
          <p:spPr>
            <a:xfrm rot="10800000" flipH="1">
              <a:off x="4436952" y="1516927"/>
              <a:ext cx="107647" cy="344229"/>
            </a:xfrm>
            <a:custGeom>
              <a:avLst/>
              <a:gdLst/>
              <a:ahLst/>
              <a:cxnLst/>
              <a:rect l="l" t="t" r="r" b="b"/>
              <a:pathLst>
                <a:path w="4930" h="15765" extrusionOk="0">
                  <a:moveTo>
                    <a:pt x="2465" y="0"/>
                  </a:moveTo>
                  <a:cubicBezTo>
                    <a:pt x="1096" y="0"/>
                    <a:pt x="1" y="1108"/>
                    <a:pt x="1" y="2477"/>
                  </a:cubicBezTo>
                  <a:cubicBezTo>
                    <a:pt x="1" y="3727"/>
                    <a:pt x="965" y="4763"/>
                    <a:pt x="2156" y="4918"/>
                  </a:cubicBezTo>
                  <a:lnTo>
                    <a:pt x="2156" y="15764"/>
                  </a:lnTo>
                  <a:lnTo>
                    <a:pt x="2751" y="15764"/>
                  </a:lnTo>
                  <a:lnTo>
                    <a:pt x="2751" y="4918"/>
                  </a:lnTo>
                  <a:cubicBezTo>
                    <a:pt x="4096" y="4763"/>
                    <a:pt x="4930" y="3727"/>
                    <a:pt x="4930" y="2477"/>
                  </a:cubicBezTo>
                  <a:cubicBezTo>
                    <a:pt x="4930" y="1108"/>
                    <a:pt x="3834" y="0"/>
                    <a:pt x="2465" y="0"/>
                  </a:cubicBezTo>
                  <a:close/>
                </a:path>
              </a:pathLst>
            </a:custGeom>
            <a:solidFill>
              <a:srgbClr val="FCBD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latin typeface="IBM Plex Sans"/>
                <a:ea typeface="IBM Plex Sans"/>
                <a:cs typeface="IBM Plex Sans"/>
                <a:sym typeface="IBM Plex Sans"/>
              </a:endParaRPr>
            </a:p>
          </p:txBody>
        </p:sp>
        <p:sp>
          <p:nvSpPr>
            <p:cNvPr id="6401" name="Google Shape;6401;p478"/>
            <p:cNvSpPr/>
            <p:nvPr/>
          </p:nvSpPr>
          <p:spPr>
            <a:xfrm>
              <a:off x="3660009" y="1810425"/>
              <a:ext cx="1596791" cy="171359"/>
            </a:xfrm>
            <a:custGeom>
              <a:avLst/>
              <a:gdLst/>
              <a:ahLst/>
              <a:cxnLst/>
              <a:rect l="l" t="t" r="r" b="b"/>
              <a:pathLst>
                <a:path w="63974" h="7847" extrusionOk="0">
                  <a:moveTo>
                    <a:pt x="2668" y="703"/>
                  </a:moveTo>
                  <a:cubicBezTo>
                    <a:pt x="2418" y="846"/>
                    <a:pt x="2168" y="1179"/>
                    <a:pt x="1918" y="1429"/>
                  </a:cubicBezTo>
                  <a:lnTo>
                    <a:pt x="1334" y="703"/>
                  </a:lnTo>
                  <a:close/>
                  <a:moveTo>
                    <a:pt x="4228" y="703"/>
                  </a:moveTo>
                  <a:cubicBezTo>
                    <a:pt x="3692" y="1143"/>
                    <a:pt x="3168" y="1774"/>
                    <a:pt x="2632" y="2322"/>
                  </a:cubicBezTo>
                  <a:lnTo>
                    <a:pt x="2037" y="1572"/>
                  </a:lnTo>
                  <a:cubicBezTo>
                    <a:pt x="2347" y="1262"/>
                    <a:pt x="2668" y="1000"/>
                    <a:pt x="2978" y="703"/>
                  </a:cubicBezTo>
                  <a:close/>
                  <a:moveTo>
                    <a:pt x="6204" y="703"/>
                  </a:moveTo>
                  <a:cubicBezTo>
                    <a:pt x="5287" y="1596"/>
                    <a:pt x="4382" y="2477"/>
                    <a:pt x="3490" y="3394"/>
                  </a:cubicBezTo>
                  <a:lnTo>
                    <a:pt x="2906" y="2655"/>
                  </a:lnTo>
                  <a:cubicBezTo>
                    <a:pt x="3573" y="2001"/>
                    <a:pt x="4228" y="1298"/>
                    <a:pt x="4883" y="703"/>
                  </a:cubicBezTo>
                  <a:close/>
                  <a:moveTo>
                    <a:pt x="22135" y="703"/>
                  </a:moveTo>
                  <a:cubicBezTo>
                    <a:pt x="19968" y="2786"/>
                    <a:pt x="17825" y="5037"/>
                    <a:pt x="15670" y="7239"/>
                  </a:cubicBezTo>
                  <a:lnTo>
                    <a:pt x="14205" y="7227"/>
                  </a:lnTo>
                  <a:cubicBezTo>
                    <a:pt x="16467" y="5025"/>
                    <a:pt x="18753" y="2786"/>
                    <a:pt x="21039" y="703"/>
                  </a:cubicBezTo>
                  <a:close/>
                  <a:moveTo>
                    <a:pt x="54067" y="703"/>
                  </a:moveTo>
                  <a:cubicBezTo>
                    <a:pt x="51829" y="2786"/>
                    <a:pt x="49579" y="5049"/>
                    <a:pt x="47316" y="7239"/>
                  </a:cubicBezTo>
                  <a:lnTo>
                    <a:pt x="46435" y="7227"/>
                  </a:lnTo>
                  <a:cubicBezTo>
                    <a:pt x="48567" y="5037"/>
                    <a:pt x="50698" y="2786"/>
                    <a:pt x="52829" y="703"/>
                  </a:cubicBezTo>
                  <a:close/>
                  <a:moveTo>
                    <a:pt x="61080" y="1203"/>
                  </a:moveTo>
                  <a:lnTo>
                    <a:pt x="61652" y="1941"/>
                  </a:lnTo>
                  <a:cubicBezTo>
                    <a:pt x="59949" y="3691"/>
                    <a:pt x="58258" y="5453"/>
                    <a:pt x="56591" y="7239"/>
                  </a:cubicBezTo>
                  <a:lnTo>
                    <a:pt x="55580" y="7239"/>
                  </a:lnTo>
                  <a:cubicBezTo>
                    <a:pt x="55885" y="6944"/>
                    <a:pt x="56191" y="6604"/>
                    <a:pt x="56484" y="6299"/>
                  </a:cubicBezTo>
                  <a:cubicBezTo>
                    <a:pt x="58092" y="4668"/>
                    <a:pt x="59568" y="2917"/>
                    <a:pt x="61080" y="1203"/>
                  </a:cubicBezTo>
                  <a:close/>
                  <a:moveTo>
                    <a:pt x="8014" y="703"/>
                  </a:moveTo>
                  <a:cubicBezTo>
                    <a:pt x="5847" y="2786"/>
                    <a:pt x="3704" y="5013"/>
                    <a:pt x="1585" y="7251"/>
                  </a:cubicBezTo>
                  <a:lnTo>
                    <a:pt x="1334" y="7251"/>
                  </a:lnTo>
                  <a:lnTo>
                    <a:pt x="3942" y="3941"/>
                  </a:lnTo>
                  <a:lnTo>
                    <a:pt x="3704" y="3667"/>
                  </a:lnTo>
                  <a:cubicBezTo>
                    <a:pt x="4680" y="2655"/>
                    <a:pt x="5680" y="1596"/>
                    <a:pt x="6680" y="703"/>
                  </a:cubicBezTo>
                  <a:close/>
                  <a:moveTo>
                    <a:pt x="9836" y="703"/>
                  </a:moveTo>
                  <a:cubicBezTo>
                    <a:pt x="7585" y="2786"/>
                    <a:pt x="5347" y="5013"/>
                    <a:pt x="3132" y="7251"/>
                  </a:cubicBezTo>
                  <a:lnTo>
                    <a:pt x="2073" y="7251"/>
                  </a:lnTo>
                  <a:cubicBezTo>
                    <a:pt x="4359" y="5013"/>
                    <a:pt x="6633" y="2786"/>
                    <a:pt x="8907" y="703"/>
                  </a:cubicBezTo>
                  <a:close/>
                  <a:moveTo>
                    <a:pt x="11229" y="703"/>
                  </a:moveTo>
                  <a:cubicBezTo>
                    <a:pt x="9097" y="2786"/>
                    <a:pt x="6990" y="5013"/>
                    <a:pt x="4906" y="7251"/>
                  </a:cubicBezTo>
                  <a:lnTo>
                    <a:pt x="3454" y="7251"/>
                  </a:lnTo>
                  <a:cubicBezTo>
                    <a:pt x="5692" y="5013"/>
                    <a:pt x="7931" y="2786"/>
                    <a:pt x="10157" y="703"/>
                  </a:cubicBezTo>
                  <a:close/>
                  <a:moveTo>
                    <a:pt x="13015" y="703"/>
                  </a:moveTo>
                  <a:cubicBezTo>
                    <a:pt x="10848" y="2786"/>
                    <a:pt x="8704" y="5013"/>
                    <a:pt x="6597" y="7251"/>
                  </a:cubicBezTo>
                  <a:lnTo>
                    <a:pt x="5406" y="7251"/>
                  </a:lnTo>
                  <a:cubicBezTo>
                    <a:pt x="7478" y="5013"/>
                    <a:pt x="9550" y="2786"/>
                    <a:pt x="11645" y="703"/>
                  </a:cubicBezTo>
                  <a:close/>
                  <a:moveTo>
                    <a:pt x="16027" y="703"/>
                  </a:moveTo>
                  <a:cubicBezTo>
                    <a:pt x="13753" y="2786"/>
                    <a:pt x="11431" y="5013"/>
                    <a:pt x="9145" y="7251"/>
                  </a:cubicBezTo>
                  <a:lnTo>
                    <a:pt x="7097" y="7251"/>
                  </a:lnTo>
                  <a:cubicBezTo>
                    <a:pt x="9205" y="5013"/>
                    <a:pt x="11336" y="2786"/>
                    <a:pt x="13491" y="703"/>
                  </a:cubicBezTo>
                  <a:close/>
                  <a:moveTo>
                    <a:pt x="16336" y="667"/>
                  </a:moveTo>
                  <a:lnTo>
                    <a:pt x="18372" y="679"/>
                  </a:lnTo>
                  <a:cubicBezTo>
                    <a:pt x="16063" y="2870"/>
                    <a:pt x="13741" y="5013"/>
                    <a:pt x="11455" y="7251"/>
                  </a:cubicBezTo>
                  <a:lnTo>
                    <a:pt x="9609" y="7251"/>
                  </a:lnTo>
                  <a:cubicBezTo>
                    <a:pt x="11848" y="5013"/>
                    <a:pt x="14110" y="2870"/>
                    <a:pt x="16336" y="667"/>
                  </a:cubicBezTo>
                  <a:close/>
                  <a:moveTo>
                    <a:pt x="20658" y="703"/>
                  </a:moveTo>
                  <a:cubicBezTo>
                    <a:pt x="18325" y="2786"/>
                    <a:pt x="15967" y="5013"/>
                    <a:pt x="13741" y="7251"/>
                  </a:cubicBezTo>
                  <a:lnTo>
                    <a:pt x="11836" y="7251"/>
                  </a:lnTo>
                  <a:cubicBezTo>
                    <a:pt x="14074" y="5013"/>
                    <a:pt x="16324" y="2786"/>
                    <a:pt x="18587" y="703"/>
                  </a:cubicBezTo>
                  <a:close/>
                  <a:moveTo>
                    <a:pt x="24111" y="703"/>
                  </a:moveTo>
                  <a:cubicBezTo>
                    <a:pt x="21932" y="2786"/>
                    <a:pt x="19765" y="5013"/>
                    <a:pt x="17598" y="7251"/>
                  </a:cubicBezTo>
                  <a:lnTo>
                    <a:pt x="15812" y="7251"/>
                  </a:lnTo>
                  <a:cubicBezTo>
                    <a:pt x="18015" y="5013"/>
                    <a:pt x="20230" y="2786"/>
                    <a:pt x="22432" y="703"/>
                  </a:cubicBezTo>
                  <a:close/>
                  <a:moveTo>
                    <a:pt x="25409" y="703"/>
                  </a:moveTo>
                  <a:cubicBezTo>
                    <a:pt x="23218" y="2786"/>
                    <a:pt x="21111" y="5013"/>
                    <a:pt x="19027" y="7251"/>
                  </a:cubicBezTo>
                  <a:lnTo>
                    <a:pt x="17944" y="7251"/>
                  </a:lnTo>
                  <a:cubicBezTo>
                    <a:pt x="20099" y="5013"/>
                    <a:pt x="22254" y="2786"/>
                    <a:pt x="24433" y="703"/>
                  </a:cubicBezTo>
                  <a:close/>
                  <a:moveTo>
                    <a:pt x="27945" y="703"/>
                  </a:moveTo>
                  <a:cubicBezTo>
                    <a:pt x="27445" y="1143"/>
                    <a:pt x="26945" y="1667"/>
                    <a:pt x="26445" y="2155"/>
                  </a:cubicBezTo>
                  <a:cubicBezTo>
                    <a:pt x="24730" y="3858"/>
                    <a:pt x="23004" y="5465"/>
                    <a:pt x="21277" y="7251"/>
                  </a:cubicBezTo>
                  <a:lnTo>
                    <a:pt x="19337" y="7251"/>
                  </a:lnTo>
                  <a:cubicBezTo>
                    <a:pt x="21087" y="5310"/>
                    <a:pt x="22837" y="3548"/>
                    <a:pt x="24647" y="1762"/>
                  </a:cubicBezTo>
                  <a:cubicBezTo>
                    <a:pt x="25016" y="1393"/>
                    <a:pt x="25385" y="1000"/>
                    <a:pt x="25754" y="703"/>
                  </a:cubicBezTo>
                  <a:close/>
                  <a:moveTo>
                    <a:pt x="30183" y="703"/>
                  </a:moveTo>
                  <a:cubicBezTo>
                    <a:pt x="29588" y="1298"/>
                    <a:pt x="29005" y="1893"/>
                    <a:pt x="28421" y="2501"/>
                  </a:cubicBezTo>
                  <a:cubicBezTo>
                    <a:pt x="26885" y="4096"/>
                    <a:pt x="25349" y="5608"/>
                    <a:pt x="23802" y="7251"/>
                  </a:cubicBezTo>
                  <a:lnTo>
                    <a:pt x="21468" y="7251"/>
                  </a:lnTo>
                  <a:cubicBezTo>
                    <a:pt x="22944" y="5763"/>
                    <a:pt x="24409" y="4429"/>
                    <a:pt x="25838" y="3001"/>
                  </a:cubicBezTo>
                  <a:cubicBezTo>
                    <a:pt x="26611" y="2227"/>
                    <a:pt x="27385" y="1441"/>
                    <a:pt x="28159" y="703"/>
                  </a:cubicBezTo>
                  <a:close/>
                  <a:moveTo>
                    <a:pt x="33088" y="703"/>
                  </a:moveTo>
                  <a:cubicBezTo>
                    <a:pt x="31624" y="2191"/>
                    <a:pt x="30160" y="3632"/>
                    <a:pt x="28659" y="5084"/>
                  </a:cubicBezTo>
                  <a:cubicBezTo>
                    <a:pt x="27921" y="5811"/>
                    <a:pt x="27183" y="6501"/>
                    <a:pt x="26445" y="7251"/>
                  </a:cubicBezTo>
                  <a:lnTo>
                    <a:pt x="24075" y="7251"/>
                  </a:lnTo>
                  <a:cubicBezTo>
                    <a:pt x="25576" y="5608"/>
                    <a:pt x="27076" y="4179"/>
                    <a:pt x="28552" y="2632"/>
                  </a:cubicBezTo>
                  <a:cubicBezTo>
                    <a:pt x="29183" y="1977"/>
                    <a:pt x="29814" y="1298"/>
                    <a:pt x="30457" y="703"/>
                  </a:cubicBezTo>
                  <a:close/>
                  <a:moveTo>
                    <a:pt x="35005" y="703"/>
                  </a:moveTo>
                  <a:cubicBezTo>
                    <a:pt x="33208" y="2489"/>
                    <a:pt x="31386" y="4358"/>
                    <a:pt x="29517" y="6132"/>
                  </a:cubicBezTo>
                  <a:cubicBezTo>
                    <a:pt x="29124" y="6501"/>
                    <a:pt x="28731" y="6799"/>
                    <a:pt x="28338" y="7251"/>
                  </a:cubicBezTo>
                  <a:lnTo>
                    <a:pt x="26778" y="7251"/>
                  </a:lnTo>
                  <a:cubicBezTo>
                    <a:pt x="29040" y="5013"/>
                    <a:pt x="31279" y="2786"/>
                    <a:pt x="33517" y="703"/>
                  </a:cubicBezTo>
                  <a:close/>
                  <a:moveTo>
                    <a:pt x="36315" y="703"/>
                  </a:moveTo>
                  <a:cubicBezTo>
                    <a:pt x="34577" y="2334"/>
                    <a:pt x="32838" y="4120"/>
                    <a:pt x="31088" y="5834"/>
                  </a:cubicBezTo>
                  <a:cubicBezTo>
                    <a:pt x="30612" y="6299"/>
                    <a:pt x="30124" y="6799"/>
                    <a:pt x="29636" y="7251"/>
                  </a:cubicBezTo>
                  <a:lnTo>
                    <a:pt x="28624" y="7251"/>
                  </a:lnTo>
                  <a:cubicBezTo>
                    <a:pt x="28731" y="7096"/>
                    <a:pt x="28826" y="7061"/>
                    <a:pt x="28921" y="6965"/>
                  </a:cubicBezTo>
                  <a:cubicBezTo>
                    <a:pt x="31100" y="4918"/>
                    <a:pt x="33243" y="2786"/>
                    <a:pt x="35363" y="703"/>
                  </a:cubicBezTo>
                  <a:close/>
                  <a:moveTo>
                    <a:pt x="37684" y="703"/>
                  </a:moveTo>
                  <a:cubicBezTo>
                    <a:pt x="35529" y="2786"/>
                    <a:pt x="33386" y="5013"/>
                    <a:pt x="31255" y="7251"/>
                  </a:cubicBezTo>
                  <a:lnTo>
                    <a:pt x="29898" y="7251"/>
                  </a:lnTo>
                  <a:cubicBezTo>
                    <a:pt x="30088" y="6954"/>
                    <a:pt x="30279" y="6870"/>
                    <a:pt x="30469" y="6680"/>
                  </a:cubicBezTo>
                  <a:cubicBezTo>
                    <a:pt x="32505" y="4679"/>
                    <a:pt x="34565" y="2632"/>
                    <a:pt x="36625" y="703"/>
                  </a:cubicBezTo>
                  <a:close/>
                  <a:moveTo>
                    <a:pt x="39589" y="703"/>
                  </a:moveTo>
                  <a:cubicBezTo>
                    <a:pt x="37589" y="2632"/>
                    <a:pt x="35601" y="4608"/>
                    <a:pt x="33648" y="6596"/>
                  </a:cubicBezTo>
                  <a:cubicBezTo>
                    <a:pt x="33434" y="6811"/>
                    <a:pt x="33219" y="6954"/>
                    <a:pt x="33017" y="7251"/>
                  </a:cubicBezTo>
                  <a:lnTo>
                    <a:pt x="32267" y="7251"/>
                  </a:lnTo>
                  <a:cubicBezTo>
                    <a:pt x="34410" y="5013"/>
                    <a:pt x="36553" y="2786"/>
                    <a:pt x="38684" y="703"/>
                  </a:cubicBezTo>
                  <a:close/>
                  <a:moveTo>
                    <a:pt x="41542" y="703"/>
                  </a:moveTo>
                  <a:cubicBezTo>
                    <a:pt x="39363" y="2786"/>
                    <a:pt x="37196" y="5013"/>
                    <a:pt x="35005" y="7251"/>
                  </a:cubicBezTo>
                  <a:lnTo>
                    <a:pt x="33327" y="7251"/>
                  </a:lnTo>
                  <a:cubicBezTo>
                    <a:pt x="33481" y="7096"/>
                    <a:pt x="33648" y="6930"/>
                    <a:pt x="33803" y="6763"/>
                  </a:cubicBezTo>
                  <a:cubicBezTo>
                    <a:pt x="35803" y="4703"/>
                    <a:pt x="37899" y="2632"/>
                    <a:pt x="39994" y="703"/>
                  </a:cubicBezTo>
                  <a:close/>
                  <a:moveTo>
                    <a:pt x="44316" y="703"/>
                  </a:moveTo>
                  <a:cubicBezTo>
                    <a:pt x="42018" y="2786"/>
                    <a:pt x="39708" y="5013"/>
                    <a:pt x="37422" y="7251"/>
                  </a:cubicBezTo>
                  <a:lnTo>
                    <a:pt x="35446" y="7251"/>
                  </a:lnTo>
                  <a:cubicBezTo>
                    <a:pt x="37672" y="5013"/>
                    <a:pt x="39911" y="2786"/>
                    <a:pt x="42149" y="703"/>
                  </a:cubicBezTo>
                  <a:close/>
                  <a:moveTo>
                    <a:pt x="46209" y="703"/>
                  </a:moveTo>
                  <a:cubicBezTo>
                    <a:pt x="43983" y="2786"/>
                    <a:pt x="41732" y="5013"/>
                    <a:pt x="39482" y="7251"/>
                  </a:cubicBezTo>
                  <a:lnTo>
                    <a:pt x="37684" y="7251"/>
                  </a:lnTo>
                  <a:cubicBezTo>
                    <a:pt x="39982" y="5013"/>
                    <a:pt x="42304" y="2786"/>
                    <a:pt x="44614" y="703"/>
                  </a:cubicBezTo>
                  <a:close/>
                  <a:moveTo>
                    <a:pt x="49019" y="703"/>
                  </a:moveTo>
                  <a:cubicBezTo>
                    <a:pt x="46828" y="2786"/>
                    <a:pt x="44638" y="5013"/>
                    <a:pt x="42447" y="7251"/>
                  </a:cubicBezTo>
                  <a:lnTo>
                    <a:pt x="39780" y="7251"/>
                  </a:lnTo>
                  <a:cubicBezTo>
                    <a:pt x="42042" y="5013"/>
                    <a:pt x="44292" y="2786"/>
                    <a:pt x="46531" y="703"/>
                  </a:cubicBezTo>
                  <a:close/>
                  <a:moveTo>
                    <a:pt x="50793" y="703"/>
                  </a:moveTo>
                  <a:cubicBezTo>
                    <a:pt x="50722" y="703"/>
                    <a:pt x="50650" y="846"/>
                    <a:pt x="50567" y="917"/>
                  </a:cubicBezTo>
                  <a:cubicBezTo>
                    <a:pt x="48483" y="3048"/>
                    <a:pt x="46364" y="5168"/>
                    <a:pt x="44233" y="7251"/>
                  </a:cubicBezTo>
                  <a:lnTo>
                    <a:pt x="42744" y="7251"/>
                  </a:lnTo>
                  <a:cubicBezTo>
                    <a:pt x="44959" y="5013"/>
                    <a:pt x="47185" y="2786"/>
                    <a:pt x="49400" y="703"/>
                  </a:cubicBezTo>
                  <a:close/>
                  <a:moveTo>
                    <a:pt x="52662" y="703"/>
                  </a:moveTo>
                  <a:cubicBezTo>
                    <a:pt x="51734" y="1596"/>
                    <a:pt x="50805" y="2691"/>
                    <a:pt x="49841" y="3656"/>
                  </a:cubicBezTo>
                  <a:cubicBezTo>
                    <a:pt x="48650" y="4858"/>
                    <a:pt x="47459" y="6061"/>
                    <a:pt x="46281" y="7251"/>
                  </a:cubicBezTo>
                  <a:lnTo>
                    <a:pt x="44602" y="7251"/>
                  </a:lnTo>
                  <a:cubicBezTo>
                    <a:pt x="46662" y="5168"/>
                    <a:pt x="48721" y="3167"/>
                    <a:pt x="50757" y="1108"/>
                  </a:cubicBezTo>
                  <a:cubicBezTo>
                    <a:pt x="50888" y="977"/>
                    <a:pt x="51019" y="846"/>
                    <a:pt x="51150" y="703"/>
                  </a:cubicBezTo>
                  <a:close/>
                  <a:moveTo>
                    <a:pt x="56770" y="703"/>
                  </a:moveTo>
                  <a:cubicBezTo>
                    <a:pt x="54567" y="2786"/>
                    <a:pt x="52365" y="5013"/>
                    <a:pt x="50150" y="7251"/>
                  </a:cubicBezTo>
                  <a:lnTo>
                    <a:pt x="48078" y="7251"/>
                  </a:lnTo>
                  <a:cubicBezTo>
                    <a:pt x="50269" y="5013"/>
                    <a:pt x="52448" y="2786"/>
                    <a:pt x="54627" y="703"/>
                  </a:cubicBezTo>
                  <a:close/>
                  <a:moveTo>
                    <a:pt x="58484" y="703"/>
                  </a:moveTo>
                  <a:cubicBezTo>
                    <a:pt x="56353" y="2929"/>
                    <a:pt x="54186" y="5013"/>
                    <a:pt x="51984" y="7251"/>
                  </a:cubicBezTo>
                  <a:lnTo>
                    <a:pt x="50460" y="7251"/>
                  </a:lnTo>
                  <a:cubicBezTo>
                    <a:pt x="52698" y="5013"/>
                    <a:pt x="54925" y="2786"/>
                    <a:pt x="57127" y="703"/>
                  </a:cubicBezTo>
                  <a:close/>
                  <a:moveTo>
                    <a:pt x="59639" y="703"/>
                  </a:moveTo>
                  <a:cubicBezTo>
                    <a:pt x="58211" y="2191"/>
                    <a:pt x="56794" y="3929"/>
                    <a:pt x="55329" y="5501"/>
                  </a:cubicBezTo>
                  <a:cubicBezTo>
                    <a:pt x="54782" y="6084"/>
                    <a:pt x="54234" y="6656"/>
                    <a:pt x="53674" y="7251"/>
                  </a:cubicBezTo>
                  <a:lnTo>
                    <a:pt x="52555" y="7251"/>
                  </a:lnTo>
                  <a:cubicBezTo>
                    <a:pt x="54758" y="5013"/>
                    <a:pt x="56913" y="2929"/>
                    <a:pt x="58996" y="703"/>
                  </a:cubicBezTo>
                  <a:close/>
                  <a:moveTo>
                    <a:pt x="60651" y="703"/>
                  </a:moveTo>
                  <a:lnTo>
                    <a:pt x="60890" y="977"/>
                  </a:lnTo>
                  <a:cubicBezTo>
                    <a:pt x="59366" y="2703"/>
                    <a:pt x="57901" y="4501"/>
                    <a:pt x="56329" y="6156"/>
                  </a:cubicBezTo>
                  <a:cubicBezTo>
                    <a:pt x="55984" y="6513"/>
                    <a:pt x="55627" y="6799"/>
                    <a:pt x="55270" y="7251"/>
                  </a:cubicBezTo>
                  <a:lnTo>
                    <a:pt x="53877" y="7251"/>
                  </a:lnTo>
                  <a:cubicBezTo>
                    <a:pt x="55925" y="5013"/>
                    <a:pt x="57961" y="2786"/>
                    <a:pt x="59985" y="703"/>
                  </a:cubicBezTo>
                  <a:close/>
                  <a:moveTo>
                    <a:pt x="61830" y="2167"/>
                  </a:moveTo>
                  <a:lnTo>
                    <a:pt x="62675" y="3251"/>
                  </a:lnTo>
                  <a:cubicBezTo>
                    <a:pt x="61521" y="4608"/>
                    <a:pt x="60342" y="5906"/>
                    <a:pt x="59151" y="7251"/>
                  </a:cubicBezTo>
                  <a:lnTo>
                    <a:pt x="57008" y="7251"/>
                  </a:lnTo>
                  <a:cubicBezTo>
                    <a:pt x="58604" y="5465"/>
                    <a:pt x="60211" y="3846"/>
                    <a:pt x="61830" y="2167"/>
                  </a:cubicBezTo>
                  <a:close/>
                  <a:moveTo>
                    <a:pt x="62830" y="3441"/>
                  </a:moveTo>
                  <a:lnTo>
                    <a:pt x="63164" y="3882"/>
                  </a:lnTo>
                  <a:lnTo>
                    <a:pt x="60651" y="7251"/>
                  </a:lnTo>
                  <a:lnTo>
                    <a:pt x="59520" y="7251"/>
                  </a:lnTo>
                  <a:cubicBezTo>
                    <a:pt x="60640" y="5906"/>
                    <a:pt x="61747" y="4715"/>
                    <a:pt x="62830" y="3441"/>
                  </a:cubicBezTo>
                  <a:close/>
                  <a:moveTo>
                    <a:pt x="1" y="0"/>
                  </a:moveTo>
                  <a:lnTo>
                    <a:pt x="3120" y="3917"/>
                  </a:lnTo>
                  <a:lnTo>
                    <a:pt x="1" y="7847"/>
                  </a:lnTo>
                  <a:lnTo>
                    <a:pt x="60973" y="7847"/>
                  </a:lnTo>
                  <a:lnTo>
                    <a:pt x="63973" y="3846"/>
                  </a:lnTo>
                  <a:lnTo>
                    <a:pt x="60961" y="0"/>
                  </a:lnTo>
                  <a:close/>
                </a:path>
              </a:pathLst>
            </a:custGeom>
            <a:solidFill>
              <a:srgbClr val="FCBD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latin typeface="IBM Plex Sans"/>
                <a:ea typeface="IBM Plex Sans"/>
                <a:cs typeface="IBM Plex Sans"/>
                <a:sym typeface="IBM Plex Sans"/>
              </a:endParaRPr>
            </a:p>
          </p:txBody>
        </p:sp>
        <p:sp>
          <p:nvSpPr>
            <p:cNvPr id="6402" name="Google Shape;6402;p478"/>
            <p:cNvSpPr txBox="1"/>
            <p:nvPr/>
          </p:nvSpPr>
          <p:spPr>
            <a:xfrm>
              <a:off x="3655675" y="1159375"/>
              <a:ext cx="1633500" cy="531900"/>
            </a:xfrm>
            <a:prstGeom prst="rect">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solidFill>
                    <a:schemeClr val="lt1"/>
                  </a:solidFill>
                  <a:latin typeface="IBM Plex Sans Medium"/>
                  <a:ea typeface="IBM Plex Sans Medium"/>
                  <a:cs typeface="IBM Plex Sans Medium"/>
                  <a:sym typeface="IBM Plex Sans Medium"/>
                </a:rPr>
                <a:t>Elevate processes to process orchestration layer (Camunda)</a:t>
              </a:r>
              <a:endParaRPr sz="1000">
                <a:solidFill>
                  <a:schemeClr val="lt1"/>
                </a:solidFill>
                <a:latin typeface="IBM Plex Sans Medium"/>
                <a:ea typeface="IBM Plex Sans Medium"/>
                <a:cs typeface="IBM Plex Sans Medium"/>
                <a:sym typeface="IBM Plex Sans Medium"/>
              </a:endParaRPr>
            </a:p>
          </p:txBody>
        </p:sp>
        <p:sp>
          <p:nvSpPr>
            <p:cNvPr id="6403" name="Google Shape;6403;p478"/>
            <p:cNvSpPr/>
            <p:nvPr/>
          </p:nvSpPr>
          <p:spPr>
            <a:xfrm>
              <a:off x="3673516" y="2123950"/>
              <a:ext cx="1541700" cy="4902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800">
                  <a:latin typeface="IBM Plex Sans"/>
                  <a:ea typeface="IBM Plex Sans"/>
                  <a:cs typeface="IBM Plex Sans"/>
                  <a:sym typeface="IBM Plex Sans"/>
                </a:rPr>
                <a:t>Implement process logic in Camunda, orchestrate application functions</a:t>
              </a:r>
              <a:endParaRPr sz="800">
                <a:latin typeface="IBM Plex Sans"/>
                <a:ea typeface="IBM Plex Sans"/>
                <a:cs typeface="IBM Plex Sans"/>
                <a:sym typeface="IBM Plex Sans"/>
              </a:endParaRPr>
            </a:p>
          </p:txBody>
        </p:sp>
        <p:sp>
          <p:nvSpPr>
            <p:cNvPr id="6404" name="Google Shape;6404;p478"/>
            <p:cNvSpPr/>
            <p:nvPr/>
          </p:nvSpPr>
          <p:spPr>
            <a:xfrm>
              <a:off x="3673516" y="2719834"/>
              <a:ext cx="1541700" cy="4902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800">
                  <a:latin typeface="IBM Plex Sans"/>
                  <a:ea typeface="IBM Plex Sans"/>
                  <a:cs typeface="IBM Plex Sans"/>
                  <a:sym typeface="IBM Plex Sans"/>
                </a:rPr>
                <a:t>Integrate into true end-to-end business processes</a:t>
              </a:r>
              <a:endParaRPr sz="800">
                <a:latin typeface="IBM Plex Sans"/>
                <a:ea typeface="IBM Plex Sans"/>
                <a:cs typeface="IBM Plex Sans"/>
                <a:sym typeface="IBM Plex Sans"/>
              </a:endParaRPr>
            </a:p>
          </p:txBody>
        </p:sp>
        <p:sp>
          <p:nvSpPr>
            <p:cNvPr id="6405" name="Google Shape;6405;p478"/>
            <p:cNvSpPr/>
            <p:nvPr/>
          </p:nvSpPr>
          <p:spPr>
            <a:xfrm>
              <a:off x="3673501" y="3315718"/>
              <a:ext cx="1541700" cy="4902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800">
                  <a:latin typeface="IBM Plex Sans"/>
                  <a:ea typeface="IBM Plex Sans"/>
                  <a:cs typeface="IBM Plex Sans"/>
                  <a:sym typeface="IBM Plex Sans"/>
                </a:rPr>
                <a:t>Leverage Camunda Copilot to convert hard-coded processes into BPMN</a:t>
              </a:r>
              <a:endParaRPr sz="800">
                <a:latin typeface="IBM Plex Sans"/>
                <a:ea typeface="IBM Plex Sans"/>
                <a:cs typeface="IBM Plex Sans"/>
                <a:sym typeface="IBM Plex Sans"/>
              </a:endParaRPr>
            </a:p>
          </p:txBody>
        </p:sp>
        <p:sp>
          <p:nvSpPr>
            <p:cNvPr id="6406" name="Google Shape;6406;p478"/>
            <p:cNvSpPr/>
            <p:nvPr/>
          </p:nvSpPr>
          <p:spPr>
            <a:xfrm>
              <a:off x="3673518" y="3911601"/>
              <a:ext cx="1541700" cy="5532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800">
                  <a:solidFill>
                    <a:schemeClr val="dk1"/>
                  </a:solidFill>
                  <a:latin typeface="IBM Plex Sans"/>
                  <a:ea typeface="IBM Plex Sans"/>
                  <a:cs typeface="IBM Plex Sans"/>
                  <a:sym typeface="IBM Plex Sans"/>
                </a:rPr>
                <a:t>Consider leveraging existing migrations as an opportunity (for example, SAP S/4HANA)</a:t>
              </a:r>
              <a:endParaRPr sz="800">
                <a:latin typeface="IBM Plex Sans"/>
                <a:ea typeface="IBM Plex Sans"/>
                <a:cs typeface="IBM Plex Sans"/>
                <a:sym typeface="IBM Plex Sans"/>
              </a:endParaRPr>
            </a:p>
          </p:txBody>
        </p:sp>
      </p:grpSp>
      <p:grpSp>
        <p:nvGrpSpPr>
          <p:cNvPr id="6407" name="Google Shape;6407;p478"/>
          <p:cNvGrpSpPr/>
          <p:nvPr/>
        </p:nvGrpSpPr>
        <p:grpSpPr>
          <a:xfrm>
            <a:off x="5261138" y="1159325"/>
            <a:ext cx="1597066" cy="2645822"/>
            <a:chOff x="5261138" y="1159325"/>
            <a:chExt cx="1597066" cy="2645822"/>
          </a:xfrm>
        </p:grpSpPr>
        <p:sp>
          <p:nvSpPr>
            <p:cNvPr id="6408" name="Google Shape;6408;p478"/>
            <p:cNvSpPr/>
            <p:nvPr/>
          </p:nvSpPr>
          <p:spPr>
            <a:xfrm>
              <a:off x="5276008" y="3314947"/>
              <a:ext cx="1541700" cy="4902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800">
                  <a:latin typeface="IBM Plex Sans"/>
                  <a:ea typeface="IBM Plex Sans"/>
                  <a:cs typeface="IBM Plex Sans"/>
                  <a:sym typeface="IBM Plex Sans"/>
                </a:rPr>
                <a:t>Develop custom connectors</a:t>
              </a:r>
              <a:endParaRPr sz="800">
                <a:latin typeface="IBM Plex Sans"/>
                <a:ea typeface="IBM Plex Sans"/>
                <a:cs typeface="IBM Plex Sans"/>
                <a:sym typeface="IBM Plex Sans"/>
              </a:endParaRPr>
            </a:p>
          </p:txBody>
        </p:sp>
        <p:sp>
          <p:nvSpPr>
            <p:cNvPr id="6409" name="Google Shape;6409;p478"/>
            <p:cNvSpPr/>
            <p:nvPr/>
          </p:nvSpPr>
          <p:spPr>
            <a:xfrm>
              <a:off x="5990350" y="1516927"/>
              <a:ext cx="107385" cy="348377"/>
            </a:xfrm>
            <a:custGeom>
              <a:avLst/>
              <a:gdLst/>
              <a:ahLst/>
              <a:cxnLst/>
              <a:rect l="l" t="t" r="r" b="b"/>
              <a:pathLst>
                <a:path w="4918" h="15955" extrusionOk="0">
                  <a:moveTo>
                    <a:pt x="2144" y="0"/>
                  </a:moveTo>
                  <a:lnTo>
                    <a:pt x="2144" y="11025"/>
                  </a:lnTo>
                  <a:cubicBezTo>
                    <a:pt x="953" y="11192"/>
                    <a:pt x="0" y="12228"/>
                    <a:pt x="0" y="13478"/>
                  </a:cubicBezTo>
                  <a:cubicBezTo>
                    <a:pt x="0" y="14847"/>
                    <a:pt x="1108" y="15955"/>
                    <a:pt x="2477" y="15955"/>
                  </a:cubicBezTo>
                  <a:cubicBezTo>
                    <a:pt x="3846" y="15955"/>
                    <a:pt x="4918" y="14847"/>
                    <a:pt x="4918" y="13478"/>
                  </a:cubicBezTo>
                  <a:cubicBezTo>
                    <a:pt x="4918" y="12228"/>
                    <a:pt x="4084" y="11192"/>
                    <a:pt x="2739" y="11025"/>
                  </a:cubicBezTo>
                  <a:lnTo>
                    <a:pt x="2739" y="0"/>
                  </a:lnTo>
                  <a:close/>
                </a:path>
              </a:pathLst>
            </a:custGeom>
            <a:solidFill>
              <a:srgbClr val="4949E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latin typeface="IBM Plex Sans"/>
                <a:ea typeface="IBM Plex Sans"/>
                <a:cs typeface="IBM Plex Sans"/>
                <a:sym typeface="IBM Plex Sans"/>
              </a:endParaRPr>
            </a:p>
          </p:txBody>
        </p:sp>
        <p:sp>
          <p:nvSpPr>
            <p:cNvPr id="6410" name="Google Shape;6410;p478"/>
            <p:cNvSpPr/>
            <p:nvPr/>
          </p:nvSpPr>
          <p:spPr>
            <a:xfrm>
              <a:off x="5261138" y="1810425"/>
              <a:ext cx="1597066" cy="171359"/>
            </a:xfrm>
            <a:custGeom>
              <a:avLst/>
              <a:gdLst/>
              <a:ahLst/>
              <a:cxnLst/>
              <a:rect l="l" t="t" r="r" b="b"/>
              <a:pathLst>
                <a:path w="63985" h="7847" extrusionOk="0">
                  <a:moveTo>
                    <a:pt x="2680" y="703"/>
                  </a:moveTo>
                  <a:cubicBezTo>
                    <a:pt x="2418" y="846"/>
                    <a:pt x="2168" y="1179"/>
                    <a:pt x="1918" y="1429"/>
                  </a:cubicBezTo>
                  <a:lnTo>
                    <a:pt x="1334" y="703"/>
                  </a:lnTo>
                  <a:close/>
                  <a:moveTo>
                    <a:pt x="4239" y="703"/>
                  </a:moveTo>
                  <a:cubicBezTo>
                    <a:pt x="3704" y="1143"/>
                    <a:pt x="3168" y="1774"/>
                    <a:pt x="2632" y="2322"/>
                  </a:cubicBezTo>
                  <a:lnTo>
                    <a:pt x="2049" y="1572"/>
                  </a:lnTo>
                  <a:cubicBezTo>
                    <a:pt x="2358" y="1262"/>
                    <a:pt x="2668" y="1000"/>
                    <a:pt x="2977" y="703"/>
                  </a:cubicBezTo>
                  <a:close/>
                  <a:moveTo>
                    <a:pt x="6216" y="703"/>
                  </a:moveTo>
                  <a:cubicBezTo>
                    <a:pt x="5299" y="1596"/>
                    <a:pt x="4382" y="2477"/>
                    <a:pt x="3489" y="3394"/>
                  </a:cubicBezTo>
                  <a:lnTo>
                    <a:pt x="2918" y="2655"/>
                  </a:lnTo>
                  <a:cubicBezTo>
                    <a:pt x="3573" y="2001"/>
                    <a:pt x="4228" y="1298"/>
                    <a:pt x="4882" y="703"/>
                  </a:cubicBezTo>
                  <a:close/>
                  <a:moveTo>
                    <a:pt x="22135" y="703"/>
                  </a:moveTo>
                  <a:cubicBezTo>
                    <a:pt x="19968" y="2786"/>
                    <a:pt x="17825" y="5037"/>
                    <a:pt x="15669" y="7239"/>
                  </a:cubicBezTo>
                  <a:lnTo>
                    <a:pt x="14205" y="7227"/>
                  </a:lnTo>
                  <a:cubicBezTo>
                    <a:pt x="16467" y="5025"/>
                    <a:pt x="18753" y="2786"/>
                    <a:pt x="21039" y="703"/>
                  </a:cubicBezTo>
                  <a:close/>
                  <a:moveTo>
                    <a:pt x="54079" y="703"/>
                  </a:moveTo>
                  <a:cubicBezTo>
                    <a:pt x="51829" y="2786"/>
                    <a:pt x="49578" y="5049"/>
                    <a:pt x="47316" y="7239"/>
                  </a:cubicBezTo>
                  <a:lnTo>
                    <a:pt x="46447" y="7227"/>
                  </a:lnTo>
                  <a:cubicBezTo>
                    <a:pt x="48566" y="5037"/>
                    <a:pt x="50698" y="2786"/>
                    <a:pt x="52841" y="703"/>
                  </a:cubicBezTo>
                  <a:close/>
                  <a:moveTo>
                    <a:pt x="61080" y="1203"/>
                  </a:moveTo>
                  <a:lnTo>
                    <a:pt x="61651" y="1941"/>
                  </a:lnTo>
                  <a:cubicBezTo>
                    <a:pt x="59949" y="3691"/>
                    <a:pt x="58270" y="5453"/>
                    <a:pt x="56591" y="7239"/>
                  </a:cubicBezTo>
                  <a:lnTo>
                    <a:pt x="55580" y="7239"/>
                  </a:lnTo>
                  <a:cubicBezTo>
                    <a:pt x="55885" y="6944"/>
                    <a:pt x="56191" y="6604"/>
                    <a:pt x="56496" y="6299"/>
                  </a:cubicBezTo>
                  <a:cubicBezTo>
                    <a:pt x="58091" y="4668"/>
                    <a:pt x="59568" y="2917"/>
                    <a:pt x="61080" y="1203"/>
                  </a:cubicBezTo>
                  <a:close/>
                  <a:moveTo>
                    <a:pt x="8014" y="703"/>
                  </a:moveTo>
                  <a:cubicBezTo>
                    <a:pt x="5847" y="2786"/>
                    <a:pt x="3704" y="5013"/>
                    <a:pt x="1584" y="7251"/>
                  </a:cubicBezTo>
                  <a:lnTo>
                    <a:pt x="1334" y="7251"/>
                  </a:lnTo>
                  <a:lnTo>
                    <a:pt x="3942" y="3941"/>
                  </a:lnTo>
                  <a:lnTo>
                    <a:pt x="3704" y="3667"/>
                  </a:lnTo>
                  <a:cubicBezTo>
                    <a:pt x="4692" y="2655"/>
                    <a:pt x="5680" y="1596"/>
                    <a:pt x="6680" y="703"/>
                  </a:cubicBezTo>
                  <a:close/>
                  <a:moveTo>
                    <a:pt x="9835" y="703"/>
                  </a:moveTo>
                  <a:cubicBezTo>
                    <a:pt x="7585" y="2786"/>
                    <a:pt x="5347" y="5013"/>
                    <a:pt x="3132" y="7251"/>
                  </a:cubicBezTo>
                  <a:lnTo>
                    <a:pt x="2073" y="7251"/>
                  </a:lnTo>
                  <a:cubicBezTo>
                    <a:pt x="4359" y="5013"/>
                    <a:pt x="6633" y="2786"/>
                    <a:pt x="8907" y="703"/>
                  </a:cubicBezTo>
                  <a:close/>
                  <a:moveTo>
                    <a:pt x="11228" y="703"/>
                  </a:moveTo>
                  <a:cubicBezTo>
                    <a:pt x="9097" y="2786"/>
                    <a:pt x="6990" y="5013"/>
                    <a:pt x="4906" y="7251"/>
                  </a:cubicBezTo>
                  <a:lnTo>
                    <a:pt x="3454" y="7251"/>
                  </a:lnTo>
                  <a:cubicBezTo>
                    <a:pt x="5692" y="5013"/>
                    <a:pt x="7930" y="2786"/>
                    <a:pt x="10169" y="703"/>
                  </a:cubicBezTo>
                  <a:close/>
                  <a:moveTo>
                    <a:pt x="13014" y="703"/>
                  </a:moveTo>
                  <a:cubicBezTo>
                    <a:pt x="10859" y="2786"/>
                    <a:pt x="8704" y="5013"/>
                    <a:pt x="6609" y="7251"/>
                  </a:cubicBezTo>
                  <a:lnTo>
                    <a:pt x="5406" y="7251"/>
                  </a:lnTo>
                  <a:cubicBezTo>
                    <a:pt x="7478" y="5013"/>
                    <a:pt x="9550" y="2786"/>
                    <a:pt x="11645" y="703"/>
                  </a:cubicBezTo>
                  <a:close/>
                  <a:moveTo>
                    <a:pt x="16027" y="703"/>
                  </a:moveTo>
                  <a:cubicBezTo>
                    <a:pt x="13753" y="2786"/>
                    <a:pt x="11431" y="5013"/>
                    <a:pt x="9145" y="7251"/>
                  </a:cubicBezTo>
                  <a:lnTo>
                    <a:pt x="7097" y="7251"/>
                  </a:lnTo>
                  <a:cubicBezTo>
                    <a:pt x="9204" y="5013"/>
                    <a:pt x="11336" y="2786"/>
                    <a:pt x="13491" y="703"/>
                  </a:cubicBezTo>
                  <a:close/>
                  <a:moveTo>
                    <a:pt x="16336" y="667"/>
                  </a:moveTo>
                  <a:lnTo>
                    <a:pt x="18372" y="679"/>
                  </a:lnTo>
                  <a:cubicBezTo>
                    <a:pt x="16062" y="2870"/>
                    <a:pt x="13741" y="5013"/>
                    <a:pt x="11455" y="7251"/>
                  </a:cubicBezTo>
                  <a:lnTo>
                    <a:pt x="9609" y="7251"/>
                  </a:lnTo>
                  <a:cubicBezTo>
                    <a:pt x="11848" y="5013"/>
                    <a:pt x="14110" y="2870"/>
                    <a:pt x="16336" y="667"/>
                  </a:cubicBezTo>
                  <a:close/>
                  <a:moveTo>
                    <a:pt x="20658" y="703"/>
                  </a:moveTo>
                  <a:cubicBezTo>
                    <a:pt x="18325" y="2786"/>
                    <a:pt x="15967" y="5013"/>
                    <a:pt x="13741" y="7251"/>
                  </a:cubicBezTo>
                  <a:lnTo>
                    <a:pt x="11836" y="7251"/>
                  </a:lnTo>
                  <a:cubicBezTo>
                    <a:pt x="14074" y="5013"/>
                    <a:pt x="16324" y="2786"/>
                    <a:pt x="18587" y="703"/>
                  </a:cubicBezTo>
                  <a:close/>
                  <a:moveTo>
                    <a:pt x="24111" y="703"/>
                  </a:moveTo>
                  <a:cubicBezTo>
                    <a:pt x="21932" y="2786"/>
                    <a:pt x="19765" y="5013"/>
                    <a:pt x="17610" y="7251"/>
                  </a:cubicBezTo>
                  <a:lnTo>
                    <a:pt x="15812" y="7251"/>
                  </a:lnTo>
                  <a:cubicBezTo>
                    <a:pt x="18015" y="5013"/>
                    <a:pt x="20230" y="2786"/>
                    <a:pt x="22432" y="703"/>
                  </a:cubicBezTo>
                  <a:close/>
                  <a:moveTo>
                    <a:pt x="25409" y="703"/>
                  </a:moveTo>
                  <a:cubicBezTo>
                    <a:pt x="23230" y="2786"/>
                    <a:pt x="21111" y="5013"/>
                    <a:pt x="19027" y="7251"/>
                  </a:cubicBezTo>
                  <a:lnTo>
                    <a:pt x="17944" y="7251"/>
                  </a:lnTo>
                  <a:cubicBezTo>
                    <a:pt x="20099" y="5013"/>
                    <a:pt x="22266" y="2786"/>
                    <a:pt x="24432" y="703"/>
                  </a:cubicBezTo>
                  <a:close/>
                  <a:moveTo>
                    <a:pt x="27945" y="703"/>
                  </a:moveTo>
                  <a:cubicBezTo>
                    <a:pt x="27445" y="1143"/>
                    <a:pt x="26945" y="1667"/>
                    <a:pt x="26445" y="2155"/>
                  </a:cubicBezTo>
                  <a:cubicBezTo>
                    <a:pt x="24730" y="3858"/>
                    <a:pt x="23004" y="5465"/>
                    <a:pt x="21277" y="7251"/>
                  </a:cubicBezTo>
                  <a:lnTo>
                    <a:pt x="19337" y="7251"/>
                  </a:lnTo>
                  <a:cubicBezTo>
                    <a:pt x="21087" y="5310"/>
                    <a:pt x="22837" y="3548"/>
                    <a:pt x="24647" y="1762"/>
                  </a:cubicBezTo>
                  <a:cubicBezTo>
                    <a:pt x="25016" y="1393"/>
                    <a:pt x="25385" y="1000"/>
                    <a:pt x="25754" y="703"/>
                  </a:cubicBezTo>
                  <a:close/>
                  <a:moveTo>
                    <a:pt x="30183" y="703"/>
                  </a:moveTo>
                  <a:cubicBezTo>
                    <a:pt x="29588" y="1298"/>
                    <a:pt x="29004" y="1893"/>
                    <a:pt x="28421" y="2501"/>
                  </a:cubicBezTo>
                  <a:cubicBezTo>
                    <a:pt x="26897" y="4096"/>
                    <a:pt x="25349" y="5608"/>
                    <a:pt x="23801" y="7251"/>
                  </a:cubicBezTo>
                  <a:lnTo>
                    <a:pt x="21468" y="7251"/>
                  </a:lnTo>
                  <a:cubicBezTo>
                    <a:pt x="22944" y="5763"/>
                    <a:pt x="24409" y="4429"/>
                    <a:pt x="25837" y="3001"/>
                  </a:cubicBezTo>
                  <a:cubicBezTo>
                    <a:pt x="26611" y="2227"/>
                    <a:pt x="27385" y="1441"/>
                    <a:pt x="28171" y="703"/>
                  </a:cubicBezTo>
                  <a:close/>
                  <a:moveTo>
                    <a:pt x="33100" y="703"/>
                  </a:moveTo>
                  <a:cubicBezTo>
                    <a:pt x="31624" y="2191"/>
                    <a:pt x="30159" y="3632"/>
                    <a:pt x="28671" y="5084"/>
                  </a:cubicBezTo>
                  <a:cubicBezTo>
                    <a:pt x="27933" y="5811"/>
                    <a:pt x="27195" y="6501"/>
                    <a:pt x="26457" y="7251"/>
                  </a:cubicBezTo>
                  <a:lnTo>
                    <a:pt x="24087" y="7251"/>
                  </a:lnTo>
                  <a:cubicBezTo>
                    <a:pt x="25575" y="5608"/>
                    <a:pt x="27076" y="4179"/>
                    <a:pt x="28552" y="2632"/>
                  </a:cubicBezTo>
                  <a:cubicBezTo>
                    <a:pt x="29183" y="1977"/>
                    <a:pt x="29814" y="1298"/>
                    <a:pt x="30457" y="703"/>
                  </a:cubicBezTo>
                  <a:close/>
                  <a:moveTo>
                    <a:pt x="35005" y="703"/>
                  </a:moveTo>
                  <a:cubicBezTo>
                    <a:pt x="33207" y="2489"/>
                    <a:pt x="31386" y="4358"/>
                    <a:pt x="29516" y="6132"/>
                  </a:cubicBezTo>
                  <a:cubicBezTo>
                    <a:pt x="29124" y="6501"/>
                    <a:pt x="28731" y="6799"/>
                    <a:pt x="28350" y="7251"/>
                  </a:cubicBezTo>
                  <a:lnTo>
                    <a:pt x="26778" y="7251"/>
                  </a:lnTo>
                  <a:cubicBezTo>
                    <a:pt x="29040" y="5013"/>
                    <a:pt x="31290" y="2786"/>
                    <a:pt x="33517" y="703"/>
                  </a:cubicBezTo>
                  <a:close/>
                  <a:moveTo>
                    <a:pt x="36315" y="703"/>
                  </a:moveTo>
                  <a:cubicBezTo>
                    <a:pt x="34577" y="2334"/>
                    <a:pt x="32838" y="4120"/>
                    <a:pt x="31088" y="5834"/>
                  </a:cubicBezTo>
                  <a:cubicBezTo>
                    <a:pt x="30612" y="6299"/>
                    <a:pt x="30124" y="6799"/>
                    <a:pt x="29647" y="7251"/>
                  </a:cubicBezTo>
                  <a:lnTo>
                    <a:pt x="28635" y="7251"/>
                  </a:lnTo>
                  <a:cubicBezTo>
                    <a:pt x="28731" y="7096"/>
                    <a:pt x="28826" y="7061"/>
                    <a:pt x="28921" y="6965"/>
                  </a:cubicBezTo>
                  <a:cubicBezTo>
                    <a:pt x="31100" y="4918"/>
                    <a:pt x="33243" y="2786"/>
                    <a:pt x="35362" y="703"/>
                  </a:cubicBezTo>
                  <a:close/>
                  <a:moveTo>
                    <a:pt x="37684" y="703"/>
                  </a:moveTo>
                  <a:cubicBezTo>
                    <a:pt x="35541" y="2786"/>
                    <a:pt x="33398" y="5013"/>
                    <a:pt x="31255" y="7251"/>
                  </a:cubicBezTo>
                  <a:lnTo>
                    <a:pt x="29897" y="7251"/>
                  </a:lnTo>
                  <a:cubicBezTo>
                    <a:pt x="30088" y="6954"/>
                    <a:pt x="30278" y="6870"/>
                    <a:pt x="30469" y="6680"/>
                  </a:cubicBezTo>
                  <a:cubicBezTo>
                    <a:pt x="32517" y="4679"/>
                    <a:pt x="34565" y="2632"/>
                    <a:pt x="36624" y="703"/>
                  </a:cubicBezTo>
                  <a:close/>
                  <a:moveTo>
                    <a:pt x="39589" y="703"/>
                  </a:moveTo>
                  <a:cubicBezTo>
                    <a:pt x="37589" y="2632"/>
                    <a:pt x="35601" y="4608"/>
                    <a:pt x="33648" y="6596"/>
                  </a:cubicBezTo>
                  <a:cubicBezTo>
                    <a:pt x="33434" y="6811"/>
                    <a:pt x="33231" y="6954"/>
                    <a:pt x="33017" y="7251"/>
                  </a:cubicBezTo>
                  <a:lnTo>
                    <a:pt x="32267" y="7251"/>
                  </a:lnTo>
                  <a:cubicBezTo>
                    <a:pt x="34422" y="5013"/>
                    <a:pt x="36553" y="2786"/>
                    <a:pt x="38684" y="703"/>
                  </a:cubicBezTo>
                  <a:close/>
                  <a:moveTo>
                    <a:pt x="41542" y="703"/>
                  </a:moveTo>
                  <a:cubicBezTo>
                    <a:pt x="39363" y="2786"/>
                    <a:pt x="37196" y="5013"/>
                    <a:pt x="35005" y="7251"/>
                  </a:cubicBezTo>
                  <a:lnTo>
                    <a:pt x="33326" y="7251"/>
                  </a:lnTo>
                  <a:cubicBezTo>
                    <a:pt x="33493" y="7096"/>
                    <a:pt x="33648" y="6930"/>
                    <a:pt x="33803" y="6763"/>
                  </a:cubicBezTo>
                  <a:cubicBezTo>
                    <a:pt x="35815" y="4703"/>
                    <a:pt x="37898" y="2632"/>
                    <a:pt x="39994" y="703"/>
                  </a:cubicBezTo>
                  <a:close/>
                  <a:moveTo>
                    <a:pt x="44328" y="703"/>
                  </a:moveTo>
                  <a:cubicBezTo>
                    <a:pt x="42030" y="2786"/>
                    <a:pt x="39720" y="5013"/>
                    <a:pt x="37422" y="7251"/>
                  </a:cubicBezTo>
                  <a:lnTo>
                    <a:pt x="35446" y="7251"/>
                  </a:lnTo>
                  <a:cubicBezTo>
                    <a:pt x="37672" y="5013"/>
                    <a:pt x="39911" y="2786"/>
                    <a:pt x="42149" y="703"/>
                  </a:cubicBezTo>
                  <a:close/>
                  <a:moveTo>
                    <a:pt x="46209" y="703"/>
                  </a:moveTo>
                  <a:cubicBezTo>
                    <a:pt x="43983" y="2786"/>
                    <a:pt x="41744" y="5013"/>
                    <a:pt x="39482" y="7251"/>
                  </a:cubicBezTo>
                  <a:lnTo>
                    <a:pt x="37684" y="7251"/>
                  </a:lnTo>
                  <a:cubicBezTo>
                    <a:pt x="39994" y="5013"/>
                    <a:pt x="42304" y="2786"/>
                    <a:pt x="44614" y="703"/>
                  </a:cubicBezTo>
                  <a:close/>
                  <a:moveTo>
                    <a:pt x="49031" y="703"/>
                  </a:moveTo>
                  <a:cubicBezTo>
                    <a:pt x="46828" y="2786"/>
                    <a:pt x="44637" y="5013"/>
                    <a:pt x="42447" y="7251"/>
                  </a:cubicBezTo>
                  <a:lnTo>
                    <a:pt x="39780" y="7251"/>
                  </a:lnTo>
                  <a:cubicBezTo>
                    <a:pt x="42054" y="5013"/>
                    <a:pt x="44292" y="2786"/>
                    <a:pt x="46530" y="703"/>
                  </a:cubicBezTo>
                  <a:close/>
                  <a:moveTo>
                    <a:pt x="50793" y="703"/>
                  </a:moveTo>
                  <a:cubicBezTo>
                    <a:pt x="50721" y="703"/>
                    <a:pt x="50650" y="846"/>
                    <a:pt x="50579" y="917"/>
                  </a:cubicBezTo>
                  <a:cubicBezTo>
                    <a:pt x="48483" y="3048"/>
                    <a:pt x="46364" y="5168"/>
                    <a:pt x="44244" y="7251"/>
                  </a:cubicBezTo>
                  <a:lnTo>
                    <a:pt x="42744" y="7251"/>
                  </a:lnTo>
                  <a:cubicBezTo>
                    <a:pt x="44971" y="5013"/>
                    <a:pt x="47185" y="2786"/>
                    <a:pt x="49412" y="703"/>
                  </a:cubicBezTo>
                  <a:close/>
                  <a:moveTo>
                    <a:pt x="52662" y="703"/>
                  </a:moveTo>
                  <a:cubicBezTo>
                    <a:pt x="51734" y="1596"/>
                    <a:pt x="50805" y="2691"/>
                    <a:pt x="49840" y="3656"/>
                  </a:cubicBezTo>
                  <a:cubicBezTo>
                    <a:pt x="48662" y="4858"/>
                    <a:pt x="47471" y="6061"/>
                    <a:pt x="46280" y="7251"/>
                  </a:cubicBezTo>
                  <a:lnTo>
                    <a:pt x="44614" y="7251"/>
                  </a:lnTo>
                  <a:cubicBezTo>
                    <a:pt x="46661" y="5168"/>
                    <a:pt x="48721" y="3167"/>
                    <a:pt x="50757" y="1108"/>
                  </a:cubicBezTo>
                  <a:cubicBezTo>
                    <a:pt x="50888" y="977"/>
                    <a:pt x="51019" y="846"/>
                    <a:pt x="51162" y="703"/>
                  </a:cubicBezTo>
                  <a:close/>
                  <a:moveTo>
                    <a:pt x="56770" y="703"/>
                  </a:moveTo>
                  <a:cubicBezTo>
                    <a:pt x="54567" y="2786"/>
                    <a:pt x="52376" y="5013"/>
                    <a:pt x="50150" y="7251"/>
                  </a:cubicBezTo>
                  <a:lnTo>
                    <a:pt x="48090" y="7251"/>
                  </a:lnTo>
                  <a:cubicBezTo>
                    <a:pt x="50269" y="5013"/>
                    <a:pt x="52448" y="2786"/>
                    <a:pt x="54627" y="703"/>
                  </a:cubicBezTo>
                  <a:close/>
                  <a:moveTo>
                    <a:pt x="58484" y="703"/>
                  </a:moveTo>
                  <a:cubicBezTo>
                    <a:pt x="56365" y="2929"/>
                    <a:pt x="54186" y="5013"/>
                    <a:pt x="51984" y="7251"/>
                  </a:cubicBezTo>
                  <a:lnTo>
                    <a:pt x="50471" y="7251"/>
                  </a:lnTo>
                  <a:cubicBezTo>
                    <a:pt x="52710" y="5013"/>
                    <a:pt x="54924" y="2786"/>
                    <a:pt x="57139" y="703"/>
                  </a:cubicBezTo>
                  <a:close/>
                  <a:moveTo>
                    <a:pt x="59639" y="703"/>
                  </a:moveTo>
                  <a:cubicBezTo>
                    <a:pt x="58211" y="2191"/>
                    <a:pt x="56794" y="3929"/>
                    <a:pt x="55329" y="5501"/>
                  </a:cubicBezTo>
                  <a:cubicBezTo>
                    <a:pt x="54782" y="6084"/>
                    <a:pt x="54234" y="6656"/>
                    <a:pt x="53674" y="7251"/>
                  </a:cubicBezTo>
                  <a:lnTo>
                    <a:pt x="52555" y="7251"/>
                  </a:lnTo>
                  <a:cubicBezTo>
                    <a:pt x="54758" y="5013"/>
                    <a:pt x="56913" y="2929"/>
                    <a:pt x="58996" y="703"/>
                  </a:cubicBezTo>
                  <a:close/>
                  <a:moveTo>
                    <a:pt x="60651" y="703"/>
                  </a:moveTo>
                  <a:lnTo>
                    <a:pt x="60889" y="977"/>
                  </a:lnTo>
                  <a:cubicBezTo>
                    <a:pt x="59377" y="2703"/>
                    <a:pt x="57901" y="4501"/>
                    <a:pt x="56329" y="6156"/>
                  </a:cubicBezTo>
                  <a:cubicBezTo>
                    <a:pt x="55984" y="6513"/>
                    <a:pt x="55627" y="6799"/>
                    <a:pt x="55270" y="7251"/>
                  </a:cubicBezTo>
                  <a:lnTo>
                    <a:pt x="53877" y="7251"/>
                  </a:lnTo>
                  <a:cubicBezTo>
                    <a:pt x="55925" y="5013"/>
                    <a:pt x="57960" y="2786"/>
                    <a:pt x="59985" y="703"/>
                  </a:cubicBezTo>
                  <a:close/>
                  <a:moveTo>
                    <a:pt x="61830" y="2167"/>
                  </a:moveTo>
                  <a:lnTo>
                    <a:pt x="62675" y="3251"/>
                  </a:lnTo>
                  <a:cubicBezTo>
                    <a:pt x="61532" y="4608"/>
                    <a:pt x="60354" y="5906"/>
                    <a:pt x="59151" y="7251"/>
                  </a:cubicBezTo>
                  <a:lnTo>
                    <a:pt x="57008" y="7251"/>
                  </a:lnTo>
                  <a:cubicBezTo>
                    <a:pt x="58615" y="5465"/>
                    <a:pt x="60211" y="3846"/>
                    <a:pt x="61830" y="2167"/>
                  </a:cubicBezTo>
                  <a:close/>
                  <a:moveTo>
                    <a:pt x="62830" y="3441"/>
                  </a:moveTo>
                  <a:lnTo>
                    <a:pt x="63164" y="3882"/>
                  </a:lnTo>
                  <a:lnTo>
                    <a:pt x="60651" y="7251"/>
                  </a:lnTo>
                  <a:lnTo>
                    <a:pt x="59520" y="7251"/>
                  </a:lnTo>
                  <a:cubicBezTo>
                    <a:pt x="60639" y="5906"/>
                    <a:pt x="61747" y="4715"/>
                    <a:pt x="62830" y="3441"/>
                  </a:cubicBezTo>
                  <a:close/>
                  <a:moveTo>
                    <a:pt x="1" y="0"/>
                  </a:moveTo>
                  <a:lnTo>
                    <a:pt x="3120" y="3917"/>
                  </a:lnTo>
                  <a:lnTo>
                    <a:pt x="1" y="7847"/>
                  </a:lnTo>
                  <a:lnTo>
                    <a:pt x="60973" y="7847"/>
                  </a:lnTo>
                  <a:lnTo>
                    <a:pt x="63985" y="3846"/>
                  </a:lnTo>
                  <a:lnTo>
                    <a:pt x="60973" y="0"/>
                  </a:lnTo>
                  <a:close/>
                </a:path>
              </a:pathLst>
            </a:custGeom>
            <a:solidFill>
              <a:srgbClr val="4949E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latin typeface="IBM Plex Sans"/>
                <a:ea typeface="IBM Plex Sans"/>
                <a:cs typeface="IBM Plex Sans"/>
                <a:sym typeface="IBM Plex Sans"/>
              </a:endParaRPr>
            </a:p>
          </p:txBody>
        </p:sp>
        <p:sp>
          <p:nvSpPr>
            <p:cNvPr id="6411" name="Google Shape;6411;p478"/>
            <p:cNvSpPr txBox="1"/>
            <p:nvPr/>
          </p:nvSpPr>
          <p:spPr>
            <a:xfrm>
              <a:off x="5281550" y="1159325"/>
              <a:ext cx="1530600" cy="510300"/>
            </a:xfrm>
            <a:prstGeom prst="rect">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solidFill>
                    <a:schemeClr val="lt1"/>
                  </a:solidFill>
                  <a:latin typeface="IBM Plex Sans Medium"/>
                  <a:ea typeface="IBM Plex Sans Medium"/>
                  <a:cs typeface="IBM Plex Sans Medium"/>
                  <a:sym typeface="IBM Plex Sans Medium"/>
                </a:rPr>
                <a:t>Integrate AI in processes (for example, via IDP)</a:t>
              </a:r>
              <a:endParaRPr sz="1000">
                <a:solidFill>
                  <a:schemeClr val="lt1"/>
                </a:solidFill>
                <a:latin typeface="IBM Plex Sans Medium"/>
                <a:ea typeface="IBM Plex Sans Medium"/>
                <a:cs typeface="IBM Plex Sans Medium"/>
                <a:sym typeface="IBM Plex Sans Medium"/>
              </a:endParaRPr>
            </a:p>
          </p:txBody>
        </p:sp>
        <p:sp>
          <p:nvSpPr>
            <p:cNvPr id="6412" name="Google Shape;6412;p478"/>
            <p:cNvSpPr/>
            <p:nvPr/>
          </p:nvSpPr>
          <p:spPr>
            <a:xfrm>
              <a:off x="5281658" y="2123950"/>
              <a:ext cx="1541700" cy="4902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800">
                  <a:latin typeface="IBM Plex Sans"/>
                  <a:ea typeface="IBM Plex Sans"/>
                  <a:cs typeface="IBM Plex Sans"/>
                  <a:sym typeface="IBM Plex Sans"/>
                </a:rPr>
                <a:t>Leverage out-of-the-box connectors and capabilities</a:t>
              </a:r>
              <a:endParaRPr sz="800">
                <a:latin typeface="IBM Plex Sans"/>
                <a:ea typeface="IBM Plex Sans"/>
                <a:cs typeface="IBM Plex Sans"/>
                <a:sym typeface="IBM Plex Sans"/>
              </a:endParaRPr>
            </a:p>
          </p:txBody>
        </p:sp>
        <p:sp>
          <p:nvSpPr>
            <p:cNvPr id="6413" name="Google Shape;6413;p478"/>
            <p:cNvSpPr/>
            <p:nvPr/>
          </p:nvSpPr>
          <p:spPr>
            <a:xfrm>
              <a:off x="5281658" y="2717513"/>
              <a:ext cx="1541700" cy="4902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800">
                  <a:latin typeface="IBM Plex Sans"/>
                  <a:ea typeface="IBM Plex Sans"/>
                  <a:cs typeface="IBM Plex Sans"/>
                  <a:sym typeface="IBM Plex Sans"/>
                </a:rPr>
                <a:t>Customize and extend out-of-the-box connectors</a:t>
              </a:r>
              <a:endParaRPr sz="800">
                <a:latin typeface="IBM Plex Sans"/>
                <a:ea typeface="IBM Plex Sans"/>
                <a:cs typeface="IBM Plex Sans"/>
                <a:sym typeface="IBM Plex Sans"/>
              </a:endParaRPr>
            </a:p>
          </p:txBody>
        </p:sp>
      </p:grpSp>
      <p:grpSp>
        <p:nvGrpSpPr>
          <p:cNvPr id="6414" name="Google Shape;6414;p478"/>
          <p:cNvGrpSpPr/>
          <p:nvPr/>
        </p:nvGrpSpPr>
        <p:grpSpPr>
          <a:xfrm>
            <a:off x="6862542" y="1136350"/>
            <a:ext cx="1824232" cy="2071363"/>
            <a:chOff x="6862542" y="1136350"/>
            <a:chExt cx="1824232" cy="2071363"/>
          </a:xfrm>
        </p:grpSpPr>
        <p:sp>
          <p:nvSpPr>
            <p:cNvPr id="6415" name="Google Shape;6415;p478"/>
            <p:cNvSpPr/>
            <p:nvPr/>
          </p:nvSpPr>
          <p:spPr>
            <a:xfrm rot="10800000" flipH="1">
              <a:off x="7619566" y="1516927"/>
              <a:ext cx="107647" cy="344229"/>
            </a:xfrm>
            <a:custGeom>
              <a:avLst/>
              <a:gdLst/>
              <a:ahLst/>
              <a:cxnLst/>
              <a:rect l="l" t="t" r="r" b="b"/>
              <a:pathLst>
                <a:path w="4930" h="15765" extrusionOk="0">
                  <a:moveTo>
                    <a:pt x="2465" y="0"/>
                  </a:moveTo>
                  <a:cubicBezTo>
                    <a:pt x="1108" y="0"/>
                    <a:pt x="0" y="1108"/>
                    <a:pt x="0" y="2477"/>
                  </a:cubicBezTo>
                  <a:cubicBezTo>
                    <a:pt x="0" y="3727"/>
                    <a:pt x="965" y="4763"/>
                    <a:pt x="2155" y="4918"/>
                  </a:cubicBezTo>
                  <a:lnTo>
                    <a:pt x="2155" y="15764"/>
                  </a:lnTo>
                  <a:lnTo>
                    <a:pt x="2751" y="15764"/>
                  </a:lnTo>
                  <a:lnTo>
                    <a:pt x="2751" y="4918"/>
                  </a:lnTo>
                  <a:cubicBezTo>
                    <a:pt x="4084" y="4763"/>
                    <a:pt x="4930" y="3727"/>
                    <a:pt x="4930" y="2477"/>
                  </a:cubicBezTo>
                  <a:cubicBezTo>
                    <a:pt x="4930" y="1108"/>
                    <a:pt x="3834" y="0"/>
                    <a:pt x="246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latin typeface="IBM Plex Sans"/>
                <a:ea typeface="IBM Plex Sans"/>
                <a:cs typeface="IBM Plex Sans"/>
                <a:sym typeface="IBM Plex Sans"/>
              </a:endParaRPr>
            </a:p>
          </p:txBody>
        </p:sp>
        <p:sp>
          <p:nvSpPr>
            <p:cNvPr id="6416" name="Google Shape;6416;p478"/>
            <p:cNvSpPr/>
            <p:nvPr/>
          </p:nvSpPr>
          <p:spPr>
            <a:xfrm>
              <a:off x="8455120" y="1443382"/>
              <a:ext cx="168962" cy="168845"/>
            </a:xfrm>
            <a:custGeom>
              <a:avLst/>
              <a:gdLst/>
              <a:ahLst/>
              <a:cxnLst/>
              <a:rect l="l" t="t" r="r" b="b"/>
              <a:pathLst>
                <a:path w="18706" h="18693" extrusionOk="0">
                  <a:moveTo>
                    <a:pt x="7044" y="6380"/>
                  </a:moveTo>
                  <a:cubicBezTo>
                    <a:pt x="7230" y="6380"/>
                    <a:pt x="7429" y="6430"/>
                    <a:pt x="7644" y="6539"/>
                  </a:cubicBezTo>
                  <a:cubicBezTo>
                    <a:pt x="8251" y="6861"/>
                    <a:pt x="8823" y="7515"/>
                    <a:pt x="8823" y="8230"/>
                  </a:cubicBezTo>
                  <a:cubicBezTo>
                    <a:pt x="8813" y="8920"/>
                    <a:pt x="7957" y="9391"/>
                    <a:pt x="7254" y="9391"/>
                  </a:cubicBezTo>
                  <a:cubicBezTo>
                    <a:pt x="7059" y="9391"/>
                    <a:pt x="6877" y="9355"/>
                    <a:pt x="6727" y="9278"/>
                  </a:cubicBezTo>
                  <a:cubicBezTo>
                    <a:pt x="6001" y="8897"/>
                    <a:pt x="5775" y="7884"/>
                    <a:pt x="5775" y="7063"/>
                  </a:cubicBezTo>
                  <a:cubicBezTo>
                    <a:pt x="5846" y="7063"/>
                    <a:pt x="5906" y="7027"/>
                    <a:pt x="5965" y="6968"/>
                  </a:cubicBezTo>
                  <a:cubicBezTo>
                    <a:pt x="6299" y="6610"/>
                    <a:pt x="6643" y="6380"/>
                    <a:pt x="7044" y="6380"/>
                  </a:cubicBezTo>
                  <a:close/>
                  <a:moveTo>
                    <a:pt x="12777" y="10952"/>
                  </a:moveTo>
                  <a:cubicBezTo>
                    <a:pt x="12913" y="10952"/>
                    <a:pt x="13055" y="10976"/>
                    <a:pt x="13204" y="11028"/>
                  </a:cubicBezTo>
                  <a:cubicBezTo>
                    <a:pt x="13859" y="11266"/>
                    <a:pt x="14371" y="11968"/>
                    <a:pt x="14538" y="12623"/>
                  </a:cubicBezTo>
                  <a:cubicBezTo>
                    <a:pt x="14776" y="13504"/>
                    <a:pt x="13931" y="13992"/>
                    <a:pt x="13169" y="14040"/>
                  </a:cubicBezTo>
                  <a:cubicBezTo>
                    <a:pt x="13136" y="14042"/>
                    <a:pt x="13105" y="14044"/>
                    <a:pt x="13073" y="14044"/>
                  </a:cubicBezTo>
                  <a:cubicBezTo>
                    <a:pt x="12017" y="14044"/>
                    <a:pt x="11478" y="12701"/>
                    <a:pt x="11478" y="11706"/>
                  </a:cubicBezTo>
                  <a:cubicBezTo>
                    <a:pt x="11836" y="11292"/>
                    <a:pt x="12261" y="10952"/>
                    <a:pt x="12777" y="10952"/>
                  </a:cubicBezTo>
                  <a:close/>
                  <a:moveTo>
                    <a:pt x="2963" y="14986"/>
                  </a:moveTo>
                  <a:cubicBezTo>
                    <a:pt x="3528" y="14986"/>
                    <a:pt x="4151" y="15208"/>
                    <a:pt x="4358" y="15731"/>
                  </a:cubicBezTo>
                  <a:cubicBezTo>
                    <a:pt x="4763" y="16731"/>
                    <a:pt x="3775" y="17838"/>
                    <a:pt x="2798" y="17862"/>
                  </a:cubicBezTo>
                  <a:cubicBezTo>
                    <a:pt x="2791" y="17862"/>
                    <a:pt x="2784" y="17862"/>
                    <a:pt x="2778" y="17862"/>
                  </a:cubicBezTo>
                  <a:cubicBezTo>
                    <a:pt x="1894" y="17862"/>
                    <a:pt x="1179" y="17105"/>
                    <a:pt x="1167" y="16266"/>
                  </a:cubicBezTo>
                  <a:cubicBezTo>
                    <a:pt x="1512" y="15743"/>
                    <a:pt x="1703" y="15266"/>
                    <a:pt x="2453" y="15052"/>
                  </a:cubicBezTo>
                  <a:cubicBezTo>
                    <a:pt x="2606" y="15009"/>
                    <a:pt x="2782" y="14986"/>
                    <a:pt x="2963" y="14986"/>
                  </a:cubicBezTo>
                  <a:close/>
                  <a:moveTo>
                    <a:pt x="18134" y="1"/>
                  </a:moveTo>
                  <a:cubicBezTo>
                    <a:pt x="17508" y="1"/>
                    <a:pt x="17148" y="918"/>
                    <a:pt x="16788" y="1348"/>
                  </a:cubicBezTo>
                  <a:cubicBezTo>
                    <a:pt x="16193" y="2039"/>
                    <a:pt x="15443" y="2646"/>
                    <a:pt x="15026" y="3467"/>
                  </a:cubicBezTo>
                  <a:cubicBezTo>
                    <a:pt x="14940" y="3649"/>
                    <a:pt x="15076" y="3884"/>
                    <a:pt x="15256" y="3884"/>
                  </a:cubicBezTo>
                  <a:cubicBezTo>
                    <a:pt x="15301" y="3884"/>
                    <a:pt x="15348" y="3869"/>
                    <a:pt x="15395" y="3836"/>
                  </a:cubicBezTo>
                  <a:cubicBezTo>
                    <a:pt x="15955" y="3432"/>
                    <a:pt x="16526" y="2920"/>
                    <a:pt x="17050" y="2360"/>
                  </a:cubicBezTo>
                  <a:lnTo>
                    <a:pt x="17050" y="2360"/>
                  </a:lnTo>
                  <a:cubicBezTo>
                    <a:pt x="16728" y="3313"/>
                    <a:pt x="16550" y="4479"/>
                    <a:pt x="16240" y="5313"/>
                  </a:cubicBezTo>
                  <a:cubicBezTo>
                    <a:pt x="15597" y="7027"/>
                    <a:pt x="14585" y="8623"/>
                    <a:pt x="14014" y="10349"/>
                  </a:cubicBezTo>
                  <a:cubicBezTo>
                    <a:pt x="13835" y="10242"/>
                    <a:pt x="13657" y="10135"/>
                    <a:pt x="13466" y="10063"/>
                  </a:cubicBezTo>
                  <a:cubicBezTo>
                    <a:pt x="13249" y="9977"/>
                    <a:pt x="13018" y="9934"/>
                    <a:pt x="12788" y="9934"/>
                  </a:cubicBezTo>
                  <a:cubicBezTo>
                    <a:pt x="12478" y="9934"/>
                    <a:pt x="12168" y="10013"/>
                    <a:pt x="11895" y="10170"/>
                  </a:cubicBezTo>
                  <a:cubicBezTo>
                    <a:pt x="11692" y="10290"/>
                    <a:pt x="11549" y="10421"/>
                    <a:pt x="11430" y="10575"/>
                  </a:cubicBezTo>
                  <a:cubicBezTo>
                    <a:pt x="11109" y="10301"/>
                    <a:pt x="10787" y="10028"/>
                    <a:pt x="10478" y="9730"/>
                  </a:cubicBezTo>
                  <a:cubicBezTo>
                    <a:pt x="10204" y="9480"/>
                    <a:pt x="9954" y="9218"/>
                    <a:pt x="9680" y="8968"/>
                  </a:cubicBezTo>
                  <a:cubicBezTo>
                    <a:pt x="9751" y="8825"/>
                    <a:pt x="9799" y="8682"/>
                    <a:pt x="9835" y="8527"/>
                  </a:cubicBezTo>
                  <a:cubicBezTo>
                    <a:pt x="10073" y="7349"/>
                    <a:pt x="9156" y="6182"/>
                    <a:pt x="8168" y="5646"/>
                  </a:cubicBezTo>
                  <a:cubicBezTo>
                    <a:pt x="7816" y="5451"/>
                    <a:pt x="7413" y="5347"/>
                    <a:pt x="7026" y="5347"/>
                  </a:cubicBezTo>
                  <a:cubicBezTo>
                    <a:pt x="6325" y="5347"/>
                    <a:pt x="5676" y="5689"/>
                    <a:pt x="5477" y="6456"/>
                  </a:cubicBezTo>
                  <a:cubicBezTo>
                    <a:pt x="5394" y="6468"/>
                    <a:pt x="5322" y="6527"/>
                    <a:pt x="5287" y="6622"/>
                  </a:cubicBezTo>
                  <a:cubicBezTo>
                    <a:pt x="5013" y="7492"/>
                    <a:pt x="5108" y="8646"/>
                    <a:pt x="5644" y="9444"/>
                  </a:cubicBezTo>
                  <a:cubicBezTo>
                    <a:pt x="5227" y="10206"/>
                    <a:pt x="4810" y="10968"/>
                    <a:pt x="4382" y="11718"/>
                  </a:cubicBezTo>
                  <a:cubicBezTo>
                    <a:pt x="3977" y="12445"/>
                    <a:pt x="3417" y="13230"/>
                    <a:pt x="3203" y="14052"/>
                  </a:cubicBezTo>
                  <a:cubicBezTo>
                    <a:pt x="3102" y="14044"/>
                    <a:pt x="3007" y="14035"/>
                    <a:pt x="2909" y="14035"/>
                  </a:cubicBezTo>
                  <a:cubicBezTo>
                    <a:pt x="2869" y="14035"/>
                    <a:pt x="2828" y="14037"/>
                    <a:pt x="2786" y="14040"/>
                  </a:cubicBezTo>
                  <a:cubicBezTo>
                    <a:pt x="1822" y="14088"/>
                    <a:pt x="0" y="15123"/>
                    <a:pt x="560" y="16290"/>
                  </a:cubicBezTo>
                  <a:cubicBezTo>
                    <a:pt x="453" y="16707"/>
                    <a:pt x="488" y="17112"/>
                    <a:pt x="762" y="17564"/>
                  </a:cubicBezTo>
                  <a:cubicBezTo>
                    <a:pt x="1108" y="18160"/>
                    <a:pt x="1762" y="18517"/>
                    <a:pt x="2417" y="18648"/>
                  </a:cubicBezTo>
                  <a:cubicBezTo>
                    <a:pt x="2572" y="18678"/>
                    <a:pt x="2724" y="18692"/>
                    <a:pt x="2872" y="18692"/>
                  </a:cubicBezTo>
                  <a:cubicBezTo>
                    <a:pt x="4251" y="18692"/>
                    <a:pt x="5304" y="17451"/>
                    <a:pt x="5358" y="16064"/>
                  </a:cubicBezTo>
                  <a:cubicBezTo>
                    <a:pt x="5394" y="14993"/>
                    <a:pt x="4548" y="14326"/>
                    <a:pt x="3596" y="14111"/>
                  </a:cubicBezTo>
                  <a:cubicBezTo>
                    <a:pt x="4060" y="13576"/>
                    <a:pt x="4382" y="12897"/>
                    <a:pt x="4739" y="12302"/>
                  </a:cubicBezTo>
                  <a:cubicBezTo>
                    <a:pt x="5203" y="11528"/>
                    <a:pt x="5656" y="10730"/>
                    <a:pt x="6108" y="9944"/>
                  </a:cubicBezTo>
                  <a:cubicBezTo>
                    <a:pt x="6215" y="10028"/>
                    <a:pt x="6322" y="10111"/>
                    <a:pt x="6453" y="10170"/>
                  </a:cubicBezTo>
                  <a:cubicBezTo>
                    <a:pt x="6719" y="10305"/>
                    <a:pt x="7016" y="10366"/>
                    <a:pt x="7321" y="10366"/>
                  </a:cubicBezTo>
                  <a:cubicBezTo>
                    <a:pt x="8100" y="10366"/>
                    <a:pt x="8931" y="9968"/>
                    <a:pt x="9418" y="9361"/>
                  </a:cubicBezTo>
                  <a:cubicBezTo>
                    <a:pt x="9871" y="10051"/>
                    <a:pt x="10537" y="10671"/>
                    <a:pt x="11168" y="11171"/>
                  </a:cubicBezTo>
                  <a:cubicBezTo>
                    <a:pt x="11144" y="11266"/>
                    <a:pt x="11133" y="11361"/>
                    <a:pt x="11121" y="11456"/>
                  </a:cubicBezTo>
                  <a:cubicBezTo>
                    <a:pt x="10894" y="12135"/>
                    <a:pt x="10871" y="12778"/>
                    <a:pt x="11109" y="13492"/>
                  </a:cubicBezTo>
                  <a:cubicBezTo>
                    <a:pt x="11383" y="14290"/>
                    <a:pt x="12026" y="14909"/>
                    <a:pt x="12871" y="14993"/>
                  </a:cubicBezTo>
                  <a:cubicBezTo>
                    <a:pt x="12970" y="15004"/>
                    <a:pt x="13069" y="15009"/>
                    <a:pt x="13168" y="15009"/>
                  </a:cubicBezTo>
                  <a:cubicBezTo>
                    <a:pt x="14436" y="15009"/>
                    <a:pt x="15707" y="14111"/>
                    <a:pt x="15586" y="12742"/>
                  </a:cubicBezTo>
                  <a:cubicBezTo>
                    <a:pt x="15514" y="11921"/>
                    <a:pt x="15050" y="11183"/>
                    <a:pt x="14419" y="10647"/>
                  </a:cubicBezTo>
                  <a:cubicBezTo>
                    <a:pt x="15347" y="8861"/>
                    <a:pt x="16002" y="6884"/>
                    <a:pt x="16788" y="5027"/>
                  </a:cubicBezTo>
                  <a:cubicBezTo>
                    <a:pt x="16967" y="4610"/>
                    <a:pt x="17371" y="3813"/>
                    <a:pt x="17610" y="3039"/>
                  </a:cubicBezTo>
                  <a:cubicBezTo>
                    <a:pt x="17669" y="3634"/>
                    <a:pt x="17800" y="4194"/>
                    <a:pt x="18002" y="4670"/>
                  </a:cubicBezTo>
                  <a:cubicBezTo>
                    <a:pt x="18064" y="4827"/>
                    <a:pt x="18228" y="4913"/>
                    <a:pt x="18380" y="4913"/>
                  </a:cubicBezTo>
                  <a:cubicBezTo>
                    <a:pt x="18549" y="4913"/>
                    <a:pt x="18706" y="4807"/>
                    <a:pt x="18693" y="4575"/>
                  </a:cubicBezTo>
                  <a:cubicBezTo>
                    <a:pt x="18645" y="3920"/>
                    <a:pt x="18467" y="3277"/>
                    <a:pt x="18407" y="2622"/>
                  </a:cubicBezTo>
                  <a:cubicBezTo>
                    <a:pt x="18348" y="1884"/>
                    <a:pt x="18419" y="1181"/>
                    <a:pt x="18526" y="467"/>
                  </a:cubicBezTo>
                  <a:cubicBezTo>
                    <a:pt x="18562" y="217"/>
                    <a:pt x="18431" y="26"/>
                    <a:pt x="18181" y="3"/>
                  </a:cubicBezTo>
                  <a:cubicBezTo>
                    <a:pt x="18165" y="1"/>
                    <a:pt x="18149" y="1"/>
                    <a:pt x="1813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latin typeface="IBM Plex Sans"/>
                <a:ea typeface="IBM Plex Sans"/>
                <a:cs typeface="IBM Plex Sans"/>
                <a:sym typeface="IBM Plex Sans"/>
              </a:endParaRPr>
            </a:p>
          </p:txBody>
        </p:sp>
        <p:sp>
          <p:nvSpPr>
            <p:cNvPr id="6417" name="Google Shape;6417;p478"/>
            <p:cNvSpPr/>
            <p:nvPr/>
          </p:nvSpPr>
          <p:spPr>
            <a:xfrm>
              <a:off x="8448453" y="1689258"/>
              <a:ext cx="45172" cy="79034"/>
            </a:xfrm>
            <a:custGeom>
              <a:avLst/>
              <a:gdLst/>
              <a:ahLst/>
              <a:cxnLst/>
              <a:rect l="l" t="t" r="r" b="b"/>
              <a:pathLst>
                <a:path w="5001" h="8750" extrusionOk="0">
                  <a:moveTo>
                    <a:pt x="4548" y="1"/>
                  </a:moveTo>
                  <a:cubicBezTo>
                    <a:pt x="4544" y="1"/>
                    <a:pt x="4540" y="1"/>
                    <a:pt x="4536" y="1"/>
                  </a:cubicBezTo>
                  <a:cubicBezTo>
                    <a:pt x="3682" y="33"/>
                    <a:pt x="2849" y="153"/>
                    <a:pt x="2013" y="153"/>
                  </a:cubicBezTo>
                  <a:cubicBezTo>
                    <a:pt x="1614" y="153"/>
                    <a:pt x="1214" y="126"/>
                    <a:pt x="810" y="49"/>
                  </a:cubicBezTo>
                  <a:cubicBezTo>
                    <a:pt x="794" y="46"/>
                    <a:pt x="778" y="45"/>
                    <a:pt x="762" y="45"/>
                  </a:cubicBezTo>
                  <a:cubicBezTo>
                    <a:pt x="570" y="45"/>
                    <a:pt x="421" y="241"/>
                    <a:pt x="476" y="406"/>
                  </a:cubicBezTo>
                  <a:cubicBezTo>
                    <a:pt x="393" y="430"/>
                    <a:pt x="322" y="513"/>
                    <a:pt x="298" y="644"/>
                  </a:cubicBezTo>
                  <a:cubicBezTo>
                    <a:pt x="0" y="3097"/>
                    <a:pt x="393" y="5609"/>
                    <a:pt x="369" y="8074"/>
                  </a:cubicBezTo>
                  <a:cubicBezTo>
                    <a:pt x="369" y="8252"/>
                    <a:pt x="476" y="8359"/>
                    <a:pt x="619" y="8407"/>
                  </a:cubicBezTo>
                  <a:cubicBezTo>
                    <a:pt x="655" y="8478"/>
                    <a:pt x="714" y="8538"/>
                    <a:pt x="810" y="8550"/>
                  </a:cubicBezTo>
                  <a:cubicBezTo>
                    <a:pt x="1687" y="8707"/>
                    <a:pt x="2557" y="8749"/>
                    <a:pt x="3437" y="8749"/>
                  </a:cubicBezTo>
                  <a:cubicBezTo>
                    <a:pt x="3691" y="8749"/>
                    <a:pt x="3947" y="8746"/>
                    <a:pt x="4203" y="8740"/>
                  </a:cubicBezTo>
                  <a:cubicBezTo>
                    <a:pt x="4655" y="8740"/>
                    <a:pt x="4655" y="8062"/>
                    <a:pt x="4203" y="8050"/>
                  </a:cubicBezTo>
                  <a:cubicBezTo>
                    <a:pt x="3167" y="8038"/>
                    <a:pt x="2131" y="8038"/>
                    <a:pt x="1095" y="7919"/>
                  </a:cubicBezTo>
                  <a:cubicBezTo>
                    <a:pt x="1060" y="5514"/>
                    <a:pt x="1167" y="3037"/>
                    <a:pt x="845" y="644"/>
                  </a:cubicBezTo>
                  <a:lnTo>
                    <a:pt x="845" y="644"/>
                  </a:lnTo>
                  <a:cubicBezTo>
                    <a:pt x="1308" y="827"/>
                    <a:pt x="1860" y="897"/>
                    <a:pt x="2427" y="897"/>
                  </a:cubicBezTo>
                  <a:cubicBezTo>
                    <a:pt x="2969" y="897"/>
                    <a:pt x="3524" y="833"/>
                    <a:pt x="4024" y="739"/>
                  </a:cubicBezTo>
                  <a:lnTo>
                    <a:pt x="4024" y="739"/>
                  </a:lnTo>
                  <a:cubicBezTo>
                    <a:pt x="4012" y="763"/>
                    <a:pt x="4012" y="775"/>
                    <a:pt x="4001" y="811"/>
                  </a:cubicBezTo>
                  <a:cubicBezTo>
                    <a:pt x="3989" y="3097"/>
                    <a:pt x="3703" y="5550"/>
                    <a:pt x="4286" y="7800"/>
                  </a:cubicBezTo>
                  <a:cubicBezTo>
                    <a:pt x="4322" y="7955"/>
                    <a:pt x="4465" y="8050"/>
                    <a:pt x="4632" y="8062"/>
                  </a:cubicBezTo>
                  <a:cubicBezTo>
                    <a:pt x="4751" y="8062"/>
                    <a:pt x="4786" y="8026"/>
                    <a:pt x="4882" y="7955"/>
                  </a:cubicBezTo>
                  <a:cubicBezTo>
                    <a:pt x="4989" y="7871"/>
                    <a:pt x="5001" y="7716"/>
                    <a:pt x="4977" y="7597"/>
                  </a:cubicBezTo>
                  <a:cubicBezTo>
                    <a:pt x="4477" y="5430"/>
                    <a:pt x="4727" y="3025"/>
                    <a:pt x="4727" y="811"/>
                  </a:cubicBezTo>
                  <a:cubicBezTo>
                    <a:pt x="4727" y="716"/>
                    <a:pt x="4691" y="644"/>
                    <a:pt x="4643" y="597"/>
                  </a:cubicBezTo>
                  <a:cubicBezTo>
                    <a:pt x="4938" y="479"/>
                    <a:pt x="4871" y="1"/>
                    <a:pt x="454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latin typeface="IBM Plex Sans"/>
                <a:ea typeface="IBM Plex Sans"/>
                <a:cs typeface="IBM Plex Sans"/>
                <a:sym typeface="IBM Plex Sans"/>
              </a:endParaRPr>
            </a:p>
          </p:txBody>
        </p:sp>
        <p:sp>
          <p:nvSpPr>
            <p:cNvPr id="6418" name="Google Shape;6418;p478"/>
            <p:cNvSpPr/>
            <p:nvPr/>
          </p:nvSpPr>
          <p:spPr>
            <a:xfrm>
              <a:off x="8507494" y="1616260"/>
              <a:ext cx="45822" cy="149903"/>
            </a:xfrm>
            <a:custGeom>
              <a:avLst/>
              <a:gdLst/>
              <a:ahLst/>
              <a:cxnLst/>
              <a:rect l="l" t="t" r="r" b="b"/>
              <a:pathLst>
                <a:path w="5073" h="16596" extrusionOk="0">
                  <a:moveTo>
                    <a:pt x="4323" y="641"/>
                  </a:moveTo>
                  <a:cubicBezTo>
                    <a:pt x="3584" y="5546"/>
                    <a:pt x="3953" y="10856"/>
                    <a:pt x="4037" y="15797"/>
                  </a:cubicBezTo>
                  <a:cubicBezTo>
                    <a:pt x="4001" y="15786"/>
                    <a:pt x="3977" y="15774"/>
                    <a:pt x="3942" y="15774"/>
                  </a:cubicBezTo>
                  <a:cubicBezTo>
                    <a:pt x="3217" y="15740"/>
                    <a:pt x="2488" y="15706"/>
                    <a:pt x="1760" y="15706"/>
                  </a:cubicBezTo>
                  <a:cubicBezTo>
                    <a:pt x="1459" y="15706"/>
                    <a:pt x="1158" y="15712"/>
                    <a:pt x="858" y="15726"/>
                  </a:cubicBezTo>
                  <a:cubicBezTo>
                    <a:pt x="1215" y="13642"/>
                    <a:pt x="1001" y="11392"/>
                    <a:pt x="1013" y="9285"/>
                  </a:cubicBezTo>
                  <a:cubicBezTo>
                    <a:pt x="1036" y="6415"/>
                    <a:pt x="1001" y="3558"/>
                    <a:pt x="834" y="700"/>
                  </a:cubicBezTo>
                  <a:cubicBezTo>
                    <a:pt x="1310" y="700"/>
                    <a:pt x="1794" y="685"/>
                    <a:pt x="2273" y="685"/>
                  </a:cubicBezTo>
                  <a:cubicBezTo>
                    <a:pt x="2393" y="685"/>
                    <a:pt x="2513" y="686"/>
                    <a:pt x="2632" y="688"/>
                  </a:cubicBezTo>
                  <a:cubicBezTo>
                    <a:pt x="2980" y="696"/>
                    <a:pt x="3366" y="800"/>
                    <a:pt x="3722" y="800"/>
                  </a:cubicBezTo>
                  <a:cubicBezTo>
                    <a:pt x="3938" y="800"/>
                    <a:pt x="4143" y="762"/>
                    <a:pt x="4323" y="641"/>
                  </a:cubicBezTo>
                  <a:close/>
                  <a:moveTo>
                    <a:pt x="3346" y="0"/>
                  </a:moveTo>
                  <a:cubicBezTo>
                    <a:pt x="3101" y="0"/>
                    <a:pt x="2853" y="22"/>
                    <a:pt x="2632" y="22"/>
                  </a:cubicBezTo>
                  <a:cubicBezTo>
                    <a:pt x="2562" y="21"/>
                    <a:pt x="2492" y="20"/>
                    <a:pt x="2423" y="20"/>
                  </a:cubicBezTo>
                  <a:cubicBezTo>
                    <a:pt x="1744" y="20"/>
                    <a:pt x="1076" y="76"/>
                    <a:pt x="417" y="260"/>
                  </a:cubicBezTo>
                  <a:cubicBezTo>
                    <a:pt x="179" y="319"/>
                    <a:pt x="227" y="653"/>
                    <a:pt x="441" y="688"/>
                  </a:cubicBezTo>
                  <a:cubicBezTo>
                    <a:pt x="286" y="3260"/>
                    <a:pt x="263" y="5832"/>
                    <a:pt x="251" y="8416"/>
                  </a:cubicBezTo>
                  <a:cubicBezTo>
                    <a:pt x="251" y="10844"/>
                    <a:pt x="1" y="13488"/>
                    <a:pt x="429" y="15881"/>
                  </a:cubicBezTo>
                  <a:cubicBezTo>
                    <a:pt x="441" y="15917"/>
                    <a:pt x="465" y="15928"/>
                    <a:pt x="477" y="15952"/>
                  </a:cubicBezTo>
                  <a:cubicBezTo>
                    <a:pt x="429" y="16083"/>
                    <a:pt x="453" y="16238"/>
                    <a:pt x="620" y="16309"/>
                  </a:cubicBezTo>
                  <a:cubicBezTo>
                    <a:pt x="1121" y="16535"/>
                    <a:pt x="1727" y="16596"/>
                    <a:pt x="2339" y="16596"/>
                  </a:cubicBezTo>
                  <a:cubicBezTo>
                    <a:pt x="2889" y="16596"/>
                    <a:pt x="3444" y="16546"/>
                    <a:pt x="3930" y="16524"/>
                  </a:cubicBezTo>
                  <a:cubicBezTo>
                    <a:pt x="4096" y="16512"/>
                    <a:pt x="4203" y="16428"/>
                    <a:pt x="4251" y="16321"/>
                  </a:cubicBezTo>
                  <a:cubicBezTo>
                    <a:pt x="4310" y="16348"/>
                    <a:pt x="4375" y="16361"/>
                    <a:pt x="4440" y="16361"/>
                  </a:cubicBezTo>
                  <a:cubicBezTo>
                    <a:pt x="4634" y="16361"/>
                    <a:pt x="4823" y="16239"/>
                    <a:pt x="4823" y="15988"/>
                  </a:cubicBezTo>
                  <a:cubicBezTo>
                    <a:pt x="4894" y="10809"/>
                    <a:pt x="5073" y="5475"/>
                    <a:pt x="4811" y="307"/>
                  </a:cubicBezTo>
                  <a:cubicBezTo>
                    <a:pt x="4804" y="178"/>
                    <a:pt x="4680" y="95"/>
                    <a:pt x="4566" y="95"/>
                  </a:cubicBezTo>
                  <a:cubicBezTo>
                    <a:pt x="4481" y="95"/>
                    <a:pt x="4402" y="141"/>
                    <a:pt x="4382" y="248"/>
                  </a:cubicBezTo>
                  <a:cubicBezTo>
                    <a:pt x="4382" y="272"/>
                    <a:pt x="4382" y="307"/>
                    <a:pt x="4370" y="331"/>
                  </a:cubicBezTo>
                  <a:cubicBezTo>
                    <a:pt x="4115" y="54"/>
                    <a:pt x="3734" y="0"/>
                    <a:pt x="334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latin typeface="IBM Plex Sans"/>
                <a:ea typeface="IBM Plex Sans"/>
                <a:cs typeface="IBM Plex Sans"/>
                <a:sym typeface="IBM Plex Sans"/>
              </a:endParaRPr>
            </a:p>
          </p:txBody>
        </p:sp>
        <p:sp>
          <p:nvSpPr>
            <p:cNvPr id="6419" name="Google Shape;6419;p478"/>
            <p:cNvSpPr/>
            <p:nvPr/>
          </p:nvSpPr>
          <p:spPr>
            <a:xfrm>
              <a:off x="8563310" y="1640767"/>
              <a:ext cx="45786" cy="123384"/>
            </a:xfrm>
            <a:custGeom>
              <a:avLst/>
              <a:gdLst/>
              <a:ahLst/>
              <a:cxnLst/>
              <a:rect l="l" t="t" r="r" b="b"/>
              <a:pathLst>
                <a:path w="5069" h="13660" extrusionOk="0">
                  <a:moveTo>
                    <a:pt x="4049" y="869"/>
                  </a:moveTo>
                  <a:cubicBezTo>
                    <a:pt x="3680" y="4798"/>
                    <a:pt x="4204" y="8810"/>
                    <a:pt x="4299" y="12751"/>
                  </a:cubicBezTo>
                  <a:cubicBezTo>
                    <a:pt x="4178" y="12748"/>
                    <a:pt x="4058" y="12747"/>
                    <a:pt x="3937" y="12747"/>
                  </a:cubicBezTo>
                  <a:cubicBezTo>
                    <a:pt x="3429" y="12747"/>
                    <a:pt x="2921" y="12767"/>
                    <a:pt x="2415" y="12767"/>
                  </a:cubicBezTo>
                  <a:cubicBezTo>
                    <a:pt x="2034" y="12767"/>
                    <a:pt x="1653" y="12756"/>
                    <a:pt x="1275" y="12715"/>
                  </a:cubicBezTo>
                  <a:cubicBezTo>
                    <a:pt x="1477" y="11025"/>
                    <a:pt x="1251" y="9274"/>
                    <a:pt x="1180" y="7572"/>
                  </a:cubicBezTo>
                  <a:cubicBezTo>
                    <a:pt x="1096" y="5393"/>
                    <a:pt x="1168" y="3214"/>
                    <a:pt x="977" y="1035"/>
                  </a:cubicBezTo>
                  <a:cubicBezTo>
                    <a:pt x="1442" y="1035"/>
                    <a:pt x="1906" y="988"/>
                    <a:pt x="2358" y="964"/>
                  </a:cubicBezTo>
                  <a:cubicBezTo>
                    <a:pt x="2906" y="940"/>
                    <a:pt x="3501" y="964"/>
                    <a:pt x="4049" y="869"/>
                  </a:cubicBezTo>
                  <a:close/>
                  <a:moveTo>
                    <a:pt x="4366" y="1"/>
                  </a:moveTo>
                  <a:cubicBezTo>
                    <a:pt x="4248" y="1"/>
                    <a:pt x="4127" y="81"/>
                    <a:pt x="4109" y="238"/>
                  </a:cubicBezTo>
                  <a:cubicBezTo>
                    <a:pt x="4109" y="250"/>
                    <a:pt x="4109" y="261"/>
                    <a:pt x="4109" y="273"/>
                  </a:cubicBezTo>
                  <a:cubicBezTo>
                    <a:pt x="3764" y="207"/>
                    <a:pt x="3387" y="191"/>
                    <a:pt x="3021" y="191"/>
                  </a:cubicBezTo>
                  <a:cubicBezTo>
                    <a:pt x="2793" y="191"/>
                    <a:pt x="2569" y="197"/>
                    <a:pt x="2358" y="202"/>
                  </a:cubicBezTo>
                  <a:cubicBezTo>
                    <a:pt x="1870" y="214"/>
                    <a:pt x="1358" y="226"/>
                    <a:pt x="870" y="309"/>
                  </a:cubicBezTo>
                  <a:cubicBezTo>
                    <a:pt x="835" y="255"/>
                    <a:pt x="778" y="227"/>
                    <a:pt x="720" y="227"/>
                  </a:cubicBezTo>
                  <a:cubicBezTo>
                    <a:pt x="639" y="227"/>
                    <a:pt x="558" y="281"/>
                    <a:pt x="537" y="392"/>
                  </a:cubicBezTo>
                  <a:cubicBezTo>
                    <a:pt x="465" y="416"/>
                    <a:pt x="394" y="428"/>
                    <a:pt x="322" y="452"/>
                  </a:cubicBezTo>
                  <a:cubicBezTo>
                    <a:pt x="1" y="559"/>
                    <a:pt x="72" y="988"/>
                    <a:pt x="394" y="1023"/>
                  </a:cubicBezTo>
                  <a:lnTo>
                    <a:pt x="489" y="1023"/>
                  </a:lnTo>
                  <a:cubicBezTo>
                    <a:pt x="322" y="2905"/>
                    <a:pt x="370" y="4786"/>
                    <a:pt x="382" y="6667"/>
                  </a:cubicBezTo>
                  <a:cubicBezTo>
                    <a:pt x="406" y="8632"/>
                    <a:pt x="275" y="10739"/>
                    <a:pt x="775" y="12656"/>
                  </a:cubicBezTo>
                  <a:cubicBezTo>
                    <a:pt x="770" y="12656"/>
                    <a:pt x="766" y="12655"/>
                    <a:pt x="761" y="12655"/>
                  </a:cubicBezTo>
                  <a:cubicBezTo>
                    <a:pt x="527" y="12655"/>
                    <a:pt x="268" y="12957"/>
                    <a:pt x="525" y="13144"/>
                  </a:cubicBezTo>
                  <a:cubicBezTo>
                    <a:pt x="1036" y="13545"/>
                    <a:pt x="1618" y="13660"/>
                    <a:pt x="2223" y="13660"/>
                  </a:cubicBezTo>
                  <a:cubicBezTo>
                    <a:pt x="2929" y="13660"/>
                    <a:pt x="3666" y="13504"/>
                    <a:pt x="4359" y="13465"/>
                  </a:cubicBezTo>
                  <a:lnTo>
                    <a:pt x="4371" y="13465"/>
                  </a:lnTo>
                  <a:cubicBezTo>
                    <a:pt x="4438" y="13577"/>
                    <a:pt x="4568" y="13633"/>
                    <a:pt x="4696" y="13633"/>
                  </a:cubicBezTo>
                  <a:cubicBezTo>
                    <a:pt x="4883" y="13633"/>
                    <a:pt x="5068" y="13515"/>
                    <a:pt x="5061" y="13275"/>
                  </a:cubicBezTo>
                  <a:cubicBezTo>
                    <a:pt x="5049" y="8941"/>
                    <a:pt x="4882" y="4560"/>
                    <a:pt x="4609" y="238"/>
                  </a:cubicBezTo>
                  <a:cubicBezTo>
                    <a:pt x="4597" y="78"/>
                    <a:pt x="4483" y="1"/>
                    <a:pt x="43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latin typeface="IBM Plex Sans"/>
                <a:ea typeface="IBM Plex Sans"/>
                <a:cs typeface="IBM Plex Sans"/>
                <a:sym typeface="IBM Plex Sans"/>
              </a:endParaRPr>
            </a:p>
          </p:txBody>
        </p:sp>
        <p:sp>
          <p:nvSpPr>
            <p:cNvPr id="6420" name="Google Shape;6420;p478"/>
            <p:cNvSpPr/>
            <p:nvPr/>
          </p:nvSpPr>
          <p:spPr>
            <a:xfrm>
              <a:off x="8619136" y="1550191"/>
              <a:ext cx="48252" cy="216744"/>
            </a:xfrm>
            <a:custGeom>
              <a:avLst/>
              <a:gdLst/>
              <a:ahLst/>
              <a:cxnLst/>
              <a:rect l="l" t="t" r="r" b="b"/>
              <a:pathLst>
                <a:path w="5342" h="23996" extrusionOk="0">
                  <a:moveTo>
                    <a:pt x="3939" y="1094"/>
                  </a:moveTo>
                  <a:cubicBezTo>
                    <a:pt x="4135" y="1094"/>
                    <a:pt x="4330" y="1106"/>
                    <a:pt x="4525" y="1133"/>
                  </a:cubicBezTo>
                  <a:cubicBezTo>
                    <a:pt x="3870" y="4442"/>
                    <a:pt x="4156" y="8062"/>
                    <a:pt x="4251" y="11384"/>
                  </a:cubicBezTo>
                  <a:cubicBezTo>
                    <a:pt x="4358" y="15277"/>
                    <a:pt x="4679" y="19170"/>
                    <a:pt x="4572" y="23076"/>
                  </a:cubicBezTo>
                  <a:cubicBezTo>
                    <a:pt x="4525" y="23064"/>
                    <a:pt x="4489" y="23052"/>
                    <a:pt x="4441" y="23040"/>
                  </a:cubicBezTo>
                  <a:cubicBezTo>
                    <a:pt x="3846" y="23028"/>
                    <a:pt x="3239" y="23016"/>
                    <a:pt x="2632" y="23016"/>
                  </a:cubicBezTo>
                  <a:cubicBezTo>
                    <a:pt x="2346" y="23016"/>
                    <a:pt x="2051" y="23003"/>
                    <a:pt x="1756" y="23003"/>
                  </a:cubicBezTo>
                  <a:cubicBezTo>
                    <a:pt x="1559" y="23003"/>
                    <a:pt x="1362" y="23009"/>
                    <a:pt x="1167" y="23028"/>
                  </a:cubicBezTo>
                  <a:cubicBezTo>
                    <a:pt x="1179" y="23016"/>
                    <a:pt x="1179" y="22992"/>
                    <a:pt x="1179" y="22969"/>
                  </a:cubicBezTo>
                  <a:cubicBezTo>
                    <a:pt x="1119" y="19123"/>
                    <a:pt x="1072" y="15277"/>
                    <a:pt x="1024" y="11431"/>
                  </a:cubicBezTo>
                  <a:cubicBezTo>
                    <a:pt x="988" y="8098"/>
                    <a:pt x="1310" y="4633"/>
                    <a:pt x="905" y="1311"/>
                  </a:cubicBezTo>
                  <a:lnTo>
                    <a:pt x="905" y="1311"/>
                  </a:lnTo>
                  <a:cubicBezTo>
                    <a:pt x="1024" y="1321"/>
                    <a:pt x="1142" y="1325"/>
                    <a:pt x="1261" y="1325"/>
                  </a:cubicBezTo>
                  <a:cubicBezTo>
                    <a:pt x="2146" y="1325"/>
                    <a:pt x="3046" y="1094"/>
                    <a:pt x="3939" y="1094"/>
                  </a:cubicBezTo>
                  <a:close/>
                  <a:moveTo>
                    <a:pt x="4933" y="1"/>
                  </a:moveTo>
                  <a:cubicBezTo>
                    <a:pt x="4854" y="1"/>
                    <a:pt x="4777" y="45"/>
                    <a:pt x="4751" y="144"/>
                  </a:cubicBezTo>
                  <a:cubicBezTo>
                    <a:pt x="4751" y="168"/>
                    <a:pt x="4739" y="192"/>
                    <a:pt x="4727" y="228"/>
                  </a:cubicBezTo>
                  <a:cubicBezTo>
                    <a:pt x="4666" y="228"/>
                    <a:pt x="4604" y="228"/>
                    <a:pt x="4542" y="228"/>
                  </a:cubicBezTo>
                  <a:cubicBezTo>
                    <a:pt x="3329" y="228"/>
                    <a:pt x="1894" y="238"/>
                    <a:pt x="738" y="680"/>
                  </a:cubicBezTo>
                  <a:cubicBezTo>
                    <a:pt x="708" y="667"/>
                    <a:pt x="676" y="660"/>
                    <a:pt x="643" y="660"/>
                  </a:cubicBezTo>
                  <a:cubicBezTo>
                    <a:pt x="560" y="660"/>
                    <a:pt x="478" y="705"/>
                    <a:pt x="453" y="799"/>
                  </a:cubicBezTo>
                  <a:cubicBezTo>
                    <a:pt x="429" y="811"/>
                    <a:pt x="405" y="811"/>
                    <a:pt x="369" y="823"/>
                  </a:cubicBezTo>
                  <a:cubicBezTo>
                    <a:pt x="215" y="906"/>
                    <a:pt x="238" y="1168"/>
                    <a:pt x="405" y="1228"/>
                  </a:cubicBezTo>
                  <a:cubicBezTo>
                    <a:pt x="0" y="4562"/>
                    <a:pt x="369" y="8086"/>
                    <a:pt x="429" y="11431"/>
                  </a:cubicBezTo>
                  <a:cubicBezTo>
                    <a:pt x="500" y="15277"/>
                    <a:pt x="500" y="19123"/>
                    <a:pt x="453" y="22969"/>
                  </a:cubicBezTo>
                  <a:cubicBezTo>
                    <a:pt x="453" y="23088"/>
                    <a:pt x="488" y="23171"/>
                    <a:pt x="560" y="23231"/>
                  </a:cubicBezTo>
                  <a:cubicBezTo>
                    <a:pt x="405" y="23409"/>
                    <a:pt x="453" y="23731"/>
                    <a:pt x="727" y="23802"/>
                  </a:cubicBezTo>
                  <a:cubicBezTo>
                    <a:pt x="1051" y="23898"/>
                    <a:pt x="1393" y="23916"/>
                    <a:pt x="1737" y="23916"/>
                  </a:cubicBezTo>
                  <a:cubicBezTo>
                    <a:pt x="1949" y="23916"/>
                    <a:pt x="2161" y="23909"/>
                    <a:pt x="2370" y="23909"/>
                  </a:cubicBezTo>
                  <a:cubicBezTo>
                    <a:pt x="3060" y="23909"/>
                    <a:pt x="3751" y="23897"/>
                    <a:pt x="4441" y="23885"/>
                  </a:cubicBezTo>
                  <a:cubicBezTo>
                    <a:pt x="4513" y="23885"/>
                    <a:pt x="4572" y="23862"/>
                    <a:pt x="4620" y="23838"/>
                  </a:cubicBezTo>
                  <a:cubicBezTo>
                    <a:pt x="4696" y="23942"/>
                    <a:pt x="4827" y="23995"/>
                    <a:pt x="4956" y="23995"/>
                  </a:cubicBezTo>
                  <a:cubicBezTo>
                    <a:pt x="5150" y="23995"/>
                    <a:pt x="5341" y="23874"/>
                    <a:pt x="5334" y="23623"/>
                  </a:cubicBezTo>
                  <a:cubicBezTo>
                    <a:pt x="5156" y="19861"/>
                    <a:pt x="5108" y="16087"/>
                    <a:pt x="5013" y="12324"/>
                  </a:cubicBezTo>
                  <a:cubicBezTo>
                    <a:pt x="4918" y="8538"/>
                    <a:pt x="5322" y="4693"/>
                    <a:pt x="5168" y="906"/>
                  </a:cubicBezTo>
                  <a:cubicBezTo>
                    <a:pt x="5251" y="752"/>
                    <a:pt x="5239" y="549"/>
                    <a:pt x="5144" y="406"/>
                  </a:cubicBezTo>
                  <a:cubicBezTo>
                    <a:pt x="5144" y="335"/>
                    <a:pt x="5144" y="263"/>
                    <a:pt x="5144" y="192"/>
                  </a:cubicBezTo>
                  <a:cubicBezTo>
                    <a:pt x="5137" y="72"/>
                    <a:pt x="5033" y="1"/>
                    <a:pt x="493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latin typeface="IBM Plex Sans"/>
                <a:ea typeface="IBM Plex Sans"/>
                <a:cs typeface="IBM Plex Sans"/>
                <a:sym typeface="IBM Plex Sans"/>
              </a:endParaRPr>
            </a:p>
          </p:txBody>
        </p:sp>
        <p:sp>
          <p:nvSpPr>
            <p:cNvPr id="6421" name="Google Shape;6421;p478"/>
            <p:cNvSpPr/>
            <p:nvPr/>
          </p:nvSpPr>
          <p:spPr>
            <a:xfrm>
              <a:off x="8431417" y="1779175"/>
              <a:ext cx="255358" cy="12564"/>
            </a:xfrm>
            <a:custGeom>
              <a:avLst/>
              <a:gdLst/>
              <a:ahLst/>
              <a:cxnLst/>
              <a:rect l="l" t="t" r="r" b="b"/>
              <a:pathLst>
                <a:path w="28271" h="1391" extrusionOk="0">
                  <a:moveTo>
                    <a:pt x="27676" y="0"/>
                  </a:moveTo>
                  <a:cubicBezTo>
                    <a:pt x="27668" y="0"/>
                    <a:pt x="27660" y="0"/>
                    <a:pt x="27651" y="1"/>
                  </a:cubicBezTo>
                  <a:cubicBezTo>
                    <a:pt x="22014" y="178"/>
                    <a:pt x="16422" y="410"/>
                    <a:pt x="10820" y="410"/>
                  </a:cubicBezTo>
                  <a:cubicBezTo>
                    <a:pt x="7394" y="410"/>
                    <a:pt x="3964" y="324"/>
                    <a:pt x="517" y="84"/>
                  </a:cubicBezTo>
                  <a:cubicBezTo>
                    <a:pt x="509" y="84"/>
                    <a:pt x="501" y="83"/>
                    <a:pt x="494" y="83"/>
                  </a:cubicBezTo>
                  <a:cubicBezTo>
                    <a:pt x="96" y="83"/>
                    <a:pt x="1" y="692"/>
                    <a:pt x="422" y="751"/>
                  </a:cubicBezTo>
                  <a:cubicBezTo>
                    <a:pt x="3691" y="1234"/>
                    <a:pt x="7004" y="1391"/>
                    <a:pt x="10333" y="1391"/>
                  </a:cubicBezTo>
                  <a:cubicBezTo>
                    <a:pt x="16110" y="1391"/>
                    <a:pt x="21933" y="918"/>
                    <a:pt x="27651" y="858"/>
                  </a:cubicBezTo>
                  <a:cubicBezTo>
                    <a:pt x="28262" y="846"/>
                    <a:pt x="28270" y="0"/>
                    <a:pt x="2767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latin typeface="IBM Plex Sans"/>
                <a:ea typeface="IBM Plex Sans"/>
                <a:cs typeface="IBM Plex Sans"/>
                <a:sym typeface="IBM Plex Sans"/>
              </a:endParaRPr>
            </a:p>
          </p:txBody>
        </p:sp>
        <p:sp>
          <p:nvSpPr>
            <p:cNvPr id="6422" name="Google Shape;6422;p478"/>
            <p:cNvSpPr/>
            <p:nvPr/>
          </p:nvSpPr>
          <p:spPr>
            <a:xfrm>
              <a:off x="6862542" y="1810425"/>
              <a:ext cx="1597066" cy="171359"/>
            </a:xfrm>
            <a:custGeom>
              <a:avLst/>
              <a:gdLst/>
              <a:ahLst/>
              <a:cxnLst/>
              <a:rect l="l" t="t" r="r" b="b"/>
              <a:pathLst>
                <a:path w="63985" h="7847" extrusionOk="0">
                  <a:moveTo>
                    <a:pt x="2680" y="703"/>
                  </a:moveTo>
                  <a:cubicBezTo>
                    <a:pt x="2418" y="846"/>
                    <a:pt x="2168" y="1179"/>
                    <a:pt x="1918" y="1429"/>
                  </a:cubicBezTo>
                  <a:lnTo>
                    <a:pt x="1334" y="703"/>
                  </a:lnTo>
                  <a:close/>
                  <a:moveTo>
                    <a:pt x="4239" y="703"/>
                  </a:moveTo>
                  <a:cubicBezTo>
                    <a:pt x="3704" y="1143"/>
                    <a:pt x="3168" y="1774"/>
                    <a:pt x="2632" y="2322"/>
                  </a:cubicBezTo>
                  <a:lnTo>
                    <a:pt x="2049" y="1572"/>
                  </a:lnTo>
                  <a:cubicBezTo>
                    <a:pt x="2358" y="1262"/>
                    <a:pt x="2668" y="1000"/>
                    <a:pt x="2977" y="703"/>
                  </a:cubicBezTo>
                  <a:close/>
                  <a:moveTo>
                    <a:pt x="6216" y="703"/>
                  </a:moveTo>
                  <a:cubicBezTo>
                    <a:pt x="5299" y="1596"/>
                    <a:pt x="4382" y="2477"/>
                    <a:pt x="3489" y="3394"/>
                  </a:cubicBezTo>
                  <a:lnTo>
                    <a:pt x="2918" y="2655"/>
                  </a:lnTo>
                  <a:cubicBezTo>
                    <a:pt x="3573" y="2001"/>
                    <a:pt x="4227" y="1298"/>
                    <a:pt x="4882" y="703"/>
                  </a:cubicBezTo>
                  <a:close/>
                  <a:moveTo>
                    <a:pt x="22134" y="703"/>
                  </a:moveTo>
                  <a:cubicBezTo>
                    <a:pt x="19979" y="2786"/>
                    <a:pt x="17824" y="5037"/>
                    <a:pt x="15669" y="7239"/>
                  </a:cubicBezTo>
                  <a:lnTo>
                    <a:pt x="14205" y="7227"/>
                  </a:lnTo>
                  <a:cubicBezTo>
                    <a:pt x="16467" y="5025"/>
                    <a:pt x="18753" y="2786"/>
                    <a:pt x="21039" y="703"/>
                  </a:cubicBezTo>
                  <a:close/>
                  <a:moveTo>
                    <a:pt x="54079" y="703"/>
                  </a:moveTo>
                  <a:cubicBezTo>
                    <a:pt x="51829" y="2786"/>
                    <a:pt x="49578" y="5049"/>
                    <a:pt x="47328" y="7239"/>
                  </a:cubicBezTo>
                  <a:lnTo>
                    <a:pt x="46447" y="7227"/>
                  </a:lnTo>
                  <a:cubicBezTo>
                    <a:pt x="48566" y="5037"/>
                    <a:pt x="50698" y="2786"/>
                    <a:pt x="52841" y="703"/>
                  </a:cubicBezTo>
                  <a:close/>
                  <a:moveTo>
                    <a:pt x="61080" y="1203"/>
                  </a:moveTo>
                  <a:lnTo>
                    <a:pt x="61651" y="1941"/>
                  </a:lnTo>
                  <a:cubicBezTo>
                    <a:pt x="59949" y="3691"/>
                    <a:pt x="58270" y="5453"/>
                    <a:pt x="56591" y="7239"/>
                  </a:cubicBezTo>
                  <a:lnTo>
                    <a:pt x="55580" y="7239"/>
                  </a:lnTo>
                  <a:cubicBezTo>
                    <a:pt x="55885" y="6944"/>
                    <a:pt x="56190" y="6604"/>
                    <a:pt x="56496" y="6299"/>
                  </a:cubicBezTo>
                  <a:cubicBezTo>
                    <a:pt x="58091" y="4668"/>
                    <a:pt x="59568" y="2917"/>
                    <a:pt x="61080" y="1203"/>
                  </a:cubicBezTo>
                  <a:close/>
                  <a:moveTo>
                    <a:pt x="8014" y="703"/>
                  </a:moveTo>
                  <a:cubicBezTo>
                    <a:pt x="5859" y="2786"/>
                    <a:pt x="3704" y="5013"/>
                    <a:pt x="1584" y="7251"/>
                  </a:cubicBezTo>
                  <a:lnTo>
                    <a:pt x="1334" y="7251"/>
                  </a:lnTo>
                  <a:lnTo>
                    <a:pt x="3942" y="3941"/>
                  </a:lnTo>
                  <a:lnTo>
                    <a:pt x="3704" y="3667"/>
                  </a:lnTo>
                  <a:cubicBezTo>
                    <a:pt x="4692" y="2655"/>
                    <a:pt x="5680" y="1596"/>
                    <a:pt x="6680" y="703"/>
                  </a:cubicBezTo>
                  <a:close/>
                  <a:moveTo>
                    <a:pt x="9835" y="703"/>
                  </a:moveTo>
                  <a:cubicBezTo>
                    <a:pt x="7597" y="2786"/>
                    <a:pt x="5359" y="5013"/>
                    <a:pt x="3132" y="7251"/>
                  </a:cubicBezTo>
                  <a:lnTo>
                    <a:pt x="2084" y="7251"/>
                  </a:lnTo>
                  <a:cubicBezTo>
                    <a:pt x="4370" y="5013"/>
                    <a:pt x="6644" y="2786"/>
                    <a:pt x="8907" y="703"/>
                  </a:cubicBezTo>
                  <a:close/>
                  <a:moveTo>
                    <a:pt x="11240" y="703"/>
                  </a:moveTo>
                  <a:cubicBezTo>
                    <a:pt x="9109" y="2786"/>
                    <a:pt x="6990" y="5013"/>
                    <a:pt x="4906" y="7251"/>
                  </a:cubicBezTo>
                  <a:lnTo>
                    <a:pt x="3454" y="7251"/>
                  </a:lnTo>
                  <a:cubicBezTo>
                    <a:pt x="5704" y="5013"/>
                    <a:pt x="7930" y="2786"/>
                    <a:pt x="10169" y="703"/>
                  </a:cubicBezTo>
                  <a:close/>
                  <a:moveTo>
                    <a:pt x="13026" y="703"/>
                  </a:moveTo>
                  <a:cubicBezTo>
                    <a:pt x="10859" y="2786"/>
                    <a:pt x="8704" y="5013"/>
                    <a:pt x="6609" y="7251"/>
                  </a:cubicBezTo>
                  <a:lnTo>
                    <a:pt x="5406" y="7251"/>
                  </a:lnTo>
                  <a:cubicBezTo>
                    <a:pt x="7490" y="5013"/>
                    <a:pt x="9561" y="2786"/>
                    <a:pt x="11645" y="703"/>
                  </a:cubicBezTo>
                  <a:close/>
                  <a:moveTo>
                    <a:pt x="16038" y="703"/>
                  </a:moveTo>
                  <a:cubicBezTo>
                    <a:pt x="13752" y="2786"/>
                    <a:pt x="11431" y="5013"/>
                    <a:pt x="9145" y="7251"/>
                  </a:cubicBezTo>
                  <a:lnTo>
                    <a:pt x="7097" y="7251"/>
                  </a:lnTo>
                  <a:cubicBezTo>
                    <a:pt x="9204" y="5013"/>
                    <a:pt x="11347" y="2786"/>
                    <a:pt x="13491" y="703"/>
                  </a:cubicBezTo>
                  <a:close/>
                  <a:moveTo>
                    <a:pt x="16348" y="667"/>
                  </a:moveTo>
                  <a:lnTo>
                    <a:pt x="18372" y="679"/>
                  </a:lnTo>
                  <a:cubicBezTo>
                    <a:pt x="16062" y="2870"/>
                    <a:pt x="13741" y="5013"/>
                    <a:pt x="11455" y="7251"/>
                  </a:cubicBezTo>
                  <a:lnTo>
                    <a:pt x="9621" y="7251"/>
                  </a:lnTo>
                  <a:cubicBezTo>
                    <a:pt x="11859" y="5013"/>
                    <a:pt x="14110" y="2870"/>
                    <a:pt x="16348" y="667"/>
                  </a:cubicBezTo>
                  <a:close/>
                  <a:moveTo>
                    <a:pt x="20658" y="703"/>
                  </a:moveTo>
                  <a:cubicBezTo>
                    <a:pt x="18324" y="2786"/>
                    <a:pt x="15979" y="5013"/>
                    <a:pt x="13741" y="7251"/>
                  </a:cubicBezTo>
                  <a:lnTo>
                    <a:pt x="11836" y="7251"/>
                  </a:lnTo>
                  <a:cubicBezTo>
                    <a:pt x="14086" y="5013"/>
                    <a:pt x="16336" y="2786"/>
                    <a:pt x="18586" y="703"/>
                  </a:cubicBezTo>
                  <a:close/>
                  <a:moveTo>
                    <a:pt x="24123" y="703"/>
                  </a:moveTo>
                  <a:cubicBezTo>
                    <a:pt x="21944" y="2786"/>
                    <a:pt x="19765" y="5013"/>
                    <a:pt x="17610" y="7251"/>
                  </a:cubicBezTo>
                  <a:lnTo>
                    <a:pt x="15824" y="7251"/>
                  </a:lnTo>
                  <a:cubicBezTo>
                    <a:pt x="18015" y="5013"/>
                    <a:pt x="20229" y="2786"/>
                    <a:pt x="22444" y="703"/>
                  </a:cubicBezTo>
                  <a:close/>
                  <a:moveTo>
                    <a:pt x="25409" y="703"/>
                  </a:moveTo>
                  <a:cubicBezTo>
                    <a:pt x="23230" y="2786"/>
                    <a:pt x="21111" y="5013"/>
                    <a:pt x="19039" y="7251"/>
                  </a:cubicBezTo>
                  <a:lnTo>
                    <a:pt x="17955" y="7251"/>
                  </a:lnTo>
                  <a:cubicBezTo>
                    <a:pt x="20098" y="5013"/>
                    <a:pt x="22265" y="2786"/>
                    <a:pt x="24432" y="703"/>
                  </a:cubicBezTo>
                  <a:close/>
                  <a:moveTo>
                    <a:pt x="27957" y="703"/>
                  </a:moveTo>
                  <a:cubicBezTo>
                    <a:pt x="27445" y="1143"/>
                    <a:pt x="26945" y="1667"/>
                    <a:pt x="26456" y="2155"/>
                  </a:cubicBezTo>
                  <a:cubicBezTo>
                    <a:pt x="24730" y="3858"/>
                    <a:pt x="23004" y="5465"/>
                    <a:pt x="21277" y="7251"/>
                  </a:cubicBezTo>
                  <a:lnTo>
                    <a:pt x="19348" y="7251"/>
                  </a:lnTo>
                  <a:cubicBezTo>
                    <a:pt x="21087" y="5310"/>
                    <a:pt x="22849" y="3548"/>
                    <a:pt x="24659" y="1762"/>
                  </a:cubicBezTo>
                  <a:cubicBezTo>
                    <a:pt x="25016" y="1393"/>
                    <a:pt x="25385" y="1000"/>
                    <a:pt x="25754" y="703"/>
                  </a:cubicBezTo>
                  <a:close/>
                  <a:moveTo>
                    <a:pt x="30183" y="703"/>
                  </a:moveTo>
                  <a:cubicBezTo>
                    <a:pt x="29600" y="1298"/>
                    <a:pt x="29004" y="1893"/>
                    <a:pt x="28421" y="2501"/>
                  </a:cubicBezTo>
                  <a:cubicBezTo>
                    <a:pt x="26897" y="4096"/>
                    <a:pt x="25349" y="5608"/>
                    <a:pt x="23801" y="7251"/>
                  </a:cubicBezTo>
                  <a:lnTo>
                    <a:pt x="21468" y="7251"/>
                  </a:lnTo>
                  <a:cubicBezTo>
                    <a:pt x="22944" y="5763"/>
                    <a:pt x="24420" y="4429"/>
                    <a:pt x="25849" y="3001"/>
                  </a:cubicBezTo>
                  <a:cubicBezTo>
                    <a:pt x="26611" y="2227"/>
                    <a:pt x="27385" y="1441"/>
                    <a:pt x="28171" y="703"/>
                  </a:cubicBezTo>
                  <a:close/>
                  <a:moveTo>
                    <a:pt x="33100" y="703"/>
                  </a:moveTo>
                  <a:cubicBezTo>
                    <a:pt x="31636" y="2191"/>
                    <a:pt x="30159" y="3632"/>
                    <a:pt x="28671" y="5084"/>
                  </a:cubicBezTo>
                  <a:cubicBezTo>
                    <a:pt x="27933" y="5811"/>
                    <a:pt x="27195" y="6501"/>
                    <a:pt x="26456" y="7251"/>
                  </a:cubicBezTo>
                  <a:lnTo>
                    <a:pt x="24087" y="7251"/>
                  </a:lnTo>
                  <a:cubicBezTo>
                    <a:pt x="25587" y="5608"/>
                    <a:pt x="27076" y="4179"/>
                    <a:pt x="28564" y="2632"/>
                  </a:cubicBezTo>
                  <a:cubicBezTo>
                    <a:pt x="29183" y="1977"/>
                    <a:pt x="29826" y="1298"/>
                    <a:pt x="30469" y="703"/>
                  </a:cubicBezTo>
                  <a:close/>
                  <a:moveTo>
                    <a:pt x="35005" y="703"/>
                  </a:moveTo>
                  <a:cubicBezTo>
                    <a:pt x="33207" y="2489"/>
                    <a:pt x="31398" y="4358"/>
                    <a:pt x="29516" y="6132"/>
                  </a:cubicBezTo>
                  <a:cubicBezTo>
                    <a:pt x="29123" y="6501"/>
                    <a:pt x="28742" y="6799"/>
                    <a:pt x="28350" y="7251"/>
                  </a:cubicBezTo>
                  <a:lnTo>
                    <a:pt x="26778" y="7251"/>
                  </a:lnTo>
                  <a:cubicBezTo>
                    <a:pt x="29040" y="5013"/>
                    <a:pt x="31290" y="2786"/>
                    <a:pt x="33517" y="703"/>
                  </a:cubicBezTo>
                  <a:close/>
                  <a:moveTo>
                    <a:pt x="36315" y="703"/>
                  </a:moveTo>
                  <a:cubicBezTo>
                    <a:pt x="34576" y="2334"/>
                    <a:pt x="32838" y="4120"/>
                    <a:pt x="31100" y="5834"/>
                  </a:cubicBezTo>
                  <a:cubicBezTo>
                    <a:pt x="30612" y="6299"/>
                    <a:pt x="30124" y="6799"/>
                    <a:pt x="29647" y="7251"/>
                  </a:cubicBezTo>
                  <a:lnTo>
                    <a:pt x="28635" y="7251"/>
                  </a:lnTo>
                  <a:cubicBezTo>
                    <a:pt x="28731" y="7096"/>
                    <a:pt x="28826" y="7061"/>
                    <a:pt x="28921" y="6965"/>
                  </a:cubicBezTo>
                  <a:cubicBezTo>
                    <a:pt x="31112" y="4918"/>
                    <a:pt x="33243" y="2786"/>
                    <a:pt x="35362" y="703"/>
                  </a:cubicBezTo>
                  <a:close/>
                  <a:moveTo>
                    <a:pt x="37684" y="703"/>
                  </a:moveTo>
                  <a:cubicBezTo>
                    <a:pt x="35541" y="2786"/>
                    <a:pt x="33398" y="5013"/>
                    <a:pt x="31267" y="7251"/>
                  </a:cubicBezTo>
                  <a:lnTo>
                    <a:pt x="29897" y="7251"/>
                  </a:lnTo>
                  <a:cubicBezTo>
                    <a:pt x="30088" y="6954"/>
                    <a:pt x="30290" y="6870"/>
                    <a:pt x="30481" y="6680"/>
                  </a:cubicBezTo>
                  <a:cubicBezTo>
                    <a:pt x="32517" y="4679"/>
                    <a:pt x="34576" y="2632"/>
                    <a:pt x="36636" y="703"/>
                  </a:cubicBezTo>
                  <a:close/>
                  <a:moveTo>
                    <a:pt x="39601" y="703"/>
                  </a:moveTo>
                  <a:cubicBezTo>
                    <a:pt x="37601" y="2632"/>
                    <a:pt x="35600" y="4608"/>
                    <a:pt x="33648" y="6596"/>
                  </a:cubicBezTo>
                  <a:cubicBezTo>
                    <a:pt x="33433" y="6811"/>
                    <a:pt x="33231" y="6954"/>
                    <a:pt x="33017" y="7251"/>
                  </a:cubicBezTo>
                  <a:lnTo>
                    <a:pt x="32267" y="7251"/>
                  </a:lnTo>
                  <a:cubicBezTo>
                    <a:pt x="34422" y="5013"/>
                    <a:pt x="36553" y="2786"/>
                    <a:pt x="38684" y="703"/>
                  </a:cubicBezTo>
                  <a:close/>
                  <a:moveTo>
                    <a:pt x="41542" y="703"/>
                  </a:moveTo>
                  <a:cubicBezTo>
                    <a:pt x="39375" y="2786"/>
                    <a:pt x="37196" y="5013"/>
                    <a:pt x="35005" y="7251"/>
                  </a:cubicBezTo>
                  <a:lnTo>
                    <a:pt x="33326" y="7251"/>
                  </a:lnTo>
                  <a:cubicBezTo>
                    <a:pt x="33493" y="7096"/>
                    <a:pt x="33648" y="6930"/>
                    <a:pt x="33803" y="6763"/>
                  </a:cubicBezTo>
                  <a:cubicBezTo>
                    <a:pt x="35815" y="4703"/>
                    <a:pt x="37898" y="2632"/>
                    <a:pt x="39994" y="703"/>
                  </a:cubicBezTo>
                  <a:close/>
                  <a:moveTo>
                    <a:pt x="44328" y="703"/>
                  </a:moveTo>
                  <a:cubicBezTo>
                    <a:pt x="42030" y="2786"/>
                    <a:pt x="39720" y="5013"/>
                    <a:pt x="37422" y="7251"/>
                  </a:cubicBezTo>
                  <a:lnTo>
                    <a:pt x="35446" y="7251"/>
                  </a:lnTo>
                  <a:cubicBezTo>
                    <a:pt x="37672" y="5013"/>
                    <a:pt x="39922" y="2786"/>
                    <a:pt x="42149" y="703"/>
                  </a:cubicBezTo>
                  <a:close/>
                  <a:moveTo>
                    <a:pt x="46209" y="703"/>
                  </a:moveTo>
                  <a:cubicBezTo>
                    <a:pt x="43982" y="2786"/>
                    <a:pt x="41744" y="5013"/>
                    <a:pt x="39482" y="7251"/>
                  </a:cubicBezTo>
                  <a:lnTo>
                    <a:pt x="37684" y="7251"/>
                  </a:lnTo>
                  <a:cubicBezTo>
                    <a:pt x="39994" y="5013"/>
                    <a:pt x="42304" y="2786"/>
                    <a:pt x="44613" y="703"/>
                  </a:cubicBezTo>
                  <a:close/>
                  <a:moveTo>
                    <a:pt x="49031" y="703"/>
                  </a:moveTo>
                  <a:cubicBezTo>
                    <a:pt x="46828" y="2786"/>
                    <a:pt x="44649" y="5013"/>
                    <a:pt x="42447" y="7251"/>
                  </a:cubicBezTo>
                  <a:lnTo>
                    <a:pt x="39791" y="7251"/>
                  </a:lnTo>
                  <a:cubicBezTo>
                    <a:pt x="42054" y="5013"/>
                    <a:pt x="44304" y="2786"/>
                    <a:pt x="46530" y="703"/>
                  </a:cubicBezTo>
                  <a:close/>
                  <a:moveTo>
                    <a:pt x="50793" y="703"/>
                  </a:moveTo>
                  <a:cubicBezTo>
                    <a:pt x="50721" y="703"/>
                    <a:pt x="50650" y="846"/>
                    <a:pt x="50579" y="917"/>
                  </a:cubicBezTo>
                  <a:cubicBezTo>
                    <a:pt x="48483" y="3048"/>
                    <a:pt x="46364" y="5168"/>
                    <a:pt x="44244" y="7251"/>
                  </a:cubicBezTo>
                  <a:lnTo>
                    <a:pt x="42744" y="7251"/>
                  </a:lnTo>
                  <a:cubicBezTo>
                    <a:pt x="44971" y="5013"/>
                    <a:pt x="47185" y="2786"/>
                    <a:pt x="49412" y="703"/>
                  </a:cubicBezTo>
                  <a:close/>
                  <a:moveTo>
                    <a:pt x="52662" y="703"/>
                  </a:moveTo>
                  <a:cubicBezTo>
                    <a:pt x="51733" y="1596"/>
                    <a:pt x="50805" y="2691"/>
                    <a:pt x="49852" y="3656"/>
                  </a:cubicBezTo>
                  <a:cubicBezTo>
                    <a:pt x="48662" y="4858"/>
                    <a:pt x="47471" y="6061"/>
                    <a:pt x="46280" y="7251"/>
                  </a:cubicBezTo>
                  <a:lnTo>
                    <a:pt x="44613" y="7251"/>
                  </a:lnTo>
                  <a:cubicBezTo>
                    <a:pt x="46673" y="5168"/>
                    <a:pt x="48721" y="3167"/>
                    <a:pt x="50757" y="1108"/>
                  </a:cubicBezTo>
                  <a:cubicBezTo>
                    <a:pt x="50900" y="977"/>
                    <a:pt x="51031" y="846"/>
                    <a:pt x="51162" y="703"/>
                  </a:cubicBezTo>
                  <a:close/>
                  <a:moveTo>
                    <a:pt x="56770" y="703"/>
                  </a:moveTo>
                  <a:cubicBezTo>
                    <a:pt x="54579" y="2786"/>
                    <a:pt x="52376" y="5013"/>
                    <a:pt x="50150" y="7251"/>
                  </a:cubicBezTo>
                  <a:lnTo>
                    <a:pt x="48090" y="7251"/>
                  </a:lnTo>
                  <a:cubicBezTo>
                    <a:pt x="50269" y="5013"/>
                    <a:pt x="52460" y="2786"/>
                    <a:pt x="54627" y="703"/>
                  </a:cubicBezTo>
                  <a:close/>
                  <a:moveTo>
                    <a:pt x="58484" y="703"/>
                  </a:moveTo>
                  <a:cubicBezTo>
                    <a:pt x="56365" y="2929"/>
                    <a:pt x="54186" y="5013"/>
                    <a:pt x="51983" y="7251"/>
                  </a:cubicBezTo>
                  <a:lnTo>
                    <a:pt x="50471" y="7251"/>
                  </a:lnTo>
                  <a:cubicBezTo>
                    <a:pt x="52710" y="5013"/>
                    <a:pt x="54924" y="2786"/>
                    <a:pt x="57139" y="703"/>
                  </a:cubicBezTo>
                  <a:close/>
                  <a:moveTo>
                    <a:pt x="59639" y="703"/>
                  </a:moveTo>
                  <a:cubicBezTo>
                    <a:pt x="58210" y="2191"/>
                    <a:pt x="56794" y="3929"/>
                    <a:pt x="55329" y="5501"/>
                  </a:cubicBezTo>
                  <a:cubicBezTo>
                    <a:pt x="54793" y="6084"/>
                    <a:pt x="54234" y="6656"/>
                    <a:pt x="53686" y="7251"/>
                  </a:cubicBezTo>
                  <a:lnTo>
                    <a:pt x="52567" y="7251"/>
                  </a:lnTo>
                  <a:cubicBezTo>
                    <a:pt x="54758" y="5013"/>
                    <a:pt x="56925" y="2929"/>
                    <a:pt x="58996" y="703"/>
                  </a:cubicBezTo>
                  <a:close/>
                  <a:moveTo>
                    <a:pt x="60651" y="703"/>
                  </a:moveTo>
                  <a:lnTo>
                    <a:pt x="60901" y="977"/>
                  </a:lnTo>
                  <a:cubicBezTo>
                    <a:pt x="59377" y="2703"/>
                    <a:pt x="57901" y="4501"/>
                    <a:pt x="56329" y="6156"/>
                  </a:cubicBezTo>
                  <a:cubicBezTo>
                    <a:pt x="55984" y="6513"/>
                    <a:pt x="55627" y="6799"/>
                    <a:pt x="55270" y="7251"/>
                  </a:cubicBezTo>
                  <a:lnTo>
                    <a:pt x="53877" y="7251"/>
                  </a:lnTo>
                  <a:cubicBezTo>
                    <a:pt x="55936" y="5013"/>
                    <a:pt x="57960" y="2786"/>
                    <a:pt x="59984" y="703"/>
                  </a:cubicBezTo>
                  <a:close/>
                  <a:moveTo>
                    <a:pt x="61830" y="2167"/>
                  </a:moveTo>
                  <a:lnTo>
                    <a:pt x="62675" y="3251"/>
                  </a:lnTo>
                  <a:cubicBezTo>
                    <a:pt x="61532" y="4608"/>
                    <a:pt x="60354" y="5906"/>
                    <a:pt x="59163" y="7251"/>
                  </a:cubicBezTo>
                  <a:lnTo>
                    <a:pt x="57008" y="7251"/>
                  </a:lnTo>
                  <a:cubicBezTo>
                    <a:pt x="58615" y="5465"/>
                    <a:pt x="60223" y="3846"/>
                    <a:pt x="61830" y="2167"/>
                  </a:cubicBezTo>
                  <a:close/>
                  <a:moveTo>
                    <a:pt x="62830" y="3441"/>
                  </a:moveTo>
                  <a:lnTo>
                    <a:pt x="63175" y="3882"/>
                  </a:lnTo>
                  <a:lnTo>
                    <a:pt x="60651" y="7251"/>
                  </a:lnTo>
                  <a:lnTo>
                    <a:pt x="59532" y="7251"/>
                  </a:lnTo>
                  <a:cubicBezTo>
                    <a:pt x="60651" y="5906"/>
                    <a:pt x="61747" y="4715"/>
                    <a:pt x="62830" y="3441"/>
                  </a:cubicBezTo>
                  <a:close/>
                  <a:moveTo>
                    <a:pt x="1" y="0"/>
                  </a:moveTo>
                  <a:lnTo>
                    <a:pt x="3120" y="3917"/>
                  </a:lnTo>
                  <a:lnTo>
                    <a:pt x="1" y="7847"/>
                  </a:lnTo>
                  <a:lnTo>
                    <a:pt x="60973" y="7847"/>
                  </a:lnTo>
                  <a:lnTo>
                    <a:pt x="63985" y="3846"/>
                  </a:lnTo>
                  <a:lnTo>
                    <a:pt x="6097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latin typeface="IBM Plex Sans"/>
                <a:ea typeface="IBM Plex Sans"/>
                <a:cs typeface="IBM Plex Sans"/>
                <a:sym typeface="IBM Plex Sans"/>
              </a:endParaRPr>
            </a:p>
          </p:txBody>
        </p:sp>
        <p:sp>
          <p:nvSpPr>
            <p:cNvPr id="6423" name="Google Shape;6423;p478"/>
            <p:cNvSpPr txBox="1"/>
            <p:nvPr/>
          </p:nvSpPr>
          <p:spPr>
            <a:xfrm>
              <a:off x="6895350" y="1136350"/>
              <a:ext cx="1530600" cy="531900"/>
            </a:xfrm>
            <a:prstGeom prst="rect">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solidFill>
                    <a:schemeClr val="lt1"/>
                  </a:solidFill>
                  <a:latin typeface="IBM Plex Sans Medium"/>
                  <a:ea typeface="IBM Plex Sans Medium"/>
                  <a:cs typeface="IBM Plex Sans Medium"/>
                  <a:sym typeface="IBM Plex Sans Medium"/>
                </a:rPr>
                <a:t>Drive automation with agentic process orchestration</a:t>
              </a:r>
              <a:endParaRPr sz="1000">
                <a:solidFill>
                  <a:schemeClr val="lt1"/>
                </a:solidFill>
                <a:latin typeface="IBM Plex Sans Medium"/>
                <a:ea typeface="IBM Plex Sans Medium"/>
                <a:cs typeface="IBM Plex Sans Medium"/>
                <a:sym typeface="IBM Plex Sans Medium"/>
              </a:endParaRPr>
            </a:p>
          </p:txBody>
        </p:sp>
        <p:sp>
          <p:nvSpPr>
            <p:cNvPr id="6424" name="Google Shape;6424;p478"/>
            <p:cNvSpPr/>
            <p:nvPr/>
          </p:nvSpPr>
          <p:spPr>
            <a:xfrm>
              <a:off x="6889801" y="2123950"/>
              <a:ext cx="1541700" cy="4902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800">
                  <a:latin typeface="IBM Plex Sans"/>
                  <a:ea typeface="IBM Plex Sans"/>
                  <a:cs typeface="IBM Plex Sans"/>
                  <a:sym typeface="IBM Plex Sans"/>
                </a:rPr>
                <a:t>Identify manual steps and routines</a:t>
              </a:r>
              <a:endParaRPr sz="800">
                <a:latin typeface="IBM Plex Sans"/>
                <a:ea typeface="IBM Plex Sans"/>
                <a:cs typeface="IBM Plex Sans"/>
                <a:sym typeface="IBM Plex Sans"/>
              </a:endParaRPr>
            </a:p>
          </p:txBody>
        </p:sp>
        <p:sp>
          <p:nvSpPr>
            <p:cNvPr id="6425" name="Google Shape;6425;p478"/>
            <p:cNvSpPr/>
            <p:nvPr/>
          </p:nvSpPr>
          <p:spPr>
            <a:xfrm>
              <a:off x="6902538" y="2717513"/>
              <a:ext cx="1541700" cy="4902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800">
                  <a:latin typeface="IBM Plex Sans"/>
                  <a:ea typeface="IBM Plex Sans"/>
                  <a:cs typeface="IBM Plex Sans"/>
                  <a:sym typeface="IBM Plex Sans"/>
                </a:rPr>
                <a:t>Move to using AI agents with guardrails (in Camunda)</a:t>
              </a:r>
              <a:endParaRPr sz="800">
                <a:latin typeface="IBM Plex Sans"/>
                <a:ea typeface="IBM Plex Sans"/>
                <a:cs typeface="IBM Plex Sans"/>
                <a:sym typeface="IBM Plex Sans"/>
              </a:endParaRPr>
            </a:p>
          </p:txBody>
        </p:sp>
      </p:grpSp>
      <p:sp>
        <p:nvSpPr>
          <p:cNvPr id="6426" name="Google Shape;6426;p478"/>
          <p:cNvSpPr txBox="1">
            <a:spLocks noGrp="1"/>
          </p:cNvSpPr>
          <p:nvPr>
            <p:ph type="title"/>
          </p:nvPr>
        </p:nvSpPr>
        <p:spPr>
          <a:xfrm>
            <a:off x="457201" y="114300"/>
            <a:ext cx="8229600" cy="369300"/>
          </a:xfrm>
          <a:prstGeom prst="rect">
            <a:avLst/>
          </a:prstGeom>
        </p:spPr>
        <p:txBody>
          <a:bodyPr spcFirstLastPara="1" wrap="square" lIns="0" tIns="0" rIns="0" bIns="0" anchor="t" anchorCtr="0">
            <a:spAutoFit/>
          </a:bodyPr>
          <a:lstStyle/>
          <a:p>
            <a:pPr marL="0" lvl="0" indent="0" algn="l" rtl="0">
              <a:spcBef>
                <a:spcPts val="0"/>
              </a:spcBef>
              <a:spcAft>
                <a:spcPts val="0"/>
              </a:spcAft>
              <a:buNone/>
            </a:pPr>
            <a:r>
              <a:rPr lang="en" sz="2400"/>
              <a:t>Roadmap to operationalizing AI</a:t>
            </a:r>
            <a:endParaRPr sz="2400" b="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40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4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6430"/>
        <p:cNvGrpSpPr/>
        <p:nvPr/>
      </p:nvGrpSpPr>
      <p:grpSpPr>
        <a:xfrm>
          <a:off x="0" y="0"/>
          <a:ext cx="0" cy="0"/>
          <a:chOff x="0" y="0"/>
          <a:chExt cx="0" cy="0"/>
        </a:xfrm>
      </p:grpSpPr>
      <p:sp>
        <p:nvSpPr>
          <p:cNvPr id="6431" name="Google Shape;6431;p479"/>
          <p:cNvSpPr txBox="1">
            <a:spLocks noGrp="1"/>
          </p:cNvSpPr>
          <p:nvPr>
            <p:ph type="title"/>
          </p:nvPr>
        </p:nvSpPr>
        <p:spPr>
          <a:xfrm>
            <a:off x="457200" y="857250"/>
            <a:ext cx="8229600" cy="841800"/>
          </a:xfrm>
          <a:prstGeom prst="rect">
            <a:avLst/>
          </a:prstGeom>
        </p:spPr>
        <p:txBody>
          <a:bodyPr spcFirstLastPara="1" wrap="square" lIns="0" tIns="0" rIns="0" bIns="0" anchor="t" anchorCtr="0">
            <a:normAutofit/>
          </a:bodyPr>
          <a:lstStyle/>
          <a:p>
            <a:pPr marL="0" lvl="0" indent="0" algn="l" rtl="0">
              <a:spcBef>
                <a:spcPts val="0"/>
              </a:spcBef>
              <a:spcAft>
                <a:spcPts val="0"/>
              </a:spcAft>
              <a:buNone/>
            </a:pPr>
            <a:r>
              <a:rPr lang="en" sz="4500" b="0">
                <a:latin typeface="IBM Plex Sans Medium"/>
                <a:ea typeface="IBM Plex Sans Medium"/>
                <a:cs typeface="IBM Plex Sans Medium"/>
                <a:sym typeface="IBM Plex Sans Medium"/>
              </a:rPr>
              <a:t>Thank you</a:t>
            </a:r>
            <a:endParaRPr sz="4500" b="0">
              <a:latin typeface="IBM Plex Sans Medium"/>
              <a:ea typeface="IBM Plex Sans Medium"/>
              <a:cs typeface="IBM Plex Sans Medium"/>
              <a:sym typeface="IBM Plex Sans Medium"/>
            </a:endParaRPr>
          </a:p>
        </p:txBody>
      </p:sp>
      <p:sp>
        <p:nvSpPr>
          <p:cNvPr id="6432" name="Google Shape;6432;p479"/>
          <p:cNvSpPr txBox="1">
            <a:spLocks noGrp="1"/>
          </p:cNvSpPr>
          <p:nvPr>
            <p:ph type="subTitle" idx="6"/>
          </p:nvPr>
        </p:nvSpPr>
        <p:spPr>
          <a:xfrm>
            <a:off x="1082800" y="2843100"/>
            <a:ext cx="5272500" cy="673800"/>
          </a:xfrm>
          <a:prstGeom prst="rect">
            <a:avLst/>
          </a:prstGeom>
        </p:spPr>
        <p:txBody>
          <a:bodyPr spcFirstLastPara="1" wrap="square" lIns="0" tIns="0" rIns="0" bIns="0" anchor="ctr" anchorCtr="0">
            <a:normAutofit/>
          </a:bodyPr>
          <a:lstStyle/>
          <a:p>
            <a:pPr marL="0" lvl="0" indent="0" algn="l" rtl="0">
              <a:spcBef>
                <a:spcPts val="0"/>
              </a:spcBef>
              <a:spcAft>
                <a:spcPts val="1200"/>
              </a:spcAft>
              <a:buNone/>
            </a:pPr>
            <a:r>
              <a:rPr lang="en" u="sng">
                <a:hlinkClick r:id="rId3"/>
              </a:rPr>
              <a:t>linkedin.com/company/camunda</a:t>
            </a:r>
            <a:endParaRPr/>
          </a:p>
        </p:txBody>
      </p:sp>
      <p:sp>
        <p:nvSpPr>
          <p:cNvPr id="6433" name="Google Shape;6433;p479"/>
          <p:cNvSpPr txBox="1">
            <a:spLocks noGrp="1"/>
          </p:cNvSpPr>
          <p:nvPr>
            <p:ph type="subTitle" idx="7"/>
          </p:nvPr>
        </p:nvSpPr>
        <p:spPr>
          <a:xfrm>
            <a:off x="1082800" y="2081788"/>
            <a:ext cx="5272500" cy="673800"/>
          </a:xfrm>
          <a:prstGeom prst="rect">
            <a:avLst/>
          </a:prstGeom>
        </p:spPr>
        <p:txBody>
          <a:bodyPr spcFirstLastPara="1" wrap="square" lIns="0" tIns="0" rIns="0" bIns="0" anchor="ctr" anchorCtr="0">
            <a:normAutofit/>
          </a:bodyPr>
          <a:lstStyle/>
          <a:p>
            <a:pPr marL="0" lvl="0" indent="0" algn="l" rtl="0">
              <a:spcBef>
                <a:spcPts val="0"/>
              </a:spcBef>
              <a:spcAft>
                <a:spcPts val="1200"/>
              </a:spcAft>
              <a:buNone/>
            </a:pPr>
            <a:r>
              <a:rPr lang="en" u="sng">
                <a:hlinkClick r:id="rId4"/>
              </a:rPr>
              <a:t>camunda.com</a:t>
            </a:r>
            <a:endParaRPr/>
          </a:p>
        </p:txBody>
      </p:sp>
      <p:sp>
        <p:nvSpPr>
          <p:cNvPr id="6434" name="Google Shape;6434;p479"/>
          <p:cNvSpPr/>
          <p:nvPr/>
        </p:nvSpPr>
        <p:spPr>
          <a:xfrm>
            <a:off x="519369" y="2304830"/>
            <a:ext cx="276011" cy="275984"/>
          </a:xfrm>
          <a:custGeom>
            <a:avLst/>
            <a:gdLst/>
            <a:ahLst/>
            <a:cxnLst/>
            <a:rect l="l" t="t" r="r" b="b"/>
            <a:pathLst>
              <a:path w="17248" h="17249" extrusionOk="0">
                <a:moveTo>
                  <a:pt x="5742" y="1934"/>
                </a:moveTo>
                <a:lnTo>
                  <a:pt x="5588" y="2123"/>
                </a:lnTo>
                <a:lnTo>
                  <a:pt x="5435" y="2323"/>
                </a:lnTo>
                <a:lnTo>
                  <a:pt x="5305" y="2524"/>
                </a:lnTo>
                <a:lnTo>
                  <a:pt x="5164" y="2736"/>
                </a:lnTo>
                <a:lnTo>
                  <a:pt x="5046" y="2948"/>
                </a:lnTo>
                <a:lnTo>
                  <a:pt x="4928" y="3160"/>
                </a:lnTo>
                <a:lnTo>
                  <a:pt x="4834" y="3384"/>
                </a:lnTo>
                <a:lnTo>
                  <a:pt x="4728" y="3608"/>
                </a:lnTo>
                <a:lnTo>
                  <a:pt x="4633" y="3844"/>
                </a:lnTo>
                <a:lnTo>
                  <a:pt x="4551" y="4080"/>
                </a:lnTo>
                <a:lnTo>
                  <a:pt x="4268" y="3950"/>
                </a:lnTo>
                <a:lnTo>
                  <a:pt x="3997" y="3797"/>
                </a:lnTo>
                <a:lnTo>
                  <a:pt x="3726" y="3644"/>
                </a:lnTo>
                <a:lnTo>
                  <a:pt x="3454" y="3490"/>
                </a:lnTo>
                <a:lnTo>
                  <a:pt x="3714" y="3243"/>
                </a:lnTo>
                <a:lnTo>
                  <a:pt x="3973" y="3019"/>
                </a:lnTo>
                <a:lnTo>
                  <a:pt x="4244" y="2807"/>
                </a:lnTo>
                <a:lnTo>
                  <a:pt x="4527" y="2606"/>
                </a:lnTo>
                <a:lnTo>
                  <a:pt x="4822" y="2417"/>
                </a:lnTo>
                <a:lnTo>
                  <a:pt x="5117" y="2241"/>
                </a:lnTo>
                <a:lnTo>
                  <a:pt x="5423" y="2087"/>
                </a:lnTo>
                <a:lnTo>
                  <a:pt x="5742" y="1934"/>
                </a:lnTo>
                <a:close/>
                <a:moveTo>
                  <a:pt x="11507" y="1934"/>
                </a:moveTo>
                <a:lnTo>
                  <a:pt x="11813" y="2087"/>
                </a:lnTo>
                <a:lnTo>
                  <a:pt x="12131" y="2241"/>
                </a:lnTo>
                <a:lnTo>
                  <a:pt x="12426" y="2417"/>
                </a:lnTo>
                <a:lnTo>
                  <a:pt x="12721" y="2606"/>
                </a:lnTo>
                <a:lnTo>
                  <a:pt x="12992" y="2807"/>
                </a:lnTo>
                <a:lnTo>
                  <a:pt x="13275" y="3019"/>
                </a:lnTo>
                <a:lnTo>
                  <a:pt x="13534" y="3243"/>
                </a:lnTo>
                <a:lnTo>
                  <a:pt x="13782" y="3479"/>
                </a:lnTo>
                <a:lnTo>
                  <a:pt x="13523" y="3644"/>
                </a:lnTo>
                <a:lnTo>
                  <a:pt x="13251" y="3797"/>
                </a:lnTo>
                <a:lnTo>
                  <a:pt x="12968" y="3938"/>
                </a:lnTo>
                <a:lnTo>
                  <a:pt x="12697" y="4080"/>
                </a:lnTo>
                <a:lnTo>
                  <a:pt x="12603" y="3844"/>
                </a:lnTo>
                <a:lnTo>
                  <a:pt x="12509" y="3608"/>
                </a:lnTo>
                <a:lnTo>
                  <a:pt x="12414" y="3384"/>
                </a:lnTo>
                <a:lnTo>
                  <a:pt x="12308" y="3160"/>
                </a:lnTo>
                <a:lnTo>
                  <a:pt x="12190" y="2948"/>
                </a:lnTo>
                <a:lnTo>
                  <a:pt x="12072" y="2736"/>
                </a:lnTo>
                <a:lnTo>
                  <a:pt x="11943" y="2524"/>
                </a:lnTo>
                <a:lnTo>
                  <a:pt x="11801" y="2323"/>
                </a:lnTo>
                <a:lnTo>
                  <a:pt x="11660" y="2123"/>
                </a:lnTo>
                <a:lnTo>
                  <a:pt x="11507" y="1934"/>
                </a:lnTo>
                <a:close/>
                <a:moveTo>
                  <a:pt x="7958" y="1793"/>
                </a:moveTo>
                <a:lnTo>
                  <a:pt x="7958" y="4988"/>
                </a:lnTo>
                <a:lnTo>
                  <a:pt x="7675" y="4964"/>
                </a:lnTo>
                <a:lnTo>
                  <a:pt x="7404" y="4929"/>
                </a:lnTo>
                <a:lnTo>
                  <a:pt x="7133" y="4893"/>
                </a:lnTo>
                <a:lnTo>
                  <a:pt x="6850" y="4846"/>
                </a:lnTo>
                <a:lnTo>
                  <a:pt x="6579" y="4787"/>
                </a:lnTo>
                <a:lnTo>
                  <a:pt x="6319" y="4728"/>
                </a:lnTo>
                <a:lnTo>
                  <a:pt x="6048" y="4657"/>
                </a:lnTo>
                <a:lnTo>
                  <a:pt x="5777" y="4575"/>
                </a:lnTo>
                <a:lnTo>
                  <a:pt x="5954" y="4139"/>
                </a:lnTo>
                <a:lnTo>
                  <a:pt x="6048" y="3927"/>
                </a:lnTo>
                <a:lnTo>
                  <a:pt x="6142" y="3738"/>
                </a:lnTo>
                <a:lnTo>
                  <a:pt x="6237" y="3549"/>
                </a:lnTo>
                <a:lnTo>
                  <a:pt x="6343" y="3361"/>
                </a:lnTo>
                <a:lnTo>
                  <a:pt x="6449" y="3184"/>
                </a:lnTo>
                <a:lnTo>
                  <a:pt x="6567" y="3019"/>
                </a:lnTo>
                <a:lnTo>
                  <a:pt x="6685" y="2865"/>
                </a:lnTo>
                <a:lnTo>
                  <a:pt x="6803" y="2712"/>
                </a:lnTo>
                <a:lnTo>
                  <a:pt x="6932" y="2571"/>
                </a:lnTo>
                <a:lnTo>
                  <a:pt x="7062" y="2441"/>
                </a:lnTo>
                <a:lnTo>
                  <a:pt x="7203" y="2311"/>
                </a:lnTo>
                <a:lnTo>
                  <a:pt x="7345" y="2193"/>
                </a:lnTo>
                <a:lnTo>
                  <a:pt x="7486" y="2087"/>
                </a:lnTo>
                <a:lnTo>
                  <a:pt x="7640" y="1981"/>
                </a:lnTo>
                <a:lnTo>
                  <a:pt x="7793" y="1887"/>
                </a:lnTo>
                <a:lnTo>
                  <a:pt x="7958" y="1793"/>
                </a:lnTo>
                <a:close/>
                <a:moveTo>
                  <a:pt x="9290" y="1793"/>
                </a:moveTo>
                <a:lnTo>
                  <a:pt x="9443" y="1887"/>
                </a:lnTo>
                <a:lnTo>
                  <a:pt x="9608" y="1981"/>
                </a:lnTo>
                <a:lnTo>
                  <a:pt x="9750" y="2087"/>
                </a:lnTo>
                <a:lnTo>
                  <a:pt x="9903" y="2193"/>
                </a:lnTo>
                <a:lnTo>
                  <a:pt x="10045" y="2311"/>
                </a:lnTo>
                <a:lnTo>
                  <a:pt x="10174" y="2441"/>
                </a:lnTo>
                <a:lnTo>
                  <a:pt x="10304" y="2571"/>
                </a:lnTo>
                <a:lnTo>
                  <a:pt x="10434" y="2712"/>
                </a:lnTo>
                <a:lnTo>
                  <a:pt x="10552" y="2865"/>
                </a:lnTo>
                <a:lnTo>
                  <a:pt x="10670" y="3019"/>
                </a:lnTo>
                <a:lnTo>
                  <a:pt x="10787" y="3184"/>
                </a:lnTo>
                <a:lnTo>
                  <a:pt x="10894" y="3361"/>
                </a:lnTo>
                <a:lnTo>
                  <a:pt x="11000" y="3537"/>
                </a:lnTo>
                <a:lnTo>
                  <a:pt x="11106" y="3726"/>
                </a:lnTo>
                <a:lnTo>
                  <a:pt x="11200" y="3927"/>
                </a:lnTo>
                <a:lnTo>
                  <a:pt x="11294" y="4127"/>
                </a:lnTo>
                <a:lnTo>
                  <a:pt x="11459" y="4575"/>
                </a:lnTo>
                <a:lnTo>
                  <a:pt x="11200" y="4657"/>
                </a:lnTo>
                <a:lnTo>
                  <a:pt x="10929" y="4728"/>
                </a:lnTo>
                <a:lnTo>
                  <a:pt x="10658" y="4787"/>
                </a:lnTo>
                <a:lnTo>
                  <a:pt x="10387" y="4846"/>
                </a:lnTo>
                <a:lnTo>
                  <a:pt x="10115" y="4893"/>
                </a:lnTo>
                <a:lnTo>
                  <a:pt x="9844" y="4929"/>
                </a:lnTo>
                <a:lnTo>
                  <a:pt x="9561" y="4964"/>
                </a:lnTo>
                <a:lnTo>
                  <a:pt x="9290" y="4988"/>
                </a:lnTo>
                <a:lnTo>
                  <a:pt x="9290" y="1793"/>
                </a:lnTo>
                <a:close/>
                <a:moveTo>
                  <a:pt x="2594" y="4528"/>
                </a:moveTo>
                <a:lnTo>
                  <a:pt x="2983" y="4764"/>
                </a:lnTo>
                <a:lnTo>
                  <a:pt x="3372" y="4976"/>
                </a:lnTo>
                <a:lnTo>
                  <a:pt x="3773" y="5188"/>
                </a:lnTo>
                <a:lnTo>
                  <a:pt x="4174" y="5377"/>
                </a:lnTo>
                <a:lnTo>
                  <a:pt x="4103" y="5695"/>
                </a:lnTo>
                <a:lnTo>
                  <a:pt x="4044" y="6025"/>
                </a:lnTo>
                <a:lnTo>
                  <a:pt x="3997" y="6343"/>
                </a:lnTo>
                <a:lnTo>
                  <a:pt x="3950" y="6662"/>
                </a:lnTo>
                <a:lnTo>
                  <a:pt x="3902" y="6992"/>
                </a:lnTo>
                <a:lnTo>
                  <a:pt x="3879" y="7310"/>
                </a:lnTo>
                <a:lnTo>
                  <a:pt x="3855" y="7640"/>
                </a:lnTo>
                <a:lnTo>
                  <a:pt x="3832" y="7958"/>
                </a:lnTo>
                <a:lnTo>
                  <a:pt x="1368" y="7958"/>
                </a:lnTo>
                <a:lnTo>
                  <a:pt x="1391" y="7734"/>
                </a:lnTo>
                <a:lnTo>
                  <a:pt x="1415" y="7499"/>
                </a:lnTo>
                <a:lnTo>
                  <a:pt x="1462" y="7275"/>
                </a:lnTo>
                <a:lnTo>
                  <a:pt x="1509" y="7051"/>
                </a:lnTo>
                <a:lnTo>
                  <a:pt x="1556" y="6827"/>
                </a:lnTo>
                <a:lnTo>
                  <a:pt x="1615" y="6603"/>
                </a:lnTo>
                <a:lnTo>
                  <a:pt x="1686" y="6379"/>
                </a:lnTo>
                <a:lnTo>
                  <a:pt x="1757" y="6166"/>
                </a:lnTo>
                <a:lnTo>
                  <a:pt x="1839" y="5942"/>
                </a:lnTo>
                <a:lnTo>
                  <a:pt x="1934" y="5730"/>
                </a:lnTo>
                <a:lnTo>
                  <a:pt x="2028" y="5530"/>
                </a:lnTo>
                <a:lnTo>
                  <a:pt x="2122" y="5318"/>
                </a:lnTo>
                <a:lnTo>
                  <a:pt x="2228" y="5117"/>
                </a:lnTo>
                <a:lnTo>
                  <a:pt x="2346" y="4917"/>
                </a:lnTo>
                <a:lnTo>
                  <a:pt x="2476" y="4716"/>
                </a:lnTo>
                <a:lnTo>
                  <a:pt x="2594" y="4528"/>
                </a:lnTo>
                <a:close/>
                <a:moveTo>
                  <a:pt x="5435" y="5860"/>
                </a:moveTo>
                <a:lnTo>
                  <a:pt x="5742" y="5954"/>
                </a:lnTo>
                <a:lnTo>
                  <a:pt x="6048" y="6037"/>
                </a:lnTo>
                <a:lnTo>
                  <a:pt x="6366" y="6108"/>
                </a:lnTo>
                <a:lnTo>
                  <a:pt x="6685" y="6166"/>
                </a:lnTo>
                <a:lnTo>
                  <a:pt x="6991" y="6225"/>
                </a:lnTo>
                <a:lnTo>
                  <a:pt x="7310" y="6261"/>
                </a:lnTo>
                <a:lnTo>
                  <a:pt x="7628" y="6296"/>
                </a:lnTo>
                <a:lnTo>
                  <a:pt x="7958" y="6320"/>
                </a:lnTo>
                <a:lnTo>
                  <a:pt x="7958" y="7958"/>
                </a:lnTo>
                <a:lnTo>
                  <a:pt x="5176" y="7958"/>
                </a:lnTo>
                <a:lnTo>
                  <a:pt x="5211" y="7428"/>
                </a:lnTo>
                <a:lnTo>
                  <a:pt x="5270" y="6909"/>
                </a:lnTo>
                <a:lnTo>
                  <a:pt x="5341" y="6379"/>
                </a:lnTo>
                <a:lnTo>
                  <a:pt x="5435" y="5860"/>
                </a:lnTo>
                <a:close/>
                <a:moveTo>
                  <a:pt x="11813" y="5860"/>
                </a:moveTo>
                <a:lnTo>
                  <a:pt x="11907" y="6379"/>
                </a:lnTo>
                <a:lnTo>
                  <a:pt x="11978" y="6909"/>
                </a:lnTo>
                <a:lnTo>
                  <a:pt x="12025" y="7428"/>
                </a:lnTo>
                <a:lnTo>
                  <a:pt x="12061" y="7958"/>
                </a:lnTo>
                <a:lnTo>
                  <a:pt x="9290" y="7958"/>
                </a:lnTo>
                <a:lnTo>
                  <a:pt x="9290" y="6320"/>
                </a:lnTo>
                <a:lnTo>
                  <a:pt x="9608" y="6296"/>
                </a:lnTo>
                <a:lnTo>
                  <a:pt x="9927" y="6261"/>
                </a:lnTo>
                <a:lnTo>
                  <a:pt x="10245" y="6225"/>
                </a:lnTo>
                <a:lnTo>
                  <a:pt x="10563" y="6166"/>
                </a:lnTo>
                <a:lnTo>
                  <a:pt x="10882" y="6108"/>
                </a:lnTo>
                <a:lnTo>
                  <a:pt x="11188" y="6037"/>
                </a:lnTo>
                <a:lnTo>
                  <a:pt x="11507" y="5954"/>
                </a:lnTo>
                <a:lnTo>
                  <a:pt x="11813" y="5860"/>
                </a:lnTo>
                <a:close/>
                <a:moveTo>
                  <a:pt x="14643" y="4528"/>
                </a:moveTo>
                <a:lnTo>
                  <a:pt x="14772" y="4716"/>
                </a:lnTo>
                <a:lnTo>
                  <a:pt x="14890" y="4917"/>
                </a:lnTo>
                <a:lnTo>
                  <a:pt x="15008" y="5117"/>
                </a:lnTo>
                <a:lnTo>
                  <a:pt x="15114" y="5318"/>
                </a:lnTo>
                <a:lnTo>
                  <a:pt x="15220" y="5530"/>
                </a:lnTo>
                <a:lnTo>
                  <a:pt x="15315" y="5730"/>
                </a:lnTo>
                <a:lnTo>
                  <a:pt x="15397" y="5942"/>
                </a:lnTo>
                <a:lnTo>
                  <a:pt x="15480" y="6166"/>
                </a:lnTo>
                <a:lnTo>
                  <a:pt x="15562" y="6379"/>
                </a:lnTo>
                <a:lnTo>
                  <a:pt x="15621" y="6603"/>
                </a:lnTo>
                <a:lnTo>
                  <a:pt x="15680" y="6827"/>
                </a:lnTo>
                <a:lnTo>
                  <a:pt x="15739" y="7051"/>
                </a:lnTo>
                <a:lnTo>
                  <a:pt x="15786" y="7275"/>
                </a:lnTo>
                <a:lnTo>
                  <a:pt x="15821" y="7499"/>
                </a:lnTo>
                <a:lnTo>
                  <a:pt x="15857" y="7734"/>
                </a:lnTo>
                <a:lnTo>
                  <a:pt x="15880" y="7958"/>
                </a:lnTo>
                <a:lnTo>
                  <a:pt x="13405" y="7958"/>
                </a:lnTo>
                <a:lnTo>
                  <a:pt x="13393" y="7640"/>
                </a:lnTo>
                <a:lnTo>
                  <a:pt x="13369" y="7310"/>
                </a:lnTo>
                <a:lnTo>
                  <a:pt x="13334" y="6992"/>
                </a:lnTo>
                <a:lnTo>
                  <a:pt x="13299" y="6662"/>
                </a:lnTo>
                <a:lnTo>
                  <a:pt x="13251" y="6343"/>
                </a:lnTo>
                <a:lnTo>
                  <a:pt x="13192" y="6025"/>
                </a:lnTo>
                <a:lnTo>
                  <a:pt x="13134" y="5695"/>
                </a:lnTo>
                <a:lnTo>
                  <a:pt x="13075" y="5377"/>
                </a:lnTo>
                <a:lnTo>
                  <a:pt x="13475" y="5188"/>
                </a:lnTo>
                <a:lnTo>
                  <a:pt x="13876" y="4976"/>
                </a:lnTo>
                <a:lnTo>
                  <a:pt x="14265" y="4764"/>
                </a:lnTo>
                <a:lnTo>
                  <a:pt x="14643" y="4528"/>
                </a:lnTo>
                <a:close/>
                <a:moveTo>
                  <a:pt x="7958" y="9291"/>
                </a:moveTo>
                <a:lnTo>
                  <a:pt x="7958" y="10929"/>
                </a:lnTo>
                <a:lnTo>
                  <a:pt x="7628" y="10953"/>
                </a:lnTo>
                <a:lnTo>
                  <a:pt x="7310" y="10988"/>
                </a:lnTo>
                <a:lnTo>
                  <a:pt x="6991" y="11035"/>
                </a:lnTo>
                <a:lnTo>
                  <a:pt x="6685" y="11083"/>
                </a:lnTo>
                <a:lnTo>
                  <a:pt x="6366" y="11153"/>
                </a:lnTo>
                <a:lnTo>
                  <a:pt x="6048" y="11224"/>
                </a:lnTo>
                <a:lnTo>
                  <a:pt x="5742" y="11307"/>
                </a:lnTo>
                <a:lnTo>
                  <a:pt x="5435" y="11401"/>
                </a:lnTo>
                <a:lnTo>
                  <a:pt x="5341" y="10870"/>
                </a:lnTo>
                <a:lnTo>
                  <a:pt x="5258" y="10352"/>
                </a:lnTo>
                <a:lnTo>
                  <a:pt x="5211" y="9821"/>
                </a:lnTo>
                <a:lnTo>
                  <a:pt x="5176" y="9291"/>
                </a:lnTo>
                <a:close/>
                <a:moveTo>
                  <a:pt x="12072" y="9291"/>
                </a:moveTo>
                <a:lnTo>
                  <a:pt x="12037" y="9821"/>
                </a:lnTo>
                <a:lnTo>
                  <a:pt x="11978" y="10352"/>
                </a:lnTo>
                <a:lnTo>
                  <a:pt x="11907" y="10870"/>
                </a:lnTo>
                <a:lnTo>
                  <a:pt x="11813" y="11401"/>
                </a:lnTo>
                <a:lnTo>
                  <a:pt x="11507" y="11307"/>
                </a:lnTo>
                <a:lnTo>
                  <a:pt x="11188" y="11224"/>
                </a:lnTo>
                <a:lnTo>
                  <a:pt x="10882" y="11153"/>
                </a:lnTo>
                <a:lnTo>
                  <a:pt x="10563" y="11083"/>
                </a:lnTo>
                <a:lnTo>
                  <a:pt x="10245" y="11035"/>
                </a:lnTo>
                <a:lnTo>
                  <a:pt x="9927" y="10988"/>
                </a:lnTo>
                <a:lnTo>
                  <a:pt x="9608" y="10953"/>
                </a:lnTo>
                <a:lnTo>
                  <a:pt x="9290" y="10929"/>
                </a:lnTo>
                <a:lnTo>
                  <a:pt x="9290" y="9291"/>
                </a:lnTo>
                <a:close/>
                <a:moveTo>
                  <a:pt x="3832" y="9291"/>
                </a:moveTo>
                <a:lnTo>
                  <a:pt x="3855" y="9621"/>
                </a:lnTo>
                <a:lnTo>
                  <a:pt x="3879" y="9951"/>
                </a:lnTo>
                <a:lnTo>
                  <a:pt x="3902" y="10269"/>
                </a:lnTo>
                <a:lnTo>
                  <a:pt x="3950" y="10587"/>
                </a:lnTo>
                <a:lnTo>
                  <a:pt x="3997" y="10917"/>
                </a:lnTo>
                <a:lnTo>
                  <a:pt x="4044" y="11236"/>
                </a:lnTo>
                <a:lnTo>
                  <a:pt x="4103" y="11554"/>
                </a:lnTo>
                <a:lnTo>
                  <a:pt x="4174" y="11872"/>
                </a:lnTo>
                <a:lnTo>
                  <a:pt x="3761" y="12073"/>
                </a:lnTo>
                <a:lnTo>
                  <a:pt x="3360" y="12273"/>
                </a:lnTo>
                <a:lnTo>
                  <a:pt x="2971" y="12497"/>
                </a:lnTo>
                <a:lnTo>
                  <a:pt x="2594" y="12733"/>
                </a:lnTo>
                <a:lnTo>
                  <a:pt x="2464" y="12544"/>
                </a:lnTo>
                <a:lnTo>
                  <a:pt x="2346" y="12344"/>
                </a:lnTo>
                <a:lnTo>
                  <a:pt x="2228" y="12144"/>
                </a:lnTo>
                <a:lnTo>
                  <a:pt x="2122" y="11943"/>
                </a:lnTo>
                <a:lnTo>
                  <a:pt x="2016" y="11731"/>
                </a:lnTo>
                <a:lnTo>
                  <a:pt x="1922" y="11519"/>
                </a:lnTo>
                <a:lnTo>
                  <a:pt x="1839" y="11307"/>
                </a:lnTo>
                <a:lnTo>
                  <a:pt x="1757" y="11094"/>
                </a:lnTo>
                <a:lnTo>
                  <a:pt x="1686" y="10882"/>
                </a:lnTo>
                <a:lnTo>
                  <a:pt x="1615" y="10658"/>
                </a:lnTo>
                <a:lnTo>
                  <a:pt x="1556" y="10434"/>
                </a:lnTo>
                <a:lnTo>
                  <a:pt x="1497" y="10210"/>
                </a:lnTo>
                <a:lnTo>
                  <a:pt x="1462" y="9986"/>
                </a:lnTo>
                <a:lnTo>
                  <a:pt x="1415" y="9762"/>
                </a:lnTo>
                <a:lnTo>
                  <a:pt x="1391" y="9526"/>
                </a:lnTo>
                <a:lnTo>
                  <a:pt x="1368" y="9291"/>
                </a:lnTo>
                <a:close/>
                <a:moveTo>
                  <a:pt x="15880" y="9291"/>
                </a:moveTo>
                <a:lnTo>
                  <a:pt x="15857" y="9526"/>
                </a:lnTo>
                <a:lnTo>
                  <a:pt x="15821" y="9762"/>
                </a:lnTo>
                <a:lnTo>
                  <a:pt x="15786" y="9986"/>
                </a:lnTo>
                <a:lnTo>
                  <a:pt x="15739" y="10210"/>
                </a:lnTo>
                <a:lnTo>
                  <a:pt x="15692" y="10434"/>
                </a:lnTo>
                <a:lnTo>
                  <a:pt x="15633" y="10658"/>
                </a:lnTo>
                <a:lnTo>
                  <a:pt x="15562" y="10882"/>
                </a:lnTo>
                <a:lnTo>
                  <a:pt x="15491" y="11094"/>
                </a:lnTo>
                <a:lnTo>
                  <a:pt x="15409" y="11307"/>
                </a:lnTo>
                <a:lnTo>
                  <a:pt x="15315" y="11519"/>
                </a:lnTo>
                <a:lnTo>
                  <a:pt x="15220" y="11731"/>
                </a:lnTo>
                <a:lnTo>
                  <a:pt x="15126" y="11943"/>
                </a:lnTo>
                <a:lnTo>
                  <a:pt x="15020" y="12144"/>
                </a:lnTo>
                <a:lnTo>
                  <a:pt x="14902" y="12344"/>
                </a:lnTo>
                <a:lnTo>
                  <a:pt x="14784" y="12544"/>
                </a:lnTo>
                <a:lnTo>
                  <a:pt x="14654" y="12733"/>
                </a:lnTo>
                <a:lnTo>
                  <a:pt x="14265" y="12497"/>
                </a:lnTo>
                <a:lnTo>
                  <a:pt x="13876" y="12273"/>
                </a:lnTo>
                <a:lnTo>
                  <a:pt x="13475" y="12073"/>
                </a:lnTo>
                <a:lnTo>
                  <a:pt x="13075" y="11872"/>
                </a:lnTo>
                <a:lnTo>
                  <a:pt x="13134" y="11554"/>
                </a:lnTo>
                <a:lnTo>
                  <a:pt x="13192" y="11236"/>
                </a:lnTo>
                <a:lnTo>
                  <a:pt x="13251" y="10917"/>
                </a:lnTo>
                <a:lnTo>
                  <a:pt x="13299" y="10587"/>
                </a:lnTo>
                <a:lnTo>
                  <a:pt x="13334" y="10269"/>
                </a:lnTo>
                <a:lnTo>
                  <a:pt x="13369" y="9951"/>
                </a:lnTo>
                <a:lnTo>
                  <a:pt x="13393" y="9621"/>
                </a:lnTo>
                <a:lnTo>
                  <a:pt x="13405" y="9291"/>
                </a:lnTo>
                <a:close/>
                <a:moveTo>
                  <a:pt x="4551" y="13181"/>
                </a:moveTo>
                <a:lnTo>
                  <a:pt x="4728" y="13641"/>
                </a:lnTo>
                <a:lnTo>
                  <a:pt x="4834" y="13877"/>
                </a:lnTo>
                <a:lnTo>
                  <a:pt x="4940" y="14101"/>
                </a:lnTo>
                <a:lnTo>
                  <a:pt x="5046" y="14325"/>
                </a:lnTo>
                <a:lnTo>
                  <a:pt x="5176" y="14537"/>
                </a:lnTo>
                <a:lnTo>
                  <a:pt x="5305" y="14737"/>
                </a:lnTo>
                <a:lnTo>
                  <a:pt x="5447" y="14949"/>
                </a:lnTo>
                <a:lnTo>
                  <a:pt x="5588" y="15138"/>
                </a:lnTo>
                <a:lnTo>
                  <a:pt x="5742" y="15327"/>
                </a:lnTo>
                <a:lnTo>
                  <a:pt x="5423" y="15185"/>
                </a:lnTo>
                <a:lnTo>
                  <a:pt x="5117" y="15032"/>
                </a:lnTo>
                <a:lnTo>
                  <a:pt x="4822" y="14855"/>
                </a:lnTo>
                <a:lnTo>
                  <a:pt x="4527" y="14666"/>
                </a:lnTo>
                <a:lnTo>
                  <a:pt x="4244" y="14466"/>
                </a:lnTo>
                <a:lnTo>
                  <a:pt x="3973" y="14242"/>
                </a:lnTo>
                <a:lnTo>
                  <a:pt x="3702" y="14018"/>
                </a:lnTo>
                <a:lnTo>
                  <a:pt x="3454" y="13770"/>
                </a:lnTo>
                <a:lnTo>
                  <a:pt x="3726" y="13617"/>
                </a:lnTo>
                <a:lnTo>
                  <a:pt x="3997" y="13464"/>
                </a:lnTo>
                <a:lnTo>
                  <a:pt x="4268" y="13322"/>
                </a:lnTo>
                <a:lnTo>
                  <a:pt x="4551" y="13181"/>
                </a:lnTo>
                <a:close/>
                <a:moveTo>
                  <a:pt x="12697" y="13181"/>
                </a:moveTo>
                <a:lnTo>
                  <a:pt x="12968" y="13322"/>
                </a:lnTo>
                <a:lnTo>
                  <a:pt x="13251" y="13464"/>
                </a:lnTo>
                <a:lnTo>
                  <a:pt x="13523" y="13617"/>
                </a:lnTo>
                <a:lnTo>
                  <a:pt x="13794" y="13770"/>
                </a:lnTo>
                <a:lnTo>
                  <a:pt x="13534" y="14018"/>
                </a:lnTo>
                <a:lnTo>
                  <a:pt x="13275" y="14242"/>
                </a:lnTo>
                <a:lnTo>
                  <a:pt x="13004" y="14466"/>
                </a:lnTo>
                <a:lnTo>
                  <a:pt x="12721" y="14666"/>
                </a:lnTo>
                <a:lnTo>
                  <a:pt x="12426" y="14855"/>
                </a:lnTo>
                <a:lnTo>
                  <a:pt x="12120" y="15032"/>
                </a:lnTo>
                <a:lnTo>
                  <a:pt x="11813" y="15185"/>
                </a:lnTo>
                <a:lnTo>
                  <a:pt x="11495" y="15327"/>
                </a:lnTo>
                <a:lnTo>
                  <a:pt x="11648" y="15138"/>
                </a:lnTo>
                <a:lnTo>
                  <a:pt x="11801" y="14949"/>
                </a:lnTo>
                <a:lnTo>
                  <a:pt x="11943" y="14737"/>
                </a:lnTo>
                <a:lnTo>
                  <a:pt x="12072" y="14537"/>
                </a:lnTo>
                <a:lnTo>
                  <a:pt x="12190" y="14313"/>
                </a:lnTo>
                <a:lnTo>
                  <a:pt x="12308" y="14101"/>
                </a:lnTo>
                <a:lnTo>
                  <a:pt x="12414" y="13877"/>
                </a:lnTo>
                <a:lnTo>
                  <a:pt x="12509" y="13641"/>
                </a:lnTo>
                <a:lnTo>
                  <a:pt x="12603" y="13417"/>
                </a:lnTo>
                <a:lnTo>
                  <a:pt x="12697" y="13181"/>
                </a:lnTo>
                <a:close/>
                <a:moveTo>
                  <a:pt x="7958" y="12261"/>
                </a:moveTo>
                <a:lnTo>
                  <a:pt x="7958" y="15456"/>
                </a:lnTo>
                <a:lnTo>
                  <a:pt x="7793" y="15374"/>
                </a:lnTo>
                <a:lnTo>
                  <a:pt x="7640" y="15279"/>
                </a:lnTo>
                <a:lnTo>
                  <a:pt x="7486" y="15173"/>
                </a:lnTo>
                <a:lnTo>
                  <a:pt x="7345" y="15055"/>
                </a:lnTo>
                <a:lnTo>
                  <a:pt x="7203" y="14938"/>
                </a:lnTo>
                <a:lnTo>
                  <a:pt x="7062" y="14808"/>
                </a:lnTo>
                <a:lnTo>
                  <a:pt x="6932" y="14678"/>
                </a:lnTo>
                <a:lnTo>
                  <a:pt x="6814" y="14537"/>
                </a:lnTo>
                <a:lnTo>
                  <a:pt x="6685" y="14384"/>
                </a:lnTo>
                <a:lnTo>
                  <a:pt x="6567" y="14230"/>
                </a:lnTo>
                <a:lnTo>
                  <a:pt x="6449" y="14065"/>
                </a:lnTo>
                <a:lnTo>
                  <a:pt x="6343" y="13888"/>
                </a:lnTo>
                <a:lnTo>
                  <a:pt x="6237" y="13712"/>
                </a:lnTo>
                <a:lnTo>
                  <a:pt x="6142" y="13511"/>
                </a:lnTo>
                <a:lnTo>
                  <a:pt x="6048" y="13322"/>
                </a:lnTo>
                <a:lnTo>
                  <a:pt x="5954" y="13110"/>
                </a:lnTo>
                <a:lnTo>
                  <a:pt x="5789" y="12686"/>
                </a:lnTo>
                <a:lnTo>
                  <a:pt x="6048" y="12615"/>
                </a:lnTo>
                <a:lnTo>
                  <a:pt x="6319" y="12533"/>
                </a:lnTo>
                <a:lnTo>
                  <a:pt x="6590" y="12474"/>
                </a:lnTo>
                <a:lnTo>
                  <a:pt x="6862" y="12415"/>
                </a:lnTo>
                <a:lnTo>
                  <a:pt x="7133" y="12368"/>
                </a:lnTo>
                <a:lnTo>
                  <a:pt x="7404" y="12320"/>
                </a:lnTo>
                <a:lnTo>
                  <a:pt x="7675" y="12297"/>
                </a:lnTo>
                <a:lnTo>
                  <a:pt x="7958" y="12261"/>
                </a:lnTo>
                <a:close/>
                <a:moveTo>
                  <a:pt x="9290" y="12273"/>
                </a:moveTo>
                <a:lnTo>
                  <a:pt x="9561" y="12297"/>
                </a:lnTo>
                <a:lnTo>
                  <a:pt x="9844" y="12332"/>
                </a:lnTo>
                <a:lnTo>
                  <a:pt x="10115" y="12368"/>
                </a:lnTo>
                <a:lnTo>
                  <a:pt x="10387" y="12415"/>
                </a:lnTo>
                <a:lnTo>
                  <a:pt x="10658" y="12474"/>
                </a:lnTo>
                <a:lnTo>
                  <a:pt x="10929" y="12533"/>
                </a:lnTo>
                <a:lnTo>
                  <a:pt x="11188" y="12615"/>
                </a:lnTo>
                <a:lnTo>
                  <a:pt x="11459" y="12698"/>
                </a:lnTo>
                <a:lnTo>
                  <a:pt x="11294" y="13110"/>
                </a:lnTo>
                <a:lnTo>
                  <a:pt x="11200" y="13322"/>
                </a:lnTo>
                <a:lnTo>
                  <a:pt x="11106" y="13511"/>
                </a:lnTo>
                <a:lnTo>
                  <a:pt x="11000" y="13712"/>
                </a:lnTo>
                <a:lnTo>
                  <a:pt x="10894" y="13888"/>
                </a:lnTo>
                <a:lnTo>
                  <a:pt x="10787" y="14065"/>
                </a:lnTo>
                <a:lnTo>
                  <a:pt x="10670" y="14230"/>
                </a:lnTo>
                <a:lnTo>
                  <a:pt x="10552" y="14384"/>
                </a:lnTo>
                <a:lnTo>
                  <a:pt x="10434" y="14537"/>
                </a:lnTo>
                <a:lnTo>
                  <a:pt x="10304" y="14678"/>
                </a:lnTo>
                <a:lnTo>
                  <a:pt x="10174" y="14808"/>
                </a:lnTo>
                <a:lnTo>
                  <a:pt x="10033" y="14938"/>
                </a:lnTo>
                <a:lnTo>
                  <a:pt x="9903" y="15055"/>
                </a:lnTo>
                <a:lnTo>
                  <a:pt x="9750" y="15173"/>
                </a:lnTo>
                <a:lnTo>
                  <a:pt x="9597" y="15279"/>
                </a:lnTo>
                <a:lnTo>
                  <a:pt x="9443" y="15374"/>
                </a:lnTo>
                <a:lnTo>
                  <a:pt x="9290" y="15468"/>
                </a:lnTo>
                <a:lnTo>
                  <a:pt x="9290" y="12273"/>
                </a:lnTo>
                <a:close/>
                <a:moveTo>
                  <a:pt x="8618" y="1"/>
                </a:moveTo>
                <a:lnTo>
                  <a:pt x="8194" y="13"/>
                </a:lnTo>
                <a:lnTo>
                  <a:pt x="7769" y="48"/>
                </a:lnTo>
                <a:lnTo>
                  <a:pt x="7345" y="95"/>
                </a:lnTo>
                <a:lnTo>
                  <a:pt x="6921" y="166"/>
                </a:lnTo>
                <a:lnTo>
                  <a:pt x="6520" y="260"/>
                </a:lnTo>
                <a:lnTo>
                  <a:pt x="6107" y="378"/>
                </a:lnTo>
                <a:lnTo>
                  <a:pt x="5706" y="508"/>
                </a:lnTo>
                <a:lnTo>
                  <a:pt x="5317" y="661"/>
                </a:lnTo>
                <a:lnTo>
                  <a:pt x="4940" y="826"/>
                </a:lnTo>
                <a:lnTo>
                  <a:pt x="4563" y="1015"/>
                </a:lnTo>
                <a:lnTo>
                  <a:pt x="4197" y="1227"/>
                </a:lnTo>
                <a:lnTo>
                  <a:pt x="3844" y="1451"/>
                </a:lnTo>
                <a:lnTo>
                  <a:pt x="3490" y="1687"/>
                </a:lnTo>
                <a:lnTo>
                  <a:pt x="3160" y="1958"/>
                </a:lnTo>
                <a:lnTo>
                  <a:pt x="2830" y="2229"/>
                </a:lnTo>
                <a:lnTo>
                  <a:pt x="2523" y="2535"/>
                </a:lnTo>
                <a:lnTo>
                  <a:pt x="2228" y="2842"/>
                </a:lnTo>
                <a:lnTo>
                  <a:pt x="1945" y="3160"/>
                </a:lnTo>
                <a:lnTo>
                  <a:pt x="1686" y="3502"/>
                </a:lnTo>
                <a:lnTo>
                  <a:pt x="1438" y="3844"/>
                </a:lnTo>
                <a:lnTo>
                  <a:pt x="1214" y="4198"/>
                </a:lnTo>
                <a:lnTo>
                  <a:pt x="1002" y="4563"/>
                </a:lnTo>
                <a:lnTo>
                  <a:pt x="814" y="4940"/>
                </a:lnTo>
                <a:lnTo>
                  <a:pt x="649" y="5329"/>
                </a:lnTo>
                <a:lnTo>
                  <a:pt x="495" y="5718"/>
                </a:lnTo>
                <a:lnTo>
                  <a:pt x="366" y="6119"/>
                </a:lnTo>
                <a:lnTo>
                  <a:pt x="260" y="6520"/>
                </a:lnTo>
                <a:lnTo>
                  <a:pt x="165" y="6933"/>
                </a:lnTo>
                <a:lnTo>
                  <a:pt x="94" y="7345"/>
                </a:lnTo>
                <a:lnTo>
                  <a:pt x="36" y="7770"/>
                </a:lnTo>
                <a:lnTo>
                  <a:pt x="12" y="8194"/>
                </a:lnTo>
                <a:lnTo>
                  <a:pt x="0" y="8630"/>
                </a:lnTo>
                <a:lnTo>
                  <a:pt x="12" y="9067"/>
                </a:lnTo>
                <a:lnTo>
                  <a:pt x="36" y="9515"/>
                </a:lnTo>
                <a:lnTo>
                  <a:pt x="94" y="9939"/>
                </a:lnTo>
                <a:lnTo>
                  <a:pt x="177" y="10363"/>
                </a:lnTo>
                <a:lnTo>
                  <a:pt x="271" y="10776"/>
                </a:lnTo>
                <a:lnTo>
                  <a:pt x="389" y="11189"/>
                </a:lnTo>
                <a:lnTo>
                  <a:pt x="519" y="11589"/>
                </a:lnTo>
                <a:lnTo>
                  <a:pt x="672" y="11979"/>
                </a:lnTo>
                <a:lnTo>
                  <a:pt x="849" y="12368"/>
                </a:lnTo>
                <a:lnTo>
                  <a:pt x="1038" y="12733"/>
                </a:lnTo>
                <a:lnTo>
                  <a:pt x="1250" y="13098"/>
                </a:lnTo>
                <a:lnTo>
                  <a:pt x="1474" y="13452"/>
                </a:lnTo>
                <a:lnTo>
                  <a:pt x="1710" y="13782"/>
                </a:lnTo>
                <a:lnTo>
                  <a:pt x="1969" y="14112"/>
                </a:lnTo>
                <a:lnTo>
                  <a:pt x="2240" y="14419"/>
                </a:lnTo>
                <a:lnTo>
                  <a:pt x="2523" y="14725"/>
                </a:lnTo>
                <a:lnTo>
                  <a:pt x="2830" y="15008"/>
                </a:lnTo>
                <a:lnTo>
                  <a:pt x="3136" y="15279"/>
                </a:lnTo>
                <a:lnTo>
                  <a:pt x="3466" y="15539"/>
                </a:lnTo>
                <a:lnTo>
                  <a:pt x="3796" y="15775"/>
                </a:lnTo>
                <a:lnTo>
                  <a:pt x="4150" y="15999"/>
                </a:lnTo>
                <a:lnTo>
                  <a:pt x="4515" y="16211"/>
                </a:lnTo>
                <a:lnTo>
                  <a:pt x="4881" y="16399"/>
                </a:lnTo>
                <a:lnTo>
                  <a:pt x="5270" y="16576"/>
                </a:lnTo>
                <a:lnTo>
                  <a:pt x="5659" y="16730"/>
                </a:lnTo>
                <a:lnTo>
                  <a:pt x="6060" y="16859"/>
                </a:lnTo>
                <a:lnTo>
                  <a:pt x="6473" y="16977"/>
                </a:lnTo>
                <a:lnTo>
                  <a:pt x="6885" y="17083"/>
                </a:lnTo>
                <a:lnTo>
                  <a:pt x="7310" y="17154"/>
                </a:lnTo>
                <a:lnTo>
                  <a:pt x="7746" y="17213"/>
                </a:lnTo>
                <a:lnTo>
                  <a:pt x="8182" y="17236"/>
                </a:lnTo>
                <a:lnTo>
                  <a:pt x="8618" y="17248"/>
                </a:lnTo>
                <a:lnTo>
                  <a:pt x="9054" y="17248"/>
                </a:lnTo>
                <a:lnTo>
                  <a:pt x="9479" y="17213"/>
                </a:lnTo>
                <a:lnTo>
                  <a:pt x="9903" y="17166"/>
                </a:lnTo>
                <a:lnTo>
                  <a:pt x="10316" y="17083"/>
                </a:lnTo>
                <a:lnTo>
                  <a:pt x="10728" y="17001"/>
                </a:lnTo>
                <a:lnTo>
                  <a:pt x="11129" y="16883"/>
                </a:lnTo>
                <a:lnTo>
                  <a:pt x="11530" y="16753"/>
                </a:lnTo>
                <a:lnTo>
                  <a:pt x="11919" y="16600"/>
                </a:lnTo>
                <a:lnTo>
                  <a:pt x="12308" y="16435"/>
                </a:lnTo>
                <a:lnTo>
                  <a:pt x="12686" y="16246"/>
                </a:lnTo>
                <a:lnTo>
                  <a:pt x="13051" y="16034"/>
                </a:lnTo>
                <a:lnTo>
                  <a:pt x="13405" y="15810"/>
                </a:lnTo>
                <a:lnTo>
                  <a:pt x="13747" y="15562"/>
                </a:lnTo>
                <a:lnTo>
                  <a:pt x="14088" y="15303"/>
                </a:lnTo>
                <a:lnTo>
                  <a:pt x="14407" y="15020"/>
                </a:lnTo>
                <a:lnTo>
                  <a:pt x="14725" y="14725"/>
                </a:lnTo>
                <a:lnTo>
                  <a:pt x="15020" y="14419"/>
                </a:lnTo>
                <a:lnTo>
                  <a:pt x="15291" y="14089"/>
                </a:lnTo>
                <a:lnTo>
                  <a:pt x="15562" y="13759"/>
                </a:lnTo>
                <a:lnTo>
                  <a:pt x="15798" y="13417"/>
                </a:lnTo>
                <a:lnTo>
                  <a:pt x="16022" y="13051"/>
                </a:lnTo>
                <a:lnTo>
                  <a:pt x="16234" y="12686"/>
                </a:lnTo>
                <a:lnTo>
                  <a:pt x="16423" y="12320"/>
                </a:lnTo>
                <a:lnTo>
                  <a:pt x="16600" y="11931"/>
                </a:lnTo>
                <a:lnTo>
                  <a:pt x="16741" y="11542"/>
                </a:lnTo>
                <a:lnTo>
                  <a:pt x="16871" y="11141"/>
                </a:lnTo>
                <a:lnTo>
                  <a:pt x="16989" y="10741"/>
                </a:lnTo>
                <a:lnTo>
                  <a:pt x="17083" y="10328"/>
                </a:lnTo>
                <a:lnTo>
                  <a:pt x="17154" y="9904"/>
                </a:lnTo>
                <a:lnTo>
                  <a:pt x="17201" y="9491"/>
                </a:lnTo>
                <a:lnTo>
                  <a:pt x="17236" y="9055"/>
                </a:lnTo>
                <a:lnTo>
                  <a:pt x="17248" y="8630"/>
                </a:lnTo>
                <a:lnTo>
                  <a:pt x="17236" y="8194"/>
                </a:lnTo>
                <a:lnTo>
                  <a:pt x="17201" y="7770"/>
                </a:lnTo>
                <a:lnTo>
                  <a:pt x="17154" y="7345"/>
                </a:lnTo>
                <a:lnTo>
                  <a:pt x="17083" y="6933"/>
                </a:lnTo>
                <a:lnTo>
                  <a:pt x="16989" y="6520"/>
                </a:lnTo>
                <a:lnTo>
                  <a:pt x="16871" y="6119"/>
                </a:lnTo>
                <a:lnTo>
                  <a:pt x="16741" y="5718"/>
                </a:lnTo>
                <a:lnTo>
                  <a:pt x="16588" y="5329"/>
                </a:lnTo>
                <a:lnTo>
                  <a:pt x="16423" y="4940"/>
                </a:lnTo>
                <a:lnTo>
                  <a:pt x="16234" y="4563"/>
                </a:lnTo>
                <a:lnTo>
                  <a:pt x="16022" y="4198"/>
                </a:lnTo>
                <a:lnTo>
                  <a:pt x="15798" y="3844"/>
                </a:lnTo>
                <a:lnTo>
                  <a:pt x="15562" y="3502"/>
                </a:lnTo>
                <a:lnTo>
                  <a:pt x="15291" y="3172"/>
                </a:lnTo>
                <a:lnTo>
                  <a:pt x="15020" y="2842"/>
                </a:lnTo>
                <a:lnTo>
                  <a:pt x="14713" y="2535"/>
                </a:lnTo>
                <a:lnTo>
                  <a:pt x="14407" y="2229"/>
                </a:lnTo>
                <a:lnTo>
                  <a:pt x="14088" y="1958"/>
                </a:lnTo>
                <a:lnTo>
                  <a:pt x="13747" y="1698"/>
                </a:lnTo>
                <a:lnTo>
                  <a:pt x="13405" y="1451"/>
                </a:lnTo>
                <a:lnTo>
                  <a:pt x="13051" y="1227"/>
                </a:lnTo>
                <a:lnTo>
                  <a:pt x="12686" y="1015"/>
                </a:lnTo>
                <a:lnTo>
                  <a:pt x="12308" y="826"/>
                </a:lnTo>
                <a:lnTo>
                  <a:pt x="11919" y="661"/>
                </a:lnTo>
                <a:lnTo>
                  <a:pt x="11530" y="508"/>
                </a:lnTo>
                <a:lnTo>
                  <a:pt x="11129" y="378"/>
                </a:lnTo>
                <a:lnTo>
                  <a:pt x="10728" y="260"/>
                </a:lnTo>
                <a:lnTo>
                  <a:pt x="10316" y="166"/>
                </a:lnTo>
                <a:lnTo>
                  <a:pt x="9903" y="95"/>
                </a:lnTo>
                <a:lnTo>
                  <a:pt x="9479" y="48"/>
                </a:lnTo>
                <a:lnTo>
                  <a:pt x="9054" y="13"/>
                </a:lnTo>
                <a:lnTo>
                  <a:pt x="8618"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35" name="Google Shape;6435;p479"/>
          <p:cNvSpPr/>
          <p:nvPr/>
        </p:nvSpPr>
        <p:spPr>
          <a:xfrm>
            <a:off x="549875" y="3054575"/>
            <a:ext cx="214998" cy="222815"/>
          </a:xfrm>
          <a:custGeom>
            <a:avLst/>
            <a:gdLst/>
            <a:ahLst/>
            <a:cxnLst/>
            <a:rect l="l" t="t" r="r" b="b"/>
            <a:pathLst>
              <a:path w="16929" h="17541" extrusionOk="0">
                <a:moveTo>
                  <a:pt x="1944" y="1"/>
                </a:moveTo>
                <a:lnTo>
                  <a:pt x="1756" y="16"/>
                </a:lnTo>
                <a:lnTo>
                  <a:pt x="1552" y="48"/>
                </a:lnTo>
                <a:lnTo>
                  <a:pt x="1364" y="95"/>
                </a:lnTo>
                <a:lnTo>
                  <a:pt x="1191" y="157"/>
                </a:lnTo>
                <a:lnTo>
                  <a:pt x="1019" y="236"/>
                </a:lnTo>
                <a:lnTo>
                  <a:pt x="862" y="330"/>
                </a:lnTo>
                <a:lnTo>
                  <a:pt x="705" y="455"/>
                </a:lnTo>
                <a:lnTo>
                  <a:pt x="580" y="580"/>
                </a:lnTo>
                <a:lnTo>
                  <a:pt x="455" y="706"/>
                </a:lnTo>
                <a:lnTo>
                  <a:pt x="345" y="863"/>
                </a:lnTo>
                <a:lnTo>
                  <a:pt x="235" y="1019"/>
                </a:lnTo>
                <a:lnTo>
                  <a:pt x="157" y="1192"/>
                </a:lnTo>
                <a:lnTo>
                  <a:pt x="94" y="1380"/>
                </a:lnTo>
                <a:lnTo>
                  <a:pt x="47" y="1568"/>
                </a:lnTo>
                <a:lnTo>
                  <a:pt x="16" y="1756"/>
                </a:lnTo>
                <a:lnTo>
                  <a:pt x="0" y="1960"/>
                </a:lnTo>
                <a:lnTo>
                  <a:pt x="16" y="2164"/>
                </a:lnTo>
                <a:lnTo>
                  <a:pt x="47" y="2352"/>
                </a:lnTo>
                <a:lnTo>
                  <a:pt x="94" y="2540"/>
                </a:lnTo>
                <a:lnTo>
                  <a:pt x="157" y="2728"/>
                </a:lnTo>
                <a:lnTo>
                  <a:pt x="235" y="2885"/>
                </a:lnTo>
                <a:lnTo>
                  <a:pt x="345" y="3057"/>
                </a:lnTo>
                <a:lnTo>
                  <a:pt x="455" y="3198"/>
                </a:lnTo>
                <a:lnTo>
                  <a:pt x="580" y="3339"/>
                </a:lnTo>
                <a:lnTo>
                  <a:pt x="705" y="3465"/>
                </a:lnTo>
                <a:lnTo>
                  <a:pt x="862" y="3574"/>
                </a:lnTo>
                <a:lnTo>
                  <a:pt x="1019" y="3684"/>
                </a:lnTo>
                <a:lnTo>
                  <a:pt x="1191" y="3762"/>
                </a:lnTo>
                <a:lnTo>
                  <a:pt x="1364" y="3825"/>
                </a:lnTo>
                <a:lnTo>
                  <a:pt x="1552" y="3872"/>
                </a:lnTo>
                <a:lnTo>
                  <a:pt x="1756" y="3903"/>
                </a:lnTo>
                <a:lnTo>
                  <a:pt x="1944" y="3919"/>
                </a:lnTo>
                <a:lnTo>
                  <a:pt x="2147" y="3903"/>
                </a:lnTo>
                <a:lnTo>
                  <a:pt x="2336" y="3872"/>
                </a:lnTo>
                <a:lnTo>
                  <a:pt x="2524" y="3825"/>
                </a:lnTo>
                <a:lnTo>
                  <a:pt x="2712" y="3762"/>
                </a:lnTo>
                <a:lnTo>
                  <a:pt x="2868" y="3684"/>
                </a:lnTo>
                <a:lnTo>
                  <a:pt x="3041" y="3574"/>
                </a:lnTo>
                <a:lnTo>
                  <a:pt x="3182" y="3465"/>
                </a:lnTo>
                <a:lnTo>
                  <a:pt x="3323" y="3339"/>
                </a:lnTo>
                <a:lnTo>
                  <a:pt x="3448" y="3198"/>
                </a:lnTo>
                <a:lnTo>
                  <a:pt x="3558" y="3057"/>
                </a:lnTo>
                <a:lnTo>
                  <a:pt x="3652" y="2885"/>
                </a:lnTo>
                <a:lnTo>
                  <a:pt x="3731" y="2728"/>
                </a:lnTo>
                <a:lnTo>
                  <a:pt x="3809" y="2540"/>
                </a:lnTo>
                <a:lnTo>
                  <a:pt x="3856" y="2352"/>
                </a:lnTo>
                <a:lnTo>
                  <a:pt x="3887" y="2164"/>
                </a:lnTo>
                <a:lnTo>
                  <a:pt x="3887" y="1960"/>
                </a:lnTo>
                <a:lnTo>
                  <a:pt x="3887" y="1756"/>
                </a:lnTo>
                <a:lnTo>
                  <a:pt x="3856" y="1568"/>
                </a:lnTo>
                <a:lnTo>
                  <a:pt x="3809" y="1380"/>
                </a:lnTo>
                <a:lnTo>
                  <a:pt x="3731" y="1192"/>
                </a:lnTo>
                <a:lnTo>
                  <a:pt x="3652" y="1019"/>
                </a:lnTo>
                <a:lnTo>
                  <a:pt x="3558" y="863"/>
                </a:lnTo>
                <a:lnTo>
                  <a:pt x="3448" y="706"/>
                </a:lnTo>
                <a:lnTo>
                  <a:pt x="3323" y="580"/>
                </a:lnTo>
                <a:lnTo>
                  <a:pt x="3182" y="455"/>
                </a:lnTo>
                <a:lnTo>
                  <a:pt x="3041" y="330"/>
                </a:lnTo>
                <a:lnTo>
                  <a:pt x="2868" y="236"/>
                </a:lnTo>
                <a:lnTo>
                  <a:pt x="2712" y="157"/>
                </a:lnTo>
                <a:lnTo>
                  <a:pt x="2524" y="95"/>
                </a:lnTo>
                <a:lnTo>
                  <a:pt x="2336" y="48"/>
                </a:lnTo>
                <a:lnTo>
                  <a:pt x="2147" y="16"/>
                </a:lnTo>
                <a:lnTo>
                  <a:pt x="1944" y="1"/>
                </a:lnTo>
                <a:close/>
                <a:moveTo>
                  <a:pt x="282" y="5330"/>
                </a:moveTo>
                <a:lnTo>
                  <a:pt x="282" y="17540"/>
                </a:lnTo>
                <a:lnTo>
                  <a:pt x="3621" y="17540"/>
                </a:lnTo>
                <a:lnTo>
                  <a:pt x="3621" y="5330"/>
                </a:lnTo>
                <a:close/>
                <a:moveTo>
                  <a:pt x="5831" y="5330"/>
                </a:moveTo>
                <a:lnTo>
                  <a:pt x="5831" y="17540"/>
                </a:lnTo>
                <a:lnTo>
                  <a:pt x="9170" y="17540"/>
                </a:lnTo>
                <a:lnTo>
                  <a:pt x="9170" y="11317"/>
                </a:lnTo>
                <a:lnTo>
                  <a:pt x="9170" y="11004"/>
                </a:lnTo>
                <a:lnTo>
                  <a:pt x="9217" y="10706"/>
                </a:lnTo>
                <a:lnTo>
                  <a:pt x="9279" y="10424"/>
                </a:lnTo>
                <a:lnTo>
                  <a:pt x="9358" y="10173"/>
                </a:lnTo>
                <a:lnTo>
                  <a:pt x="9452" y="9922"/>
                </a:lnTo>
                <a:lnTo>
                  <a:pt x="9577" y="9703"/>
                </a:lnTo>
                <a:lnTo>
                  <a:pt x="9703" y="9515"/>
                </a:lnTo>
                <a:lnTo>
                  <a:pt x="9859" y="9327"/>
                </a:lnTo>
                <a:lnTo>
                  <a:pt x="10016" y="9170"/>
                </a:lnTo>
                <a:lnTo>
                  <a:pt x="10189" y="9029"/>
                </a:lnTo>
                <a:lnTo>
                  <a:pt x="10377" y="8904"/>
                </a:lnTo>
                <a:lnTo>
                  <a:pt x="10565" y="8810"/>
                </a:lnTo>
                <a:lnTo>
                  <a:pt x="10769" y="8731"/>
                </a:lnTo>
                <a:lnTo>
                  <a:pt x="10972" y="8668"/>
                </a:lnTo>
                <a:lnTo>
                  <a:pt x="11176" y="8637"/>
                </a:lnTo>
                <a:lnTo>
                  <a:pt x="11380" y="8621"/>
                </a:lnTo>
                <a:lnTo>
                  <a:pt x="11584" y="8621"/>
                </a:lnTo>
                <a:lnTo>
                  <a:pt x="11803" y="8637"/>
                </a:lnTo>
                <a:lnTo>
                  <a:pt x="12007" y="8684"/>
                </a:lnTo>
                <a:lnTo>
                  <a:pt x="12195" y="8763"/>
                </a:lnTo>
                <a:lnTo>
                  <a:pt x="12383" y="8857"/>
                </a:lnTo>
                <a:lnTo>
                  <a:pt x="12571" y="8966"/>
                </a:lnTo>
                <a:lnTo>
                  <a:pt x="12744" y="9092"/>
                </a:lnTo>
                <a:lnTo>
                  <a:pt x="12916" y="9248"/>
                </a:lnTo>
                <a:lnTo>
                  <a:pt x="13057" y="9421"/>
                </a:lnTo>
                <a:lnTo>
                  <a:pt x="13198" y="9625"/>
                </a:lnTo>
                <a:lnTo>
                  <a:pt x="13308" y="9860"/>
                </a:lnTo>
                <a:lnTo>
                  <a:pt x="13418" y="10095"/>
                </a:lnTo>
                <a:lnTo>
                  <a:pt x="13496" y="10361"/>
                </a:lnTo>
                <a:lnTo>
                  <a:pt x="13559" y="10659"/>
                </a:lnTo>
                <a:lnTo>
                  <a:pt x="13590" y="10973"/>
                </a:lnTo>
                <a:lnTo>
                  <a:pt x="13606" y="11317"/>
                </a:lnTo>
                <a:lnTo>
                  <a:pt x="13606" y="17540"/>
                </a:lnTo>
                <a:lnTo>
                  <a:pt x="16929" y="17540"/>
                </a:lnTo>
                <a:lnTo>
                  <a:pt x="16929" y="10032"/>
                </a:lnTo>
                <a:lnTo>
                  <a:pt x="16913" y="9499"/>
                </a:lnTo>
                <a:lnTo>
                  <a:pt x="16866" y="9013"/>
                </a:lnTo>
                <a:lnTo>
                  <a:pt x="16772" y="8543"/>
                </a:lnTo>
                <a:lnTo>
                  <a:pt x="16662" y="8120"/>
                </a:lnTo>
                <a:lnTo>
                  <a:pt x="16521" y="7728"/>
                </a:lnTo>
                <a:lnTo>
                  <a:pt x="16349" y="7367"/>
                </a:lnTo>
                <a:lnTo>
                  <a:pt x="16161" y="7038"/>
                </a:lnTo>
                <a:lnTo>
                  <a:pt x="15941" y="6741"/>
                </a:lnTo>
                <a:lnTo>
                  <a:pt x="15706" y="6474"/>
                </a:lnTo>
                <a:lnTo>
                  <a:pt x="15440" y="6239"/>
                </a:lnTo>
                <a:lnTo>
                  <a:pt x="15173" y="6019"/>
                </a:lnTo>
                <a:lnTo>
                  <a:pt x="14875" y="5847"/>
                </a:lnTo>
                <a:lnTo>
                  <a:pt x="14577" y="5690"/>
                </a:lnTo>
                <a:lnTo>
                  <a:pt x="14280" y="5565"/>
                </a:lnTo>
                <a:lnTo>
                  <a:pt x="13950" y="5471"/>
                </a:lnTo>
                <a:lnTo>
                  <a:pt x="13621" y="5393"/>
                </a:lnTo>
                <a:lnTo>
                  <a:pt x="13292" y="5345"/>
                </a:lnTo>
                <a:lnTo>
                  <a:pt x="12963" y="5330"/>
                </a:lnTo>
                <a:lnTo>
                  <a:pt x="12634" y="5330"/>
                </a:lnTo>
                <a:lnTo>
                  <a:pt x="12305" y="5361"/>
                </a:lnTo>
                <a:lnTo>
                  <a:pt x="11975" y="5408"/>
                </a:lnTo>
                <a:lnTo>
                  <a:pt x="11646" y="5471"/>
                </a:lnTo>
                <a:lnTo>
                  <a:pt x="11333" y="5565"/>
                </a:lnTo>
                <a:lnTo>
                  <a:pt x="11035" y="5675"/>
                </a:lnTo>
                <a:lnTo>
                  <a:pt x="10737" y="5816"/>
                </a:lnTo>
                <a:lnTo>
                  <a:pt x="10455" y="5972"/>
                </a:lnTo>
                <a:lnTo>
                  <a:pt x="10189" y="6145"/>
                </a:lnTo>
                <a:lnTo>
                  <a:pt x="9938" y="6333"/>
                </a:lnTo>
                <a:lnTo>
                  <a:pt x="9718" y="6552"/>
                </a:lnTo>
                <a:lnTo>
                  <a:pt x="9499" y="6772"/>
                </a:lnTo>
                <a:lnTo>
                  <a:pt x="9326" y="7023"/>
                </a:lnTo>
                <a:lnTo>
                  <a:pt x="9170" y="7289"/>
                </a:lnTo>
                <a:lnTo>
                  <a:pt x="9170" y="533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36" name="Google Shape;6436;p479"/>
          <p:cNvSpPr txBox="1">
            <a:spLocks noGrp="1"/>
          </p:cNvSpPr>
          <p:nvPr>
            <p:ph type="subTitle" idx="7"/>
          </p:nvPr>
        </p:nvSpPr>
        <p:spPr>
          <a:xfrm>
            <a:off x="1082800" y="3604388"/>
            <a:ext cx="5272500" cy="673800"/>
          </a:xfrm>
          <a:prstGeom prst="rect">
            <a:avLst/>
          </a:prstGeom>
        </p:spPr>
        <p:txBody>
          <a:bodyPr spcFirstLastPara="1" wrap="square" lIns="0" tIns="0" rIns="0" bIns="0" anchor="ctr" anchorCtr="0">
            <a:normAutofit/>
          </a:bodyPr>
          <a:lstStyle/>
          <a:p>
            <a:pPr marL="0" lvl="0" indent="0" algn="l" rtl="0">
              <a:spcBef>
                <a:spcPts val="0"/>
              </a:spcBef>
              <a:spcAft>
                <a:spcPts val="1200"/>
              </a:spcAft>
              <a:buNone/>
            </a:pPr>
            <a:r>
              <a:rPr lang="en" u="sng">
                <a:hlinkClick r:id="rId5"/>
              </a:rPr>
              <a:t>@CamundaTeam</a:t>
            </a:r>
            <a:endParaRPr/>
          </a:p>
        </p:txBody>
      </p:sp>
      <p:pic>
        <p:nvPicPr>
          <p:cNvPr id="6437" name="Google Shape;6437;p479"/>
          <p:cNvPicPr preferRelativeResize="0"/>
          <p:nvPr/>
        </p:nvPicPr>
        <p:blipFill rotWithShape="1">
          <a:blip r:embed="rId6">
            <a:alphaModFix/>
          </a:blip>
          <a:srcRect l="30196" t="30383" r="30192" b="30387"/>
          <a:stretch/>
        </p:blipFill>
        <p:spPr>
          <a:xfrm>
            <a:off x="507392" y="3829900"/>
            <a:ext cx="299965" cy="222824"/>
          </a:xfrm>
          <a:prstGeom prst="rect">
            <a:avLst/>
          </a:prstGeom>
          <a:noFill/>
          <a:ln>
            <a:noFill/>
          </a:ln>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6441"/>
        <p:cNvGrpSpPr/>
        <p:nvPr/>
      </p:nvGrpSpPr>
      <p:grpSpPr>
        <a:xfrm>
          <a:off x="0" y="0"/>
          <a:ext cx="0" cy="0"/>
          <a:chOff x="0" y="0"/>
          <a:chExt cx="0" cy="0"/>
        </a:xfrm>
      </p:grpSpPr>
      <p:sp>
        <p:nvSpPr>
          <p:cNvPr id="6442" name="Google Shape;6442;p480"/>
          <p:cNvSpPr txBox="1">
            <a:spLocks noGrp="1"/>
          </p:cNvSpPr>
          <p:nvPr>
            <p:ph type="title"/>
          </p:nvPr>
        </p:nvSpPr>
        <p:spPr>
          <a:xfrm>
            <a:off x="1476301" y="1789950"/>
            <a:ext cx="5915700" cy="996300"/>
          </a:xfrm>
          <a:prstGeom prst="rect">
            <a:avLst/>
          </a:prstGeom>
        </p:spPr>
        <p:txBody>
          <a:bodyPr spcFirstLastPara="1" wrap="square" lIns="0" tIns="0" rIns="0" bIns="0" anchor="ctr" anchorCtr="0">
            <a:normAutofit/>
          </a:bodyPr>
          <a:lstStyle/>
          <a:p>
            <a:pPr marL="0" lvl="0" indent="0" algn="ctr" rtl="0">
              <a:spcBef>
                <a:spcPts val="0"/>
              </a:spcBef>
              <a:spcAft>
                <a:spcPts val="0"/>
              </a:spcAft>
              <a:buNone/>
            </a:pPr>
            <a:r>
              <a:rPr lang="en" sz="2200"/>
              <a:t>Camunda AI features</a:t>
            </a:r>
            <a:endParaRPr sz="2200" i="1"/>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6446"/>
        <p:cNvGrpSpPr/>
        <p:nvPr/>
      </p:nvGrpSpPr>
      <p:grpSpPr>
        <a:xfrm>
          <a:off x="0" y="0"/>
          <a:ext cx="0" cy="0"/>
          <a:chOff x="0" y="0"/>
          <a:chExt cx="0" cy="0"/>
        </a:xfrm>
      </p:grpSpPr>
      <p:sp>
        <p:nvSpPr>
          <p:cNvPr id="6447" name="Google Shape;6447;p481"/>
          <p:cNvSpPr txBox="1">
            <a:spLocks noGrp="1"/>
          </p:cNvSpPr>
          <p:nvPr>
            <p:ph type="title"/>
          </p:nvPr>
        </p:nvSpPr>
        <p:spPr>
          <a:xfrm>
            <a:off x="457200" y="114300"/>
            <a:ext cx="8229600" cy="369300"/>
          </a:xfrm>
          <a:prstGeom prst="rect">
            <a:avLst/>
          </a:prstGeom>
        </p:spPr>
        <p:txBody>
          <a:bodyPr spcFirstLastPara="1" wrap="square" lIns="0" tIns="0" rIns="0" bIns="0" anchor="t" anchorCtr="0">
            <a:spAutoFit/>
          </a:bodyPr>
          <a:lstStyle/>
          <a:p>
            <a:pPr marL="0" lvl="0" indent="0" algn="l" rtl="0">
              <a:spcBef>
                <a:spcPts val="0"/>
              </a:spcBef>
              <a:spcAft>
                <a:spcPts val="0"/>
              </a:spcAft>
              <a:buNone/>
            </a:pPr>
            <a:r>
              <a:rPr lang="en" sz="2400"/>
              <a:t>Intelligent process</a:t>
            </a:r>
            <a:endParaRPr sz="2400"/>
          </a:p>
        </p:txBody>
      </p:sp>
      <p:sp>
        <p:nvSpPr>
          <p:cNvPr id="6448" name="Google Shape;6448;p481"/>
          <p:cNvSpPr/>
          <p:nvPr/>
        </p:nvSpPr>
        <p:spPr>
          <a:xfrm>
            <a:off x="2233100" y="1393767"/>
            <a:ext cx="256200" cy="256200"/>
          </a:xfrm>
          <a:prstGeom prst="ellipse">
            <a:avLst/>
          </a:prstGeom>
          <a:solidFill>
            <a:schemeClr val="accent5"/>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BM Plex Sans"/>
              <a:ea typeface="IBM Plex Sans"/>
              <a:cs typeface="IBM Plex Sans"/>
              <a:sym typeface="IBM Plex Sans"/>
            </a:endParaRPr>
          </a:p>
        </p:txBody>
      </p:sp>
      <p:sp>
        <p:nvSpPr>
          <p:cNvPr id="6449" name="Google Shape;6449;p481"/>
          <p:cNvSpPr/>
          <p:nvPr/>
        </p:nvSpPr>
        <p:spPr>
          <a:xfrm>
            <a:off x="6770825" y="1393767"/>
            <a:ext cx="256200" cy="256200"/>
          </a:xfrm>
          <a:prstGeom prst="ellipse">
            <a:avLst/>
          </a:prstGeom>
          <a:solidFill>
            <a:schemeClr val="accent5"/>
          </a:solidFill>
          <a:ln w="2857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BM Plex Sans"/>
              <a:ea typeface="IBM Plex Sans"/>
              <a:cs typeface="IBM Plex Sans"/>
              <a:sym typeface="IBM Plex Sans"/>
            </a:endParaRPr>
          </a:p>
        </p:txBody>
      </p:sp>
      <p:sp>
        <p:nvSpPr>
          <p:cNvPr id="6450" name="Google Shape;6450;p481"/>
          <p:cNvSpPr/>
          <p:nvPr/>
        </p:nvSpPr>
        <p:spPr>
          <a:xfrm>
            <a:off x="2723500" y="1322100"/>
            <a:ext cx="600300" cy="401100"/>
          </a:xfrm>
          <a:prstGeom prst="roundRect">
            <a:avLst>
              <a:gd name="adj" fmla="val 16667"/>
            </a:avLst>
          </a:prstGeom>
          <a:solidFill>
            <a:schemeClr val="accen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BM Plex Sans"/>
              <a:ea typeface="IBM Plex Sans"/>
              <a:cs typeface="IBM Plex Sans"/>
              <a:sym typeface="IBM Plex Sans"/>
            </a:endParaRPr>
          </a:p>
        </p:txBody>
      </p:sp>
      <p:cxnSp>
        <p:nvCxnSpPr>
          <p:cNvPr id="6451" name="Google Shape;6451;p481"/>
          <p:cNvCxnSpPr>
            <a:stCxn id="6448" idx="6"/>
            <a:endCxn id="6450" idx="1"/>
          </p:cNvCxnSpPr>
          <p:nvPr/>
        </p:nvCxnSpPr>
        <p:spPr>
          <a:xfrm>
            <a:off x="2489300" y="1521867"/>
            <a:ext cx="234300" cy="900"/>
          </a:xfrm>
          <a:prstGeom prst="straightConnector1">
            <a:avLst/>
          </a:prstGeom>
          <a:noFill/>
          <a:ln w="9525" cap="flat" cmpd="sng">
            <a:solidFill>
              <a:schemeClr val="accent5"/>
            </a:solidFill>
            <a:prstDash val="solid"/>
            <a:round/>
            <a:headEnd type="none" w="med" len="med"/>
            <a:tailEnd type="triangle" w="med" len="med"/>
          </a:ln>
        </p:spPr>
      </p:cxnSp>
      <p:cxnSp>
        <p:nvCxnSpPr>
          <p:cNvPr id="6452" name="Google Shape;6452;p481"/>
          <p:cNvCxnSpPr>
            <a:stCxn id="6450" idx="3"/>
          </p:cNvCxnSpPr>
          <p:nvPr/>
        </p:nvCxnSpPr>
        <p:spPr>
          <a:xfrm>
            <a:off x="3323800" y="1522650"/>
            <a:ext cx="233400" cy="0"/>
          </a:xfrm>
          <a:prstGeom prst="straightConnector1">
            <a:avLst/>
          </a:prstGeom>
          <a:noFill/>
          <a:ln w="9525" cap="flat" cmpd="sng">
            <a:solidFill>
              <a:schemeClr val="accent5"/>
            </a:solidFill>
            <a:prstDash val="solid"/>
            <a:round/>
            <a:headEnd type="none" w="med" len="med"/>
            <a:tailEnd type="triangle" w="med" len="med"/>
          </a:ln>
        </p:spPr>
      </p:cxnSp>
      <p:cxnSp>
        <p:nvCxnSpPr>
          <p:cNvPr id="6453" name="Google Shape;6453;p481"/>
          <p:cNvCxnSpPr>
            <a:endCxn id="6454" idx="1"/>
          </p:cNvCxnSpPr>
          <p:nvPr/>
        </p:nvCxnSpPr>
        <p:spPr>
          <a:xfrm rot="10800000" flipH="1">
            <a:off x="3941675" y="1521875"/>
            <a:ext cx="284400" cy="900"/>
          </a:xfrm>
          <a:prstGeom prst="straightConnector1">
            <a:avLst/>
          </a:prstGeom>
          <a:noFill/>
          <a:ln w="9525" cap="flat" cmpd="sng">
            <a:solidFill>
              <a:schemeClr val="accent5"/>
            </a:solidFill>
            <a:prstDash val="solid"/>
            <a:round/>
            <a:headEnd type="none" w="med" len="med"/>
            <a:tailEnd type="triangle" w="med" len="med"/>
          </a:ln>
        </p:spPr>
      </p:cxnSp>
      <p:sp>
        <p:nvSpPr>
          <p:cNvPr id="6454" name="Google Shape;6454;p481"/>
          <p:cNvSpPr/>
          <p:nvPr/>
        </p:nvSpPr>
        <p:spPr>
          <a:xfrm>
            <a:off x="4226075" y="1321325"/>
            <a:ext cx="600300" cy="401100"/>
          </a:xfrm>
          <a:prstGeom prst="roundRect">
            <a:avLst>
              <a:gd name="adj" fmla="val 16667"/>
            </a:avLst>
          </a:prstGeom>
          <a:solidFill>
            <a:schemeClr val="accent5"/>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BM Plex Sans"/>
              <a:ea typeface="IBM Plex Sans"/>
              <a:cs typeface="IBM Plex Sans"/>
              <a:sym typeface="IBM Plex Sans"/>
            </a:endParaRPr>
          </a:p>
        </p:txBody>
      </p:sp>
      <p:sp>
        <p:nvSpPr>
          <p:cNvPr id="6455" name="Google Shape;6455;p481"/>
          <p:cNvSpPr/>
          <p:nvPr/>
        </p:nvSpPr>
        <p:spPr>
          <a:xfrm>
            <a:off x="5871713" y="1322100"/>
            <a:ext cx="600300" cy="401100"/>
          </a:xfrm>
          <a:prstGeom prst="roundRect">
            <a:avLst>
              <a:gd name="adj" fmla="val 16667"/>
            </a:avLst>
          </a:prstGeom>
          <a:solidFill>
            <a:schemeClr val="accent6"/>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BM Plex Sans"/>
              <a:ea typeface="IBM Plex Sans"/>
              <a:cs typeface="IBM Plex Sans"/>
              <a:sym typeface="IBM Plex Sans"/>
            </a:endParaRPr>
          </a:p>
        </p:txBody>
      </p:sp>
      <p:cxnSp>
        <p:nvCxnSpPr>
          <p:cNvPr id="6456" name="Google Shape;6456;p481"/>
          <p:cNvCxnSpPr/>
          <p:nvPr/>
        </p:nvCxnSpPr>
        <p:spPr>
          <a:xfrm rot="10800000" flipH="1">
            <a:off x="5587300" y="1521425"/>
            <a:ext cx="284400" cy="900"/>
          </a:xfrm>
          <a:prstGeom prst="straightConnector1">
            <a:avLst/>
          </a:prstGeom>
          <a:noFill/>
          <a:ln w="9525" cap="flat" cmpd="sng">
            <a:solidFill>
              <a:schemeClr val="accent5"/>
            </a:solidFill>
            <a:prstDash val="solid"/>
            <a:round/>
            <a:headEnd type="none" w="med" len="med"/>
            <a:tailEnd type="triangle" w="med" len="med"/>
          </a:ln>
        </p:spPr>
      </p:cxnSp>
      <p:cxnSp>
        <p:nvCxnSpPr>
          <p:cNvPr id="6457" name="Google Shape;6457;p481"/>
          <p:cNvCxnSpPr/>
          <p:nvPr/>
        </p:nvCxnSpPr>
        <p:spPr>
          <a:xfrm rot="10800000" flipH="1">
            <a:off x="6472025" y="1522200"/>
            <a:ext cx="284400" cy="900"/>
          </a:xfrm>
          <a:prstGeom prst="straightConnector1">
            <a:avLst/>
          </a:prstGeom>
          <a:noFill/>
          <a:ln w="9525" cap="flat" cmpd="sng">
            <a:solidFill>
              <a:schemeClr val="accent5"/>
            </a:solidFill>
            <a:prstDash val="solid"/>
            <a:round/>
            <a:headEnd type="none" w="med" len="med"/>
            <a:tailEnd type="triangle" w="med" len="med"/>
          </a:ln>
        </p:spPr>
      </p:cxnSp>
      <p:sp>
        <p:nvSpPr>
          <p:cNvPr id="6458" name="Google Shape;6458;p481"/>
          <p:cNvSpPr/>
          <p:nvPr/>
        </p:nvSpPr>
        <p:spPr>
          <a:xfrm rot="2700000">
            <a:off x="3610920" y="1380518"/>
            <a:ext cx="284257" cy="284257"/>
          </a:xfrm>
          <a:prstGeom prst="rect">
            <a:avLst/>
          </a:prstGeom>
          <a:solidFill>
            <a:schemeClr val="accent5"/>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None/>
            </a:pPr>
            <a:endParaRPr>
              <a:latin typeface="IBM Plex Sans"/>
              <a:ea typeface="IBM Plex Sans"/>
              <a:cs typeface="IBM Plex Sans"/>
              <a:sym typeface="IBM Plex Sans"/>
            </a:endParaRPr>
          </a:p>
        </p:txBody>
      </p:sp>
      <p:cxnSp>
        <p:nvCxnSpPr>
          <p:cNvPr id="6459" name="Google Shape;6459;p481"/>
          <p:cNvCxnSpPr>
            <a:endCxn id="6460" idx="1"/>
          </p:cNvCxnSpPr>
          <p:nvPr/>
        </p:nvCxnSpPr>
        <p:spPr>
          <a:xfrm rot="10800000" flipH="1">
            <a:off x="3941650" y="2095275"/>
            <a:ext cx="284400" cy="900"/>
          </a:xfrm>
          <a:prstGeom prst="straightConnector1">
            <a:avLst/>
          </a:prstGeom>
          <a:noFill/>
          <a:ln w="9525" cap="flat" cmpd="sng">
            <a:solidFill>
              <a:schemeClr val="accent5"/>
            </a:solidFill>
            <a:prstDash val="solid"/>
            <a:round/>
            <a:headEnd type="none" w="med" len="med"/>
            <a:tailEnd type="triangle" w="med" len="med"/>
          </a:ln>
        </p:spPr>
      </p:cxnSp>
      <p:sp>
        <p:nvSpPr>
          <p:cNvPr id="6460" name="Google Shape;6460;p481"/>
          <p:cNvSpPr/>
          <p:nvPr/>
        </p:nvSpPr>
        <p:spPr>
          <a:xfrm>
            <a:off x="4226050" y="1894725"/>
            <a:ext cx="600300" cy="401100"/>
          </a:xfrm>
          <a:prstGeom prst="roundRect">
            <a:avLst>
              <a:gd name="adj" fmla="val 16667"/>
            </a:avLst>
          </a:prstGeom>
          <a:solidFill>
            <a:schemeClr val="accent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BM Plex Sans"/>
              <a:ea typeface="IBM Plex Sans"/>
              <a:cs typeface="IBM Plex Sans"/>
              <a:sym typeface="IBM Plex Sans"/>
            </a:endParaRPr>
          </a:p>
        </p:txBody>
      </p:sp>
      <p:cxnSp>
        <p:nvCxnSpPr>
          <p:cNvPr id="6461" name="Google Shape;6461;p481"/>
          <p:cNvCxnSpPr>
            <a:endCxn id="6460" idx="1"/>
          </p:cNvCxnSpPr>
          <p:nvPr/>
        </p:nvCxnSpPr>
        <p:spPr>
          <a:xfrm rot="-5400000" flipH="1">
            <a:off x="3698950" y="1568175"/>
            <a:ext cx="577800" cy="476400"/>
          </a:xfrm>
          <a:prstGeom prst="bentConnector2">
            <a:avLst/>
          </a:prstGeom>
          <a:noFill/>
          <a:ln w="9525" cap="flat" cmpd="sng">
            <a:solidFill>
              <a:schemeClr val="accent5"/>
            </a:solidFill>
            <a:prstDash val="solid"/>
            <a:round/>
            <a:headEnd type="none" w="med" len="med"/>
            <a:tailEnd type="triangle" w="med" len="med"/>
          </a:ln>
        </p:spPr>
      </p:cxnSp>
      <p:sp>
        <p:nvSpPr>
          <p:cNvPr id="6462" name="Google Shape;6462;p481"/>
          <p:cNvSpPr/>
          <p:nvPr/>
        </p:nvSpPr>
        <p:spPr>
          <a:xfrm rot="2700000">
            <a:off x="5304460" y="1380518"/>
            <a:ext cx="284257" cy="284257"/>
          </a:xfrm>
          <a:prstGeom prst="rect">
            <a:avLst/>
          </a:prstGeom>
          <a:solidFill>
            <a:schemeClr val="accent5"/>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None/>
            </a:pPr>
            <a:endParaRPr>
              <a:latin typeface="IBM Plex Sans"/>
              <a:ea typeface="IBM Plex Sans"/>
              <a:cs typeface="IBM Plex Sans"/>
              <a:sym typeface="IBM Plex Sans"/>
            </a:endParaRPr>
          </a:p>
        </p:txBody>
      </p:sp>
      <p:cxnSp>
        <p:nvCxnSpPr>
          <p:cNvPr id="6463" name="Google Shape;6463;p481"/>
          <p:cNvCxnSpPr/>
          <p:nvPr/>
        </p:nvCxnSpPr>
        <p:spPr>
          <a:xfrm>
            <a:off x="4753439" y="1522646"/>
            <a:ext cx="514800" cy="0"/>
          </a:xfrm>
          <a:prstGeom prst="straightConnector1">
            <a:avLst/>
          </a:prstGeom>
          <a:noFill/>
          <a:ln w="9525" cap="flat" cmpd="sng">
            <a:solidFill>
              <a:schemeClr val="accent5"/>
            </a:solidFill>
            <a:prstDash val="solid"/>
            <a:round/>
            <a:headEnd type="none" w="med" len="med"/>
            <a:tailEnd type="triangle" w="med" len="med"/>
          </a:ln>
        </p:spPr>
      </p:cxnSp>
      <p:cxnSp>
        <p:nvCxnSpPr>
          <p:cNvPr id="6464" name="Google Shape;6464;p481"/>
          <p:cNvCxnSpPr>
            <a:stCxn id="6460" idx="3"/>
          </p:cNvCxnSpPr>
          <p:nvPr/>
        </p:nvCxnSpPr>
        <p:spPr>
          <a:xfrm rot="10800000" flipH="1">
            <a:off x="4826350" y="1722375"/>
            <a:ext cx="622200" cy="372900"/>
          </a:xfrm>
          <a:prstGeom prst="bentConnector3">
            <a:avLst>
              <a:gd name="adj1" fmla="val 50000"/>
            </a:avLst>
          </a:prstGeom>
          <a:noFill/>
          <a:ln w="9525" cap="flat" cmpd="sng">
            <a:solidFill>
              <a:schemeClr val="accent5"/>
            </a:solidFill>
            <a:prstDash val="solid"/>
            <a:round/>
            <a:headEnd type="none" w="med" len="med"/>
            <a:tailEnd type="triangle" w="med" len="med"/>
          </a:ln>
        </p:spPr>
      </p:cxnSp>
      <p:cxnSp>
        <p:nvCxnSpPr>
          <p:cNvPr id="6465" name="Google Shape;6465;p481"/>
          <p:cNvCxnSpPr>
            <a:stCxn id="6450" idx="2"/>
          </p:cNvCxnSpPr>
          <p:nvPr/>
        </p:nvCxnSpPr>
        <p:spPr>
          <a:xfrm rot="5400000">
            <a:off x="1750000" y="1805850"/>
            <a:ext cx="1356300" cy="1191000"/>
          </a:xfrm>
          <a:prstGeom prst="bentConnector3">
            <a:avLst>
              <a:gd name="adj1" fmla="val 50000"/>
            </a:avLst>
          </a:prstGeom>
          <a:noFill/>
          <a:ln w="9525" cap="flat" cmpd="sng">
            <a:solidFill>
              <a:schemeClr val="lt2"/>
            </a:solidFill>
            <a:prstDash val="dash"/>
            <a:round/>
            <a:headEnd type="none" w="med" len="med"/>
            <a:tailEnd type="triangle" w="med" len="med"/>
          </a:ln>
        </p:spPr>
      </p:cxnSp>
      <p:cxnSp>
        <p:nvCxnSpPr>
          <p:cNvPr id="6466" name="Google Shape;6466;p481"/>
          <p:cNvCxnSpPr>
            <a:stCxn id="6460" idx="2"/>
            <a:endCxn id="6467" idx="0"/>
          </p:cNvCxnSpPr>
          <p:nvPr/>
        </p:nvCxnSpPr>
        <p:spPr>
          <a:xfrm rot="-5400000" flipH="1">
            <a:off x="4177000" y="2645025"/>
            <a:ext cx="699000" cy="600"/>
          </a:xfrm>
          <a:prstGeom prst="bentConnector3">
            <a:avLst>
              <a:gd name="adj1" fmla="val 49989"/>
            </a:avLst>
          </a:prstGeom>
          <a:noFill/>
          <a:ln w="9525" cap="flat" cmpd="sng">
            <a:solidFill>
              <a:schemeClr val="lt2"/>
            </a:solidFill>
            <a:prstDash val="dash"/>
            <a:round/>
            <a:headEnd type="none" w="med" len="med"/>
            <a:tailEnd type="triangle" w="med" len="med"/>
          </a:ln>
        </p:spPr>
      </p:cxnSp>
      <p:cxnSp>
        <p:nvCxnSpPr>
          <p:cNvPr id="6468" name="Google Shape;6468;p481"/>
          <p:cNvCxnSpPr>
            <a:stCxn id="6455" idx="2"/>
          </p:cNvCxnSpPr>
          <p:nvPr/>
        </p:nvCxnSpPr>
        <p:spPr>
          <a:xfrm rot="-5400000" flipH="1">
            <a:off x="5638913" y="2256150"/>
            <a:ext cx="1341600" cy="275700"/>
          </a:xfrm>
          <a:prstGeom prst="bentConnector3">
            <a:avLst>
              <a:gd name="adj1" fmla="val 50000"/>
            </a:avLst>
          </a:prstGeom>
          <a:noFill/>
          <a:ln w="9525" cap="flat" cmpd="sng">
            <a:solidFill>
              <a:schemeClr val="lt2"/>
            </a:solidFill>
            <a:prstDash val="dash"/>
            <a:round/>
            <a:headEnd type="none" w="med" len="med"/>
            <a:tailEnd type="triangle" w="med" len="med"/>
          </a:ln>
        </p:spPr>
      </p:cxnSp>
      <p:sp>
        <p:nvSpPr>
          <p:cNvPr id="6469" name="Google Shape;6469;p481"/>
          <p:cNvSpPr/>
          <p:nvPr/>
        </p:nvSpPr>
        <p:spPr>
          <a:xfrm>
            <a:off x="592200" y="3126747"/>
            <a:ext cx="7959600" cy="1226700"/>
          </a:xfrm>
          <a:prstGeom prst="roundRect">
            <a:avLst>
              <a:gd name="adj" fmla="val 16667"/>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BM Plex Sans"/>
              <a:ea typeface="IBM Plex Sans"/>
              <a:cs typeface="IBM Plex Sans"/>
              <a:sym typeface="IBM Plex Sans"/>
            </a:endParaRPr>
          </a:p>
        </p:txBody>
      </p:sp>
      <p:sp>
        <p:nvSpPr>
          <p:cNvPr id="6467" name="Google Shape;6467;p481"/>
          <p:cNvSpPr/>
          <p:nvPr/>
        </p:nvSpPr>
        <p:spPr>
          <a:xfrm>
            <a:off x="3331150" y="2994677"/>
            <a:ext cx="2390100" cy="291000"/>
          </a:xfrm>
          <a:prstGeom prst="roundRect">
            <a:avLst>
              <a:gd name="adj" fmla="val 16667"/>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200" b="1">
                <a:solidFill>
                  <a:schemeClr val="lt1"/>
                </a:solidFill>
                <a:latin typeface="IBM Plex Sans"/>
                <a:ea typeface="IBM Plex Sans"/>
                <a:cs typeface="IBM Plex Sans"/>
                <a:sym typeface="IBM Plex Sans"/>
              </a:rPr>
              <a:t> Camunda Marketplace</a:t>
            </a:r>
            <a:endParaRPr sz="1200" b="1">
              <a:solidFill>
                <a:schemeClr val="lt1"/>
              </a:solidFill>
              <a:latin typeface="IBM Plex Sans"/>
              <a:ea typeface="IBM Plex Sans"/>
              <a:cs typeface="IBM Plex Sans"/>
              <a:sym typeface="IBM Plex Sans"/>
            </a:endParaRPr>
          </a:p>
        </p:txBody>
      </p:sp>
      <p:grpSp>
        <p:nvGrpSpPr>
          <p:cNvPr id="6470" name="Google Shape;6470;p481"/>
          <p:cNvGrpSpPr/>
          <p:nvPr/>
        </p:nvGrpSpPr>
        <p:grpSpPr>
          <a:xfrm>
            <a:off x="3112842" y="1398198"/>
            <a:ext cx="126408" cy="116359"/>
            <a:chOff x="2099100" y="2300650"/>
            <a:chExt cx="381550" cy="351325"/>
          </a:xfrm>
        </p:grpSpPr>
        <p:sp>
          <p:nvSpPr>
            <p:cNvPr id="6471" name="Google Shape;6471;p481"/>
            <p:cNvSpPr/>
            <p:nvPr/>
          </p:nvSpPr>
          <p:spPr>
            <a:xfrm>
              <a:off x="2235050" y="2421600"/>
              <a:ext cx="109400" cy="109175"/>
            </a:xfrm>
            <a:custGeom>
              <a:avLst/>
              <a:gdLst/>
              <a:ahLst/>
              <a:cxnLst/>
              <a:rect l="l" t="t" r="r" b="b"/>
              <a:pathLst>
                <a:path w="4376" h="4367" extrusionOk="0">
                  <a:moveTo>
                    <a:pt x="2193" y="974"/>
                  </a:moveTo>
                  <a:lnTo>
                    <a:pt x="2311" y="984"/>
                  </a:lnTo>
                  <a:lnTo>
                    <a:pt x="2439" y="1004"/>
                  </a:lnTo>
                  <a:lnTo>
                    <a:pt x="2547" y="1033"/>
                  </a:lnTo>
                  <a:lnTo>
                    <a:pt x="2665" y="1073"/>
                  </a:lnTo>
                  <a:lnTo>
                    <a:pt x="2763" y="1122"/>
                  </a:lnTo>
                  <a:lnTo>
                    <a:pt x="2871" y="1181"/>
                  </a:lnTo>
                  <a:lnTo>
                    <a:pt x="2960" y="1250"/>
                  </a:lnTo>
                  <a:lnTo>
                    <a:pt x="3048" y="1328"/>
                  </a:lnTo>
                  <a:lnTo>
                    <a:pt x="3127" y="1417"/>
                  </a:lnTo>
                  <a:lnTo>
                    <a:pt x="3196" y="1505"/>
                  </a:lnTo>
                  <a:lnTo>
                    <a:pt x="3255" y="1604"/>
                  </a:lnTo>
                  <a:lnTo>
                    <a:pt x="3304" y="1712"/>
                  </a:lnTo>
                  <a:lnTo>
                    <a:pt x="3343" y="1820"/>
                  </a:lnTo>
                  <a:lnTo>
                    <a:pt x="3373" y="1938"/>
                  </a:lnTo>
                  <a:lnTo>
                    <a:pt x="3393" y="2056"/>
                  </a:lnTo>
                  <a:lnTo>
                    <a:pt x="3402" y="2184"/>
                  </a:lnTo>
                  <a:lnTo>
                    <a:pt x="3393" y="2312"/>
                  </a:lnTo>
                  <a:lnTo>
                    <a:pt x="3373" y="2430"/>
                  </a:lnTo>
                  <a:lnTo>
                    <a:pt x="3343" y="2548"/>
                  </a:lnTo>
                  <a:lnTo>
                    <a:pt x="3304" y="2656"/>
                  </a:lnTo>
                  <a:lnTo>
                    <a:pt x="3255" y="2764"/>
                  </a:lnTo>
                  <a:lnTo>
                    <a:pt x="3196" y="2862"/>
                  </a:lnTo>
                  <a:lnTo>
                    <a:pt x="3127" y="2951"/>
                  </a:lnTo>
                  <a:lnTo>
                    <a:pt x="3048" y="3039"/>
                  </a:lnTo>
                  <a:lnTo>
                    <a:pt x="2960" y="3118"/>
                  </a:lnTo>
                  <a:lnTo>
                    <a:pt x="2871" y="3187"/>
                  </a:lnTo>
                  <a:lnTo>
                    <a:pt x="2763" y="3246"/>
                  </a:lnTo>
                  <a:lnTo>
                    <a:pt x="2665" y="3295"/>
                  </a:lnTo>
                  <a:lnTo>
                    <a:pt x="2547" y="3334"/>
                  </a:lnTo>
                  <a:lnTo>
                    <a:pt x="2439" y="3364"/>
                  </a:lnTo>
                  <a:lnTo>
                    <a:pt x="2311" y="3384"/>
                  </a:lnTo>
                  <a:lnTo>
                    <a:pt x="2193" y="3393"/>
                  </a:lnTo>
                  <a:lnTo>
                    <a:pt x="2065" y="3384"/>
                  </a:lnTo>
                  <a:lnTo>
                    <a:pt x="1947" y="3364"/>
                  </a:lnTo>
                  <a:lnTo>
                    <a:pt x="1829" y="3334"/>
                  </a:lnTo>
                  <a:lnTo>
                    <a:pt x="1721" y="3295"/>
                  </a:lnTo>
                  <a:lnTo>
                    <a:pt x="1613" y="3246"/>
                  </a:lnTo>
                  <a:lnTo>
                    <a:pt x="1514" y="3187"/>
                  </a:lnTo>
                  <a:lnTo>
                    <a:pt x="1426" y="3118"/>
                  </a:lnTo>
                  <a:lnTo>
                    <a:pt x="1337" y="3039"/>
                  </a:lnTo>
                  <a:lnTo>
                    <a:pt x="1259" y="2951"/>
                  </a:lnTo>
                  <a:lnTo>
                    <a:pt x="1190" y="2862"/>
                  </a:lnTo>
                  <a:lnTo>
                    <a:pt x="1131" y="2764"/>
                  </a:lnTo>
                  <a:lnTo>
                    <a:pt x="1082" y="2656"/>
                  </a:lnTo>
                  <a:lnTo>
                    <a:pt x="1033" y="2548"/>
                  </a:lnTo>
                  <a:lnTo>
                    <a:pt x="1003" y="2430"/>
                  </a:lnTo>
                  <a:lnTo>
                    <a:pt x="993" y="2312"/>
                  </a:lnTo>
                  <a:lnTo>
                    <a:pt x="983" y="2184"/>
                  </a:lnTo>
                  <a:lnTo>
                    <a:pt x="993" y="2056"/>
                  </a:lnTo>
                  <a:lnTo>
                    <a:pt x="1003" y="1938"/>
                  </a:lnTo>
                  <a:lnTo>
                    <a:pt x="1033" y="1820"/>
                  </a:lnTo>
                  <a:lnTo>
                    <a:pt x="1082" y="1712"/>
                  </a:lnTo>
                  <a:lnTo>
                    <a:pt x="1131" y="1604"/>
                  </a:lnTo>
                  <a:lnTo>
                    <a:pt x="1190" y="1505"/>
                  </a:lnTo>
                  <a:lnTo>
                    <a:pt x="1259" y="1417"/>
                  </a:lnTo>
                  <a:lnTo>
                    <a:pt x="1337" y="1328"/>
                  </a:lnTo>
                  <a:lnTo>
                    <a:pt x="1426" y="1250"/>
                  </a:lnTo>
                  <a:lnTo>
                    <a:pt x="1514" y="1181"/>
                  </a:lnTo>
                  <a:lnTo>
                    <a:pt x="1613" y="1122"/>
                  </a:lnTo>
                  <a:lnTo>
                    <a:pt x="1721" y="1073"/>
                  </a:lnTo>
                  <a:lnTo>
                    <a:pt x="1829" y="1033"/>
                  </a:lnTo>
                  <a:lnTo>
                    <a:pt x="1947" y="1004"/>
                  </a:lnTo>
                  <a:lnTo>
                    <a:pt x="2065" y="984"/>
                  </a:lnTo>
                  <a:lnTo>
                    <a:pt x="2193" y="974"/>
                  </a:lnTo>
                  <a:close/>
                  <a:moveTo>
                    <a:pt x="1731" y="1"/>
                  </a:moveTo>
                  <a:lnTo>
                    <a:pt x="1731" y="493"/>
                  </a:lnTo>
                  <a:lnTo>
                    <a:pt x="1632" y="522"/>
                  </a:lnTo>
                  <a:lnTo>
                    <a:pt x="1524" y="561"/>
                  </a:lnTo>
                  <a:lnTo>
                    <a:pt x="1426" y="611"/>
                  </a:lnTo>
                  <a:lnTo>
                    <a:pt x="1328" y="660"/>
                  </a:lnTo>
                  <a:lnTo>
                    <a:pt x="983" y="316"/>
                  </a:lnTo>
                  <a:lnTo>
                    <a:pt x="334" y="955"/>
                  </a:lnTo>
                  <a:lnTo>
                    <a:pt x="669" y="1299"/>
                  </a:lnTo>
                  <a:lnTo>
                    <a:pt x="620" y="1397"/>
                  </a:lnTo>
                  <a:lnTo>
                    <a:pt x="570" y="1496"/>
                  </a:lnTo>
                  <a:lnTo>
                    <a:pt x="531" y="1604"/>
                  </a:lnTo>
                  <a:lnTo>
                    <a:pt x="502" y="1702"/>
                  </a:lnTo>
                  <a:lnTo>
                    <a:pt x="0" y="1702"/>
                  </a:lnTo>
                  <a:lnTo>
                    <a:pt x="0" y="2617"/>
                  </a:lnTo>
                  <a:lnTo>
                    <a:pt x="492" y="2617"/>
                  </a:lnTo>
                  <a:lnTo>
                    <a:pt x="531" y="2725"/>
                  </a:lnTo>
                  <a:lnTo>
                    <a:pt x="570" y="2833"/>
                  </a:lnTo>
                  <a:lnTo>
                    <a:pt x="610" y="2931"/>
                  </a:lnTo>
                  <a:lnTo>
                    <a:pt x="659" y="3030"/>
                  </a:lnTo>
                  <a:lnTo>
                    <a:pt x="305" y="3384"/>
                  </a:lnTo>
                  <a:lnTo>
                    <a:pt x="944" y="4033"/>
                  </a:lnTo>
                  <a:lnTo>
                    <a:pt x="1308" y="3679"/>
                  </a:lnTo>
                  <a:lnTo>
                    <a:pt x="1406" y="3728"/>
                  </a:lnTo>
                  <a:lnTo>
                    <a:pt x="1505" y="3777"/>
                  </a:lnTo>
                  <a:lnTo>
                    <a:pt x="1613" y="3816"/>
                  </a:lnTo>
                  <a:lnTo>
                    <a:pt x="1721" y="3846"/>
                  </a:lnTo>
                  <a:lnTo>
                    <a:pt x="1721" y="4367"/>
                  </a:lnTo>
                  <a:lnTo>
                    <a:pt x="2635" y="4367"/>
                  </a:lnTo>
                  <a:lnTo>
                    <a:pt x="2635" y="3856"/>
                  </a:lnTo>
                  <a:lnTo>
                    <a:pt x="2744" y="3826"/>
                  </a:lnTo>
                  <a:lnTo>
                    <a:pt x="2852" y="3787"/>
                  </a:lnTo>
                  <a:lnTo>
                    <a:pt x="2950" y="3738"/>
                  </a:lnTo>
                  <a:lnTo>
                    <a:pt x="3048" y="3688"/>
                  </a:lnTo>
                  <a:lnTo>
                    <a:pt x="3412" y="4042"/>
                  </a:lnTo>
                  <a:lnTo>
                    <a:pt x="4061" y="3403"/>
                  </a:lnTo>
                  <a:lnTo>
                    <a:pt x="3697" y="3039"/>
                  </a:lnTo>
                  <a:lnTo>
                    <a:pt x="3756" y="2951"/>
                  </a:lnTo>
                  <a:lnTo>
                    <a:pt x="3796" y="2843"/>
                  </a:lnTo>
                  <a:lnTo>
                    <a:pt x="3835" y="2744"/>
                  </a:lnTo>
                  <a:lnTo>
                    <a:pt x="3874" y="2636"/>
                  </a:lnTo>
                  <a:lnTo>
                    <a:pt x="4376" y="2636"/>
                  </a:lnTo>
                  <a:lnTo>
                    <a:pt x="4376" y="1722"/>
                  </a:lnTo>
                  <a:lnTo>
                    <a:pt x="3874" y="1722"/>
                  </a:lnTo>
                  <a:lnTo>
                    <a:pt x="3845" y="1623"/>
                  </a:lnTo>
                  <a:lnTo>
                    <a:pt x="3806" y="1515"/>
                  </a:lnTo>
                  <a:lnTo>
                    <a:pt x="3756" y="1417"/>
                  </a:lnTo>
                  <a:lnTo>
                    <a:pt x="3707" y="1319"/>
                  </a:lnTo>
                  <a:lnTo>
                    <a:pt x="4061" y="965"/>
                  </a:lnTo>
                  <a:lnTo>
                    <a:pt x="3412" y="316"/>
                  </a:lnTo>
                  <a:lnTo>
                    <a:pt x="3068" y="670"/>
                  </a:lnTo>
                  <a:lnTo>
                    <a:pt x="2960" y="611"/>
                  </a:lnTo>
                  <a:lnTo>
                    <a:pt x="2862" y="571"/>
                  </a:lnTo>
                  <a:lnTo>
                    <a:pt x="2763" y="532"/>
                  </a:lnTo>
                  <a:lnTo>
                    <a:pt x="2655" y="493"/>
                  </a:lnTo>
                  <a:lnTo>
                    <a:pt x="265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72" name="Google Shape;6472;p481"/>
            <p:cNvSpPr/>
            <p:nvPr/>
          </p:nvSpPr>
          <p:spPr>
            <a:xfrm>
              <a:off x="2099100" y="2300650"/>
              <a:ext cx="381550" cy="351325"/>
            </a:xfrm>
            <a:custGeom>
              <a:avLst/>
              <a:gdLst/>
              <a:ahLst/>
              <a:cxnLst/>
              <a:rect l="l" t="t" r="r" b="b"/>
              <a:pathLst>
                <a:path w="15262" h="14053" extrusionOk="0">
                  <a:moveTo>
                    <a:pt x="10955" y="3688"/>
                  </a:moveTo>
                  <a:lnTo>
                    <a:pt x="10955" y="10355"/>
                  </a:lnTo>
                  <a:lnTo>
                    <a:pt x="4297" y="10355"/>
                  </a:lnTo>
                  <a:lnTo>
                    <a:pt x="4297" y="3688"/>
                  </a:lnTo>
                  <a:close/>
                  <a:moveTo>
                    <a:pt x="3344" y="1"/>
                  </a:moveTo>
                  <a:lnTo>
                    <a:pt x="3245" y="11"/>
                  </a:lnTo>
                  <a:lnTo>
                    <a:pt x="3147" y="21"/>
                  </a:lnTo>
                  <a:lnTo>
                    <a:pt x="3058" y="50"/>
                  </a:lnTo>
                  <a:lnTo>
                    <a:pt x="2970" y="80"/>
                  </a:lnTo>
                  <a:lnTo>
                    <a:pt x="2891" y="119"/>
                  </a:lnTo>
                  <a:lnTo>
                    <a:pt x="2813" y="168"/>
                  </a:lnTo>
                  <a:lnTo>
                    <a:pt x="2734" y="217"/>
                  </a:lnTo>
                  <a:lnTo>
                    <a:pt x="2675" y="286"/>
                  </a:lnTo>
                  <a:lnTo>
                    <a:pt x="2606" y="355"/>
                  </a:lnTo>
                  <a:lnTo>
                    <a:pt x="2557" y="424"/>
                  </a:lnTo>
                  <a:lnTo>
                    <a:pt x="2508" y="502"/>
                  </a:lnTo>
                  <a:lnTo>
                    <a:pt x="2468" y="581"/>
                  </a:lnTo>
                  <a:lnTo>
                    <a:pt x="2439" y="670"/>
                  </a:lnTo>
                  <a:lnTo>
                    <a:pt x="2409" y="768"/>
                  </a:lnTo>
                  <a:lnTo>
                    <a:pt x="2400" y="856"/>
                  </a:lnTo>
                  <a:lnTo>
                    <a:pt x="2390" y="955"/>
                  </a:lnTo>
                  <a:lnTo>
                    <a:pt x="2400" y="1053"/>
                  </a:lnTo>
                  <a:lnTo>
                    <a:pt x="2409" y="1151"/>
                  </a:lnTo>
                  <a:lnTo>
                    <a:pt x="2439" y="1240"/>
                  </a:lnTo>
                  <a:lnTo>
                    <a:pt x="2468" y="1328"/>
                  </a:lnTo>
                  <a:lnTo>
                    <a:pt x="2508" y="1407"/>
                  </a:lnTo>
                  <a:lnTo>
                    <a:pt x="2557" y="1486"/>
                  </a:lnTo>
                  <a:lnTo>
                    <a:pt x="2606" y="1564"/>
                  </a:lnTo>
                  <a:lnTo>
                    <a:pt x="2675" y="1623"/>
                  </a:lnTo>
                  <a:lnTo>
                    <a:pt x="2734" y="1692"/>
                  </a:lnTo>
                  <a:lnTo>
                    <a:pt x="2813" y="1741"/>
                  </a:lnTo>
                  <a:lnTo>
                    <a:pt x="2891" y="1791"/>
                  </a:lnTo>
                  <a:lnTo>
                    <a:pt x="2970" y="1830"/>
                  </a:lnTo>
                  <a:lnTo>
                    <a:pt x="3058" y="1859"/>
                  </a:lnTo>
                  <a:lnTo>
                    <a:pt x="3147" y="1889"/>
                  </a:lnTo>
                  <a:lnTo>
                    <a:pt x="3245" y="1899"/>
                  </a:lnTo>
                  <a:lnTo>
                    <a:pt x="3344" y="1909"/>
                  </a:lnTo>
                  <a:lnTo>
                    <a:pt x="3471" y="1899"/>
                  </a:lnTo>
                  <a:lnTo>
                    <a:pt x="3599" y="1869"/>
                  </a:lnTo>
                  <a:lnTo>
                    <a:pt x="3717" y="1830"/>
                  </a:lnTo>
                  <a:lnTo>
                    <a:pt x="3825" y="1771"/>
                  </a:lnTo>
                  <a:lnTo>
                    <a:pt x="3924" y="1702"/>
                  </a:lnTo>
                  <a:lnTo>
                    <a:pt x="4022" y="1623"/>
                  </a:lnTo>
                  <a:lnTo>
                    <a:pt x="4101" y="1535"/>
                  </a:lnTo>
                  <a:lnTo>
                    <a:pt x="4170" y="1427"/>
                  </a:lnTo>
                  <a:lnTo>
                    <a:pt x="5241" y="1427"/>
                  </a:lnTo>
                  <a:lnTo>
                    <a:pt x="5241" y="2744"/>
                  </a:lnTo>
                  <a:lnTo>
                    <a:pt x="3344" y="2744"/>
                  </a:lnTo>
                  <a:lnTo>
                    <a:pt x="3344" y="4642"/>
                  </a:lnTo>
                  <a:lnTo>
                    <a:pt x="1770" y="4642"/>
                  </a:lnTo>
                  <a:lnTo>
                    <a:pt x="1701" y="4544"/>
                  </a:lnTo>
                  <a:lnTo>
                    <a:pt x="1623" y="4446"/>
                  </a:lnTo>
                  <a:lnTo>
                    <a:pt x="1534" y="4367"/>
                  </a:lnTo>
                  <a:lnTo>
                    <a:pt x="1436" y="4298"/>
                  </a:lnTo>
                  <a:lnTo>
                    <a:pt x="1318" y="4239"/>
                  </a:lnTo>
                  <a:lnTo>
                    <a:pt x="1200" y="4200"/>
                  </a:lnTo>
                  <a:lnTo>
                    <a:pt x="1082" y="4180"/>
                  </a:lnTo>
                  <a:lnTo>
                    <a:pt x="944" y="4170"/>
                  </a:lnTo>
                  <a:lnTo>
                    <a:pt x="856" y="4170"/>
                  </a:lnTo>
                  <a:lnTo>
                    <a:pt x="757" y="4190"/>
                  </a:lnTo>
                  <a:lnTo>
                    <a:pt x="669" y="4210"/>
                  </a:lnTo>
                  <a:lnTo>
                    <a:pt x="580" y="4239"/>
                  </a:lnTo>
                  <a:lnTo>
                    <a:pt x="492" y="4278"/>
                  </a:lnTo>
                  <a:lnTo>
                    <a:pt x="413" y="4328"/>
                  </a:lnTo>
                  <a:lnTo>
                    <a:pt x="344" y="4387"/>
                  </a:lnTo>
                  <a:lnTo>
                    <a:pt x="275" y="4446"/>
                  </a:lnTo>
                  <a:lnTo>
                    <a:pt x="216" y="4514"/>
                  </a:lnTo>
                  <a:lnTo>
                    <a:pt x="157" y="4583"/>
                  </a:lnTo>
                  <a:lnTo>
                    <a:pt x="108" y="4662"/>
                  </a:lnTo>
                  <a:lnTo>
                    <a:pt x="69" y="4750"/>
                  </a:lnTo>
                  <a:lnTo>
                    <a:pt x="39" y="4839"/>
                  </a:lnTo>
                  <a:lnTo>
                    <a:pt x="20" y="4927"/>
                  </a:lnTo>
                  <a:lnTo>
                    <a:pt x="0" y="5026"/>
                  </a:lnTo>
                  <a:lnTo>
                    <a:pt x="0" y="5124"/>
                  </a:lnTo>
                  <a:lnTo>
                    <a:pt x="0" y="5213"/>
                  </a:lnTo>
                  <a:lnTo>
                    <a:pt x="20" y="5311"/>
                  </a:lnTo>
                  <a:lnTo>
                    <a:pt x="39" y="5399"/>
                  </a:lnTo>
                  <a:lnTo>
                    <a:pt x="69" y="5488"/>
                  </a:lnTo>
                  <a:lnTo>
                    <a:pt x="108" y="5576"/>
                  </a:lnTo>
                  <a:lnTo>
                    <a:pt x="157" y="5655"/>
                  </a:lnTo>
                  <a:lnTo>
                    <a:pt x="216" y="5724"/>
                  </a:lnTo>
                  <a:lnTo>
                    <a:pt x="275" y="5793"/>
                  </a:lnTo>
                  <a:lnTo>
                    <a:pt x="344" y="5852"/>
                  </a:lnTo>
                  <a:lnTo>
                    <a:pt x="413" y="5911"/>
                  </a:lnTo>
                  <a:lnTo>
                    <a:pt x="492" y="5960"/>
                  </a:lnTo>
                  <a:lnTo>
                    <a:pt x="580" y="5999"/>
                  </a:lnTo>
                  <a:lnTo>
                    <a:pt x="669" y="6029"/>
                  </a:lnTo>
                  <a:lnTo>
                    <a:pt x="757" y="6048"/>
                  </a:lnTo>
                  <a:lnTo>
                    <a:pt x="856" y="6068"/>
                  </a:lnTo>
                  <a:lnTo>
                    <a:pt x="944" y="6068"/>
                  </a:lnTo>
                  <a:lnTo>
                    <a:pt x="1082" y="6058"/>
                  </a:lnTo>
                  <a:lnTo>
                    <a:pt x="1200" y="6039"/>
                  </a:lnTo>
                  <a:lnTo>
                    <a:pt x="1318" y="5999"/>
                  </a:lnTo>
                  <a:lnTo>
                    <a:pt x="1436" y="5940"/>
                  </a:lnTo>
                  <a:lnTo>
                    <a:pt x="1534" y="5871"/>
                  </a:lnTo>
                  <a:lnTo>
                    <a:pt x="1623" y="5793"/>
                  </a:lnTo>
                  <a:lnTo>
                    <a:pt x="1701" y="5694"/>
                  </a:lnTo>
                  <a:lnTo>
                    <a:pt x="1770" y="5596"/>
                  </a:lnTo>
                  <a:lnTo>
                    <a:pt x="3344" y="5596"/>
                  </a:lnTo>
                  <a:lnTo>
                    <a:pt x="3344" y="8448"/>
                  </a:lnTo>
                  <a:lnTo>
                    <a:pt x="1770" y="8448"/>
                  </a:lnTo>
                  <a:lnTo>
                    <a:pt x="1701" y="8349"/>
                  </a:lnTo>
                  <a:lnTo>
                    <a:pt x="1623" y="8251"/>
                  </a:lnTo>
                  <a:lnTo>
                    <a:pt x="1534" y="8172"/>
                  </a:lnTo>
                  <a:lnTo>
                    <a:pt x="1436" y="8104"/>
                  </a:lnTo>
                  <a:lnTo>
                    <a:pt x="1318" y="8045"/>
                  </a:lnTo>
                  <a:lnTo>
                    <a:pt x="1200" y="8005"/>
                  </a:lnTo>
                  <a:lnTo>
                    <a:pt x="1082" y="7986"/>
                  </a:lnTo>
                  <a:lnTo>
                    <a:pt x="944" y="7976"/>
                  </a:lnTo>
                  <a:lnTo>
                    <a:pt x="856" y="7976"/>
                  </a:lnTo>
                  <a:lnTo>
                    <a:pt x="757" y="7995"/>
                  </a:lnTo>
                  <a:lnTo>
                    <a:pt x="669" y="8015"/>
                  </a:lnTo>
                  <a:lnTo>
                    <a:pt x="580" y="8045"/>
                  </a:lnTo>
                  <a:lnTo>
                    <a:pt x="492" y="8084"/>
                  </a:lnTo>
                  <a:lnTo>
                    <a:pt x="413" y="8133"/>
                  </a:lnTo>
                  <a:lnTo>
                    <a:pt x="344" y="8192"/>
                  </a:lnTo>
                  <a:lnTo>
                    <a:pt x="275" y="8251"/>
                  </a:lnTo>
                  <a:lnTo>
                    <a:pt x="216" y="8320"/>
                  </a:lnTo>
                  <a:lnTo>
                    <a:pt x="157" y="8389"/>
                  </a:lnTo>
                  <a:lnTo>
                    <a:pt x="108" y="8467"/>
                  </a:lnTo>
                  <a:lnTo>
                    <a:pt x="69" y="8556"/>
                  </a:lnTo>
                  <a:lnTo>
                    <a:pt x="39" y="8644"/>
                  </a:lnTo>
                  <a:lnTo>
                    <a:pt x="20" y="8733"/>
                  </a:lnTo>
                  <a:lnTo>
                    <a:pt x="0" y="8831"/>
                  </a:lnTo>
                  <a:lnTo>
                    <a:pt x="0" y="8930"/>
                  </a:lnTo>
                  <a:lnTo>
                    <a:pt x="0" y="9018"/>
                  </a:lnTo>
                  <a:lnTo>
                    <a:pt x="20" y="9116"/>
                  </a:lnTo>
                  <a:lnTo>
                    <a:pt x="39" y="9205"/>
                  </a:lnTo>
                  <a:lnTo>
                    <a:pt x="69" y="9293"/>
                  </a:lnTo>
                  <a:lnTo>
                    <a:pt x="108" y="9382"/>
                  </a:lnTo>
                  <a:lnTo>
                    <a:pt x="157" y="9461"/>
                  </a:lnTo>
                  <a:lnTo>
                    <a:pt x="216" y="9529"/>
                  </a:lnTo>
                  <a:lnTo>
                    <a:pt x="275" y="9598"/>
                  </a:lnTo>
                  <a:lnTo>
                    <a:pt x="344" y="9657"/>
                  </a:lnTo>
                  <a:lnTo>
                    <a:pt x="413" y="9716"/>
                  </a:lnTo>
                  <a:lnTo>
                    <a:pt x="492" y="9765"/>
                  </a:lnTo>
                  <a:lnTo>
                    <a:pt x="580" y="9805"/>
                  </a:lnTo>
                  <a:lnTo>
                    <a:pt x="669" y="9834"/>
                  </a:lnTo>
                  <a:lnTo>
                    <a:pt x="757" y="9854"/>
                  </a:lnTo>
                  <a:lnTo>
                    <a:pt x="856" y="9874"/>
                  </a:lnTo>
                  <a:lnTo>
                    <a:pt x="944" y="9874"/>
                  </a:lnTo>
                  <a:lnTo>
                    <a:pt x="1082" y="9864"/>
                  </a:lnTo>
                  <a:lnTo>
                    <a:pt x="1200" y="9844"/>
                  </a:lnTo>
                  <a:lnTo>
                    <a:pt x="1318" y="9805"/>
                  </a:lnTo>
                  <a:lnTo>
                    <a:pt x="1436" y="9746"/>
                  </a:lnTo>
                  <a:lnTo>
                    <a:pt x="1534" y="9677"/>
                  </a:lnTo>
                  <a:lnTo>
                    <a:pt x="1623" y="9598"/>
                  </a:lnTo>
                  <a:lnTo>
                    <a:pt x="1701" y="9500"/>
                  </a:lnTo>
                  <a:lnTo>
                    <a:pt x="1770" y="9402"/>
                  </a:lnTo>
                  <a:lnTo>
                    <a:pt x="3344" y="9402"/>
                  </a:lnTo>
                  <a:lnTo>
                    <a:pt x="3344" y="11299"/>
                  </a:lnTo>
                  <a:lnTo>
                    <a:pt x="5241" y="11299"/>
                  </a:lnTo>
                  <a:lnTo>
                    <a:pt x="5241" y="12617"/>
                  </a:lnTo>
                  <a:lnTo>
                    <a:pt x="4170" y="12617"/>
                  </a:lnTo>
                  <a:lnTo>
                    <a:pt x="4101" y="12519"/>
                  </a:lnTo>
                  <a:lnTo>
                    <a:pt x="4022" y="12430"/>
                  </a:lnTo>
                  <a:lnTo>
                    <a:pt x="3924" y="12342"/>
                  </a:lnTo>
                  <a:lnTo>
                    <a:pt x="3825" y="12273"/>
                  </a:lnTo>
                  <a:lnTo>
                    <a:pt x="3717" y="12224"/>
                  </a:lnTo>
                  <a:lnTo>
                    <a:pt x="3599" y="12184"/>
                  </a:lnTo>
                  <a:lnTo>
                    <a:pt x="3471" y="12155"/>
                  </a:lnTo>
                  <a:lnTo>
                    <a:pt x="3344" y="12145"/>
                  </a:lnTo>
                  <a:lnTo>
                    <a:pt x="3245" y="12155"/>
                  </a:lnTo>
                  <a:lnTo>
                    <a:pt x="3147" y="12165"/>
                  </a:lnTo>
                  <a:lnTo>
                    <a:pt x="3058" y="12184"/>
                  </a:lnTo>
                  <a:lnTo>
                    <a:pt x="2970" y="12224"/>
                  </a:lnTo>
                  <a:lnTo>
                    <a:pt x="2891" y="12263"/>
                  </a:lnTo>
                  <a:lnTo>
                    <a:pt x="2813" y="12312"/>
                  </a:lnTo>
                  <a:lnTo>
                    <a:pt x="2734" y="12361"/>
                  </a:lnTo>
                  <a:lnTo>
                    <a:pt x="2675" y="12420"/>
                  </a:lnTo>
                  <a:lnTo>
                    <a:pt x="2606" y="12489"/>
                  </a:lnTo>
                  <a:lnTo>
                    <a:pt x="2557" y="12568"/>
                  </a:lnTo>
                  <a:lnTo>
                    <a:pt x="2508" y="12647"/>
                  </a:lnTo>
                  <a:lnTo>
                    <a:pt x="2468" y="12725"/>
                  </a:lnTo>
                  <a:lnTo>
                    <a:pt x="2439" y="12814"/>
                  </a:lnTo>
                  <a:lnTo>
                    <a:pt x="2409" y="12902"/>
                  </a:lnTo>
                  <a:lnTo>
                    <a:pt x="2400" y="13001"/>
                  </a:lnTo>
                  <a:lnTo>
                    <a:pt x="2390" y="13099"/>
                  </a:lnTo>
                  <a:lnTo>
                    <a:pt x="2400" y="13197"/>
                  </a:lnTo>
                  <a:lnTo>
                    <a:pt x="2409" y="13286"/>
                  </a:lnTo>
                  <a:lnTo>
                    <a:pt x="2439" y="13384"/>
                  </a:lnTo>
                  <a:lnTo>
                    <a:pt x="2468" y="13473"/>
                  </a:lnTo>
                  <a:lnTo>
                    <a:pt x="2508" y="13551"/>
                  </a:lnTo>
                  <a:lnTo>
                    <a:pt x="2557" y="13630"/>
                  </a:lnTo>
                  <a:lnTo>
                    <a:pt x="2606" y="13699"/>
                  </a:lnTo>
                  <a:lnTo>
                    <a:pt x="2675" y="13768"/>
                  </a:lnTo>
                  <a:lnTo>
                    <a:pt x="2734" y="13836"/>
                  </a:lnTo>
                  <a:lnTo>
                    <a:pt x="2813" y="13886"/>
                  </a:lnTo>
                  <a:lnTo>
                    <a:pt x="2891" y="13935"/>
                  </a:lnTo>
                  <a:lnTo>
                    <a:pt x="2970" y="13974"/>
                  </a:lnTo>
                  <a:lnTo>
                    <a:pt x="3058" y="14004"/>
                  </a:lnTo>
                  <a:lnTo>
                    <a:pt x="3147" y="14033"/>
                  </a:lnTo>
                  <a:lnTo>
                    <a:pt x="3245" y="14043"/>
                  </a:lnTo>
                  <a:lnTo>
                    <a:pt x="3344" y="14053"/>
                  </a:lnTo>
                  <a:lnTo>
                    <a:pt x="3471" y="14043"/>
                  </a:lnTo>
                  <a:lnTo>
                    <a:pt x="3599" y="14013"/>
                  </a:lnTo>
                  <a:lnTo>
                    <a:pt x="3717" y="13974"/>
                  </a:lnTo>
                  <a:lnTo>
                    <a:pt x="3825" y="13915"/>
                  </a:lnTo>
                  <a:lnTo>
                    <a:pt x="3924" y="13846"/>
                  </a:lnTo>
                  <a:lnTo>
                    <a:pt x="4022" y="13768"/>
                  </a:lnTo>
                  <a:lnTo>
                    <a:pt x="4101" y="13679"/>
                  </a:lnTo>
                  <a:lnTo>
                    <a:pt x="4170" y="13571"/>
                  </a:lnTo>
                  <a:lnTo>
                    <a:pt x="6195" y="13571"/>
                  </a:lnTo>
                  <a:lnTo>
                    <a:pt x="6195" y="12617"/>
                  </a:lnTo>
                  <a:lnTo>
                    <a:pt x="6195" y="11299"/>
                  </a:lnTo>
                  <a:lnTo>
                    <a:pt x="9057" y="11299"/>
                  </a:lnTo>
                  <a:lnTo>
                    <a:pt x="9057" y="12617"/>
                  </a:lnTo>
                  <a:lnTo>
                    <a:pt x="9057" y="13571"/>
                  </a:lnTo>
                  <a:lnTo>
                    <a:pt x="11082" y="13571"/>
                  </a:lnTo>
                  <a:lnTo>
                    <a:pt x="11151" y="13679"/>
                  </a:lnTo>
                  <a:lnTo>
                    <a:pt x="11230" y="13768"/>
                  </a:lnTo>
                  <a:lnTo>
                    <a:pt x="11328" y="13846"/>
                  </a:lnTo>
                  <a:lnTo>
                    <a:pt x="11427" y="13915"/>
                  </a:lnTo>
                  <a:lnTo>
                    <a:pt x="11535" y="13974"/>
                  </a:lnTo>
                  <a:lnTo>
                    <a:pt x="11653" y="14013"/>
                  </a:lnTo>
                  <a:lnTo>
                    <a:pt x="11781" y="14043"/>
                  </a:lnTo>
                  <a:lnTo>
                    <a:pt x="11908" y="14053"/>
                  </a:lnTo>
                  <a:lnTo>
                    <a:pt x="12007" y="14043"/>
                  </a:lnTo>
                  <a:lnTo>
                    <a:pt x="12095" y="14033"/>
                  </a:lnTo>
                  <a:lnTo>
                    <a:pt x="12194" y="14004"/>
                  </a:lnTo>
                  <a:lnTo>
                    <a:pt x="12282" y="13974"/>
                  </a:lnTo>
                  <a:lnTo>
                    <a:pt x="12361" y="13935"/>
                  </a:lnTo>
                  <a:lnTo>
                    <a:pt x="12439" y="13886"/>
                  </a:lnTo>
                  <a:lnTo>
                    <a:pt x="12508" y="13836"/>
                  </a:lnTo>
                  <a:lnTo>
                    <a:pt x="12577" y="13768"/>
                  </a:lnTo>
                  <a:lnTo>
                    <a:pt x="12646" y="13699"/>
                  </a:lnTo>
                  <a:lnTo>
                    <a:pt x="12695" y="13630"/>
                  </a:lnTo>
                  <a:lnTo>
                    <a:pt x="12744" y="13551"/>
                  </a:lnTo>
                  <a:lnTo>
                    <a:pt x="12784" y="13473"/>
                  </a:lnTo>
                  <a:lnTo>
                    <a:pt x="12813" y="13384"/>
                  </a:lnTo>
                  <a:lnTo>
                    <a:pt x="12843" y="13286"/>
                  </a:lnTo>
                  <a:lnTo>
                    <a:pt x="12852" y="13197"/>
                  </a:lnTo>
                  <a:lnTo>
                    <a:pt x="12862" y="13099"/>
                  </a:lnTo>
                  <a:lnTo>
                    <a:pt x="12852" y="13001"/>
                  </a:lnTo>
                  <a:lnTo>
                    <a:pt x="12843" y="12902"/>
                  </a:lnTo>
                  <a:lnTo>
                    <a:pt x="12813" y="12814"/>
                  </a:lnTo>
                  <a:lnTo>
                    <a:pt x="12784" y="12725"/>
                  </a:lnTo>
                  <a:lnTo>
                    <a:pt x="12744" y="12647"/>
                  </a:lnTo>
                  <a:lnTo>
                    <a:pt x="12695" y="12568"/>
                  </a:lnTo>
                  <a:lnTo>
                    <a:pt x="12646" y="12489"/>
                  </a:lnTo>
                  <a:lnTo>
                    <a:pt x="12577" y="12420"/>
                  </a:lnTo>
                  <a:lnTo>
                    <a:pt x="12508" y="12361"/>
                  </a:lnTo>
                  <a:lnTo>
                    <a:pt x="12439" y="12312"/>
                  </a:lnTo>
                  <a:lnTo>
                    <a:pt x="12361" y="12263"/>
                  </a:lnTo>
                  <a:lnTo>
                    <a:pt x="12282" y="12224"/>
                  </a:lnTo>
                  <a:lnTo>
                    <a:pt x="12194" y="12184"/>
                  </a:lnTo>
                  <a:lnTo>
                    <a:pt x="12095" y="12165"/>
                  </a:lnTo>
                  <a:lnTo>
                    <a:pt x="12007" y="12155"/>
                  </a:lnTo>
                  <a:lnTo>
                    <a:pt x="11908" y="12145"/>
                  </a:lnTo>
                  <a:lnTo>
                    <a:pt x="11781" y="12155"/>
                  </a:lnTo>
                  <a:lnTo>
                    <a:pt x="11653" y="12184"/>
                  </a:lnTo>
                  <a:lnTo>
                    <a:pt x="11535" y="12224"/>
                  </a:lnTo>
                  <a:lnTo>
                    <a:pt x="11427" y="12273"/>
                  </a:lnTo>
                  <a:lnTo>
                    <a:pt x="11328" y="12342"/>
                  </a:lnTo>
                  <a:lnTo>
                    <a:pt x="11230" y="12430"/>
                  </a:lnTo>
                  <a:lnTo>
                    <a:pt x="11151" y="12519"/>
                  </a:lnTo>
                  <a:lnTo>
                    <a:pt x="11082" y="12617"/>
                  </a:lnTo>
                  <a:lnTo>
                    <a:pt x="10011" y="12617"/>
                  </a:lnTo>
                  <a:lnTo>
                    <a:pt x="10011" y="11299"/>
                  </a:lnTo>
                  <a:lnTo>
                    <a:pt x="11908" y="11299"/>
                  </a:lnTo>
                  <a:lnTo>
                    <a:pt x="11908" y="9402"/>
                  </a:lnTo>
                  <a:lnTo>
                    <a:pt x="13482" y="9402"/>
                  </a:lnTo>
                  <a:lnTo>
                    <a:pt x="13551" y="9500"/>
                  </a:lnTo>
                  <a:lnTo>
                    <a:pt x="13629" y="9598"/>
                  </a:lnTo>
                  <a:lnTo>
                    <a:pt x="13718" y="9677"/>
                  </a:lnTo>
                  <a:lnTo>
                    <a:pt x="13826" y="9746"/>
                  </a:lnTo>
                  <a:lnTo>
                    <a:pt x="13934" y="9805"/>
                  </a:lnTo>
                  <a:lnTo>
                    <a:pt x="14052" y="9844"/>
                  </a:lnTo>
                  <a:lnTo>
                    <a:pt x="14180" y="9864"/>
                  </a:lnTo>
                  <a:lnTo>
                    <a:pt x="14308" y="9874"/>
                  </a:lnTo>
                  <a:lnTo>
                    <a:pt x="14406" y="9874"/>
                  </a:lnTo>
                  <a:lnTo>
                    <a:pt x="14495" y="9854"/>
                  </a:lnTo>
                  <a:lnTo>
                    <a:pt x="14593" y="9834"/>
                  </a:lnTo>
                  <a:lnTo>
                    <a:pt x="14672" y="9805"/>
                  </a:lnTo>
                  <a:lnTo>
                    <a:pt x="14760" y="9765"/>
                  </a:lnTo>
                  <a:lnTo>
                    <a:pt x="14839" y="9716"/>
                  </a:lnTo>
                  <a:lnTo>
                    <a:pt x="14908" y="9657"/>
                  </a:lnTo>
                  <a:lnTo>
                    <a:pt x="14976" y="9598"/>
                  </a:lnTo>
                  <a:lnTo>
                    <a:pt x="15035" y="9529"/>
                  </a:lnTo>
                  <a:lnTo>
                    <a:pt x="15094" y="9461"/>
                  </a:lnTo>
                  <a:lnTo>
                    <a:pt x="15144" y="9382"/>
                  </a:lnTo>
                  <a:lnTo>
                    <a:pt x="15183" y="9293"/>
                  </a:lnTo>
                  <a:lnTo>
                    <a:pt x="15212" y="9205"/>
                  </a:lnTo>
                  <a:lnTo>
                    <a:pt x="15242" y="9116"/>
                  </a:lnTo>
                  <a:lnTo>
                    <a:pt x="15252" y="9018"/>
                  </a:lnTo>
                  <a:lnTo>
                    <a:pt x="15262" y="8930"/>
                  </a:lnTo>
                  <a:lnTo>
                    <a:pt x="15252" y="8831"/>
                  </a:lnTo>
                  <a:lnTo>
                    <a:pt x="15242" y="8733"/>
                  </a:lnTo>
                  <a:lnTo>
                    <a:pt x="15212" y="8644"/>
                  </a:lnTo>
                  <a:lnTo>
                    <a:pt x="15183" y="8556"/>
                  </a:lnTo>
                  <a:lnTo>
                    <a:pt x="15144" y="8467"/>
                  </a:lnTo>
                  <a:lnTo>
                    <a:pt x="15094" y="8389"/>
                  </a:lnTo>
                  <a:lnTo>
                    <a:pt x="15035" y="8320"/>
                  </a:lnTo>
                  <a:lnTo>
                    <a:pt x="14976" y="8251"/>
                  </a:lnTo>
                  <a:lnTo>
                    <a:pt x="14908" y="8192"/>
                  </a:lnTo>
                  <a:lnTo>
                    <a:pt x="14839" y="8133"/>
                  </a:lnTo>
                  <a:lnTo>
                    <a:pt x="14760" y="8084"/>
                  </a:lnTo>
                  <a:lnTo>
                    <a:pt x="14672" y="8045"/>
                  </a:lnTo>
                  <a:lnTo>
                    <a:pt x="14593" y="8015"/>
                  </a:lnTo>
                  <a:lnTo>
                    <a:pt x="14495" y="7995"/>
                  </a:lnTo>
                  <a:lnTo>
                    <a:pt x="14406" y="7976"/>
                  </a:lnTo>
                  <a:lnTo>
                    <a:pt x="14308" y="7976"/>
                  </a:lnTo>
                  <a:lnTo>
                    <a:pt x="14180" y="7986"/>
                  </a:lnTo>
                  <a:lnTo>
                    <a:pt x="14052" y="8005"/>
                  </a:lnTo>
                  <a:lnTo>
                    <a:pt x="13934" y="8045"/>
                  </a:lnTo>
                  <a:lnTo>
                    <a:pt x="13826" y="8104"/>
                  </a:lnTo>
                  <a:lnTo>
                    <a:pt x="13718" y="8172"/>
                  </a:lnTo>
                  <a:lnTo>
                    <a:pt x="13629" y="8251"/>
                  </a:lnTo>
                  <a:lnTo>
                    <a:pt x="13551" y="8349"/>
                  </a:lnTo>
                  <a:lnTo>
                    <a:pt x="13482" y="8448"/>
                  </a:lnTo>
                  <a:lnTo>
                    <a:pt x="11908" y="8448"/>
                  </a:lnTo>
                  <a:lnTo>
                    <a:pt x="11908" y="5596"/>
                  </a:lnTo>
                  <a:lnTo>
                    <a:pt x="13482" y="5596"/>
                  </a:lnTo>
                  <a:lnTo>
                    <a:pt x="13551" y="5694"/>
                  </a:lnTo>
                  <a:lnTo>
                    <a:pt x="13629" y="5793"/>
                  </a:lnTo>
                  <a:lnTo>
                    <a:pt x="13718" y="5871"/>
                  </a:lnTo>
                  <a:lnTo>
                    <a:pt x="13826" y="5940"/>
                  </a:lnTo>
                  <a:lnTo>
                    <a:pt x="13934" y="5999"/>
                  </a:lnTo>
                  <a:lnTo>
                    <a:pt x="14052" y="6039"/>
                  </a:lnTo>
                  <a:lnTo>
                    <a:pt x="14180" y="6058"/>
                  </a:lnTo>
                  <a:lnTo>
                    <a:pt x="14308" y="6068"/>
                  </a:lnTo>
                  <a:lnTo>
                    <a:pt x="14406" y="6068"/>
                  </a:lnTo>
                  <a:lnTo>
                    <a:pt x="14495" y="6048"/>
                  </a:lnTo>
                  <a:lnTo>
                    <a:pt x="14593" y="6029"/>
                  </a:lnTo>
                  <a:lnTo>
                    <a:pt x="14672" y="5999"/>
                  </a:lnTo>
                  <a:lnTo>
                    <a:pt x="14760" y="5960"/>
                  </a:lnTo>
                  <a:lnTo>
                    <a:pt x="14839" y="5911"/>
                  </a:lnTo>
                  <a:lnTo>
                    <a:pt x="14908" y="5852"/>
                  </a:lnTo>
                  <a:lnTo>
                    <a:pt x="14976" y="5793"/>
                  </a:lnTo>
                  <a:lnTo>
                    <a:pt x="15035" y="5724"/>
                  </a:lnTo>
                  <a:lnTo>
                    <a:pt x="15094" y="5655"/>
                  </a:lnTo>
                  <a:lnTo>
                    <a:pt x="15144" y="5576"/>
                  </a:lnTo>
                  <a:lnTo>
                    <a:pt x="15183" y="5488"/>
                  </a:lnTo>
                  <a:lnTo>
                    <a:pt x="15212" y="5399"/>
                  </a:lnTo>
                  <a:lnTo>
                    <a:pt x="15242" y="5311"/>
                  </a:lnTo>
                  <a:lnTo>
                    <a:pt x="15252" y="5213"/>
                  </a:lnTo>
                  <a:lnTo>
                    <a:pt x="15262" y="5124"/>
                  </a:lnTo>
                  <a:lnTo>
                    <a:pt x="15252" y="5026"/>
                  </a:lnTo>
                  <a:lnTo>
                    <a:pt x="15242" y="4927"/>
                  </a:lnTo>
                  <a:lnTo>
                    <a:pt x="15212" y="4839"/>
                  </a:lnTo>
                  <a:lnTo>
                    <a:pt x="15183" y="4750"/>
                  </a:lnTo>
                  <a:lnTo>
                    <a:pt x="15144" y="4662"/>
                  </a:lnTo>
                  <a:lnTo>
                    <a:pt x="15094" y="4583"/>
                  </a:lnTo>
                  <a:lnTo>
                    <a:pt x="15035" y="4514"/>
                  </a:lnTo>
                  <a:lnTo>
                    <a:pt x="14976" y="4446"/>
                  </a:lnTo>
                  <a:lnTo>
                    <a:pt x="14908" y="4387"/>
                  </a:lnTo>
                  <a:lnTo>
                    <a:pt x="14839" y="4328"/>
                  </a:lnTo>
                  <a:lnTo>
                    <a:pt x="14760" y="4278"/>
                  </a:lnTo>
                  <a:lnTo>
                    <a:pt x="14672" y="4239"/>
                  </a:lnTo>
                  <a:lnTo>
                    <a:pt x="14593" y="4210"/>
                  </a:lnTo>
                  <a:lnTo>
                    <a:pt x="14495" y="4190"/>
                  </a:lnTo>
                  <a:lnTo>
                    <a:pt x="14406" y="4170"/>
                  </a:lnTo>
                  <a:lnTo>
                    <a:pt x="14308" y="4170"/>
                  </a:lnTo>
                  <a:lnTo>
                    <a:pt x="14180" y="4180"/>
                  </a:lnTo>
                  <a:lnTo>
                    <a:pt x="14052" y="4200"/>
                  </a:lnTo>
                  <a:lnTo>
                    <a:pt x="13934" y="4239"/>
                  </a:lnTo>
                  <a:lnTo>
                    <a:pt x="13826" y="4298"/>
                  </a:lnTo>
                  <a:lnTo>
                    <a:pt x="13718" y="4367"/>
                  </a:lnTo>
                  <a:lnTo>
                    <a:pt x="13629" y="4446"/>
                  </a:lnTo>
                  <a:lnTo>
                    <a:pt x="13551" y="4544"/>
                  </a:lnTo>
                  <a:lnTo>
                    <a:pt x="13482" y="4642"/>
                  </a:lnTo>
                  <a:lnTo>
                    <a:pt x="11908" y="4642"/>
                  </a:lnTo>
                  <a:lnTo>
                    <a:pt x="11908" y="2744"/>
                  </a:lnTo>
                  <a:lnTo>
                    <a:pt x="10011" y="2744"/>
                  </a:lnTo>
                  <a:lnTo>
                    <a:pt x="10011" y="1427"/>
                  </a:lnTo>
                  <a:lnTo>
                    <a:pt x="11082" y="1427"/>
                  </a:lnTo>
                  <a:lnTo>
                    <a:pt x="11151" y="1535"/>
                  </a:lnTo>
                  <a:lnTo>
                    <a:pt x="11230" y="1623"/>
                  </a:lnTo>
                  <a:lnTo>
                    <a:pt x="11328" y="1702"/>
                  </a:lnTo>
                  <a:lnTo>
                    <a:pt x="11427" y="1771"/>
                  </a:lnTo>
                  <a:lnTo>
                    <a:pt x="11535" y="1830"/>
                  </a:lnTo>
                  <a:lnTo>
                    <a:pt x="11653" y="1869"/>
                  </a:lnTo>
                  <a:lnTo>
                    <a:pt x="11781" y="1899"/>
                  </a:lnTo>
                  <a:lnTo>
                    <a:pt x="11908" y="1909"/>
                  </a:lnTo>
                  <a:lnTo>
                    <a:pt x="12007" y="1899"/>
                  </a:lnTo>
                  <a:lnTo>
                    <a:pt x="12095" y="1889"/>
                  </a:lnTo>
                  <a:lnTo>
                    <a:pt x="12194" y="1859"/>
                  </a:lnTo>
                  <a:lnTo>
                    <a:pt x="12282" y="1830"/>
                  </a:lnTo>
                  <a:lnTo>
                    <a:pt x="12361" y="1791"/>
                  </a:lnTo>
                  <a:lnTo>
                    <a:pt x="12439" y="1741"/>
                  </a:lnTo>
                  <a:lnTo>
                    <a:pt x="12508" y="1692"/>
                  </a:lnTo>
                  <a:lnTo>
                    <a:pt x="12577" y="1623"/>
                  </a:lnTo>
                  <a:lnTo>
                    <a:pt x="12646" y="1564"/>
                  </a:lnTo>
                  <a:lnTo>
                    <a:pt x="12695" y="1486"/>
                  </a:lnTo>
                  <a:lnTo>
                    <a:pt x="12744" y="1407"/>
                  </a:lnTo>
                  <a:lnTo>
                    <a:pt x="12784" y="1328"/>
                  </a:lnTo>
                  <a:lnTo>
                    <a:pt x="12813" y="1240"/>
                  </a:lnTo>
                  <a:lnTo>
                    <a:pt x="12843" y="1151"/>
                  </a:lnTo>
                  <a:lnTo>
                    <a:pt x="12852" y="1053"/>
                  </a:lnTo>
                  <a:lnTo>
                    <a:pt x="12862" y="955"/>
                  </a:lnTo>
                  <a:lnTo>
                    <a:pt x="12852" y="856"/>
                  </a:lnTo>
                  <a:lnTo>
                    <a:pt x="12843" y="768"/>
                  </a:lnTo>
                  <a:lnTo>
                    <a:pt x="12813" y="670"/>
                  </a:lnTo>
                  <a:lnTo>
                    <a:pt x="12784" y="581"/>
                  </a:lnTo>
                  <a:lnTo>
                    <a:pt x="12744" y="502"/>
                  </a:lnTo>
                  <a:lnTo>
                    <a:pt x="12695" y="424"/>
                  </a:lnTo>
                  <a:lnTo>
                    <a:pt x="12646" y="355"/>
                  </a:lnTo>
                  <a:lnTo>
                    <a:pt x="12577" y="286"/>
                  </a:lnTo>
                  <a:lnTo>
                    <a:pt x="12508" y="217"/>
                  </a:lnTo>
                  <a:lnTo>
                    <a:pt x="12439" y="168"/>
                  </a:lnTo>
                  <a:lnTo>
                    <a:pt x="12361" y="119"/>
                  </a:lnTo>
                  <a:lnTo>
                    <a:pt x="12282" y="80"/>
                  </a:lnTo>
                  <a:lnTo>
                    <a:pt x="12194" y="50"/>
                  </a:lnTo>
                  <a:lnTo>
                    <a:pt x="12095" y="21"/>
                  </a:lnTo>
                  <a:lnTo>
                    <a:pt x="12007" y="11"/>
                  </a:lnTo>
                  <a:lnTo>
                    <a:pt x="11908" y="1"/>
                  </a:lnTo>
                  <a:lnTo>
                    <a:pt x="11781" y="11"/>
                  </a:lnTo>
                  <a:lnTo>
                    <a:pt x="11653" y="40"/>
                  </a:lnTo>
                  <a:lnTo>
                    <a:pt x="11535" y="80"/>
                  </a:lnTo>
                  <a:lnTo>
                    <a:pt x="11427" y="139"/>
                  </a:lnTo>
                  <a:lnTo>
                    <a:pt x="11328" y="207"/>
                  </a:lnTo>
                  <a:lnTo>
                    <a:pt x="11230" y="286"/>
                  </a:lnTo>
                  <a:lnTo>
                    <a:pt x="11151" y="375"/>
                  </a:lnTo>
                  <a:lnTo>
                    <a:pt x="11082" y="483"/>
                  </a:lnTo>
                  <a:lnTo>
                    <a:pt x="9057" y="483"/>
                  </a:lnTo>
                  <a:lnTo>
                    <a:pt x="9057" y="1427"/>
                  </a:lnTo>
                  <a:lnTo>
                    <a:pt x="9057" y="2744"/>
                  </a:lnTo>
                  <a:lnTo>
                    <a:pt x="6195" y="2744"/>
                  </a:lnTo>
                  <a:lnTo>
                    <a:pt x="6195" y="483"/>
                  </a:lnTo>
                  <a:lnTo>
                    <a:pt x="4170" y="483"/>
                  </a:lnTo>
                  <a:lnTo>
                    <a:pt x="4101" y="375"/>
                  </a:lnTo>
                  <a:lnTo>
                    <a:pt x="4022" y="286"/>
                  </a:lnTo>
                  <a:lnTo>
                    <a:pt x="3924" y="207"/>
                  </a:lnTo>
                  <a:lnTo>
                    <a:pt x="3825" y="139"/>
                  </a:lnTo>
                  <a:lnTo>
                    <a:pt x="3717" y="80"/>
                  </a:lnTo>
                  <a:lnTo>
                    <a:pt x="3599" y="40"/>
                  </a:lnTo>
                  <a:lnTo>
                    <a:pt x="3471" y="11"/>
                  </a:lnTo>
                  <a:lnTo>
                    <a:pt x="334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473" name="Google Shape;6473;p481"/>
          <p:cNvGrpSpPr/>
          <p:nvPr/>
        </p:nvGrpSpPr>
        <p:grpSpPr>
          <a:xfrm>
            <a:off x="4627042" y="1958498"/>
            <a:ext cx="126408" cy="116359"/>
            <a:chOff x="2099100" y="2300650"/>
            <a:chExt cx="381550" cy="351325"/>
          </a:xfrm>
        </p:grpSpPr>
        <p:sp>
          <p:nvSpPr>
            <p:cNvPr id="6474" name="Google Shape;6474;p481"/>
            <p:cNvSpPr/>
            <p:nvPr/>
          </p:nvSpPr>
          <p:spPr>
            <a:xfrm>
              <a:off x="2235050" y="2421600"/>
              <a:ext cx="109400" cy="109175"/>
            </a:xfrm>
            <a:custGeom>
              <a:avLst/>
              <a:gdLst/>
              <a:ahLst/>
              <a:cxnLst/>
              <a:rect l="l" t="t" r="r" b="b"/>
              <a:pathLst>
                <a:path w="4376" h="4367" extrusionOk="0">
                  <a:moveTo>
                    <a:pt x="2193" y="974"/>
                  </a:moveTo>
                  <a:lnTo>
                    <a:pt x="2311" y="984"/>
                  </a:lnTo>
                  <a:lnTo>
                    <a:pt x="2439" y="1004"/>
                  </a:lnTo>
                  <a:lnTo>
                    <a:pt x="2547" y="1033"/>
                  </a:lnTo>
                  <a:lnTo>
                    <a:pt x="2665" y="1073"/>
                  </a:lnTo>
                  <a:lnTo>
                    <a:pt x="2763" y="1122"/>
                  </a:lnTo>
                  <a:lnTo>
                    <a:pt x="2871" y="1181"/>
                  </a:lnTo>
                  <a:lnTo>
                    <a:pt x="2960" y="1250"/>
                  </a:lnTo>
                  <a:lnTo>
                    <a:pt x="3048" y="1328"/>
                  </a:lnTo>
                  <a:lnTo>
                    <a:pt x="3127" y="1417"/>
                  </a:lnTo>
                  <a:lnTo>
                    <a:pt x="3196" y="1505"/>
                  </a:lnTo>
                  <a:lnTo>
                    <a:pt x="3255" y="1604"/>
                  </a:lnTo>
                  <a:lnTo>
                    <a:pt x="3304" y="1712"/>
                  </a:lnTo>
                  <a:lnTo>
                    <a:pt x="3343" y="1820"/>
                  </a:lnTo>
                  <a:lnTo>
                    <a:pt x="3373" y="1938"/>
                  </a:lnTo>
                  <a:lnTo>
                    <a:pt x="3393" y="2056"/>
                  </a:lnTo>
                  <a:lnTo>
                    <a:pt x="3402" y="2184"/>
                  </a:lnTo>
                  <a:lnTo>
                    <a:pt x="3393" y="2312"/>
                  </a:lnTo>
                  <a:lnTo>
                    <a:pt x="3373" y="2430"/>
                  </a:lnTo>
                  <a:lnTo>
                    <a:pt x="3343" y="2548"/>
                  </a:lnTo>
                  <a:lnTo>
                    <a:pt x="3304" y="2656"/>
                  </a:lnTo>
                  <a:lnTo>
                    <a:pt x="3255" y="2764"/>
                  </a:lnTo>
                  <a:lnTo>
                    <a:pt x="3196" y="2862"/>
                  </a:lnTo>
                  <a:lnTo>
                    <a:pt x="3127" y="2951"/>
                  </a:lnTo>
                  <a:lnTo>
                    <a:pt x="3048" y="3039"/>
                  </a:lnTo>
                  <a:lnTo>
                    <a:pt x="2960" y="3118"/>
                  </a:lnTo>
                  <a:lnTo>
                    <a:pt x="2871" y="3187"/>
                  </a:lnTo>
                  <a:lnTo>
                    <a:pt x="2763" y="3246"/>
                  </a:lnTo>
                  <a:lnTo>
                    <a:pt x="2665" y="3295"/>
                  </a:lnTo>
                  <a:lnTo>
                    <a:pt x="2547" y="3334"/>
                  </a:lnTo>
                  <a:lnTo>
                    <a:pt x="2439" y="3364"/>
                  </a:lnTo>
                  <a:lnTo>
                    <a:pt x="2311" y="3384"/>
                  </a:lnTo>
                  <a:lnTo>
                    <a:pt x="2193" y="3393"/>
                  </a:lnTo>
                  <a:lnTo>
                    <a:pt x="2065" y="3384"/>
                  </a:lnTo>
                  <a:lnTo>
                    <a:pt x="1947" y="3364"/>
                  </a:lnTo>
                  <a:lnTo>
                    <a:pt x="1829" y="3334"/>
                  </a:lnTo>
                  <a:lnTo>
                    <a:pt x="1721" y="3295"/>
                  </a:lnTo>
                  <a:lnTo>
                    <a:pt x="1613" y="3246"/>
                  </a:lnTo>
                  <a:lnTo>
                    <a:pt x="1514" y="3187"/>
                  </a:lnTo>
                  <a:lnTo>
                    <a:pt x="1426" y="3118"/>
                  </a:lnTo>
                  <a:lnTo>
                    <a:pt x="1337" y="3039"/>
                  </a:lnTo>
                  <a:lnTo>
                    <a:pt x="1259" y="2951"/>
                  </a:lnTo>
                  <a:lnTo>
                    <a:pt x="1190" y="2862"/>
                  </a:lnTo>
                  <a:lnTo>
                    <a:pt x="1131" y="2764"/>
                  </a:lnTo>
                  <a:lnTo>
                    <a:pt x="1082" y="2656"/>
                  </a:lnTo>
                  <a:lnTo>
                    <a:pt x="1033" y="2548"/>
                  </a:lnTo>
                  <a:lnTo>
                    <a:pt x="1003" y="2430"/>
                  </a:lnTo>
                  <a:lnTo>
                    <a:pt x="993" y="2312"/>
                  </a:lnTo>
                  <a:lnTo>
                    <a:pt x="983" y="2184"/>
                  </a:lnTo>
                  <a:lnTo>
                    <a:pt x="993" y="2056"/>
                  </a:lnTo>
                  <a:lnTo>
                    <a:pt x="1003" y="1938"/>
                  </a:lnTo>
                  <a:lnTo>
                    <a:pt x="1033" y="1820"/>
                  </a:lnTo>
                  <a:lnTo>
                    <a:pt x="1082" y="1712"/>
                  </a:lnTo>
                  <a:lnTo>
                    <a:pt x="1131" y="1604"/>
                  </a:lnTo>
                  <a:lnTo>
                    <a:pt x="1190" y="1505"/>
                  </a:lnTo>
                  <a:lnTo>
                    <a:pt x="1259" y="1417"/>
                  </a:lnTo>
                  <a:lnTo>
                    <a:pt x="1337" y="1328"/>
                  </a:lnTo>
                  <a:lnTo>
                    <a:pt x="1426" y="1250"/>
                  </a:lnTo>
                  <a:lnTo>
                    <a:pt x="1514" y="1181"/>
                  </a:lnTo>
                  <a:lnTo>
                    <a:pt x="1613" y="1122"/>
                  </a:lnTo>
                  <a:lnTo>
                    <a:pt x="1721" y="1073"/>
                  </a:lnTo>
                  <a:lnTo>
                    <a:pt x="1829" y="1033"/>
                  </a:lnTo>
                  <a:lnTo>
                    <a:pt x="1947" y="1004"/>
                  </a:lnTo>
                  <a:lnTo>
                    <a:pt x="2065" y="984"/>
                  </a:lnTo>
                  <a:lnTo>
                    <a:pt x="2193" y="974"/>
                  </a:lnTo>
                  <a:close/>
                  <a:moveTo>
                    <a:pt x="1731" y="1"/>
                  </a:moveTo>
                  <a:lnTo>
                    <a:pt x="1731" y="493"/>
                  </a:lnTo>
                  <a:lnTo>
                    <a:pt x="1632" y="522"/>
                  </a:lnTo>
                  <a:lnTo>
                    <a:pt x="1524" y="561"/>
                  </a:lnTo>
                  <a:lnTo>
                    <a:pt x="1426" y="611"/>
                  </a:lnTo>
                  <a:lnTo>
                    <a:pt x="1328" y="660"/>
                  </a:lnTo>
                  <a:lnTo>
                    <a:pt x="983" y="316"/>
                  </a:lnTo>
                  <a:lnTo>
                    <a:pt x="334" y="955"/>
                  </a:lnTo>
                  <a:lnTo>
                    <a:pt x="669" y="1299"/>
                  </a:lnTo>
                  <a:lnTo>
                    <a:pt x="620" y="1397"/>
                  </a:lnTo>
                  <a:lnTo>
                    <a:pt x="570" y="1496"/>
                  </a:lnTo>
                  <a:lnTo>
                    <a:pt x="531" y="1604"/>
                  </a:lnTo>
                  <a:lnTo>
                    <a:pt x="502" y="1702"/>
                  </a:lnTo>
                  <a:lnTo>
                    <a:pt x="0" y="1702"/>
                  </a:lnTo>
                  <a:lnTo>
                    <a:pt x="0" y="2617"/>
                  </a:lnTo>
                  <a:lnTo>
                    <a:pt x="492" y="2617"/>
                  </a:lnTo>
                  <a:lnTo>
                    <a:pt x="531" y="2725"/>
                  </a:lnTo>
                  <a:lnTo>
                    <a:pt x="570" y="2833"/>
                  </a:lnTo>
                  <a:lnTo>
                    <a:pt x="610" y="2931"/>
                  </a:lnTo>
                  <a:lnTo>
                    <a:pt x="659" y="3030"/>
                  </a:lnTo>
                  <a:lnTo>
                    <a:pt x="305" y="3384"/>
                  </a:lnTo>
                  <a:lnTo>
                    <a:pt x="944" y="4033"/>
                  </a:lnTo>
                  <a:lnTo>
                    <a:pt x="1308" y="3679"/>
                  </a:lnTo>
                  <a:lnTo>
                    <a:pt x="1406" y="3728"/>
                  </a:lnTo>
                  <a:lnTo>
                    <a:pt x="1505" y="3777"/>
                  </a:lnTo>
                  <a:lnTo>
                    <a:pt x="1613" y="3816"/>
                  </a:lnTo>
                  <a:lnTo>
                    <a:pt x="1721" y="3846"/>
                  </a:lnTo>
                  <a:lnTo>
                    <a:pt x="1721" y="4367"/>
                  </a:lnTo>
                  <a:lnTo>
                    <a:pt x="2635" y="4367"/>
                  </a:lnTo>
                  <a:lnTo>
                    <a:pt x="2635" y="3856"/>
                  </a:lnTo>
                  <a:lnTo>
                    <a:pt x="2744" y="3826"/>
                  </a:lnTo>
                  <a:lnTo>
                    <a:pt x="2852" y="3787"/>
                  </a:lnTo>
                  <a:lnTo>
                    <a:pt x="2950" y="3738"/>
                  </a:lnTo>
                  <a:lnTo>
                    <a:pt x="3048" y="3688"/>
                  </a:lnTo>
                  <a:lnTo>
                    <a:pt x="3412" y="4042"/>
                  </a:lnTo>
                  <a:lnTo>
                    <a:pt x="4061" y="3403"/>
                  </a:lnTo>
                  <a:lnTo>
                    <a:pt x="3697" y="3039"/>
                  </a:lnTo>
                  <a:lnTo>
                    <a:pt x="3756" y="2951"/>
                  </a:lnTo>
                  <a:lnTo>
                    <a:pt x="3796" y="2843"/>
                  </a:lnTo>
                  <a:lnTo>
                    <a:pt x="3835" y="2744"/>
                  </a:lnTo>
                  <a:lnTo>
                    <a:pt x="3874" y="2636"/>
                  </a:lnTo>
                  <a:lnTo>
                    <a:pt x="4376" y="2636"/>
                  </a:lnTo>
                  <a:lnTo>
                    <a:pt x="4376" y="1722"/>
                  </a:lnTo>
                  <a:lnTo>
                    <a:pt x="3874" y="1722"/>
                  </a:lnTo>
                  <a:lnTo>
                    <a:pt x="3845" y="1623"/>
                  </a:lnTo>
                  <a:lnTo>
                    <a:pt x="3806" y="1515"/>
                  </a:lnTo>
                  <a:lnTo>
                    <a:pt x="3756" y="1417"/>
                  </a:lnTo>
                  <a:lnTo>
                    <a:pt x="3707" y="1319"/>
                  </a:lnTo>
                  <a:lnTo>
                    <a:pt x="4061" y="965"/>
                  </a:lnTo>
                  <a:lnTo>
                    <a:pt x="3412" y="316"/>
                  </a:lnTo>
                  <a:lnTo>
                    <a:pt x="3068" y="670"/>
                  </a:lnTo>
                  <a:lnTo>
                    <a:pt x="2960" y="611"/>
                  </a:lnTo>
                  <a:lnTo>
                    <a:pt x="2862" y="571"/>
                  </a:lnTo>
                  <a:lnTo>
                    <a:pt x="2763" y="532"/>
                  </a:lnTo>
                  <a:lnTo>
                    <a:pt x="2655" y="493"/>
                  </a:lnTo>
                  <a:lnTo>
                    <a:pt x="265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75" name="Google Shape;6475;p481"/>
            <p:cNvSpPr/>
            <p:nvPr/>
          </p:nvSpPr>
          <p:spPr>
            <a:xfrm>
              <a:off x="2099100" y="2300650"/>
              <a:ext cx="381550" cy="351325"/>
            </a:xfrm>
            <a:custGeom>
              <a:avLst/>
              <a:gdLst/>
              <a:ahLst/>
              <a:cxnLst/>
              <a:rect l="l" t="t" r="r" b="b"/>
              <a:pathLst>
                <a:path w="15262" h="14053" extrusionOk="0">
                  <a:moveTo>
                    <a:pt x="10955" y="3688"/>
                  </a:moveTo>
                  <a:lnTo>
                    <a:pt x="10955" y="10355"/>
                  </a:lnTo>
                  <a:lnTo>
                    <a:pt x="4297" y="10355"/>
                  </a:lnTo>
                  <a:lnTo>
                    <a:pt x="4297" y="3688"/>
                  </a:lnTo>
                  <a:close/>
                  <a:moveTo>
                    <a:pt x="3344" y="1"/>
                  </a:moveTo>
                  <a:lnTo>
                    <a:pt x="3245" y="11"/>
                  </a:lnTo>
                  <a:lnTo>
                    <a:pt x="3147" y="21"/>
                  </a:lnTo>
                  <a:lnTo>
                    <a:pt x="3058" y="50"/>
                  </a:lnTo>
                  <a:lnTo>
                    <a:pt x="2970" y="80"/>
                  </a:lnTo>
                  <a:lnTo>
                    <a:pt x="2891" y="119"/>
                  </a:lnTo>
                  <a:lnTo>
                    <a:pt x="2813" y="168"/>
                  </a:lnTo>
                  <a:lnTo>
                    <a:pt x="2734" y="217"/>
                  </a:lnTo>
                  <a:lnTo>
                    <a:pt x="2675" y="286"/>
                  </a:lnTo>
                  <a:lnTo>
                    <a:pt x="2606" y="355"/>
                  </a:lnTo>
                  <a:lnTo>
                    <a:pt x="2557" y="424"/>
                  </a:lnTo>
                  <a:lnTo>
                    <a:pt x="2508" y="502"/>
                  </a:lnTo>
                  <a:lnTo>
                    <a:pt x="2468" y="581"/>
                  </a:lnTo>
                  <a:lnTo>
                    <a:pt x="2439" y="670"/>
                  </a:lnTo>
                  <a:lnTo>
                    <a:pt x="2409" y="768"/>
                  </a:lnTo>
                  <a:lnTo>
                    <a:pt x="2400" y="856"/>
                  </a:lnTo>
                  <a:lnTo>
                    <a:pt x="2390" y="955"/>
                  </a:lnTo>
                  <a:lnTo>
                    <a:pt x="2400" y="1053"/>
                  </a:lnTo>
                  <a:lnTo>
                    <a:pt x="2409" y="1151"/>
                  </a:lnTo>
                  <a:lnTo>
                    <a:pt x="2439" y="1240"/>
                  </a:lnTo>
                  <a:lnTo>
                    <a:pt x="2468" y="1328"/>
                  </a:lnTo>
                  <a:lnTo>
                    <a:pt x="2508" y="1407"/>
                  </a:lnTo>
                  <a:lnTo>
                    <a:pt x="2557" y="1486"/>
                  </a:lnTo>
                  <a:lnTo>
                    <a:pt x="2606" y="1564"/>
                  </a:lnTo>
                  <a:lnTo>
                    <a:pt x="2675" y="1623"/>
                  </a:lnTo>
                  <a:lnTo>
                    <a:pt x="2734" y="1692"/>
                  </a:lnTo>
                  <a:lnTo>
                    <a:pt x="2813" y="1741"/>
                  </a:lnTo>
                  <a:lnTo>
                    <a:pt x="2891" y="1791"/>
                  </a:lnTo>
                  <a:lnTo>
                    <a:pt x="2970" y="1830"/>
                  </a:lnTo>
                  <a:lnTo>
                    <a:pt x="3058" y="1859"/>
                  </a:lnTo>
                  <a:lnTo>
                    <a:pt x="3147" y="1889"/>
                  </a:lnTo>
                  <a:lnTo>
                    <a:pt x="3245" y="1899"/>
                  </a:lnTo>
                  <a:lnTo>
                    <a:pt x="3344" y="1909"/>
                  </a:lnTo>
                  <a:lnTo>
                    <a:pt x="3471" y="1899"/>
                  </a:lnTo>
                  <a:lnTo>
                    <a:pt x="3599" y="1869"/>
                  </a:lnTo>
                  <a:lnTo>
                    <a:pt x="3717" y="1830"/>
                  </a:lnTo>
                  <a:lnTo>
                    <a:pt x="3825" y="1771"/>
                  </a:lnTo>
                  <a:lnTo>
                    <a:pt x="3924" y="1702"/>
                  </a:lnTo>
                  <a:lnTo>
                    <a:pt x="4022" y="1623"/>
                  </a:lnTo>
                  <a:lnTo>
                    <a:pt x="4101" y="1535"/>
                  </a:lnTo>
                  <a:lnTo>
                    <a:pt x="4170" y="1427"/>
                  </a:lnTo>
                  <a:lnTo>
                    <a:pt x="5241" y="1427"/>
                  </a:lnTo>
                  <a:lnTo>
                    <a:pt x="5241" y="2744"/>
                  </a:lnTo>
                  <a:lnTo>
                    <a:pt x="3344" y="2744"/>
                  </a:lnTo>
                  <a:lnTo>
                    <a:pt x="3344" y="4642"/>
                  </a:lnTo>
                  <a:lnTo>
                    <a:pt x="1770" y="4642"/>
                  </a:lnTo>
                  <a:lnTo>
                    <a:pt x="1701" y="4544"/>
                  </a:lnTo>
                  <a:lnTo>
                    <a:pt x="1623" y="4446"/>
                  </a:lnTo>
                  <a:lnTo>
                    <a:pt x="1534" y="4367"/>
                  </a:lnTo>
                  <a:lnTo>
                    <a:pt x="1436" y="4298"/>
                  </a:lnTo>
                  <a:lnTo>
                    <a:pt x="1318" y="4239"/>
                  </a:lnTo>
                  <a:lnTo>
                    <a:pt x="1200" y="4200"/>
                  </a:lnTo>
                  <a:lnTo>
                    <a:pt x="1082" y="4180"/>
                  </a:lnTo>
                  <a:lnTo>
                    <a:pt x="944" y="4170"/>
                  </a:lnTo>
                  <a:lnTo>
                    <a:pt x="856" y="4170"/>
                  </a:lnTo>
                  <a:lnTo>
                    <a:pt x="757" y="4190"/>
                  </a:lnTo>
                  <a:lnTo>
                    <a:pt x="669" y="4210"/>
                  </a:lnTo>
                  <a:lnTo>
                    <a:pt x="580" y="4239"/>
                  </a:lnTo>
                  <a:lnTo>
                    <a:pt x="492" y="4278"/>
                  </a:lnTo>
                  <a:lnTo>
                    <a:pt x="413" y="4328"/>
                  </a:lnTo>
                  <a:lnTo>
                    <a:pt x="344" y="4387"/>
                  </a:lnTo>
                  <a:lnTo>
                    <a:pt x="275" y="4446"/>
                  </a:lnTo>
                  <a:lnTo>
                    <a:pt x="216" y="4514"/>
                  </a:lnTo>
                  <a:lnTo>
                    <a:pt x="157" y="4583"/>
                  </a:lnTo>
                  <a:lnTo>
                    <a:pt x="108" y="4662"/>
                  </a:lnTo>
                  <a:lnTo>
                    <a:pt x="69" y="4750"/>
                  </a:lnTo>
                  <a:lnTo>
                    <a:pt x="39" y="4839"/>
                  </a:lnTo>
                  <a:lnTo>
                    <a:pt x="20" y="4927"/>
                  </a:lnTo>
                  <a:lnTo>
                    <a:pt x="0" y="5026"/>
                  </a:lnTo>
                  <a:lnTo>
                    <a:pt x="0" y="5124"/>
                  </a:lnTo>
                  <a:lnTo>
                    <a:pt x="0" y="5213"/>
                  </a:lnTo>
                  <a:lnTo>
                    <a:pt x="20" y="5311"/>
                  </a:lnTo>
                  <a:lnTo>
                    <a:pt x="39" y="5399"/>
                  </a:lnTo>
                  <a:lnTo>
                    <a:pt x="69" y="5488"/>
                  </a:lnTo>
                  <a:lnTo>
                    <a:pt x="108" y="5576"/>
                  </a:lnTo>
                  <a:lnTo>
                    <a:pt x="157" y="5655"/>
                  </a:lnTo>
                  <a:lnTo>
                    <a:pt x="216" y="5724"/>
                  </a:lnTo>
                  <a:lnTo>
                    <a:pt x="275" y="5793"/>
                  </a:lnTo>
                  <a:lnTo>
                    <a:pt x="344" y="5852"/>
                  </a:lnTo>
                  <a:lnTo>
                    <a:pt x="413" y="5911"/>
                  </a:lnTo>
                  <a:lnTo>
                    <a:pt x="492" y="5960"/>
                  </a:lnTo>
                  <a:lnTo>
                    <a:pt x="580" y="5999"/>
                  </a:lnTo>
                  <a:lnTo>
                    <a:pt x="669" y="6029"/>
                  </a:lnTo>
                  <a:lnTo>
                    <a:pt x="757" y="6048"/>
                  </a:lnTo>
                  <a:lnTo>
                    <a:pt x="856" y="6068"/>
                  </a:lnTo>
                  <a:lnTo>
                    <a:pt x="944" y="6068"/>
                  </a:lnTo>
                  <a:lnTo>
                    <a:pt x="1082" y="6058"/>
                  </a:lnTo>
                  <a:lnTo>
                    <a:pt x="1200" y="6039"/>
                  </a:lnTo>
                  <a:lnTo>
                    <a:pt x="1318" y="5999"/>
                  </a:lnTo>
                  <a:lnTo>
                    <a:pt x="1436" y="5940"/>
                  </a:lnTo>
                  <a:lnTo>
                    <a:pt x="1534" y="5871"/>
                  </a:lnTo>
                  <a:lnTo>
                    <a:pt x="1623" y="5793"/>
                  </a:lnTo>
                  <a:lnTo>
                    <a:pt x="1701" y="5694"/>
                  </a:lnTo>
                  <a:lnTo>
                    <a:pt x="1770" y="5596"/>
                  </a:lnTo>
                  <a:lnTo>
                    <a:pt x="3344" y="5596"/>
                  </a:lnTo>
                  <a:lnTo>
                    <a:pt x="3344" y="8448"/>
                  </a:lnTo>
                  <a:lnTo>
                    <a:pt x="1770" y="8448"/>
                  </a:lnTo>
                  <a:lnTo>
                    <a:pt x="1701" y="8349"/>
                  </a:lnTo>
                  <a:lnTo>
                    <a:pt x="1623" y="8251"/>
                  </a:lnTo>
                  <a:lnTo>
                    <a:pt x="1534" y="8172"/>
                  </a:lnTo>
                  <a:lnTo>
                    <a:pt x="1436" y="8104"/>
                  </a:lnTo>
                  <a:lnTo>
                    <a:pt x="1318" y="8045"/>
                  </a:lnTo>
                  <a:lnTo>
                    <a:pt x="1200" y="8005"/>
                  </a:lnTo>
                  <a:lnTo>
                    <a:pt x="1082" y="7986"/>
                  </a:lnTo>
                  <a:lnTo>
                    <a:pt x="944" y="7976"/>
                  </a:lnTo>
                  <a:lnTo>
                    <a:pt x="856" y="7976"/>
                  </a:lnTo>
                  <a:lnTo>
                    <a:pt x="757" y="7995"/>
                  </a:lnTo>
                  <a:lnTo>
                    <a:pt x="669" y="8015"/>
                  </a:lnTo>
                  <a:lnTo>
                    <a:pt x="580" y="8045"/>
                  </a:lnTo>
                  <a:lnTo>
                    <a:pt x="492" y="8084"/>
                  </a:lnTo>
                  <a:lnTo>
                    <a:pt x="413" y="8133"/>
                  </a:lnTo>
                  <a:lnTo>
                    <a:pt x="344" y="8192"/>
                  </a:lnTo>
                  <a:lnTo>
                    <a:pt x="275" y="8251"/>
                  </a:lnTo>
                  <a:lnTo>
                    <a:pt x="216" y="8320"/>
                  </a:lnTo>
                  <a:lnTo>
                    <a:pt x="157" y="8389"/>
                  </a:lnTo>
                  <a:lnTo>
                    <a:pt x="108" y="8467"/>
                  </a:lnTo>
                  <a:lnTo>
                    <a:pt x="69" y="8556"/>
                  </a:lnTo>
                  <a:lnTo>
                    <a:pt x="39" y="8644"/>
                  </a:lnTo>
                  <a:lnTo>
                    <a:pt x="20" y="8733"/>
                  </a:lnTo>
                  <a:lnTo>
                    <a:pt x="0" y="8831"/>
                  </a:lnTo>
                  <a:lnTo>
                    <a:pt x="0" y="8930"/>
                  </a:lnTo>
                  <a:lnTo>
                    <a:pt x="0" y="9018"/>
                  </a:lnTo>
                  <a:lnTo>
                    <a:pt x="20" y="9116"/>
                  </a:lnTo>
                  <a:lnTo>
                    <a:pt x="39" y="9205"/>
                  </a:lnTo>
                  <a:lnTo>
                    <a:pt x="69" y="9293"/>
                  </a:lnTo>
                  <a:lnTo>
                    <a:pt x="108" y="9382"/>
                  </a:lnTo>
                  <a:lnTo>
                    <a:pt x="157" y="9461"/>
                  </a:lnTo>
                  <a:lnTo>
                    <a:pt x="216" y="9529"/>
                  </a:lnTo>
                  <a:lnTo>
                    <a:pt x="275" y="9598"/>
                  </a:lnTo>
                  <a:lnTo>
                    <a:pt x="344" y="9657"/>
                  </a:lnTo>
                  <a:lnTo>
                    <a:pt x="413" y="9716"/>
                  </a:lnTo>
                  <a:lnTo>
                    <a:pt x="492" y="9765"/>
                  </a:lnTo>
                  <a:lnTo>
                    <a:pt x="580" y="9805"/>
                  </a:lnTo>
                  <a:lnTo>
                    <a:pt x="669" y="9834"/>
                  </a:lnTo>
                  <a:lnTo>
                    <a:pt x="757" y="9854"/>
                  </a:lnTo>
                  <a:lnTo>
                    <a:pt x="856" y="9874"/>
                  </a:lnTo>
                  <a:lnTo>
                    <a:pt x="944" y="9874"/>
                  </a:lnTo>
                  <a:lnTo>
                    <a:pt x="1082" y="9864"/>
                  </a:lnTo>
                  <a:lnTo>
                    <a:pt x="1200" y="9844"/>
                  </a:lnTo>
                  <a:lnTo>
                    <a:pt x="1318" y="9805"/>
                  </a:lnTo>
                  <a:lnTo>
                    <a:pt x="1436" y="9746"/>
                  </a:lnTo>
                  <a:lnTo>
                    <a:pt x="1534" y="9677"/>
                  </a:lnTo>
                  <a:lnTo>
                    <a:pt x="1623" y="9598"/>
                  </a:lnTo>
                  <a:lnTo>
                    <a:pt x="1701" y="9500"/>
                  </a:lnTo>
                  <a:lnTo>
                    <a:pt x="1770" y="9402"/>
                  </a:lnTo>
                  <a:lnTo>
                    <a:pt x="3344" y="9402"/>
                  </a:lnTo>
                  <a:lnTo>
                    <a:pt x="3344" y="11299"/>
                  </a:lnTo>
                  <a:lnTo>
                    <a:pt x="5241" y="11299"/>
                  </a:lnTo>
                  <a:lnTo>
                    <a:pt x="5241" y="12617"/>
                  </a:lnTo>
                  <a:lnTo>
                    <a:pt x="4170" y="12617"/>
                  </a:lnTo>
                  <a:lnTo>
                    <a:pt x="4101" y="12519"/>
                  </a:lnTo>
                  <a:lnTo>
                    <a:pt x="4022" y="12430"/>
                  </a:lnTo>
                  <a:lnTo>
                    <a:pt x="3924" y="12342"/>
                  </a:lnTo>
                  <a:lnTo>
                    <a:pt x="3825" y="12273"/>
                  </a:lnTo>
                  <a:lnTo>
                    <a:pt x="3717" y="12224"/>
                  </a:lnTo>
                  <a:lnTo>
                    <a:pt x="3599" y="12184"/>
                  </a:lnTo>
                  <a:lnTo>
                    <a:pt x="3471" y="12155"/>
                  </a:lnTo>
                  <a:lnTo>
                    <a:pt x="3344" y="12145"/>
                  </a:lnTo>
                  <a:lnTo>
                    <a:pt x="3245" y="12155"/>
                  </a:lnTo>
                  <a:lnTo>
                    <a:pt x="3147" y="12165"/>
                  </a:lnTo>
                  <a:lnTo>
                    <a:pt x="3058" y="12184"/>
                  </a:lnTo>
                  <a:lnTo>
                    <a:pt x="2970" y="12224"/>
                  </a:lnTo>
                  <a:lnTo>
                    <a:pt x="2891" y="12263"/>
                  </a:lnTo>
                  <a:lnTo>
                    <a:pt x="2813" y="12312"/>
                  </a:lnTo>
                  <a:lnTo>
                    <a:pt x="2734" y="12361"/>
                  </a:lnTo>
                  <a:lnTo>
                    <a:pt x="2675" y="12420"/>
                  </a:lnTo>
                  <a:lnTo>
                    <a:pt x="2606" y="12489"/>
                  </a:lnTo>
                  <a:lnTo>
                    <a:pt x="2557" y="12568"/>
                  </a:lnTo>
                  <a:lnTo>
                    <a:pt x="2508" y="12647"/>
                  </a:lnTo>
                  <a:lnTo>
                    <a:pt x="2468" y="12725"/>
                  </a:lnTo>
                  <a:lnTo>
                    <a:pt x="2439" y="12814"/>
                  </a:lnTo>
                  <a:lnTo>
                    <a:pt x="2409" y="12902"/>
                  </a:lnTo>
                  <a:lnTo>
                    <a:pt x="2400" y="13001"/>
                  </a:lnTo>
                  <a:lnTo>
                    <a:pt x="2390" y="13099"/>
                  </a:lnTo>
                  <a:lnTo>
                    <a:pt x="2400" y="13197"/>
                  </a:lnTo>
                  <a:lnTo>
                    <a:pt x="2409" y="13286"/>
                  </a:lnTo>
                  <a:lnTo>
                    <a:pt x="2439" y="13384"/>
                  </a:lnTo>
                  <a:lnTo>
                    <a:pt x="2468" y="13473"/>
                  </a:lnTo>
                  <a:lnTo>
                    <a:pt x="2508" y="13551"/>
                  </a:lnTo>
                  <a:lnTo>
                    <a:pt x="2557" y="13630"/>
                  </a:lnTo>
                  <a:lnTo>
                    <a:pt x="2606" y="13699"/>
                  </a:lnTo>
                  <a:lnTo>
                    <a:pt x="2675" y="13768"/>
                  </a:lnTo>
                  <a:lnTo>
                    <a:pt x="2734" y="13836"/>
                  </a:lnTo>
                  <a:lnTo>
                    <a:pt x="2813" y="13886"/>
                  </a:lnTo>
                  <a:lnTo>
                    <a:pt x="2891" y="13935"/>
                  </a:lnTo>
                  <a:lnTo>
                    <a:pt x="2970" y="13974"/>
                  </a:lnTo>
                  <a:lnTo>
                    <a:pt x="3058" y="14004"/>
                  </a:lnTo>
                  <a:lnTo>
                    <a:pt x="3147" y="14033"/>
                  </a:lnTo>
                  <a:lnTo>
                    <a:pt x="3245" y="14043"/>
                  </a:lnTo>
                  <a:lnTo>
                    <a:pt x="3344" y="14053"/>
                  </a:lnTo>
                  <a:lnTo>
                    <a:pt x="3471" y="14043"/>
                  </a:lnTo>
                  <a:lnTo>
                    <a:pt x="3599" y="14013"/>
                  </a:lnTo>
                  <a:lnTo>
                    <a:pt x="3717" y="13974"/>
                  </a:lnTo>
                  <a:lnTo>
                    <a:pt x="3825" y="13915"/>
                  </a:lnTo>
                  <a:lnTo>
                    <a:pt x="3924" y="13846"/>
                  </a:lnTo>
                  <a:lnTo>
                    <a:pt x="4022" y="13768"/>
                  </a:lnTo>
                  <a:lnTo>
                    <a:pt x="4101" y="13679"/>
                  </a:lnTo>
                  <a:lnTo>
                    <a:pt x="4170" y="13571"/>
                  </a:lnTo>
                  <a:lnTo>
                    <a:pt x="6195" y="13571"/>
                  </a:lnTo>
                  <a:lnTo>
                    <a:pt x="6195" y="12617"/>
                  </a:lnTo>
                  <a:lnTo>
                    <a:pt x="6195" y="11299"/>
                  </a:lnTo>
                  <a:lnTo>
                    <a:pt x="9057" y="11299"/>
                  </a:lnTo>
                  <a:lnTo>
                    <a:pt x="9057" y="12617"/>
                  </a:lnTo>
                  <a:lnTo>
                    <a:pt x="9057" y="13571"/>
                  </a:lnTo>
                  <a:lnTo>
                    <a:pt x="11082" y="13571"/>
                  </a:lnTo>
                  <a:lnTo>
                    <a:pt x="11151" y="13679"/>
                  </a:lnTo>
                  <a:lnTo>
                    <a:pt x="11230" y="13768"/>
                  </a:lnTo>
                  <a:lnTo>
                    <a:pt x="11328" y="13846"/>
                  </a:lnTo>
                  <a:lnTo>
                    <a:pt x="11427" y="13915"/>
                  </a:lnTo>
                  <a:lnTo>
                    <a:pt x="11535" y="13974"/>
                  </a:lnTo>
                  <a:lnTo>
                    <a:pt x="11653" y="14013"/>
                  </a:lnTo>
                  <a:lnTo>
                    <a:pt x="11781" y="14043"/>
                  </a:lnTo>
                  <a:lnTo>
                    <a:pt x="11908" y="14053"/>
                  </a:lnTo>
                  <a:lnTo>
                    <a:pt x="12007" y="14043"/>
                  </a:lnTo>
                  <a:lnTo>
                    <a:pt x="12095" y="14033"/>
                  </a:lnTo>
                  <a:lnTo>
                    <a:pt x="12194" y="14004"/>
                  </a:lnTo>
                  <a:lnTo>
                    <a:pt x="12282" y="13974"/>
                  </a:lnTo>
                  <a:lnTo>
                    <a:pt x="12361" y="13935"/>
                  </a:lnTo>
                  <a:lnTo>
                    <a:pt x="12439" y="13886"/>
                  </a:lnTo>
                  <a:lnTo>
                    <a:pt x="12508" y="13836"/>
                  </a:lnTo>
                  <a:lnTo>
                    <a:pt x="12577" y="13768"/>
                  </a:lnTo>
                  <a:lnTo>
                    <a:pt x="12646" y="13699"/>
                  </a:lnTo>
                  <a:lnTo>
                    <a:pt x="12695" y="13630"/>
                  </a:lnTo>
                  <a:lnTo>
                    <a:pt x="12744" y="13551"/>
                  </a:lnTo>
                  <a:lnTo>
                    <a:pt x="12784" y="13473"/>
                  </a:lnTo>
                  <a:lnTo>
                    <a:pt x="12813" y="13384"/>
                  </a:lnTo>
                  <a:lnTo>
                    <a:pt x="12843" y="13286"/>
                  </a:lnTo>
                  <a:lnTo>
                    <a:pt x="12852" y="13197"/>
                  </a:lnTo>
                  <a:lnTo>
                    <a:pt x="12862" y="13099"/>
                  </a:lnTo>
                  <a:lnTo>
                    <a:pt x="12852" y="13001"/>
                  </a:lnTo>
                  <a:lnTo>
                    <a:pt x="12843" y="12902"/>
                  </a:lnTo>
                  <a:lnTo>
                    <a:pt x="12813" y="12814"/>
                  </a:lnTo>
                  <a:lnTo>
                    <a:pt x="12784" y="12725"/>
                  </a:lnTo>
                  <a:lnTo>
                    <a:pt x="12744" y="12647"/>
                  </a:lnTo>
                  <a:lnTo>
                    <a:pt x="12695" y="12568"/>
                  </a:lnTo>
                  <a:lnTo>
                    <a:pt x="12646" y="12489"/>
                  </a:lnTo>
                  <a:lnTo>
                    <a:pt x="12577" y="12420"/>
                  </a:lnTo>
                  <a:lnTo>
                    <a:pt x="12508" y="12361"/>
                  </a:lnTo>
                  <a:lnTo>
                    <a:pt x="12439" y="12312"/>
                  </a:lnTo>
                  <a:lnTo>
                    <a:pt x="12361" y="12263"/>
                  </a:lnTo>
                  <a:lnTo>
                    <a:pt x="12282" y="12224"/>
                  </a:lnTo>
                  <a:lnTo>
                    <a:pt x="12194" y="12184"/>
                  </a:lnTo>
                  <a:lnTo>
                    <a:pt x="12095" y="12165"/>
                  </a:lnTo>
                  <a:lnTo>
                    <a:pt x="12007" y="12155"/>
                  </a:lnTo>
                  <a:lnTo>
                    <a:pt x="11908" y="12145"/>
                  </a:lnTo>
                  <a:lnTo>
                    <a:pt x="11781" y="12155"/>
                  </a:lnTo>
                  <a:lnTo>
                    <a:pt x="11653" y="12184"/>
                  </a:lnTo>
                  <a:lnTo>
                    <a:pt x="11535" y="12224"/>
                  </a:lnTo>
                  <a:lnTo>
                    <a:pt x="11427" y="12273"/>
                  </a:lnTo>
                  <a:lnTo>
                    <a:pt x="11328" y="12342"/>
                  </a:lnTo>
                  <a:lnTo>
                    <a:pt x="11230" y="12430"/>
                  </a:lnTo>
                  <a:lnTo>
                    <a:pt x="11151" y="12519"/>
                  </a:lnTo>
                  <a:lnTo>
                    <a:pt x="11082" y="12617"/>
                  </a:lnTo>
                  <a:lnTo>
                    <a:pt x="10011" y="12617"/>
                  </a:lnTo>
                  <a:lnTo>
                    <a:pt x="10011" y="11299"/>
                  </a:lnTo>
                  <a:lnTo>
                    <a:pt x="11908" y="11299"/>
                  </a:lnTo>
                  <a:lnTo>
                    <a:pt x="11908" y="9402"/>
                  </a:lnTo>
                  <a:lnTo>
                    <a:pt x="13482" y="9402"/>
                  </a:lnTo>
                  <a:lnTo>
                    <a:pt x="13551" y="9500"/>
                  </a:lnTo>
                  <a:lnTo>
                    <a:pt x="13629" y="9598"/>
                  </a:lnTo>
                  <a:lnTo>
                    <a:pt x="13718" y="9677"/>
                  </a:lnTo>
                  <a:lnTo>
                    <a:pt x="13826" y="9746"/>
                  </a:lnTo>
                  <a:lnTo>
                    <a:pt x="13934" y="9805"/>
                  </a:lnTo>
                  <a:lnTo>
                    <a:pt x="14052" y="9844"/>
                  </a:lnTo>
                  <a:lnTo>
                    <a:pt x="14180" y="9864"/>
                  </a:lnTo>
                  <a:lnTo>
                    <a:pt x="14308" y="9874"/>
                  </a:lnTo>
                  <a:lnTo>
                    <a:pt x="14406" y="9874"/>
                  </a:lnTo>
                  <a:lnTo>
                    <a:pt x="14495" y="9854"/>
                  </a:lnTo>
                  <a:lnTo>
                    <a:pt x="14593" y="9834"/>
                  </a:lnTo>
                  <a:lnTo>
                    <a:pt x="14672" y="9805"/>
                  </a:lnTo>
                  <a:lnTo>
                    <a:pt x="14760" y="9765"/>
                  </a:lnTo>
                  <a:lnTo>
                    <a:pt x="14839" y="9716"/>
                  </a:lnTo>
                  <a:lnTo>
                    <a:pt x="14908" y="9657"/>
                  </a:lnTo>
                  <a:lnTo>
                    <a:pt x="14976" y="9598"/>
                  </a:lnTo>
                  <a:lnTo>
                    <a:pt x="15035" y="9529"/>
                  </a:lnTo>
                  <a:lnTo>
                    <a:pt x="15094" y="9461"/>
                  </a:lnTo>
                  <a:lnTo>
                    <a:pt x="15144" y="9382"/>
                  </a:lnTo>
                  <a:lnTo>
                    <a:pt x="15183" y="9293"/>
                  </a:lnTo>
                  <a:lnTo>
                    <a:pt x="15212" y="9205"/>
                  </a:lnTo>
                  <a:lnTo>
                    <a:pt x="15242" y="9116"/>
                  </a:lnTo>
                  <a:lnTo>
                    <a:pt x="15252" y="9018"/>
                  </a:lnTo>
                  <a:lnTo>
                    <a:pt x="15262" y="8930"/>
                  </a:lnTo>
                  <a:lnTo>
                    <a:pt x="15252" y="8831"/>
                  </a:lnTo>
                  <a:lnTo>
                    <a:pt x="15242" y="8733"/>
                  </a:lnTo>
                  <a:lnTo>
                    <a:pt x="15212" y="8644"/>
                  </a:lnTo>
                  <a:lnTo>
                    <a:pt x="15183" y="8556"/>
                  </a:lnTo>
                  <a:lnTo>
                    <a:pt x="15144" y="8467"/>
                  </a:lnTo>
                  <a:lnTo>
                    <a:pt x="15094" y="8389"/>
                  </a:lnTo>
                  <a:lnTo>
                    <a:pt x="15035" y="8320"/>
                  </a:lnTo>
                  <a:lnTo>
                    <a:pt x="14976" y="8251"/>
                  </a:lnTo>
                  <a:lnTo>
                    <a:pt x="14908" y="8192"/>
                  </a:lnTo>
                  <a:lnTo>
                    <a:pt x="14839" y="8133"/>
                  </a:lnTo>
                  <a:lnTo>
                    <a:pt x="14760" y="8084"/>
                  </a:lnTo>
                  <a:lnTo>
                    <a:pt x="14672" y="8045"/>
                  </a:lnTo>
                  <a:lnTo>
                    <a:pt x="14593" y="8015"/>
                  </a:lnTo>
                  <a:lnTo>
                    <a:pt x="14495" y="7995"/>
                  </a:lnTo>
                  <a:lnTo>
                    <a:pt x="14406" y="7976"/>
                  </a:lnTo>
                  <a:lnTo>
                    <a:pt x="14308" y="7976"/>
                  </a:lnTo>
                  <a:lnTo>
                    <a:pt x="14180" y="7986"/>
                  </a:lnTo>
                  <a:lnTo>
                    <a:pt x="14052" y="8005"/>
                  </a:lnTo>
                  <a:lnTo>
                    <a:pt x="13934" y="8045"/>
                  </a:lnTo>
                  <a:lnTo>
                    <a:pt x="13826" y="8104"/>
                  </a:lnTo>
                  <a:lnTo>
                    <a:pt x="13718" y="8172"/>
                  </a:lnTo>
                  <a:lnTo>
                    <a:pt x="13629" y="8251"/>
                  </a:lnTo>
                  <a:lnTo>
                    <a:pt x="13551" y="8349"/>
                  </a:lnTo>
                  <a:lnTo>
                    <a:pt x="13482" y="8448"/>
                  </a:lnTo>
                  <a:lnTo>
                    <a:pt x="11908" y="8448"/>
                  </a:lnTo>
                  <a:lnTo>
                    <a:pt x="11908" y="5596"/>
                  </a:lnTo>
                  <a:lnTo>
                    <a:pt x="13482" y="5596"/>
                  </a:lnTo>
                  <a:lnTo>
                    <a:pt x="13551" y="5694"/>
                  </a:lnTo>
                  <a:lnTo>
                    <a:pt x="13629" y="5793"/>
                  </a:lnTo>
                  <a:lnTo>
                    <a:pt x="13718" y="5871"/>
                  </a:lnTo>
                  <a:lnTo>
                    <a:pt x="13826" y="5940"/>
                  </a:lnTo>
                  <a:lnTo>
                    <a:pt x="13934" y="5999"/>
                  </a:lnTo>
                  <a:lnTo>
                    <a:pt x="14052" y="6039"/>
                  </a:lnTo>
                  <a:lnTo>
                    <a:pt x="14180" y="6058"/>
                  </a:lnTo>
                  <a:lnTo>
                    <a:pt x="14308" y="6068"/>
                  </a:lnTo>
                  <a:lnTo>
                    <a:pt x="14406" y="6068"/>
                  </a:lnTo>
                  <a:lnTo>
                    <a:pt x="14495" y="6048"/>
                  </a:lnTo>
                  <a:lnTo>
                    <a:pt x="14593" y="6029"/>
                  </a:lnTo>
                  <a:lnTo>
                    <a:pt x="14672" y="5999"/>
                  </a:lnTo>
                  <a:lnTo>
                    <a:pt x="14760" y="5960"/>
                  </a:lnTo>
                  <a:lnTo>
                    <a:pt x="14839" y="5911"/>
                  </a:lnTo>
                  <a:lnTo>
                    <a:pt x="14908" y="5852"/>
                  </a:lnTo>
                  <a:lnTo>
                    <a:pt x="14976" y="5793"/>
                  </a:lnTo>
                  <a:lnTo>
                    <a:pt x="15035" y="5724"/>
                  </a:lnTo>
                  <a:lnTo>
                    <a:pt x="15094" y="5655"/>
                  </a:lnTo>
                  <a:lnTo>
                    <a:pt x="15144" y="5576"/>
                  </a:lnTo>
                  <a:lnTo>
                    <a:pt x="15183" y="5488"/>
                  </a:lnTo>
                  <a:lnTo>
                    <a:pt x="15212" y="5399"/>
                  </a:lnTo>
                  <a:lnTo>
                    <a:pt x="15242" y="5311"/>
                  </a:lnTo>
                  <a:lnTo>
                    <a:pt x="15252" y="5213"/>
                  </a:lnTo>
                  <a:lnTo>
                    <a:pt x="15262" y="5124"/>
                  </a:lnTo>
                  <a:lnTo>
                    <a:pt x="15252" y="5026"/>
                  </a:lnTo>
                  <a:lnTo>
                    <a:pt x="15242" y="4927"/>
                  </a:lnTo>
                  <a:lnTo>
                    <a:pt x="15212" y="4839"/>
                  </a:lnTo>
                  <a:lnTo>
                    <a:pt x="15183" y="4750"/>
                  </a:lnTo>
                  <a:lnTo>
                    <a:pt x="15144" y="4662"/>
                  </a:lnTo>
                  <a:lnTo>
                    <a:pt x="15094" y="4583"/>
                  </a:lnTo>
                  <a:lnTo>
                    <a:pt x="15035" y="4514"/>
                  </a:lnTo>
                  <a:lnTo>
                    <a:pt x="14976" y="4446"/>
                  </a:lnTo>
                  <a:lnTo>
                    <a:pt x="14908" y="4387"/>
                  </a:lnTo>
                  <a:lnTo>
                    <a:pt x="14839" y="4328"/>
                  </a:lnTo>
                  <a:lnTo>
                    <a:pt x="14760" y="4278"/>
                  </a:lnTo>
                  <a:lnTo>
                    <a:pt x="14672" y="4239"/>
                  </a:lnTo>
                  <a:lnTo>
                    <a:pt x="14593" y="4210"/>
                  </a:lnTo>
                  <a:lnTo>
                    <a:pt x="14495" y="4190"/>
                  </a:lnTo>
                  <a:lnTo>
                    <a:pt x="14406" y="4170"/>
                  </a:lnTo>
                  <a:lnTo>
                    <a:pt x="14308" y="4170"/>
                  </a:lnTo>
                  <a:lnTo>
                    <a:pt x="14180" y="4180"/>
                  </a:lnTo>
                  <a:lnTo>
                    <a:pt x="14052" y="4200"/>
                  </a:lnTo>
                  <a:lnTo>
                    <a:pt x="13934" y="4239"/>
                  </a:lnTo>
                  <a:lnTo>
                    <a:pt x="13826" y="4298"/>
                  </a:lnTo>
                  <a:lnTo>
                    <a:pt x="13718" y="4367"/>
                  </a:lnTo>
                  <a:lnTo>
                    <a:pt x="13629" y="4446"/>
                  </a:lnTo>
                  <a:lnTo>
                    <a:pt x="13551" y="4544"/>
                  </a:lnTo>
                  <a:lnTo>
                    <a:pt x="13482" y="4642"/>
                  </a:lnTo>
                  <a:lnTo>
                    <a:pt x="11908" y="4642"/>
                  </a:lnTo>
                  <a:lnTo>
                    <a:pt x="11908" y="2744"/>
                  </a:lnTo>
                  <a:lnTo>
                    <a:pt x="10011" y="2744"/>
                  </a:lnTo>
                  <a:lnTo>
                    <a:pt x="10011" y="1427"/>
                  </a:lnTo>
                  <a:lnTo>
                    <a:pt x="11082" y="1427"/>
                  </a:lnTo>
                  <a:lnTo>
                    <a:pt x="11151" y="1535"/>
                  </a:lnTo>
                  <a:lnTo>
                    <a:pt x="11230" y="1623"/>
                  </a:lnTo>
                  <a:lnTo>
                    <a:pt x="11328" y="1702"/>
                  </a:lnTo>
                  <a:lnTo>
                    <a:pt x="11427" y="1771"/>
                  </a:lnTo>
                  <a:lnTo>
                    <a:pt x="11535" y="1830"/>
                  </a:lnTo>
                  <a:lnTo>
                    <a:pt x="11653" y="1869"/>
                  </a:lnTo>
                  <a:lnTo>
                    <a:pt x="11781" y="1899"/>
                  </a:lnTo>
                  <a:lnTo>
                    <a:pt x="11908" y="1909"/>
                  </a:lnTo>
                  <a:lnTo>
                    <a:pt x="12007" y="1899"/>
                  </a:lnTo>
                  <a:lnTo>
                    <a:pt x="12095" y="1889"/>
                  </a:lnTo>
                  <a:lnTo>
                    <a:pt x="12194" y="1859"/>
                  </a:lnTo>
                  <a:lnTo>
                    <a:pt x="12282" y="1830"/>
                  </a:lnTo>
                  <a:lnTo>
                    <a:pt x="12361" y="1791"/>
                  </a:lnTo>
                  <a:lnTo>
                    <a:pt x="12439" y="1741"/>
                  </a:lnTo>
                  <a:lnTo>
                    <a:pt x="12508" y="1692"/>
                  </a:lnTo>
                  <a:lnTo>
                    <a:pt x="12577" y="1623"/>
                  </a:lnTo>
                  <a:lnTo>
                    <a:pt x="12646" y="1564"/>
                  </a:lnTo>
                  <a:lnTo>
                    <a:pt x="12695" y="1486"/>
                  </a:lnTo>
                  <a:lnTo>
                    <a:pt x="12744" y="1407"/>
                  </a:lnTo>
                  <a:lnTo>
                    <a:pt x="12784" y="1328"/>
                  </a:lnTo>
                  <a:lnTo>
                    <a:pt x="12813" y="1240"/>
                  </a:lnTo>
                  <a:lnTo>
                    <a:pt x="12843" y="1151"/>
                  </a:lnTo>
                  <a:lnTo>
                    <a:pt x="12852" y="1053"/>
                  </a:lnTo>
                  <a:lnTo>
                    <a:pt x="12862" y="955"/>
                  </a:lnTo>
                  <a:lnTo>
                    <a:pt x="12852" y="856"/>
                  </a:lnTo>
                  <a:lnTo>
                    <a:pt x="12843" y="768"/>
                  </a:lnTo>
                  <a:lnTo>
                    <a:pt x="12813" y="670"/>
                  </a:lnTo>
                  <a:lnTo>
                    <a:pt x="12784" y="581"/>
                  </a:lnTo>
                  <a:lnTo>
                    <a:pt x="12744" y="502"/>
                  </a:lnTo>
                  <a:lnTo>
                    <a:pt x="12695" y="424"/>
                  </a:lnTo>
                  <a:lnTo>
                    <a:pt x="12646" y="355"/>
                  </a:lnTo>
                  <a:lnTo>
                    <a:pt x="12577" y="286"/>
                  </a:lnTo>
                  <a:lnTo>
                    <a:pt x="12508" y="217"/>
                  </a:lnTo>
                  <a:lnTo>
                    <a:pt x="12439" y="168"/>
                  </a:lnTo>
                  <a:lnTo>
                    <a:pt x="12361" y="119"/>
                  </a:lnTo>
                  <a:lnTo>
                    <a:pt x="12282" y="80"/>
                  </a:lnTo>
                  <a:lnTo>
                    <a:pt x="12194" y="50"/>
                  </a:lnTo>
                  <a:lnTo>
                    <a:pt x="12095" y="21"/>
                  </a:lnTo>
                  <a:lnTo>
                    <a:pt x="12007" y="11"/>
                  </a:lnTo>
                  <a:lnTo>
                    <a:pt x="11908" y="1"/>
                  </a:lnTo>
                  <a:lnTo>
                    <a:pt x="11781" y="11"/>
                  </a:lnTo>
                  <a:lnTo>
                    <a:pt x="11653" y="40"/>
                  </a:lnTo>
                  <a:lnTo>
                    <a:pt x="11535" y="80"/>
                  </a:lnTo>
                  <a:lnTo>
                    <a:pt x="11427" y="139"/>
                  </a:lnTo>
                  <a:lnTo>
                    <a:pt x="11328" y="207"/>
                  </a:lnTo>
                  <a:lnTo>
                    <a:pt x="11230" y="286"/>
                  </a:lnTo>
                  <a:lnTo>
                    <a:pt x="11151" y="375"/>
                  </a:lnTo>
                  <a:lnTo>
                    <a:pt x="11082" y="483"/>
                  </a:lnTo>
                  <a:lnTo>
                    <a:pt x="9057" y="483"/>
                  </a:lnTo>
                  <a:lnTo>
                    <a:pt x="9057" y="1427"/>
                  </a:lnTo>
                  <a:lnTo>
                    <a:pt x="9057" y="2744"/>
                  </a:lnTo>
                  <a:lnTo>
                    <a:pt x="6195" y="2744"/>
                  </a:lnTo>
                  <a:lnTo>
                    <a:pt x="6195" y="483"/>
                  </a:lnTo>
                  <a:lnTo>
                    <a:pt x="4170" y="483"/>
                  </a:lnTo>
                  <a:lnTo>
                    <a:pt x="4101" y="375"/>
                  </a:lnTo>
                  <a:lnTo>
                    <a:pt x="4022" y="286"/>
                  </a:lnTo>
                  <a:lnTo>
                    <a:pt x="3924" y="207"/>
                  </a:lnTo>
                  <a:lnTo>
                    <a:pt x="3825" y="139"/>
                  </a:lnTo>
                  <a:lnTo>
                    <a:pt x="3717" y="80"/>
                  </a:lnTo>
                  <a:lnTo>
                    <a:pt x="3599" y="40"/>
                  </a:lnTo>
                  <a:lnTo>
                    <a:pt x="3471" y="11"/>
                  </a:lnTo>
                  <a:lnTo>
                    <a:pt x="334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476" name="Google Shape;6476;p481"/>
          <p:cNvGrpSpPr/>
          <p:nvPr/>
        </p:nvGrpSpPr>
        <p:grpSpPr>
          <a:xfrm>
            <a:off x="6289592" y="1398198"/>
            <a:ext cx="126408" cy="116359"/>
            <a:chOff x="2099100" y="2300650"/>
            <a:chExt cx="381550" cy="351325"/>
          </a:xfrm>
        </p:grpSpPr>
        <p:sp>
          <p:nvSpPr>
            <p:cNvPr id="6477" name="Google Shape;6477;p481"/>
            <p:cNvSpPr/>
            <p:nvPr/>
          </p:nvSpPr>
          <p:spPr>
            <a:xfrm>
              <a:off x="2235050" y="2421600"/>
              <a:ext cx="109400" cy="109175"/>
            </a:xfrm>
            <a:custGeom>
              <a:avLst/>
              <a:gdLst/>
              <a:ahLst/>
              <a:cxnLst/>
              <a:rect l="l" t="t" r="r" b="b"/>
              <a:pathLst>
                <a:path w="4376" h="4367" extrusionOk="0">
                  <a:moveTo>
                    <a:pt x="2193" y="974"/>
                  </a:moveTo>
                  <a:lnTo>
                    <a:pt x="2311" y="984"/>
                  </a:lnTo>
                  <a:lnTo>
                    <a:pt x="2439" y="1004"/>
                  </a:lnTo>
                  <a:lnTo>
                    <a:pt x="2547" y="1033"/>
                  </a:lnTo>
                  <a:lnTo>
                    <a:pt x="2665" y="1073"/>
                  </a:lnTo>
                  <a:lnTo>
                    <a:pt x="2763" y="1122"/>
                  </a:lnTo>
                  <a:lnTo>
                    <a:pt x="2871" y="1181"/>
                  </a:lnTo>
                  <a:lnTo>
                    <a:pt x="2960" y="1250"/>
                  </a:lnTo>
                  <a:lnTo>
                    <a:pt x="3048" y="1328"/>
                  </a:lnTo>
                  <a:lnTo>
                    <a:pt x="3127" y="1417"/>
                  </a:lnTo>
                  <a:lnTo>
                    <a:pt x="3196" y="1505"/>
                  </a:lnTo>
                  <a:lnTo>
                    <a:pt x="3255" y="1604"/>
                  </a:lnTo>
                  <a:lnTo>
                    <a:pt x="3304" y="1712"/>
                  </a:lnTo>
                  <a:lnTo>
                    <a:pt x="3343" y="1820"/>
                  </a:lnTo>
                  <a:lnTo>
                    <a:pt x="3373" y="1938"/>
                  </a:lnTo>
                  <a:lnTo>
                    <a:pt x="3393" y="2056"/>
                  </a:lnTo>
                  <a:lnTo>
                    <a:pt x="3402" y="2184"/>
                  </a:lnTo>
                  <a:lnTo>
                    <a:pt x="3393" y="2312"/>
                  </a:lnTo>
                  <a:lnTo>
                    <a:pt x="3373" y="2430"/>
                  </a:lnTo>
                  <a:lnTo>
                    <a:pt x="3343" y="2548"/>
                  </a:lnTo>
                  <a:lnTo>
                    <a:pt x="3304" y="2656"/>
                  </a:lnTo>
                  <a:lnTo>
                    <a:pt x="3255" y="2764"/>
                  </a:lnTo>
                  <a:lnTo>
                    <a:pt x="3196" y="2862"/>
                  </a:lnTo>
                  <a:lnTo>
                    <a:pt x="3127" y="2951"/>
                  </a:lnTo>
                  <a:lnTo>
                    <a:pt x="3048" y="3039"/>
                  </a:lnTo>
                  <a:lnTo>
                    <a:pt x="2960" y="3118"/>
                  </a:lnTo>
                  <a:lnTo>
                    <a:pt x="2871" y="3187"/>
                  </a:lnTo>
                  <a:lnTo>
                    <a:pt x="2763" y="3246"/>
                  </a:lnTo>
                  <a:lnTo>
                    <a:pt x="2665" y="3295"/>
                  </a:lnTo>
                  <a:lnTo>
                    <a:pt x="2547" y="3334"/>
                  </a:lnTo>
                  <a:lnTo>
                    <a:pt x="2439" y="3364"/>
                  </a:lnTo>
                  <a:lnTo>
                    <a:pt x="2311" y="3384"/>
                  </a:lnTo>
                  <a:lnTo>
                    <a:pt x="2193" y="3393"/>
                  </a:lnTo>
                  <a:lnTo>
                    <a:pt x="2065" y="3384"/>
                  </a:lnTo>
                  <a:lnTo>
                    <a:pt x="1947" y="3364"/>
                  </a:lnTo>
                  <a:lnTo>
                    <a:pt x="1829" y="3334"/>
                  </a:lnTo>
                  <a:lnTo>
                    <a:pt x="1721" y="3295"/>
                  </a:lnTo>
                  <a:lnTo>
                    <a:pt x="1613" y="3246"/>
                  </a:lnTo>
                  <a:lnTo>
                    <a:pt x="1514" y="3187"/>
                  </a:lnTo>
                  <a:lnTo>
                    <a:pt x="1426" y="3118"/>
                  </a:lnTo>
                  <a:lnTo>
                    <a:pt x="1337" y="3039"/>
                  </a:lnTo>
                  <a:lnTo>
                    <a:pt x="1259" y="2951"/>
                  </a:lnTo>
                  <a:lnTo>
                    <a:pt x="1190" y="2862"/>
                  </a:lnTo>
                  <a:lnTo>
                    <a:pt x="1131" y="2764"/>
                  </a:lnTo>
                  <a:lnTo>
                    <a:pt x="1082" y="2656"/>
                  </a:lnTo>
                  <a:lnTo>
                    <a:pt x="1033" y="2548"/>
                  </a:lnTo>
                  <a:lnTo>
                    <a:pt x="1003" y="2430"/>
                  </a:lnTo>
                  <a:lnTo>
                    <a:pt x="993" y="2312"/>
                  </a:lnTo>
                  <a:lnTo>
                    <a:pt x="983" y="2184"/>
                  </a:lnTo>
                  <a:lnTo>
                    <a:pt x="993" y="2056"/>
                  </a:lnTo>
                  <a:lnTo>
                    <a:pt x="1003" y="1938"/>
                  </a:lnTo>
                  <a:lnTo>
                    <a:pt x="1033" y="1820"/>
                  </a:lnTo>
                  <a:lnTo>
                    <a:pt x="1082" y="1712"/>
                  </a:lnTo>
                  <a:lnTo>
                    <a:pt x="1131" y="1604"/>
                  </a:lnTo>
                  <a:lnTo>
                    <a:pt x="1190" y="1505"/>
                  </a:lnTo>
                  <a:lnTo>
                    <a:pt x="1259" y="1417"/>
                  </a:lnTo>
                  <a:lnTo>
                    <a:pt x="1337" y="1328"/>
                  </a:lnTo>
                  <a:lnTo>
                    <a:pt x="1426" y="1250"/>
                  </a:lnTo>
                  <a:lnTo>
                    <a:pt x="1514" y="1181"/>
                  </a:lnTo>
                  <a:lnTo>
                    <a:pt x="1613" y="1122"/>
                  </a:lnTo>
                  <a:lnTo>
                    <a:pt x="1721" y="1073"/>
                  </a:lnTo>
                  <a:lnTo>
                    <a:pt x="1829" y="1033"/>
                  </a:lnTo>
                  <a:lnTo>
                    <a:pt x="1947" y="1004"/>
                  </a:lnTo>
                  <a:lnTo>
                    <a:pt x="2065" y="984"/>
                  </a:lnTo>
                  <a:lnTo>
                    <a:pt x="2193" y="974"/>
                  </a:lnTo>
                  <a:close/>
                  <a:moveTo>
                    <a:pt x="1731" y="1"/>
                  </a:moveTo>
                  <a:lnTo>
                    <a:pt x="1731" y="493"/>
                  </a:lnTo>
                  <a:lnTo>
                    <a:pt x="1632" y="522"/>
                  </a:lnTo>
                  <a:lnTo>
                    <a:pt x="1524" y="561"/>
                  </a:lnTo>
                  <a:lnTo>
                    <a:pt x="1426" y="611"/>
                  </a:lnTo>
                  <a:lnTo>
                    <a:pt x="1328" y="660"/>
                  </a:lnTo>
                  <a:lnTo>
                    <a:pt x="983" y="316"/>
                  </a:lnTo>
                  <a:lnTo>
                    <a:pt x="334" y="955"/>
                  </a:lnTo>
                  <a:lnTo>
                    <a:pt x="669" y="1299"/>
                  </a:lnTo>
                  <a:lnTo>
                    <a:pt x="620" y="1397"/>
                  </a:lnTo>
                  <a:lnTo>
                    <a:pt x="570" y="1496"/>
                  </a:lnTo>
                  <a:lnTo>
                    <a:pt x="531" y="1604"/>
                  </a:lnTo>
                  <a:lnTo>
                    <a:pt x="502" y="1702"/>
                  </a:lnTo>
                  <a:lnTo>
                    <a:pt x="0" y="1702"/>
                  </a:lnTo>
                  <a:lnTo>
                    <a:pt x="0" y="2617"/>
                  </a:lnTo>
                  <a:lnTo>
                    <a:pt x="492" y="2617"/>
                  </a:lnTo>
                  <a:lnTo>
                    <a:pt x="531" y="2725"/>
                  </a:lnTo>
                  <a:lnTo>
                    <a:pt x="570" y="2833"/>
                  </a:lnTo>
                  <a:lnTo>
                    <a:pt x="610" y="2931"/>
                  </a:lnTo>
                  <a:lnTo>
                    <a:pt x="659" y="3030"/>
                  </a:lnTo>
                  <a:lnTo>
                    <a:pt x="305" y="3384"/>
                  </a:lnTo>
                  <a:lnTo>
                    <a:pt x="944" y="4033"/>
                  </a:lnTo>
                  <a:lnTo>
                    <a:pt x="1308" y="3679"/>
                  </a:lnTo>
                  <a:lnTo>
                    <a:pt x="1406" y="3728"/>
                  </a:lnTo>
                  <a:lnTo>
                    <a:pt x="1505" y="3777"/>
                  </a:lnTo>
                  <a:lnTo>
                    <a:pt x="1613" y="3816"/>
                  </a:lnTo>
                  <a:lnTo>
                    <a:pt x="1721" y="3846"/>
                  </a:lnTo>
                  <a:lnTo>
                    <a:pt x="1721" y="4367"/>
                  </a:lnTo>
                  <a:lnTo>
                    <a:pt x="2635" y="4367"/>
                  </a:lnTo>
                  <a:lnTo>
                    <a:pt x="2635" y="3856"/>
                  </a:lnTo>
                  <a:lnTo>
                    <a:pt x="2744" y="3826"/>
                  </a:lnTo>
                  <a:lnTo>
                    <a:pt x="2852" y="3787"/>
                  </a:lnTo>
                  <a:lnTo>
                    <a:pt x="2950" y="3738"/>
                  </a:lnTo>
                  <a:lnTo>
                    <a:pt x="3048" y="3688"/>
                  </a:lnTo>
                  <a:lnTo>
                    <a:pt x="3412" y="4042"/>
                  </a:lnTo>
                  <a:lnTo>
                    <a:pt x="4061" y="3403"/>
                  </a:lnTo>
                  <a:lnTo>
                    <a:pt x="3697" y="3039"/>
                  </a:lnTo>
                  <a:lnTo>
                    <a:pt x="3756" y="2951"/>
                  </a:lnTo>
                  <a:lnTo>
                    <a:pt x="3796" y="2843"/>
                  </a:lnTo>
                  <a:lnTo>
                    <a:pt x="3835" y="2744"/>
                  </a:lnTo>
                  <a:lnTo>
                    <a:pt x="3874" y="2636"/>
                  </a:lnTo>
                  <a:lnTo>
                    <a:pt x="4376" y="2636"/>
                  </a:lnTo>
                  <a:lnTo>
                    <a:pt x="4376" y="1722"/>
                  </a:lnTo>
                  <a:lnTo>
                    <a:pt x="3874" y="1722"/>
                  </a:lnTo>
                  <a:lnTo>
                    <a:pt x="3845" y="1623"/>
                  </a:lnTo>
                  <a:lnTo>
                    <a:pt x="3806" y="1515"/>
                  </a:lnTo>
                  <a:lnTo>
                    <a:pt x="3756" y="1417"/>
                  </a:lnTo>
                  <a:lnTo>
                    <a:pt x="3707" y="1319"/>
                  </a:lnTo>
                  <a:lnTo>
                    <a:pt x="4061" y="965"/>
                  </a:lnTo>
                  <a:lnTo>
                    <a:pt x="3412" y="316"/>
                  </a:lnTo>
                  <a:lnTo>
                    <a:pt x="3068" y="670"/>
                  </a:lnTo>
                  <a:lnTo>
                    <a:pt x="2960" y="611"/>
                  </a:lnTo>
                  <a:lnTo>
                    <a:pt x="2862" y="571"/>
                  </a:lnTo>
                  <a:lnTo>
                    <a:pt x="2763" y="532"/>
                  </a:lnTo>
                  <a:lnTo>
                    <a:pt x="2655" y="493"/>
                  </a:lnTo>
                  <a:lnTo>
                    <a:pt x="265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78" name="Google Shape;6478;p481"/>
            <p:cNvSpPr/>
            <p:nvPr/>
          </p:nvSpPr>
          <p:spPr>
            <a:xfrm>
              <a:off x="2099100" y="2300650"/>
              <a:ext cx="381550" cy="351325"/>
            </a:xfrm>
            <a:custGeom>
              <a:avLst/>
              <a:gdLst/>
              <a:ahLst/>
              <a:cxnLst/>
              <a:rect l="l" t="t" r="r" b="b"/>
              <a:pathLst>
                <a:path w="15262" h="14053" extrusionOk="0">
                  <a:moveTo>
                    <a:pt x="10955" y="3688"/>
                  </a:moveTo>
                  <a:lnTo>
                    <a:pt x="10955" y="10355"/>
                  </a:lnTo>
                  <a:lnTo>
                    <a:pt x="4297" y="10355"/>
                  </a:lnTo>
                  <a:lnTo>
                    <a:pt x="4297" y="3688"/>
                  </a:lnTo>
                  <a:close/>
                  <a:moveTo>
                    <a:pt x="3344" y="1"/>
                  </a:moveTo>
                  <a:lnTo>
                    <a:pt x="3245" y="11"/>
                  </a:lnTo>
                  <a:lnTo>
                    <a:pt x="3147" y="21"/>
                  </a:lnTo>
                  <a:lnTo>
                    <a:pt x="3058" y="50"/>
                  </a:lnTo>
                  <a:lnTo>
                    <a:pt x="2970" y="80"/>
                  </a:lnTo>
                  <a:lnTo>
                    <a:pt x="2891" y="119"/>
                  </a:lnTo>
                  <a:lnTo>
                    <a:pt x="2813" y="168"/>
                  </a:lnTo>
                  <a:lnTo>
                    <a:pt x="2734" y="217"/>
                  </a:lnTo>
                  <a:lnTo>
                    <a:pt x="2675" y="286"/>
                  </a:lnTo>
                  <a:lnTo>
                    <a:pt x="2606" y="355"/>
                  </a:lnTo>
                  <a:lnTo>
                    <a:pt x="2557" y="424"/>
                  </a:lnTo>
                  <a:lnTo>
                    <a:pt x="2508" y="502"/>
                  </a:lnTo>
                  <a:lnTo>
                    <a:pt x="2468" y="581"/>
                  </a:lnTo>
                  <a:lnTo>
                    <a:pt x="2439" y="670"/>
                  </a:lnTo>
                  <a:lnTo>
                    <a:pt x="2409" y="768"/>
                  </a:lnTo>
                  <a:lnTo>
                    <a:pt x="2400" y="856"/>
                  </a:lnTo>
                  <a:lnTo>
                    <a:pt x="2390" y="955"/>
                  </a:lnTo>
                  <a:lnTo>
                    <a:pt x="2400" y="1053"/>
                  </a:lnTo>
                  <a:lnTo>
                    <a:pt x="2409" y="1151"/>
                  </a:lnTo>
                  <a:lnTo>
                    <a:pt x="2439" y="1240"/>
                  </a:lnTo>
                  <a:lnTo>
                    <a:pt x="2468" y="1328"/>
                  </a:lnTo>
                  <a:lnTo>
                    <a:pt x="2508" y="1407"/>
                  </a:lnTo>
                  <a:lnTo>
                    <a:pt x="2557" y="1486"/>
                  </a:lnTo>
                  <a:lnTo>
                    <a:pt x="2606" y="1564"/>
                  </a:lnTo>
                  <a:lnTo>
                    <a:pt x="2675" y="1623"/>
                  </a:lnTo>
                  <a:lnTo>
                    <a:pt x="2734" y="1692"/>
                  </a:lnTo>
                  <a:lnTo>
                    <a:pt x="2813" y="1741"/>
                  </a:lnTo>
                  <a:lnTo>
                    <a:pt x="2891" y="1791"/>
                  </a:lnTo>
                  <a:lnTo>
                    <a:pt x="2970" y="1830"/>
                  </a:lnTo>
                  <a:lnTo>
                    <a:pt x="3058" y="1859"/>
                  </a:lnTo>
                  <a:lnTo>
                    <a:pt x="3147" y="1889"/>
                  </a:lnTo>
                  <a:lnTo>
                    <a:pt x="3245" y="1899"/>
                  </a:lnTo>
                  <a:lnTo>
                    <a:pt x="3344" y="1909"/>
                  </a:lnTo>
                  <a:lnTo>
                    <a:pt x="3471" y="1899"/>
                  </a:lnTo>
                  <a:lnTo>
                    <a:pt x="3599" y="1869"/>
                  </a:lnTo>
                  <a:lnTo>
                    <a:pt x="3717" y="1830"/>
                  </a:lnTo>
                  <a:lnTo>
                    <a:pt x="3825" y="1771"/>
                  </a:lnTo>
                  <a:lnTo>
                    <a:pt x="3924" y="1702"/>
                  </a:lnTo>
                  <a:lnTo>
                    <a:pt x="4022" y="1623"/>
                  </a:lnTo>
                  <a:lnTo>
                    <a:pt x="4101" y="1535"/>
                  </a:lnTo>
                  <a:lnTo>
                    <a:pt x="4170" y="1427"/>
                  </a:lnTo>
                  <a:lnTo>
                    <a:pt x="5241" y="1427"/>
                  </a:lnTo>
                  <a:lnTo>
                    <a:pt x="5241" y="2744"/>
                  </a:lnTo>
                  <a:lnTo>
                    <a:pt x="3344" y="2744"/>
                  </a:lnTo>
                  <a:lnTo>
                    <a:pt x="3344" y="4642"/>
                  </a:lnTo>
                  <a:lnTo>
                    <a:pt x="1770" y="4642"/>
                  </a:lnTo>
                  <a:lnTo>
                    <a:pt x="1701" y="4544"/>
                  </a:lnTo>
                  <a:lnTo>
                    <a:pt x="1623" y="4446"/>
                  </a:lnTo>
                  <a:lnTo>
                    <a:pt x="1534" y="4367"/>
                  </a:lnTo>
                  <a:lnTo>
                    <a:pt x="1436" y="4298"/>
                  </a:lnTo>
                  <a:lnTo>
                    <a:pt x="1318" y="4239"/>
                  </a:lnTo>
                  <a:lnTo>
                    <a:pt x="1200" y="4200"/>
                  </a:lnTo>
                  <a:lnTo>
                    <a:pt x="1082" y="4180"/>
                  </a:lnTo>
                  <a:lnTo>
                    <a:pt x="944" y="4170"/>
                  </a:lnTo>
                  <a:lnTo>
                    <a:pt x="856" y="4170"/>
                  </a:lnTo>
                  <a:lnTo>
                    <a:pt x="757" y="4190"/>
                  </a:lnTo>
                  <a:lnTo>
                    <a:pt x="669" y="4210"/>
                  </a:lnTo>
                  <a:lnTo>
                    <a:pt x="580" y="4239"/>
                  </a:lnTo>
                  <a:lnTo>
                    <a:pt x="492" y="4278"/>
                  </a:lnTo>
                  <a:lnTo>
                    <a:pt x="413" y="4328"/>
                  </a:lnTo>
                  <a:lnTo>
                    <a:pt x="344" y="4387"/>
                  </a:lnTo>
                  <a:lnTo>
                    <a:pt x="275" y="4446"/>
                  </a:lnTo>
                  <a:lnTo>
                    <a:pt x="216" y="4514"/>
                  </a:lnTo>
                  <a:lnTo>
                    <a:pt x="157" y="4583"/>
                  </a:lnTo>
                  <a:lnTo>
                    <a:pt x="108" y="4662"/>
                  </a:lnTo>
                  <a:lnTo>
                    <a:pt x="69" y="4750"/>
                  </a:lnTo>
                  <a:lnTo>
                    <a:pt x="39" y="4839"/>
                  </a:lnTo>
                  <a:lnTo>
                    <a:pt x="20" y="4927"/>
                  </a:lnTo>
                  <a:lnTo>
                    <a:pt x="0" y="5026"/>
                  </a:lnTo>
                  <a:lnTo>
                    <a:pt x="0" y="5124"/>
                  </a:lnTo>
                  <a:lnTo>
                    <a:pt x="0" y="5213"/>
                  </a:lnTo>
                  <a:lnTo>
                    <a:pt x="20" y="5311"/>
                  </a:lnTo>
                  <a:lnTo>
                    <a:pt x="39" y="5399"/>
                  </a:lnTo>
                  <a:lnTo>
                    <a:pt x="69" y="5488"/>
                  </a:lnTo>
                  <a:lnTo>
                    <a:pt x="108" y="5576"/>
                  </a:lnTo>
                  <a:lnTo>
                    <a:pt x="157" y="5655"/>
                  </a:lnTo>
                  <a:lnTo>
                    <a:pt x="216" y="5724"/>
                  </a:lnTo>
                  <a:lnTo>
                    <a:pt x="275" y="5793"/>
                  </a:lnTo>
                  <a:lnTo>
                    <a:pt x="344" y="5852"/>
                  </a:lnTo>
                  <a:lnTo>
                    <a:pt x="413" y="5911"/>
                  </a:lnTo>
                  <a:lnTo>
                    <a:pt x="492" y="5960"/>
                  </a:lnTo>
                  <a:lnTo>
                    <a:pt x="580" y="5999"/>
                  </a:lnTo>
                  <a:lnTo>
                    <a:pt x="669" y="6029"/>
                  </a:lnTo>
                  <a:lnTo>
                    <a:pt x="757" y="6048"/>
                  </a:lnTo>
                  <a:lnTo>
                    <a:pt x="856" y="6068"/>
                  </a:lnTo>
                  <a:lnTo>
                    <a:pt x="944" y="6068"/>
                  </a:lnTo>
                  <a:lnTo>
                    <a:pt x="1082" y="6058"/>
                  </a:lnTo>
                  <a:lnTo>
                    <a:pt x="1200" y="6039"/>
                  </a:lnTo>
                  <a:lnTo>
                    <a:pt x="1318" y="5999"/>
                  </a:lnTo>
                  <a:lnTo>
                    <a:pt x="1436" y="5940"/>
                  </a:lnTo>
                  <a:lnTo>
                    <a:pt x="1534" y="5871"/>
                  </a:lnTo>
                  <a:lnTo>
                    <a:pt x="1623" y="5793"/>
                  </a:lnTo>
                  <a:lnTo>
                    <a:pt x="1701" y="5694"/>
                  </a:lnTo>
                  <a:lnTo>
                    <a:pt x="1770" y="5596"/>
                  </a:lnTo>
                  <a:lnTo>
                    <a:pt x="3344" y="5596"/>
                  </a:lnTo>
                  <a:lnTo>
                    <a:pt x="3344" y="8448"/>
                  </a:lnTo>
                  <a:lnTo>
                    <a:pt x="1770" y="8448"/>
                  </a:lnTo>
                  <a:lnTo>
                    <a:pt x="1701" y="8349"/>
                  </a:lnTo>
                  <a:lnTo>
                    <a:pt x="1623" y="8251"/>
                  </a:lnTo>
                  <a:lnTo>
                    <a:pt x="1534" y="8172"/>
                  </a:lnTo>
                  <a:lnTo>
                    <a:pt x="1436" y="8104"/>
                  </a:lnTo>
                  <a:lnTo>
                    <a:pt x="1318" y="8045"/>
                  </a:lnTo>
                  <a:lnTo>
                    <a:pt x="1200" y="8005"/>
                  </a:lnTo>
                  <a:lnTo>
                    <a:pt x="1082" y="7986"/>
                  </a:lnTo>
                  <a:lnTo>
                    <a:pt x="944" y="7976"/>
                  </a:lnTo>
                  <a:lnTo>
                    <a:pt x="856" y="7976"/>
                  </a:lnTo>
                  <a:lnTo>
                    <a:pt x="757" y="7995"/>
                  </a:lnTo>
                  <a:lnTo>
                    <a:pt x="669" y="8015"/>
                  </a:lnTo>
                  <a:lnTo>
                    <a:pt x="580" y="8045"/>
                  </a:lnTo>
                  <a:lnTo>
                    <a:pt x="492" y="8084"/>
                  </a:lnTo>
                  <a:lnTo>
                    <a:pt x="413" y="8133"/>
                  </a:lnTo>
                  <a:lnTo>
                    <a:pt x="344" y="8192"/>
                  </a:lnTo>
                  <a:lnTo>
                    <a:pt x="275" y="8251"/>
                  </a:lnTo>
                  <a:lnTo>
                    <a:pt x="216" y="8320"/>
                  </a:lnTo>
                  <a:lnTo>
                    <a:pt x="157" y="8389"/>
                  </a:lnTo>
                  <a:lnTo>
                    <a:pt x="108" y="8467"/>
                  </a:lnTo>
                  <a:lnTo>
                    <a:pt x="69" y="8556"/>
                  </a:lnTo>
                  <a:lnTo>
                    <a:pt x="39" y="8644"/>
                  </a:lnTo>
                  <a:lnTo>
                    <a:pt x="20" y="8733"/>
                  </a:lnTo>
                  <a:lnTo>
                    <a:pt x="0" y="8831"/>
                  </a:lnTo>
                  <a:lnTo>
                    <a:pt x="0" y="8930"/>
                  </a:lnTo>
                  <a:lnTo>
                    <a:pt x="0" y="9018"/>
                  </a:lnTo>
                  <a:lnTo>
                    <a:pt x="20" y="9116"/>
                  </a:lnTo>
                  <a:lnTo>
                    <a:pt x="39" y="9205"/>
                  </a:lnTo>
                  <a:lnTo>
                    <a:pt x="69" y="9293"/>
                  </a:lnTo>
                  <a:lnTo>
                    <a:pt x="108" y="9382"/>
                  </a:lnTo>
                  <a:lnTo>
                    <a:pt x="157" y="9461"/>
                  </a:lnTo>
                  <a:lnTo>
                    <a:pt x="216" y="9529"/>
                  </a:lnTo>
                  <a:lnTo>
                    <a:pt x="275" y="9598"/>
                  </a:lnTo>
                  <a:lnTo>
                    <a:pt x="344" y="9657"/>
                  </a:lnTo>
                  <a:lnTo>
                    <a:pt x="413" y="9716"/>
                  </a:lnTo>
                  <a:lnTo>
                    <a:pt x="492" y="9765"/>
                  </a:lnTo>
                  <a:lnTo>
                    <a:pt x="580" y="9805"/>
                  </a:lnTo>
                  <a:lnTo>
                    <a:pt x="669" y="9834"/>
                  </a:lnTo>
                  <a:lnTo>
                    <a:pt x="757" y="9854"/>
                  </a:lnTo>
                  <a:lnTo>
                    <a:pt x="856" y="9874"/>
                  </a:lnTo>
                  <a:lnTo>
                    <a:pt x="944" y="9874"/>
                  </a:lnTo>
                  <a:lnTo>
                    <a:pt x="1082" y="9864"/>
                  </a:lnTo>
                  <a:lnTo>
                    <a:pt x="1200" y="9844"/>
                  </a:lnTo>
                  <a:lnTo>
                    <a:pt x="1318" y="9805"/>
                  </a:lnTo>
                  <a:lnTo>
                    <a:pt x="1436" y="9746"/>
                  </a:lnTo>
                  <a:lnTo>
                    <a:pt x="1534" y="9677"/>
                  </a:lnTo>
                  <a:lnTo>
                    <a:pt x="1623" y="9598"/>
                  </a:lnTo>
                  <a:lnTo>
                    <a:pt x="1701" y="9500"/>
                  </a:lnTo>
                  <a:lnTo>
                    <a:pt x="1770" y="9402"/>
                  </a:lnTo>
                  <a:lnTo>
                    <a:pt x="3344" y="9402"/>
                  </a:lnTo>
                  <a:lnTo>
                    <a:pt x="3344" y="11299"/>
                  </a:lnTo>
                  <a:lnTo>
                    <a:pt x="5241" y="11299"/>
                  </a:lnTo>
                  <a:lnTo>
                    <a:pt x="5241" y="12617"/>
                  </a:lnTo>
                  <a:lnTo>
                    <a:pt x="4170" y="12617"/>
                  </a:lnTo>
                  <a:lnTo>
                    <a:pt x="4101" y="12519"/>
                  </a:lnTo>
                  <a:lnTo>
                    <a:pt x="4022" y="12430"/>
                  </a:lnTo>
                  <a:lnTo>
                    <a:pt x="3924" y="12342"/>
                  </a:lnTo>
                  <a:lnTo>
                    <a:pt x="3825" y="12273"/>
                  </a:lnTo>
                  <a:lnTo>
                    <a:pt x="3717" y="12224"/>
                  </a:lnTo>
                  <a:lnTo>
                    <a:pt x="3599" y="12184"/>
                  </a:lnTo>
                  <a:lnTo>
                    <a:pt x="3471" y="12155"/>
                  </a:lnTo>
                  <a:lnTo>
                    <a:pt x="3344" y="12145"/>
                  </a:lnTo>
                  <a:lnTo>
                    <a:pt x="3245" y="12155"/>
                  </a:lnTo>
                  <a:lnTo>
                    <a:pt x="3147" y="12165"/>
                  </a:lnTo>
                  <a:lnTo>
                    <a:pt x="3058" y="12184"/>
                  </a:lnTo>
                  <a:lnTo>
                    <a:pt x="2970" y="12224"/>
                  </a:lnTo>
                  <a:lnTo>
                    <a:pt x="2891" y="12263"/>
                  </a:lnTo>
                  <a:lnTo>
                    <a:pt x="2813" y="12312"/>
                  </a:lnTo>
                  <a:lnTo>
                    <a:pt x="2734" y="12361"/>
                  </a:lnTo>
                  <a:lnTo>
                    <a:pt x="2675" y="12420"/>
                  </a:lnTo>
                  <a:lnTo>
                    <a:pt x="2606" y="12489"/>
                  </a:lnTo>
                  <a:lnTo>
                    <a:pt x="2557" y="12568"/>
                  </a:lnTo>
                  <a:lnTo>
                    <a:pt x="2508" y="12647"/>
                  </a:lnTo>
                  <a:lnTo>
                    <a:pt x="2468" y="12725"/>
                  </a:lnTo>
                  <a:lnTo>
                    <a:pt x="2439" y="12814"/>
                  </a:lnTo>
                  <a:lnTo>
                    <a:pt x="2409" y="12902"/>
                  </a:lnTo>
                  <a:lnTo>
                    <a:pt x="2400" y="13001"/>
                  </a:lnTo>
                  <a:lnTo>
                    <a:pt x="2390" y="13099"/>
                  </a:lnTo>
                  <a:lnTo>
                    <a:pt x="2400" y="13197"/>
                  </a:lnTo>
                  <a:lnTo>
                    <a:pt x="2409" y="13286"/>
                  </a:lnTo>
                  <a:lnTo>
                    <a:pt x="2439" y="13384"/>
                  </a:lnTo>
                  <a:lnTo>
                    <a:pt x="2468" y="13473"/>
                  </a:lnTo>
                  <a:lnTo>
                    <a:pt x="2508" y="13551"/>
                  </a:lnTo>
                  <a:lnTo>
                    <a:pt x="2557" y="13630"/>
                  </a:lnTo>
                  <a:lnTo>
                    <a:pt x="2606" y="13699"/>
                  </a:lnTo>
                  <a:lnTo>
                    <a:pt x="2675" y="13768"/>
                  </a:lnTo>
                  <a:lnTo>
                    <a:pt x="2734" y="13836"/>
                  </a:lnTo>
                  <a:lnTo>
                    <a:pt x="2813" y="13886"/>
                  </a:lnTo>
                  <a:lnTo>
                    <a:pt x="2891" y="13935"/>
                  </a:lnTo>
                  <a:lnTo>
                    <a:pt x="2970" y="13974"/>
                  </a:lnTo>
                  <a:lnTo>
                    <a:pt x="3058" y="14004"/>
                  </a:lnTo>
                  <a:lnTo>
                    <a:pt x="3147" y="14033"/>
                  </a:lnTo>
                  <a:lnTo>
                    <a:pt x="3245" y="14043"/>
                  </a:lnTo>
                  <a:lnTo>
                    <a:pt x="3344" y="14053"/>
                  </a:lnTo>
                  <a:lnTo>
                    <a:pt x="3471" y="14043"/>
                  </a:lnTo>
                  <a:lnTo>
                    <a:pt x="3599" y="14013"/>
                  </a:lnTo>
                  <a:lnTo>
                    <a:pt x="3717" y="13974"/>
                  </a:lnTo>
                  <a:lnTo>
                    <a:pt x="3825" y="13915"/>
                  </a:lnTo>
                  <a:lnTo>
                    <a:pt x="3924" y="13846"/>
                  </a:lnTo>
                  <a:lnTo>
                    <a:pt x="4022" y="13768"/>
                  </a:lnTo>
                  <a:lnTo>
                    <a:pt x="4101" y="13679"/>
                  </a:lnTo>
                  <a:lnTo>
                    <a:pt x="4170" y="13571"/>
                  </a:lnTo>
                  <a:lnTo>
                    <a:pt x="6195" y="13571"/>
                  </a:lnTo>
                  <a:lnTo>
                    <a:pt x="6195" y="12617"/>
                  </a:lnTo>
                  <a:lnTo>
                    <a:pt x="6195" y="11299"/>
                  </a:lnTo>
                  <a:lnTo>
                    <a:pt x="9057" y="11299"/>
                  </a:lnTo>
                  <a:lnTo>
                    <a:pt x="9057" y="12617"/>
                  </a:lnTo>
                  <a:lnTo>
                    <a:pt x="9057" y="13571"/>
                  </a:lnTo>
                  <a:lnTo>
                    <a:pt x="11082" y="13571"/>
                  </a:lnTo>
                  <a:lnTo>
                    <a:pt x="11151" y="13679"/>
                  </a:lnTo>
                  <a:lnTo>
                    <a:pt x="11230" y="13768"/>
                  </a:lnTo>
                  <a:lnTo>
                    <a:pt x="11328" y="13846"/>
                  </a:lnTo>
                  <a:lnTo>
                    <a:pt x="11427" y="13915"/>
                  </a:lnTo>
                  <a:lnTo>
                    <a:pt x="11535" y="13974"/>
                  </a:lnTo>
                  <a:lnTo>
                    <a:pt x="11653" y="14013"/>
                  </a:lnTo>
                  <a:lnTo>
                    <a:pt x="11781" y="14043"/>
                  </a:lnTo>
                  <a:lnTo>
                    <a:pt x="11908" y="14053"/>
                  </a:lnTo>
                  <a:lnTo>
                    <a:pt x="12007" y="14043"/>
                  </a:lnTo>
                  <a:lnTo>
                    <a:pt x="12095" y="14033"/>
                  </a:lnTo>
                  <a:lnTo>
                    <a:pt x="12194" y="14004"/>
                  </a:lnTo>
                  <a:lnTo>
                    <a:pt x="12282" y="13974"/>
                  </a:lnTo>
                  <a:lnTo>
                    <a:pt x="12361" y="13935"/>
                  </a:lnTo>
                  <a:lnTo>
                    <a:pt x="12439" y="13886"/>
                  </a:lnTo>
                  <a:lnTo>
                    <a:pt x="12508" y="13836"/>
                  </a:lnTo>
                  <a:lnTo>
                    <a:pt x="12577" y="13768"/>
                  </a:lnTo>
                  <a:lnTo>
                    <a:pt x="12646" y="13699"/>
                  </a:lnTo>
                  <a:lnTo>
                    <a:pt x="12695" y="13630"/>
                  </a:lnTo>
                  <a:lnTo>
                    <a:pt x="12744" y="13551"/>
                  </a:lnTo>
                  <a:lnTo>
                    <a:pt x="12784" y="13473"/>
                  </a:lnTo>
                  <a:lnTo>
                    <a:pt x="12813" y="13384"/>
                  </a:lnTo>
                  <a:lnTo>
                    <a:pt x="12843" y="13286"/>
                  </a:lnTo>
                  <a:lnTo>
                    <a:pt x="12852" y="13197"/>
                  </a:lnTo>
                  <a:lnTo>
                    <a:pt x="12862" y="13099"/>
                  </a:lnTo>
                  <a:lnTo>
                    <a:pt x="12852" y="13001"/>
                  </a:lnTo>
                  <a:lnTo>
                    <a:pt x="12843" y="12902"/>
                  </a:lnTo>
                  <a:lnTo>
                    <a:pt x="12813" y="12814"/>
                  </a:lnTo>
                  <a:lnTo>
                    <a:pt x="12784" y="12725"/>
                  </a:lnTo>
                  <a:lnTo>
                    <a:pt x="12744" y="12647"/>
                  </a:lnTo>
                  <a:lnTo>
                    <a:pt x="12695" y="12568"/>
                  </a:lnTo>
                  <a:lnTo>
                    <a:pt x="12646" y="12489"/>
                  </a:lnTo>
                  <a:lnTo>
                    <a:pt x="12577" y="12420"/>
                  </a:lnTo>
                  <a:lnTo>
                    <a:pt x="12508" y="12361"/>
                  </a:lnTo>
                  <a:lnTo>
                    <a:pt x="12439" y="12312"/>
                  </a:lnTo>
                  <a:lnTo>
                    <a:pt x="12361" y="12263"/>
                  </a:lnTo>
                  <a:lnTo>
                    <a:pt x="12282" y="12224"/>
                  </a:lnTo>
                  <a:lnTo>
                    <a:pt x="12194" y="12184"/>
                  </a:lnTo>
                  <a:lnTo>
                    <a:pt x="12095" y="12165"/>
                  </a:lnTo>
                  <a:lnTo>
                    <a:pt x="12007" y="12155"/>
                  </a:lnTo>
                  <a:lnTo>
                    <a:pt x="11908" y="12145"/>
                  </a:lnTo>
                  <a:lnTo>
                    <a:pt x="11781" y="12155"/>
                  </a:lnTo>
                  <a:lnTo>
                    <a:pt x="11653" y="12184"/>
                  </a:lnTo>
                  <a:lnTo>
                    <a:pt x="11535" y="12224"/>
                  </a:lnTo>
                  <a:lnTo>
                    <a:pt x="11427" y="12273"/>
                  </a:lnTo>
                  <a:lnTo>
                    <a:pt x="11328" y="12342"/>
                  </a:lnTo>
                  <a:lnTo>
                    <a:pt x="11230" y="12430"/>
                  </a:lnTo>
                  <a:lnTo>
                    <a:pt x="11151" y="12519"/>
                  </a:lnTo>
                  <a:lnTo>
                    <a:pt x="11082" y="12617"/>
                  </a:lnTo>
                  <a:lnTo>
                    <a:pt x="10011" y="12617"/>
                  </a:lnTo>
                  <a:lnTo>
                    <a:pt x="10011" y="11299"/>
                  </a:lnTo>
                  <a:lnTo>
                    <a:pt x="11908" y="11299"/>
                  </a:lnTo>
                  <a:lnTo>
                    <a:pt x="11908" y="9402"/>
                  </a:lnTo>
                  <a:lnTo>
                    <a:pt x="13482" y="9402"/>
                  </a:lnTo>
                  <a:lnTo>
                    <a:pt x="13551" y="9500"/>
                  </a:lnTo>
                  <a:lnTo>
                    <a:pt x="13629" y="9598"/>
                  </a:lnTo>
                  <a:lnTo>
                    <a:pt x="13718" y="9677"/>
                  </a:lnTo>
                  <a:lnTo>
                    <a:pt x="13826" y="9746"/>
                  </a:lnTo>
                  <a:lnTo>
                    <a:pt x="13934" y="9805"/>
                  </a:lnTo>
                  <a:lnTo>
                    <a:pt x="14052" y="9844"/>
                  </a:lnTo>
                  <a:lnTo>
                    <a:pt x="14180" y="9864"/>
                  </a:lnTo>
                  <a:lnTo>
                    <a:pt x="14308" y="9874"/>
                  </a:lnTo>
                  <a:lnTo>
                    <a:pt x="14406" y="9874"/>
                  </a:lnTo>
                  <a:lnTo>
                    <a:pt x="14495" y="9854"/>
                  </a:lnTo>
                  <a:lnTo>
                    <a:pt x="14593" y="9834"/>
                  </a:lnTo>
                  <a:lnTo>
                    <a:pt x="14672" y="9805"/>
                  </a:lnTo>
                  <a:lnTo>
                    <a:pt x="14760" y="9765"/>
                  </a:lnTo>
                  <a:lnTo>
                    <a:pt x="14839" y="9716"/>
                  </a:lnTo>
                  <a:lnTo>
                    <a:pt x="14908" y="9657"/>
                  </a:lnTo>
                  <a:lnTo>
                    <a:pt x="14976" y="9598"/>
                  </a:lnTo>
                  <a:lnTo>
                    <a:pt x="15035" y="9529"/>
                  </a:lnTo>
                  <a:lnTo>
                    <a:pt x="15094" y="9461"/>
                  </a:lnTo>
                  <a:lnTo>
                    <a:pt x="15144" y="9382"/>
                  </a:lnTo>
                  <a:lnTo>
                    <a:pt x="15183" y="9293"/>
                  </a:lnTo>
                  <a:lnTo>
                    <a:pt x="15212" y="9205"/>
                  </a:lnTo>
                  <a:lnTo>
                    <a:pt x="15242" y="9116"/>
                  </a:lnTo>
                  <a:lnTo>
                    <a:pt x="15252" y="9018"/>
                  </a:lnTo>
                  <a:lnTo>
                    <a:pt x="15262" y="8930"/>
                  </a:lnTo>
                  <a:lnTo>
                    <a:pt x="15252" y="8831"/>
                  </a:lnTo>
                  <a:lnTo>
                    <a:pt x="15242" y="8733"/>
                  </a:lnTo>
                  <a:lnTo>
                    <a:pt x="15212" y="8644"/>
                  </a:lnTo>
                  <a:lnTo>
                    <a:pt x="15183" y="8556"/>
                  </a:lnTo>
                  <a:lnTo>
                    <a:pt x="15144" y="8467"/>
                  </a:lnTo>
                  <a:lnTo>
                    <a:pt x="15094" y="8389"/>
                  </a:lnTo>
                  <a:lnTo>
                    <a:pt x="15035" y="8320"/>
                  </a:lnTo>
                  <a:lnTo>
                    <a:pt x="14976" y="8251"/>
                  </a:lnTo>
                  <a:lnTo>
                    <a:pt x="14908" y="8192"/>
                  </a:lnTo>
                  <a:lnTo>
                    <a:pt x="14839" y="8133"/>
                  </a:lnTo>
                  <a:lnTo>
                    <a:pt x="14760" y="8084"/>
                  </a:lnTo>
                  <a:lnTo>
                    <a:pt x="14672" y="8045"/>
                  </a:lnTo>
                  <a:lnTo>
                    <a:pt x="14593" y="8015"/>
                  </a:lnTo>
                  <a:lnTo>
                    <a:pt x="14495" y="7995"/>
                  </a:lnTo>
                  <a:lnTo>
                    <a:pt x="14406" y="7976"/>
                  </a:lnTo>
                  <a:lnTo>
                    <a:pt x="14308" y="7976"/>
                  </a:lnTo>
                  <a:lnTo>
                    <a:pt x="14180" y="7986"/>
                  </a:lnTo>
                  <a:lnTo>
                    <a:pt x="14052" y="8005"/>
                  </a:lnTo>
                  <a:lnTo>
                    <a:pt x="13934" y="8045"/>
                  </a:lnTo>
                  <a:lnTo>
                    <a:pt x="13826" y="8104"/>
                  </a:lnTo>
                  <a:lnTo>
                    <a:pt x="13718" y="8172"/>
                  </a:lnTo>
                  <a:lnTo>
                    <a:pt x="13629" y="8251"/>
                  </a:lnTo>
                  <a:lnTo>
                    <a:pt x="13551" y="8349"/>
                  </a:lnTo>
                  <a:lnTo>
                    <a:pt x="13482" y="8448"/>
                  </a:lnTo>
                  <a:lnTo>
                    <a:pt x="11908" y="8448"/>
                  </a:lnTo>
                  <a:lnTo>
                    <a:pt x="11908" y="5596"/>
                  </a:lnTo>
                  <a:lnTo>
                    <a:pt x="13482" y="5596"/>
                  </a:lnTo>
                  <a:lnTo>
                    <a:pt x="13551" y="5694"/>
                  </a:lnTo>
                  <a:lnTo>
                    <a:pt x="13629" y="5793"/>
                  </a:lnTo>
                  <a:lnTo>
                    <a:pt x="13718" y="5871"/>
                  </a:lnTo>
                  <a:lnTo>
                    <a:pt x="13826" y="5940"/>
                  </a:lnTo>
                  <a:lnTo>
                    <a:pt x="13934" y="5999"/>
                  </a:lnTo>
                  <a:lnTo>
                    <a:pt x="14052" y="6039"/>
                  </a:lnTo>
                  <a:lnTo>
                    <a:pt x="14180" y="6058"/>
                  </a:lnTo>
                  <a:lnTo>
                    <a:pt x="14308" y="6068"/>
                  </a:lnTo>
                  <a:lnTo>
                    <a:pt x="14406" y="6068"/>
                  </a:lnTo>
                  <a:lnTo>
                    <a:pt x="14495" y="6048"/>
                  </a:lnTo>
                  <a:lnTo>
                    <a:pt x="14593" y="6029"/>
                  </a:lnTo>
                  <a:lnTo>
                    <a:pt x="14672" y="5999"/>
                  </a:lnTo>
                  <a:lnTo>
                    <a:pt x="14760" y="5960"/>
                  </a:lnTo>
                  <a:lnTo>
                    <a:pt x="14839" y="5911"/>
                  </a:lnTo>
                  <a:lnTo>
                    <a:pt x="14908" y="5852"/>
                  </a:lnTo>
                  <a:lnTo>
                    <a:pt x="14976" y="5793"/>
                  </a:lnTo>
                  <a:lnTo>
                    <a:pt x="15035" y="5724"/>
                  </a:lnTo>
                  <a:lnTo>
                    <a:pt x="15094" y="5655"/>
                  </a:lnTo>
                  <a:lnTo>
                    <a:pt x="15144" y="5576"/>
                  </a:lnTo>
                  <a:lnTo>
                    <a:pt x="15183" y="5488"/>
                  </a:lnTo>
                  <a:lnTo>
                    <a:pt x="15212" y="5399"/>
                  </a:lnTo>
                  <a:lnTo>
                    <a:pt x="15242" y="5311"/>
                  </a:lnTo>
                  <a:lnTo>
                    <a:pt x="15252" y="5213"/>
                  </a:lnTo>
                  <a:lnTo>
                    <a:pt x="15262" y="5124"/>
                  </a:lnTo>
                  <a:lnTo>
                    <a:pt x="15252" y="5026"/>
                  </a:lnTo>
                  <a:lnTo>
                    <a:pt x="15242" y="4927"/>
                  </a:lnTo>
                  <a:lnTo>
                    <a:pt x="15212" y="4839"/>
                  </a:lnTo>
                  <a:lnTo>
                    <a:pt x="15183" y="4750"/>
                  </a:lnTo>
                  <a:lnTo>
                    <a:pt x="15144" y="4662"/>
                  </a:lnTo>
                  <a:lnTo>
                    <a:pt x="15094" y="4583"/>
                  </a:lnTo>
                  <a:lnTo>
                    <a:pt x="15035" y="4514"/>
                  </a:lnTo>
                  <a:lnTo>
                    <a:pt x="14976" y="4446"/>
                  </a:lnTo>
                  <a:lnTo>
                    <a:pt x="14908" y="4387"/>
                  </a:lnTo>
                  <a:lnTo>
                    <a:pt x="14839" y="4328"/>
                  </a:lnTo>
                  <a:lnTo>
                    <a:pt x="14760" y="4278"/>
                  </a:lnTo>
                  <a:lnTo>
                    <a:pt x="14672" y="4239"/>
                  </a:lnTo>
                  <a:lnTo>
                    <a:pt x="14593" y="4210"/>
                  </a:lnTo>
                  <a:lnTo>
                    <a:pt x="14495" y="4190"/>
                  </a:lnTo>
                  <a:lnTo>
                    <a:pt x="14406" y="4170"/>
                  </a:lnTo>
                  <a:lnTo>
                    <a:pt x="14308" y="4170"/>
                  </a:lnTo>
                  <a:lnTo>
                    <a:pt x="14180" y="4180"/>
                  </a:lnTo>
                  <a:lnTo>
                    <a:pt x="14052" y="4200"/>
                  </a:lnTo>
                  <a:lnTo>
                    <a:pt x="13934" y="4239"/>
                  </a:lnTo>
                  <a:lnTo>
                    <a:pt x="13826" y="4298"/>
                  </a:lnTo>
                  <a:lnTo>
                    <a:pt x="13718" y="4367"/>
                  </a:lnTo>
                  <a:lnTo>
                    <a:pt x="13629" y="4446"/>
                  </a:lnTo>
                  <a:lnTo>
                    <a:pt x="13551" y="4544"/>
                  </a:lnTo>
                  <a:lnTo>
                    <a:pt x="13482" y="4642"/>
                  </a:lnTo>
                  <a:lnTo>
                    <a:pt x="11908" y="4642"/>
                  </a:lnTo>
                  <a:lnTo>
                    <a:pt x="11908" y="2744"/>
                  </a:lnTo>
                  <a:lnTo>
                    <a:pt x="10011" y="2744"/>
                  </a:lnTo>
                  <a:lnTo>
                    <a:pt x="10011" y="1427"/>
                  </a:lnTo>
                  <a:lnTo>
                    <a:pt x="11082" y="1427"/>
                  </a:lnTo>
                  <a:lnTo>
                    <a:pt x="11151" y="1535"/>
                  </a:lnTo>
                  <a:lnTo>
                    <a:pt x="11230" y="1623"/>
                  </a:lnTo>
                  <a:lnTo>
                    <a:pt x="11328" y="1702"/>
                  </a:lnTo>
                  <a:lnTo>
                    <a:pt x="11427" y="1771"/>
                  </a:lnTo>
                  <a:lnTo>
                    <a:pt x="11535" y="1830"/>
                  </a:lnTo>
                  <a:lnTo>
                    <a:pt x="11653" y="1869"/>
                  </a:lnTo>
                  <a:lnTo>
                    <a:pt x="11781" y="1899"/>
                  </a:lnTo>
                  <a:lnTo>
                    <a:pt x="11908" y="1909"/>
                  </a:lnTo>
                  <a:lnTo>
                    <a:pt x="12007" y="1899"/>
                  </a:lnTo>
                  <a:lnTo>
                    <a:pt x="12095" y="1889"/>
                  </a:lnTo>
                  <a:lnTo>
                    <a:pt x="12194" y="1859"/>
                  </a:lnTo>
                  <a:lnTo>
                    <a:pt x="12282" y="1830"/>
                  </a:lnTo>
                  <a:lnTo>
                    <a:pt x="12361" y="1791"/>
                  </a:lnTo>
                  <a:lnTo>
                    <a:pt x="12439" y="1741"/>
                  </a:lnTo>
                  <a:lnTo>
                    <a:pt x="12508" y="1692"/>
                  </a:lnTo>
                  <a:lnTo>
                    <a:pt x="12577" y="1623"/>
                  </a:lnTo>
                  <a:lnTo>
                    <a:pt x="12646" y="1564"/>
                  </a:lnTo>
                  <a:lnTo>
                    <a:pt x="12695" y="1486"/>
                  </a:lnTo>
                  <a:lnTo>
                    <a:pt x="12744" y="1407"/>
                  </a:lnTo>
                  <a:lnTo>
                    <a:pt x="12784" y="1328"/>
                  </a:lnTo>
                  <a:lnTo>
                    <a:pt x="12813" y="1240"/>
                  </a:lnTo>
                  <a:lnTo>
                    <a:pt x="12843" y="1151"/>
                  </a:lnTo>
                  <a:lnTo>
                    <a:pt x="12852" y="1053"/>
                  </a:lnTo>
                  <a:lnTo>
                    <a:pt x="12862" y="955"/>
                  </a:lnTo>
                  <a:lnTo>
                    <a:pt x="12852" y="856"/>
                  </a:lnTo>
                  <a:lnTo>
                    <a:pt x="12843" y="768"/>
                  </a:lnTo>
                  <a:lnTo>
                    <a:pt x="12813" y="670"/>
                  </a:lnTo>
                  <a:lnTo>
                    <a:pt x="12784" y="581"/>
                  </a:lnTo>
                  <a:lnTo>
                    <a:pt x="12744" y="502"/>
                  </a:lnTo>
                  <a:lnTo>
                    <a:pt x="12695" y="424"/>
                  </a:lnTo>
                  <a:lnTo>
                    <a:pt x="12646" y="355"/>
                  </a:lnTo>
                  <a:lnTo>
                    <a:pt x="12577" y="286"/>
                  </a:lnTo>
                  <a:lnTo>
                    <a:pt x="12508" y="217"/>
                  </a:lnTo>
                  <a:lnTo>
                    <a:pt x="12439" y="168"/>
                  </a:lnTo>
                  <a:lnTo>
                    <a:pt x="12361" y="119"/>
                  </a:lnTo>
                  <a:lnTo>
                    <a:pt x="12282" y="80"/>
                  </a:lnTo>
                  <a:lnTo>
                    <a:pt x="12194" y="50"/>
                  </a:lnTo>
                  <a:lnTo>
                    <a:pt x="12095" y="21"/>
                  </a:lnTo>
                  <a:lnTo>
                    <a:pt x="12007" y="11"/>
                  </a:lnTo>
                  <a:lnTo>
                    <a:pt x="11908" y="1"/>
                  </a:lnTo>
                  <a:lnTo>
                    <a:pt x="11781" y="11"/>
                  </a:lnTo>
                  <a:lnTo>
                    <a:pt x="11653" y="40"/>
                  </a:lnTo>
                  <a:lnTo>
                    <a:pt x="11535" y="80"/>
                  </a:lnTo>
                  <a:lnTo>
                    <a:pt x="11427" y="139"/>
                  </a:lnTo>
                  <a:lnTo>
                    <a:pt x="11328" y="207"/>
                  </a:lnTo>
                  <a:lnTo>
                    <a:pt x="11230" y="286"/>
                  </a:lnTo>
                  <a:lnTo>
                    <a:pt x="11151" y="375"/>
                  </a:lnTo>
                  <a:lnTo>
                    <a:pt x="11082" y="483"/>
                  </a:lnTo>
                  <a:lnTo>
                    <a:pt x="9057" y="483"/>
                  </a:lnTo>
                  <a:lnTo>
                    <a:pt x="9057" y="1427"/>
                  </a:lnTo>
                  <a:lnTo>
                    <a:pt x="9057" y="2744"/>
                  </a:lnTo>
                  <a:lnTo>
                    <a:pt x="6195" y="2744"/>
                  </a:lnTo>
                  <a:lnTo>
                    <a:pt x="6195" y="483"/>
                  </a:lnTo>
                  <a:lnTo>
                    <a:pt x="4170" y="483"/>
                  </a:lnTo>
                  <a:lnTo>
                    <a:pt x="4101" y="375"/>
                  </a:lnTo>
                  <a:lnTo>
                    <a:pt x="4022" y="286"/>
                  </a:lnTo>
                  <a:lnTo>
                    <a:pt x="3924" y="207"/>
                  </a:lnTo>
                  <a:lnTo>
                    <a:pt x="3825" y="139"/>
                  </a:lnTo>
                  <a:lnTo>
                    <a:pt x="3717" y="80"/>
                  </a:lnTo>
                  <a:lnTo>
                    <a:pt x="3599" y="40"/>
                  </a:lnTo>
                  <a:lnTo>
                    <a:pt x="3471" y="11"/>
                  </a:lnTo>
                  <a:lnTo>
                    <a:pt x="334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479" name="Google Shape;6479;p481"/>
          <p:cNvSpPr txBox="1"/>
          <p:nvPr/>
        </p:nvSpPr>
        <p:spPr>
          <a:xfrm>
            <a:off x="457200" y="571500"/>
            <a:ext cx="8054400" cy="2841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sz="1200" i="1">
                <a:solidFill>
                  <a:schemeClr val="lt1"/>
                </a:solidFill>
                <a:latin typeface="IBM Plex Sans"/>
                <a:ea typeface="IBM Plex Sans"/>
                <a:cs typeface="IBM Plex Sans"/>
                <a:sym typeface="IBM Plex Sans"/>
              </a:rPr>
              <a:t>Introduce generative and predictive AI into existing processes with low risk</a:t>
            </a:r>
            <a:endParaRPr sz="1200" i="1">
              <a:solidFill>
                <a:schemeClr val="lt1"/>
              </a:solidFill>
              <a:latin typeface="IBM Plex Sans"/>
              <a:ea typeface="IBM Plex Sans"/>
              <a:cs typeface="IBM Plex Sans"/>
              <a:sym typeface="IBM Plex Sans"/>
            </a:endParaRPr>
          </a:p>
        </p:txBody>
      </p:sp>
      <p:grpSp>
        <p:nvGrpSpPr>
          <p:cNvPr id="6480" name="Google Shape;6480;p481"/>
          <p:cNvGrpSpPr/>
          <p:nvPr/>
        </p:nvGrpSpPr>
        <p:grpSpPr>
          <a:xfrm>
            <a:off x="900513" y="3497597"/>
            <a:ext cx="7251365" cy="570942"/>
            <a:chOff x="985825" y="3629675"/>
            <a:chExt cx="7251365" cy="570942"/>
          </a:xfrm>
        </p:grpSpPr>
        <p:pic>
          <p:nvPicPr>
            <p:cNvPr id="6481" name="Google Shape;6481;p481"/>
            <p:cNvPicPr preferRelativeResize="0"/>
            <p:nvPr/>
          </p:nvPicPr>
          <p:blipFill>
            <a:blip r:embed="rId3">
              <a:alphaModFix/>
            </a:blip>
            <a:stretch>
              <a:fillRect/>
            </a:stretch>
          </p:blipFill>
          <p:spPr>
            <a:xfrm>
              <a:off x="4347346" y="3629675"/>
              <a:ext cx="578198" cy="570942"/>
            </a:xfrm>
            <a:prstGeom prst="rect">
              <a:avLst/>
            </a:prstGeom>
            <a:noFill/>
            <a:ln>
              <a:noFill/>
            </a:ln>
          </p:spPr>
        </p:pic>
        <p:pic>
          <p:nvPicPr>
            <p:cNvPr id="6482" name="Google Shape;6482;p481"/>
            <p:cNvPicPr preferRelativeResize="0"/>
            <p:nvPr/>
          </p:nvPicPr>
          <p:blipFill>
            <a:blip r:embed="rId4">
              <a:alphaModFix/>
            </a:blip>
            <a:stretch>
              <a:fillRect/>
            </a:stretch>
          </p:blipFill>
          <p:spPr>
            <a:xfrm>
              <a:off x="3489876" y="3629675"/>
              <a:ext cx="578198" cy="570942"/>
            </a:xfrm>
            <a:prstGeom prst="rect">
              <a:avLst/>
            </a:prstGeom>
            <a:noFill/>
            <a:ln>
              <a:noFill/>
            </a:ln>
          </p:spPr>
        </p:pic>
        <p:pic>
          <p:nvPicPr>
            <p:cNvPr id="6483" name="Google Shape;6483;p481"/>
            <p:cNvPicPr preferRelativeResize="0"/>
            <p:nvPr/>
          </p:nvPicPr>
          <p:blipFill>
            <a:blip r:embed="rId5">
              <a:alphaModFix/>
            </a:blip>
            <a:stretch>
              <a:fillRect/>
            </a:stretch>
          </p:blipFill>
          <p:spPr>
            <a:xfrm>
              <a:off x="1843295" y="3629675"/>
              <a:ext cx="578198" cy="570942"/>
            </a:xfrm>
            <a:prstGeom prst="rect">
              <a:avLst/>
            </a:prstGeom>
            <a:noFill/>
            <a:ln>
              <a:noFill/>
            </a:ln>
          </p:spPr>
        </p:pic>
        <p:pic>
          <p:nvPicPr>
            <p:cNvPr id="6484" name="Google Shape;6484;p481"/>
            <p:cNvPicPr preferRelativeResize="0"/>
            <p:nvPr/>
          </p:nvPicPr>
          <p:blipFill>
            <a:blip r:embed="rId6">
              <a:alphaModFix/>
            </a:blip>
            <a:stretch>
              <a:fillRect/>
            </a:stretch>
          </p:blipFill>
          <p:spPr>
            <a:xfrm>
              <a:off x="985825" y="3664428"/>
              <a:ext cx="578198" cy="501436"/>
            </a:xfrm>
            <a:prstGeom prst="rect">
              <a:avLst/>
            </a:prstGeom>
            <a:noFill/>
            <a:ln>
              <a:noFill/>
            </a:ln>
          </p:spPr>
        </p:pic>
        <p:pic>
          <p:nvPicPr>
            <p:cNvPr id="6485" name="Google Shape;6485;p481"/>
            <p:cNvPicPr preferRelativeResize="0"/>
            <p:nvPr/>
          </p:nvPicPr>
          <p:blipFill>
            <a:blip r:embed="rId7">
              <a:alphaModFix/>
            </a:blip>
            <a:stretch>
              <a:fillRect/>
            </a:stretch>
          </p:blipFill>
          <p:spPr>
            <a:xfrm>
              <a:off x="2700764" y="3663425"/>
              <a:ext cx="509840" cy="503443"/>
            </a:xfrm>
            <a:prstGeom prst="rect">
              <a:avLst/>
            </a:prstGeom>
            <a:noFill/>
            <a:ln>
              <a:noFill/>
            </a:ln>
          </p:spPr>
        </p:pic>
        <p:pic>
          <p:nvPicPr>
            <p:cNvPr id="6486" name="Google Shape;6486;p481"/>
            <p:cNvPicPr preferRelativeResize="0"/>
            <p:nvPr/>
          </p:nvPicPr>
          <p:blipFill>
            <a:blip r:embed="rId8">
              <a:alphaModFix/>
            </a:blip>
            <a:stretch>
              <a:fillRect/>
            </a:stretch>
          </p:blipFill>
          <p:spPr>
            <a:xfrm>
              <a:off x="6032727" y="3640826"/>
              <a:ext cx="548640" cy="548640"/>
            </a:xfrm>
            <a:prstGeom prst="rect">
              <a:avLst/>
            </a:prstGeom>
            <a:noFill/>
            <a:ln>
              <a:noFill/>
            </a:ln>
          </p:spPr>
        </p:pic>
        <p:pic>
          <p:nvPicPr>
            <p:cNvPr id="6487" name="Google Shape;6487;p481"/>
            <p:cNvPicPr preferRelativeResize="0"/>
            <p:nvPr/>
          </p:nvPicPr>
          <p:blipFill>
            <a:blip r:embed="rId9">
              <a:alphaModFix/>
            </a:blip>
            <a:stretch>
              <a:fillRect/>
            </a:stretch>
          </p:blipFill>
          <p:spPr>
            <a:xfrm>
              <a:off x="6860639" y="3640826"/>
              <a:ext cx="548640" cy="548640"/>
            </a:xfrm>
            <a:prstGeom prst="rect">
              <a:avLst/>
            </a:prstGeom>
            <a:noFill/>
            <a:ln>
              <a:noFill/>
            </a:ln>
          </p:spPr>
        </p:pic>
        <p:pic>
          <p:nvPicPr>
            <p:cNvPr id="6488" name="Google Shape;6488;p481"/>
            <p:cNvPicPr preferRelativeResize="0"/>
            <p:nvPr/>
          </p:nvPicPr>
          <p:blipFill>
            <a:blip r:embed="rId10">
              <a:alphaModFix/>
            </a:blip>
            <a:stretch>
              <a:fillRect/>
            </a:stretch>
          </p:blipFill>
          <p:spPr>
            <a:xfrm>
              <a:off x="5204815" y="3640826"/>
              <a:ext cx="548640" cy="548640"/>
            </a:xfrm>
            <a:prstGeom prst="rect">
              <a:avLst/>
            </a:prstGeom>
            <a:noFill/>
            <a:ln>
              <a:noFill/>
            </a:ln>
          </p:spPr>
        </p:pic>
        <p:pic>
          <p:nvPicPr>
            <p:cNvPr id="6489" name="Google Shape;6489;p481"/>
            <p:cNvPicPr preferRelativeResize="0"/>
            <p:nvPr/>
          </p:nvPicPr>
          <p:blipFill>
            <a:blip r:embed="rId11">
              <a:alphaModFix/>
            </a:blip>
            <a:stretch>
              <a:fillRect/>
            </a:stretch>
          </p:blipFill>
          <p:spPr>
            <a:xfrm>
              <a:off x="7688550" y="3640826"/>
              <a:ext cx="548640" cy="548640"/>
            </a:xfrm>
            <a:prstGeom prst="rect">
              <a:avLst/>
            </a:prstGeom>
            <a:noFill/>
            <a:ln>
              <a:noFill/>
            </a:ln>
          </p:spPr>
        </p:pic>
      </p:gr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6493"/>
        <p:cNvGrpSpPr/>
        <p:nvPr/>
      </p:nvGrpSpPr>
      <p:grpSpPr>
        <a:xfrm>
          <a:off x="0" y="0"/>
          <a:ext cx="0" cy="0"/>
          <a:chOff x="0" y="0"/>
          <a:chExt cx="0" cy="0"/>
        </a:xfrm>
      </p:grpSpPr>
      <p:pic>
        <p:nvPicPr>
          <p:cNvPr id="6494" name="Google Shape;6494;p482"/>
          <p:cNvPicPr preferRelativeResize="0">
            <a:picLocks noGrp="1"/>
          </p:cNvPicPr>
          <p:nvPr>
            <p:ph type="pic" idx="2"/>
          </p:nvPr>
        </p:nvPicPr>
        <p:blipFill rotWithShape="1">
          <a:blip r:embed="rId3">
            <a:alphaModFix/>
          </a:blip>
          <a:srcRect l="31157" t="14111"/>
          <a:stretch/>
        </p:blipFill>
        <p:spPr>
          <a:xfrm>
            <a:off x="4230676" y="1152475"/>
            <a:ext cx="4314300" cy="3536700"/>
          </a:xfrm>
          <a:prstGeom prst="roundRect">
            <a:avLst>
              <a:gd name="adj" fmla="val 16667"/>
            </a:avLst>
          </a:prstGeom>
        </p:spPr>
      </p:pic>
      <p:sp>
        <p:nvSpPr>
          <p:cNvPr id="6495" name="Google Shape;6495;p482"/>
          <p:cNvSpPr txBox="1">
            <a:spLocks noGrp="1"/>
          </p:cNvSpPr>
          <p:nvPr>
            <p:ph type="body" idx="3"/>
          </p:nvPr>
        </p:nvSpPr>
        <p:spPr>
          <a:xfrm>
            <a:off x="467075" y="1724600"/>
            <a:ext cx="3197700" cy="3081000"/>
          </a:xfrm>
          <a:prstGeom prst="rect">
            <a:avLst/>
          </a:prstGeom>
        </p:spPr>
        <p:txBody>
          <a:bodyPr spcFirstLastPara="1" wrap="square" lIns="0" tIns="0" rIns="0" bIns="0" anchor="t" anchorCtr="0">
            <a:noAutofit/>
          </a:bodyPr>
          <a:lstStyle/>
          <a:p>
            <a:pPr marL="457200" lvl="0" indent="-298450" algn="l" rtl="0">
              <a:lnSpc>
                <a:spcPct val="100000"/>
              </a:lnSpc>
              <a:spcBef>
                <a:spcPts val="0"/>
              </a:spcBef>
              <a:spcAft>
                <a:spcPts val="0"/>
              </a:spcAft>
              <a:buClr>
                <a:schemeClr val="accent1"/>
              </a:buClr>
              <a:buSzPts val="1100"/>
              <a:buChar char="■"/>
            </a:pPr>
            <a:r>
              <a:rPr lang="en" sz="1100"/>
              <a:t>Interactive </a:t>
            </a:r>
            <a:r>
              <a:rPr lang="en" sz="1100" b="1"/>
              <a:t>BPMN Copilot</a:t>
            </a:r>
            <a:r>
              <a:rPr lang="en" sz="1100"/>
              <a:t> that creates a process model based on your description, process documentation, or even code</a:t>
            </a:r>
            <a:endParaRPr sz="1100"/>
          </a:p>
          <a:p>
            <a:pPr marL="457200" lvl="0" indent="-298450" algn="l" rtl="0">
              <a:lnSpc>
                <a:spcPct val="100000"/>
              </a:lnSpc>
              <a:spcBef>
                <a:spcPts val="1000"/>
              </a:spcBef>
              <a:spcAft>
                <a:spcPts val="0"/>
              </a:spcAft>
              <a:buClr>
                <a:schemeClr val="accent1"/>
              </a:buClr>
              <a:buSzPts val="1100"/>
              <a:buChar char="■"/>
            </a:pPr>
            <a:r>
              <a:rPr lang="en" sz="1100"/>
              <a:t>Suggestions for out-of-the-box </a:t>
            </a:r>
            <a:r>
              <a:rPr lang="en" sz="1100" b="1"/>
              <a:t>connectors</a:t>
            </a:r>
            <a:r>
              <a:rPr lang="en" sz="1100"/>
              <a:t> to use based on your task descriptions</a:t>
            </a:r>
            <a:endParaRPr sz="1100"/>
          </a:p>
          <a:p>
            <a:pPr marL="457200" lvl="0" indent="-298450" algn="l" rtl="0">
              <a:lnSpc>
                <a:spcPct val="100000"/>
              </a:lnSpc>
              <a:spcBef>
                <a:spcPts val="1000"/>
              </a:spcBef>
              <a:spcAft>
                <a:spcPts val="0"/>
              </a:spcAft>
              <a:buClr>
                <a:schemeClr val="accent1"/>
              </a:buClr>
              <a:buSzPts val="1100"/>
              <a:buChar char="■"/>
            </a:pPr>
            <a:r>
              <a:rPr lang="en" sz="1100" b="1"/>
              <a:t>FEEL Copilot</a:t>
            </a:r>
            <a:r>
              <a:rPr lang="en" sz="1100"/>
              <a:t> that helps you write expressions for use in tasks and connectors</a:t>
            </a:r>
            <a:endParaRPr sz="1100"/>
          </a:p>
          <a:p>
            <a:pPr marL="457200" lvl="0" indent="-298450" algn="l" rtl="0">
              <a:lnSpc>
                <a:spcPct val="100000"/>
              </a:lnSpc>
              <a:spcBef>
                <a:spcPts val="1000"/>
              </a:spcBef>
              <a:spcAft>
                <a:spcPts val="0"/>
              </a:spcAft>
              <a:buClr>
                <a:schemeClr val="accent1"/>
              </a:buClr>
              <a:buSzPts val="1100"/>
              <a:buChar char="■"/>
            </a:pPr>
            <a:r>
              <a:rPr lang="en" sz="1100"/>
              <a:t>An AI-powered </a:t>
            </a:r>
            <a:r>
              <a:rPr lang="en" sz="1100" b="1"/>
              <a:t>form generator </a:t>
            </a:r>
            <a:r>
              <a:rPr lang="en" sz="1100"/>
              <a:t>that uses your input to create forms for user tasks </a:t>
            </a:r>
            <a:endParaRPr sz="1100"/>
          </a:p>
          <a:p>
            <a:pPr marL="457200" lvl="0" indent="-298450" algn="l" rtl="0">
              <a:lnSpc>
                <a:spcPct val="100000"/>
              </a:lnSpc>
              <a:spcBef>
                <a:spcPts val="1000"/>
              </a:spcBef>
              <a:spcAft>
                <a:spcPts val="0"/>
              </a:spcAft>
              <a:buClr>
                <a:schemeClr val="accent1"/>
              </a:buClr>
              <a:buSzPts val="1100"/>
              <a:buChar char="■"/>
            </a:pPr>
            <a:r>
              <a:rPr lang="en" sz="1100"/>
              <a:t>Play Mode Copilot that provides help for </a:t>
            </a:r>
            <a:r>
              <a:rPr lang="en" sz="1100" b="1"/>
              <a:t>incidents</a:t>
            </a:r>
            <a:r>
              <a:rPr lang="en" sz="1100"/>
              <a:t> when simulating processes</a:t>
            </a:r>
            <a:endParaRPr sz="1100"/>
          </a:p>
          <a:p>
            <a:pPr marL="457200" lvl="0" indent="-298450" algn="l" rtl="0">
              <a:lnSpc>
                <a:spcPct val="100000"/>
              </a:lnSpc>
              <a:spcBef>
                <a:spcPts val="1000"/>
              </a:spcBef>
              <a:spcAft>
                <a:spcPts val="1000"/>
              </a:spcAft>
              <a:buClr>
                <a:schemeClr val="accent1"/>
              </a:buClr>
              <a:buSzPts val="1100"/>
              <a:buChar char="■"/>
            </a:pPr>
            <a:r>
              <a:rPr lang="en" sz="1100" b="1"/>
              <a:t>Documentation</a:t>
            </a:r>
            <a:r>
              <a:rPr lang="en" sz="1100"/>
              <a:t> </a:t>
            </a:r>
            <a:r>
              <a:rPr lang="en" sz="1100" b="1"/>
              <a:t>Copilot</a:t>
            </a:r>
            <a:r>
              <a:rPr lang="en" sz="1100"/>
              <a:t> that answers your questions using Camunda’s technical docs and other resources</a:t>
            </a:r>
            <a:endParaRPr sz="1100"/>
          </a:p>
        </p:txBody>
      </p:sp>
      <p:sp>
        <p:nvSpPr>
          <p:cNvPr id="6496" name="Google Shape;6496;p482"/>
          <p:cNvSpPr txBox="1">
            <a:spLocks noGrp="1"/>
          </p:cNvSpPr>
          <p:nvPr>
            <p:ph type="title"/>
          </p:nvPr>
        </p:nvSpPr>
        <p:spPr>
          <a:xfrm>
            <a:off x="457201" y="114300"/>
            <a:ext cx="8229600" cy="369300"/>
          </a:xfrm>
          <a:prstGeom prst="rect">
            <a:avLst/>
          </a:prstGeom>
        </p:spPr>
        <p:txBody>
          <a:bodyPr spcFirstLastPara="1" wrap="square" lIns="0" tIns="0" rIns="0" bIns="0" anchor="t" anchorCtr="0">
            <a:spAutoFit/>
          </a:bodyPr>
          <a:lstStyle/>
          <a:p>
            <a:pPr marL="0" lvl="0" indent="0" algn="l" rtl="0">
              <a:spcBef>
                <a:spcPts val="0"/>
              </a:spcBef>
              <a:spcAft>
                <a:spcPts val="0"/>
              </a:spcAft>
              <a:buNone/>
            </a:pPr>
            <a:r>
              <a:rPr lang="en" sz="2400"/>
              <a:t>Camunda Copilot</a:t>
            </a:r>
            <a:endParaRPr sz="2400"/>
          </a:p>
        </p:txBody>
      </p:sp>
      <p:sp>
        <p:nvSpPr>
          <p:cNvPr id="6497" name="Google Shape;6497;p482"/>
          <p:cNvSpPr txBox="1"/>
          <p:nvPr/>
        </p:nvSpPr>
        <p:spPr>
          <a:xfrm>
            <a:off x="457200" y="571500"/>
            <a:ext cx="8054400" cy="2841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sz="1200" i="1">
                <a:solidFill>
                  <a:schemeClr val="lt1"/>
                </a:solidFill>
                <a:latin typeface="IBM Plex Sans"/>
                <a:ea typeface="IBM Plex Sans"/>
                <a:cs typeface="IBM Plex Sans"/>
                <a:sym typeface="IBM Plex Sans"/>
              </a:rPr>
              <a:t>Enable IT and business users to rapidly prototype process assets with AI-powered assistance</a:t>
            </a:r>
            <a:endParaRPr sz="1200" i="1">
              <a:solidFill>
                <a:schemeClr val="lt1"/>
              </a:solidFill>
              <a:latin typeface="IBM Plex Sans"/>
              <a:ea typeface="IBM Plex Sans"/>
              <a:cs typeface="IBM Plex Sans"/>
              <a:sym typeface="IBM Plex Sans"/>
            </a:endParaRPr>
          </a:p>
        </p:txBody>
      </p:sp>
      <p:sp>
        <p:nvSpPr>
          <p:cNvPr id="6498" name="Google Shape;6498;p482"/>
          <p:cNvSpPr txBox="1">
            <a:spLocks noGrp="1"/>
          </p:cNvSpPr>
          <p:nvPr>
            <p:ph type="subTitle" idx="1"/>
          </p:nvPr>
        </p:nvSpPr>
        <p:spPr>
          <a:xfrm>
            <a:off x="467075" y="1149725"/>
            <a:ext cx="3197700" cy="450600"/>
          </a:xfrm>
          <a:prstGeom prst="rect">
            <a:avLst/>
          </a:prstGeom>
        </p:spPr>
        <p:txBody>
          <a:bodyPr spcFirstLastPara="1" wrap="square" lIns="0" tIns="0" rIns="0" bIns="0" anchor="ctr" anchorCtr="0">
            <a:normAutofit/>
          </a:bodyPr>
          <a:lstStyle/>
          <a:p>
            <a:pPr marL="0" lvl="0" indent="0" algn="ctr" rtl="0">
              <a:spcBef>
                <a:spcPts val="0"/>
              </a:spcBef>
              <a:spcAft>
                <a:spcPts val="0"/>
              </a:spcAft>
              <a:buNone/>
            </a:pPr>
            <a:r>
              <a:rPr lang="en" sz="1700"/>
              <a:t>Copilot Capabilities</a:t>
            </a:r>
            <a:endParaRPr sz="170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6502"/>
        <p:cNvGrpSpPr/>
        <p:nvPr/>
      </p:nvGrpSpPr>
      <p:grpSpPr>
        <a:xfrm>
          <a:off x="0" y="0"/>
          <a:ext cx="0" cy="0"/>
          <a:chOff x="0" y="0"/>
          <a:chExt cx="0" cy="0"/>
        </a:xfrm>
      </p:grpSpPr>
      <p:grpSp>
        <p:nvGrpSpPr>
          <p:cNvPr id="6503" name="Google Shape;6503;p483"/>
          <p:cNvGrpSpPr/>
          <p:nvPr/>
        </p:nvGrpSpPr>
        <p:grpSpPr>
          <a:xfrm>
            <a:off x="501513" y="1640675"/>
            <a:ext cx="5935200" cy="2585100"/>
            <a:chOff x="429550" y="1670650"/>
            <a:chExt cx="5935200" cy="2585100"/>
          </a:xfrm>
        </p:grpSpPr>
        <p:pic>
          <p:nvPicPr>
            <p:cNvPr id="6504" name="Google Shape;6504;p483"/>
            <p:cNvPicPr preferRelativeResize="0"/>
            <p:nvPr/>
          </p:nvPicPr>
          <p:blipFill>
            <a:blip r:embed="rId3">
              <a:alphaModFix/>
            </a:blip>
            <a:stretch>
              <a:fillRect/>
            </a:stretch>
          </p:blipFill>
          <p:spPr>
            <a:xfrm>
              <a:off x="429550" y="1670650"/>
              <a:ext cx="5935200" cy="2585100"/>
            </a:xfrm>
            <a:prstGeom prst="roundRect">
              <a:avLst>
                <a:gd name="adj" fmla="val 6404"/>
              </a:avLst>
            </a:prstGeom>
            <a:noFill/>
            <a:ln>
              <a:noFill/>
            </a:ln>
          </p:spPr>
        </p:pic>
        <p:sp>
          <p:nvSpPr>
            <p:cNvPr id="6505" name="Google Shape;6505;p483"/>
            <p:cNvSpPr/>
            <p:nvPr/>
          </p:nvSpPr>
          <p:spPr>
            <a:xfrm>
              <a:off x="2855925" y="1775575"/>
              <a:ext cx="1799100" cy="1554900"/>
            </a:xfrm>
            <a:prstGeom prst="roundRect">
              <a:avLst>
                <a:gd name="adj" fmla="val 3626"/>
              </a:avLst>
            </a:prstGeom>
            <a:noFill/>
            <a:ln w="2857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BM Plex Sans"/>
                <a:ea typeface="IBM Plex Sans"/>
                <a:cs typeface="IBM Plex Sans"/>
                <a:sym typeface="IBM Plex Sans"/>
              </a:endParaRPr>
            </a:p>
          </p:txBody>
        </p:sp>
        <p:sp>
          <p:nvSpPr>
            <p:cNvPr id="6506" name="Google Shape;6506;p483"/>
            <p:cNvSpPr/>
            <p:nvPr/>
          </p:nvSpPr>
          <p:spPr>
            <a:xfrm>
              <a:off x="3719925" y="2540701"/>
              <a:ext cx="677700" cy="516000"/>
            </a:xfrm>
            <a:prstGeom prst="roundRect">
              <a:avLst>
                <a:gd name="adj" fmla="val 3626"/>
              </a:avLst>
            </a:prstGeom>
            <a:noFill/>
            <a:ln w="2857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BM Plex Sans"/>
                <a:ea typeface="IBM Plex Sans"/>
                <a:cs typeface="IBM Plex Sans"/>
                <a:sym typeface="IBM Plex Sans"/>
              </a:endParaRPr>
            </a:p>
          </p:txBody>
        </p:sp>
      </p:grpSp>
      <p:sp>
        <p:nvSpPr>
          <p:cNvPr id="6507" name="Google Shape;6507;p483"/>
          <p:cNvSpPr/>
          <p:nvPr/>
        </p:nvSpPr>
        <p:spPr>
          <a:xfrm>
            <a:off x="6807863" y="948600"/>
            <a:ext cx="1950900" cy="903300"/>
          </a:xfrm>
          <a:prstGeom prst="rect">
            <a:avLst/>
          </a:prstGeom>
          <a:solidFill>
            <a:schemeClr val="lt2"/>
          </a:solidFill>
          <a:ln w="2857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100" b="1">
                <a:latin typeface="IBM Plex Sans"/>
                <a:ea typeface="IBM Plex Sans"/>
                <a:cs typeface="IBM Plex Sans"/>
                <a:sym typeface="IBM Plex Sans"/>
              </a:rPr>
              <a:t>Ad-hoc next best action</a:t>
            </a:r>
            <a:br>
              <a:rPr lang="en" sz="1100">
                <a:latin typeface="IBM Plex Sans"/>
                <a:ea typeface="IBM Plex Sans"/>
                <a:cs typeface="IBM Plex Sans"/>
                <a:sym typeface="IBM Plex Sans"/>
              </a:rPr>
            </a:br>
            <a:r>
              <a:rPr lang="en" sz="800">
                <a:latin typeface="IBM Plex Sans"/>
                <a:ea typeface="IBM Plex Sans"/>
                <a:cs typeface="IBM Plex Sans"/>
                <a:sym typeface="IBM Plex Sans"/>
              </a:rPr>
              <a:t>Use the BPMN ad-hoc sub-process to integrate Camunda’s next best action framework</a:t>
            </a:r>
            <a:endParaRPr sz="800">
              <a:latin typeface="IBM Plex Sans"/>
              <a:ea typeface="IBM Plex Sans"/>
              <a:cs typeface="IBM Plex Sans"/>
              <a:sym typeface="IBM Plex Sans"/>
            </a:endParaRPr>
          </a:p>
        </p:txBody>
      </p:sp>
      <p:cxnSp>
        <p:nvCxnSpPr>
          <p:cNvPr id="6508" name="Google Shape;6508;p483"/>
          <p:cNvCxnSpPr>
            <a:stCxn id="6505" idx="0"/>
            <a:endCxn id="6507" idx="1"/>
          </p:cNvCxnSpPr>
          <p:nvPr/>
        </p:nvCxnSpPr>
        <p:spPr>
          <a:xfrm rot="-5400000">
            <a:off x="5145038" y="82700"/>
            <a:ext cx="345300" cy="2980500"/>
          </a:xfrm>
          <a:prstGeom prst="bentConnector2">
            <a:avLst/>
          </a:prstGeom>
          <a:noFill/>
          <a:ln w="19050" cap="flat" cmpd="sng">
            <a:solidFill>
              <a:schemeClr val="accent1"/>
            </a:solidFill>
            <a:prstDash val="solid"/>
            <a:round/>
            <a:headEnd type="none" w="med" len="med"/>
            <a:tailEnd type="triangle" w="med" len="med"/>
          </a:ln>
        </p:spPr>
      </p:cxnSp>
      <p:sp>
        <p:nvSpPr>
          <p:cNvPr id="6509" name="Google Shape;6509;p483"/>
          <p:cNvSpPr/>
          <p:nvPr/>
        </p:nvSpPr>
        <p:spPr>
          <a:xfrm>
            <a:off x="6807863" y="2286000"/>
            <a:ext cx="1950900" cy="937200"/>
          </a:xfrm>
          <a:prstGeom prst="rect">
            <a:avLst/>
          </a:prstGeom>
          <a:solidFill>
            <a:schemeClr val="lt2"/>
          </a:solidFill>
          <a:ln w="2857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100" b="1">
                <a:latin typeface="IBM Plex Sans"/>
                <a:ea typeface="IBM Plex Sans"/>
                <a:cs typeface="IBM Plex Sans"/>
                <a:sym typeface="IBM Plex Sans"/>
              </a:rPr>
              <a:t>Ad-hoc task definition</a:t>
            </a:r>
            <a:endParaRPr sz="1100" b="1">
              <a:latin typeface="IBM Plex Sans"/>
              <a:ea typeface="IBM Plex Sans"/>
              <a:cs typeface="IBM Plex Sans"/>
              <a:sym typeface="IBM Plex Sans"/>
            </a:endParaRPr>
          </a:p>
          <a:p>
            <a:pPr marL="0" lvl="0" indent="0" algn="ctr" rtl="0">
              <a:spcBef>
                <a:spcPts val="0"/>
              </a:spcBef>
              <a:spcAft>
                <a:spcPts val="0"/>
              </a:spcAft>
              <a:buNone/>
            </a:pPr>
            <a:r>
              <a:rPr lang="en" sz="800">
                <a:latin typeface="IBM Plex Sans"/>
                <a:ea typeface="IBM Plex Sans"/>
                <a:cs typeface="IBM Plex Sans"/>
                <a:sym typeface="IBM Plex Sans"/>
              </a:rPr>
              <a:t>Define individual actions or processes within the BPMN ad-hoc sub-process</a:t>
            </a:r>
            <a:endParaRPr sz="800">
              <a:latin typeface="IBM Plex Sans"/>
              <a:ea typeface="IBM Plex Sans"/>
              <a:cs typeface="IBM Plex Sans"/>
              <a:sym typeface="IBM Plex Sans"/>
            </a:endParaRPr>
          </a:p>
        </p:txBody>
      </p:sp>
      <p:sp>
        <p:nvSpPr>
          <p:cNvPr id="6510" name="Google Shape;6510;p483"/>
          <p:cNvSpPr/>
          <p:nvPr/>
        </p:nvSpPr>
        <p:spPr>
          <a:xfrm>
            <a:off x="6807863" y="3641950"/>
            <a:ext cx="1950900" cy="937200"/>
          </a:xfrm>
          <a:prstGeom prst="rect">
            <a:avLst/>
          </a:prstGeom>
          <a:solidFill>
            <a:schemeClr val="lt2"/>
          </a:solidFill>
          <a:ln w="2857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100" b="1">
                <a:latin typeface="IBM Plex Sans"/>
                <a:ea typeface="IBM Plex Sans"/>
                <a:cs typeface="IBM Plex Sans"/>
                <a:sym typeface="IBM Plex Sans"/>
              </a:rPr>
              <a:t>Human in the loop</a:t>
            </a:r>
            <a:endParaRPr sz="1100" b="1">
              <a:latin typeface="IBM Plex Sans"/>
              <a:ea typeface="IBM Plex Sans"/>
              <a:cs typeface="IBM Plex Sans"/>
              <a:sym typeface="IBM Plex Sans"/>
            </a:endParaRPr>
          </a:p>
          <a:p>
            <a:pPr marL="0" lvl="0" indent="0" algn="ctr" rtl="0">
              <a:spcBef>
                <a:spcPts val="0"/>
              </a:spcBef>
              <a:spcAft>
                <a:spcPts val="0"/>
              </a:spcAft>
              <a:buNone/>
            </a:pPr>
            <a:r>
              <a:rPr lang="en" sz="800">
                <a:latin typeface="IBM Plex Sans"/>
                <a:ea typeface="IBM Plex Sans"/>
                <a:cs typeface="IBM Plex Sans"/>
                <a:sym typeface="IBM Plex Sans"/>
              </a:rPr>
              <a:t>If the confidence level is too low, involve a knowledge worker to help complete the work</a:t>
            </a:r>
            <a:endParaRPr sz="800">
              <a:latin typeface="IBM Plex Sans"/>
              <a:ea typeface="IBM Plex Sans"/>
              <a:cs typeface="IBM Plex Sans"/>
              <a:sym typeface="IBM Plex Sans"/>
            </a:endParaRPr>
          </a:p>
        </p:txBody>
      </p:sp>
      <p:cxnSp>
        <p:nvCxnSpPr>
          <p:cNvPr id="6511" name="Google Shape;6511;p483"/>
          <p:cNvCxnSpPr>
            <a:stCxn id="6512" idx="4"/>
            <a:endCxn id="6510" idx="1"/>
          </p:cNvCxnSpPr>
          <p:nvPr/>
        </p:nvCxnSpPr>
        <p:spPr>
          <a:xfrm rot="-5400000" flipH="1">
            <a:off x="5243538" y="2546261"/>
            <a:ext cx="671400" cy="2457300"/>
          </a:xfrm>
          <a:prstGeom prst="bentConnector2">
            <a:avLst/>
          </a:prstGeom>
          <a:noFill/>
          <a:ln w="19050" cap="flat" cmpd="sng">
            <a:solidFill>
              <a:schemeClr val="accent6"/>
            </a:solidFill>
            <a:prstDash val="solid"/>
            <a:round/>
            <a:headEnd type="none" w="med" len="med"/>
            <a:tailEnd type="triangle" w="med" len="med"/>
          </a:ln>
        </p:spPr>
      </p:cxnSp>
      <p:cxnSp>
        <p:nvCxnSpPr>
          <p:cNvPr id="6513" name="Google Shape;6513;p483"/>
          <p:cNvCxnSpPr>
            <a:stCxn id="6506" idx="3"/>
            <a:endCxn id="6509" idx="1"/>
          </p:cNvCxnSpPr>
          <p:nvPr/>
        </p:nvCxnSpPr>
        <p:spPr>
          <a:xfrm rot="10800000" flipH="1">
            <a:off x="4469588" y="2754626"/>
            <a:ext cx="2338200" cy="14100"/>
          </a:xfrm>
          <a:prstGeom prst="straightConnector1">
            <a:avLst/>
          </a:prstGeom>
          <a:noFill/>
          <a:ln w="19050" cap="flat" cmpd="sng">
            <a:solidFill>
              <a:schemeClr val="accent3"/>
            </a:solidFill>
            <a:prstDash val="solid"/>
            <a:round/>
            <a:headEnd type="none" w="med" len="med"/>
            <a:tailEnd type="triangle" w="med" len="med"/>
          </a:ln>
        </p:spPr>
      </p:cxnSp>
      <p:sp>
        <p:nvSpPr>
          <p:cNvPr id="6512" name="Google Shape;6512;p483"/>
          <p:cNvSpPr/>
          <p:nvPr/>
        </p:nvSpPr>
        <p:spPr>
          <a:xfrm>
            <a:off x="4217988" y="3174011"/>
            <a:ext cx="265200" cy="265200"/>
          </a:xfrm>
          <a:prstGeom prst="ellipse">
            <a:avLst/>
          </a:prstGeom>
          <a:noFill/>
          <a:ln w="2857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highlight>
                <a:schemeClr val="accent6"/>
              </a:highlight>
              <a:latin typeface="IBM Plex Sans"/>
              <a:ea typeface="IBM Plex Sans"/>
              <a:cs typeface="IBM Plex Sans"/>
              <a:sym typeface="IBM Plex Sans"/>
            </a:endParaRPr>
          </a:p>
        </p:txBody>
      </p:sp>
      <p:sp>
        <p:nvSpPr>
          <p:cNvPr id="6514" name="Google Shape;6514;p483"/>
          <p:cNvSpPr txBox="1">
            <a:spLocks noGrp="1"/>
          </p:cNvSpPr>
          <p:nvPr>
            <p:ph type="title"/>
          </p:nvPr>
        </p:nvSpPr>
        <p:spPr>
          <a:xfrm>
            <a:off x="457200" y="114300"/>
            <a:ext cx="8229600" cy="369300"/>
          </a:xfrm>
          <a:prstGeom prst="rect">
            <a:avLst/>
          </a:prstGeom>
        </p:spPr>
        <p:txBody>
          <a:bodyPr spcFirstLastPara="1" wrap="square" lIns="0" tIns="0" rIns="0" bIns="0" anchor="t" anchorCtr="0">
            <a:spAutoFit/>
          </a:bodyPr>
          <a:lstStyle/>
          <a:p>
            <a:pPr marL="0" lvl="0" indent="0" algn="l" rtl="0">
              <a:spcBef>
                <a:spcPts val="0"/>
              </a:spcBef>
              <a:spcAft>
                <a:spcPts val="0"/>
              </a:spcAft>
              <a:buNone/>
            </a:pPr>
            <a:r>
              <a:rPr lang="en" sz="2400"/>
              <a:t>Autonomous AI</a:t>
            </a:r>
            <a:endParaRPr sz="2400"/>
          </a:p>
        </p:txBody>
      </p:sp>
      <p:sp>
        <p:nvSpPr>
          <p:cNvPr id="6515" name="Google Shape;6515;p483"/>
          <p:cNvSpPr txBox="1"/>
          <p:nvPr/>
        </p:nvSpPr>
        <p:spPr>
          <a:xfrm>
            <a:off x="457200" y="571500"/>
            <a:ext cx="8054400" cy="2841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sz="1200" i="1">
                <a:solidFill>
                  <a:schemeClr val="lt1"/>
                </a:solidFill>
                <a:latin typeface="IBM Plex Sans"/>
                <a:ea typeface="IBM Plex Sans"/>
                <a:cs typeface="IBM Plex Sans"/>
                <a:sym typeface="IBM Plex Sans"/>
              </a:rPr>
              <a:t>Uncover hidden value in your most critical end-to-end business processes</a:t>
            </a:r>
            <a:endParaRPr sz="1200" i="1">
              <a:solidFill>
                <a:schemeClr val="lt1"/>
              </a:solidFill>
              <a:latin typeface="IBM Plex Sans"/>
              <a:ea typeface="IBM Plex Sans"/>
              <a:cs typeface="IBM Plex Sans"/>
              <a:sym typeface="IBM Plex Sans"/>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6519"/>
        <p:cNvGrpSpPr/>
        <p:nvPr/>
      </p:nvGrpSpPr>
      <p:grpSpPr>
        <a:xfrm>
          <a:off x="0" y="0"/>
          <a:ext cx="0" cy="0"/>
          <a:chOff x="0" y="0"/>
          <a:chExt cx="0" cy="0"/>
        </a:xfrm>
      </p:grpSpPr>
      <p:sp>
        <p:nvSpPr>
          <p:cNvPr id="6520" name="Google Shape;6520;p484"/>
          <p:cNvSpPr txBox="1">
            <a:spLocks noGrp="1"/>
          </p:cNvSpPr>
          <p:nvPr>
            <p:ph type="title"/>
          </p:nvPr>
        </p:nvSpPr>
        <p:spPr>
          <a:xfrm>
            <a:off x="4037100" y="750000"/>
            <a:ext cx="4779000" cy="1191300"/>
          </a:xfrm>
          <a:prstGeom prst="rect">
            <a:avLst/>
          </a:prstGeom>
        </p:spPr>
        <p:txBody>
          <a:bodyPr spcFirstLastPara="1" wrap="square" lIns="0" tIns="0" rIns="0" bIns="0" anchor="t" anchorCtr="0">
            <a:spAutoFit/>
          </a:bodyPr>
          <a:lstStyle/>
          <a:p>
            <a:pPr marL="0" lvl="0" indent="0" algn="l" rtl="0">
              <a:spcBef>
                <a:spcPts val="0"/>
              </a:spcBef>
              <a:spcAft>
                <a:spcPts val="0"/>
              </a:spcAft>
              <a:buNone/>
            </a:pPr>
            <a:r>
              <a:rPr lang="en"/>
              <a:t>Build Your First AI Agent in Camunda</a:t>
            </a:r>
            <a:endParaRPr/>
          </a:p>
        </p:txBody>
      </p:sp>
      <p:sp>
        <p:nvSpPr>
          <p:cNvPr id="6521" name="Google Shape;6521;p484"/>
          <p:cNvSpPr txBox="1">
            <a:spLocks noGrp="1"/>
          </p:cNvSpPr>
          <p:nvPr>
            <p:ph type="subTitle" idx="1"/>
          </p:nvPr>
        </p:nvSpPr>
        <p:spPr>
          <a:xfrm>
            <a:off x="4037100" y="2319300"/>
            <a:ext cx="4650000" cy="1629300"/>
          </a:xfrm>
          <a:prstGeom prst="rect">
            <a:avLst/>
          </a:prstGeom>
        </p:spPr>
        <p:txBody>
          <a:bodyPr spcFirstLastPara="1" wrap="square" lIns="0" tIns="0" rIns="0" bIns="0" anchor="t" anchorCtr="0">
            <a:normAutofit/>
          </a:bodyPr>
          <a:lstStyle/>
          <a:p>
            <a:pPr marL="0" lvl="0" indent="0" algn="l" rtl="0">
              <a:spcBef>
                <a:spcPts val="0"/>
              </a:spcBef>
              <a:spcAft>
                <a:spcPts val="1200"/>
              </a:spcAft>
              <a:buNone/>
            </a:pPr>
            <a:r>
              <a:rPr lang="en"/>
              <a:t>Follow this step-by-step guide to start developing agentic process orchestration with Camunda today.</a:t>
            </a:r>
            <a:endParaRPr/>
          </a:p>
        </p:txBody>
      </p:sp>
      <p:pic>
        <p:nvPicPr>
          <p:cNvPr id="6522" name="Google Shape;6522;p484"/>
          <p:cNvPicPr preferRelativeResize="0">
            <a:picLocks noGrp="1"/>
          </p:cNvPicPr>
          <p:nvPr>
            <p:ph type="pic" idx="2"/>
          </p:nvPr>
        </p:nvPicPr>
        <p:blipFill rotWithShape="1">
          <a:blip r:embed="rId3">
            <a:alphaModFix/>
          </a:blip>
          <a:srcRect l="139" r="139"/>
          <a:stretch/>
        </p:blipFill>
        <p:spPr>
          <a:xfrm>
            <a:off x="630200" y="557875"/>
            <a:ext cx="2709900" cy="3507900"/>
          </a:xfrm>
          <a:prstGeom prst="rect">
            <a:avLst/>
          </a:prstGeom>
        </p:spPr>
      </p:pic>
      <p:sp>
        <p:nvSpPr>
          <p:cNvPr id="6523" name="Google Shape;6523;p484"/>
          <p:cNvSpPr txBox="1">
            <a:spLocks noGrp="1"/>
          </p:cNvSpPr>
          <p:nvPr>
            <p:ph type="subTitle" idx="3"/>
          </p:nvPr>
        </p:nvSpPr>
        <p:spPr>
          <a:xfrm>
            <a:off x="4037100" y="4659808"/>
            <a:ext cx="4650000" cy="246000"/>
          </a:xfrm>
          <a:prstGeom prst="rect">
            <a:avLst/>
          </a:prstGeom>
        </p:spPr>
        <p:txBody>
          <a:bodyPr spcFirstLastPara="1" wrap="square" lIns="0" tIns="0" rIns="0" bIns="0" anchor="t" anchorCtr="0">
            <a:normAutofit fontScale="47500" lnSpcReduction="20000"/>
          </a:bodyPr>
          <a:lstStyle/>
          <a:p>
            <a:pPr marL="0" lvl="0" indent="0" algn="l" rtl="0">
              <a:spcBef>
                <a:spcPts val="0"/>
              </a:spcBef>
              <a:spcAft>
                <a:spcPts val="1200"/>
              </a:spcAft>
              <a:buNone/>
            </a:pPr>
            <a:r>
              <a:rPr lang="en" sz="1300" u="sng">
                <a:hlinkClick r:id="rId4"/>
              </a:rPr>
              <a:t>camunda.com/blog/2025/02/building-ai-agent-camunda</a:t>
            </a:r>
            <a:r>
              <a:rPr lang="en" sz="1300"/>
              <a:t> </a:t>
            </a:r>
            <a:endParaRPr sz="130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6527"/>
        <p:cNvGrpSpPr/>
        <p:nvPr/>
      </p:nvGrpSpPr>
      <p:grpSpPr>
        <a:xfrm>
          <a:off x="0" y="0"/>
          <a:ext cx="0" cy="0"/>
          <a:chOff x="0" y="0"/>
          <a:chExt cx="0" cy="0"/>
        </a:xfrm>
      </p:grpSpPr>
      <p:sp>
        <p:nvSpPr>
          <p:cNvPr id="6528" name="Google Shape;6528;p485"/>
          <p:cNvSpPr txBox="1">
            <a:spLocks noGrp="1"/>
          </p:cNvSpPr>
          <p:nvPr>
            <p:ph type="title"/>
          </p:nvPr>
        </p:nvSpPr>
        <p:spPr>
          <a:xfrm>
            <a:off x="1476301" y="1789950"/>
            <a:ext cx="5915700" cy="996300"/>
          </a:xfrm>
          <a:prstGeom prst="rect">
            <a:avLst/>
          </a:prstGeom>
        </p:spPr>
        <p:txBody>
          <a:bodyPr spcFirstLastPara="1" wrap="square" lIns="0" tIns="0" rIns="0" bIns="0" anchor="ctr" anchorCtr="0">
            <a:normAutofit/>
          </a:bodyPr>
          <a:lstStyle/>
          <a:p>
            <a:pPr marL="0" lvl="0" indent="0" algn="ctr" rtl="0">
              <a:spcBef>
                <a:spcPts val="0"/>
              </a:spcBef>
              <a:spcAft>
                <a:spcPts val="0"/>
              </a:spcAft>
              <a:buNone/>
            </a:pPr>
            <a:r>
              <a:rPr lang="en" sz="2200"/>
              <a:t>Camunda components</a:t>
            </a:r>
            <a:endParaRPr sz="220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6532"/>
        <p:cNvGrpSpPr/>
        <p:nvPr/>
      </p:nvGrpSpPr>
      <p:grpSpPr>
        <a:xfrm>
          <a:off x="0" y="0"/>
          <a:ext cx="0" cy="0"/>
          <a:chOff x="0" y="0"/>
          <a:chExt cx="0" cy="0"/>
        </a:xfrm>
      </p:grpSpPr>
      <p:sp>
        <p:nvSpPr>
          <p:cNvPr id="6533" name="Google Shape;6533;p486"/>
          <p:cNvSpPr txBox="1">
            <a:spLocks noGrp="1"/>
          </p:cNvSpPr>
          <p:nvPr>
            <p:ph type="title"/>
          </p:nvPr>
        </p:nvSpPr>
        <p:spPr>
          <a:xfrm>
            <a:off x="457200" y="114300"/>
            <a:ext cx="3612900" cy="523200"/>
          </a:xfrm>
          <a:prstGeom prst="rect">
            <a:avLst/>
          </a:prstGeom>
        </p:spPr>
        <p:txBody>
          <a:bodyPr spcFirstLastPara="1" wrap="square" lIns="0" tIns="0" rIns="0" bIns="0" anchor="t" anchorCtr="0">
            <a:spAutoFit/>
          </a:bodyPr>
          <a:lstStyle/>
          <a:p>
            <a:pPr marL="0" lvl="0" indent="0" algn="l" rtl="0">
              <a:spcBef>
                <a:spcPts val="0"/>
              </a:spcBef>
              <a:spcAft>
                <a:spcPts val="0"/>
              </a:spcAft>
              <a:buNone/>
            </a:pPr>
            <a:r>
              <a:rPr lang="en"/>
              <a:t>Modeler</a:t>
            </a:r>
            <a:endParaRPr/>
          </a:p>
        </p:txBody>
      </p:sp>
      <p:sp>
        <p:nvSpPr>
          <p:cNvPr id="6534" name="Google Shape;6534;p486"/>
          <p:cNvSpPr txBox="1">
            <a:spLocks noGrp="1"/>
          </p:cNvSpPr>
          <p:nvPr>
            <p:ph type="subTitle" idx="1"/>
          </p:nvPr>
        </p:nvSpPr>
        <p:spPr>
          <a:xfrm>
            <a:off x="457200" y="1183877"/>
            <a:ext cx="3612900" cy="312900"/>
          </a:xfrm>
          <a:prstGeom prst="rect">
            <a:avLst/>
          </a:prstGeom>
        </p:spPr>
        <p:txBody>
          <a:bodyPr spcFirstLastPara="1" wrap="square" lIns="0" tIns="0" rIns="0" bIns="0" anchor="t" anchorCtr="0">
            <a:normAutofit fontScale="77500" lnSpcReduction="20000"/>
          </a:bodyPr>
          <a:lstStyle/>
          <a:p>
            <a:pPr marL="0" lvl="0" indent="0" algn="l" rtl="0">
              <a:spcBef>
                <a:spcPts val="0"/>
              </a:spcBef>
              <a:spcAft>
                <a:spcPts val="1200"/>
              </a:spcAft>
              <a:buNone/>
            </a:pPr>
            <a:r>
              <a:rPr lang="en"/>
              <a:t>Leverage one model for collaboration</a:t>
            </a:r>
            <a:endParaRPr/>
          </a:p>
        </p:txBody>
      </p:sp>
      <p:sp>
        <p:nvSpPr>
          <p:cNvPr id="6535" name="Google Shape;6535;p486"/>
          <p:cNvSpPr txBox="1">
            <a:spLocks noGrp="1"/>
          </p:cNvSpPr>
          <p:nvPr>
            <p:ph type="body" idx="2"/>
          </p:nvPr>
        </p:nvSpPr>
        <p:spPr>
          <a:xfrm>
            <a:off x="464326" y="1504916"/>
            <a:ext cx="3612900" cy="831600"/>
          </a:xfrm>
          <a:prstGeom prst="rect">
            <a:avLst/>
          </a:prstGeom>
        </p:spPr>
        <p:txBody>
          <a:bodyPr spcFirstLastPara="1" wrap="square" lIns="0" tIns="0" rIns="0" bIns="0" anchor="t" anchorCtr="0">
            <a:normAutofit lnSpcReduction="10000"/>
          </a:bodyPr>
          <a:lstStyle/>
          <a:p>
            <a:pPr marL="0" lvl="0" indent="0" algn="l" rtl="0">
              <a:lnSpc>
                <a:spcPct val="100000"/>
              </a:lnSpc>
              <a:spcBef>
                <a:spcPts val="0"/>
              </a:spcBef>
              <a:spcAft>
                <a:spcPts val="1200"/>
              </a:spcAft>
              <a:buNone/>
            </a:pPr>
            <a:r>
              <a:rPr lang="en"/>
              <a:t>Business stakeholders and software developers use the BPMN standard to model complex business processes, ending siloed, error-prone automation and introducing one process model.</a:t>
            </a:r>
            <a:endParaRPr/>
          </a:p>
        </p:txBody>
      </p:sp>
      <p:sp>
        <p:nvSpPr>
          <p:cNvPr id="6536" name="Google Shape;6536;p486"/>
          <p:cNvSpPr txBox="1">
            <a:spLocks noGrp="1"/>
          </p:cNvSpPr>
          <p:nvPr>
            <p:ph type="subTitle" idx="3"/>
          </p:nvPr>
        </p:nvSpPr>
        <p:spPr>
          <a:xfrm>
            <a:off x="457200" y="2422934"/>
            <a:ext cx="3612900" cy="312900"/>
          </a:xfrm>
          <a:prstGeom prst="rect">
            <a:avLst/>
          </a:prstGeom>
        </p:spPr>
        <p:txBody>
          <a:bodyPr spcFirstLastPara="1" wrap="square" lIns="0" tIns="0" rIns="0" bIns="0" anchor="t" anchorCtr="0">
            <a:normAutofit fontScale="77500" lnSpcReduction="20000"/>
          </a:bodyPr>
          <a:lstStyle/>
          <a:p>
            <a:pPr marL="0" lvl="0" indent="0" algn="l" rtl="0">
              <a:spcBef>
                <a:spcPts val="0"/>
              </a:spcBef>
              <a:spcAft>
                <a:spcPts val="1200"/>
              </a:spcAft>
              <a:buNone/>
            </a:pPr>
            <a:r>
              <a:rPr lang="en"/>
              <a:t>Comment, share, and more</a:t>
            </a:r>
            <a:endParaRPr/>
          </a:p>
        </p:txBody>
      </p:sp>
      <p:sp>
        <p:nvSpPr>
          <p:cNvPr id="6537" name="Google Shape;6537;p486"/>
          <p:cNvSpPr txBox="1">
            <a:spLocks noGrp="1"/>
          </p:cNvSpPr>
          <p:nvPr>
            <p:ph type="body" idx="4"/>
          </p:nvPr>
        </p:nvSpPr>
        <p:spPr>
          <a:xfrm>
            <a:off x="464326" y="2743982"/>
            <a:ext cx="3612900" cy="831600"/>
          </a:xfrm>
          <a:prstGeom prst="rect">
            <a:avLst/>
          </a:prstGeom>
        </p:spPr>
        <p:txBody>
          <a:bodyPr spcFirstLastPara="1" wrap="square" lIns="0" tIns="0" rIns="0" bIns="0" anchor="t" anchorCtr="0">
            <a:normAutofit lnSpcReduction="10000"/>
          </a:bodyPr>
          <a:lstStyle/>
          <a:p>
            <a:pPr marL="0" lvl="0" indent="0" algn="l" rtl="0">
              <a:lnSpc>
                <a:spcPct val="100000"/>
              </a:lnSpc>
              <a:spcBef>
                <a:spcPts val="0"/>
              </a:spcBef>
              <a:spcAft>
                <a:spcPts val="1200"/>
              </a:spcAft>
              <a:buNone/>
            </a:pPr>
            <a:r>
              <a:rPr lang="en"/>
              <a:t>Take advantage of collaboration features such as comments, user tagging, shareable links, embeddable process diagrams, export to BPMN and image formats, and support for milestones.</a:t>
            </a:r>
            <a:endParaRPr/>
          </a:p>
        </p:txBody>
      </p:sp>
      <p:sp>
        <p:nvSpPr>
          <p:cNvPr id="6538" name="Google Shape;6538;p486"/>
          <p:cNvSpPr txBox="1">
            <a:spLocks noGrp="1"/>
          </p:cNvSpPr>
          <p:nvPr>
            <p:ph type="subTitle" idx="5"/>
          </p:nvPr>
        </p:nvSpPr>
        <p:spPr>
          <a:xfrm>
            <a:off x="457200" y="3661991"/>
            <a:ext cx="3612900" cy="312900"/>
          </a:xfrm>
          <a:prstGeom prst="rect">
            <a:avLst/>
          </a:prstGeom>
        </p:spPr>
        <p:txBody>
          <a:bodyPr spcFirstLastPara="1" wrap="square" lIns="0" tIns="0" rIns="0" bIns="0" anchor="t" anchorCtr="0">
            <a:normAutofit fontScale="77500" lnSpcReduction="20000"/>
          </a:bodyPr>
          <a:lstStyle/>
          <a:p>
            <a:pPr marL="0" lvl="0" indent="0" algn="l" rtl="0">
              <a:spcBef>
                <a:spcPts val="0"/>
              </a:spcBef>
              <a:spcAft>
                <a:spcPts val="1200"/>
              </a:spcAft>
              <a:buNone/>
            </a:pPr>
            <a:r>
              <a:rPr lang="en"/>
              <a:t>Automate business decisions</a:t>
            </a:r>
            <a:endParaRPr/>
          </a:p>
        </p:txBody>
      </p:sp>
      <p:sp>
        <p:nvSpPr>
          <p:cNvPr id="6539" name="Google Shape;6539;p486"/>
          <p:cNvSpPr txBox="1">
            <a:spLocks noGrp="1"/>
          </p:cNvSpPr>
          <p:nvPr>
            <p:ph type="body" idx="6"/>
          </p:nvPr>
        </p:nvSpPr>
        <p:spPr>
          <a:xfrm>
            <a:off x="464326" y="3983048"/>
            <a:ext cx="3612900" cy="831600"/>
          </a:xfrm>
          <a:prstGeom prst="rect">
            <a:avLst/>
          </a:prstGeom>
        </p:spPr>
        <p:txBody>
          <a:bodyPr spcFirstLastPara="1" wrap="square" lIns="0" tIns="0" rIns="0" bIns="0" anchor="t" anchorCtr="0">
            <a:normAutofit lnSpcReduction="10000"/>
          </a:bodyPr>
          <a:lstStyle/>
          <a:p>
            <a:pPr marL="0" lvl="0" indent="0" algn="l" rtl="0">
              <a:lnSpc>
                <a:spcPct val="100000"/>
              </a:lnSpc>
              <a:spcBef>
                <a:spcPts val="0"/>
              </a:spcBef>
              <a:spcAft>
                <a:spcPts val="1200"/>
              </a:spcAft>
              <a:buNone/>
            </a:pPr>
            <a:r>
              <a:rPr lang="en"/>
              <a:t>Businesses run on decisions. Use the DMN standard to apply decision-making directly to the same process model. Empower business users to define and update decision tables without IT resources.</a:t>
            </a:r>
            <a:endParaRPr/>
          </a:p>
        </p:txBody>
      </p:sp>
      <p:sp>
        <p:nvSpPr>
          <p:cNvPr id="6540" name="Google Shape;6540;p486"/>
          <p:cNvSpPr txBox="1"/>
          <p:nvPr/>
        </p:nvSpPr>
        <p:spPr>
          <a:xfrm>
            <a:off x="457200" y="726038"/>
            <a:ext cx="3612900" cy="369300"/>
          </a:xfrm>
          <a:prstGeom prst="rect">
            <a:avLst/>
          </a:prstGeom>
          <a:noFill/>
          <a:ln>
            <a:noFill/>
          </a:ln>
        </p:spPr>
        <p:txBody>
          <a:bodyPr spcFirstLastPara="1" wrap="square" lIns="0" tIns="0" rIns="0" bIns="0" anchor="t" anchorCtr="0">
            <a:spAutoFit/>
          </a:bodyPr>
          <a:lstStyle/>
          <a:p>
            <a:pPr marL="0" lvl="0" indent="0" algn="l" rtl="0">
              <a:lnSpc>
                <a:spcPct val="100000"/>
              </a:lnSpc>
              <a:spcBef>
                <a:spcPts val="0"/>
              </a:spcBef>
              <a:spcAft>
                <a:spcPts val="0"/>
              </a:spcAft>
              <a:buNone/>
            </a:pPr>
            <a:r>
              <a:rPr lang="en" sz="1200" i="1">
                <a:solidFill>
                  <a:schemeClr val="dk1"/>
                </a:solidFill>
                <a:latin typeface="IBM Plex Sans"/>
                <a:ea typeface="IBM Plex Sans"/>
                <a:cs typeface="IBM Plex Sans"/>
                <a:sym typeface="IBM Plex Sans"/>
              </a:rPr>
              <a:t>Developers and business users collaborate to design processes, decisions, and forms.</a:t>
            </a:r>
            <a:endParaRPr sz="1200" b="1" i="1">
              <a:solidFill>
                <a:schemeClr val="dk1"/>
              </a:solidFill>
              <a:latin typeface="IBM Plex Sans"/>
              <a:ea typeface="IBM Plex Sans"/>
              <a:cs typeface="IBM Plex Sans"/>
              <a:sym typeface="IBM Plex Sans"/>
            </a:endParaRPr>
          </a:p>
        </p:txBody>
      </p:sp>
      <p:pic>
        <p:nvPicPr>
          <p:cNvPr id="6541" name="Google Shape;6541;p486"/>
          <p:cNvPicPr preferRelativeResize="0"/>
          <p:nvPr/>
        </p:nvPicPr>
        <p:blipFill>
          <a:blip r:embed="rId3">
            <a:alphaModFix/>
          </a:blip>
          <a:stretch>
            <a:fillRect/>
          </a:stretch>
        </p:blipFill>
        <p:spPr>
          <a:xfrm>
            <a:off x="4977350" y="1775721"/>
            <a:ext cx="3414702" cy="1607299"/>
          </a:xfrm>
          <a:prstGeom prst="rect">
            <a:avLst/>
          </a:prstGeom>
          <a:noFill/>
          <a:ln>
            <a:noFill/>
          </a:ln>
        </p:spPr>
      </p:pic>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Shape 6545"/>
        <p:cNvGrpSpPr/>
        <p:nvPr/>
      </p:nvGrpSpPr>
      <p:grpSpPr>
        <a:xfrm>
          <a:off x="0" y="0"/>
          <a:ext cx="0" cy="0"/>
          <a:chOff x="0" y="0"/>
          <a:chExt cx="0" cy="0"/>
        </a:xfrm>
      </p:grpSpPr>
      <p:sp>
        <p:nvSpPr>
          <p:cNvPr id="6546" name="Google Shape;6546;p487"/>
          <p:cNvSpPr txBox="1">
            <a:spLocks noGrp="1"/>
          </p:cNvSpPr>
          <p:nvPr>
            <p:ph type="title"/>
          </p:nvPr>
        </p:nvSpPr>
        <p:spPr>
          <a:xfrm>
            <a:off x="457200" y="114300"/>
            <a:ext cx="3612900" cy="523200"/>
          </a:xfrm>
          <a:prstGeom prst="rect">
            <a:avLst/>
          </a:prstGeom>
        </p:spPr>
        <p:txBody>
          <a:bodyPr spcFirstLastPara="1" wrap="square" lIns="0" tIns="0" rIns="0" bIns="0" anchor="t" anchorCtr="0">
            <a:spAutoFit/>
          </a:bodyPr>
          <a:lstStyle/>
          <a:p>
            <a:pPr marL="0" lvl="0" indent="0" algn="l" rtl="0">
              <a:spcBef>
                <a:spcPts val="0"/>
              </a:spcBef>
              <a:spcAft>
                <a:spcPts val="0"/>
              </a:spcAft>
              <a:buNone/>
            </a:pPr>
            <a:r>
              <a:rPr lang="en"/>
              <a:t>Connectors</a:t>
            </a:r>
            <a:endParaRPr/>
          </a:p>
        </p:txBody>
      </p:sp>
      <p:sp>
        <p:nvSpPr>
          <p:cNvPr id="6547" name="Google Shape;6547;p487"/>
          <p:cNvSpPr txBox="1">
            <a:spLocks noGrp="1"/>
          </p:cNvSpPr>
          <p:nvPr>
            <p:ph type="subTitle" idx="1"/>
          </p:nvPr>
        </p:nvSpPr>
        <p:spPr>
          <a:xfrm>
            <a:off x="457200" y="1183877"/>
            <a:ext cx="3612900" cy="312900"/>
          </a:xfrm>
          <a:prstGeom prst="rect">
            <a:avLst/>
          </a:prstGeom>
        </p:spPr>
        <p:txBody>
          <a:bodyPr spcFirstLastPara="1" wrap="square" lIns="0" tIns="0" rIns="0" bIns="0" anchor="t" anchorCtr="0">
            <a:normAutofit fontScale="77500" lnSpcReduction="20000"/>
          </a:bodyPr>
          <a:lstStyle/>
          <a:p>
            <a:pPr marL="0" lvl="0" indent="0" algn="l" rtl="0">
              <a:spcBef>
                <a:spcPts val="0"/>
              </a:spcBef>
              <a:spcAft>
                <a:spcPts val="1200"/>
              </a:spcAft>
              <a:buNone/>
            </a:pPr>
            <a:r>
              <a:rPr lang="en"/>
              <a:t>Connect to all the things</a:t>
            </a:r>
            <a:endParaRPr/>
          </a:p>
        </p:txBody>
      </p:sp>
      <p:sp>
        <p:nvSpPr>
          <p:cNvPr id="6548" name="Google Shape;6548;p487"/>
          <p:cNvSpPr txBox="1">
            <a:spLocks noGrp="1"/>
          </p:cNvSpPr>
          <p:nvPr>
            <p:ph type="body" idx="2"/>
          </p:nvPr>
        </p:nvSpPr>
        <p:spPr>
          <a:xfrm>
            <a:off x="464326" y="1504916"/>
            <a:ext cx="3612900" cy="831600"/>
          </a:xfrm>
          <a:prstGeom prst="rect">
            <a:avLst/>
          </a:prstGeom>
        </p:spPr>
        <p:txBody>
          <a:bodyPr spcFirstLastPara="1" wrap="square" lIns="0" tIns="0" rIns="0" bIns="0" anchor="t" anchorCtr="0">
            <a:normAutofit lnSpcReduction="10000"/>
          </a:bodyPr>
          <a:lstStyle/>
          <a:p>
            <a:pPr marL="0" lvl="0" indent="0" algn="l" rtl="0">
              <a:lnSpc>
                <a:spcPct val="100000"/>
              </a:lnSpc>
              <a:spcBef>
                <a:spcPts val="0"/>
              </a:spcBef>
              <a:spcAft>
                <a:spcPts val="1200"/>
              </a:spcAft>
              <a:buNone/>
            </a:pPr>
            <a:r>
              <a:rPr lang="en" u="sng">
                <a:solidFill>
                  <a:schemeClr val="hlink"/>
                </a:solidFill>
                <a:hlinkClick r:id="rId3"/>
              </a:rPr>
              <a:t>Camunda Marketplace</a:t>
            </a:r>
            <a:r>
              <a:rPr lang="en"/>
              <a:t> offers pre-built connectors for task automation tools, AI/ML services, enterprise applications, collaboration tools, content management systems, and more.</a:t>
            </a:r>
            <a:endParaRPr/>
          </a:p>
        </p:txBody>
      </p:sp>
      <p:sp>
        <p:nvSpPr>
          <p:cNvPr id="6549" name="Google Shape;6549;p487"/>
          <p:cNvSpPr txBox="1">
            <a:spLocks noGrp="1"/>
          </p:cNvSpPr>
          <p:nvPr>
            <p:ph type="subTitle" idx="3"/>
          </p:nvPr>
        </p:nvSpPr>
        <p:spPr>
          <a:xfrm>
            <a:off x="457200" y="2422934"/>
            <a:ext cx="3612900" cy="312900"/>
          </a:xfrm>
          <a:prstGeom prst="rect">
            <a:avLst/>
          </a:prstGeom>
        </p:spPr>
        <p:txBody>
          <a:bodyPr spcFirstLastPara="1" wrap="square" lIns="0" tIns="0" rIns="0" bIns="0" anchor="t" anchorCtr="0">
            <a:normAutofit fontScale="77500" lnSpcReduction="20000"/>
          </a:bodyPr>
          <a:lstStyle/>
          <a:p>
            <a:pPr marL="0" lvl="0" indent="0" algn="l" rtl="0">
              <a:spcBef>
                <a:spcPts val="0"/>
              </a:spcBef>
              <a:spcAft>
                <a:spcPts val="1200"/>
              </a:spcAft>
              <a:buNone/>
            </a:pPr>
            <a:r>
              <a:rPr lang="en"/>
              <a:t>Leverage bidirectional connectivity</a:t>
            </a:r>
            <a:endParaRPr/>
          </a:p>
        </p:txBody>
      </p:sp>
      <p:sp>
        <p:nvSpPr>
          <p:cNvPr id="6550" name="Google Shape;6550;p487"/>
          <p:cNvSpPr txBox="1">
            <a:spLocks noGrp="1"/>
          </p:cNvSpPr>
          <p:nvPr>
            <p:ph type="body" idx="4"/>
          </p:nvPr>
        </p:nvSpPr>
        <p:spPr>
          <a:xfrm>
            <a:off x="464326" y="2743982"/>
            <a:ext cx="3612900" cy="831600"/>
          </a:xfrm>
          <a:prstGeom prst="rect">
            <a:avLst/>
          </a:prstGeom>
        </p:spPr>
        <p:txBody>
          <a:bodyPr spcFirstLastPara="1" wrap="square" lIns="0" tIns="0" rIns="0" bIns="0" anchor="t" anchorCtr="0">
            <a:normAutofit lnSpcReduction="10000"/>
          </a:bodyPr>
          <a:lstStyle/>
          <a:p>
            <a:pPr marL="0" lvl="0" indent="0" algn="l" rtl="0">
              <a:lnSpc>
                <a:spcPct val="100000"/>
              </a:lnSpc>
              <a:spcBef>
                <a:spcPts val="0"/>
              </a:spcBef>
              <a:spcAft>
                <a:spcPts val="1200"/>
              </a:spcAft>
              <a:buNone/>
            </a:pPr>
            <a:r>
              <a:rPr lang="en"/>
              <a:t>Outbound connectors enable processes to trigger events in external systems or services, while inbound connectors enable processes to receive messages from external systems or services.</a:t>
            </a:r>
            <a:endParaRPr/>
          </a:p>
        </p:txBody>
      </p:sp>
      <p:sp>
        <p:nvSpPr>
          <p:cNvPr id="6551" name="Google Shape;6551;p487"/>
          <p:cNvSpPr txBox="1">
            <a:spLocks noGrp="1"/>
          </p:cNvSpPr>
          <p:nvPr>
            <p:ph type="subTitle" idx="5"/>
          </p:nvPr>
        </p:nvSpPr>
        <p:spPr>
          <a:xfrm>
            <a:off x="457200" y="3661991"/>
            <a:ext cx="3612900" cy="312900"/>
          </a:xfrm>
          <a:prstGeom prst="rect">
            <a:avLst/>
          </a:prstGeom>
        </p:spPr>
        <p:txBody>
          <a:bodyPr spcFirstLastPara="1" wrap="square" lIns="0" tIns="0" rIns="0" bIns="0" anchor="t" anchorCtr="0">
            <a:normAutofit fontScale="77500" lnSpcReduction="20000"/>
          </a:bodyPr>
          <a:lstStyle/>
          <a:p>
            <a:pPr marL="0" lvl="0" indent="0" algn="l" rtl="0">
              <a:spcBef>
                <a:spcPts val="0"/>
              </a:spcBef>
              <a:spcAft>
                <a:spcPts val="1200"/>
              </a:spcAft>
              <a:buNone/>
            </a:pPr>
            <a:r>
              <a:rPr lang="en"/>
              <a:t>Customize a little, or a lot</a:t>
            </a:r>
            <a:endParaRPr/>
          </a:p>
        </p:txBody>
      </p:sp>
      <p:sp>
        <p:nvSpPr>
          <p:cNvPr id="6552" name="Google Shape;6552;p487"/>
          <p:cNvSpPr txBox="1">
            <a:spLocks noGrp="1"/>
          </p:cNvSpPr>
          <p:nvPr>
            <p:ph type="body" idx="6"/>
          </p:nvPr>
        </p:nvSpPr>
        <p:spPr>
          <a:xfrm>
            <a:off x="464326" y="3983048"/>
            <a:ext cx="3612900" cy="831600"/>
          </a:xfrm>
          <a:prstGeom prst="rect">
            <a:avLst/>
          </a:prstGeom>
        </p:spPr>
        <p:txBody>
          <a:bodyPr spcFirstLastPara="1" wrap="square" lIns="0" tIns="0" rIns="0" bIns="0" anchor="t" anchorCtr="0">
            <a:normAutofit lnSpcReduction="10000"/>
          </a:bodyPr>
          <a:lstStyle/>
          <a:p>
            <a:pPr marL="0" lvl="0" indent="0" algn="l" rtl="0">
              <a:lnSpc>
                <a:spcPct val="100000"/>
              </a:lnSpc>
              <a:spcBef>
                <a:spcPts val="0"/>
              </a:spcBef>
              <a:spcAft>
                <a:spcPts val="1200"/>
              </a:spcAft>
              <a:buNone/>
            </a:pPr>
            <a:r>
              <a:rPr lang="en"/>
              <a:t>Connectors provide a multilayer coding experience for every user. Copy a protocol connector to get started fast, or use the SDK for deep API access that allows you to build custom connectors.</a:t>
            </a:r>
            <a:endParaRPr/>
          </a:p>
        </p:txBody>
      </p:sp>
      <p:sp>
        <p:nvSpPr>
          <p:cNvPr id="6553" name="Google Shape;6553;p487"/>
          <p:cNvSpPr txBox="1"/>
          <p:nvPr/>
        </p:nvSpPr>
        <p:spPr>
          <a:xfrm>
            <a:off x="457200" y="726038"/>
            <a:ext cx="3612900" cy="369300"/>
          </a:xfrm>
          <a:prstGeom prst="rect">
            <a:avLst/>
          </a:prstGeom>
          <a:noFill/>
          <a:ln>
            <a:noFill/>
          </a:ln>
        </p:spPr>
        <p:txBody>
          <a:bodyPr spcFirstLastPara="1" wrap="square" lIns="0" tIns="0" rIns="0" bIns="0" anchor="t" anchorCtr="0">
            <a:spAutoFit/>
          </a:bodyPr>
          <a:lstStyle/>
          <a:p>
            <a:pPr marL="0" lvl="0" indent="0" algn="l" rtl="0">
              <a:lnSpc>
                <a:spcPct val="100000"/>
              </a:lnSpc>
              <a:spcBef>
                <a:spcPts val="0"/>
              </a:spcBef>
              <a:spcAft>
                <a:spcPts val="0"/>
              </a:spcAft>
              <a:buNone/>
            </a:pPr>
            <a:r>
              <a:rPr lang="en" sz="1200" i="1">
                <a:solidFill>
                  <a:schemeClr val="dk1"/>
                </a:solidFill>
                <a:latin typeface="IBM Plex Sans"/>
                <a:ea typeface="IBM Plex Sans"/>
                <a:cs typeface="IBM Plex Sans"/>
                <a:sym typeface="IBM Plex Sans"/>
              </a:rPr>
              <a:t>Tame integration complexity with out-of-the-box connectors for popular technologies.</a:t>
            </a:r>
            <a:endParaRPr sz="1200" b="1" i="1">
              <a:solidFill>
                <a:schemeClr val="dk1"/>
              </a:solidFill>
              <a:latin typeface="IBM Plex Sans"/>
              <a:ea typeface="IBM Plex Sans"/>
              <a:cs typeface="IBM Plex Sans"/>
              <a:sym typeface="IBM Plex Sans"/>
            </a:endParaRPr>
          </a:p>
        </p:txBody>
      </p:sp>
      <p:pic>
        <p:nvPicPr>
          <p:cNvPr id="6554" name="Google Shape;6554;p487"/>
          <p:cNvPicPr preferRelativeResize="0"/>
          <p:nvPr/>
        </p:nvPicPr>
        <p:blipFill>
          <a:blip r:embed="rId4">
            <a:alphaModFix/>
          </a:blip>
          <a:stretch>
            <a:fillRect/>
          </a:stretch>
        </p:blipFill>
        <p:spPr>
          <a:xfrm>
            <a:off x="5072950" y="1267127"/>
            <a:ext cx="2609226" cy="2609226"/>
          </a:xfrm>
          <a:prstGeom prst="rect">
            <a:avLst/>
          </a:prstGeom>
          <a:noFill/>
          <a:ln>
            <a:noFill/>
          </a:ln>
        </p:spPr>
      </p:pic>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Shape 6558"/>
        <p:cNvGrpSpPr/>
        <p:nvPr/>
      </p:nvGrpSpPr>
      <p:grpSpPr>
        <a:xfrm>
          <a:off x="0" y="0"/>
          <a:ext cx="0" cy="0"/>
          <a:chOff x="0" y="0"/>
          <a:chExt cx="0" cy="0"/>
        </a:xfrm>
      </p:grpSpPr>
      <p:sp>
        <p:nvSpPr>
          <p:cNvPr id="6559" name="Google Shape;6559;p488"/>
          <p:cNvSpPr txBox="1">
            <a:spLocks noGrp="1"/>
          </p:cNvSpPr>
          <p:nvPr>
            <p:ph type="title"/>
          </p:nvPr>
        </p:nvSpPr>
        <p:spPr>
          <a:xfrm>
            <a:off x="457200" y="114300"/>
            <a:ext cx="3612900" cy="523200"/>
          </a:xfrm>
          <a:prstGeom prst="rect">
            <a:avLst/>
          </a:prstGeom>
        </p:spPr>
        <p:txBody>
          <a:bodyPr spcFirstLastPara="1" wrap="square" lIns="0" tIns="0" rIns="0" bIns="0" anchor="t" anchorCtr="0">
            <a:spAutoFit/>
          </a:bodyPr>
          <a:lstStyle/>
          <a:p>
            <a:pPr marL="0" lvl="0" indent="0" algn="l" rtl="0">
              <a:spcBef>
                <a:spcPts val="0"/>
              </a:spcBef>
              <a:spcAft>
                <a:spcPts val="0"/>
              </a:spcAft>
              <a:buNone/>
            </a:pPr>
            <a:r>
              <a:rPr lang="en"/>
              <a:t>Form Builder</a:t>
            </a:r>
            <a:endParaRPr/>
          </a:p>
        </p:txBody>
      </p:sp>
      <p:sp>
        <p:nvSpPr>
          <p:cNvPr id="6560" name="Google Shape;6560;p488"/>
          <p:cNvSpPr txBox="1">
            <a:spLocks noGrp="1"/>
          </p:cNvSpPr>
          <p:nvPr>
            <p:ph type="subTitle" idx="1"/>
          </p:nvPr>
        </p:nvSpPr>
        <p:spPr>
          <a:xfrm>
            <a:off x="457200" y="1183877"/>
            <a:ext cx="3612900" cy="312900"/>
          </a:xfrm>
          <a:prstGeom prst="rect">
            <a:avLst/>
          </a:prstGeom>
        </p:spPr>
        <p:txBody>
          <a:bodyPr spcFirstLastPara="1" wrap="square" lIns="0" tIns="0" rIns="0" bIns="0" anchor="t" anchorCtr="0">
            <a:normAutofit fontScale="77500" lnSpcReduction="20000"/>
          </a:bodyPr>
          <a:lstStyle/>
          <a:p>
            <a:pPr marL="0" lvl="0" indent="0" algn="l" rtl="0">
              <a:spcBef>
                <a:spcPts val="0"/>
              </a:spcBef>
              <a:spcAft>
                <a:spcPts val="1200"/>
              </a:spcAft>
              <a:buNone/>
            </a:pPr>
            <a:r>
              <a:rPr lang="en"/>
              <a:t>Create rich user task forms</a:t>
            </a:r>
            <a:endParaRPr/>
          </a:p>
        </p:txBody>
      </p:sp>
      <p:sp>
        <p:nvSpPr>
          <p:cNvPr id="6561" name="Google Shape;6561;p488"/>
          <p:cNvSpPr txBox="1">
            <a:spLocks noGrp="1"/>
          </p:cNvSpPr>
          <p:nvPr>
            <p:ph type="body" idx="2"/>
          </p:nvPr>
        </p:nvSpPr>
        <p:spPr>
          <a:xfrm>
            <a:off x="464326" y="1504916"/>
            <a:ext cx="3612900" cy="831600"/>
          </a:xfrm>
          <a:prstGeom prst="rect">
            <a:avLst/>
          </a:prstGeom>
        </p:spPr>
        <p:txBody>
          <a:bodyPr spcFirstLastPara="1" wrap="square" lIns="0" tIns="0" rIns="0" bIns="0" anchor="t" anchorCtr="0">
            <a:normAutofit lnSpcReduction="10000"/>
          </a:bodyPr>
          <a:lstStyle/>
          <a:p>
            <a:pPr marL="0" lvl="0" indent="0" algn="l" rtl="0">
              <a:lnSpc>
                <a:spcPct val="100000"/>
              </a:lnSpc>
              <a:spcBef>
                <a:spcPts val="0"/>
              </a:spcBef>
              <a:spcAft>
                <a:spcPts val="1200"/>
              </a:spcAft>
              <a:buNone/>
            </a:pPr>
            <a:r>
              <a:rPr lang="en"/>
              <a:t>Leverage commonly used form controls such as text boxes, radio buttons, checkboxes, drop-down lists, embedded images and videos, and more. Use inline HTML and CSS for quick and easy styling.</a:t>
            </a:r>
            <a:endParaRPr/>
          </a:p>
        </p:txBody>
      </p:sp>
      <p:sp>
        <p:nvSpPr>
          <p:cNvPr id="6562" name="Google Shape;6562;p488"/>
          <p:cNvSpPr txBox="1">
            <a:spLocks noGrp="1"/>
          </p:cNvSpPr>
          <p:nvPr>
            <p:ph type="subTitle" idx="3"/>
          </p:nvPr>
        </p:nvSpPr>
        <p:spPr>
          <a:xfrm>
            <a:off x="457200" y="2422934"/>
            <a:ext cx="3612900" cy="312900"/>
          </a:xfrm>
          <a:prstGeom prst="rect">
            <a:avLst/>
          </a:prstGeom>
        </p:spPr>
        <p:txBody>
          <a:bodyPr spcFirstLastPara="1" wrap="square" lIns="0" tIns="0" rIns="0" bIns="0" anchor="t" anchorCtr="0">
            <a:normAutofit fontScale="77500" lnSpcReduction="20000"/>
          </a:bodyPr>
          <a:lstStyle/>
          <a:p>
            <a:pPr marL="0" lvl="0" indent="0" algn="l" rtl="0">
              <a:spcBef>
                <a:spcPts val="0"/>
              </a:spcBef>
              <a:spcAft>
                <a:spcPts val="1200"/>
              </a:spcAft>
              <a:buNone/>
            </a:pPr>
            <a:r>
              <a:rPr lang="en"/>
              <a:t>Get formatting flexibility</a:t>
            </a:r>
            <a:endParaRPr/>
          </a:p>
        </p:txBody>
      </p:sp>
      <p:sp>
        <p:nvSpPr>
          <p:cNvPr id="6563" name="Google Shape;6563;p488"/>
          <p:cNvSpPr txBox="1">
            <a:spLocks noGrp="1"/>
          </p:cNvSpPr>
          <p:nvPr>
            <p:ph type="body" idx="4"/>
          </p:nvPr>
        </p:nvSpPr>
        <p:spPr>
          <a:xfrm>
            <a:off x="464326" y="2743982"/>
            <a:ext cx="3612900" cy="831600"/>
          </a:xfrm>
          <a:prstGeom prst="rect">
            <a:avLst/>
          </a:prstGeom>
        </p:spPr>
        <p:txBody>
          <a:bodyPr spcFirstLastPara="1" wrap="square" lIns="0" tIns="0" rIns="0" bIns="0" anchor="t" anchorCtr="0">
            <a:normAutofit lnSpcReduction="10000"/>
          </a:bodyPr>
          <a:lstStyle/>
          <a:p>
            <a:pPr marL="0" lvl="0" indent="0" algn="l" rtl="0">
              <a:lnSpc>
                <a:spcPct val="100000"/>
              </a:lnSpc>
              <a:spcBef>
                <a:spcPts val="0"/>
              </a:spcBef>
              <a:spcAft>
                <a:spcPts val="1200"/>
              </a:spcAft>
              <a:buNone/>
            </a:pPr>
            <a:r>
              <a:rPr lang="en"/>
              <a:t>Use conditional formatting, read-only fields, and input validation to ensure forms appear exactly as you want. Forms work seamlessly with Camunda Tasklist and can be embedded in your own apps.</a:t>
            </a:r>
            <a:endParaRPr/>
          </a:p>
        </p:txBody>
      </p:sp>
      <p:sp>
        <p:nvSpPr>
          <p:cNvPr id="6564" name="Google Shape;6564;p488"/>
          <p:cNvSpPr txBox="1">
            <a:spLocks noGrp="1"/>
          </p:cNvSpPr>
          <p:nvPr>
            <p:ph type="subTitle" idx="5"/>
          </p:nvPr>
        </p:nvSpPr>
        <p:spPr>
          <a:xfrm>
            <a:off x="457200" y="3661991"/>
            <a:ext cx="3612900" cy="312900"/>
          </a:xfrm>
          <a:prstGeom prst="rect">
            <a:avLst/>
          </a:prstGeom>
        </p:spPr>
        <p:txBody>
          <a:bodyPr spcFirstLastPara="1" wrap="square" lIns="0" tIns="0" rIns="0" bIns="0" anchor="t" anchorCtr="0">
            <a:normAutofit fontScale="77500" lnSpcReduction="20000"/>
          </a:bodyPr>
          <a:lstStyle/>
          <a:p>
            <a:pPr marL="0" lvl="0" indent="0" algn="l" rtl="0">
              <a:spcBef>
                <a:spcPts val="0"/>
              </a:spcBef>
              <a:spcAft>
                <a:spcPts val="1200"/>
              </a:spcAft>
              <a:buNone/>
            </a:pPr>
            <a:r>
              <a:rPr lang="en"/>
              <a:t>Get started fast with AI assistance</a:t>
            </a:r>
            <a:endParaRPr/>
          </a:p>
        </p:txBody>
      </p:sp>
      <p:sp>
        <p:nvSpPr>
          <p:cNvPr id="6565" name="Google Shape;6565;p488"/>
          <p:cNvSpPr txBox="1">
            <a:spLocks noGrp="1"/>
          </p:cNvSpPr>
          <p:nvPr>
            <p:ph type="body" idx="6"/>
          </p:nvPr>
        </p:nvSpPr>
        <p:spPr>
          <a:xfrm>
            <a:off x="464326" y="3983048"/>
            <a:ext cx="3612900" cy="831600"/>
          </a:xfrm>
          <a:prstGeom prst="rect">
            <a:avLst/>
          </a:prstGeom>
        </p:spPr>
        <p:txBody>
          <a:bodyPr spcFirstLastPara="1" wrap="square" lIns="0" tIns="0" rIns="0" bIns="0" anchor="t" anchorCtr="0">
            <a:normAutofit lnSpcReduction="10000"/>
          </a:bodyPr>
          <a:lstStyle/>
          <a:p>
            <a:pPr marL="0" lvl="0" indent="0" algn="l" rtl="0">
              <a:lnSpc>
                <a:spcPct val="100000"/>
              </a:lnSpc>
              <a:spcBef>
                <a:spcPts val="0"/>
              </a:spcBef>
              <a:spcAft>
                <a:spcPts val="1200"/>
              </a:spcAft>
              <a:buNone/>
            </a:pPr>
            <a:r>
              <a:rPr lang="en"/>
              <a:t>Use natural language to describe your use case. The Camunda Copilot generates a form that you can customize and extend according to your unique business and technical requirements.</a:t>
            </a:r>
            <a:endParaRPr/>
          </a:p>
        </p:txBody>
      </p:sp>
      <p:sp>
        <p:nvSpPr>
          <p:cNvPr id="6566" name="Google Shape;6566;p488"/>
          <p:cNvSpPr txBox="1"/>
          <p:nvPr/>
        </p:nvSpPr>
        <p:spPr>
          <a:xfrm>
            <a:off x="457200" y="726038"/>
            <a:ext cx="3612900" cy="369300"/>
          </a:xfrm>
          <a:prstGeom prst="rect">
            <a:avLst/>
          </a:prstGeom>
          <a:noFill/>
          <a:ln>
            <a:noFill/>
          </a:ln>
        </p:spPr>
        <p:txBody>
          <a:bodyPr spcFirstLastPara="1" wrap="square" lIns="0" tIns="0" rIns="0" bIns="0" anchor="t" anchorCtr="0">
            <a:spAutoFit/>
          </a:bodyPr>
          <a:lstStyle/>
          <a:p>
            <a:pPr marL="0" lvl="0" indent="0" algn="l" rtl="0">
              <a:lnSpc>
                <a:spcPct val="100000"/>
              </a:lnSpc>
              <a:spcBef>
                <a:spcPts val="0"/>
              </a:spcBef>
              <a:spcAft>
                <a:spcPts val="0"/>
              </a:spcAft>
              <a:buNone/>
            </a:pPr>
            <a:r>
              <a:rPr lang="en" sz="1200" i="1">
                <a:solidFill>
                  <a:schemeClr val="dk1"/>
                </a:solidFill>
                <a:latin typeface="IBM Plex Sans"/>
                <a:ea typeface="IBM Plex Sans"/>
                <a:cs typeface="IBM Plex Sans"/>
                <a:sym typeface="IBM Plex Sans"/>
              </a:rPr>
              <a:t>Drag-and-drop form creation for tasks that will be routed to knowledge workers.</a:t>
            </a:r>
            <a:endParaRPr sz="1200" b="1" i="1">
              <a:solidFill>
                <a:schemeClr val="dk1"/>
              </a:solidFill>
              <a:latin typeface="IBM Plex Sans"/>
              <a:ea typeface="IBM Plex Sans"/>
              <a:cs typeface="IBM Plex Sans"/>
              <a:sym typeface="IBM Plex Sans"/>
            </a:endParaRPr>
          </a:p>
        </p:txBody>
      </p:sp>
      <p:pic>
        <p:nvPicPr>
          <p:cNvPr id="6567" name="Google Shape;6567;p488"/>
          <p:cNvPicPr preferRelativeResize="0"/>
          <p:nvPr/>
        </p:nvPicPr>
        <p:blipFill>
          <a:blip r:embed="rId3">
            <a:alphaModFix/>
          </a:blip>
          <a:stretch>
            <a:fillRect/>
          </a:stretch>
        </p:blipFill>
        <p:spPr>
          <a:xfrm>
            <a:off x="4938625" y="1888350"/>
            <a:ext cx="3139701" cy="1382050"/>
          </a:xfrm>
          <a:prstGeom prst="rect">
            <a:avLst/>
          </a:prstGeom>
          <a:noFill/>
          <a:ln>
            <a:noFill/>
          </a:ln>
        </p:spPr>
      </p:pic>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Shape 6571"/>
        <p:cNvGrpSpPr/>
        <p:nvPr/>
      </p:nvGrpSpPr>
      <p:grpSpPr>
        <a:xfrm>
          <a:off x="0" y="0"/>
          <a:ext cx="0" cy="0"/>
          <a:chOff x="0" y="0"/>
          <a:chExt cx="0" cy="0"/>
        </a:xfrm>
      </p:grpSpPr>
      <p:sp>
        <p:nvSpPr>
          <p:cNvPr id="6572" name="Google Shape;6572;p489"/>
          <p:cNvSpPr txBox="1">
            <a:spLocks noGrp="1"/>
          </p:cNvSpPr>
          <p:nvPr>
            <p:ph type="title"/>
          </p:nvPr>
        </p:nvSpPr>
        <p:spPr>
          <a:xfrm>
            <a:off x="457200" y="114300"/>
            <a:ext cx="3612900" cy="523200"/>
          </a:xfrm>
          <a:prstGeom prst="rect">
            <a:avLst/>
          </a:prstGeom>
        </p:spPr>
        <p:txBody>
          <a:bodyPr spcFirstLastPara="1" wrap="square" lIns="0" tIns="0" rIns="0" bIns="0" anchor="t" anchorCtr="0">
            <a:spAutoFit/>
          </a:bodyPr>
          <a:lstStyle/>
          <a:p>
            <a:pPr marL="0" lvl="0" indent="0" algn="l" rtl="0">
              <a:spcBef>
                <a:spcPts val="0"/>
              </a:spcBef>
              <a:spcAft>
                <a:spcPts val="0"/>
              </a:spcAft>
              <a:buNone/>
            </a:pPr>
            <a:r>
              <a:rPr lang="en"/>
              <a:t>RPA</a:t>
            </a:r>
            <a:endParaRPr/>
          </a:p>
        </p:txBody>
      </p:sp>
      <p:sp>
        <p:nvSpPr>
          <p:cNvPr id="6573" name="Google Shape;6573;p489"/>
          <p:cNvSpPr txBox="1">
            <a:spLocks noGrp="1"/>
          </p:cNvSpPr>
          <p:nvPr>
            <p:ph type="subTitle" idx="1"/>
          </p:nvPr>
        </p:nvSpPr>
        <p:spPr>
          <a:xfrm>
            <a:off x="457200" y="1183877"/>
            <a:ext cx="3612900" cy="312900"/>
          </a:xfrm>
          <a:prstGeom prst="rect">
            <a:avLst/>
          </a:prstGeom>
        </p:spPr>
        <p:txBody>
          <a:bodyPr spcFirstLastPara="1" wrap="square" lIns="0" tIns="0" rIns="0" bIns="0" anchor="t" anchorCtr="0">
            <a:normAutofit fontScale="77500" lnSpcReduction="20000"/>
          </a:bodyPr>
          <a:lstStyle/>
          <a:p>
            <a:pPr marL="0" lvl="0" indent="0" algn="l" rtl="0">
              <a:spcBef>
                <a:spcPts val="0"/>
              </a:spcBef>
              <a:spcAft>
                <a:spcPts val="1200"/>
              </a:spcAft>
              <a:buNone/>
            </a:pPr>
            <a:r>
              <a:rPr lang="en"/>
              <a:t>Orchestrate all types of bots</a:t>
            </a:r>
            <a:endParaRPr/>
          </a:p>
        </p:txBody>
      </p:sp>
      <p:sp>
        <p:nvSpPr>
          <p:cNvPr id="6574" name="Google Shape;6574;p489"/>
          <p:cNvSpPr txBox="1">
            <a:spLocks noGrp="1"/>
          </p:cNvSpPr>
          <p:nvPr>
            <p:ph type="body" idx="2"/>
          </p:nvPr>
        </p:nvSpPr>
        <p:spPr>
          <a:xfrm>
            <a:off x="464326" y="1504916"/>
            <a:ext cx="3612900" cy="831600"/>
          </a:xfrm>
          <a:prstGeom prst="rect">
            <a:avLst/>
          </a:prstGeom>
        </p:spPr>
        <p:txBody>
          <a:bodyPr spcFirstLastPara="1" wrap="square" lIns="0" tIns="0" rIns="0" bIns="0" anchor="t" anchorCtr="0">
            <a:normAutofit lnSpcReduction="10000"/>
          </a:bodyPr>
          <a:lstStyle/>
          <a:p>
            <a:pPr marL="0" lvl="0" indent="0" algn="l" rtl="0">
              <a:lnSpc>
                <a:spcPct val="100000"/>
              </a:lnSpc>
              <a:spcBef>
                <a:spcPts val="0"/>
              </a:spcBef>
              <a:spcAft>
                <a:spcPts val="1200"/>
              </a:spcAft>
              <a:buNone/>
            </a:pPr>
            <a:r>
              <a:rPr lang="en"/>
              <a:t>Orchestrate Camunda RPA bots and bots from other providers alongside APIs, AI/ML tools, human work, and more in a unified flow with a process model that everyone can understand and contribute to.</a:t>
            </a:r>
            <a:endParaRPr/>
          </a:p>
        </p:txBody>
      </p:sp>
      <p:sp>
        <p:nvSpPr>
          <p:cNvPr id="6575" name="Google Shape;6575;p489"/>
          <p:cNvSpPr txBox="1">
            <a:spLocks noGrp="1"/>
          </p:cNvSpPr>
          <p:nvPr>
            <p:ph type="subTitle" idx="3"/>
          </p:nvPr>
        </p:nvSpPr>
        <p:spPr>
          <a:xfrm>
            <a:off x="457200" y="2422934"/>
            <a:ext cx="3612900" cy="312900"/>
          </a:xfrm>
          <a:prstGeom prst="rect">
            <a:avLst/>
          </a:prstGeom>
        </p:spPr>
        <p:txBody>
          <a:bodyPr spcFirstLastPara="1" wrap="square" lIns="0" tIns="0" rIns="0" bIns="0" anchor="t" anchorCtr="0">
            <a:normAutofit fontScale="77500" lnSpcReduction="20000"/>
          </a:bodyPr>
          <a:lstStyle/>
          <a:p>
            <a:pPr marL="0" lvl="0" indent="0" algn="l" rtl="0">
              <a:spcBef>
                <a:spcPts val="0"/>
              </a:spcBef>
              <a:spcAft>
                <a:spcPts val="1200"/>
              </a:spcAft>
              <a:buNone/>
            </a:pPr>
            <a:r>
              <a:rPr lang="en"/>
              <a:t>Minimize errors and downtime</a:t>
            </a:r>
            <a:endParaRPr/>
          </a:p>
        </p:txBody>
      </p:sp>
      <p:sp>
        <p:nvSpPr>
          <p:cNvPr id="6576" name="Google Shape;6576;p489"/>
          <p:cNvSpPr txBox="1">
            <a:spLocks noGrp="1"/>
          </p:cNvSpPr>
          <p:nvPr>
            <p:ph type="body" idx="4"/>
          </p:nvPr>
        </p:nvSpPr>
        <p:spPr>
          <a:xfrm>
            <a:off x="464326" y="2743982"/>
            <a:ext cx="3612900" cy="831600"/>
          </a:xfrm>
          <a:prstGeom prst="rect">
            <a:avLst/>
          </a:prstGeom>
        </p:spPr>
        <p:txBody>
          <a:bodyPr spcFirstLastPara="1" wrap="square" lIns="0" tIns="0" rIns="0" bIns="0" anchor="t" anchorCtr="0">
            <a:normAutofit lnSpcReduction="10000"/>
          </a:bodyPr>
          <a:lstStyle/>
          <a:p>
            <a:pPr marL="0" lvl="0" indent="0" algn="l" rtl="0">
              <a:lnSpc>
                <a:spcPct val="100000"/>
              </a:lnSpc>
              <a:spcBef>
                <a:spcPts val="0"/>
              </a:spcBef>
              <a:spcAft>
                <a:spcPts val="1200"/>
              </a:spcAft>
              <a:buNone/>
            </a:pPr>
            <a:r>
              <a:rPr lang="en"/>
              <a:t>Minimize task errors and leverage the power of process orchestration to avoid downtime or process failures that would otherwise negatively impact customers, suppliers, partners, and employees.</a:t>
            </a:r>
            <a:endParaRPr/>
          </a:p>
        </p:txBody>
      </p:sp>
      <p:sp>
        <p:nvSpPr>
          <p:cNvPr id="6577" name="Google Shape;6577;p489"/>
          <p:cNvSpPr txBox="1">
            <a:spLocks noGrp="1"/>
          </p:cNvSpPr>
          <p:nvPr>
            <p:ph type="subTitle" idx="5"/>
          </p:nvPr>
        </p:nvSpPr>
        <p:spPr>
          <a:xfrm>
            <a:off x="457200" y="3661991"/>
            <a:ext cx="3612900" cy="312900"/>
          </a:xfrm>
          <a:prstGeom prst="rect">
            <a:avLst/>
          </a:prstGeom>
        </p:spPr>
        <p:txBody>
          <a:bodyPr spcFirstLastPara="1" wrap="square" lIns="0" tIns="0" rIns="0" bIns="0" anchor="t" anchorCtr="0">
            <a:normAutofit fontScale="77500" lnSpcReduction="20000"/>
          </a:bodyPr>
          <a:lstStyle/>
          <a:p>
            <a:pPr marL="0" lvl="0" indent="0" algn="l" rtl="0">
              <a:spcBef>
                <a:spcPts val="0"/>
              </a:spcBef>
              <a:spcAft>
                <a:spcPts val="1200"/>
              </a:spcAft>
              <a:buNone/>
            </a:pPr>
            <a:r>
              <a:rPr lang="en"/>
              <a:t>Get comprehensive analytics</a:t>
            </a:r>
            <a:endParaRPr/>
          </a:p>
        </p:txBody>
      </p:sp>
      <p:sp>
        <p:nvSpPr>
          <p:cNvPr id="6578" name="Google Shape;6578;p489"/>
          <p:cNvSpPr txBox="1">
            <a:spLocks noGrp="1"/>
          </p:cNvSpPr>
          <p:nvPr>
            <p:ph type="body" idx="6"/>
          </p:nvPr>
        </p:nvSpPr>
        <p:spPr>
          <a:xfrm>
            <a:off x="464326" y="3983048"/>
            <a:ext cx="3612900" cy="831600"/>
          </a:xfrm>
          <a:prstGeom prst="rect">
            <a:avLst/>
          </a:prstGeom>
        </p:spPr>
        <p:txBody>
          <a:bodyPr spcFirstLastPara="1" wrap="square" lIns="0" tIns="0" rIns="0" bIns="0" anchor="t" anchorCtr="0">
            <a:normAutofit lnSpcReduction="10000"/>
          </a:bodyPr>
          <a:lstStyle/>
          <a:p>
            <a:pPr marL="0" lvl="0" indent="0" algn="l" rtl="0">
              <a:lnSpc>
                <a:spcPct val="100000"/>
              </a:lnSpc>
              <a:spcBef>
                <a:spcPts val="0"/>
              </a:spcBef>
              <a:spcAft>
                <a:spcPts val="1200"/>
              </a:spcAft>
              <a:buNone/>
            </a:pPr>
            <a:r>
              <a:rPr lang="en"/>
              <a:t>Analyze and optimize all of your performance data in one unified view. Complete process-level and task-level analytics help teams identify bottlenecks and continuously improve.</a:t>
            </a:r>
            <a:endParaRPr/>
          </a:p>
        </p:txBody>
      </p:sp>
      <p:sp>
        <p:nvSpPr>
          <p:cNvPr id="6579" name="Google Shape;6579;p489"/>
          <p:cNvSpPr txBox="1"/>
          <p:nvPr/>
        </p:nvSpPr>
        <p:spPr>
          <a:xfrm>
            <a:off x="457200" y="726038"/>
            <a:ext cx="3612900" cy="3693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n" sz="1200" i="1">
                <a:solidFill>
                  <a:schemeClr val="dk1"/>
                </a:solidFill>
                <a:latin typeface="IBM Plex Sans"/>
                <a:ea typeface="IBM Plex Sans"/>
                <a:cs typeface="IBM Plex Sans"/>
                <a:sym typeface="IBM Plex Sans"/>
              </a:rPr>
              <a:t>Integrate legacy systems and tools without an API into end-to-end business processes.</a:t>
            </a:r>
            <a:endParaRPr sz="1200">
              <a:solidFill>
                <a:schemeClr val="dk1"/>
              </a:solidFill>
              <a:latin typeface="IBM Plex Sans"/>
              <a:ea typeface="IBM Plex Sans"/>
              <a:cs typeface="IBM Plex Sans"/>
              <a:sym typeface="IBM Plex Sans"/>
            </a:endParaRPr>
          </a:p>
        </p:txBody>
      </p:sp>
      <p:pic>
        <p:nvPicPr>
          <p:cNvPr id="6580" name="Google Shape;6580;p489"/>
          <p:cNvPicPr preferRelativeResize="0"/>
          <p:nvPr/>
        </p:nvPicPr>
        <p:blipFill>
          <a:blip r:embed="rId3">
            <a:alphaModFix/>
          </a:blip>
          <a:stretch>
            <a:fillRect/>
          </a:stretch>
        </p:blipFill>
        <p:spPr>
          <a:xfrm>
            <a:off x="5107050" y="1554875"/>
            <a:ext cx="2661149" cy="2049023"/>
          </a:xfrm>
          <a:prstGeom prst="rect">
            <a:avLst/>
          </a:prstGeom>
          <a:noFill/>
          <a:ln>
            <a:noFill/>
          </a:ln>
        </p:spPr>
      </p:pic>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Shape 6584"/>
        <p:cNvGrpSpPr/>
        <p:nvPr/>
      </p:nvGrpSpPr>
      <p:grpSpPr>
        <a:xfrm>
          <a:off x="0" y="0"/>
          <a:ext cx="0" cy="0"/>
          <a:chOff x="0" y="0"/>
          <a:chExt cx="0" cy="0"/>
        </a:xfrm>
      </p:grpSpPr>
      <p:sp>
        <p:nvSpPr>
          <p:cNvPr id="6585" name="Google Shape;6585;p490"/>
          <p:cNvSpPr txBox="1">
            <a:spLocks noGrp="1"/>
          </p:cNvSpPr>
          <p:nvPr>
            <p:ph type="title"/>
          </p:nvPr>
        </p:nvSpPr>
        <p:spPr>
          <a:xfrm>
            <a:off x="457200" y="114300"/>
            <a:ext cx="3612900" cy="523200"/>
          </a:xfrm>
          <a:prstGeom prst="rect">
            <a:avLst/>
          </a:prstGeom>
        </p:spPr>
        <p:txBody>
          <a:bodyPr spcFirstLastPara="1" wrap="square" lIns="0" tIns="0" rIns="0" bIns="0" anchor="t" anchorCtr="0">
            <a:spAutoFit/>
          </a:bodyPr>
          <a:lstStyle/>
          <a:p>
            <a:pPr marL="0" lvl="0" indent="0" algn="l" rtl="0">
              <a:spcBef>
                <a:spcPts val="0"/>
              </a:spcBef>
              <a:spcAft>
                <a:spcPts val="0"/>
              </a:spcAft>
              <a:buNone/>
            </a:pPr>
            <a:r>
              <a:rPr lang="en"/>
              <a:t>Documents</a:t>
            </a:r>
            <a:endParaRPr/>
          </a:p>
        </p:txBody>
      </p:sp>
      <p:sp>
        <p:nvSpPr>
          <p:cNvPr id="6586" name="Google Shape;6586;p490"/>
          <p:cNvSpPr txBox="1">
            <a:spLocks noGrp="1"/>
          </p:cNvSpPr>
          <p:nvPr>
            <p:ph type="subTitle" idx="1"/>
          </p:nvPr>
        </p:nvSpPr>
        <p:spPr>
          <a:xfrm>
            <a:off x="457200" y="1183877"/>
            <a:ext cx="3612900" cy="312900"/>
          </a:xfrm>
          <a:prstGeom prst="rect">
            <a:avLst/>
          </a:prstGeom>
        </p:spPr>
        <p:txBody>
          <a:bodyPr spcFirstLastPara="1" wrap="square" lIns="0" tIns="0" rIns="0" bIns="0" anchor="t" anchorCtr="0">
            <a:normAutofit fontScale="77500" lnSpcReduction="20000"/>
          </a:bodyPr>
          <a:lstStyle/>
          <a:p>
            <a:pPr marL="0" lvl="0" indent="0" algn="l" rtl="0">
              <a:spcBef>
                <a:spcPts val="0"/>
              </a:spcBef>
              <a:spcAft>
                <a:spcPts val="1200"/>
              </a:spcAft>
              <a:buNone/>
            </a:pPr>
            <a:r>
              <a:rPr lang="en"/>
              <a:t>Automate document processing</a:t>
            </a:r>
            <a:endParaRPr/>
          </a:p>
        </p:txBody>
      </p:sp>
      <p:sp>
        <p:nvSpPr>
          <p:cNvPr id="6587" name="Google Shape;6587;p490"/>
          <p:cNvSpPr txBox="1">
            <a:spLocks noGrp="1"/>
          </p:cNvSpPr>
          <p:nvPr>
            <p:ph type="body" idx="2"/>
          </p:nvPr>
        </p:nvSpPr>
        <p:spPr>
          <a:xfrm>
            <a:off x="464326" y="1504916"/>
            <a:ext cx="3612900" cy="831600"/>
          </a:xfrm>
          <a:prstGeom prst="rect">
            <a:avLst/>
          </a:prstGeom>
        </p:spPr>
        <p:txBody>
          <a:bodyPr spcFirstLastPara="1" wrap="square" lIns="0" tIns="0" rIns="0" bIns="0" anchor="t" anchorCtr="0">
            <a:normAutofit lnSpcReduction="10000"/>
          </a:bodyPr>
          <a:lstStyle/>
          <a:p>
            <a:pPr marL="0" lvl="0" indent="0" algn="l" rtl="0">
              <a:lnSpc>
                <a:spcPct val="100000"/>
              </a:lnSpc>
              <a:spcBef>
                <a:spcPts val="0"/>
              </a:spcBef>
              <a:spcAft>
                <a:spcPts val="1200"/>
              </a:spcAft>
              <a:buNone/>
            </a:pPr>
            <a:r>
              <a:rPr lang="en"/>
              <a:t>Uncover the data hidden in your documents. Use AI-powered data extraction and automated classification to gain insights from structured, semi-structured, and unstructured documents.</a:t>
            </a:r>
            <a:endParaRPr/>
          </a:p>
        </p:txBody>
      </p:sp>
      <p:sp>
        <p:nvSpPr>
          <p:cNvPr id="6588" name="Google Shape;6588;p490"/>
          <p:cNvSpPr txBox="1">
            <a:spLocks noGrp="1"/>
          </p:cNvSpPr>
          <p:nvPr>
            <p:ph type="subTitle" idx="3"/>
          </p:nvPr>
        </p:nvSpPr>
        <p:spPr>
          <a:xfrm>
            <a:off x="457200" y="2422934"/>
            <a:ext cx="3612900" cy="312900"/>
          </a:xfrm>
          <a:prstGeom prst="rect">
            <a:avLst/>
          </a:prstGeom>
        </p:spPr>
        <p:txBody>
          <a:bodyPr spcFirstLastPara="1" wrap="square" lIns="0" tIns="0" rIns="0" bIns="0" anchor="t" anchorCtr="0">
            <a:normAutofit fontScale="77500" lnSpcReduction="20000"/>
          </a:bodyPr>
          <a:lstStyle/>
          <a:p>
            <a:pPr marL="0" lvl="0" indent="0" algn="l" rtl="0">
              <a:spcBef>
                <a:spcPts val="0"/>
              </a:spcBef>
              <a:spcAft>
                <a:spcPts val="1200"/>
              </a:spcAft>
              <a:buNone/>
            </a:pPr>
            <a:r>
              <a:rPr lang="en"/>
              <a:t>Reduce manual work and errors</a:t>
            </a:r>
            <a:endParaRPr/>
          </a:p>
        </p:txBody>
      </p:sp>
      <p:sp>
        <p:nvSpPr>
          <p:cNvPr id="6589" name="Google Shape;6589;p490"/>
          <p:cNvSpPr txBox="1">
            <a:spLocks noGrp="1"/>
          </p:cNvSpPr>
          <p:nvPr>
            <p:ph type="body" idx="4"/>
          </p:nvPr>
        </p:nvSpPr>
        <p:spPr>
          <a:xfrm>
            <a:off x="464326" y="2743982"/>
            <a:ext cx="3612900" cy="831600"/>
          </a:xfrm>
          <a:prstGeom prst="rect">
            <a:avLst/>
          </a:prstGeom>
        </p:spPr>
        <p:txBody>
          <a:bodyPr spcFirstLastPara="1" wrap="square" lIns="0" tIns="0" rIns="0" bIns="0" anchor="t" anchorCtr="0">
            <a:normAutofit lnSpcReduction="10000"/>
          </a:bodyPr>
          <a:lstStyle/>
          <a:p>
            <a:pPr marL="0" lvl="0" indent="0" algn="l" rtl="0">
              <a:lnSpc>
                <a:spcPct val="100000"/>
              </a:lnSpc>
              <a:spcBef>
                <a:spcPts val="0"/>
              </a:spcBef>
              <a:spcAft>
                <a:spcPts val="1200"/>
              </a:spcAft>
              <a:buNone/>
            </a:pPr>
            <a:r>
              <a:rPr lang="en"/>
              <a:t>Save time and money by automatically extracting critical data so it can be used in processes. Enable knowledge workers to focus on situations where data confidence is low or on more strategic work.</a:t>
            </a:r>
            <a:endParaRPr/>
          </a:p>
        </p:txBody>
      </p:sp>
      <p:sp>
        <p:nvSpPr>
          <p:cNvPr id="6590" name="Google Shape;6590;p490"/>
          <p:cNvSpPr txBox="1">
            <a:spLocks noGrp="1"/>
          </p:cNvSpPr>
          <p:nvPr>
            <p:ph type="subTitle" idx="5"/>
          </p:nvPr>
        </p:nvSpPr>
        <p:spPr>
          <a:xfrm>
            <a:off x="457200" y="3661991"/>
            <a:ext cx="3612900" cy="312900"/>
          </a:xfrm>
          <a:prstGeom prst="rect">
            <a:avLst/>
          </a:prstGeom>
        </p:spPr>
        <p:txBody>
          <a:bodyPr spcFirstLastPara="1" wrap="square" lIns="0" tIns="0" rIns="0" bIns="0" anchor="t" anchorCtr="0">
            <a:normAutofit fontScale="77500" lnSpcReduction="20000"/>
          </a:bodyPr>
          <a:lstStyle/>
          <a:p>
            <a:pPr marL="0" lvl="0" indent="0" algn="l" rtl="0">
              <a:spcBef>
                <a:spcPts val="0"/>
              </a:spcBef>
              <a:spcAft>
                <a:spcPts val="1200"/>
              </a:spcAft>
              <a:buNone/>
            </a:pPr>
            <a:r>
              <a:rPr lang="en"/>
              <a:t>Use your preferred providers</a:t>
            </a:r>
            <a:endParaRPr/>
          </a:p>
        </p:txBody>
      </p:sp>
      <p:sp>
        <p:nvSpPr>
          <p:cNvPr id="6591" name="Google Shape;6591;p490"/>
          <p:cNvSpPr txBox="1">
            <a:spLocks noGrp="1"/>
          </p:cNvSpPr>
          <p:nvPr>
            <p:ph type="body" idx="6"/>
          </p:nvPr>
        </p:nvSpPr>
        <p:spPr>
          <a:xfrm>
            <a:off x="464326" y="3983048"/>
            <a:ext cx="3612900" cy="831600"/>
          </a:xfrm>
          <a:prstGeom prst="rect">
            <a:avLst/>
          </a:prstGeom>
        </p:spPr>
        <p:txBody>
          <a:bodyPr spcFirstLastPara="1" wrap="square" lIns="0" tIns="0" rIns="0" bIns="0" anchor="t" anchorCtr="0">
            <a:normAutofit lnSpcReduction="10000"/>
          </a:bodyPr>
          <a:lstStyle/>
          <a:p>
            <a:pPr marL="0" lvl="0" indent="0" algn="l" rtl="0">
              <a:lnSpc>
                <a:spcPct val="100000"/>
              </a:lnSpc>
              <a:spcBef>
                <a:spcPts val="0"/>
              </a:spcBef>
              <a:spcAft>
                <a:spcPts val="1200"/>
              </a:spcAft>
              <a:buNone/>
            </a:pPr>
            <a:r>
              <a:rPr lang="en"/>
              <a:t>Use your preferred IDP providers and services thanks to Camunda’s composable architecture. Avoid vendor lock-in and swap IDP providers without overhauling business process models.</a:t>
            </a:r>
            <a:endParaRPr/>
          </a:p>
        </p:txBody>
      </p:sp>
      <p:sp>
        <p:nvSpPr>
          <p:cNvPr id="6592" name="Google Shape;6592;p490"/>
          <p:cNvSpPr txBox="1"/>
          <p:nvPr/>
        </p:nvSpPr>
        <p:spPr>
          <a:xfrm>
            <a:off x="457200" y="726038"/>
            <a:ext cx="3612900" cy="3693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n" sz="1200" i="1">
                <a:solidFill>
                  <a:schemeClr val="dk1"/>
                </a:solidFill>
                <a:latin typeface="IBM Plex Sans"/>
                <a:ea typeface="IBM Plex Sans"/>
                <a:cs typeface="IBM Plex Sans"/>
                <a:sym typeface="IBM Plex Sans"/>
              </a:rPr>
              <a:t>Transform documents into instant insights with AI-powered document processing.</a:t>
            </a:r>
            <a:endParaRPr sz="1200" i="1">
              <a:solidFill>
                <a:schemeClr val="dk1"/>
              </a:solidFill>
              <a:latin typeface="IBM Plex Sans"/>
              <a:ea typeface="IBM Plex Sans"/>
              <a:cs typeface="IBM Plex Sans"/>
              <a:sym typeface="IBM Plex Sans"/>
            </a:endParaRPr>
          </a:p>
        </p:txBody>
      </p:sp>
      <p:pic>
        <p:nvPicPr>
          <p:cNvPr id="6593" name="Google Shape;6593;p490"/>
          <p:cNvPicPr preferRelativeResize="0"/>
          <p:nvPr/>
        </p:nvPicPr>
        <p:blipFill>
          <a:blip r:embed="rId3">
            <a:alphaModFix/>
          </a:blip>
          <a:stretch>
            <a:fillRect/>
          </a:stretch>
        </p:blipFill>
        <p:spPr>
          <a:xfrm>
            <a:off x="5235600" y="1333000"/>
            <a:ext cx="2492750" cy="2492750"/>
          </a:xfrm>
          <a:prstGeom prst="rect">
            <a:avLst/>
          </a:prstGeom>
          <a:noFill/>
          <a:ln>
            <a:noFill/>
          </a:ln>
        </p:spPr>
      </p:pic>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Shape 6597"/>
        <p:cNvGrpSpPr/>
        <p:nvPr/>
      </p:nvGrpSpPr>
      <p:grpSpPr>
        <a:xfrm>
          <a:off x="0" y="0"/>
          <a:ext cx="0" cy="0"/>
          <a:chOff x="0" y="0"/>
          <a:chExt cx="0" cy="0"/>
        </a:xfrm>
      </p:grpSpPr>
      <p:sp>
        <p:nvSpPr>
          <p:cNvPr id="6598" name="Google Shape;6598;p491"/>
          <p:cNvSpPr txBox="1">
            <a:spLocks noGrp="1"/>
          </p:cNvSpPr>
          <p:nvPr>
            <p:ph type="title"/>
          </p:nvPr>
        </p:nvSpPr>
        <p:spPr>
          <a:xfrm>
            <a:off x="457200" y="114300"/>
            <a:ext cx="3612900" cy="523200"/>
          </a:xfrm>
          <a:prstGeom prst="rect">
            <a:avLst/>
          </a:prstGeom>
        </p:spPr>
        <p:txBody>
          <a:bodyPr spcFirstLastPara="1" wrap="square" lIns="0" tIns="0" rIns="0" bIns="0" anchor="t" anchorCtr="0">
            <a:spAutoFit/>
          </a:bodyPr>
          <a:lstStyle/>
          <a:p>
            <a:pPr marL="0" lvl="0" indent="0" algn="l" rtl="0">
              <a:spcBef>
                <a:spcPts val="0"/>
              </a:spcBef>
              <a:spcAft>
                <a:spcPts val="0"/>
              </a:spcAft>
              <a:buNone/>
            </a:pPr>
            <a:r>
              <a:rPr lang="en"/>
              <a:t>Copilot</a:t>
            </a:r>
            <a:endParaRPr/>
          </a:p>
        </p:txBody>
      </p:sp>
      <p:sp>
        <p:nvSpPr>
          <p:cNvPr id="6599" name="Google Shape;6599;p491"/>
          <p:cNvSpPr txBox="1">
            <a:spLocks noGrp="1"/>
          </p:cNvSpPr>
          <p:nvPr>
            <p:ph type="subTitle" idx="1"/>
          </p:nvPr>
        </p:nvSpPr>
        <p:spPr>
          <a:xfrm>
            <a:off x="457200" y="1183877"/>
            <a:ext cx="3612900" cy="312900"/>
          </a:xfrm>
          <a:prstGeom prst="rect">
            <a:avLst/>
          </a:prstGeom>
        </p:spPr>
        <p:txBody>
          <a:bodyPr spcFirstLastPara="1" wrap="square" lIns="0" tIns="0" rIns="0" bIns="0" anchor="t" anchorCtr="0">
            <a:normAutofit fontScale="77500" lnSpcReduction="20000"/>
          </a:bodyPr>
          <a:lstStyle/>
          <a:p>
            <a:pPr marL="0" lvl="0" indent="0" algn="l" rtl="0">
              <a:spcBef>
                <a:spcPts val="0"/>
              </a:spcBef>
              <a:spcAft>
                <a:spcPts val="1200"/>
              </a:spcAft>
              <a:buNone/>
            </a:pPr>
            <a:r>
              <a:rPr lang="en"/>
              <a:t>Create, migrate, and iterate</a:t>
            </a:r>
            <a:endParaRPr/>
          </a:p>
        </p:txBody>
      </p:sp>
      <p:sp>
        <p:nvSpPr>
          <p:cNvPr id="6600" name="Google Shape;6600;p491"/>
          <p:cNvSpPr txBox="1">
            <a:spLocks noGrp="1"/>
          </p:cNvSpPr>
          <p:nvPr>
            <p:ph type="body" idx="2"/>
          </p:nvPr>
        </p:nvSpPr>
        <p:spPr>
          <a:xfrm>
            <a:off x="464326" y="1504916"/>
            <a:ext cx="3612900" cy="831600"/>
          </a:xfrm>
          <a:prstGeom prst="rect">
            <a:avLst/>
          </a:prstGeom>
        </p:spPr>
        <p:txBody>
          <a:bodyPr spcFirstLastPara="1" wrap="square" lIns="0" tIns="0" rIns="0" bIns="0" anchor="t" anchorCtr="0">
            <a:normAutofit lnSpcReduction="10000"/>
          </a:bodyPr>
          <a:lstStyle/>
          <a:p>
            <a:pPr marL="0" lvl="0" indent="0" algn="l" rtl="0">
              <a:lnSpc>
                <a:spcPct val="100000"/>
              </a:lnSpc>
              <a:spcBef>
                <a:spcPts val="0"/>
              </a:spcBef>
              <a:spcAft>
                <a:spcPts val="1200"/>
              </a:spcAft>
              <a:buNone/>
            </a:pPr>
            <a:r>
              <a:rPr lang="en"/>
              <a:t>Provide your documentation, raw code, process models from legacy BPM tools—or just describe your use case and the BPMN copilot helps you iteratively design the process you need.</a:t>
            </a:r>
            <a:endParaRPr/>
          </a:p>
        </p:txBody>
      </p:sp>
      <p:sp>
        <p:nvSpPr>
          <p:cNvPr id="6601" name="Google Shape;6601;p491"/>
          <p:cNvSpPr txBox="1">
            <a:spLocks noGrp="1"/>
          </p:cNvSpPr>
          <p:nvPr>
            <p:ph type="subTitle" idx="3"/>
          </p:nvPr>
        </p:nvSpPr>
        <p:spPr>
          <a:xfrm>
            <a:off x="457200" y="2422934"/>
            <a:ext cx="3612900" cy="312900"/>
          </a:xfrm>
          <a:prstGeom prst="rect">
            <a:avLst/>
          </a:prstGeom>
        </p:spPr>
        <p:txBody>
          <a:bodyPr spcFirstLastPara="1" wrap="square" lIns="0" tIns="0" rIns="0" bIns="0" anchor="t" anchorCtr="0">
            <a:normAutofit fontScale="77500" lnSpcReduction="20000"/>
          </a:bodyPr>
          <a:lstStyle/>
          <a:p>
            <a:pPr marL="0" lvl="0" indent="0" algn="l" rtl="0">
              <a:spcBef>
                <a:spcPts val="0"/>
              </a:spcBef>
              <a:spcAft>
                <a:spcPts val="1200"/>
              </a:spcAft>
              <a:buNone/>
            </a:pPr>
            <a:r>
              <a:rPr lang="en"/>
              <a:t>Handle data with ease</a:t>
            </a:r>
            <a:endParaRPr/>
          </a:p>
        </p:txBody>
      </p:sp>
      <p:sp>
        <p:nvSpPr>
          <p:cNvPr id="6602" name="Google Shape;6602;p491"/>
          <p:cNvSpPr txBox="1">
            <a:spLocks noGrp="1"/>
          </p:cNvSpPr>
          <p:nvPr>
            <p:ph type="body" idx="4"/>
          </p:nvPr>
        </p:nvSpPr>
        <p:spPr>
          <a:xfrm>
            <a:off x="464326" y="2743982"/>
            <a:ext cx="3612900" cy="831600"/>
          </a:xfrm>
          <a:prstGeom prst="rect">
            <a:avLst/>
          </a:prstGeom>
        </p:spPr>
        <p:txBody>
          <a:bodyPr spcFirstLastPara="1" wrap="square" lIns="0" tIns="0" rIns="0" bIns="0" anchor="t" anchorCtr="0">
            <a:normAutofit lnSpcReduction="10000"/>
          </a:bodyPr>
          <a:lstStyle/>
          <a:p>
            <a:pPr marL="0" lvl="0" indent="0" algn="l" rtl="0">
              <a:lnSpc>
                <a:spcPct val="100000"/>
              </a:lnSpc>
              <a:spcBef>
                <a:spcPts val="0"/>
              </a:spcBef>
              <a:spcAft>
                <a:spcPts val="1200"/>
              </a:spcAft>
              <a:buNone/>
            </a:pPr>
            <a:r>
              <a:rPr lang="en"/>
              <a:t>Get help with writing expressions in Friendly Enough Expression Language (FEEL) so you can access variables and calculate values for use in BPMN symbols and Camunda connectors.</a:t>
            </a:r>
            <a:endParaRPr/>
          </a:p>
        </p:txBody>
      </p:sp>
      <p:sp>
        <p:nvSpPr>
          <p:cNvPr id="6603" name="Google Shape;6603;p491"/>
          <p:cNvSpPr txBox="1">
            <a:spLocks noGrp="1"/>
          </p:cNvSpPr>
          <p:nvPr>
            <p:ph type="subTitle" idx="5"/>
          </p:nvPr>
        </p:nvSpPr>
        <p:spPr>
          <a:xfrm>
            <a:off x="457200" y="3661991"/>
            <a:ext cx="3612900" cy="312900"/>
          </a:xfrm>
          <a:prstGeom prst="rect">
            <a:avLst/>
          </a:prstGeom>
        </p:spPr>
        <p:txBody>
          <a:bodyPr spcFirstLastPara="1" wrap="square" lIns="0" tIns="0" rIns="0" bIns="0" anchor="t" anchorCtr="0">
            <a:normAutofit fontScale="77500" lnSpcReduction="20000"/>
          </a:bodyPr>
          <a:lstStyle/>
          <a:p>
            <a:pPr marL="0" lvl="0" indent="0" algn="l" rtl="0">
              <a:spcBef>
                <a:spcPts val="0"/>
              </a:spcBef>
              <a:spcAft>
                <a:spcPts val="1200"/>
              </a:spcAft>
              <a:buNone/>
            </a:pPr>
            <a:r>
              <a:rPr lang="en"/>
              <a:t>Use natural language to create forms</a:t>
            </a:r>
            <a:endParaRPr/>
          </a:p>
        </p:txBody>
      </p:sp>
      <p:sp>
        <p:nvSpPr>
          <p:cNvPr id="6604" name="Google Shape;6604;p491"/>
          <p:cNvSpPr txBox="1">
            <a:spLocks noGrp="1"/>
          </p:cNvSpPr>
          <p:nvPr>
            <p:ph type="body" idx="6"/>
          </p:nvPr>
        </p:nvSpPr>
        <p:spPr>
          <a:xfrm>
            <a:off x="464326" y="3983048"/>
            <a:ext cx="3612900" cy="831600"/>
          </a:xfrm>
          <a:prstGeom prst="rect">
            <a:avLst/>
          </a:prstGeom>
        </p:spPr>
        <p:txBody>
          <a:bodyPr spcFirstLastPara="1" wrap="square" lIns="0" tIns="0" rIns="0" bIns="0" anchor="t" anchorCtr="0">
            <a:normAutofit lnSpcReduction="10000"/>
          </a:bodyPr>
          <a:lstStyle/>
          <a:p>
            <a:pPr marL="0" lvl="0" indent="0" algn="l" rtl="0">
              <a:lnSpc>
                <a:spcPct val="100000"/>
              </a:lnSpc>
              <a:spcBef>
                <a:spcPts val="0"/>
              </a:spcBef>
              <a:spcAft>
                <a:spcPts val="1200"/>
              </a:spcAft>
              <a:buNone/>
            </a:pPr>
            <a:r>
              <a:rPr lang="en"/>
              <a:t>Quickly create forms for tasks that will be done by knowledge workers. Simply describe your use case and layout preferences, and the form copilot does the work for you.</a:t>
            </a:r>
            <a:endParaRPr/>
          </a:p>
        </p:txBody>
      </p:sp>
      <p:sp>
        <p:nvSpPr>
          <p:cNvPr id="6605" name="Google Shape;6605;p491"/>
          <p:cNvSpPr txBox="1"/>
          <p:nvPr/>
        </p:nvSpPr>
        <p:spPr>
          <a:xfrm>
            <a:off x="457200" y="726038"/>
            <a:ext cx="3612900" cy="3693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Clr>
                <a:schemeClr val="dk1"/>
              </a:buClr>
              <a:buSzPts val="1100"/>
              <a:buFont typeface="Arial"/>
              <a:buNone/>
            </a:pPr>
            <a:r>
              <a:rPr lang="en" sz="1200" i="1">
                <a:solidFill>
                  <a:schemeClr val="dk1"/>
                </a:solidFill>
                <a:latin typeface="IBM Plex Sans"/>
                <a:ea typeface="IBM Plex Sans"/>
                <a:cs typeface="IBM Plex Sans"/>
                <a:sym typeface="IBM Plex Sans"/>
              </a:rPr>
              <a:t>Get started fast with a variety of copilot features that turn your ideas into reality.</a:t>
            </a:r>
            <a:endParaRPr sz="1200" b="1">
              <a:solidFill>
                <a:schemeClr val="dk1"/>
              </a:solidFill>
              <a:latin typeface="IBM Plex Sans"/>
              <a:ea typeface="IBM Plex Sans"/>
              <a:cs typeface="IBM Plex Sans"/>
              <a:sym typeface="IBM Plex Sans"/>
            </a:endParaRPr>
          </a:p>
        </p:txBody>
      </p:sp>
      <p:pic>
        <p:nvPicPr>
          <p:cNvPr id="6606" name="Google Shape;6606;p491"/>
          <p:cNvPicPr preferRelativeResize="0"/>
          <p:nvPr/>
        </p:nvPicPr>
        <p:blipFill>
          <a:blip r:embed="rId3">
            <a:alphaModFix/>
          </a:blip>
          <a:stretch>
            <a:fillRect/>
          </a:stretch>
        </p:blipFill>
        <p:spPr>
          <a:xfrm>
            <a:off x="5152450" y="1418025"/>
            <a:ext cx="2759473" cy="2307475"/>
          </a:xfrm>
          <a:prstGeom prst="rect">
            <a:avLst/>
          </a:prstGeom>
          <a:noFill/>
          <a:ln>
            <a:noFill/>
          </a:ln>
        </p:spPr>
      </p:pic>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Shape 6610"/>
        <p:cNvGrpSpPr/>
        <p:nvPr/>
      </p:nvGrpSpPr>
      <p:grpSpPr>
        <a:xfrm>
          <a:off x="0" y="0"/>
          <a:ext cx="0" cy="0"/>
          <a:chOff x="0" y="0"/>
          <a:chExt cx="0" cy="0"/>
        </a:xfrm>
      </p:grpSpPr>
      <p:sp>
        <p:nvSpPr>
          <p:cNvPr id="6611" name="Google Shape;6611;p492"/>
          <p:cNvSpPr txBox="1">
            <a:spLocks noGrp="1"/>
          </p:cNvSpPr>
          <p:nvPr>
            <p:ph type="title"/>
          </p:nvPr>
        </p:nvSpPr>
        <p:spPr>
          <a:xfrm>
            <a:off x="457200" y="114300"/>
            <a:ext cx="3612900" cy="523200"/>
          </a:xfrm>
          <a:prstGeom prst="rect">
            <a:avLst/>
          </a:prstGeom>
        </p:spPr>
        <p:txBody>
          <a:bodyPr spcFirstLastPara="1" wrap="square" lIns="0" tIns="0" rIns="0" bIns="0" anchor="t" anchorCtr="0">
            <a:spAutoFit/>
          </a:bodyPr>
          <a:lstStyle/>
          <a:p>
            <a:pPr marL="0" lvl="0" indent="0" algn="l" rtl="0">
              <a:spcBef>
                <a:spcPts val="0"/>
              </a:spcBef>
              <a:spcAft>
                <a:spcPts val="0"/>
              </a:spcAft>
              <a:buNone/>
            </a:pPr>
            <a:r>
              <a:rPr lang="en"/>
              <a:t>Play Mode</a:t>
            </a:r>
            <a:endParaRPr/>
          </a:p>
        </p:txBody>
      </p:sp>
      <p:sp>
        <p:nvSpPr>
          <p:cNvPr id="6612" name="Google Shape;6612;p492"/>
          <p:cNvSpPr txBox="1">
            <a:spLocks noGrp="1"/>
          </p:cNvSpPr>
          <p:nvPr>
            <p:ph type="subTitle" idx="1"/>
          </p:nvPr>
        </p:nvSpPr>
        <p:spPr>
          <a:xfrm>
            <a:off x="457200" y="1183877"/>
            <a:ext cx="3612900" cy="312900"/>
          </a:xfrm>
          <a:prstGeom prst="rect">
            <a:avLst/>
          </a:prstGeom>
        </p:spPr>
        <p:txBody>
          <a:bodyPr spcFirstLastPara="1" wrap="square" lIns="0" tIns="0" rIns="0" bIns="0" anchor="t" anchorCtr="0">
            <a:normAutofit fontScale="77500" lnSpcReduction="20000"/>
          </a:bodyPr>
          <a:lstStyle/>
          <a:p>
            <a:pPr marL="0" lvl="0" indent="0" algn="l" rtl="0">
              <a:spcBef>
                <a:spcPts val="0"/>
              </a:spcBef>
              <a:spcAft>
                <a:spcPts val="1200"/>
              </a:spcAft>
              <a:buNone/>
            </a:pPr>
            <a:r>
              <a:rPr lang="en"/>
              <a:t>Leverage one model for testing</a:t>
            </a:r>
            <a:endParaRPr/>
          </a:p>
        </p:txBody>
      </p:sp>
      <p:sp>
        <p:nvSpPr>
          <p:cNvPr id="6613" name="Google Shape;6613;p492"/>
          <p:cNvSpPr txBox="1">
            <a:spLocks noGrp="1"/>
          </p:cNvSpPr>
          <p:nvPr>
            <p:ph type="body" idx="2"/>
          </p:nvPr>
        </p:nvSpPr>
        <p:spPr>
          <a:xfrm>
            <a:off x="464326" y="1504916"/>
            <a:ext cx="3612900" cy="831600"/>
          </a:xfrm>
          <a:prstGeom prst="rect">
            <a:avLst/>
          </a:prstGeom>
        </p:spPr>
        <p:txBody>
          <a:bodyPr spcFirstLastPara="1" wrap="square" lIns="0" tIns="0" rIns="0" bIns="0" anchor="t" anchorCtr="0">
            <a:normAutofit lnSpcReduction="10000"/>
          </a:bodyPr>
          <a:lstStyle/>
          <a:p>
            <a:pPr marL="0" lvl="0" indent="0" algn="l" rtl="0">
              <a:lnSpc>
                <a:spcPct val="100000"/>
              </a:lnSpc>
              <a:spcBef>
                <a:spcPts val="0"/>
              </a:spcBef>
              <a:spcAft>
                <a:spcPts val="1200"/>
              </a:spcAft>
              <a:buNone/>
            </a:pPr>
            <a:r>
              <a:rPr lang="en"/>
              <a:t>Run simulations of the exact BPMN process model that you build in Camunda Modeler. Visualize the happy path and gain a better understanding of the way the process will work at runtime.</a:t>
            </a:r>
            <a:endParaRPr/>
          </a:p>
        </p:txBody>
      </p:sp>
      <p:sp>
        <p:nvSpPr>
          <p:cNvPr id="6614" name="Google Shape;6614;p492"/>
          <p:cNvSpPr txBox="1">
            <a:spLocks noGrp="1"/>
          </p:cNvSpPr>
          <p:nvPr>
            <p:ph type="subTitle" idx="3"/>
          </p:nvPr>
        </p:nvSpPr>
        <p:spPr>
          <a:xfrm>
            <a:off x="457200" y="2422934"/>
            <a:ext cx="3612900" cy="312900"/>
          </a:xfrm>
          <a:prstGeom prst="rect">
            <a:avLst/>
          </a:prstGeom>
        </p:spPr>
        <p:txBody>
          <a:bodyPr spcFirstLastPara="1" wrap="square" lIns="0" tIns="0" rIns="0" bIns="0" anchor="t" anchorCtr="0">
            <a:normAutofit fontScale="77500" lnSpcReduction="20000"/>
          </a:bodyPr>
          <a:lstStyle/>
          <a:p>
            <a:pPr marL="0" lvl="0" indent="0" algn="l" rtl="0">
              <a:spcBef>
                <a:spcPts val="0"/>
              </a:spcBef>
              <a:spcAft>
                <a:spcPts val="1200"/>
              </a:spcAft>
              <a:buNone/>
            </a:pPr>
            <a:r>
              <a:rPr lang="en"/>
              <a:t>Spin up a test environment fast</a:t>
            </a:r>
            <a:endParaRPr/>
          </a:p>
        </p:txBody>
      </p:sp>
      <p:sp>
        <p:nvSpPr>
          <p:cNvPr id="6615" name="Google Shape;6615;p492"/>
          <p:cNvSpPr txBox="1">
            <a:spLocks noGrp="1"/>
          </p:cNvSpPr>
          <p:nvPr>
            <p:ph type="body" idx="4"/>
          </p:nvPr>
        </p:nvSpPr>
        <p:spPr>
          <a:xfrm>
            <a:off x="464326" y="2743982"/>
            <a:ext cx="3612900" cy="831600"/>
          </a:xfrm>
          <a:prstGeom prst="rect">
            <a:avLst/>
          </a:prstGeom>
        </p:spPr>
        <p:txBody>
          <a:bodyPr spcFirstLastPara="1" wrap="square" lIns="0" tIns="0" rIns="0" bIns="0" anchor="t" anchorCtr="0">
            <a:normAutofit lnSpcReduction="10000"/>
          </a:bodyPr>
          <a:lstStyle/>
          <a:p>
            <a:pPr marL="0" lvl="0" indent="0" algn="l" rtl="0">
              <a:lnSpc>
                <a:spcPct val="100000"/>
              </a:lnSpc>
              <a:spcBef>
                <a:spcPts val="0"/>
              </a:spcBef>
              <a:spcAft>
                <a:spcPts val="1200"/>
              </a:spcAft>
              <a:buNone/>
            </a:pPr>
            <a:r>
              <a:rPr lang="en"/>
              <a:t>Play Mode automatically spins up a playground environment and deploys your process to it. Play Mode doesn’t affect running processes, production data, or usage limits.</a:t>
            </a:r>
            <a:endParaRPr/>
          </a:p>
        </p:txBody>
      </p:sp>
      <p:sp>
        <p:nvSpPr>
          <p:cNvPr id="6616" name="Google Shape;6616;p492"/>
          <p:cNvSpPr txBox="1">
            <a:spLocks noGrp="1"/>
          </p:cNvSpPr>
          <p:nvPr>
            <p:ph type="subTitle" idx="5"/>
          </p:nvPr>
        </p:nvSpPr>
        <p:spPr>
          <a:xfrm>
            <a:off x="457200" y="3661991"/>
            <a:ext cx="3612900" cy="312900"/>
          </a:xfrm>
          <a:prstGeom prst="rect">
            <a:avLst/>
          </a:prstGeom>
        </p:spPr>
        <p:txBody>
          <a:bodyPr spcFirstLastPara="1" wrap="square" lIns="0" tIns="0" rIns="0" bIns="0" anchor="t" anchorCtr="0">
            <a:normAutofit fontScale="77500" lnSpcReduction="20000"/>
          </a:bodyPr>
          <a:lstStyle/>
          <a:p>
            <a:pPr marL="0" lvl="0" indent="0" algn="l" rtl="0">
              <a:spcBef>
                <a:spcPts val="0"/>
              </a:spcBef>
              <a:spcAft>
                <a:spcPts val="1200"/>
              </a:spcAft>
              <a:buNone/>
            </a:pPr>
            <a:r>
              <a:rPr lang="en"/>
              <a:t>Ensure you’re ready for errors</a:t>
            </a:r>
            <a:endParaRPr/>
          </a:p>
        </p:txBody>
      </p:sp>
      <p:sp>
        <p:nvSpPr>
          <p:cNvPr id="6617" name="Google Shape;6617;p492"/>
          <p:cNvSpPr txBox="1">
            <a:spLocks noGrp="1"/>
          </p:cNvSpPr>
          <p:nvPr>
            <p:ph type="body" idx="6"/>
          </p:nvPr>
        </p:nvSpPr>
        <p:spPr>
          <a:xfrm>
            <a:off x="464326" y="3983048"/>
            <a:ext cx="3612900" cy="831600"/>
          </a:xfrm>
          <a:prstGeom prst="rect">
            <a:avLst/>
          </a:prstGeom>
        </p:spPr>
        <p:txBody>
          <a:bodyPr spcFirstLastPara="1" wrap="square" lIns="0" tIns="0" rIns="0" bIns="0" anchor="t" anchorCtr="0">
            <a:normAutofit fontScale="92500"/>
          </a:bodyPr>
          <a:lstStyle/>
          <a:p>
            <a:pPr marL="0" lvl="0" indent="0" algn="l" rtl="0">
              <a:lnSpc>
                <a:spcPct val="100000"/>
              </a:lnSpc>
              <a:spcBef>
                <a:spcPts val="0"/>
              </a:spcBef>
              <a:spcAft>
                <a:spcPts val="1200"/>
              </a:spcAft>
              <a:buNone/>
            </a:pPr>
            <a:r>
              <a:rPr lang="en"/>
              <a:t>Simulate error conditions and unhappy paths to ensure the process reacts as expected. For example, if an API or an external system fails to respond to a request, does the process fall back to a backup flow?</a:t>
            </a:r>
            <a:endParaRPr/>
          </a:p>
        </p:txBody>
      </p:sp>
      <p:sp>
        <p:nvSpPr>
          <p:cNvPr id="6618" name="Google Shape;6618;p492"/>
          <p:cNvSpPr txBox="1"/>
          <p:nvPr/>
        </p:nvSpPr>
        <p:spPr>
          <a:xfrm>
            <a:off x="457200" y="726038"/>
            <a:ext cx="3612900" cy="369300"/>
          </a:xfrm>
          <a:prstGeom prst="rect">
            <a:avLst/>
          </a:prstGeom>
          <a:noFill/>
          <a:ln>
            <a:noFill/>
          </a:ln>
        </p:spPr>
        <p:txBody>
          <a:bodyPr spcFirstLastPara="1" wrap="square" lIns="0" tIns="0" rIns="0" bIns="0" anchor="t" anchorCtr="0">
            <a:spAutoFit/>
          </a:bodyPr>
          <a:lstStyle/>
          <a:p>
            <a:pPr marL="0" lvl="0" indent="0" algn="l" rtl="0">
              <a:lnSpc>
                <a:spcPct val="100000"/>
              </a:lnSpc>
              <a:spcBef>
                <a:spcPts val="0"/>
              </a:spcBef>
              <a:spcAft>
                <a:spcPts val="0"/>
              </a:spcAft>
              <a:buNone/>
            </a:pPr>
            <a:r>
              <a:rPr lang="en" sz="1200" i="1">
                <a:solidFill>
                  <a:schemeClr val="dk1"/>
                </a:solidFill>
                <a:latin typeface="IBM Plex Sans"/>
                <a:ea typeface="IBM Plex Sans"/>
                <a:cs typeface="IBM Plex Sans"/>
                <a:sym typeface="IBM Plex Sans"/>
              </a:rPr>
              <a:t>Enable all users to simulate processes without affecting production environments.</a:t>
            </a:r>
            <a:endParaRPr sz="1200" i="1">
              <a:solidFill>
                <a:schemeClr val="dk1"/>
              </a:solidFill>
              <a:latin typeface="IBM Plex Sans"/>
              <a:ea typeface="IBM Plex Sans"/>
              <a:cs typeface="IBM Plex Sans"/>
              <a:sym typeface="IBM Plex Sans"/>
            </a:endParaRPr>
          </a:p>
        </p:txBody>
      </p:sp>
      <p:pic>
        <p:nvPicPr>
          <p:cNvPr id="6619" name="Google Shape;6619;p492"/>
          <p:cNvPicPr preferRelativeResize="0"/>
          <p:nvPr/>
        </p:nvPicPr>
        <p:blipFill>
          <a:blip r:embed="rId3">
            <a:alphaModFix/>
          </a:blip>
          <a:stretch>
            <a:fillRect/>
          </a:stretch>
        </p:blipFill>
        <p:spPr>
          <a:xfrm>
            <a:off x="5274825" y="1330913"/>
            <a:ext cx="2481675" cy="2481675"/>
          </a:xfrm>
          <a:prstGeom prst="rect">
            <a:avLst/>
          </a:prstGeom>
          <a:noFill/>
          <a:ln>
            <a:noFill/>
          </a:ln>
        </p:spPr>
      </p:pic>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Shape 6623"/>
        <p:cNvGrpSpPr/>
        <p:nvPr/>
      </p:nvGrpSpPr>
      <p:grpSpPr>
        <a:xfrm>
          <a:off x="0" y="0"/>
          <a:ext cx="0" cy="0"/>
          <a:chOff x="0" y="0"/>
          <a:chExt cx="0" cy="0"/>
        </a:xfrm>
      </p:grpSpPr>
      <p:sp>
        <p:nvSpPr>
          <p:cNvPr id="6624" name="Google Shape;6624;p493"/>
          <p:cNvSpPr txBox="1">
            <a:spLocks noGrp="1"/>
          </p:cNvSpPr>
          <p:nvPr>
            <p:ph type="title"/>
          </p:nvPr>
        </p:nvSpPr>
        <p:spPr>
          <a:xfrm>
            <a:off x="457200" y="114300"/>
            <a:ext cx="3612900" cy="523200"/>
          </a:xfrm>
          <a:prstGeom prst="rect">
            <a:avLst/>
          </a:prstGeom>
        </p:spPr>
        <p:txBody>
          <a:bodyPr spcFirstLastPara="1" wrap="square" lIns="0" tIns="0" rIns="0" bIns="0" anchor="t" anchorCtr="0">
            <a:spAutoFit/>
          </a:bodyPr>
          <a:lstStyle/>
          <a:p>
            <a:pPr marL="0" lvl="0" indent="0" algn="l" rtl="0">
              <a:spcBef>
                <a:spcPts val="0"/>
              </a:spcBef>
              <a:spcAft>
                <a:spcPts val="0"/>
              </a:spcAft>
              <a:buNone/>
            </a:pPr>
            <a:r>
              <a:rPr lang="en"/>
              <a:t>Zeebe</a:t>
            </a:r>
            <a:endParaRPr/>
          </a:p>
        </p:txBody>
      </p:sp>
      <p:sp>
        <p:nvSpPr>
          <p:cNvPr id="6625" name="Google Shape;6625;p493"/>
          <p:cNvSpPr txBox="1">
            <a:spLocks noGrp="1"/>
          </p:cNvSpPr>
          <p:nvPr>
            <p:ph type="subTitle" idx="1"/>
          </p:nvPr>
        </p:nvSpPr>
        <p:spPr>
          <a:xfrm>
            <a:off x="457200" y="1183877"/>
            <a:ext cx="3612900" cy="312900"/>
          </a:xfrm>
          <a:prstGeom prst="rect">
            <a:avLst/>
          </a:prstGeom>
        </p:spPr>
        <p:txBody>
          <a:bodyPr spcFirstLastPara="1" wrap="square" lIns="0" tIns="0" rIns="0" bIns="0" anchor="t" anchorCtr="0">
            <a:normAutofit fontScale="77500" lnSpcReduction="20000"/>
          </a:bodyPr>
          <a:lstStyle/>
          <a:p>
            <a:pPr marL="0" lvl="0" indent="0" algn="l" rtl="0">
              <a:spcBef>
                <a:spcPts val="0"/>
              </a:spcBef>
              <a:spcAft>
                <a:spcPts val="1200"/>
              </a:spcAft>
              <a:buNone/>
            </a:pPr>
            <a:r>
              <a:rPr lang="en"/>
              <a:t>Execute with unparalleled scalability</a:t>
            </a:r>
            <a:endParaRPr/>
          </a:p>
        </p:txBody>
      </p:sp>
      <p:sp>
        <p:nvSpPr>
          <p:cNvPr id="6626" name="Google Shape;6626;p493"/>
          <p:cNvSpPr txBox="1">
            <a:spLocks noGrp="1"/>
          </p:cNvSpPr>
          <p:nvPr>
            <p:ph type="body" idx="2"/>
          </p:nvPr>
        </p:nvSpPr>
        <p:spPr>
          <a:xfrm>
            <a:off x="464326" y="1504916"/>
            <a:ext cx="3612900" cy="831600"/>
          </a:xfrm>
          <a:prstGeom prst="rect">
            <a:avLst/>
          </a:prstGeom>
        </p:spPr>
        <p:txBody>
          <a:bodyPr spcFirstLastPara="1" wrap="square" lIns="0" tIns="0" rIns="0" bIns="0" anchor="t" anchorCtr="0">
            <a:normAutofit lnSpcReduction="10000"/>
          </a:bodyPr>
          <a:lstStyle/>
          <a:p>
            <a:pPr marL="0" lvl="0" indent="0" algn="l" rtl="0">
              <a:lnSpc>
                <a:spcPct val="100000"/>
              </a:lnSpc>
              <a:spcBef>
                <a:spcPts val="0"/>
              </a:spcBef>
              <a:spcAft>
                <a:spcPts val="1200"/>
              </a:spcAft>
              <a:buNone/>
            </a:pPr>
            <a:r>
              <a:rPr lang="en"/>
              <a:t>Camunda Zeebe is a distributed system without a central database, so it doesn’t have a performance bottleneck. It’s easy to distribute processes across clusters to achieve high throughput.</a:t>
            </a:r>
            <a:endParaRPr/>
          </a:p>
        </p:txBody>
      </p:sp>
      <p:sp>
        <p:nvSpPr>
          <p:cNvPr id="6627" name="Google Shape;6627;p493"/>
          <p:cNvSpPr txBox="1">
            <a:spLocks noGrp="1"/>
          </p:cNvSpPr>
          <p:nvPr>
            <p:ph type="subTitle" idx="3"/>
          </p:nvPr>
        </p:nvSpPr>
        <p:spPr>
          <a:xfrm>
            <a:off x="457200" y="2422934"/>
            <a:ext cx="3612900" cy="312900"/>
          </a:xfrm>
          <a:prstGeom prst="rect">
            <a:avLst/>
          </a:prstGeom>
        </p:spPr>
        <p:txBody>
          <a:bodyPr spcFirstLastPara="1" wrap="square" lIns="0" tIns="0" rIns="0" bIns="0" anchor="t" anchorCtr="0">
            <a:normAutofit fontScale="77500" lnSpcReduction="20000"/>
          </a:bodyPr>
          <a:lstStyle/>
          <a:p>
            <a:pPr marL="0" lvl="0" indent="0" algn="l" rtl="0">
              <a:spcBef>
                <a:spcPts val="0"/>
              </a:spcBef>
              <a:spcAft>
                <a:spcPts val="1200"/>
              </a:spcAft>
              <a:buNone/>
            </a:pPr>
            <a:r>
              <a:rPr lang="en"/>
              <a:t>Ensure business continuity</a:t>
            </a:r>
            <a:endParaRPr/>
          </a:p>
        </p:txBody>
      </p:sp>
      <p:sp>
        <p:nvSpPr>
          <p:cNvPr id="6628" name="Google Shape;6628;p493"/>
          <p:cNvSpPr txBox="1">
            <a:spLocks noGrp="1"/>
          </p:cNvSpPr>
          <p:nvPr>
            <p:ph type="body" idx="4"/>
          </p:nvPr>
        </p:nvSpPr>
        <p:spPr>
          <a:xfrm>
            <a:off x="464326" y="2743982"/>
            <a:ext cx="3612900" cy="831600"/>
          </a:xfrm>
          <a:prstGeom prst="rect">
            <a:avLst/>
          </a:prstGeom>
        </p:spPr>
        <p:txBody>
          <a:bodyPr spcFirstLastPara="1" wrap="square" lIns="0" tIns="0" rIns="0" bIns="0" anchor="t" anchorCtr="0">
            <a:normAutofit lnSpcReduction="10000"/>
          </a:bodyPr>
          <a:lstStyle/>
          <a:p>
            <a:pPr marL="0" lvl="0" indent="0" algn="l" rtl="0">
              <a:lnSpc>
                <a:spcPct val="100000"/>
              </a:lnSpc>
              <a:spcBef>
                <a:spcPts val="0"/>
              </a:spcBef>
              <a:spcAft>
                <a:spcPts val="1200"/>
              </a:spcAft>
              <a:buNone/>
            </a:pPr>
            <a:r>
              <a:rPr lang="en"/>
              <a:t>Zeebe provides enterprise-grade resilience by distributing data across all brokers in a cluster with storage directly on the server filesystem. If a broker goes down, another can replace it with no data loss.</a:t>
            </a:r>
            <a:endParaRPr/>
          </a:p>
        </p:txBody>
      </p:sp>
      <p:sp>
        <p:nvSpPr>
          <p:cNvPr id="6629" name="Google Shape;6629;p493"/>
          <p:cNvSpPr txBox="1">
            <a:spLocks noGrp="1"/>
          </p:cNvSpPr>
          <p:nvPr>
            <p:ph type="subTitle" idx="5"/>
          </p:nvPr>
        </p:nvSpPr>
        <p:spPr>
          <a:xfrm>
            <a:off x="457200" y="3661991"/>
            <a:ext cx="3612900" cy="312900"/>
          </a:xfrm>
          <a:prstGeom prst="rect">
            <a:avLst/>
          </a:prstGeom>
        </p:spPr>
        <p:txBody>
          <a:bodyPr spcFirstLastPara="1" wrap="square" lIns="0" tIns="0" rIns="0" bIns="0" anchor="t" anchorCtr="0">
            <a:normAutofit fontScale="77500" lnSpcReduction="20000"/>
          </a:bodyPr>
          <a:lstStyle/>
          <a:p>
            <a:pPr marL="0" lvl="0" indent="0" algn="l" rtl="0">
              <a:spcBef>
                <a:spcPts val="0"/>
              </a:spcBef>
              <a:spcAft>
                <a:spcPts val="1200"/>
              </a:spcAft>
              <a:buNone/>
            </a:pPr>
            <a:r>
              <a:rPr lang="en"/>
              <a:t>Develop in any programming language</a:t>
            </a:r>
            <a:endParaRPr/>
          </a:p>
        </p:txBody>
      </p:sp>
      <p:sp>
        <p:nvSpPr>
          <p:cNvPr id="6630" name="Google Shape;6630;p493"/>
          <p:cNvSpPr txBox="1">
            <a:spLocks noGrp="1"/>
          </p:cNvSpPr>
          <p:nvPr>
            <p:ph type="body" idx="6"/>
          </p:nvPr>
        </p:nvSpPr>
        <p:spPr>
          <a:xfrm>
            <a:off x="464326" y="3983048"/>
            <a:ext cx="3612900" cy="831600"/>
          </a:xfrm>
          <a:prstGeom prst="rect">
            <a:avLst/>
          </a:prstGeom>
        </p:spPr>
        <p:txBody>
          <a:bodyPr spcFirstLastPara="1" wrap="square" lIns="0" tIns="0" rIns="0" bIns="0" anchor="t" anchorCtr="0">
            <a:normAutofit lnSpcReduction="10000"/>
          </a:bodyPr>
          <a:lstStyle/>
          <a:p>
            <a:pPr marL="0" lvl="0" indent="0" algn="l" rtl="0">
              <a:lnSpc>
                <a:spcPct val="100000"/>
              </a:lnSpc>
              <a:spcBef>
                <a:spcPts val="0"/>
              </a:spcBef>
              <a:spcAft>
                <a:spcPts val="1200"/>
              </a:spcAft>
              <a:buNone/>
            </a:pPr>
            <a:r>
              <a:rPr lang="en"/>
              <a:t>Use out-of-the-box clients or your preferred programming language to implement job workers that send commands to Zeebe to deploy processes and execute business logic.</a:t>
            </a:r>
            <a:endParaRPr/>
          </a:p>
        </p:txBody>
      </p:sp>
      <p:sp>
        <p:nvSpPr>
          <p:cNvPr id="6631" name="Google Shape;6631;p493"/>
          <p:cNvSpPr txBox="1"/>
          <p:nvPr/>
        </p:nvSpPr>
        <p:spPr>
          <a:xfrm>
            <a:off x="457200" y="726038"/>
            <a:ext cx="3612900" cy="369300"/>
          </a:xfrm>
          <a:prstGeom prst="rect">
            <a:avLst/>
          </a:prstGeom>
          <a:noFill/>
          <a:ln>
            <a:noFill/>
          </a:ln>
        </p:spPr>
        <p:txBody>
          <a:bodyPr spcFirstLastPara="1" wrap="square" lIns="0" tIns="0" rIns="0" bIns="0" anchor="t" anchorCtr="0">
            <a:spAutoFit/>
          </a:bodyPr>
          <a:lstStyle/>
          <a:p>
            <a:pPr marL="0" lvl="0" indent="0" algn="l" rtl="0">
              <a:lnSpc>
                <a:spcPct val="100000"/>
              </a:lnSpc>
              <a:spcBef>
                <a:spcPts val="0"/>
              </a:spcBef>
              <a:spcAft>
                <a:spcPts val="0"/>
              </a:spcAft>
              <a:buNone/>
            </a:pPr>
            <a:r>
              <a:rPr lang="en" sz="1200" i="1">
                <a:solidFill>
                  <a:schemeClr val="dk1"/>
                </a:solidFill>
                <a:latin typeface="IBM Plex Sans"/>
                <a:ea typeface="IBM Plex Sans"/>
                <a:cs typeface="IBM Plex Sans"/>
                <a:sym typeface="IBM Plex Sans"/>
              </a:rPr>
              <a:t>Cloud-native event streaming for unparalleled scale and resilience.</a:t>
            </a:r>
            <a:endParaRPr sz="1200" i="1">
              <a:solidFill>
                <a:schemeClr val="dk1"/>
              </a:solidFill>
              <a:latin typeface="IBM Plex Sans"/>
              <a:ea typeface="IBM Plex Sans"/>
              <a:cs typeface="IBM Plex Sans"/>
              <a:sym typeface="IBM Plex Sans"/>
            </a:endParaRPr>
          </a:p>
        </p:txBody>
      </p:sp>
      <p:pic>
        <p:nvPicPr>
          <p:cNvPr id="6632" name="Google Shape;6632;p493"/>
          <p:cNvPicPr preferRelativeResize="0"/>
          <p:nvPr/>
        </p:nvPicPr>
        <p:blipFill rotWithShape="1">
          <a:blip r:embed="rId3">
            <a:alphaModFix/>
          </a:blip>
          <a:srcRect t="4300" b="14563"/>
          <a:stretch/>
        </p:blipFill>
        <p:spPr>
          <a:xfrm>
            <a:off x="5047875" y="1403350"/>
            <a:ext cx="2880075" cy="2336799"/>
          </a:xfrm>
          <a:prstGeom prst="rect">
            <a:avLst/>
          </a:prstGeom>
          <a:noFill/>
          <a:ln>
            <a:noFill/>
          </a:ln>
        </p:spPr>
      </p:pic>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Shape 6636"/>
        <p:cNvGrpSpPr/>
        <p:nvPr/>
      </p:nvGrpSpPr>
      <p:grpSpPr>
        <a:xfrm>
          <a:off x="0" y="0"/>
          <a:ext cx="0" cy="0"/>
          <a:chOff x="0" y="0"/>
          <a:chExt cx="0" cy="0"/>
        </a:xfrm>
      </p:grpSpPr>
      <p:sp>
        <p:nvSpPr>
          <p:cNvPr id="6637" name="Google Shape;6637;p494"/>
          <p:cNvSpPr txBox="1">
            <a:spLocks noGrp="1"/>
          </p:cNvSpPr>
          <p:nvPr>
            <p:ph type="title"/>
          </p:nvPr>
        </p:nvSpPr>
        <p:spPr>
          <a:xfrm>
            <a:off x="457200" y="114300"/>
            <a:ext cx="3612900" cy="523200"/>
          </a:xfrm>
          <a:prstGeom prst="rect">
            <a:avLst/>
          </a:prstGeom>
        </p:spPr>
        <p:txBody>
          <a:bodyPr spcFirstLastPara="1" wrap="square" lIns="0" tIns="0" rIns="0" bIns="0" anchor="t" anchorCtr="0">
            <a:spAutoFit/>
          </a:bodyPr>
          <a:lstStyle/>
          <a:p>
            <a:pPr marL="0" lvl="0" indent="0" algn="l" rtl="0">
              <a:spcBef>
                <a:spcPts val="0"/>
              </a:spcBef>
              <a:spcAft>
                <a:spcPts val="0"/>
              </a:spcAft>
              <a:buNone/>
            </a:pPr>
            <a:r>
              <a:rPr lang="en"/>
              <a:t>Operate</a:t>
            </a:r>
            <a:endParaRPr/>
          </a:p>
        </p:txBody>
      </p:sp>
      <p:sp>
        <p:nvSpPr>
          <p:cNvPr id="6638" name="Google Shape;6638;p494"/>
          <p:cNvSpPr txBox="1">
            <a:spLocks noGrp="1"/>
          </p:cNvSpPr>
          <p:nvPr>
            <p:ph type="subTitle" idx="1"/>
          </p:nvPr>
        </p:nvSpPr>
        <p:spPr>
          <a:xfrm>
            <a:off x="457200" y="1183877"/>
            <a:ext cx="3612900" cy="312900"/>
          </a:xfrm>
          <a:prstGeom prst="rect">
            <a:avLst/>
          </a:prstGeom>
        </p:spPr>
        <p:txBody>
          <a:bodyPr spcFirstLastPara="1" wrap="square" lIns="0" tIns="0" rIns="0" bIns="0" anchor="t" anchorCtr="0">
            <a:normAutofit fontScale="77500" lnSpcReduction="20000"/>
          </a:bodyPr>
          <a:lstStyle/>
          <a:p>
            <a:pPr marL="0" lvl="0" indent="0" algn="l" rtl="0">
              <a:spcBef>
                <a:spcPts val="0"/>
              </a:spcBef>
              <a:spcAft>
                <a:spcPts val="1200"/>
              </a:spcAft>
              <a:buNone/>
            </a:pPr>
            <a:r>
              <a:rPr lang="en"/>
              <a:t>Leverage one model for management</a:t>
            </a:r>
            <a:endParaRPr/>
          </a:p>
        </p:txBody>
      </p:sp>
      <p:sp>
        <p:nvSpPr>
          <p:cNvPr id="6639" name="Google Shape;6639;p494"/>
          <p:cNvSpPr txBox="1">
            <a:spLocks noGrp="1"/>
          </p:cNvSpPr>
          <p:nvPr>
            <p:ph type="body" idx="2"/>
          </p:nvPr>
        </p:nvSpPr>
        <p:spPr>
          <a:xfrm>
            <a:off x="464326" y="1504916"/>
            <a:ext cx="3612900" cy="831600"/>
          </a:xfrm>
          <a:prstGeom prst="rect">
            <a:avLst/>
          </a:prstGeom>
        </p:spPr>
        <p:txBody>
          <a:bodyPr spcFirstLastPara="1" wrap="square" lIns="0" tIns="0" rIns="0" bIns="0" anchor="t" anchorCtr="0">
            <a:normAutofit lnSpcReduction="10000"/>
          </a:bodyPr>
          <a:lstStyle/>
          <a:p>
            <a:pPr marL="0" lvl="0" indent="0" algn="l" rtl="0">
              <a:lnSpc>
                <a:spcPct val="100000"/>
              </a:lnSpc>
              <a:spcBef>
                <a:spcPts val="0"/>
              </a:spcBef>
              <a:spcAft>
                <a:spcPts val="1200"/>
              </a:spcAft>
              <a:buNone/>
            </a:pPr>
            <a:r>
              <a:rPr lang="en"/>
              <a:t>See process instance status and data in the context of the BPMN process model. Understand what’s happening with your processes without digging through logs or running traces.</a:t>
            </a:r>
            <a:endParaRPr/>
          </a:p>
        </p:txBody>
      </p:sp>
      <p:sp>
        <p:nvSpPr>
          <p:cNvPr id="6640" name="Google Shape;6640;p494"/>
          <p:cNvSpPr txBox="1">
            <a:spLocks noGrp="1"/>
          </p:cNvSpPr>
          <p:nvPr>
            <p:ph type="subTitle" idx="3"/>
          </p:nvPr>
        </p:nvSpPr>
        <p:spPr>
          <a:xfrm>
            <a:off x="457200" y="2422934"/>
            <a:ext cx="3612900" cy="312900"/>
          </a:xfrm>
          <a:prstGeom prst="rect">
            <a:avLst/>
          </a:prstGeom>
        </p:spPr>
        <p:txBody>
          <a:bodyPr spcFirstLastPara="1" wrap="square" lIns="0" tIns="0" rIns="0" bIns="0" anchor="t" anchorCtr="0">
            <a:normAutofit fontScale="77500" lnSpcReduction="20000"/>
          </a:bodyPr>
          <a:lstStyle/>
          <a:p>
            <a:pPr marL="0" lvl="0" indent="0" algn="l" rtl="0">
              <a:spcBef>
                <a:spcPts val="0"/>
              </a:spcBef>
              <a:spcAft>
                <a:spcPts val="1200"/>
              </a:spcAft>
              <a:buNone/>
            </a:pPr>
            <a:r>
              <a:rPr lang="en"/>
              <a:t>Analyze and resolve incidents</a:t>
            </a:r>
            <a:endParaRPr/>
          </a:p>
        </p:txBody>
      </p:sp>
      <p:sp>
        <p:nvSpPr>
          <p:cNvPr id="6641" name="Google Shape;6641;p494"/>
          <p:cNvSpPr txBox="1">
            <a:spLocks noGrp="1"/>
          </p:cNvSpPr>
          <p:nvPr>
            <p:ph type="body" idx="4"/>
          </p:nvPr>
        </p:nvSpPr>
        <p:spPr>
          <a:xfrm>
            <a:off x="464326" y="2743982"/>
            <a:ext cx="3612900" cy="831600"/>
          </a:xfrm>
          <a:prstGeom prst="rect">
            <a:avLst/>
          </a:prstGeom>
        </p:spPr>
        <p:txBody>
          <a:bodyPr spcFirstLastPara="1" wrap="square" lIns="0" tIns="0" rIns="0" bIns="0" anchor="t" anchorCtr="0">
            <a:normAutofit lnSpcReduction="10000"/>
          </a:bodyPr>
          <a:lstStyle/>
          <a:p>
            <a:pPr marL="0" lvl="0" indent="0" algn="l" rtl="0">
              <a:lnSpc>
                <a:spcPct val="100000"/>
              </a:lnSpc>
              <a:spcBef>
                <a:spcPts val="0"/>
              </a:spcBef>
              <a:spcAft>
                <a:spcPts val="1200"/>
              </a:spcAft>
              <a:buNone/>
            </a:pPr>
            <a:r>
              <a:rPr lang="en"/>
              <a:t>See incidents at a glance and quickly identify which processes are stuck. Troubleshooting tools help operators identify the root cause and take action; for example, by changing variables or moving tokens.</a:t>
            </a:r>
            <a:endParaRPr/>
          </a:p>
        </p:txBody>
      </p:sp>
      <p:sp>
        <p:nvSpPr>
          <p:cNvPr id="6642" name="Google Shape;6642;p494"/>
          <p:cNvSpPr txBox="1">
            <a:spLocks noGrp="1"/>
          </p:cNvSpPr>
          <p:nvPr>
            <p:ph type="subTitle" idx="5"/>
          </p:nvPr>
        </p:nvSpPr>
        <p:spPr>
          <a:xfrm>
            <a:off x="457200" y="3661991"/>
            <a:ext cx="3612900" cy="312900"/>
          </a:xfrm>
          <a:prstGeom prst="rect">
            <a:avLst/>
          </a:prstGeom>
        </p:spPr>
        <p:txBody>
          <a:bodyPr spcFirstLastPara="1" wrap="square" lIns="0" tIns="0" rIns="0" bIns="0" anchor="t" anchorCtr="0">
            <a:normAutofit fontScale="77500" lnSpcReduction="20000"/>
          </a:bodyPr>
          <a:lstStyle/>
          <a:p>
            <a:pPr marL="0" lvl="0" indent="0" algn="l" rtl="0">
              <a:spcBef>
                <a:spcPts val="0"/>
              </a:spcBef>
              <a:spcAft>
                <a:spcPts val="1200"/>
              </a:spcAft>
              <a:buNone/>
            </a:pPr>
            <a:r>
              <a:rPr lang="en"/>
              <a:t>Update processes without fear</a:t>
            </a:r>
            <a:endParaRPr/>
          </a:p>
        </p:txBody>
      </p:sp>
      <p:sp>
        <p:nvSpPr>
          <p:cNvPr id="6643" name="Google Shape;6643;p494"/>
          <p:cNvSpPr txBox="1">
            <a:spLocks noGrp="1"/>
          </p:cNvSpPr>
          <p:nvPr>
            <p:ph type="body" idx="6"/>
          </p:nvPr>
        </p:nvSpPr>
        <p:spPr>
          <a:xfrm>
            <a:off x="464326" y="3983048"/>
            <a:ext cx="3612900" cy="831600"/>
          </a:xfrm>
          <a:prstGeom prst="rect">
            <a:avLst/>
          </a:prstGeom>
        </p:spPr>
        <p:txBody>
          <a:bodyPr spcFirstLastPara="1" wrap="square" lIns="0" tIns="0" rIns="0" bIns="0" anchor="t" anchorCtr="0">
            <a:normAutofit lnSpcReduction="10000"/>
          </a:bodyPr>
          <a:lstStyle/>
          <a:p>
            <a:pPr marL="0" lvl="0" indent="0" algn="l" rtl="0">
              <a:lnSpc>
                <a:spcPct val="100000"/>
              </a:lnSpc>
              <a:spcBef>
                <a:spcPts val="0"/>
              </a:spcBef>
              <a:spcAft>
                <a:spcPts val="1200"/>
              </a:spcAft>
              <a:buNone/>
            </a:pPr>
            <a:r>
              <a:rPr lang="en"/>
              <a:t>Business processes change and evolve. Migrate running process instances to a new version of the BPMN model without interrupting the end user experience, losing data, or losing state persistence.</a:t>
            </a:r>
            <a:endParaRPr/>
          </a:p>
        </p:txBody>
      </p:sp>
      <p:sp>
        <p:nvSpPr>
          <p:cNvPr id="6644" name="Google Shape;6644;p494"/>
          <p:cNvSpPr txBox="1"/>
          <p:nvPr/>
        </p:nvSpPr>
        <p:spPr>
          <a:xfrm>
            <a:off x="457200" y="726038"/>
            <a:ext cx="3612900" cy="3693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n" sz="1200" i="1">
                <a:solidFill>
                  <a:schemeClr val="dk1"/>
                </a:solidFill>
                <a:latin typeface="IBM Plex Sans"/>
                <a:ea typeface="IBM Plex Sans"/>
                <a:cs typeface="IBM Plex Sans"/>
                <a:sym typeface="IBM Plex Sans"/>
              </a:rPr>
              <a:t>Manage and troubleshoot processes with one model for process visualization and management.</a:t>
            </a:r>
            <a:endParaRPr sz="1200" i="1">
              <a:solidFill>
                <a:schemeClr val="dk1"/>
              </a:solidFill>
              <a:latin typeface="IBM Plex Sans"/>
              <a:ea typeface="IBM Plex Sans"/>
              <a:cs typeface="IBM Plex Sans"/>
              <a:sym typeface="IBM Plex Sans"/>
            </a:endParaRPr>
          </a:p>
        </p:txBody>
      </p:sp>
      <p:pic>
        <p:nvPicPr>
          <p:cNvPr id="6645" name="Google Shape;6645;p494"/>
          <p:cNvPicPr preferRelativeResize="0"/>
          <p:nvPr/>
        </p:nvPicPr>
        <p:blipFill>
          <a:blip r:embed="rId3">
            <a:alphaModFix/>
          </a:blip>
          <a:stretch>
            <a:fillRect/>
          </a:stretch>
        </p:blipFill>
        <p:spPr>
          <a:xfrm>
            <a:off x="5239463" y="1324787"/>
            <a:ext cx="2509176" cy="2509176"/>
          </a:xfrm>
          <a:prstGeom prst="rect">
            <a:avLst/>
          </a:prstGeom>
          <a:noFill/>
          <a:ln>
            <a:noFill/>
          </a:ln>
        </p:spPr>
      </p:pic>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Shape 6649"/>
        <p:cNvGrpSpPr/>
        <p:nvPr/>
      </p:nvGrpSpPr>
      <p:grpSpPr>
        <a:xfrm>
          <a:off x="0" y="0"/>
          <a:ext cx="0" cy="0"/>
          <a:chOff x="0" y="0"/>
          <a:chExt cx="0" cy="0"/>
        </a:xfrm>
      </p:grpSpPr>
      <p:sp>
        <p:nvSpPr>
          <p:cNvPr id="6650" name="Google Shape;6650;p495"/>
          <p:cNvSpPr txBox="1">
            <a:spLocks noGrp="1"/>
          </p:cNvSpPr>
          <p:nvPr>
            <p:ph type="title"/>
          </p:nvPr>
        </p:nvSpPr>
        <p:spPr>
          <a:xfrm>
            <a:off x="457200" y="114300"/>
            <a:ext cx="3612900" cy="523200"/>
          </a:xfrm>
          <a:prstGeom prst="rect">
            <a:avLst/>
          </a:prstGeom>
        </p:spPr>
        <p:txBody>
          <a:bodyPr spcFirstLastPara="1" wrap="square" lIns="0" tIns="0" rIns="0" bIns="0" anchor="t" anchorCtr="0">
            <a:spAutoFit/>
          </a:bodyPr>
          <a:lstStyle/>
          <a:p>
            <a:pPr marL="0" lvl="0" indent="0" algn="l" rtl="0">
              <a:spcBef>
                <a:spcPts val="0"/>
              </a:spcBef>
              <a:spcAft>
                <a:spcPts val="0"/>
              </a:spcAft>
              <a:buNone/>
            </a:pPr>
            <a:r>
              <a:rPr lang="en"/>
              <a:t>Tasklist</a:t>
            </a:r>
            <a:endParaRPr/>
          </a:p>
        </p:txBody>
      </p:sp>
      <p:sp>
        <p:nvSpPr>
          <p:cNvPr id="6651" name="Google Shape;6651;p495"/>
          <p:cNvSpPr txBox="1">
            <a:spLocks noGrp="1"/>
          </p:cNvSpPr>
          <p:nvPr>
            <p:ph type="subTitle" idx="1"/>
          </p:nvPr>
        </p:nvSpPr>
        <p:spPr>
          <a:xfrm>
            <a:off x="457200" y="1183877"/>
            <a:ext cx="3612900" cy="312900"/>
          </a:xfrm>
          <a:prstGeom prst="rect">
            <a:avLst/>
          </a:prstGeom>
        </p:spPr>
        <p:txBody>
          <a:bodyPr spcFirstLastPara="1" wrap="square" lIns="0" tIns="0" rIns="0" bIns="0" anchor="t" anchorCtr="0">
            <a:normAutofit fontScale="77500" lnSpcReduction="20000"/>
          </a:bodyPr>
          <a:lstStyle/>
          <a:p>
            <a:pPr marL="0" lvl="0" indent="0" algn="l" rtl="0">
              <a:spcBef>
                <a:spcPts val="0"/>
              </a:spcBef>
              <a:spcAft>
                <a:spcPts val="1200"/>
              </a:spcAft>
              <a:buNone/>
            </a:pPr>
            <a:r>
              <a:rPr lang="en"/>
              <a:t>Instant UI for any process</a:t>
            </a:r>
            <a:endParaRPr/>
          </a:p>
        </p:txBody>
      </p:sp>
      <p:sp>
        <p:nvSpPr>
          <p:cNvPr id="6652" name="Google Shape;6652;p495"/>
          <p:cNvSpPr txBox="1">
            <a:spLocks noGrp="1"/>
          </p:cNvSpPr>
          <p:nvPr>
            <p:ph type="body" idx="2"/>
          </p:nvPr>
        </p:nvSpPr>
        <p:spPr>
          <a:xfrm>
            <a:off x="464326" y="1504916"/>
            <a:ext cx="3612900" cy="831600"/>
          </a:xfrm>
          <a:prstGeom prst="rect">
            <a:avLst/>
          </a:prstGeom>
        </p:spPr>
        <p:txBody>
          <a:bodyPr spcFirstLastPara="1" wrap="square" lIns="0" tIns="0" rIns="0" bIns="0" anchor="t" anchorCtr="0">
            <a:normAutofit lnSpcReduction="10000"/>
          </a:bodyPr>
          <a:lstStyle/>
          <a:p>
            <a:pPr marL="0" lvl="0" indent="0" algn="l" rtl="0">
              <a:lnSpc>
                <a:spcPct val="100000"/>
              </a:lnSpc>
              <a:spcBef>
                <a:spcPts val="0"/>
              </a:spcBef>
              <a:spcAft>
                <a:spcPts val="1200"/>
              </a:spcAft>
              <a:buNone/>
            </a:pPr>
            <a:r>
              <a:rPr lang="en"/>
              <a:t>Tasklist works out-of-the-box with any Camunda process that includes user tasks. You can opt to customize the Tasklist UI using our drag-and-drop Form Builder with built-in AI assistance.</a:t>
            </a:r>
            <a:endParaRPr/>
          </a:p>
        </p:txBody>
      </p:sp>
      <p:sp>
        <p:nvSpPr>
          <p:cNvPr id="6653" name="Google Shape;6653;p495"/>
          <p:cNvSpPr txBox="1">
            <a:spLocks noGrp="1"/>
          </p:cNvSpPr>
          <p:nvPr>
            <p:ph type="subTitle" idx="3"/>
          </p:nvPr>
        </p:nvSpPr>
        <p:spPr>
          <a:xfrm>
            <a:off x="457200" y="2422934"/>
            <a:ext cx="3612900" cy="312900"/>
          </a:xfrm>
          <a:prstGeom prst="rect">
            <a:avLst/>
          </a:prstGeom>
        </p:spPr>
        <p:txBody>
          <a:bodyPr spcFirstLastPara="1" wrap="square" lIns="0" tIns="0" rIns="0" bIns="0" anchor="t" anchorCtr="0">
            <a:normAutofit fontScale="77500" lnSpcReduction="20000"/>
          </a:bodyPr>
          <a:lstStyle/>
          <a:p>
            <a:pPr marL="0" lvl="0" indent="0" algn="l" rtl="0">
              <a:spcBef>
                <a:spcPts val="0"/>
              </a:spcBef>
              <a:spcAft>
                <a:spcPts val="1200"/>
              </a:spcAft>
              <a:buNone/>
            </a:pPr>
            <a:r>
              <a:rPr lang="en"/>
              <a:t>Route tasks intelligently</a:t>
            </a:r>
            <a:endParaRPr/>
          </a:p>
        </p:txBody>
      </p:sp>
      <p:sp>
        <p:nvSpPr>
          <p:cNvPr id="6654" name="Google Shape;6654;p495"/>
          <p:cNvSpPr txBox="1">
            <a:spLocks noGrp="1"/>
          </p:cNvSpPr>
          <p:nvPr>
            <p:ph type="body" idx="4"/>
          </p:nvPr>
        </p:nvSpPr>
        <p:spPr>
          <a:xfrm>
            <a:off x="464326" y="2743982"/>
            <a:ext cx="3612900" cy="831600"/>
          </a:xfrm>
          <a:prstGeom prst="rect">
            <a:avLst/>
          </a:prstGeom>
        </p:spPr>
        <p:txBody>
          <a:bodyPr spcFirstLastPara="1" wrap="square" lIns="0" tIns="0" rIns="0" bIns="0" anchor="t" anchorCtr="0">
            <a:normAutofit lnSpcReduction="10000"/>
          </a:bodyPr>
          <a:lstStyle/>
          <a:p>
            <a:pPr marL="0" lvl="0" indent="0" algn="l" rtl="0">
              <a:lnSpc>
                <a:spcPct val="100000"/>
              </a:lnSpc>
              <a:spcBef>
                <a:spcPts val="0"/>
              </a:spcBef>
              <a:spcAft>
                <a:spcPts val="1200"/>
              </a:spcAft>
              <a:buNone/>
            </a:pPr>
            <a:r>
              <a:rPr lang="en"/>
              <a:t>Combine Tasklist with our AI-enabled process blueprint to leverage AI and decision automation for task routing. Ensure knowledge workers only handle the tasks they need to. </a:t>
            </a:r>
            <a:endParaRPr/>
          </a:p>
        </p:txBody>
      </p:sp>
      <p:sp>
        <p:nvSpPr>
          <p:cNvPr id="6655" name="Google Shape;6655;p495"/>
          <p:cNvSpPr txBox="1">
            <a:spLocks noGrp="1"/>
          </p:cNvSpPr>
          <p:nvPr>
            <p:ph type="subTitle" idx="5"/>
          </p:nvPr>
        </p:nvSpPr>
        <p:spPr>
          <a:xfrm>
            <a:off x="457200" y="3661991"/>
            <a:ext cx="3612900" cy="312900"/>
          </a:xfrm>
          <a:prstGeom prst="rect">
            <a:avLst/>
          </a:prstGeom>
        </p:spPr>
        <p:txBody>
          <a:bodyPr spcFirstLastPara="1" wrap="square" lIns="0" tIns="0" rIns="0" bIns="0" anchor="t" anchorCtr="0">
            <a:normAutofit fontScale="77500" lnSpcReduction="20000"/>
          </a:bodyPr>
          <a:lstStyle/>
          <a:p>
            <a:pPr marL="0" lvl="0" indent="0" algn="l" rtl="0">
              <a:spcBef>
                <a:spcPts val="0"/>
              </a:spcBef>
              <a:spcAft>
                <a:spcPts val="1200"/>
              </a:spcAft>
              <a:buNone/>
            </a:pPr>
            <a:r>
              <a:rPr lang="en"/>
              <a:t>Bring Camunda UI into your apps</a:t>
            </a:r>
            <a:endParaRPr/>
          </a:p>
        </p:txBody>
      </p:sp>
      <p:sp>
        <p:nvSpPr>
          <p:cNvPr id="6656" name="Google Shape;6656;p495"/>
          <p:cNvSpPr txBox="1">
            <a:spLocks noGrp="1"/>
          </p:cNvSpPr>
          <p:nvPr>
            <p:ph type="body" idx="6"/>
          </p:nvPr>
        </p:nvSpPr>
        <p:spPr>
          <a:xfrm>
            <a:off x="464326" y="3983048"/>
            <a:ext cx="3612900" cy="831600"/>
          </a:xfrm>
          <a:prstGeom prst="rect">
            <a:avLst/>
          </a:prstGeom>
        </p:spPr>
        <p:txBody>
          <a:bodyPr spcFirstLastPara="1" wrap="square" lIns="0" tIns="0" rIns="0" bIns="0" anchor="t" anchorCtr="0">
            <a:normAutofit lnSpcReduction="10000"/>
          </a:bodyPr>
          <a:lstStyle/>
          <a:p>
            <a:pPr marL="0" lvl="0" indent="0" algn="l" rtl="0">
              <a:lnSpc>
                <a:spcPct val="100000"/>
              </a:lnSpc>
              <a:spcBef>
                <a:spcPts val="0"/>
              </a:spcBef>
              <a:spcAft>
                <a:spcPts val="1200"/>
              </a:spcAft>
              <a:buNone/>
            </a:pPr>
            <a:r>
              <a:rPr lang="en"/>
              <a:t>Combine Camunda-based forms with the front-end applications your users are familiar with. Use the Tasklist API to integrate any front end with a Camunda back end for process orchestration.</a:t>
            </a:r>
            <a:endParaRPr/>
          </a:p>
        </p:txBody>
      </p:sp>
      <p:sp>
        <p:nvSpPr>
          <p:cNvPr id="6657" name="Google Shape;6657;p495"/>
          <p:cNvSpPr txBox="1"/>
          <p:nvPr/>
        </p:nvSpPr>
        <p:spPr>
          <a:xfrm>
            <a:off x="457200" y="726038"/>
            <a:ext cx="3612900" cy="369300"/>
          </a:xfrm>
          <a:prstGeom prst="rect">
            <a:avLst/>
          </a:prstGeom>
          <a:noFill/>
          <a:ln>
            <a:noFill/>
          </a:ln>
        </p:spPr>
        <p:txBody>
          <a:bodyPr spcFirstLastPara="1" wrap="square" lIns="0" tIns="0" rIns="0" bIns="0" anchor="t" anchorCtr="0">
            <a:spAutoFit/>
          </a:bodyPr>
          <a:lstStyle/>
          <a:p>
            <a:pPr marL="0" lvl="0" indent="0" algn="l" rtl="0">
              <a:lnSpc>
                <a:spcPct val="100000"/>
              </a:lnSpc>
              <a:spcBef>
                <a:spcPts val="0"/>
              </a:spcBef>
              <a:spcAft>
                <a:spcPts val="0"/>
              </a:spcAft>
              <a:buNone/>
            </a:pPr>
            <a:r>
              <a:rPr lang="en" sz="1200" i="1">
                <a:solidFill>
                  <a:schemeClr val="dk1"/>
                </a:solidFill>
                <a:latin typeface="IBM Plex Sans"/>
                <a:ea typeface="IBM Plex Sans"/>
                <a:cs typeface="IBM Plex Sans"/>
                <a:sym typeface="IBM Plex Sans"/>
              </a:rPr>
              <a:t>Web app for human work, with a comprehensive API for custom front-end applications.</a:t>
            </a:r>
            <a:endParaRPr sz="1200" i="1">
              <a:solidFill>
                <a:schemeClr val="dk1"/>
              </a:solidFill>
              <a:latin typeface="IBM Plex Sans"/>
              <a:ea typeface="IBM Plex Sans"/>
              <a:cs typeface="IBM Plex Sans"/>
              <a:sym typeface="IBM Plex Sans"/>
            </a:endParaRPr>
          </a:p>
        </p:txBody>
      </p:sp>
      <p:pic>
        <p:nvPicPr>
          <p:cNvPr id="6658" name="Google Shape;6658;p495"/>
          <p:cNvPicPr preferRelativeResize="0"/>
          <p:nvPr/>
        </p:nvPicPr>
        <p:blipFill>
          <a:blip r:embed="rId3">
            <a:alphaModFix/>
          </a:blip>
          <a:stretch>
            <a:fillRect/>
          </a:stretch>
        </p:blipFill>
        <p:spPr>
          <a:xfrm>
            <a:off x="4982150" y="1512921"/>
            <a:ext cx="3094675" cy="2117650"/>
          </a:xfrm>
          <a:prstGeom prst="rect">
            <a:avLst/>
          </a:prstGeom>
          <a:noFill/>
          <a:ln>
            <a:noFill/>
          </a:ln>
        </p:spPr>
      </p:pic>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Shape 6662"/>
        <p:cNvGrpSpPr/>
        <p:nvPr/>
      </p:nvGrpSpPr>
      <p:grpSpPr>
        <a:xfrm>
          <a:off x="0" y="0"/>
          <a:ext cx="0" cy="0"/>
          <a:chOff x="0" y="0"/>
          <a:chExt cx="0" cy="0"/>
        </a:xfrm>
      </p:grpSpPr>
      <p:sp>
        <p:nvSpPr>
          <p:cNvPr id="6663" name="Google Shape;6663;p496"/>
          <p:cNvSpPr txBox="1">
            <a:spLocks noGrp="1"/>
          </p:cNvSpPr>
          <p:nvPr>
            <p:ph type="title"/>
          </p:nvPr>
        </p:nvSpPr>
        <p:spPr>
          <a:xfrm>
            <a:off x="457200" y="114300"/>
            <a:ext cx="3612900" cy="523200"/>
          </a:xfrm>
          <a:prstGeom prst="rect">
            <a:avLst/>
          </a:prstGeom>
        </p:spPr>
        <p:txBody>
          <a:bodyPr spcFirstLastPara="1" wrap="square" lIns="0" tIns="0" rIns="0" bIns="0" anchor="t" anchorCtr="0">
            <a:spAutoFit/>
          </a:bodyPr>
          <a:lstStyle/>
          <a:p>
            <a:pPr marL="0" lvl="0" indent="0" algn="l" rtl="0">
              <a:spcBef>
                <a:spcPts val="0"/>
              </a:spcBef>
              <a:spcAft>
                <a:spcPts val="0"/>
              </a:spcAft>
              <a:buNone/>
            </a:pPr>
            <a:r>
              <a:rPr lang="en"/>
              <a:t>Optimize</a:t>
            </a:r>
            <a:endParaRPr/>
          </a:p>
        </p:txBody>
      </p:sp>
      <p:sp>
        <p:nvSpPr>
          <p:cNvPr id="6664" name="Google Shape;6664;p496"/>
          <p:cNvSpPr txBox="1">
            <a:spLocks noGrp="1"/>
          </p:cNvSpPr>
          <p:nvPr>
            <p:ph type="subTitle" idx="1"/>
          </p:nvPr>
        </p:nvSpPr>
        <p:spPr>
          <a:xfrm>
            <a:off x="457200" y="1183877"/>
            <a:ext cx="3612900" cy="312900"/>
          </a:xfrm>
          <a:prstGeom prst="rect">
            <a:avLst/>
          </a:prstGeom>
        </p:spPr>
        <p:txBody>
          <a:bodyPr spcFirstLastPara="1" wrap="square" lIns="0" tIns="0" rIns="0" bIns="0" anchor="t" anchorCtr="0">
            <a:normAutofit fontScale="77500" lnSpcReduction="20000"/>
          </a:bodyPr>
          <a:lstStyle/>
          <a:p>
            <a:pPr marL="0" lvl="0" indent="0" algn="l" rtl="0">
              <a:spcBef>
                <a:spcPts val="0"/>
              </a:spcBef>
              <a:spcAft>
                <a:spcPts val="1200"/>
              </a:spcAft>
              <a:buNone/>
            </a:pPr>
            <a:r>
              <a:rPr lang="en"/>
              <a:t>Leverage one model for visualization</a:t>
            </a:r>
            <a:endParaRPr/>
          </a:p>
        </p:txBody>
      </p:sp>
      <p:sp>
        <p:nvSpPr>
          <p:cNvPr id="6665" name="Google Shape;6665;p496"/>
          <p:cNvSpPr txBox="1">
            <a:spLocks noGrp="1"/>
          </p:cNvSpPr>
          <p:nvPr>
            <p:ph type="body" idx="2"/>
          </p:nvPr>
        </p:nvSpPr>
        <p:spPr>
          <a:xfrm>
            <a:off x="464326" y="1504916"/>
            <a:ext cx="3612900" cy="831600"/>
          </a:xfrm>
          <a:prstGeom prst="rect">
            <a:avLst/>
          </a:prstGeom>
        </p:spPr>
        <p:txBody>
          <a:bodyPr spcFirstLastPara="1" wrap="square" lIns="0" tIns="0" rIns="0" bIns="0" anchor="t" anchorCtr="0">
            <a:normAutofit lnSpcReduction="10000"/>
          </a:bodyPr>
          <a:lstStyle/>
          <a:p>
            <a:pPr marL="0" lvl="0" indent="0" algn="l" rtl="0">
              <a:lnSpc>
                <a:spcPct val="100000"/>
              </a:lnSpc>
              <a:spcBef>
                <a:spcPts val="0"/>
              </a:spcBef>
              <a:spcAft>
                <a:spcPts val="1200"/>
              </a:spcAft>
              <a:buNone/>
            </a:pPr>
            <a:r>
              <a:rPr lang="en"/>
              <a:t>Show the reality of what’s working in your process – and what needs improvement – using detailed dashboards created with your process data. See everything in the context of your process models.</a:t>
            </a:r>
            <a:endParaRPr/>
          </a:p>
        </p:txBody>
      </p:sp>
      <p:sp>
        <p:nvSpPr>
          <p:cNvPr id="6666" name="Google Shape;6666;p496"/>
          <p:cNvSpPr txBox="1">
            <a:spLocks noGrp="1"/>
          </p:cNvSpPr>
          <p:nvPr>
            <p:ph type="subTitle" idx="3"/>
          </p:nvPr>
        </p:nvSpPr>
        <p:spPr>
          <a:xfrm>
            <a:off x="457200" y="2422934"/>
            <a:ext cx="3612900" cy="312900"/>
          </a:xfrm>
          <a:prstGeom prst="rect">
            <a:avLst/>
          </a:prstGeom>
        </p:spPr>
        <p:txBody>
          <a:bodyPr spcFirstLastPara="1" wrap="square" lIns="0" tIns="0" rIns="0" bIns="0" anchor="t" anchorCtr="0">
            <a:normAutofit fontScale="77500" lnSpcReduction="20000"/>
          </a:bodyPr>
          <a:lstStyle/>
          <a:p>
            <a:pPr marL="0" lvl="0" indent="0" algn="l" rtl="0">
              <a:spcBef>
                <a:spcPts val="0"/>
              </a:spcBef>
              <a:spcAft>
                <a:spcPts val="1200"/>
              </a:spcAft>
              <a:buNone/>
            </a:pPr>
            <a:r>
              <a:rPr lang="en"/>
              <a:t>Customize for your business needs</a:t>
            </a:r>
            <a:endParaRPr/>
          </a:p>
        </p:txBody>
      </p:sp>
      <p:sp>
        <p:nvSpPr>
          <p:cNvPr id="6667" name="Google Shape;6667;p496"/>
          <p:cNvSpPr txBox="1">
            <a:spLocks noGrp="1"/>
          </p:cNvSpPr>
          <p:nvPr>
            <p:ph type="body" idx="4"/>
          </p:nvPr>
        </p:nvSpPr>
        <p:spPr>
          <a:xfrm>
            <a:off x="464326" y="2743982"/>
            <a:ext cx="3612900" cy="831600"/>
          </a:xfrm>
          <a:prstGeom prst="rect">
            <a:avLst/>
          </a:prstGeom>
        </p:spPr>
        <p:txBody>
          <a:bodyPr spcFirstLastPara="1" wrap="square" lIns="0" tIns="0" rIns="0" bIns="0" anchor="t" anchorCtr="0">
            <a:normAutofit lnSpcReduction="10000"/>
          </a:bodyPr>
          <a:lstStyle/>
          <a:p>
            <a:pPr marL="0" lvl="0" indent="0" algn="l" rtl="0">
              <a:lnSpc>
                <a:spcPct val="100000"/>
              </a:lnSpc>
              <a:spcBef>
                <a:spcPts val="0"/>
              </a:spcBef>
              <a:spcAft>
                <a:spcPts val="1200"/>
              </a:spcAft>
              <a:buNone/>
            </a:pPr>
            <a:r>
              <a:rPr lang="en"/>
              <a:t>Create and customize reports and dashboards, or start with reports that are auto-generated when you deploy a process. Use built-in business KPIs or define your own and set up alerts.</a:t>
            </a:r>
            <a:endParaRPr/>
          </a:p>
        </p:txBody>
      </p:sp>
      <p:sp>
        <p:nvSpPr>
          <p:cNvPr id="6668" name="Google Shape;6668;p496"/>
          <p:cNvSpPr txBox="1">
            <a:spLocks noGrp="1"/>
          </p:cNvSpPr>
          <p:nvPr>
            <p:ph type="subTitle" idx="5"/>
          </p:nvPr>
        </p:nvSpPr>
        <p:spPr>
          <a:xfrm>
            <a:off x="457200" y="3661991"/>
            <a:ext cx="3612900" cy="312900"/>
          </a:xfrm>
          <a:prstGeom prst="rect">
            <a:avLst/>
          </a:prstGeom>
        </p:spPr>
        <p:txBody>
          <a:bodyPr spcFirstLastPara="1" wrap="square" lIns="0" tIns="0" rIns="0" bIns="0" anchor="t" anchorCtr="0">
            <a:normAutofit fontScale="77500" lnSpcReduction="20000"/>
          </a:bodyPr>
          <a:lstStyle/>
          <a:p>
            <a:pPr marL="0" lvl="0" indent="0" algn="l" rtl="0">
              <a:spcBef>
                <a:spcPts val="0"/>
              </a:spcBef>
              <a:spcAft>
                <a:spcPts val="1200"/>
              </a:spcAft>
              <a:buNone/>
            </a:pPr>
            <a:r>
              <a:rPr lang="en"/>
              <a:t>Analyze every piece of process data</a:t>
            </a:r>
            <a:endParaRPr/>
          </a:p>
        </p:txBody>
      </p:sp>
      <p:sp>
        <p:nvSpPr>
          <p:cNvPr id="6669" name="Google Shape;6669;p496"/>
          <p:cNvSpPr txBox="1">
            <a:spLocks noGrp="1"/>
          </p:cNvSpPr>
          <p:nvPr>
            <p:ph type="body" idx="6"/>
          </p:nvPr>
        </p:nvSpPr>
        <p:spPr>
          <a:xfrm>
            <a:off x="464326" y="3983048"/>
            <a:ext cx="3612900" cy="831600"/>
          </a:xfrm>
          <a:prstGeom prst="rect">
            <a:avLst/>
          </a:prstGeom>
        </p:spPr>
        <p:txBody>
          <a:bodyPr spcFirstLastPara="1" wrap="square" lIns="0" tIns="0" rIns="0" bIns="0" anchor="t" anchorCtr="0">
            <a:normAutofit/>
          </a:bodyPr>
          <a:lstStyle/>
          <a:p>
            <a:pPr marL="0" lvl="0" indent="0" algn="l" rtl="0">
              <a:lnSpc>
                <a:spcPct val="100000"/>
              </a:lnSpc>
              <a:spcBef>
                <a:spcPts val="0"/>
              </a:spcBef>
              <a:spcAft>
                <a:spcPts val="1200"/>
              </a:spcAft>
              <a:buNone/>
            </a:pPr>
            <a:r>
              <a:rPr lang="en"/>
              <a:t>Export process execution data in a format that’s ready to import into popular open source machine learning tools such as scikit-learn and pandas.</a:t>
            </a:r>
            <a:endParaRPr/>
          </a:p>
        </p:txBody>
      </p:sp>
      <p:sp>
        <p:nvSpPr>
          <p:cNvPr id="6670" name="Google Shape;6670;p496"/>
          <p:cNvSpPr txBox="1"/>
          <p:nvPr/>
        </p:nvSpPr>
        <p:spPr>
          <a:xfrm>
            <a:off x="457200" y="726038"/>
            <a:ext cx="3612900" cy="369300"/>
          </a:xfrm>
          <a:prstGeom prst="rect">
            <a:avLst/>
          </a:prstGeom>
          <a:noFill/>
          <a:ln>
            <a:noFill/>
          </a:ln>
        </p:spPr>
        <p:txBody>
          <a:bodyPr spcFirstLastPara="1" wrap="square" lIns="0" tIns="0" rIns="0" bIns="0" anchor="t" anchorCtr="0">
            <a:spAutoFit/>
          </a:bodyPr>
          <a:lstStyle/>
          <a:p>
            <a:pPr marL="0" lvl="0" indent="0" algn="l" rtl="0">
              <a:lnSpc>
                <a:spcPct val="100000"/>
              </a:lnSpc>
              <a:spcBef>
                <a:spcPts val="0"/>
              </a:spcBef>
              <a:spcAft>
                <a:spcPts val="0"/>
              </a:spcAft>
              <a:buNone/>
            </a:pPr>
            <a:r>
              <a:rPr lang="en" sz="1200" i="1">
                <a:solidFill>
                  <a:schemeClr val="dk1"/>
                </a:solidFill>
                <a:latin typeface="IBM Plex Sans"/>
                <a:ea typeface="IBM Plex Sans"/>
                <a:cs typeface="IBM Plex Sans"/>
                <a:sym typeface="IBM Plex Sans"/>
              </a:rPr>
              <a:t>Teams have the insights to fix the highest ROI problems for business processes.</a:t>
            </a:r>
            <a:endParaRPr sz="1200" i="1">
              <a:solidFill>
                <a:schemeClr val="dk1"/>
              </a:solidFill>
              <a:latin typeface="IBM Plex Sans"/>
              <a:ea typeface="IBM Plex Sans"/>
              <a:cs typeface="IBM Plex Sans"/>
              <a:sym typeface="IBM Plex Sans"/>
            </a:endParaRPr>
          </a:p>
        </p:txBody>
      </p:sp>
      <p:pic>
        <p:nvPicPr>
          <p:cNvPr id="6671" name="Google Shape;6671;p496"/>
          <p:cNvPicPr preferRelativeResize="0"/>
          <p:nvPr/>
        </p:nvPicPr>
        <p:blipFill>
          <a:blip r:embed="rId3">
            <a:alphaModFix/>
          </a:blip>
          <a:stretch>
            <a:fillRect/>
          </a:stretch>
        </p:blipFill>
        <p:spPr>
          <a:xfrm>
            <a:off x="4988325" y="1447050"/>
            <a:ext cx="3059200" cy="2249424"/>
          </a:xfrm>
          <a:prstGeom prst="rect">
            <a:avLst/>
          </a:prstGeom>
          <a:noFill/>
          <a:ln>
            <a:noFill/>
          </a:ln>
        </p:spPr>
      </p:pic>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Shape 6675"/>
        <p:cNvGrpSpPr/>
        <p:nvPr/>
      </p:nvGrpSpPr>
      <p:grpSpPr>
        <a:xfrm>
          <a:off x="0" y="0"/>
          <a:ext cx="0" cy="0"/>
          <a:chOff x="0" y="0"/>
          <a:chExt cx="0" cy="0"/>
        </a:xfrm>
      </p:grpSpPr>
      <p:sp>
        <p:nvSpPr>
          <p:cNvPr id="6676" name="Google Shape;6676;p497"/>
          <p:cNvSpPr txBox="1">
            <a:spLocks noGrp="1"/>
          </p:cNvSpPr>
          <p:nvPr>
            <p:ph type="title"/>
          </p:nvPr>
        </p:nvSpPr>
        <p:spPr>
          <a:xfrm>
            <a:off x="457200" y="114300"/>
            <a:ext cx="3612900" cy="523200"/>
          </a:xfrm>
          <a:prstGeom prst="rect">
            <a:avLst/>
          </a:prstGeom>
        </p:spPr>
        <p:txBody>
          <a:bodyPr spcFirstLastPara="1" wrap="square" lIns="0" tIns="0" rIns="0" bIns="0" anchor="t" anchorCtr="0">
            <a:spAutoFit/>
          </a:bodyPr>
          <a:lstStyle/>
          <a:p>
            <a:pPr marL="0" lvl="0" indent="0" algn="l" rtl="0">
              <a:spcBef>
                <a:spcPts val="0"/>
              </a:spcBef>
              <a:spcAft>
                <a:spcPts val="0"/>
              </a:spcAft>
              <a:buNone/>
            </a:pPr>
            <a:r>
              <a:rPr lang="en"/>
              <a:t>Console</a:t>
            </a:r>
            <a:endParaRPr/>
          </a:p>
        </p:txBody>
      </p:sp>
      <p:sp>
        <p:nvSpPr>
          <p:cNvPr id="6677" name="Google Shape;6677;p497"/>
          <p:cNvSpPr txBox="1">
            <a:spLocks noGrp="1"/>
          </p:cNvSpPr>
          <p:nvPr>
            <p:ph type="subTitle" idx="1"/>
          </p:nvPr>
        </p:nvSpPr>
        <p:spPr>
          <a:xfrm>
            <a:off x="457200" y="1183877"/>
            <a:ext cx="3612900" cy="312900"/>
          </a:xfrm>
          <a:prstGeom prst="rect">
            <a:avLst/>
          </a:prstGeom>
        </p:spPr>
        <p:txBody>
          <a:bodyPr spcFirstLastPara="1" wrap="square" lIns="0" tIns="0" rIns="0" bIns="0" anchor="t" anchorCtr="0">
            <a:normAutofit fontScale="77500" lnSpcReduction="20000"/>
          </a:bodyPr>
          <a:lstStyle/>
          <a:p>
            <a:pPr marL="0" lvl="0" indent="0" algn="l" rtl="0">
              <a:spcBef>
                <a:spcPts val="0"/>
              </a:spcBef>
              <a:spcAft>
                <a:spcPts val="1200"/>
              </a:spcAft>
              <a:buNone/>
            </a:pPr>
            <a:r>
              <a:rPr lang="en"/>
              <a:t>Create and manage clusters</a:t>
            </a:r>
            <a:endParaRPr/>
          </a:p>
        </p:txBody>
      </p:sp>
      <p:sp>
        <p:nvSpPr>
          <p:cNvPr id="6678" name="Google Shape;6678;p497"/>
          <p:cNvSpPr txBox="1">
            <a:spLocks noGrp="1"/>
          </p:cNvSpPr>
          <p:nvPr>
            <p:ph type="body" idx="2"/>
          </p:nvPr>
        </p:nvSpPr>
        <p:spPr>
          <a:xfrm>
            <a:off x="464326" y="1504916"/>
            <a:ext cx="3612900" cy="831600"/>
          </a:xfrm>
          <a:prstGeom prst="rect">
            <a:avLst/>
          </a:prstGeom>
        </p:spPr>
        <p:txBody>
          <a:bodyPr spcFirstLastPara="1" wrap="square" lIns="0" tIns="0" rIns="0" bIns="0" anchor="t" anchorCtr="0">
            <a:normAutofit/>
          </a:bodyPr>
          <a:lstStyle/>
          <a:p>
            <a:pPr marL="0" lvl="0" indent="0" algn="l" rtl="0">
              <a:lnSpc>
                <a:spcPct val="100000"/>
              </a:lnSpc>
              <a:spcBef>
                <a:spcPts val="0"/>
              </a:spcBef>
              <a:spcAft>
                <a:spcPts val="1200"/>
              </a:spcAft>
              <a:buNone/>
            </a:pPr>
            <a:r>
              <a:rPr lang="en"/>
              <a:t>Create clusters to scale process execution capacity horizontally. Monitor the health of clusters and tear down those that are no longer needed.</a:t>
            </a:r>
            <a:endParaRPr/>
          </a:p>
        </p:txBody>
      </p:sp>
      <p:sp>
        <p:nvSpPr>
          <p:cNvPr id="6679" name="Google Shape;6679;p497"/>
          <p:cNvSpPr txBox="1">
            <a:spLocks noGrp="1"/>
          </p:cNvSpPr>
          <p:nvPr>
            <p:ph type="subTitle" idx="3"/>
          </p:nvPr>
        </p:nvSpPr>
        <p:spPr>
          <a:xfrm>
            <a:off x="457200" y="2422934"/>
            <a:ext cx="3612900" cy="312900"/>
          </a:xfrm>
          <a:prstGeom prst="rect">
            <a:avLst/>
          </a:prstGeom>
        </p:spPr>
        <p:txBody>
          <a:bodyPr spcFirstLastPara="1" wrap="square" lIns="0" tIns="0" rIns="0" bIns="0" anchor="t" anchorCtr="0">
            <a:normAutofit fontScale="77500" lnSpcReduction="20000"/>
          </a:bodyPr>
          <a:lstStyle/>
          <a:p>
            <a:pPr marL="0" lvl="0" indent="0" algn="l" rtl="0">
              <a:spcBef>
                <a:spcPts val="0"/>
              </a:spcBef>
              <a:spcAft>
                <a:spcPts val="1200"/>
              </a:spcAft>
              <a:buNone/>
            </a:pPr>
            <a:r>
              <a:rPr lang="en"/>
              <a:t>Upgrade with a few clicks</a:t>
            </a:r>
            <a:endParaRPr/>
          </a:p>
        </p:txBody>
      </p:sp>
      <p:sp>
        <p:nvSpPr>
          <p:cNvPr id="6680" name="Google Shape;6680;p497"/>
          <p:cNvSpPr txBox="1">
            <a:spLocks noGrp="1"/>
          </p:cNvSpPr>
          <p:nvPr>
            <p:ph type="body" idx="4"/>
          </p:nvPr>
        </p:nvSpPr>
        <p:spPr>
          <a:xfrm>
            <a:off x="464326" y="2743982"/>
            <a:ext cx="3612900" cy="831600"/>
          </a:xfrm>
          <a:prstGeom prst="rect">
            <a:avLst/>
          </a:prstGeom>
        </p:spPr>
        <p:txBody>
          <a:bodyPr spcFirstLastPara="1" wrap="square" lIns="0" tIns="0" rIns="0" bIns="0" anchor="t" anchorCtr="0">
            <a:normAutofit/>
          </a:bodyPr>
          <a:lstStyle/>
          <a:p>
            <a:pPr marL="0" lvl="0" indent="0" algn="l" rtl="0">
              <a:lnSpc>
                <a:spcPct val="100000"/>
              </a:lnSpc>
              <a:spcBef>
                <a:spcPts val="0"/>
              </a:spcBef>
              <a:spcAft>
                <a:spcPts val="1200"/>
              </a:spcAft>
              <a:buNone/>
            </a:pPr>
            <a:r>
              <a:rPr lang="en"/>
              <a:t>Get notifications when a new version of Zeebe is available and upgrade clusters with a few clicks. No need to run upgrade scripts.</a:t>
            </a:r>
            <a:endParaRPr/>
          </a:p>
        </p:txBody>
      </p:sp>
      <p:sp>
        <p:nvSpPr>
          <p:cNvPr id="6681" name="Google Shape;6681;p497"/>
          <p:cNvSpPr txBox="1">
            <a:spLocks noGrp="1"/>
          </p:cNvSpPr>
          <p:nvPr>
            <p:ph type="subTitle" idx="5"/>
          </p:nvPr>
        </p:nvSpPr>
        <p:spPr>
          <a:xfrm>
            <a:off x="457200" y="3661991"/>
            <a:ext cx="3612900" cy="312900"/>
          </a:xfrm>
          <a:prstGeom prst="rect">
            <a:avLst/>
          </a:prstGeom>
        </p:spPr>
        <p:txBody>
          <a:bodyPr spcFirstLastPara="1" wrap="square" lIns="0" tIns="0" rIns="0" bIns="0" anchor="t" anchorCtr="0">
            <a:normAutofit fontScale="77500" lnSpcReduction="20000"/>
          </a:bodyPr>
          <a:lstStyle/>
          <a:p>
            <a:pPr marL="0" lvl="0" indent="0" algn="l" rtl="0">
              <a:spcBef>
                <a:spcPts val="0"/>
              </a:spcBef>
              <a:spcAft>
                <a:spcPts val="1200"/>
              </a:spcAft>
              <a:buNone/>
            </a:pPr>
            <a:r>
              <a:rPr lang="en"/>
              <a:t>Manage app and user permissions</a:t>
            </a:r>
            <a:endParaRPr/>
          </a:p>
        </p:txBody>
      </p:sp>
      <p:sp>
        <p:nvSpPr>
          <p:cNvPr id="6682" name="Google Shape;6682;p497"/>
          <p:cNvSpPr txBox="1">
            <a:spLocks noGrp="1"/>
          </p:cNvSpPr>
          <p:nvPr>
            <p:ph type="body" idx="6"/>
          </p:nvPr>
        </p:nvSpPr>
        <p:spPr>
          <a:xfrm>
            <a:off x="464326" y="3983048"/>
            <a:ext cx="3612900" cy="831600"/>
          </a:xfrm>
          <a:prstGeom prst="rect">
            <a:avLst/>
          </a:prstGeom>
        </p:spPr>
        <p:txBody>
          <a:bodyPr spcFirstLastPara="1" wrap="square" lIns="0" tIns="0" rIns="0" bIns="0" anchor="t" anchorCtr="0">
            <a:normAutofit/>
          </a:bodyPr>
          <a:lstStyle/>
          <a:p>
            <a:pPr marL="0" lvl="0" indent="0" algn="l" rtl="0">
              <a:lnSpc>
                <a:spcPct val="100000"/>
              </a:lnSpc>
              <a:spcBef>
                <a:spcPts val="0"/>
              </a:spcBef>
              <a:spcAft>
                <a:spcPts val="1200"/>
              </a:spcAft>
              <a:buNone/>
            </a:pPr>
            <a:r>
              <a:rPr lang="en"/>
              <a:t>Take control of authentication and authorization for external applications and APIs. Add and remove users, assign roles, and configure permissions.</a:t>
            </a:r>
            <a:endParaRPr/>
          </a:p>
        </p:txBody>
      </p:sp>
      <p:sp>
        <p:nvSpPr>
          <p:cNvPr id="6683" name="Google Shape;6683;p497"/>
          <p:cNvSpPr txBox="1"/>
          <p:nvPr/>
        </p:nvSpPr>
        <p:spPr>
          <a:xfrm>
            <a:off x="457200" y="726038"/>
            <a:ext cx="3612900" cy="369300"/>
          </a:xfrm>
          <a:prstGeom prst="rect">
            <a:avLst/>
          </a:prstGeom>
          <a:noFill/>
          <a:ln>
            <a:noFill/>
          </a:ln>
        </p:spPr>
        <p:txBody>
          <a:bodyPr spcFirstLastPara="1" wrap="square" lIns="0" tIns="0" rIns="0" bIns="0" anchor="t" anchorCtr="0">
            <a:spAutoFit/>
          </a:bodyPr>
          <a:lstStyle/>
          <a:p>
            <a:pPr marL="0" lvl="0" indent="0" algn="l" rtl="0">
              <a:lnSpc>
                <a:spcPct val="100000"/>
              </a:lnSpc>
              <a:spcBef>
                <a:spcPts val="0"/>
              </a:spcBef>
              <a:spcAft>
                <a:spcPts val="0"/>
              </a:spcAft>
              <a:buNone/>
            </a:pPr>
            <a:r>
              <a:rPr lang="en" sz="1200" i="1">
                <a:solidFill>
                  <a:schemeClr val="dk1"/>
                </a:solidFill>
                <a:latin typeface="IBM Plex Sans"/>
                <a:ea typeface="IBM Plex Sans"/>
                <a:cs typeface="IBM Plex Sans"/>
                <a:sym typeface="IBM Plex Sans"/>
              </a:rPr>
              <a:t>Full governance over your Camunda installation and usage, SaaS or Self-Managed.</a:t>
            </a:r>
            <a:endParaRPr sz="1200" i="1">
              <a:solidFill>
                <a:schemeClr val="dk1"/>
              </a:solidFill>
              <a:latin typeface="IBM Plex Sans"/>
              <a:ea typeface="IBM Plex Sans"/>
              <a:cs typeface="IBM Plex Sans"/>
              <a:sym typeface="IBM Plex Sans"/>
            </a:endParaRPr>
          </a:p>
        </p:txBody>
      </p:sp>
      <p:pic>
        <p:nvPicPr>
          <p:cNvPr id="6684" name="Google Shape;6684;p497"/>
          <p:cNvPicPr preferRelativeResize="0"/>
          <p:nvPr/>
        </p:nvPicPr>
        <p:blipFill>
          <a:blip r:embed="rId3">
            <a:alphaModFix/>
          </a:blip>
          <a:stretch>
            <a:fillRect/>
          </a:stretch>
        </p:blipFill>
        <p:spPr>
          <a:xfrm>
            <a:off x="4965375" y="1717688"/>
            <a:ext cx="3105275" cy="1723375"/>
          </a:xfrm>
          <a:prstGeom prst="rect">
            <a:avLst/>
          </a:prstGeom>
          <a:noFill/>
          <a:ln>
            <a:noFill/>
          </a:ln>
        </p:spPr>
      </p:pic>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Shape 6688"/>
        <p:cNvGrpSpPr/>
        <p:nvPr/>
      </p:nvGrpSpPr>
      <p:grpSpPr>
        <a:xfrm>
          <a:off x="0" y="0"/>
          <a:ext cx="0" cy="0"/>
          <a:chOff x="0" y="0"/>
          <a:chExt cx="0" cy="0"/>
        </a:xfrm>
      </p:grpSpPr>
      <p:sp>
        <p:nvSpPr>
          <p:cNvPr id="6689" name="Google Shape;6689;p498"/>
          <p:cNvSpPr txBox="1">
            <a:spLocks noGrp="1"/>
          </p:cNvSpPr>
          <p:nvPr>
            <p:ph type="title"/>
          </p:nvPr>
        </p:nvSpPr>
        <p:spPr>
          <a:xfrm>
            <a:off x="1476301" y="1789950"/>
            <a:ext cx="5915700" cy="996300"/>
          </a:xfrm>
          <a:prstGeom prst="rect">
            <a:avLst/>
          </a:prstGeom>
        </p:spPr>
        <p:txBody>
          <a:bodyPr spcFirstLastPara="1" wrap="square" lIns="0" tIns="0" rIns="0" bIns="0" anchor="ctr" anchorCtr="0">
            <a:normAutofit/>
          </a:bodyPr>
          <a:lstStyle/>
          <a:p>
            <a:pPr marL="0" lvl="0" indent="0" algn="ctr" rtl="0">
              <a:spcBef>
                <a:spcPts val="0"/>
              </a:spcBef>
              <a:spcAft>
                <a:spcPts val="0"/>
              </a:spcAft>
              <a:buNone/>
            </a:pPr>
            <a:r>
              <a:rPr lang="en" sz="2200"/>
              <a:t>Camunda connectors</a:t>
            </a:r>
            <a:endParaRPr sz="220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Shape 6693"/>
        <p:cNvGrpSpPr/>
        <p:nvPr/>
      </p:nvGrpSpPr>
      <p:grpSpPr>
        <a:xfrm>
          <a:off x="0" y="0"/>
          <a:ext cx="0" cy="0"/>
          <a:chOff x="0" y="0"/>
          <a:chExt cx="0" cy="0"/>
        </a:xfrm>
      </p:grpSpPr>
      <p:pic>
        <p:nvPicPr>
          <p:cNvPr id="6694" name="Google Shape;6694;p499"/>
          <p:cNvPicPr preferRelativeResize="0"/>
          <p:nvPr/>
        </p:nvPicPr>
        <p:blipFill>
          <a:blip r:embed="rId3">
            <a:alphaModFix/>
          </a:blip>
          <a:stretch>
            <a:fillRect/>
          </a:stretch>
        </p:blipFill>
        <p:spPr>
          <a:xfrm>
            <a:off x="622300" y="1121263"/>
            <a:ext cx="420624" cy="420624"/>
          </a:xfrm>
          <a:prstGeom prst="rect">
            <a:avLst/>
          </a:prstGeom>
          <a:noFill/>
          <a:ln>
            <a:noFill/>
          </a:ln>
        </p:spPr>
      </p:pic>
      <p:pic>
        <p:nvPicPr>
          <p:cNvPr id="6695" name="Google Shape;6695;p499"/>
          <p:cNvPicPr preferRelativeResize="0"/>
          <p:nvPr/>
        </p:nvPicPr>
        <p:blipFill>
          <a:blip r:embed="rId4">
            <a:alphaModFix/>
          </a:blip>
          <a:stretch>
            <a:fillRect/>
          </a:stretch>
        </p:blipFill>
        <p:spPr>
          <a:xfrm>
            <a:off x="6910288" y="1782670"/>
            <a:ext cx="420624" cy="420624"/>
          </a:xfrm>
          <a:prstGeom prst="rect">
            <a:avLst/>
          </a:prstGeom>
          <a:noFill/>
          <a:ln>
            <a:noFill/>
          </a:ln>
        </p:spPr>
      </p:pic>
      <p:pic>
        <p:nvPicPr>
          <p:cNvPr id="6696" name="Google Shape;6696;p499"/>
          <p:cNvPicPr preferRelativeResize="0"/>
          <p:nvPr/>
        </p:nvPicPr>
        <p:blipFill>
          <a:blip r:embed="rId5">
            <a:alphaModFix/>
          </a:blip>
          <a:stretch>
            <a:fillRect/>
          </a:stretch>
        </p:blipFill>
        <p:spPr>
          <a:xfrm>
            <a:off x="6910288" y="2487122"/>
            <a:ext cx="420624" cy="420624"/>
          </a:xfrm>
          <a:prstGeom prst="rect">
            <a:avLst/>
          </a:prstGeom>
          <a:noFill/>
          <a:ln>
            <a:noFill/>
          </a:ln>
        </p:spPr>
      </p:pic>
      <p:pic>
        <p:nvPicPr>
          <p:cNvPr id="6697" name="Google Shape;6697;p499"/>
          <p:cNvPicPr preferRelativeResize="0"/>
          <p:nvPr/>
        </p:nvPicPr>
        <p:blipFill>
          <a:blip r:embed="rId6">
            <a:alphaModFix/>
          </a:blip>
          <a:stretch>
            <a:fillRect/>
          </a:stretch>
        </p:blipFill>
        <p:spPr>
          <a:xfrm>
            <a:off x="4865050" y="3132953"/>
            <a:ext cx="420624" cy="390830"/>
          </a:xfrm>
          <a:prstGeom prst="rect">
            <a:avLst/>
          </a:prstGeom>
          <a:noFill/>
          <a:ln>
            <a:noFill/>
          </a:ln>
        </p:spPr>
      </p:pic>
      <p:pic>
        <p:nvPicPr>
          <p:cNvPr id="6698" name="Google Shape;6698;p499"/>
          <p:cNvPicPr preferRelativeResize="0"/>
          <p:nvPr/>
        </p:nvPicPr>
        <p:blipFill rotWithShape="1">
          <a:blip r:embed="rId7">
            <a:alphaModFix/>
          </a:blip>
          <a:srcRect l="22757" t="22448" r="21938" b="23550"/>
          <a:stretch/>
        </p:blipFill>
        <p:spPr>
          <a:xfrm>
            <a:off x="4865055" y="1126521"/>
            <a:ext cx="420624" cy="410108"/>
          </a:xfrm>
          <a:prstGeom prst="rect">
            <a:avLst/>
          </a:prstGeom>
          <a:noFill/>
          <a:ln>
            <a:noFill/>
          </a:ln>
        </p:spPr>
      </p:pic>
      <p:pic>
        <p:nvPicPr>
          <p:cNvPr id="6699" name="Google Shape;6699;p499"/>
          <p:cNvPicPr preferRelativeResize="0"/>
          <p:nvPr/>
        </p:nvPicPr>
        <p:blipFill>
          <a:blip r:embed="rId8">
            <a:alphaModFix/>
          </a:blip>
          <a:stretch>
            <a:fillRect/>
          </a:stretch>
        </p:blipFill>
        <p:spPr>
          <a:xfrm>
            <a:off x="4865061" y="1791230"/>
            <a:ext cx="420624" cy="403506"/>
          </a:xfrm>
          <a:prstGeom prst="rect">
            <a:avLst/>
          </a:prstGeom>
          <a:noFill/>
          <a:ln>
            <a:noFill/>
          </a:ln>
        </p:spPr>
      </p:pic>
      <p:pic>
        <p:nvPicPr>
          <p:cNvPr id="6700" name="Google Shape;6700;p499"/>
          <p:cNvPicPr preferRelativeResize="0"/>
          <p:nvPr/>
        </p:nvPicPr>
        <p:blipFill>
          <a:blip r:embed="rId9">
            <a:alphaModFix/>
          </a:blip>
          <a:stretch>
            <a:fillRect/>
          </a:stretch>
        </p:blipFill>
        <p:spPr>
          <a:xfrm>
            <a:off x="4865046" y="3780918"/>
            <a:ext cx="420624" cy="420624"/>
          </a:xfrm>
          <a:prstGeom prst="rect">
            <a:avLst/>
          </a:prstGeom>
          <a:noFill/>
          <a:ln>
            <a:noFill/>
          </a:ln>
        </p:spPr>
      </p:pic>
      <p:sp>
        <p:nvSpPr>
          <p:cNvPr id="6701" name="Google Shape;6701;p499"/>
          <p:cNvSpPr txBox="1"/>
          <p:nvPr/>
        </p:nvSpPr>
        <p:spPr>
          <a:xfrm>
            <a:off x="5392293" y="1239238"/>
            <a:ext cx="1073700" cy="1692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1100">
                <a:latin typeface="IBM Plex Sans"/>
                <a:ea typeface="IBM Plex Sans"/>
                <a:cs typeface="IBM Plex Sans"/>
                <a:sym typeface="IBM Plex Sans"/>
              </a:rPr>
              <a:t>GitLab</a:t>
            </a:r>
            <a:endParaRPr sz="1100">
              <a:latin typeface="IBM Plex Sans"/>
              <a:ea typeface="IBM Plex Sans"/>
              <a:cs typeface="IBM Plex Sans"/>
              <a:sym typeface="IBM Plex Sans"/>
            </a:endParaRPr>
          </a:p>
        </p:txBody>
      </p:sp>
      <p:sp>
        <p:nvSpPr>
          <p:cNvPr id="6702" name="Google Shape;6702;p499"/>
          <p:cNvSpPr txBox="1"/>
          <p:nvPr/>
        </p:nvSpPr>
        <p:spPr>
          <a:xfrm>
            <a:off x="5392293" y="1932488"/>
            <a:ext cx="1073700" cy="1692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1100">
                <a:latin typeface="IBM Plex Sans"/>
                <a:ea typeface="IBM Plex Sans"/>
                <a:cs typeface="IBM Plex Sans"/>
                <a:sym typeface="IBM Plex Sans"/>
              </a:rPr>
              <a:t>OpenAI</a:t>
            </a:r>
            <a:endParaRPr sz="1100">
              <a:latin typeface="IBM Plex Sans"/>
              <a:ea typeface="IBM Plex Sans"/>
              <a:cs typeface="IBM Plex Sans"/>
              <a:sym typeface="IBM Plex Sans"/>
            </a:endParaRPr>
          </a:p>
        </p:txBody>
      </p:sp>
      <p:sp>
        <p:nvSpPr>
          <p:cNvPr id="6703" name="Google Shape;6703;p499"/>
          <p:cNvSpPr txBox="1"/>
          <p:nvPr/>
        </p:nvSpPr>
        <p:spPr>
          <a:xfrm>
            <a:off x="5392293" y="3164146"/>
            <a:ext cx="1073700" cy="338700"/>
          </a:xfrm>
          <a:prstGeom prst="rect">
            <a:avLst/>
          </a:prstGeom>
          <a:noFill/>
          <a:ln>
            <a:noFill/>
          </a:ln>
        </p:spPr>
        <p:txBody>
          <a:bodyPr spcFirstLastPara="1" wrap="square" lIns="0" tIns="0" rIns="0" bIns="0" anchor="ctr" anchorCtr="0">
            <a:spAutoFit/>
          </a:bodyPr>
          <a:lstStyle/>
          <a:p>
            <a:pPr marL="0" lvl="0" indent="0" algn="l" rtl="0">
              <a:spcBef>
                <a:spcPts val="0"/>
              </a:spcBef>
              <a:spcAft>
                <a:spcPts val="0"/>
              </a:spcAft>
              <a:buNone/>
            </a:pPr>
            <a:r>
              <a:rPr lang="en" sz="1100">
                <a:latin typeface="IBM Plex Sans"/>
                <a:ea typeface="IBM Plex Sans"/>
                <a:cs typeface="IBM Plex Sans"/>
                <a:sym typeface="IBM Plex Sans"/>
              </a:rPr>
              <a:t>Microsoft 365 Outlook</a:t>
            </a:r>
            <a:endParaRPr sz="1100">
              <a:latin typeface="IBM Plex Sans"/>
              <a:ea typeface="IBM Plex Sans"/>
              <a:cs typeface="IBM Plex Sans"/>
              <a:sym typeface="IBM Plex Sans"/>
            </a:endParaRPr>
          </a:p>
        </p:txBody>
      </p:sp>
      <p:sp>
        <p:nvSpPr>
          <p:cNvPr id="6704" name="Google Shape;6704;p499"/>
          <p:cNvSpPr txBox="1"/>
          <p:nvPr/>
        </p:nvSpPr>
        <p:spPr>
          <a:xfrm>
            <a:off x="5392293" y="3856909"/>
            <a:ext cx="1073700" cy="1692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1100">
                <a:latin typeface="IBM Plex Sans"/>
                <a:ea typeface="IBM Plex Sans"/>
                <a:cs typeface="IBM Plex Sans"/>
                <a:sym typeface="IBM Plex Sans"/>
              </a:rPr>
              <a:t>Twilio</a:t>
            </a:r>
            <a:endParaRPr sz="1100">
              <a:latin typeface="IBM Plex Sans"/>
              <a:ea typeface="IBM Plex Sans"/>
              <a:cs typeface="IBM Plex Sans"/>
              <a:sym typeface="IBM Plex Sans"/>
            </a:endParaRPr>
          </a:p>
        </p:txBody>
      </p:sp>
      <p:sp>
        <p:nvSpPr>
          <p:cNvPr id="6705" name="Google Shape;6705;p499"/>
          <p:cNvSpPr txBox="1"/>
          <p:nvPr/>
        </p:nvSpPr>
        <p:spPr>
          <a:xfrm>
            <a:off x="5392293" y="4596675"/>
            <a:ext cx="1073700" cy="1692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1100">
                <a:latin typeface="IBM Plex Sans"/>
                <a:ea typeface="IBM Plex Sans"/>
                <a:cs typeface="IBM Plex Sans"/>
                <a:sym typeface="IBM Plex Sans"/>
              </a:rPr>
              <a:t>Hugging Face</a:t>
            </a:r>
            <a:endParaRPr sz="1100">
              <a:latin typeface="IBM Plex Sans"/>
              <a:ea typeface="IBM Plex Sans"/>
              <a:cs typeface="IBM Plex Sans"/>
              <a:sym typeface="IBM Plex Sans"/>
            </a:endParaRPr>
          </a:p>
        </p:txBody>
      </p:sp>
      <p:pic>
        <p:nvPicPr>
          <p:cNvPr id="6706" name="Google Shape;6706;p499"/>
          <p:cNvPicPr preferRelativeResize="0"/>
          <p:nvPr/>
        </p:nvPicPr>
        <p:blipFill>
          <a:blip r:embed="rId10">
            <a:alphaModFix/>
          </a:blip>
          <a:stretch>
            <a:fillRect/>
          </a:stretch>
        </p:blipFill>
        <p:spPr>
          <a:xfrm rot="10800000" flipH="1">
            <a:off x="6910300" y="3849007"/>
            <a:ext cx="475489" cy="258722"/>
          </a:xfrm>
          <a:prstGeom prst="rect">
            <a:avLst/>
          </a:prstGeom>
          <a:noFill/>
          <a:ln>
            <a:noFill/>
          </a:ln>
        </p:spPr>
      </p:pic>
      <p:pic>
        <p:nvPicPr>
          <p:cNvPr id="6707" name="Google Shape;6707;p499"/>
          <p:cNvPicPr preferRelativeResize="0"/>
          <p:nvPr/>
        </p:nvPicPr>
        <p:blipFill>
          <a:blip r:embed="rId11">
            <a:alphaModFix/>
          </a:blip>
          <a:stretch>
            <a:fillRect/>
          </a:stretch>
        </p:blipFill>
        <p:spPr>
          <a:xfrm>
            <a:off x="6910288" y="1121263"/>
            <a:ext cx="420624" cy="420624"/>
          </a:xfrm>
          <a:prstGeom prst="rect">
            <a:avLst/>
          </a:prstGeom>
          <a:noFill/>
          <a:ln>
            <a:noFill/>
          </a:ln>
        </p:spPr>
      </p:pic>
      <p:sp>
        <p:nvSpPr>
          <p:cNvPr id="6708" name="Google Shape;6708;p499"/>
          <p:cNvSpPr txBox="1"/>
          <p:nvPr/>
        </p:nvSpPr>
        <p:spPr>
          <a:xfrm>
            <a:off x="7495323" y="1239238"/>
            <a:ext cx="1073700" cy="1692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1100">
                <a:latin typeface="IBM Plex Sans"/>
                <a:ea typeface="IBM Plex Sans"/>
                <a:cs typeface="IBM Plex Sans"/>
                <a:sym typeface="IBM Plex Sans"/>
              </a:rPr>
              <a:t>GitHub</a:t>
            </a:r>
            <a:endParaRPr sz="1100">
              <a:latin typeface="IBM Plex Sans"/>
              <a:ea typeface="IBM Plex Sans"/>
              <a:cs typeface="IBM Plex Sans"/>
              <a:sym typeface="IBM Plex Sans"/>
            </a:endParaRPr>
          </a:p>
        </p:txBody>
      </p:sp>
      <p:sp>
        <p:nvSpPr>
          <p:cNvPr id="6709" name="Google Shape;6709;p499"/>
          <p:cNvSpPr txBox="1"/>
          <p:nvPr/>
        </p:nvSpPr>
        <p:spPr>
          <a:xfrm>
            <a:off x="7478223" y="1932488"/>
            <a:ext cx="1073700" cy="1692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1100">
                <a:latin typeface="IBM Plex Sans"/>
                <a:ea typeface="IBM Plex Sans"/>
                <a:cs typeface="IBM Plex Sans"/>
                <a:sym typeface="IBM Plex Sans"/>
              </a:rPr>
              <a:t>Robocorp</a:t>
            </a:r>
            <a:endParaRPr sz="1100">
              <a:latin typeface="IBM Plex Sans"/>
              <a:ea typeface="IBM Plex Sans"/>
              <a:cs typeface="IBM Plex Sans"/>
              <a:sym typeface="IBM Plex Sans"/>
            </a:endParaRPr>
          </a:p>
        </p:txBody>
      </p:sp>
      <p:sp>
        <p:nvSpPr>
          <p:cNvPr id="6710" name="Google Shape;6710;p499"/>
          <p:cNvSpPr txBox="1"/>
          <p:nvPr/>
        </p:nvSpPr>
        <p:spPr>
          <a:xfrm>
            <a:off x="7477973" y="2579275"/>
            <a:ext cx="1073700" cy="1692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1100">
                <a:latin typeface="IBM Plex Sans"/>
                <a:ea typeface="IBM Plex Sans"/>
                <a:cs typeface="IBM Plex Sans"/>
                <a:sym typeface="IBM Plex Sans"/>
              </a:rPr>
              <a:t>Google Cloud AI</a:t>
            </a:r>
            <a:endParaRPr sz="1100">
              <a:latin typeface="IBM Plex Sans"/>
              <a:ea typeface="IBM Plex Sans"/>
              <a:cs typeface="IBM Plex Sans"/>
              <a:sym typeface="IBM Plex Sans"/>
            </a:endParaRPr>
          </a:p>
        </p:txBody>
      </p:sp>
      <p:sp>
        <p:nvSpPr>
          <p:cNvPr id="6711" name="Google Shape;6711;p499"/>
          <p:cNvSpPr txBox="1"/>
          <p:nvPr/>
        </p:nvSpPr>
        <p:spPr>
          <a:xfrm>
            <a:off x="7477523" y="3772159"/>
            <a:ext cx="1073700" cy="338700"/>
          </a:xfrm>
          <a:prstGeom prst="rect">
            <a:avLst/>
          </a:prstGeom>
          <a:noFill/>
          <a:ln>
            <a:noFill/>
          </a:ln>
        </p:spPr>
        <p:txBody>
          <a:bodyPr spcFirstLastPara="1" wrap="square" lIns="0" tIns="0" rIns="0" bIns="0" anchor="ctr" anchorCtr="0">
            <a:spAutoFit/>
          </a:bodyPr>
          <a:lstStyle/>
          <a:p>
            <a:pPr marL="0" lvl="0" indent="0" algn="l" rtl="0">
              <a:spcBef>
                <a:spcPts val="0"/>
              </a:spcBef>
              <a:spcAft>
                <a:spcPts val="0"/>
              </a:spcAft>
              <a:buNone/>
            </a:pPr>
            <a:r>
              <a:rPr lang="en" sz="1100">
                <a:latin typeface="IBM Plex Sans"/>
                <a:ea typeface="IBM Plex Sans"/>
                <a:cs typeface="IBM Plex Sans"/>
                <a:sym typeface="IBM Plex Sans"/>
              </a:rPr>
              <a:t>Microsoft Power Automate</a:t>
            </a:r>
            <a:endParaRPr sz="1100">
              <a:latin typeface="IBM Plex Sans"/>
              <a:ea typeface="IBM Plex Sans"/>
              <a:cs typeface="IBM Plex Sans"/>
              <a:sym typeface="IBM Plex Sans"/>
            </a:endParaRPr>
          </a:p>
        </p:txBody>
      </p:sp>
      <p:sp>
        <p:nvSpPr>
          <p:cNvPr id="6712" name="Google Shape;6712;p499"/>
          <p:cNvSpPr txBox="1"/>
          <p:nvPr/>
        </p:nvSpPr>
        <p:spPr>
          <a:xfrm>
            <a:off x="7477748" y="3248896"/>
            <a:ext cx="1073700" cy="1692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1100">
                <a:latin typeface="IBM Plex Sans"/>
                <a:ea typeface="IBM Plex Sans"/>
                <a:cs typeface="IBM Plex Sans"/>
                <a:sym typeface="IBM Plex Sans"/>
              </a:rPr>
              <a:t>UiPath</a:t>
            </a:r>
            <a:endParaRPr sz="1100">
              <a:latin typeface="IBM Plex Sans"/>
              <a:ea typeface="IBM Plex Sans"/>
              <a:cs typeface="IBM Plex Sans"/>
              <a:sym typeface="IBM Plex Sans"/>
            </a:endParaRPr>
          </a:p>
        </p:txBody>
      </p:sp>
      <p:pic>
        <p:nvPicPr>
          <p:cNvPr id="6713" name="Google Shape;6713;p499"/>
          <p:cNvPicPr preferRelativeResize="0"/>
          <p:nvPr/>
        </p:nvPicPr>
        <p:blipFill>
          <a:blip r:embed="rId12">
            <a:alphaModFix/>
          </a:blip>
          <a:stretch>
            <a:fillRect/>
          </a:stretch>
        </p:blipFill>
        <p:spPr>
          <a:xfrm>
            <a:off x="2668037" y="1781542"/>
            <a:ext cx="422911" cy="422880"/>
          </a:xfrm>
          <a:prstGeom prst="rect">
            <a:avLst/>
          </a:prstGeom>
          <a:noFill/>
          <a:ln>
            <a:noFill/>
          </a:ln>
        </p:spPr>
      </p:pic>
      <p:pic>
        <p:nvPicPr>
          <p:cNvPr id="6714" name="Google Shape;6714;p499"/>
          <p:cNvPicPr preferRelativeResize="0"/>
          <p:nvPr/>
        </p:nvPicPr>
        <p:blipFill>
          <a:blip r:embed="rId13">
            <a:alphaModFix/>
          </a:blip>
          <a:stretch>
            <a:fillRect/>
          </a:stretch>
        </p:blipFill>
        <p:spPr>
          <a:xfrm>
            <a:off x="2699002" y="2516960"/>
            <a:ext cx="360975" cy="360948"/>
          </a:xfrm>
          <a:prstGeom prst="rect">
            <a:avLst/>
          </a:prstGeom>
          <a:noFill/>
          <a:ln>
            <a:noFill/>
          </a:ln>
        </p:spPr>
      </p:pic>
      <p:pic>
        <p:nvPicPr>
          <p:cNvPr id="6715" name="Google Shape;6715;p499"/>
          <p:cNvPicPr preferRelativeResize="0"/>
          <p:nvPr/>
        </p:nvPicPr>
        <p:blipFill>
          <a:blip r:embed="rId14">
            <a:alphaModFix/>
          </a:blip>
          <a:stretch>
            <a:fillRect/>
          </a:stretch>
        </p:blipFill>
        <p:spPr>
          <a:xfrm>
            <a:off x="2680922" y="3129824"/>
            <a:ext cx="397137" cy="397086"/>
          </a:xfrm>
          <a:prstGeom prst="rect">
            <a:avLst/>
          </a:prstGeom>
          <a:noFill/>
          <a:ln>
            <a:noFill/>
          </a:ln>
        </p:spPr>
      </p:pic>
      <p:pic>
        <p:nvPicPr>
          <p:cNvPr id="6716" name="Google Shape;6716;p499"/>
          <p:cNvPicPr preferRelativeResize="0"/>
          <p:nvPr/>
        </p:nvPicPr>
        <p:blipFill>
          <a:blip r:embed="rId15">
            <a:alphaModFix/>
          </a:blip>
          <a:stretch>
            <a:fillRect/>
          </a:stretch>
        </p:blipFill>
        <p:spPr>
          <a:xfrm>
            <a:off x="2719764" y="3809305"/>
            <a:ext cx="319483" cy="338125"/>
          </a:xfrm>
          <a:prstGeom prst="rect">
            <a:avLst/>
          </a:prstGeom>
          <a:noFill/>
          <a:ln>
            <a:noFill/>
          </a:ln>
        </p:spPr>
      </p:pic>
      <p:pic>
        <p:nvPicPr>
          <p:cNvPr id="6717" name="Google Shape;6717;p499"/>
          <p:cNvPicPr preferRelativeResize="0"/>
          <p:nvPr/>
        </p:nvPicPr>
        <p:blipFill>
          <a:blip r:embed="rId16">
            <a:alphaModFix/>
          </a:blip>
          <a:stretch>
            <a:fillRect/>
          </a:stretch>
        </p:blipFill>
        <p:spPr>
          <a:xfrm>
            <a:off x="2757168" y="1133020"/>
            <a:ext cx="244644" cy="397110"/>
          </a:xfrm>
          <a:prstGeom prst="rect">
            <a:avLst/>
          </a:prstGeom>
          <a:noFill/>
          <a:ln>
            <a:noFill/>
          </a:ln>
        </p:spPr>
      </p:pic>
      <p:sp>
        <p:nvSpPr>
          <p:cNvPr id="6718" name="Google Shape;6718;p499"/>
          <p:cNvSpPr txBox="1"/>
          <p:nvPr/>
        </p:nvSpPr>
        <p:spPr>
          <a:xfrm>
            <a:off x="3206318" y="1239238"/>
            <a:ext cx="1073700" cy="1692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1100">
                <a:latin typeface="IBM Plex Sans"/>
                <a:ea typeface="IBM Plex Sans"/>
                <a:cs typeface="IBM Plex Sans"/>
                <a:sym typeface="IBM Plex Sans"/>
              </a:rPr>
              <a:t>Kafka</a:t>
            </a:r>
            <a:endParaRPr sz="1100">
              <a:latin typeface="IBM Plex Sans"/>
              <a:ea typeface="IBM Plex Sans"/>
              <a:cs typeface="IBM Plex Sans"/>
              <a:sym typeface="IBM Plex Sans"/>
            </a:endParaRPr>
          </a:p>
        </p:txBody>
      </p:sp>
      <p:sp>
        <p:nvSpPr>
          <p:cNvPr id="6719" name="Google Shape;6719;p499"/>
          <p:cNvSpPr txBox="1"/>
          <p:nvPr/>
        </p:nvSpPr>
        <p:spPr>
          <a:xfrm>
            <a:off x="3206553" y="1932488"/>
            <a:ext cx="1073700" cy="1692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1100">
                <a:latin typeface="IBM Plex Sans"/>
                <a:ea typeface="IBM Plex Sans"/>
                <a:cs typeface="IBM Plex Sans"/>
                <a:sym typeface="IBM Plex Sans"/>
              </a:rPr>
              <a:t>Amazon SQS</a:t>
            </a:r>
            <a:endParaRPr sz="1100">
              <a:latin typeface="IBM Plex Sans"/>
              <a:ea typeface="IBM Plex Sans"/>
              <a:cs typeface="IBM Plex Sans"/>
              <a:sym typeface="IBM Plex Sans"/>
            </a:endParaRPr>
          </a:p>
        </p:txBody>
      </p:sp>
      <p:sp>
        <p:nvSpPr>
          <p:cNvPr id="6720" name="Google Shape;6720;p499"/>
          <p:cNvSpPr txBox="1"/>
          <p:nvPr/>
        </p:nvSpPr>
        <p:spPr>
          <a:xfrm>
            <a:off x="3206788" y="2579275"/>
            <a:ext cx="1073700" cy="1692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1100">
                <a:latin typeface="IBM Plex Sans"/>
                <a:ea typeface="IBM Plex Sans"/>
                <a:cs typeface="IBM Plex Sans"/>
                <a:sym typeface="IBM Plex Sans"/>
              </a:rPr>
              <a:t>AWS Lambda</a:t>
            </a:r>
            <a:endParaRPr sz="1100">
              <a:latin typeface="IBM Plex Sans"/>
              <a:ea typeface="IBM Plex Sans"/>
              <a:cs typeface="IBM Plex Sans"/>
              <a:sym typeface="IBM Plex Sans"/>
            </a:endParaRPr>
          </a:p>
        </p:txBody>
      </p:sp>
      <p:sp>
        <p:nvSpPr>
          <p:cNvPr id="6721" name="Google Shape;6721;p499"/>
          <p:cNvSpPr txBox="1"/>
          <p:nvPr/>
        </p:nvSpPr>
        <p:spPr>
          <a:xfrm>
            <a:off x="3207023" y="3248896"/>
            <a:ext cx="1073700" cy="1692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1100">
                <a:latin typeface="IBM Plex Sans"/>
                <a:ea typeface="IBM Plex Sans"/>
                <a:cs typeface="IBM Plex Sans"/>
                <a:sym typeface="IBM Plex Sans"/>
              </a:rPr>
              <a:t>Amazon SNS</a:t>
            </a:r>
            <a:endParaRPr sz="1100">
              <a:latin typeface="IBM Plex Sans"/>
              <a:ea typeface="IBM Plex Sans"/>
              <a:cs typeface="IBM Plex Sans"/>
              <a:sym typeface="IBM Plex Sans"/>
            </a:endParaRPr>
          </a:p>
        </p:txBody>
      </p:sp>
      <p:sp>
        <p:nvSpPr>
          <p:cNvPr id="6722" name="Google Shape;6722;p499"/>
          <p:cNvSpPr txBox="1"/>
          <p:nvPr/>
        </p:nvSpPr>
        <p:spPr>
          <a:xfrm>
            <a:off x="3207258" y="3856909"/>
            <a:ext cx="1073700" cy="1692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1100">
                <a:latin typeface="IBM Plex Sans"/>
                <a:ea typeface="IBM Plex Sans"/>
                <a:cs typeface="IBM Plex Sans"/>
                <a:sym typeface="IBM Plex Sans"/>
              </a:rPr>
              <a:t>RabbitMQ</a:t>
            </a:r>
            <a:endParaRPr sz="1100">
              <a:latin typeface="IBM Plex Sans"/>
              <a:ea typeface="IBM Plex Sans"/>
              <a:cs typeface="IBM Plex Sans"/>
              <a:sym typeface="IBM Plex Sans"/>
            </a:endParaRPr>
          </a:p>
        </p:txBody>
      </p:sp>
      <p:sp>
        <p:nvSpPr>
          <p:cNvPr id="6723" name="Google Shape;6723;p499"/>
          <p:cNvSpPr txBox="1"/>
          <p:nvPr/>
        </p:nvSpPr>
        <p:spPr>
          <a:xfrm>
            <a:off x="3206083" y="4596675"/>
            <a:ext cx="1073700" cy="1692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1100">
                <a:latin typeface="IBM Plex Sans"/>
                <a:ea typeface="IBM Plex Sans"/>
                <a:cs typeface="IBM Plex Sans"/>
                <a:sym typeface="IBM Plex Sans"/>
              </a:rPr>
              <a:t>GraphQL</a:t>
            </a:r>
            <a:endParaRPr sz="1100">
              <a:latin typeface="IBM Plex Sans"/>
              <a:ea typeface="IBM Plex Sans"/>
              <a:cs typeface="IBM Plex Sans"/>
              <a:sym typeface="IBM Plex Sans"/>
            </a:endParaRPr>
          </a:p>
        </p:txBody>
      </p:sp>
      <p:pic>
        <p:nvPicPr>
          <p:cNvPr id="6724" name="Google Shape;6724;p499"/>
          <p:cNvPicPr preferRelativeResize="0"/>
          <p:nvPr/>
        </p:nvPicPr>
        <p:blipFill>
          <a:blip r:embed="rId17">
            <a:alphaModFix/>
          </a:blip>
          <a:stretch>
            <a:fillRect/>
          </a:stretch>
        </p:blipFill>
        <p:spPr>
          <a:xfrm>
            <a:off x="2668025" y="4467825"/>
            <a:ext cx="420624" cy="420624"/>
          </a:xfrm>
          <a:prstGeom prst="rect">
            <a:avLst/>
          </a:prstGeom>
          <a:noFill/>
          <a:ln>
            <a:noFill/>
          </a:ln>
        </p:spPr>
      </p:pic>
      <p:pic>
        <p:nvPicPr>
          <p:cNvPr id="6725" name="Google Shape;6725;p499"/>
          <p:cNvPicPr preferRelativeResize="0"/>
          <p:nvPr/>
        </p:nvPicPr>
        <p:blipFill>
          <a:blip r:embed="rId18">
            <a:alphaModFix/>
          </a:blip>
          <a:stretch>
            <a:fillRect/>
          </a:stretch>
        </p:blipFill>
        <p:spPr>
          <a:xfrm>
            <a:off x="621162" y="1794428"/>
            <a:ext cx="422911" cy="397109"/>
          </a:xfrm>
          <a:prstGeom prst="rect">
            <a:avLst/>
          </a:prstGeom>
          <a:noFill/>
          <a:ln>
            <a:noFill/>
          </a:ln>
        </p:spPr>
      </p:pic>
      <p:pic>
        <p:nvPicPr>
          <p:cNvPr id="6726" name="Google Shape;6726;p499"/>
          <p:cNvPicPr preferRelativeResize="0"/>
          <p:nvPr/>
        </p:nvPicPr>
        <p:blipFill>
          <a:blip r:embed="rId19">
            <a:alphaModFix/>
          </a:blip>
          <a:stretch>
            <a:fillRect/>
          </a:stretch>
        </p:blipFill>
        <p:spPr>
          <a:xfrm>
            <a:off x="634054" y="2498880"/>
            <a:ext cx="397128" cy="397108"/>
          </a:xfrm>
          <a:prstGeom prst="rect">
            <a:avLst/>
          </a:prstGeom>
          <a:noFill/>
          <a:ln>
            <a:noFill/>
          </a:ln>
        </p:spPr>
      </p:pic>
      <p:pic>
        <p:nvPicPr>
          <p:cNvPr id="6727" name="Google Shape;6727;p499"/>
          <p:cNvPicPr preferRelativeResize="0"/>
          <p:nvPr/>
        </p:nvPicPr>
        <p:blipFill>
          <a:blip r:embed="rId20">
            <a:alphaModFix/>
          </a:blip>
          <a:stretch>
            <a:fillRect/>
          </a:stretch>
        </p:blipFill>
        <p:spPr>
          <a:xfrm>
            <a:off x="634054" y="4491571"/>
            <a:ext cx="360975" cy="373133"/>
          </a:xfrm>
          <a:prstGeom prst="rect">
            <a:avLst/>
          </a:prstGeom>
          <a:noFill/>
          <a:ln>
            <a:noFill/>
          </a:ln>
        </p:spPr>
      </p:pic>
      <p:pic>
        <p:nvPicPr>
          <p:cNvPr id="6728" name="Google Shape;6728;p499"/>
          <p:cNvPicPr preferRelativeResize="0"/>
          <p:nvPr/>
        </p:nvPicPr>
        <p:blipFill>
          <a:blip r:embed="rId21">
            <a:alphaModFix/>
          </a:blip>
          <a:stretch>
            <a:fillRect/>
          </a:stretch>
        </p:blipFill>
        <p:spPr>
          <a:xfrm>
            <a:off x="634039" y="3143680"/>
            <a:ext cx="397133" cy="369375"/>
          </a:xfrm>
          <a:prstGeom prst="rect">
            <a:avLst/>
          </a:prstGeom>
          <a:noFill/>
          <a:ln>
            <a:noFill/>
          </a:ln>
        </p:spPr>
      </p:pic>
      <p:sp>
        <p:nvSpPr>
          <p:cNvPr id="6729" name="Google Shape;6729;p499"/>
          <p:cNvSpPr txBox="1"/>
          <p:nvPr/>
        </p:nvSpPr>
        <p:spPr>
          <a:xfrm>
            <a:off x="1155050" y="1239238"/>
            <a:ext cx="1073700" cy="1692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1100">
                <a:latin typeface="IBM Plex Sans"/>
                <a:ea typeface="IBM Plex Sans"/>
                <a:cs typeface="IBM Plex Sans"/>
                <a:sym typeface="IBM Plex Sans"/>
              </a:rPr>
              <a:t>Kubeflow</a:t>
            </a:r>
            <a:endParaRPr sz="1100">
              <a:latin typeface="IBM Plex Sans"/>
              <a:ea typeface="IBM Plex Sans"/>
              <a:cs typeface="IBM Plex Sans"/>
              <a:sym typeface="IBM Plex Sans"/>
            </a:endParaRPr>
          </a:p>
        </p:txBody>
      </p:sp>
      <p:sp>
        <p:nvSpPr>
          <p:cNvPr id="6730" name="Google Shape;6730;p499"/>
          <p:cNvSpPr txBox="1"/>
          <p:nvPr/>
        </p:nvSpPr>
        <p:spPr>
          <a:xfrm>
            <a:off x="1155050" y="1932488"/>
            <a:ext cx="1073700" cy="1692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1100">
                <a:latin typeface="IBM Plex Sans"/>
                <a:ea typeface="IBM Plex Sans"/>
                <a:cs typeface="IBM Plex Sans"/>
                <a:sym typeface="IBM Plex Sans"/>
              </a:rPr>
              <a:t>SendGrid</a:t>
            </a:r>
            <a:endParaRPr sz="1100">
              <a:latin typeface="IBM Plex Sans"/>
              <a:ea typeface="IBM Plex Sans"/>
              <a:cs typeface="IBM Plex Sans"/>
              <a:sym typeface="IBM Plex Sans"/>
            </a:endParaRPr>
          </a:p>
        </p:txBody>
      </p:sp>
      <p:sp>
        <p:nvSpPr>
          <p:cNvPr id="6731" name="Google Shape;6731;p499"/>
          <p:cNvSpPr txBox="1"/>
          <p:nvPr/>
        </p:nvSpPr>
        <p:spPr>
          <a:xfrm>
            <a:off x="1155050" y="2579275"/>
            <a:ext cx="1073700" cy="1692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1100">
                <a:latin typeface="IBM Plex Sans"/>
                <a:ea typeface="IBM Plex Sans"/>
                <a:cs typeface="IBM Plex Sans"/>
                <a:sym typeface="IBM Plex Sans"/>
              </a:rPr>
              <a:t>Slack</a:t>
            </a:r>
            <a:endParaRPr sz="1100">
              <a:latin typeface="IBM Plex Sans"/>
              <a:ea typeface="IBM Plex Sans"/>
              <a:cs typeface="IBM Plex Sans"/>
              <a:sym typeface="IBM Plex Sans"/>
            </a:endParaRPr>
          </a:p>
        </p:txBody>
      </p:sp>
      <p:sp>
        <p:nvSpPr>
          <p:cNvPr id="6732" name="Google Shape;6732;p499"/>
          <p:cNvSpPr txBox="1"/>
          <p:nvPr/>
        </p:nvSpPr>
        <p:spPr>
          <a:xfrm>
            <a:off x="1155050" y="3248896"/>
            <a:ext cx="1073700" cy="1692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1100">
                <a:latin typeface="IBM Plex Sans"/>
                <a:ea typeface="IBM Plex Sans"/>
                <a:cs typeface="IBM Plex Sans"/>
                <a:sym typeface="IBM Plex Sans"/>
              </a:rPr>
              <a:t>Microsoft Teams</a:t>
            </a:r>
            <a:endParaRPr sz="1100">
              <a:latin typeface="IBM Plex Sans"/>
              <a:ea typeface="IBM Plex Sans"/>
              <a:cs typeface="IBM Plex Sans"/>
              <a:sym typeface="IBM Plex Sans"/>
            </a:endParaRPr>
          </a:p>
        </p:txBody>
      </p:sp>
      <p:sp>
        <p:nvSpPr>
          <p:cNvPr id="6733" name="Google Shape;6733;p499"/>
          <p:cNvSpPr txBox="1"/>
          <p:nvPr/>
        </p:nvSpPr>
        <p:spPr>
          <a:xfrm>
            <a:off x="1155050" y="3856909"/>
            <a:ext cx="1073700" cy="1692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1100">
                <a:latin typeface="IBM Plex Sans"/>
                <a:ea typeface="IBM Plex Sans"/>
                <a:cs typeface="IBM Plex Sans"/>
                <a:sym typeface="IBM Plex Sans"/>
              </a:rPr>
              <a:t>Google Drive</a:t>
            </a:r>
            <a:endParaRPr sz="1100">
              <a:latin typeface="IBM Plex Sans"/>
              <a:ea typeface="IBM Plex Sans"/>
              <a:cs typeface="IBM Plex Sans"/>
              <a:sym typeface="IBM Plex Sans"/>
            </a:endParaRPr>
          </a:p>
        </p:txBody>
      </p:sp>
      <p:sp>
        <p:nvSpPr>
          <p:cNvPr id="6734" name="Google Shape;6734;p499"/>
          <p:cNvSpPr txBox="1"/>
          <p:nvPr/>
        </p:nvSpPr>
        <p:spPr>
          <a:xfrm>
            <a:off x="1136975" y="4511925"/>
            <a:ext cx="1073700" cy="338700"/>
          </a:xfrm>
          <a:prstGeom prst="rect">
            <a:avLst/>
          </a:prstGeom>
          <a:noFill/>
          <a:ln>
            <a:noFill/>
          </a:ln>
        </p:spPr>
        <p:txBody>
          <a:bodyPr spcFirstLastPara="1" wrap="square" lIns="0" tIns="0" rIns="0" bIns="0" anchor="ctr" anchorCtr="0">
            <a:spAutoFit/>
          </a:bodyPr>
          <a:lstStyle/>
          <a:p>
            <a:pPr marL="0" lvl="0" indent="0" algn="l" rtl="0">
              <a:spcBef>
                <a:spcPts val="0"/>
              </a:spcBef>
              <a:spcAft>
                <a:spcPts val="0"/>
              </a:spcAft>
              <a:buNone/>
            </a:pPr>
            <a:r>
              <a:rPr lang="en" sz="1100">
                <a:latin typeface="IBM Plex Sans"/>
                <a:ea typeface="IBM Plex Sans"/>
                <a:cs typeface="IBM Plex Sans"/>
                <a:sym typeface="IBM Plex Sans"/>
              </a:rPr>
              <a:t>Automation</a:t>
            </a:r>
            <a:br>
              <a:rPr lang="en" sz="1100">
                <a:latin typeface="IBM Plex Sans"/>
                <a:ea typeface="IBM Plex Sans"/>
                <a:cs typeface="IBM Plex Sans"/>
                <a:sym typeface="IBM Plex Sans"/>
              </a:rPr>
            </a:br>
            <a:r>
              <a:rPr lang="en" sz="1100">
                <a:latin typeface="IBM Plex Sans"/>
                <a:ea typeface="IBM Plex Sans"/>
                <a:cs typeface="IBM Plex Sans"/>
                <a:sym typeface="IBM Plex Sans"/>
              </a:rPr>
              <a:t>Anywhere</a:t>
            </a:r>
            <a:endParaRPr sz="1100">
              <a:latin typeface="IBM Plex Sans"/>
              <a:ea typeface="IBM Plex Sans"/>
              <a:cs typeface="IBM Plex Sans"/>
              <a:sym typeface="IBM Plex Sans"/>
            </a:endParaRPr>
          </a:p>
        </p:txBody>
      </p:sp>
      <p:pic>
        <p:nvPicPr>
          <p:cNvPr id="6735" name="Google Shape;6735;p499"/>
          <p:cNvPicPr preferRelativeResize="0"/>
          <p:nvPr/>
        </p:nvPicPr>
        <p:blipFill>
          <a:blip r:embed="rId22">
            <a:alphaModFix/>
          </a:blip>
          <a:stretch>
            <a:fillRect/>
          </a:stretch>
        </p:blipFill>
        <p:spPr>
          <a:xfrm>
            <a:off x="622300" y="3768056"/>
            <a:ext cx="420624" cy="420624"/>
          </a:xfrm>
          <a:prstGeom prst="rect">
            <a:avLst/>
          </a:prstGeom>
          <a:noFill/>
          <a:ln>
            <a:noFill/>
          </a:ln>
        </p:spPr>
      </p:pic>
      <p:sp>
        <p:nvSpPr>
          <p:cNvPr id="6736" name="Google Shape;6736;p499"/>
          <p:cNvSpPr txBox="1">
            <a:spLocks noGrp="1"/>
          </p:cNvSpPr>
          <p:nvPr>
            <p:ph type="title"/>
          </p:nvPr>
        </p:nvSpPr>
        <p:spPr>
          <a:xfrm>
            <a:off x="457200" y="114300"/>
            <a:ext cx="8229600" cy="369300"/>
          </a:xfrm>
          <a:prstGeom prst="rect">
            <a:avLst/>
          </a:prstGeom>
        </p:spPr>
        <p:txBody>
          <a:bodyPr spcFirstLastPara="1" wrap="square" lIns="0" tIns="0" rIns="0" bIns="0" anchor="t" anchorCtr="0">
            <a:spAutoFit/>
          </a:bodyPr>
          <a:lstStyle/>
          <a:p>
            <a:pPr marL="0" lvl="0" indent="0" algn="l" rtl="0">
              <a:spcBef>
                <a:spcPts val="0"/>
              </a:spcBef>
              <a:spcAft>
                <a:spcPts val="0"/>
              </a:spcAft>
              <a:buNone/>
            </a:pPr>
            <a:r>
              <a:rPr lang="en" sz="2400"/>
              <a:t>Orchestrate anything with Camunda connectors</a:t>
            </a:r>
            <a:endParaRPr sz="2400"/>
          </a:p>
        </p:txBody>
      </p:sp>
      <p:sp>
        <p:nvSpPr>
          <p:cNvPr id="6737" name="Google Shape;6737;p499"/>
          <p:cNvSpPr txBox="1"/>
          <p:nvPr/>
        </p:nvSpPr>
        <p:spPr>
          <a:xfrm>
            <a:off x="451675" y="602975"/>
            <a:ext cx="8229600" cy="1848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n" sz="1200" i="1">
                <a:solidFill>
                  <a:schemeClr val="dk1"/>
                </a:solidFill>
                <a:latin typeface="IBM Plex Sans"/>
                <a:ea typeface="IBM Plex Sans"/>
                <a:cs typeface="IBM Plex Sans"/>
                <a:sym typeface="IBM Plex Sans"/>
              </a:rPr>
              <a:t>A variety of out-of-the-box connectors are available for you to use, customize, and extend </a:t>
            </a:r>
            <a:endParaRPr sz="1200" i="1">
              <a:solidFill>
                <a:schemeClr val="dk1"/>
              </a:solidFill>
              <a:latin typeface="IBM Plex Sans"/>
              <a:ea typeface="IBM Plex Sans"/>
              <a:cs typeface="IBM Plex Sans"/>
              <a:sym typeface="IBM Plex Sans"/>
            </a:endParaRPr>
          </a:p>
        </p:txBody>
      </p:sp>
      <p:pic>
        <p:nvPicPr>
          <p:cNvPr id="6738" name="Google Shape;6738;p499"/>
          <p:cNvPicPr preferRelativeResize="0"/>
          <p:nvPr/>
        </p:nvPicPr>
        <p:blipFill rotWithShape="1">
          <a:blip r:embed="rId23">
            <a:alphaModFix/>
          </a:blip>
          <a:srcRect l="15888" t="15554" r="15888" b="15561"/>
          <a:stretch/>
        </p:blipFill>
        <p:spPr>
          <a:xfrm>
            <a:off x="4865050" y="2497638"/>
            <a:ext cx="420624" cy="399593"/>
          </a:xfrm>
          <a:prstGeom prst="rect">
            <a:avLst/>
          </a:prstGeom>
          <a:noFill/>
          <a:ln>
            <a:noFill/>
          </a:ln>
        </p:spPr>
      </p:pic>
      <p:sp>
        <p:nvSpPr>
          <p:cNvPr id="6739" name="Google Shape;6739;p499"/>
          <p:cNvSpPr txBox="1"/>
          <p:nvPr/>
        </p:nvSpPr>
        <p:spPr>
          <a:xfrm>
            <a:off x="5392293" y="2579275"/>
            <a:ext cx="1073700" cy="1692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1100">
                <a:latin typeface="IBM Plex Sans"/>
                <a:ea typeface="IBM Plex Sans"/>
                <a:cs typeface="IBM Plex Sans"/>
                <a:sym typeface="IBM Plex Sans"/>
              </a:rPr>
              <a:t>Amazon Bedrock</a:t>
            </a:r>
            <a:endParaRPr sz="1100">
              <a:latin typeface="IBM Plex Sans"/>
              <a:ea typeface="IBM Plex Sans"/>
              <a:cs typeface="IBM Plex Sans"/>
              <a:sym typeface="IBM Plex Sans"/>
            </a:endParaRPr>
          </a:p>
        </p:txBody>
      </p:sp>
      <p:pic>
        <p:nvPicPr>
          <p:cNvPr id="6740" name="Google Shape;6740;p499"/>
          <p:cNvPicPr preferRelativeResize="0"/>
          <p:nvPr/>
        </p:nvPicPr>
        <p:blipFill>
          <a:blip r:embed="rId24">
            <a:alphaModFix/>
          </a:blip>
          <a:stretch>
            <a:fillRect/>
          </a:stretch>
        </p:blipFill>
        <p:spPr>
          <a:xfrm>
            <a:off x="4855913" y="4458681"/>
            <a:ext cx="438912" cy="438912"/>
          </a:xfrm>
          <a:prstGeom prst="rect">
            <a:avLst/>
          </a:prstGeom>
          <a:noFill/>
          <a:ln>
            <a:noFill/>
          </a:ln>
        </p:spPr>
      </p:pic>
      <p:pic>
        <p:nvPicPr>
          <p:cNvPr id="6741" name="Google Shape;6741;p499"/>
          <p:cNvPicPr preferRelativeResize="0"/>
          <p:nvPr/>
        </p:nvPicPr>
        <p:blipFill>
          <a:blip r:embed="rId25">
            <a:alphaModFix/>
          </a:blip>
          <a:stretch>
            <a:fillRect/>
          </a:stretch>
        </p:blipFill>
        <p:spPr>
          <a:xfrm>
            <a:off x="6937738" y="3130324"/>
            <a:ext cx="420624" cy="396087"/>
          </a:xfrm>
          <a:prstGeom prst="rect">
            <a:avLst/>
          </a:prstGeom>
          <a:noFill/>
          <a:ln>
            <a:noFill/>
          </a:ln>
        </p:spPr>
      </p:pic>
      <p:sp>
        <p:nvSpPr>
          <p:cNvPr id="6742" name="Google Shape;6742;p499"/>
          <p:cNvSpPr/>
          <p:nvPr/>
        </p:nvSpPr>
        <p:spPr>
          <a:xfrm>
            <a:off x="6794200" y="4371538"/>
            <a:ext cx="2006400" cy="613200"/>
          </a:xfrm>
          <a:prstGeom prst="roundRect">
            <a:avLst>
              <a:gd name="adj" fmla="val 16667"/>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100">
                <a:solidFill>
                  <a:schemeClr val="dk1"/>
                </a:solidFill>
                <a:latin typeface="IBM Plex Mono"/>
                <a:ea typeface="IBM Plex Mono"/>
                <a:cs typeface="IBM Plex Mono"/>
                <a:sym typeface="IBM Plex Mono"/>
              </a:rPr>
              <a:t>More available on Camunda Marketplace</a:t>
            </a:r>
            <a:endParaRPr sz="1100">
              <a:latin typeface="IBM Plex Mono"/>
              <a:ea typeface="IBM Plex Mono"/>
              <a:cs typeface="IBM Plex Mono"/>
              <a:sym typeface="IBM Plex Mono"/>
            </a:endParaRP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Shape 6746"/>
        <p:cNvGrpSpPr/>
        <p:nvPr/>
      </p:nvGrpSpPr>
      <p:grpSpPr>
        <a:xfrm>
          <a:off x="0" y="0"/>
          <a:ext cx="0" cy="0"/>
          <a:chOff x="0" y="0"/>
          <a:chExt cx="0" cy="0"/>
        </a:xfrm>
      </p:grpSpPr>
      <p:sp>
        <p:nvSpPr>
          <p:cNvPr id="6747" name="Google Shape;6747;p500"/>
          <p:cNvSpPr txBox="1">
            <a:spLocks noGrp="1"/>
          </p:cNvSpPr>
          <p:nvPr>
            <p:ph type="title"/>
          </p:nvPr>
        </p:nvSpPr>
        <p:spPr>
          <a:xfrm>
            <a:off x="457200" y="114300"/>
            <a:ext cx="8229600" cy="369300"/>
          </a:xfrm>
          <a:prstGeom prst="rect">
            <a:avLst/>
          </a:prstGeom>
        </p:spPr>
        <p:txBody>
          <a:bodyPr spcFirstLastPara="1" wrap="square" lIns="0" tIns="0" rIns="0" bIns="0" anchor="t" anchorCtr="0">
            <a:spAutoFit/>
          </a:bodyPr>
          <a:lstStyle/>
          <a:p>
            <a:pPr marL="0" lvl="0" indent="0" algn="l" rtl="0">
              <a:spcBef>
                <a:spcPts val="0"/>
              </a:spcBef>
              <a:spcAft>
                <a:spcPts val="0"/>
              </a:spcAft>
              <a:buNone/>
            </a:pPr>
            <a:r>
              <a:rPr lang="en" sz="2400"/>
              <a:t>Accelerate connectivity with Camunda Marketplace</a:t>
            </a:r>
            <a:endParaRPr sz="2400"/>
          </a:p>
        </p:txBody>
      </p:sp>
      <p:pic>
        <p:nvPicPr>
          <p:cNvPr id="6748" name="Google Shape;6748;p500"/>
          <p:cNvPicPr preferRelativeResize="0">
            <a:picLocks noGrp="1"/>
          </p:cNvPicPr>
          <p:nvPr>
            <p:ph type="pic" idx="2"/>
          </p:nvPr>
        </p:nvPicPr>
        <p:blipFill rotWithShape="1">
          <a:blip r:embed="rId3">
            <a:alphaModFix/>
          </a:blip>
          <a:srcRect t="3967" b="3976"/>
          <a:stretch/>
        </p:blipFill>
        <p:spPr>
          <a:xfrm>
            <a:off x="467076" y="1228675"/>
            <a:ext cx="4563900" cy="2625900"/>
          </a:xfrm>
          <a:prstGeom prst="roundRect">
            <a:avLst>
              <a:gd name="adj" fmla="val 16667"/>
            </a:avLst>
          </a:prstGeom>
          <a:noFill/>
          <a:ln>
            <a:noFill/>
          </a:ln>
        </p:spPr>
      </p:pic>
      <p:sp>
        <p:nvSpPr>
          <p:cNvPr id="6749" name="Google Shape;6749;p500"/>
          <p:cNvSpPr txBox="1"/>
          <p:nvPr/>
        </p:nvSpPr>
        <p:spPr>
          <a:xfrm>
            <a:off x="451675" y="602975"/>
            <a:ext cx="8229600" cy="1848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n" sz="1200" i="1">
                <a:solidFill>
                  <a:schemeClr val="dk1"/>
                </a:solidFill>
                <a:latin typeface="IBM Plex Sans"/>
                <a:ea typeface="IBM Plex Sans"/>
                <a:cs typeface="IBM Plex Sans"/>
                <a:sym typeface="IBM Plex Sans"/>
              </a:rPr>
              <a:t>A trusted source of integration technologies from Camunda, our partners, and our global user community</a:t>
            </a:r>
            <a:endParaRPr sz="1200" i="1">
              <a:solidFill>
                <a:schemeClr val="dk1"/>
              </a:solidFill>
              <a:latin typeface="IBM Plex Sans"/>
              <a:ea typeface="IBM Plex Sans"/>
              <a:cs typeface="IBM Plex Sans"/>
              <a:sym typeface="IBM Plex Sans"/>
            </a:endParaRPr>
          </a:p>
        </p:txBody>
      </p:sp>
      <p:sp>
        <p:nvSpPr>
          <p:cNvPr id="6750" name="Google Shape;6750;p500"/>
          <p:cNvSpPr txBox="1">
            <a:spLocks noGrp="1"/>
          </p:cNvSpPr>
          <p:nvPr>
            <p:ph type="body" idx="4294967295"/>
          </p:nvPr>
        </p:nvSpPr>
        <p:spPr>
          <a:xfrm>
            <a:off x="5295000" y="1294825"/>
            <a:ext cx="3391800" cy="3063000"/>
          </a:xfrm>
          <a:prstGeom prst="rect">
            <a:avLst/>
          </a:prstGeom>
        </p:spPr>
        <p:txBody>
          <a:bodyPr spcFirstLastPara="1" wrap="square" lIns="0" tIns="0" rIns="0" bIns="0" anchor="t" anchorCtr="0">
            <a:spAutoFit/>
          </a:bodyPr>
          <a:lstStyle/>
          <a:p>
            <a:pPr marL="457200" lvl="0" indent="-311150" algn="l" rtl="0">
              <a:lnSpc>
                <a:spcPct val="100000"/>
              </a:lnSpc>
              <a:spcBef>
                <a:spcPts val="0"/>
              </a:spcBef>
              <a:spcAft>
                <a:spcPts val="0"/>
              </a:spcAft>
              <a:buSzPts val="1300"/>
              <a:buChar char="■"/>
            </a:pPr>
            <a:r>
              <a:rPr lang="en" sz="1300"/>
              <a:t>Browse a wide variety of connectors for enterprise applications, popular technologies, productivity tools, AI/ML services, and more</a:t>
            </a:r>
            <a:endParaRPr sz="1300"/>
          </a:p>
          <a:p>
            <a:pPr marL="457200" lvl="0" indent="-311150" algn="l" rtl="0">
              <a:lnSpc>
                <a:spcPct val="100000"/>
              </a:lnSpc>
              <a:spcBef>
                <a:spcPts val="1200"/>
              </a:spcBef>
              <a:spcAft>
                <a:spcPts val="0"/>
              </a:spcAft>
              <a:buSzPts val="1300"/>
              <a:buChar char="■"/>
            </a:pPr>
            <a:r>
              <a:rPr lang="en" sz="1300"/>
              <a:t>Install in your Camunda SaaS account with a few clicks or download for easy installation in Camunda Self-Managed</a:t>
            </a:r>
            <a:endParaRPr sz="1300"/>
          </a:p>
          <a:p>
            <a:pPr marL="457200" lvl="0" indent="-311150" algn="l" rtl="0">
              <a:lnSpc>
                <a:spcPct val="100000"/>
              </a:lnSpc>
              <a:spcBef>
                <a:spcPts val="1200"/>
              </a:spcBef>
              <a:spcAft>
                <a:spcPts val="0"/>
              </a:spcAft>
              <a:buSzPts val="1300"/>
              <a:buChar char="■"/>
            </a:pPr>
            <a:r>
              <a:rPr lang="en" sz="1300"/>
              <a:t>Customize and extend connectors by adjusting properties, setting defaults, and adding functionality</a:t>
            </a:r>
            <a:endParaRPr sz="1300"/>
          </a:p>
          <a:p>
            <a:pPr marL="457200" lvl="0" indent="-311150" algn="l" rtl="0">
              <a:lnSpc>
                <a:spcPct val="100000"/>
              </a:lnSpc>
              <a:spcBef>
                <a:spcPts val="1200"/>
              </a:spcBef>
              <a:spcAft>
                <a:spcPts val="1200"/>
              </a:spcAft>
              <a:buSzPts val="1300"/>
              <a:buChar char="■"/>
            </a:pPr>
            <a:r>
              <a:rPr lang="en" sz="1300"/>
              <a:t>Share approved connectors across projects or teams to encourage reuse within your organization’s guardrails</a:t>
            </a:r>
            <a:endParaRPr sz="1300"/>
          </a:p>
        </p:txBody>
      </p:sp>
      <p:grpSp>
        <p:nvGrpSpPr>
          <p:cNvPr id="6751" name="Google Shape;6751;p500"/>
          <p:cNvGrpSpPr/>
          <p:nvPr/>
        </p:nvGrpSpPr>
        <p:grpSpPr>
          <a:xfrm>
            <a:off x="467063" y="4414709"/>
            <a:ext cx="1846707" cy="390655"/>
            <a:chOff x="455200" y="4412925"/>
            <a:chExt cx="1080641" cy="228600"/>
          </a:xfrm>
        </p:grpSpPr>
        <p:sp>
          <p:nvSpPr>
            <p:cNvPr id="6752" name="Google Shape;6752;p500"/>
            <p:cNvSpPr/>
            <p:nvPr/>
          </p:nvSpPr>
          <p:spPr>
            <a:xfrm rot="-5400000">
              <a:off x="454150" y="4427992"/>
              <a:ext cx="200400" cy="198300"/>
            </a:xfrm>
            <a:prstGeom prst="ellipse">
              <a:avLst/>
            </a:prstGeom>
            <a:solidFill>
              <a:srgbClr val="FC5D0D"/>
            </a:solidFill>
            <a:ln>
              <a:noFill/>
            </a:ln>
          </p:spPr>
          <p:txBody>
            <a:bodyPr spcFirstLastPara="1" wrap="square" lIns="57150" tIns="57150" rIns="57150" bIns="57150" anchor="ctr" anchorCtr="0">
              <a:noAutofit/>
            </a:bodyPr>
            <a:lstStyle/>
            <a:p>
              <a:pPr marL="0" lvl="0" indent="0" algn="l" rtl="0">
                <a:spcBef>
                  <a:spcPts val="0"/>
                </a:spcBef>
                <a:spcAft>
                  <a:spcPts val="0"/>
                </a:spcAft>
                <a:buNone/>
              </a:pPr>
              <a:endParaRPr/>
            </a:p>
          </p:txBody>
        </p:sp>
        <p:sp>
          <p:nvSpPr>
            <p:cNvPr id="6753" name="Google Shape;6753;p500"/>
            <p:cNvSpPr/>
            <p:nvPr/>
          </p:nvSpPr>
          <p:spPr>
            <a:xfrm rot="-5400000">
              <a:off x="1336491" y="4427992"/>
              <a:ext cx="200400" cy="198300"/>
            </a:xfrm>
            <a:prstGeom prst="ellipse">
              <a:avLst/>
            </a:prstGeom>
            <a:solidFill>
              <a:srgbClr val="888B8D"/>
            </a:solidFill>
            <a:ln>
              <a:noFill/>
            </a:ln>
          </p:spPr>
          <p:txBody>
            <a:bodyPr spcFirstLastPara="1" wrap="square" lIns="57150" tIns="57150" rIns="57150" bIns="57150" anchor="ctr" anchorCtr="0">
              <a:noAutofit/>
            </a:bodyPr>
            <a:lstStyle/>
            <a:p>
              <a:pPr marL="0" lvl="0" indent="0" algn="l" rtl="0">
                <a:spcBef>
                  <a:spcPts val="0"/>
                </a:spcBef>
                <a:spcAft>
                  <a:spcPts val="0"/>
                </a:spcAft>
                <a:buNone/>
              </a:pPr>
              <a:endParaRPr/>
            </a:p>
          </p:txBody>
        </p:sp>
        <p:sp>
          <p:nvSpPr>
            <p:cNvPr id="6754" name="Google Shape;6754;p500"/>
            <p:cNvSpPr/>
            <p:nvPr/>
          </p:nvSpPr>
          <p:spPr>
            <a:xfrm>
              <a:off x="740920" y="4430473"/>
              <a:ext cx="193200" cy="193200"/>
            </a:xfrm>
            <a:prstGeom prst="roundRect">
              <a:avLst>
                <a:gd name="adj" fmla="val 19528"/>
              </a:avLst>
            </a:prstGeom>
            <a:solidFill>
              <a:srgbClr val="0072CE"/>
            </a:solidFill>
            <a:ln>
              <a:noFill/>
            </a:ln>
          </p:spPr>
          <p:txBody>
            <a:bodyPr spcFirstLastPara="1" wrap="square" lIns="57150" tIns="57150" rIns="57150" bIns="57150" anchor="ctr" anchorCtr="0">
              <a:noAutofit/>
            </a:bodyPr>
            <a:lstStyle/>
            <a:p>
              <a:pPr marL="0" lvl="0" indent="0" algn="l" rtl="0">
                <a:spcBef>
                  <a:spcPts val="0"/>
                </a:spcBef>
                <a:spcAft>
                  <a:spcPts val="0"/>
                </a:spcAft>
                <a:buNone/>
              </a:pPr>
              <a:endParaRPr/>
            </a:p>
          </p:txBody>
        </p:sp>
        <p:sp>
          <p:nvSpPr>
            <p:cNvPr id="6755" name="Google Shape;6755;p500"/>
            <p:cNvSpPr/>
            <p:nvPr/>
          </p:nvSpPr>
          <p:spPr>
            <a:xfrm rot="-8100000">
              <a:off x="1054991" y="4446615"/>
              <a:ext cx="162069" cy="161220"/>
            </a:xfrm>
            <a:prstGeom prst="roundRect">
              <a:avLst>
                <a:gd name="adj" fmla="val 5808"/>
              </a:avLst>
            </a:prstGeom>
            <a:solidFill>
              <a:srgbClr val="26D07C"/>
            </a:solidFill>
            <a:ln>
              <a:noFill/>
            </a:ln>
          </p:spPr>
          <p:txBody>
            <a:bodyPr spcFirstLastPara="1" wrap="square" lIns="57150" tIns="57150" rIns="57150" bIns="57150" anchor="ctr" anchorCtr="0">
              <a:noAutofit/>
            </a:bodyPr>
            <a:lstStyle/>
            <a:p>
              <a:pPr marL="0" lvl="0" indent="0" algn="ctr" rtl="0">
                <a:spcBef>
                  <a:spcPts val="0"/>
                </a:spcBef>
                <a:spcAft>
                  <a:spcPts val="0"/>
                </a:spcAft>
                <a:buNone/>
              </a:pPr>
              <a:endParaRPr sz="800" b="1">
                <a:solidFill>
                  <a:srgbClr val="FFFFFF"/>
                </a:solidFill>
                <a:latin typeface="IBM Plex Sans"/>
                <a:ea typeface="IBM Plex Sans"/>
                <a:cs typeface="IBM Plex Sans"/>
                <a:sym typeface="IBM Plex Sans"/>
              </a:endParaRPr>
            </a:p>
          </p:txBody>
        </p:sp>
      </p:gr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Shape 6759"/>
        <p:cNvGrpSpPr/>
        <p:nvPr/>
      </p:nvGrpSpPr>
      <p:grpSpPr>
        <a:xfrm>
          <a:off x="0" y="0"/>
          <a:ext cx="0" cy="0"/>
          <a:chOff x="0" y="0"/>
          <a:chExt cx="0" cy="0"/>
        </a:xfrm>
      </p:grpSpPr>
      <p:sp>
        <p:nvSpPr>
          <p:cNvPr id="6760" name="Google Shape;6760;p501"/>
          <p:cNvSpPr txBox="1">
            <a:spLocks noGrp="1"/>
          </p:cNvSpPr>
          <p:nvPr>
            <p:ph type="title"/>
          </p:nvPr>
        </p:nvSpPr>
        <p:spPr>
          <a:xfrm>
            <a:off x="457200" y="114300"/>
            <a:ext cx="8229600" cy="369300"/>
          </a:xfrm>
          <a:prstGeom prst="rect">
            <a:avLst/>
          </a:prstGeom>
        </p:spPr>
        <p:txBody>
          <a:bodyPr spcFirstLastPara="1" wrap="square" lIns="0" tIns="0" rIns="0" bIns="0" anchor="t" anchorCtr="0">
            <a:spAutoFit/>
          </a:bodyPr>
          <a:lstStyle/>
          <a:p>
            <a:pPr marL="0" lvl="0" indent="0" algn="l" rtl="0">
              <a:spcBef>
                <a:spcPts val="0"/>
              </a:spcBef>
              <a:spcAft>
                <a:spcPts val="0"/>
              </a:spcAft>
              <a:buNone/>
            </a:pPr>
            <a:r>
              <a:rPr lang="en" sz="2400"/>
              <a:t>Camunda connector architecture</a:t>
            </a:r>
            <a:endParaRPr sz="2400"/>
          </a:p>
        </p:txBody>
      </p:sp>
      <p:sp>
        <p:nvSpPr>
          <p:cNvPr id="6761" name="Google Shape;6761;p501"/>
          <p:cNvSpPr/>
          <p:nvPr/>
        </p:nvSpPr>
        <p:spPr>
          <a:xfrm>
            <a:off x="3646950" y="3486825"/>
            <a:ext cx="2799900" cy="981600"/>
          </a:xfrm>
          <a:prstGeom prst="cube">
            <a:avLst>
              <a:gd name="adj" fmla="val 43253"/>
            </a:avLst>
          </a:prstGeom>
          <a:solidFill>
            <a:srgbClr val="C629C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100" b="1">
                <a:solidFill>
                  <a:srgbClr val="FFFFFF"/>
                </a:solidFill>
                <a:latin typeface="IBM Plex Sans"/>
                <a:ea typeface="IBM Plex Sans"/>
                <a:cs typeface="IBM Plex Sans"/>
                <a:sym typeface="IBM Plex Sans"/>
              </a:rPr>
              <a:t>Connector SDK</a:t>
            </a:r>
            <a:endParaRPr sz="1200"/>
          </a:p>
        </p:txBody>
      </p:sp>
      <p:sp>
        <p:nvSpPr>
          <p:cNvPr id="6762" name="Google Shape;6762;p501"/>
          <p:cNvSpPr/>
          <p:nvPr/>
        </p:nvSpPr>
        <p:spPr>
          <a:xfrm>
            <a:off x="3717000" y="2791175"/>
            <a:ext cx="2659800" cy="932400"/>
          </a:xfrm>
          <a:prstGeom prst="cube">
            <a:avLst>
              <a:gd name="adj" fmla="val 43253"/>
            </a:avLst>
          </a:prstGeom>
          <a:solidFill>
            <a:srgbClr val="FC5D0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100" b="1">
                <a:solidFill>
                  <a:srgbClr val="FFFFFF"/>
                </a:solidFill>
                <a:latin typeface="IBM Plex Sans"/>
                <a:ea typeface="IBM Plex Sans"/>
                <a:cs typeface="IBM Plex Sans"/>
                <a:sym typeface="IBM Plex Sans"/>
              </a:rPr>
              <a:t>Protocol connector</a:t>
            </a:r>
            <a:endParaRPr sz="1200"/>
          </a:p>
        </p:txBody>
      </p:sp>
      <p:sp>
        <p:nvSpPr>
          <p:cNvPr id="6763" name="Google Shape;6763;p501"/>
          <p:cNvSpPr/>
          <p:nvPr/>
        </p:nvSpPr>
        <p:spPr>
          <a:xfrm>
            <a:off x="3783450" y="2070425"/>
            <a:ext cx="2526900" cy="885900"/>
          </a:xfrm>
          <a:prstGeom prst="cube">
            <a:avLst>
              <a:gd name="adj" fmla="val 43253"/>
            </a:avLst>
          </a:prstGeom>
          <a:solidFill>
            <a:srgbClr val="0072CE"/>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100" b="1">
                <a:solidFill>
                  <a:srgbClr val="FFFFFF"/>
                </a:solidFill>
                <a:latin typeface="IBM Plex Sans"/>
                <a:ea typeface="IBM Plex Sans"/>
                <a:cs typeface="IBM Plex Sans"/>
                <a:sym typeface="IBM Plex Sans"/>
              </a:rPr>
              <a:t>Configurable connector templates</a:t>
            </a:r>
            <a:endParaRPr sz="1200"/>
          </a:p>
        </p:txBody>
      </p:sp>
      <p:sp>
        <p:nvSpPr>
          <p:cNvPr id="6764" name="Google Shape;6764;p501"/>
          <p:cNvSpPr/>
          <p:nvPr/>
        </p:nvSpPr>
        <p:spPr>
          <a:xfrm>
            <a:off x="3846600" y="1389650"/>
            <a:ext cx="2400600" cy="841500"/>
          </a:xfrm>
          <a:prstGeom prst="cube">
            <a:avLst>
              <a:gd name="adj" fmla="val 43253"/>
            </a:avLst>
          </a:prstGeom>
          <a:solidFill>
            <a:srgbClr val="00A7B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100" b="1">
                <a:solidFill>
                  <a:srgbClr val="FFFFFF"/>
                </a:solidFill>
                <a:latin typeface="IBM Plex Sans"/>
                <a:ea typeface="IBM Plex Sans"/>
                <a:cs typeface="IBM Plex Sans"/>
                <a:sym typeface="IBM Plex Sans"/>
              </a:rPr>
              <a:t>Out-of-the-box connector</a:t>
            </a:r>
            <a:endParaRPr sz="1100" b="1">
              <a:solidFill>
                <a:srgbClr val="FFFFFF"/>
              </a:solidFill>
              <a:latin typeface="IBM Plex Sans"/>
              <a:ea typeface="IBM Plex Sans"/>
              <a:cs typeface="IBM Plex Sans"/>
              <a:sym typeface="IBM Plex Sans"/>
            </a:endParaRPr>
          </a:p>
        </p:txBody>
      </p:sp>
      <p:sp>
        <p:nvSpPr>
          <p:cNvPr id="6765" name="Google Shape;6765;p501"/>
          <p:cNvSpPr/>
          <p:nvPr/>
        </p:nvSpPr>
        <p:spPr>
          <a:xfrm rot="-5400000">
            <a:off x="561800" y="2672775"/>
            <a:ext cx="3000300" cy="591000"/>
          </a:xfrm>
          <a:prstGeom prst="rightArrow">
            <a:avLst>
              <a:gd name="adj1" fmla="val 50000"/>
              <a:gd name="adj2" fmla="val 50000"/>
            </a:avLst>
          </a:prstGeom>
          <a:solidFill>
            <a:schemeClr val="dk2"/>
          </a:solidFill>
          <a:ln>
            <a:noFill/>
          </a:ln>
        </p:spPr>
        <p:txBody>
          <a:bodyPr spcFirstLastPara="1" wrap="square" lIns="0" tIns="0" rIns="0" bIns="0" anchor="ctr" anchorCtr="0">
            <a:noAutofit/>
          </a:bodyPr>
          <a:lstStyle/>
          <a:p>
            <a:pPr marL="0" lvl="0" indent="0" algn="ctr" rtl="0">
              <a:spcBef>
                <a:spcPts val="0"/>
              </a:spcBef>
              <a:spcAft>
                <a:spcPts val="0"/>
              </a:spcAft>
              <a:buNone/>
            </a:pPr>
            <a:r>
              <a:rPr lang="en">
                <a:solidFill>
                  <a:schemeClr val="lt1"/>
                </a:solidFill>
                <a:latin typeface="IBM Plex Sans"/>
                <a:ea typeface="IBM Plex Sans"/>
                <a:cs typeface="IBM Plex Sans"/>
                <a:sym typeface="IBM Plex Sans"/>
              </a:rPr>
              <a:t>Simplicity</a:t>
            </a:r>
            <a:endParaRPr>
              <a:solidFill>
                <a:schemeClr val="lt1"/>
              </a:solidFill>
              <a:latin typeface="IBM Plex Sans"/>
              <a:ea typeface="IBM Plex Sans"/>
              <a:cs typeface="IBM Plex Sans"/>
              <a:sym typeface="IBM Plex Sans"/>
            </a:endParaRPr>
          </a:p>
        </p:txBody>
      </p:sp>
      <p:sp>
        <p:nvSpPr>
          <p:cNvPr id="6766" name="Google Shape;6766;p501"/>
          <p:cNvSpPr/>
          <p:nvPr/>
        </p:nvSpPr>
        <p:spPr>
          <a:xfrm rot="5400000">
            <a:off x="1502050" y="2672775"/>
            <a:ext cx="3000300" cy="591000"/>
          </a:xfrm>
          <a:prstGeom prst="rightArrow">
            <a:avLst>
              <a:gd name="adj1" fmla="val 50000"/>
              <a:gd name="adj2" fmla="val 50000"/>
            </a:avLst>
          </a:prstGeom>
          <a:solidFill>
            <a:schemeClr val="dk2"/>
          </a:solidFill>
          <a:ln>
            <a:noFill/>
          </a:ln>
        </p:spPr>
        <p:txBody>
          <a:bodyPr spcFirstLastPara="1" wrap="square" lIns="0" tIns="0" rIns="0" bIns="0" anchor="ctr" anchorCtr="0">
            <a:noAutofit/>
          </a:bodyPr>
          <a:lstStyle/>
          <a:p>
            <a:pPr marL="0" lvl="0" indent="0" algn="ctr" rtl="0">
              <a:spcBef>
                <a:spcPts val="0"/>
              </a:spcBef>
              <a:spcAft>
                <a:spcPts val="0"/>
              </a:spcAft>
              <a:buNone/>
            </a:pPr>
            <a:r>
              <a:rPr lang="en">
                <a:solidFill>
                  <a:schemeClr val="lt1"/>
                </a:solidFill>
                <a:latin typeface="IBM Plex Sans"/>
                <a:ea typeface="IBM Plex Sans"/>
                <a:cs typeface="IBM Plex Sans"/>
                <a:sym typeface="IBM Plex Sans"/>
              </a:rPr>
              <a:t>Flexibility</a:t>
            </a:r>
            <a:endParaRPr>
              <a:solidFill>
                <a:schemeClr val="lt1"/>
              </a:solidFill>
              <a:latin typeface="IBM Plex Sans"/>
              <a:ea typeface="IBM Plex Sans"/>
              <a:cs typeface="IBM Plex Sans"/>
              <a:sym typeface="IBM Plex Sans"/>
            </a:endParaRPr>
          </a:p>
        </p:txBody>
      </p:sp>
      <p:sp>
        <p:nvSpPr>
          <p:cNvPr id="6767" name="Google Shape;6767;p501"/>
          <p:cNvSpPr txBox="1"/>
          <p:nvPr/>
        </p:nvSpPr>
        <p:spPr>
          <a:xfrm>
            <a:off x="451675" y="602975"/>
            <a:ext cx="8229600" cy="1848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n" sz="1200" i="1">
                <a:solidFill>
                  <a:schemeClr val="dk1"/>
                </a:solidFill>
                <a:latin typeface="IBM Plex Sans"/>
                <a:ea typeface="IBM Plex Sans"/>
                <a:cs typeface="IBM Plex Sans"/>
                <a:sym typeface="IBM Plex Sans"/>
              </a:rPr>
              <a:t>Intuitive, scalable, and customizable multilayer coding experience for every user</a:t>
            </a:r>
            <a:endParaRPr sz="1200" i="1">
              <a:solidFill>
                <a:schemeClr val="dk1"/>
              </a:solidFill>
              <a:latin typeface="IBM Plex Sans"/>
              <a:ea typeface="IBM Plex Sans"/>
              <a:cs typeface="IBM Plex Sans"/>
              <a:sym typeface="IBM Plex Sans"/>
            </a:endParaRP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Shape 6771"/>
        <p:cNvGrpSpPr/>
        <p:nvPr/>
      </p:nvGrpSpPr>
      <p:grpSpPr>
        <a:xfrm>
          <a:off x="0" y="0"/>
          <a:ext cx="0" cy="0"/>
          <a:chOff x="0" y="0"/>
          <a:chExt cx="0" cy="0"/>
        </a:xfrm>
      </p:grpSpPr>
      <p:sp>
        <p:nvSpPr>
          <p:cNvPr id="6772" name="Google Shape;6772;p502"/>
          <p:cNvSpPr txBox="1">
            <a:spLocks noGrp="1"/>
          </p:cNvSpPr>
          <p:nvPr>
            <p:ph type="title"/>
          </p:nvPr>
        </p:nvSpPr>
        <p:spPr>
          <a:xfrm>
            <a:off x="1476301" y="1789950"/>
            <a:ext cx="5915700" cy="996300"/>
          </a:xfrm>
          <a:prstGeom prst="rect">
            <a:avLst/>
          </a:prstGeom>
        </p:spPr>
        <p:txBody>
          <a:bodyPr spcFirstLastPara="1" wrap="square" lIns="0" tIns="0" rIns="0" bIns="0" anchor="ctr" anchorCtr="0">
            <a:normAutofit/>
          </a:bodyPr>
          <a:lstStyle/>
          <a:p>
            <a:pPr marL="0" lvl="0" indent="0" algn="ctr" rtl="0">
              <a:spcBef>
                <a:spcPts val="0"/>
              </a:spcBef>
              <a:spcAft>
                <a:spcPts val="0"/>
              </a:spcAft>
              <a:buNone/>
            </a:pPr>
            <a:r>
              <a:rPr lang="en" sz="2200"/>
              <a:t>Camunda robotic process automation</a:t>
            </a:r>
            <a:endParaRPr sz="220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Shape 6776"/>
        <p:cNvGrpSpPr/>
        <p:nvPr/>
      </p:nvGrpSpPr>
      <p:grpSpPr>
        <a:xfrm>
          <a:off x="0" y="0"/>
          <a:ext cx="0" cy="0"/>
          <a:chOff x="0" y="0"/>
          <a:chExt cx="0" cy="0"/>
        </a:xfrm>
      </p:grpSpPr>
      <p:sp>
        <p:nvSpPr>
          <p:cNvPr id="6777" name="Google Shape;6777;p503"/>
          <p:cNvSpPr txBox="1">
            <a:spLocks noGrp="1"/>
          </p:cNvSpPr>
          <p:nvPr>
            <p:ph type="title"/>
          </p:nvPr>
        </p:nvSpPr>
        <p:spPr>
          <a:xfrm>
            <a:off x="457201" y="114300"/>
            <a:ext cx="8229600" cy="738900"/>
          </a:xfrm>
          <a:prstGeom prst="rect">
            <a:avLst/>
          </a:prstGeom>
        </p:spPr>
        <p:txBody>
          <a:bodyPr spcFirstLastPara="1" wrap="square" lIns="0" tIns="0" rIns="0" bIns="0" anchor="t" anchorCtr="0">
            <a:spAutoFit/>
          </a:bodyPr>
          <a:lstStyle/>
          <a:p>
            <a:pPr marL="0" lvl="0" indent="0" algn="l" rtl="0">
              <a:spcBef>
                <a:spcPts val="0"/>
              </a:spcBef>
              <a:spcAft>
                <a:spcPts val="0"/>
              </a:spcAft>
              <a:buNone/>
            </a:pPr>
            <a:r>
              <a:rPr lang="en" sz="2400"/>
              <a:t>Managing RPA without process orchestration presents many challenges</a:t>
            </a:r>
            <a:endParaRPr sz="2400"/>
          </a:p>
        </p:txBody>
      </p:sp>
      <p:sp>
        <p:nvSpPr>
          <p:cNvPr id="6778" name="Google Shape;6778;p503"/>
          <p:cNvSpPr txBox="1">
            <a:spLocks noGrp="1"/>
          </p:cNvSpPr>
          <p:nvPr>
            <p:ph type="body" idx="1"/>
          </p:nvPr>
        </p:nvSpPr>
        <p:spPr>
          <a:xfrm>
            <a:off x="691650" y="1939350"/>
            <a:ext cx="3548400" cy="2971500"/>
          </a:xfrm>
          <a:prstGeom prst="rect">
            <a:avLst/>
          </a:prstGeom>
        </p:spPr>
        <p:txBody>
          <a:bodyPr spcFirstLastPara="1" wrap="square" lIns="0" tIns="0" rIns="0" bIns="0" anchor="t" anchorCtr="0">
            <a:normAutofit/>
          </a:bodyPr>
          <a:lstStyle/>
          <a:p>
            <a:pPr marL="457200" lvl="0" indent="-304800" algn="l" rtl="0">
              <a:lnSpc>
                <a:spcPct val="115000"/>
              </a:lnSpc>
              <a:spcBef>
                <a:spcPts val="0"/>
              </a:spcBef>
              <a:spcAft>
                <a:spcPts val="0"/>
              </a:spcAft>
              <a:buSzPts val="1200"/>
              <a:buChar char="■"/>
            </a:pPr>
            <a:r>
              <a:rPr lang="en" sz="1200"/>
              <a:t>Fragmented automation is implemented via isolated RPA bots without an overview of the end-to-end business process</a:t>
            </a:r>
            <a:endParaRPr sz="1200"/>
          </a:p>
          <a:p>
            <a:pPr marL="457200" lvl="0" indent="-304800" algn="l" rtl="0">
              <a:lnSpc>
                <a:spcPct val="115000"/>
              </a:lnSpc>
              <a:spcBef>
                <a:spcPts val="1000"/>
              </a:spcBef>
              <a:spcAft>
                <a:spcPts val="0"/>
              </a:spcAft>
              <a:buSzPts val="1200"/>
              <a:buChar char="■"/>
            </a:pPr>
            <a:r>
              <a:rPr lang="en" sz="1200"/>
              <a:t>Fragmentation makes it hard to monitor, manage, and optimize RPA bots</a:t>
            </a:r>
            <a:endParaRPr sz="1200"/>
          </a:p>
          <a:p>
            <a:pPr marL="457200" lvl="0" indent="-304800" algn="l" rtl="0">
              <a:lnSpc>
                <a:spcPct val="115000"/>
              </a:lnSpc>
              <a:spcBef>
                <a:spcPts val="1000"/>
              </a:spcBef>
              <a:spcAft>
                <a:spcPts val="0"/>
              </a:spcAft>
              <a:buSzPts val="1200"/>
              <a:buChar char="■"/>
            </a:pPr>
            <a:r>
              <a:rPr lang="en" sz="1200"/>
              <a:t>It’s difficult to manage the cost and complexity of multiple RPA tools</a:t>
            </a:r>
            <a:endParaRPr sz="1200"/>
          </a:p>
          <a:p>
            <a:pPr marL="457200" lvl="0" indent="-304800" algn="l" rtl="0">
              <a:lnSpc>
                <a:spcPct val="115000"/>
              </a:lnSpc>
              <a:spcBef>
                <a:spcPts val="1000"/>
              </a:spcBef>
              <a:spcAft>
                <a:spcPts val="1000"/>
              </a:spcAft>
              <a:buSzPts val="1200"/>
              <a:buChar char="■"/>
            </a:pPr>
            <a:r>
              <a:rPr lang="en" sz="1200"/>
              <a:t>A proliferation of RPA bots can result in technical debt and vendor lock-in that’s hindering your ability to adapt to new business requirements</a:t>
            </a:r>
            <a:endParaRPr sz="1200"/>
          </a:p>
        </p:txBody>
      </p:sp>
      <p:sp>
        <p:nvSpPr>
          <p:cNvPr id="6779" name="Google Shape;6779;p503"/>
          <p:cNvSpPr txBox="1">
            <a:spLocks noGrp="1"/>
          </p:cNvSpPr>
          <p:nvPr>
            <p:ph type="subTitle" idx="2"/>
          </p:nvPr>
        </p:nvSpPr>
        <p:spPr>
          <a:xfrm>
            <a:off x="700375" y="1218001"/>
            <a:ext cx="3548400" cy="450600"/>
          </a:xfrm>
          <a:prstGeom prst="rect">
            <a:avLst/>
          </a:prstGeom>
        </p:spPr>
        <p:txBody>
          <a:bodyPr spcFirstLastPara="1" wrap="square" lIns="0" tIns="0" rIns="0" bIns="0" anchor="ctr" anchorCtr="0">
            <a:normAutofit/>
          </a:bodyPr>
          <a:lstStyle/>
          <a:p>
            <a:pPr marL="0" lvl="0" indent="0" algn="ctr" rtl="0">
              <a:spcBef>
                <a:spcPts val="0"/>
              </a:spcBef>
              <a:spcAft>
                <a:spcPts val="0"/>
              </a:spcAft>
              <a:buNone/>
            </a:pPr>
            <a:r>
              <a:rPr lang="en" sz="1800"/>
              <a:t>Common RPA Challenges</a:t>
            </a:r>
            <a:endParaRPr sz="1800"/>
          </a:p>
        </p:txBody>
      </p:sp>
      <p:sp>
        <p:nvSpPr>
          <p:cNvPr id="6780" name="Google Shape;6780;p503"/>
          <p:cNvSpPr txBox="1">
            <a:spLocks noGrp="1"/>
          </p:cNvSpPr>
          <p:nvPr>
            <p:ph type="body" idx="3"/>
          </p:nvPr>
        </p:nvSpPr>
        <p:spPr>
          <a:xfrm>
            <a:off x="4904250" y="1939350"/>
            <a:ext cx="3548400" cy="2971500"/>
          </a:xfrm>
          <a:prstGeom prst="rect">
            <a:avLst/>
          </a:prstGeom>
        </p:spPr>
        <p:txBody>
          <a:bodyPr spcFirstLastPara="1" wrap="square" lIns="0" tIns="0" rIns="0" bIns="0" anchor="t" anchorCtr="0">
            <a:normAutofit lnSpcReduction="10000"/>
          </a:bodyPr>
          <a:lstStyle/>
          <a:p>
            <a:pPr marL="457200" marR="0" lvl="0" indent="-304800" algn="l" rtl="0">
              <a:lnSpc>
                <a:spcPct val="115000"/>
              </a:lnSpc>
              <a:spcBef>
                <a:spcPts val="0"/>
              </a:spcBef>
              <a:spcAft>
                <a:spcPts val="0"/>
              </a:spcAft>
              <a:buSzPts val="1200"/>
              <a:buChar char="■"/>
            </a:pPr>
            <a:r>
              <a:rPr lang="en" sz="1200"/>
              <a:t>Move beyond isolated bots to orchestrate end-to-end business processes that combine bots, APIs, microservices, AI/ML, and more</a:t>
            </a:r>
            <a:endParaRPr sz="1200"/>
          </a:p>
          <a:p>
            <a:pPr marL="457200" marR="0" lvl="0" indent="-304800" algn="l" rtl="0">
              <a:lnSpc>
                <a:spcPct val="115000"/>
              </a:lnSpc>
              <a:spcBef>
                <a:spcPts val="1000"/>
              </a:spcBef>
              <a:spcAft>
                <a:spcPts val="0"/>
              </a:spcAft>
              <a:buSzPts val="1200"/>
              <a:buChar char="■"/>
            </a:pPr>
            <a:r>
              <a:rPr lang="en" sz="1200"/>
              <a:t>Gain process visibility so you can fix broken processes and identify process improvements that will have the highest ROI</a:t>
            </a:r>
            <a:endParaRPr sz="1200"/>
          </a:p>
          <a:p>
            <a:pPr marL="457200" marR="0" lvl="0" indent="-304800" algn="l" rtl="0">
              <a:lnSpc>
                <a:spcPct val="115000"/>
              </a:lnSpc>
              <a:spcBef>
                <a:spcPts val="1000"/>
              </a:spcBef>
              <a:spcAft>
                <a:spcPts val="0"/>
              </a:spcAft>
              <a:buSzPts val="1200"/>
              <a:buChar char="■"/>
            </a:pPr>
            <a:r>
              <a:rPr lang="en" sz="1200"/>
              <a:t>Reduce costs and complexity by only using the RPA functionality you truly need</a:t>
            </a:r>
            <a:endParaRPr sz="1200"/>
          </a:p>
          <a:p>
            <a:pPr marL="457200" marR="0" lvl="0" indent="-304800" algn="l" rtl="0">
              <a:lnSpc>
                <a:spcPct val="115000"/>
              </a:lnSpc>
              <a:spcBef>
                <a:spcPts val="1000"/>
              </a:spcBef>
              <a:spcAft>
                <a:spcPts val="1000"/>
              </a:spcAft>
              <a:buSzPts val="1200"/>
              <a:buChar char="■"/>
            </a:pPr>
            <a:r>
              <a:rPr lang="en" sz="1200"/>
              <a:t>Give teams flexibility to address new business requirements through a scalable, composable process architecture</a:t>
            </a:r>
            <a:endParaRPr sz="1200"/>
          </a:p>
        </p:txBody>
      </p:sp>
      <p:sp>
        <p:nvSpPr>
          <p:cNvPr id="6781" name="Google Shape;6781;p503"/>
          <p:cNvSpPr txBox="1">
            <a:spLocks noGrp="1"/>
          </p:cNvSpPr>
          <p:nvPr>
            <p:ph type="subTitle" idx="4"/>
          </p:nvPr>
        </p:nvSpPr>
        <p:spPr>
          <a:xfrm>
            <a:off x="4912976" y="1218001"/>
            <a:ext cx="3548400" cy="450600"/>
          </a:xfrm>
          <a:prstGeom prst="rect">
            <a:avLst/>
          </a:prstGeom>
        </p:spPr>
        <p:txBody>
          <a:bodyPr spcFirstLastPara="1" wrap="square" lIns="0" tIns="0" rIns="0" bIns="0" anchor="ctr" anchorCtr="0">
            <a:normAutofit/>
          </a:bodyPr>
          <a:lstStyle/>
          <a:p>
            <a:pPr marL="0" lvl="0" indent="0" algn="ctr" rtl="0">
              <a:spcBef>
                <a:spcPts val="0"/>
              </a:spcBef>
              <a:spcAft>
                <a:spcPts val="0"/>
              </a:spcAft>
              <a:buNone/>
            </a:pPr>
            <a:r>
              <a:rPr lang="en" sz="1800"/>
              <a:t>RPA With Camunda</a:t>
            </a:r>
            <a:endParaRPr sz="180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Shape 6785"/>
        <p:cNvGrpSpPr/>
        <p:nvPr/>
      </p:nvGrpSpPr>
      <p:grpSpPr>
        <a:xfrm>
          <a:off x="0" y="0"/>
          <a:ext cx="0" cy="0"/>
          <a:chOff x="0" y="0"/>
          <a:chExt cx="0" cy="0"/>
        </a:xfrm>
      </p:grpSpPr>
      <p:sp>
        <p:nvSpPr>
          <p:cNvPr id="6786" name="Google Shape;6786;p504"/>
          <p:cNvSpPr txBox="1">
            <a:spLocks noGrp="1"/>
          </p:cNvSpPr>
          <p:nvPr>
            <p:ph type="title"/>
          </p:nvPr>
        </p:nvSpPr>
        <p:spPr>
          <a:xfrm>
            <a:off x="457200" y="114300"/>
            <a:ext cx="8229600" cy="369300"/>
          </a:xfrm>
          <a:prstGeom prst="rect">
            <a:avLst/>
          </a:prstGeom>
        </p:spPr>
        <p:txBody>
          <a:bodyPr spcFirstLastPara="1" wrap="square" lIns="0" tIns="0" rIns="0" bIns="0" anchor="t" anchorCtr="0">
            <a:spAutoFit/>
          </a:bodyPr>
          <a:lstStyle/>
          <a:p>
            <a:pPr marL="0" lvl="0" indent="0" algn="l" rtl="0">
              <a:spcBef>
                <a:spcPts val="0"/>
              </a:spcBef>
              <a:spcAft>
                <a:spcPts val="0"/>
              </a:spcAft>
              <a:buSzPts val="1100"/>
              <a:buNone/>
            </a:pPr>
            <a:r>
              <a:rPr lang="en" sz="2400"/>
              <a:t>Get the most out of RPA with process orchestration</a:t>
            </a:r>
            <a:endParaRPr sz="2400"/>
          </a:p>
        </p:txBody>
      </p:sp>
      <p:pic>
        <p:nvPicPr>
          <p:cNvPr id="6787" name="Google Shape;6787;p504"/>
          <p:cNvPicPr preferRelativeResize="0">
            <a:picLocks noGrp="1"/>
          </p:cNvPicPr>
          <p:nvPr>
            <p:ph type="pic" idx="2"/>
          </p:nvPr>
        </p:nvPicPr>
        <p:blipFill rotWithShape="1">
          <a:blip r:embed="rId3">
            <a:alphaModFix/>
          </a:blip>
          <a:srcRect t="8471" b="8479"/>
          <a:stretch/>
        </p:blipFill>
        <p:spPr>
          <a:xfrm>
            <a:off x="4301325" y="1068024"/>
            <a:ext cx="548700" cy="455700"/>
          </a:xfrm>
          <a:prstGeom prst="rect">
            <a:avLst/>
          </a:prstGeom>
        </p:spPr>
      </p:pic>
      <p:sp>
        <p:nvSpPr>
          <p:cNvPr id="6788" name="Google Shape;6788;p504"/>
          <p:cNvSpPr txBox="1">
            <a:spLocks noGrp="1"/>
          </p:cNvSpPr>
          <p:nvPr>
            <p:ph type="subTitle" idx="1"/>
          </p:nvPr>
        </p:nvSpPr>
        <p:spPr>
          <a:xfrm>
            <a:off x="3780675" y="1673283"/>
            <a:ext cx="1574700" cy="311400"/>
          </a:xfrm>
          <a:prstGeom prst="rect">
            <a:avLst/>
          </a:prstGeom>
        </p:spPr>
        <p:txBody>
          <a:bodyPr spcFirstLastPara="1" wrap="square" lIns="0" tIns="0" rIns="0" bIns="0" anchor="t" anchorCtr="0">
            <a:normAutofit fontScale="62500" lnSpcReduction="20000"/>
          </a:bodyPr>
          <a:lstStyle/>
          <a:p>
            <a:pPr marL="0" lvl="0" indent="0" algn="ctr" rtl="0">
              <a:lnSpc>
                <a:spcPct val="100000"/>
              </a:lnSpc>
              <a:spcBef>
                <a:spcPts val="0"/>
              </a:spcBef>
              <a:spcAft>
                <a:spcPts val="1200"/>
              </a:spcAft>
              <a:buSzPts val="852"/>
              <a:buNone/>
            </a:pPr>
            <a:r>
              <a:rPr lang="en" sz="1140">
                <a:solidFill>
                  <a:schemeClr val="accent1"/>
                </a:solidFill>
              </a:rPr>
              <a:t>Deliver automation projects faster</a:t>
            </a:r>
            <a:endParaRPr sz="1140">
              <a:solidFill>
                <a:schemeClr val="accent1"/>
              </a:solidFill>
            </a:endParaRPr>
          </a:p>
        </p:txBody>
      </p:sp>
      <p:sp>
        <p:nvSpPr>
          <p:cNvPr id="6789" name="Google Shape;6789;p504"/>
          <p:cNvSpPr txBox="1">
            <a:spLocks noGrp="1"/>
          </p:cNvSpPr>
          <p:nvPr>
            <p:ph type="body" idx="3"/>
          </p:nvPr>
        </p:nvSpPr>
        <p:spPr>
          <a:xfrm>
            <a:off x="3788025" y="2048027"/>
            <a:ext cx="1575300" cy="783000"/>
          </a:xfrm>
          <a:prstGeom prst="rect">
            <a:avLst/>
          </a:prstGeom>
        </p:spPr>
        <p:txBody>
          <a:bodyPr spcFirstLastPara="1" wrap="square" lIns="0" tIns="0" rIns="0" bIns="0" anchor="t" anchorCtr="0">
            <a:normAutofit/>
          </a:bodyPr>
          <a:lstStyle/>
          <a:p>
            <a:pPr marL="0" lvl="0" indent="0" algn="ctr" rtl="0">
              <a:lnSpc>
                <a:spcPct val="100000"/>
              </a:lnSpc>
              <a:spcBef>
                <a:spcPts val="0"/>
              </a:spcBef>
              <a:spcAft>
                <a:spcPts val="1200"/>
              </a:spcAft>
              <a:buNone/>
            </a:pPr>
            <a:r>
              <a:rPr lang="en" sz="900"/>
              <a:t>Rapidly implement task-level and process-level automation for the core processes that make up your business</a:t>
            </a:r>
            <a:endParaRPr sz="900"/>
          </a:p>
        </p:txBody>
      </p:sp>
      <p:pic>
        <p:nvPicPr>
          <p:cNvPr id="6790" name="Google Shape;6790;p504"/>
          <p:cNvPicPr preferRelativeResize="0">
            <a:picLocks noGrp="1"/>
          </p:cNvPicPr>
          <p:nvPr>
            <p:ph type="pic" idx="4"/>
          </p:nvPr>
        </p:nvPicPr>
        <p:blipFill rotWithShape="1">
          <a:blip r:embed="rId4">
            <a:alphaModFix/>
          </a:blip>
          <a:srcRect t="8471" b="8479"/>
          <a:stretch/>
        </p:blipFill>
        <p:spPr>
          <a:xfrm>
            <a:off x="4305000" y="2986399"/>
            <a:ext cx="548700" cy="455700"/>
          </a:xfrm>
          <a:prstGeom prst="rect">
            <a:avLst/>
          </a:prstGeom>
        </p:spPr>
      </p:pic>
      <p:sp>
        <p:nvSpPr>
          <p:cNvPr id="6791" name="Google Shape;6791;p504"/>
          <p:cNvSpPr txBox="1">
            <a:spLocks noGrp="1"/>
          </p:cNvSpPr>
          <p:nvPr>
            <p:ph type="subTitle" idx="5"/>
          </p:nvPr>
        </p:nvSpPr>
        <p:spPr>
          <a:xfrm>
            <a:off x="3784350" y="3591658"/>
            <a:ext cx="1574700" cy="311400"/>
          </a:xfrm>
          <a:prstGeom prst="rect">
            <a:avLst/>
          </a:prstGeom>
        </p:spPr>
        <p:txBody>
          <a:bodyPr spcFirstLastPara="1" wrap="square" lIns="0" tIns="0" rIns="0" bIns="0" anchor="t" anchorCtr="0">
            <a:normAutofit fontScale="62500" lnSpcReduction="20000"/>
          </a:bodyPr>
          <a:lstStyle/>
          <a:p>
            <a:pPr marL="0" lvl="0" indent="0" algn="ctr" rtl="0">
              <a:lnSpc>
                <a:spcPct val="100000"/>
              </a:lnSpc>
              <a:spcBef>
                <a:spcPts val="0"/>
              </a:spcBef>
              <a:spcAft>
                <a:spcPts val="1200"/>
              </a:spcAft>
              <a:buSzPts val="852"/>
              <a:buNone/>
            </a:pPr>
            <a:r>
              <a:rPr lang="en" sz="1140">
                <a:solidFill>
                  <a:schemeClr val="accent1"/>
                </a:solidFill>
              </a:rPr>
              <a:t>Align knowledge workers and bots</a:t>
            </a:r>
            <a:endParaRPr sz="1140">
              <a:solidFill>
                <a:schemeClr val="accent1"/>
              </a:solidFill>
            </a:endParaRPr>
          </a:p>
        </p:txBody>
      </p:sp>
      <p:sp>
        <p:nvSpPr>
          <p:cNvPr id="6792" name="Google Shape;6792;p504"/>
          <p:cNvSpPr txBox="1">
            <a:spLocks noGrp="1"/>
          </p:cNvSpPr>
          <p:nvPr>
            <p:ph type="body" idx="6"/>
          </p:nvPr>
        </p:nvSpPr>
        <p:spPr>
          <a:xfrm>
            <a:off x="3791700" y="3966402"/>
            <a:ext cx="1575300" cy="783000"/>
          </a:xfrm>
          <a:prstGeom prst="rect">
            <a:avLst/>
          </a:prstGeom>
        </p:spPr>
        <p:txBody>
          <a:bodyPr spcFirstLastPara="1" wrap="square" lIns="0" tIns="0" rIns="0" bIns="0" anchor="t" anchorCtr="0">
            <a:normAutofit/>
          </a:bodyPr>
          <a:lstStyle/>
          <a:p>
            <a:pPr marL="0" lvl="0" indent="0" algn="ctr" rtl="0">
              <a:lnSpc>
                <a:spcPct val="100000"/>
              </a:lnSpc>
              <a:spcBef>
                <a:spcPts val="0"/>
              </a:spcBef>
              <a:spcAft>
                <a:spcPts val="1200"/>
              </a:spcAft>
              <a:buNone/>
            </a:pPr>
            <a:r>
              <a:rPr lang="en" sz="900"/>
              <a:t>Automate repetitive tasks, boost knowledge workers’ productivity, and enhance team efficiency</a:t>
            </a:r>
            <a:endParaRPr sz="900"/>
          </a:p>
        </p:txBody>
      </p:sp>
      <p:pic>
        <p:nvPicPr>
          <p:cNvPr id="6793" name="Google Shape;6793;p504"/>
          <p:cNvPicPr preferRelativeResize="0">
            <a:picLocks noGrp="1"/>
          </p:cNvPicPr>
          <p:nvPr>
            <p:ph type="pic" idx="7"/>
          </p:nvPr>
        </p:nvPicPr>
        <p:blipFill rotWithShape="1">
          <a:blip r:embed="rId5">
            <a:alphaModFix/>
          </a:blip>
          <a:srcRect t="8471" b="8479"/>
          <a:stretch/>
        </p:blipFill>
        <p:spPr>
          <a:xfrm>
            <a:off x="2030325" y="1068024"/>
            <a:ext cx="548700" cy="455700"/>
          </a:xfrm>
          <a:prstGeom prst="rect">
            <a:avLst/>
          </a:prstGeom>
        </p:spPr>
      </p:pic>
      <p:sp>
        <p:nvSpPr>
          <p:cNvPr id="6794" name="Google Shape;6794;p504"/>
          <p:cNvSpPr txBox="1">
            <a:spLocks noGrp="1"/>
          </p:cNvSpPr>
          <p:nvPr>
            <p:ph type="subTitle" idx="8"/>
          </p:nvPr>
        </p:nvSpPr>
        <p:spPr>
          <a:xfrm>
            <a:off x="1509675" y="1673283"/>
            <a:ext cx="1574700" cy="311400"/>
          </a:xfrm>
          <a:prstGeom prst="rect">
            <a:avLst/>
          </a:prstGeom>
        </p:spPr>
        <p:txBody>
          <a:bodyPr spcFirstLastPara="1" wrap="square" lIns="0" tIns="0" rIns="0" bIns="0" anchor="t" anchorCtr="0">
            <a:normAutofit fontScale="62500" lnSpcReduction="20000"/>
          </a:bodyPr>
          <a:lstStyle/>
          <a:p>
            <a:pPr marL="0" lvl="0" indent="0" algn="ctr" rtl="0">
              <a:lnSpc>
                <a:spcPct val="100000"/>
              </a:lnSpc>
              <a:spcBef>
                <a:spcPts val="0"/>
              </a:spcBef>
              <a:spcAft>
                <a:spcPts val="1200"/>
              </a:spcAft>
              <a:buSzPts val="852"/>
              <a:buNone/>
            </a:pPr>
            <a:r>
              <a:rPr lang="en" sz="1140">
                <a:solidFill>
                  <a:schemeClr val="accent1"/>
                </a:solidFill>
              </a:rPr>
              <a:t>Automate processes from end to end</a:t>
            </a:r>
            <a:endParaRPr sz="1140">
              <a:solidFill>
                <a:schemeClr val="accent1"/>
              </a:solidFill>
            </a:endParaRPr>
          </a:p>
        </p:txBody>
      </p:sp>
      <p:sp>
        <p:nvSpPr>
          <p:cNvPr id="6795" name="Google Shape;6795;p504"/>
          <p:cNvSpPr txBox="1">
            <a:spLocks noGrp="1"/>
          </p:cNvSpPr>
          <p:nvPr>
            <p:ph type="body" idx="9"/>
          </p:nvPr>
        </p:nvSpPr>
        <p:spPr>
          <a:xfrm>
            <a:off x="1517025" y="2048027"/>
            <a:ext cx="1575300" cy="783000"/>
          </a:xfrm>
          <a:prstGeom prst="rect">
            <a:avLst/>
          </a:prstGeom>
        </p:spPr>
        <p:txBody>
          <a:bodyPr spcFirstLastPara="1" wrap="square" lIns="0" tIns="0" rIns="0" bIns="0" anchor="t" anchorCtr="0">
            <a:normAutofit/>
          </a:bodyPr>
          <a:lstStyle/>
          <a:p>
            <a:pPr marL="0" lvl="0" indent="0" algn="ctr" rtl="0">
              <a:lnSpc>
                <a:spcPct val="100000"/>
              </a:lnSpc>
              <a:spcBef>
                <a:spcPts val="0"/>
              </a:spcBef>
              <a:spcAft>
                <a:spcPts val="1200"/>
              </a:spcAft>
              <a:buNone/>
            </a:pPr>
            <a:r>
              <a:rPr lang="en" sz="900"/>
              <a:t>Orchestrate RPA bots, AI/ML, APIs, microservices, legacy systems, human work, and more in a unified process flow</a:t>
            </a:r>
            <a:endParaRPr sz="900"/>
          </a:p>
        </p:txBody>
      </p:sp>
      <p:pic>
        <p:nvPicPr>
          <p:cNvPr id="6796" name="Google Shape;6796;p504"/>
          <p:cNvPicPr preferRelativeResize="0">
            <a:picLocks noGrp="1"/>
          </p:cNvPicPr>
          <p:nvPr>
            <p:ph type="pic" idx="13"/>
          </p:nvPr>
        </p:nvPicPr>
        <p:blipFill rotWithShape="1">
          <a:blip r:embed="rId6">
            <a:alphaModFix/>
          </a:blip>
          <a:srcRect t="8471" b="8479"/>
          <a:stretch/>
        </p:blipFill>
        <p:spPr>
          <a:xfrm>
            <a:off x="2034000" y="2986399"/>
            <a:ext cx="548700" cy="455700"/>
          </a:xfrm>
          <a:prstGeom prst="rect">
            <a:avLst/>
          </a:prstGeom>
        </p:spPr>
      </p:pic>
      <p:sp>
        <p:nvSpPr>
          <p:cNvPr id="6797" name="Google Shape;6797;p504"/>
          <p:cNvSpPr txBox="1">
            <a:spLocks noGrp="1"/>
          </p:cNvSpPr>
          <p:nvPr>
            <p:ph type="subTitle" idx="14"/>
          </p:nvPr>
        </p:nvSpPr>
        <p:spPr>
          <a:xfrm>
            <a:off x="1513350" y="3591658"/>
            <a:ext cx="1574700" cy="311400"/>
          </a:xfrm>
          <a:prstGeom prst="rect">
            <a:avLst/>
          </a:prstGeom>
        </p:spPr>
        <p:txBody>
          <a:bodyPr spcFirstLastPara="1" wrap="square" lIns="0" tIns="0" rIns="0" bIns="0" anchor="t" anchorCtr="0">
            <a:normAutofit fontScale="55000" lnSpcReduction="20000"/>
          </a:bodyPr>
          <a:lstStyle/>
          <a:p>
            <a:pPr marL="0" lvl="0" indent="0" algn="ctr" rtl="0">
              <a:lnSpc>
                <a:spcPct val="100000"/>
              </a:lnSpc>
              <a:spcBef>
                <a:spcPts val="0"/>
              </a:spcBef>
              <a:spcAft>
                <a:spcPts val="1200"/>
              </a:spcAft>
              <a:buSzPts val="852"/>
              <a:buNone/>
            </a:pPr>
            <a:r>
              <a:rPr lang="en" sz="1140">
                <a:solidFill>
                  <a:schemeClr val="accent1"/>
                </a:solidFill>
              </a:rPr>
              <a:t>Minimize errors </a:t>
            </a:r>
            <a:br>
              <a:rPr lang="en" sz="1140">
                <a:solidFill>
                  <a:schemeClr val="accent1"/>
                </a:solidFill>
              </a:rPr>
            </a:br>
            <a:r>
              <a:rPr lang="en" sz="1140">
                <a:solidFill>
                  <a:schemeClr val="accent1"/>
                </a:solidFill>
              </a:rPr>
              <a:t>and downtime</a:t>
            </a:r>
            <a:endParaRPr sz="1140">
              <a:solidFill>
                <a:schemeClr val="accent1"/>
              </a:solidFill>
            </a:endParaRPr>
          </a:p>
        </p:txBody>
      </p:sp>
      <p:sp>
        <p:nvSpPr>
          <p:cNvPr id="6798" name="Google Shape;6798;p504"/>
          <p:cNvSpPr txBox="1">
            <a:spLocks noGrp="1"/>
          </p:cNvSpPr>
          <p:nvPr>
            <p:ph type="body" idx="15"/>
          </p:nvPr>
        </p:nvSpPr>
        <p:spPr>
          <a:xfrm>
            <a:off x="1520700" y="3966402"/>
            <a:ext cx="1575300" cy="783000"/>
          </a:xfrm>
          <a:prstGeom prst="rect">
            <a:avLst/>
          </a:prstGeom>
        </p:spPr>
        <p:txBody>
          <a:bodyPr spcFirstLastPara="1" wrap="square" lIns="0" tIns="0" rIns="0" bIns="0" anchor="t" anchorCtr="0">
            <a:normAutofit/>
          </a:bodyPr>
          <a:lstStyle/>
          <a:p>
            <a:pPr marL="0" lvl="0" indent="0" algn="ctr" rtl="0">
              <a:lnSpc>
                <a:spcPct val="100000"/>
              </a:lnSpc>
              <a:spcBef>
                <a:spcPts val="0"/>
              </a:spcBef>
              <a:spcAft>
                <a:spcPts val="1200"/>
              </a:spcAft>
              <a:buNone/>
            </a:pPr>
            <a:r>
              <a:rPr lang="en" sz="900"/>
              <a:t>Minimize task errors and leverage orchestration to avoid downtime that would impact customers</a:t>
            </a:r>
            <a:endParaRPr sz="900"/>
          </a:p>
        </p:txBody>
      </p:sp>
      <p:pic>
        <p:nvPicPr>
          <p:cNvPr id="6799" name="Google Shape;6799;p504"/>
          <p:cNvPicPr preferRelativeResize="0">
            <a:picLocks noGrp="1"/>
          </p:cNvPicPr>
          <p:nvPr>
            <p:ph type="pic" idx="16"/>
          </p:nvPr>
        </p:nvPicPr>
        <p:blipFill rotWithShape="1">
          <a:blip r:embed="rId7">
            <a:alphaModFix/>
          </a:blip>
          <a:srcRect t="8471" b="8479"/>
          <a:stretch/>
        </p:blipFill>
        <p:spPr>
          <a:xfrm>
            <a:off x="6583350" y="1068024"/>
            <a:ext cx="548700" cy="455700"/>
          </a:xfrm>
          <a:prstGeom prst="rect">
            <a:avLst/>
          </a:prstGeom>
        </p:spPr>
      </p:pic>
      <p:sp>
        <p:nvSpPr>
          <p:cNvPr id="6800" name="Google Shape;6800;p504"/>
          <p:cNvSpPr txBox="1">
            <a:spLocks noGrp="1"/>
          </p:cNvSpPr>
          <p:nvPr>
            <p:ph type="subTitle" idx="17"/>
          </p:nvPr>
        </p:nvSpPr>
        <p:spPr>
          <a:xfrm>
            <a:off x="6062700" y="1673283"/>
            <a:ext cx="1574700" cy="311400"/>
          </a:xfrm>
          <a:prstGeom prst="rect">
            <a:avLst/>
          </a:prstGeom>
        </p:spPr>
        <p:txBody>
          <a:bodyPr spcFirstLastPara="1" wrap="square" lIns="0" tIns="0" rIns="0" bIns="0" anchor="t" anchorCtr="0">
            <a:normAutofit fontScale="85000" lnSpcReduction="10000"/>
          </a:bodyPr>
          <a:lstStyle/>
          <a:p>
            <a:pPr marL="0" lvl="0" indent="0" algn="ctr" rtl="0">
              <a:lnSpc>
                <a:spcPct val="100000"/>
              </a:lnSpc>
              <a:spcBef>
                <a:spcPts val="0"/>
              </a:spcBef>
              <a:spcAft>
                <a:spcPts val="1200"/>
              </a:spcAft>
              <a:buSzPts val="852"/>
              <a:buNone/>
            </a:pPr>
            <a:r>
              <a:rPr lang="en" sz="1140">
                <a:solidFill>
                  <a:schemeClr val="accent1"/>
                </a:solidFill>
              </a:rPr>
              <a:t>Integrate bots seamlessly</a:t>
            </a:r>
            <a:endParaRPr sz="1140">
              <a:solidFill>
                <a:schemeClr val="accent1"/>
              </a:solidFill>
            </a:endParaRPr>
          </a:p>
        </p:txBody>
      </p:sp>
      <p:sp>
        <p:nvSpPr>
          <p:cNvPr id="6801" name="Google Shape;6801;p504"/>
          <p:cNvSpPr txBox="1">
            <a:spLocks noGrp="1"/>
          </p:cNvSpPr>
          <p:nvPr>
            <p:ph type="body" idx="18"/>
          </p:nvPr>
        </p:nvSpPr>
        <p:spPr>
          <a:xfrm>
            <a:off x="6070050" y="2048027"/>
            <a:ext cx="1575300" cy="783000"/>
          </a:xfrm>
          <a:prstGeom prst="rect">
            <a:avLst/>
          </a:prstGeom>
        </p:spPr>
        <p:txBody>
          <a:bodyPr spcFirstLastPara="1" wrap="square" lIns="0" tIns="0" rIns="0" bIns="0" anchor="t" anchorCtr="0">
            <a:normAutofit/>
          </a:bodyPr>
          <a:lstStyle/>
          <a:p>
            <a:pPr marL="0" lvl="0" indent="0" algn="ctr" rtl="0">
              <a:lnSpc>
                <a:spcPct val="100000"/>
              </a:lnSpc>
              <a:spcBef>
                <a:spcPts val="0"/>
              </a:spcBef>
              <a:spcAft>
                <a:spcPts val="1200"/>
              </a:spcAft>
              <a:buNone/>
            </a:pPr>
            <a:r>
              <a:rPr lang="en" sz="900"/>
              <a:t>Mix-and-match bots from different vendors and enhance task automation without re-implementing processes</a:t>
            </a:r>
            <a:endParaRPr sz="900"/>
          </a:p>
        </p:txBody>
      </p:sp>
      <p:pic>
        <p:nvPicPr>
          <p:cNvPr id="6802" name="Google Shape;6802;p504"/>
          <p:cNvPicPr preferRelativeResize="0">
            <a:picLocks noGrp="1"/>
          </p:cNvPicPr>
          <p:nvPr>
            <p:ph type="pic" idx="19"/>
          </p:nvPr>
        </p:nvPicPr>
        <p:blipFill rotWithShape="1">
          <a:blip r:embed="rId8">
            <a:alphaModFix/>
          </a:blip>
          <a:srcRect t="8471" b="8479"/>
          <a:stretch/>
        </p:blipFill>
        <p:spPr>
          <a:xfrm>
            <a:off x="6587025" y="2986399"/>
            <a:ext cx="548700" cy="455700"/>
          </a:xfrm>
          <a:prstGeom prst="rect">
            <a:avLst/>
          </a:prstGeom>
        </p:spPr>
      </p:pic>
      <p:sp>
        <p:nvSpPr>
          <p:cNvPr id="6803" name="Google Shape;6803;p504"/>
          <p:cNvSpPr txBox="1">
            <a:spLocks noGrp="1"/>
          </p:cNvSpPr>
          <p:nvPr>
            <p:ph type="subTitle" idx="20"/>
          </p:nvPr>
        </p:nvSpPr>
        <p:spPr>
          <a:xfrm>
            <a:off x="6066375" y="3591658"/>
            <a:ext cx="1574700" cy="311400"/>
          </a:xfrm>
          <a:prstGeom prst="rect">
            <a:avLst/>
          </a:prstGeom>
        </p:spPr>
        <p:txBody>
          <a:bodyPr spcFirstLastPara="1" wrap="square" lIns="0" tIns="0" rIns="0" bIns="0" anchor="t" anchorCtr="0">
            <a:normAutofit fontScale="77500" lnSpcReduction="20000"/>
          </a:bodyPr>
          <a:lstStyle/>
          <a:p>
            <a:pPr marL="0" lvl="0" indent="0" algn="ctr" rtl="0">
              <a:lnSpc>
                <a:spcPct val="100000"/>
              </a:lnSpc>
              <a:spcBef>
                <a:spcPts val="0"/>
              </a:spcBef>
              <a:spcAft>
                <a:spcPts val="1200"/>
              </a:spcAft>
              <a:buSzPts val="852"/>
              <a:buNone/>
            </a:pPr>
            <a:r>
              <a:rPr lang="en" sz="1140">
                <a:solidFill>
                  <a:schemeClr val="accent1"/>
                </a:solidFill>
              </a:rPr>
              <a:t>Get comprehensive analytics</a:t>
            </a:r>
            <a:endParaRPr sz="1140">
              <a:solidFill>
                <a:schemeClr val="accent1"/>
              </a:solidFill>
            </a:endParaRPr>
          </a:p>
        </p:txBody>
      </p:sp>
      <p:sp>
        <p:nvSpPr>
          <p:cNvPr id="6804" name="Google Shape;6804;p504"/>
          <p:cNvSpPr txBox="1">
            <a:spLocks noGrp="1"/>
          </p:cNvSpPr>
          <p:nvPr>
            <p:ph type="body" idx="21"/>
          </p:nvPr>
        </p:nvSpPr>
        <p:spPr>
          <a:xfrm>
            <a:off x="6073725" y="3966402"/>
            <a:ext cx="1575300" cy="783000"/>
          </a:xfrm>
          <a:prstGeom prst="rect">
            <a:avLst/>
          </a:prstGeom>
        </p:spPr>
        <p:txBody>
          <a:bodyPr spcFirstLastPara="1" wrap="square" lIns="0" tIns="0" rIns="0" bIns="0" anchor="t" anchorCtr="0">
            <a:normAutofit/>
          </a:bodyPr>
          <a:lstStyle/>
          <a:p>
            <a:pPr marL="0" lvl="0" indent="0" algn="ctr" rtl="0">
              <a:lnSpc>
                <a:spcPct val="100000"/>
              </a:lnSpc>
              <a:spcBef>
                <a:spcPts val="0"/>
              </a:spcBef>
              <a:spcAft>
                <a:spcPts val="1200"/>
              </a:spcAft>
              <a:buNone/>
            </a:pPr>
            <a:r>
              <a:rPr lang="en" sz="900"/>
              <a:t>Complete process-level and task-level analytics help teams identify bottlenecks and continuously improve</a:t>
            </a:r>
            <a:endParaRPr sz="90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Shape 6808"/>
        <p:cNvGrpSpPr/>
        <p:nvPr/>
      </p:nvGrpSpPr>
      <p:grpSpPr>
        <a:xfrm>
          <a:off x="0" y="0"/>
          <a:ext cx="0" cy="0"/>
          <a:chOff x="0" y="0"/>
          <a:chExt cx="0" cy="0"/>
        </a:xfrm>
      </p:grpSpPr>
      <p:sp>
        <p:nvSpPr>
          <p:cNvPr id="6809" name="Google Shape;6809;p505"/>
          <p:cNvSpPr txBox="1">
            <a:spLocks noGrp="1"/>
          </p:cNvSpPr>
          <p:nvPr>
            <p:ph type="title"/>
          </p:nvPr>
        </p:nvSpPr>
        <p:spPr>
          <a:xfrm>
            <a:off x="457201" y="119850"/>
            <a:ext cx="8229600" cy="369300"/>
          </a:xfrm>
          <a:prstGeom prst="rect">
            <a:avLst/>
          </a:prstGeom>
        </p:spPr>
        <p:txBody>
          <a:bodyPr spcFirstLastPara="1" wrap="square" lIns="0" tIns="0" rIns="0" bIns="0" anchor="t" anchorCtr="0">
            <a:spAutoFit/>
          </a:bodyPr>
          <a:lstStyle/>
          <a:p>
            <a:pPr marL="0" lvl="0" indent="0" algn="l" rtl="0">
              <a:spcBef>
                <a:spcPts val="0"/>
              </a:spcBef>
              <a:spcAft>
                <a:spcPts val="0"/>
              </a:spcAft>
              <a:buNone/>
            </a:pPr>
            <a:r>
              <a:rPr lang="en" sz="2400"/>
              <a:t>Get the most out of RPA with process orchestration</a:t>
            </a:r>
            <a:endParaRPr sz="2400"/>
          </a:p>
        </p:txBody>
      </p:sp>
      <p:sp>
        <p:nvSpPr>
          <p:cNvPr id="6810" name="Google Shape;6810;p505"/>
          <p:cNvSpPr txBox="1">
            <a:spLocks noGrp="1"/>
          </p:cNvSpPr>
          <p:nvPr>
            <p:ph type="subTitle" idx="1"/>
          </p:nvPr>
        </p:nvSpPr>
        <p:spPr>
          <a:xfrm>
            <a:off x="1326725" y="1165200"/>
            <a:ext cx="3895800" cy="311400"/>
          </a:xfrm>
          <a:prstGeom prst="rect">
            <a:avLst/>
          </a:prstGeom>
        </p:spPr>
        <p:txBody>
          <a:bodyPr spcFirstLastPara="1" wrap="square" lIns="0" tIns="0" rIns="0" bIns="0" anchor="t" anchorCtr="0">
            <a:normAutofit/>
          </a:bodyPr>
          <a:lstStyle/>
          <a:p>
            <a:pPr marL="0" lvl="0" indent="0" algn="l" rtl="0">
              <a:spcBef>
                <a:spcPts val="0"/>
              </a:spcBef>
              <a:spcAft>
                <a:spcPts val="0"/>
              </a:spcAft>
              <a:buNone/>
            </a:pPr>
            <a:r>
              <a:rPr lang="en" sz="1800"/>
              <a:t>Integrate with legacy systems</a:t>
            </a:r>
            <a:endParaRPr sz="1800"/>
          </a:p>
        </p:txBody>
      </p:sp>
      <p:sp>
        <p:nvSpPr>
          <p:cNvPr id="6811" name="Google Shape;6811;p505"/>
          <p:cNvSpPr txBox="1">
            <a:spLocks noGrp="1"/>
          </p:cNvSpPr>
          <p:nvPr>
            <p:ph type="body" idx="2"/>
          </p:nvPr>
        </p:nvSpPr>
        <p:spPr>
          <a:xfrm>
            <a:off x="1344925" y="1551839"/>
            <a:ext cx="3897600" cy="627000"/>
          </a:xfrm>
          <a:prstGeom prst="rect">
            <a:avLst/>
          </a:prstGeom>
        </p:spPr>
        <p:txBody>
          <a:bodyPr spcFirstLastPara="1" wrap="square" lIns="0" tIns="0" rIns="0" bIns="0" anchor="t" anchorCtr="0">
            <a:normAutofit/>
          </a:bodyPr>
          <a:lstStyle/>
          <a:p>
            <a:pPr marL="0" lvl="0" indent="0" algn="l" rtl="0">
              <a:lnSpc>
                <a:spcPct val="100000"/>
              </a:lnSpc>
              <a:spcBef>
                <a:spcPts val="0"/>
              </a:spcBef>
              <a:spcAft>
                <a:spcPts val="0"/>
              </a:spcAft>
              <a:buNone/>
            </a:pPr>
            <a:r>
              <a:rPr lang="en" sz="1100"/>
              <a:t>Automate tasks on systems that don’t offer an API as part of end-to-end business processes. Reduce or even eliminate repetitive and error-prone manual work on legacy software.</a:t>
            </a:r>
            <a:endParaRPr sz="1100"/>
          </a:p>
        </p:txBody>
      </p:sp>
      <p:sp>
        <p:nvSpPr>
          <p:cNvPr id="6812" name="Google Shape;6812;p505"/>
          <p:cNvSpPr txBox="1">
            <a:spLocks noGrp="1"/>
          </p:cNvSpPr>
          <p:nvPr>
            <p:ph type="subTitle" idx="3"/>
          </p:nvPr>
        </p:nvSpPr>
        <p:spPr>
          <a:xfrm>
            <a:off x="1326725" y="2306550"/>
            <a:ext cx="3895800" cy="311400"/>
          </a:xfrm>
          <a:prstGeom prst="rect">
            <a:avLst/>
          </a:prstGeom>
        </p:spPr>
        <p:txBody>
          <a:bodyPr spcFirstLastPara="1" wrap="square" lIns="0" tIns="0" rIns="0" bIns="0" anchor="t" anchorCtr="0">
            <a:normAutofit/>
          </a:bodyPr>
          <a:lstStyle/>
          <a:p>
            <a:pPr marL="0" lvl="0" indent="0" algn="l" rtl="0">
              <a:spcBef>
                <a:spcPts val="0"/>
              </a:spcBef>
              <a:spcAft>
                <a:spcPts val="0"/>
              </a:spcAft>
              <a:buNone/>
            </a:pPr>
            <a:r>
              <a:rPr lang="en" sz="1800"/>
              <a:t>Automate across all endpoints</a:t>
            </a:r>
            <a:endParaRPr sz="1800"/>
          </a:p>
        </p:txBody>
      </p:sp>
      <p:sp>
        <p:nvSpPr>
          <p:cNvPr id="6813" name="Google Shape;6813;p505"/>
          <p:cNvSpPr txBox="1">
            <a:spLocks noGrp="1"/>
          </p:cNvSpPr>
          <p:nvPr>
            <p:ph type="body" idx="4"/>
          </p:nvPr>
        </p:nvSpPr>
        <p:spPr>
          <a:xfrm>
            <a:off x="1344925" y="2693189"/>
            <a:ext cx="3897600" cy="627000"/>
          </a:xfrm>
          <a:prstGeom prst="rect">
            <a:avLst/>
          </a:prstGeom>
        </p:spPr>
        <p:txBody>
          <a:bodyPr spcFirstLastPara="1" wrap="square" lIns="0" tIns="0" rIns="0" bIns="0" anchor="t" anchorCtr="0">
            <a:normAutofit/>
          </a:bodyPr>
          <a:lstStyle/>
          <a:p>
            <a:pPr marL="0" lvl="0" indent="0" algn="l" rtl="0">
              <a:lnSpc>
                <a:spcPct val="100000"/>
              </a:lnSpc>
              <a:spcBef>
                <a:spcPts val="0"/>
              </a:spcBef>
              <a:spcAft>
                <a:spcPts val="0"/>
              </a:spcAft>
              <a:buNone/>
            </a:pPr>
            <a:r>
              <a:rPr lang="en" sz="1100"/>
              <a:t>Automate complex business processes from start to finish by integrating RPA bots, microservices, AI/ML tools, enterprise applications, human work, and more in an end-to-end flow.</a:t>
            </a:r>
            <a:endParaRPr sz="1100"/>
          </a:p>
        </p:txBody>
      </p:sp>
      <p:sp>
        <p:nvSpPr>
          <p:cNvPr id="6814" name="Google Shape;6814;p505"/>
          <p:cNvSpPr txBox="1">
            <a:spLocks noGrp="1"/>
          </p:cNvSpPr>
          <p:nvPr>
            <p:ph type="subTitle" idx="5"/>
          </p:nvPr>
        </p:nvSpPr>
        <p:spPr>
          <a:xfrm>
            <a:off x="1326725" y="3509325"/>
            <a:ext cx="3895800" cy="311400"/>
          </a:xfrm>
          <a:prstGeom prst="rect">
            <a:avLst/>
          </a:prstGeom>
        </p:spPr>
        <p:txBody>
          <a:bodyPr spcFirstLastPara="1" wrap="square" lIns="0" tIns="0" rIns="0" bIns="0" anchor="t" anchorCtr="0">
            <a:normAutofit/>
          </a:bodyPr>
          <a:lstStyle/>
          <a:p>
            <a:pPr marL="0" lvl="0" indent="0" algn="l" rtl="0">
              <a:spcBef>
                <a:spcPts val="0"/>
              </a:spcBef>
              <a:spcAft>
                <a:spcPts val="0"/>
              </a:spcAft>
              <a:buNone/>
            </a:pPr>
            <a:r>
              <a:rPr lang="en" sz="1800"/>
              <a:t>Scale up as demand increases</a:t>
            </a:r>
            <a:endParaRPr sz="1800"/>
          </a:p>
        </p:txBody>
      </p:sp>
      <p:sp>
        <p:nvSpPr>
          <p:cNvPr id="6815" name="Google Shape;6815;p505"/>
          <p:cNvSpPr txBox="1">
            <a:spLocks noGrp="1"/>
          </p:cNvSpPr>
          <p:nvPr>
            <p:ph type="body" idx="6"/>
          </p:nvPr>
        </p:nvSpPr>
        <p:spPr>
          <a:xfrm>
            <a:off x="1344925" y="3895964"/>
            <a:ext cx="3897600" cy="627000"/>
          </a:xfrm>
          <a:prstGeom prst="rect">
            <a:avLst/>
          </a:prstGeom>
        </p:spPr>
        <p:txBody>
          <a:bodyPr spcFirstLastPara="1" wrap="square" lIns="0" tIns="0" rIns="0" bIns="0" anchor="t" anchorCtr="0">
            <a:normAutofit/>
          </a:bodyPr>
          <a:lstStyle/>
          <a:p>
            <a:pPr marL="0" lvl="0" indent="0" algn="l" rtl="0">
              <a:lnSpc>
                <a:spcPct val="100000"/>
              </a:lnSpc>
              <a:spcBef>
                <a:spcPts val="0"/>
              </a:spcBef>
              <a:spcAft>
                <a:spcPts val="0"/>
              </a:spcAft>
              <a:buNone/>
            </a:pPr>
            <a:r>
              <a:rPr lang="en" sz="1100"/>
              <a:t>Optimize business processes by deploying RPA where it has the most value today and by swapping out bots for APIs without having to redesign your processes.</a:t>
            </a:r>
            <a:endParaRPr sz="1100"/>
          </a:p>
        </p:txBody>
      </p:sp>
      <p:pic>
        <p:nvPicPr>
          <p:cNvPr id="6816" name="Google Shape;6816;p505"/>
          <p:cNvPicPr preferRelativeResize="0"/>
          <p:nvPr/>
        </p:nvPicPr>
        <p:blipFill>
          <a:blip r:embed="rId3">
            <a:alphaModFix/>
          </a:blip>
          <a:stretch>
            <a:fillRect/>
          </a:stretch>
        </p:blipFill>
        <p:spPr>
          <a:xfrm>
            <a:off x="5624525" y="1475649"/>
            <a:ext cx="3147853" cy="2423875"/>
          </a:xfrm>
          <a:prstGeom prst="rect">
            <a:avLst/>
          </a:prstGeom>
          <a:noFill/>
          <a:ln>
            <a:noFill/>
          </a:ln>
        </p:spPr>
      </p:pic>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Shape 6820"/>
        <p:cNvGrpSpPr/>
        <p:nvPr/>
      </p:nvGrpSpPr>
      <p:grpSpPr>
        <a:xfrm>
          <a:off x="0" y="0"/>
          <a:ext cx="0" cy="0"/>
          <a:chOff x="0" y="0"/>
          <a:chExt cx="0" cy="0"/>
        </a:xfrm>
      </p:grpSpPr>
      <p:sp>
        <p:nvSpPr>
          <p:cNvPr id="6821" name="Google Shape;6821;p506"/>
          <p:cNvSpPr/>
          <p:nvPr/>
        </p:nvSpPr>
        <p:spPr>
          <a:xfrm>
            <a:off x="3452500" y="2751100"/>
            <a:ext cx="3613800" cy="2017500"/>
          </a:xfrm>
          <a:prstGeom prst="roundRect">
            <a:avLst>
              <a:gd name="adj" fmla="val 16667"/>
            </a:avLst>
          </a:prstGeom>
          <a:noFill/>
          <a:ln w="9525" cap="flat" cmpd="sng">
            <a:solidFill>
              <a:schemeClr val="accent1"/>
            </a:solidFill>
            <a:prstDash val="solid"/>
            <a:round/>
            <a:headEnd type="none" w="sm" len="sm"/>
            <a:tailEnd type="none" w="sm" len="sm"/>
          </a:ln>
        </p:spPr>
        <p:txBody>
          <a:bodyPr spcFirstLastPara="1" wrap="square" lIns="91425" tIns="0" rIns="91425" bIns="0" anchor="b" anchorCtr="0">
            <a:noAutofit/>
          </a:bodyPr>
          <a:lstStyle/>
          <a:p>
            <a:pPr marL="0" lvl="0" indent="0" algn="ctr" rtl="0">
              <a:spcBef>
                <a:spcPts val="0"/>
              </a:spcBef>
              <a:spcAft>
                <a:spcPts val="0"/>
              </a:spcAft>
              <a:buNone/>
            </a:pPr>
            <a:r>
              <a:rPr lang="en" sz="1100">
                <a:solidFill>
                  <a:schemeClr val="lt1"/>
                </a:solidFill>
                <a:latin typeface="IBM Plex Sans Medium"/>
                <a:ea typeface="IBM Plex Sans Medium"/>
                <a:cs typeface="IBM Plex Sans Medium"/>
                <a:sym typeface="IBM Plex Sans Medium"/>
              </a:rPr>
              <a:t>Camunda bot runtime</a:t>
            </a:r>
            <a:endParaRPr sz="1100">
              <a:solidFill>
                <a:schemeClr val="lt1"/>
              </a:solidFill>
              <a:latin typeface="IBM Plex Sans Medium"/>
              <a:ea typeface="IBM Plex Sans Medium"/>
              <a:cs typeface="IBM Plex Sans Medium"/>
              <a:sym typeface="IBM Plex Sans Medium"/>
            </a:endParaRPr>
          </a:p>
          <a:p>
            <a:pPr marL="0" lvl="0" indent="0" algn="ctr" rtl="0">
              <a:spcBef>
                <a:spcPts val="0"/>
              </a:spcBef>
              <a:spcAft>
                <a:spcPts val="0"/>
              </a:spcAft>
              <a:buNone/>
            </a:pPr>
            <a:r>
              <a:rPr lang="en" sz="800">
                <a:solidFill>
                  <a:schemeClr val="lt1"/>
                </a:solidFill>
                <a:latin typeface="IBM Plex Sans Medium"/>
                <a:ea typeface="IBM Plex Sans Medium"/>
                <a:cs typeface="IBM Plex Sans Medium"/>
                <a:sym typeface="IBM Plex Sans Medium"/>
              </a:rPr>
              <a:t>(desktop application)</a:t>
            </a:r>
            <a:endParaRPr sz="800">
              <a:solidFill>
                <a:schemeClr val="lt1"/>
              </a:solidFill>
              <a:latin typeface="IBM Plex Sans Medium"/>
              <a:ea typeface="IBM Plex Sans Medium"/>
              <a:cs typeface="IBM Plex Sans Medium"/>
              <a:sym typeface="IBM Plex Sans Medium"/>
            </a:endParaRPr>
          </a:p>
        </p:txBody>
      </p:sp>
      <p:sp>
        <p:nvSpPr>
          <p:cNvPr id="6822" name="Google Shape;6822;p506"/>
          <p:cNvSpPr/>
          <p:nvPr/>
        </p:nvSpPr>
        <p:spPr>
          <a:xfrm>
            <a:off x="574500" y="796525"/>
            <a:ext cx="1873500" cy="1330200"/>
          </a:xfrm>
          <a:prstGeom prst="roundRect">
            <a:avLst>
              <a:gd name="adj" fmla="val 16667"/>
            </a:avLst>
          </a:prstGeom>
          <a:solidFill>
            <a:schemeClr val="dk1"/>
          </a:solidFill>
          <a:ln w="9525" cap="flat" cmpd="sng">
            <a:solidFill>
              <a:schemeClr val="lt1"/>
            </a:solidFill>
            <a:prstDash val="dot"/>
            <a:round/>
            <a:headEnd type="none" w="sm" len="sm"/>
            <a:tailEnd type="none" w="sm" len="sm"/>
          </a:ln>
        </p:spPr>
        <p:txBody>
          <a:bodyPr spcFirstLastPara="1" wrap="square" lIns="91425" tIns="0" rIns="91425" bIns="91425" anchor="t" anchorCtr="0">
            <a:noAutofit/>
          </a:bodyPr>
          <a:lstStyle/>
          <a:p>
            <a:pPr marL="0" lvl="0" indent="0" algn="ctr" rtl="0">
              <a:spcBef>
                <a:spcPts val="0"/>
              </a:spcBef>
              <a:spcAft>
                <a:spcPts val="0"/>
              </a:spcAft>
              <a:buNone/>
            </a:pPr>
            <a:r>
              <a:rPr lang="en" sz="1100">
                <a:solidFill>
                  <a:schemeClr val="lt1"/>
                </a:solidFill>
                <a:latin typeface="IBM Plex Sans Medium"/>
                <a:ea typeface="IBM Plex Sans Medium"/>
                <a:cs typeface="IBM Plex Sans Medium"/>
                <a:sym typeface="IBM Plex Sans Medium"/>
              </a:rPr>
              <a:t>Resources</a:t>
            </a:r>
            <a:endParaRPr sz="1100">
              <a:solidFill>
                <a:schemeClr val="lt1"/>
              </a:solidFill>
              <a:latin typeface="IBM Plex Sans Medium"/>
              <a:ea typeface="IBM Plex Sans Medium"/>
              <a:cs typeface="IBM Plex Sans Medium"/>
              <a:sym typeface="IBM Plex Sans Medium"/>
            </a:endParaRPr>
          </a:p>
        </p:txBody>
      </p:sp>
      <p:sp>
        <p:nvSpPr>
          <p:cNvPr id="6823" name="Google Shape;6823;p506"/>
          <p:cNvSpPr/>
          <p:nvPr/>
        </p:nvSpPr>
        <p:spPr>
          <a:xfrm>
            <a:off x="3452500" y="796525"/>
            <a:ext cx="2290800" cy="1330200"/>
          </a:xfrm>
          <a:prstGeom prst="roundRect">
            <a:avLst>
              <a:gd name="adj" fmla="val 16667"/>
            </a:avLst>
          </a:prstGeom>
          <a:noFill/>
          <a:ln w="9525" cap="flat" cmpd="sng">
            <a:solidFill>
              <a:schemeClr val="accent1"/>
            </a:solidFill>
            <a:prstDash val="solid"/>
            <a:round/>
            <a:headEnd type="none" w="sm" len="sm"/>
            <a:tailEnd type="none" w="sm" len="sm"/>
          </a:ln>
        </p:spPr>
        <p:txBody>
          <a:bodyPr spcFirstLastPara="1" wrap="square" lIns="91425" tIns="0" rIns="91425" bIns="91425" anchor="t" anchorCtr="0">
            <a:noAutofit/>
          </a:bodyPr>
          <a:lstStyle/>
          <a:p>
            <a:pPr marL="0" lvl="0" indent="0" algn="ctr" rtl="0">
              <a:spcBef>
                <a:spcPts val="0"/>
              </a:spcBef>
              <a:spcAft>
                <a:spcPts val="0"/>
              </a:spcAft>
              <a:buNone/>
            </a:pPr>
            <a:r>
              <a:rPr lang="en" sz="1100">
                <a:solidFill>
                  <a:schemeClr val="lt1"/>
                </a:solidFill>
                <a:latin typeface="IBM Plex Sans Medium"/>
                <a:ea typeface="IBM Plex Sans Medium"/>
                <a:cs typeface="IBM Plex Sans Medium"/>
                <a:sym typeface="IBM Plex Sans Medium"/>
              </a:rPr>
              <a:t>Camunda Zeebe</a:t>
            </a:r>
            <a:endParaRPr sz="1100">
              <a:solidFill>
                <a:schemeClr val="lt1"/>
              </a:solidFill>
              <a:latin typeface="IBM Plex Sans Medium"/>
              <a:ea typeface="IBM Plex Sans Medium"/>
              <a:cs typeface="IBM Plex Sans Medium"/>
              <a:sym typeface="IBM Plex Sans Medium"/>
            </a:endParaRPr>
          </a:p>
          <a:p>
            <a:pPr marL="0" lvl="0" indent="0" algn="ctr" rtl="0">
              <a:spcBef>
                <a:spcPts val="0"/>
              </a:spcBef>
              <a:spcAft>
                <a:spcPts val="0"/>
              </a:spcAft>
              <a:buNone/>
            </a:pPr>
            <a:r>
              <a:rPr lang="en" sz="800">
                <a:solidFill>
                  <a:schemeClr val="lt1"/>
                </a:solidFill>
                <a:latin typeface="IBM Plex Sans Medium"/>
                <a:ea typeface="IBM Plex Sans Medium"/>
                <a:cs typeface="IBM Plex Sans Medium"/>
                <a:sym typeface="IBM Plex Sans Medium"/>
              </a:rPr>
              <a:t>(execute processes)</a:t>
            </a:r>
            <a:endParaRPr sz="800">
              <a:solidFill>
                <a:schemeClr val="lt1"/>
              </a:solidFill>
              <a:latin typeface="IBM Plex Sans Medium"/>
              <a:ea typeface="IBM Plex Sans Medium"/>
              <a:cs typeface="IBM Plex Sans Medium"/>
              <a:sym typeface="IBM Plex Sans Medium"/>
            </a:endParaRPr>
          </a:p>
        </p:txBody>
      </p:sp>
      <p:sp>
        <p:nvSpPr>
          <p:cNvPr id="6824" name="Google Shape;6824;p506"/>
          <p:cNvSpPr/>
          <p:nvPr/>
        </p:nvSpPr>
        <p:spPr>
          <a:xfrm>
            <a:off x="6499150" y="796525"/>
            <a:ext cx="2290800" cy="1330200"/>
          </a:xfrm>
          <a:prstGeom prst="roundRect">
            <a:avLst>
              <a:gd name="adj" fmla="val 16667"/>
            </a:avLst>
          </a:prstGeom>
          <a:noFill/>
          <a:ln w="9525" cap="flat" cmpd="sng">
            <a:solidFill>
              <a:schemeClr val="accent1"/>
            </a:solidFill>
            <a:prstDash val="solid"/>
            <a:round/>
            <a:headEnd type="none" w="sm" len="sm"/>
            <a:tailEnd type="none" w="sm" len="sm"/>
          </a:ln>
        </p:spPr>
        <p:txBody>
          <a:bodyPr spcFirstLastPara="1" wrap="square" lIns="91425" tIns="0" rIns="91425" bIns="91425" anchor="t" anchorCtr="0">
            <a:noAutofit/>
          </a:bodyPr>
          <a:lstStyle/>
          <a:p>
            <a:pPr marL="0" lvl="0" indent="0" algn="ctr" rtl="0">
              <a:spcBef>
                <a:spcPts val="0"/>
              </a:spcBef>
              <a:spcAft>
                <a:spcPts val="0"/>
              </a:spcAft>
              <a:buNone/>
            </a:pPr>
            <a:r>
              <a:rPr lang="en" sz="1100">
                <a:solidFill>
                  <a:schemeClr val="lt1"/>
                </a:solidFill>
                <a:latin typeface="IBM Plex Sans Medium"/>
                <a:ea typeface="IBM Plex Sans Medium"/>
                <a:cs typeface="IBM Plex Sans Medium"/>
                <a:sym typeface="IBM Plex Sans Medium"/>
              </a:rPr>
              <a:t>Camunda Operate</a:t>
            </a:r>
            <a:endParaRPr sz="1100">
              <a:solidFill>
                <a:schemeClr val="lt1"/>
              </a:solidFill>
              <a:latin typeface="IBM Plex Sans Medium"/>
              <a:ea typeface="IBM Plex Sans Medium"/>
              <a:cs typeface="IBM Plex Sans Medium"/>
              <a:sym typeface="IBM Plex Sans Medium"/>
            </a:endParaRPr>
          </a:p>
          <a:p>
            <a:pPr marL="0" lvl="0" indent="0" algn="ctr" rtl="0">
              <a:spcBef>
                <a:spcPts val="0"/>
              </a:spcBef>
              <a:spcAft>
                <a:spcPts val="0"/>
              </a:spcAft>
              <a:buNone/>
            </a:pPr>
            <a:r>
              <a:rPr lang="en" sz="800">
                <a:solidFill>
                  <a:schemeClr val="lt1"/>
                </a:solidFill>
                <a:latin typeface="IBM Plex Sans Medium"/>
                <a:ea typeface="IBM Plex Sans Medium"/>
                <a:cs typeface="IBM Plex Sans Medium"/>
                <a:sym typeface="IBM Plex Sans Medium"/>
              </a:rPr>
              <a:t>(monitor processes)</a:t>
            </a:r>
            <a:endParaRPr sz="800">
              <a:solidFill>
                <a:schemeClr val="lt1"/>
              </a:solidFill>
              <a:latin typeface="IBM Plex Sans Medium"/>
              <a:ea typeface="IBM Plex Sans Medium"/>
              <a:cs typeface="IBM Plex Sans Medium"/>
              <a:sym typeface="IBM Plex Sans Medium"/>
            </a:endParaRPr>
          </a:p>
        </p:txBody>
      </p:sp>
      <p:grpSp>
        <p:nvGrpSpPr>
          <p:cNvPr id="6825" name="Google Shape;6825;p506"/>
          <p:cNvGrpSpPr/>
          <p:nvPr/>
        </p:nvGrpSpPr>
        <p:grpSpPr>
          <a:xfrm>
            <a:off x="3609827" y="1352864"/>
            <a:ext cx="1976150" cy="217500"/>
            <a:chOff x="3455002" y="1217476"/>
            <a:chExt cx="1976150" cy="217500"/>
          </a:xfrm>
        </p:grpSpPr>
        <p:sp>
          <p:nvSpPr>
            <p:cNvPr id="6826" name="Google Shape;6826;p506"/>
            <p:cNvSpPr/>
            <p:nvPr/>
          </p:nvSpPr>
          <p:spPr>
            <a:xfrm>
              <a:off x="3455002" y="1227826"/>
              <a:ext cx="196800" cy="196800"/>
            </a:xfrm>
            <a:prstGeom prst="ellipse">
              <a:avLst/>
            </a:prstGeom>
            <a:solidFill>
              <a:schemeClr val="accen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BM Plex Sans"/>
                <a:ea typeface="IBM Plex Sans"/>
                <a:cs typeface="IBM Plex Sans"/>
                <a:sym typeface="IBM Plex Sans"/>
              </a:endParaRPr>
            </a:p>
          </p:txBody>
        </p:sp>
        <p:cxnSp>
          <p:nvCxnSpPr>
            <p:cNvPr id="6827" name="Google Shape;6827;p506"/>
            <p:cNvCxnSpPr>
              <a:stCxn id="6826" idx="6"/>
              <a:endCxn id="6828" idx="1"/>
            </p:cNvCxnSpPr>
            <p:nvPr/>
          </p:nvCxnSpPr>
          <p:spPr>
            <a:xfrm>
              <a:off x="3651802" y="1326226"/>
              <a:ext cx="165300" cy="0"/>
            </a:xfrm>
            <a:prstGeom prst="straightConnector1">
              <a:avLst/>
            </a:prstGeom>
            <a:noFill/>
            <a:ln w="9525" cap="flat" cmpd="sng">
              <a:solidFill>
                <a:schemeClr val="accent2"/>
              </a:solidFill>
              <a:prstDash val="solid"/>
              <a:round/>
              <a:headEnd type="none" w="med" len="med"/>
              <a:tailEnd type="none" w="med" len="med"/>
            </a:ln>
          </p:spPr>
        </p:cxnSp>
        <p:sp>
          <p:nvSpPr>
            <p:cNvPr id="6828" name="Google Shape;6828;p506"/>
            <p:cNvSpPr/>
            <p:nvPr/>
          </p:nvSpPr>
          <p:spPr>
            <a:xfrm>
              <a:off x="3817102" y="1217476"/>
              <a:ext cx="444900" cy="217500"/>
            </a:xfrm>
            <a:prstGeom prst="roundRect">
              <a:avLst>
                <a:gd name="adj" fmla="val 16667"/>
              </a:avLst>
            </a:prstGeom>
            <a:solidFill>
              <a:schemeClr val="accen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BM Plex Sans"/>
                <a:ea typeface="IBM Plex Sans"/>
                <a:cs typeface="IBM Plex Sans"/>
                <a:sym typeface="IBM Plex Sans"/>
              </a:endParaRPr>
            </a:p>
          </p:txBody>
        </p:sp>
        <p:sp>
          <p:nvSpPr>
            <p:cNvPr id="6829" name="Google Shape;6829;p506"/>
            <p:cNvSpPr/>
            <p:nvPr/>
          </p:nvSpPr>
          <p:spPr>
            <a:xfrm>
              <a:off x="4492152" y="1217476"/>
              <a:ext cx="444900" cy="217500"/>
            </a:xfrm>
            <a:prstGeom prst="roundRect">
              <a:avLst>
                <a:gd name="adj" fmla="val 16667"/>
              </a:avLst>
            </a:prstGeom>
            <a:solidFill>
              <a:schemeClr val="accen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BM Plex Sans"/>
                <a:ea typeface="IBM Plex Sans"/>
                <a:cs typeface="IBM Plex Sans"/>
                <a:sym typeface="IBM Plex Sans"/>
              </a:endParaRPr>
            </a:p>
          </p:txBody>
        </p:sp>
        <p:sp>
          <p:nvSpPr>
            <p:cNvPr id="6830" name="Google Shape;6830;p506"/>
            <p:cNvSpPr/>
            <p:nvPr/>
          </p:nvSpPr>
          <p:spPr>
            <a:xfrm>
              <a:off x="5234352" y="1222426"/>
              <a:ext cx="196800" cy="196800"/>
            </a:xfrm>
            <a:prstGeom prst="ellipse">
              <a:avLst/>
            </a:prstGeom>
            <a:solidFill>
              <a:schemeClr val="accen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BM Plex Sans"/>
                <a:ea typeface="IBM Plex Sans"/>
                <a:cs typeface="IBM Plex Sans"/>
                <a:sym typeface="IBM Plex Sans"/>
              </a:endParaRPr>
            </a:p>
          </p:txBody>
        </p:sp>
        <p:cxnSp>
          <p:nvCxnSpPr>
            <p:cNvPr id="6831" name="Google Shape;6831;p506"/>
            <p:cNvCxnSpPr>
              <a:stCxn id="6828" idx="3"/>
              <a:endCxn id="6829" idx="1"/>
            </p:cNvCxnSpPr>
            <p:nvPr/>
          </p:nvCxnSpPr>
          <p:spPr>
            <a:xfrm>
              <a:off x="4262002" y="1326226"/>
              <a:ext cx="230100" cy="0"/>
            </a:xfrm>
            <a:prstGeom prst="straightConnector1">
              <a:avLst/>
            </a:prstGeom>
            <a:noFill/>
            <a:ln w="9525" cap="flat" cmpd="sng">
              <a:solidFill>
                <a:schemeClr val="accent2"/>
              </a:solidFill>
              <a:prstDash val="solid"/>
              <a:round/>
              <a:headEnd type="none" w="med" len="med"/>
              <a:tailEnd type="none" w="med" len="med"/>
            </a:ln>
          </p:spPr>
        </p:cxnSp>
        <p:cxnSp>
          <p:nvCxnSpPr>
            <p:cNvPr id="6832" name="Google Shape;6832;p506"/>
            <p:cNvCxnSpPr>
              <a:stCxn id="6829" idx="3"/>
            </p:cNvCxnSpPr>
            <p:nvPr/>
          </p:nvCxnSpPr>
          <p:spPr>
            <a:xfrm>
              <a:off x="4937052" y="1326226"/>
              <a:ext cx="297300" cy="0"/>
            </a:xfrm>
            <a:prstGeom prst="straightConnector1">
              <a:avLst/>
            </a:prstGeom>
            <a:noFill/>
            <a:ln w="9525" cap="flat" cmpd="sng">
              <a:solidFill>
                <a:schemeClr val="accent2"/>
              </a:solidFill>
              <a:prstDash val="solid"/>
              <a:round/>
              <a:headEnd type="none" w="med" len="med"/>
              <a:tailEnd type="none" w="med" len="med"/>
            </a:ln>
          </p:spPr>
        </p:cxnSp>
      </p:grpSp>
      <p:sp>
        <p:nvSpPr>
          <p:cNvPr id="6833" name="Google Shape;6833;p506"/>
          <p:cNvSpPr txBox="1">
            <a:spLocks noGrp="1"/>
          </p:cNvSpPr>
          <p:nvPr>
            <p:ph type="title"/>
          </p:nvPr>
        </p:nvSpPr>
        <p:spPr>
          <a:xfrm>
            <a:off x="457200" y="114300"/>
            <a:ext cx="8229600" cy="369300"/>
          </a:xfrm>
          <a:prstGeom prst="rect">
            <a:avLst/>
          </a:prstGeom>
        </p:spPr>
        <p:txBody>
          <a:bodyPr spcFirstLastPara="1" wrap="square" lIns="0" tIns="0" rIns="0" bIns="0" anchor="t" anchorCtr="0">
            <a:spAutoFit/>
          </a:bodyPr>
          <a:lstStyle/>
          <a:p>
            <a:pPr marL="0" lvl="0" indent="0" algn="l" rtl="0">
              <a:spcBef>
                <a:spcPts val="0"/>
              </a:spcBef>
              <a:spcAft>
                <a:spcPts val="0"/>
              </a:spcAft>
              <a:buSzPts val="990"/>
              <a:buNone/>
            </a:pPr>
            <a:r>
              <a:rPr lang="en" sz="2400"/>
              <a:t>How Camunda RPA works</a:t>
            </a:r>
            <a:endParaRPr sz="2400"/>
          </a:p>
        </p:txBody>
      </p:sp>
      <p:sp>
        <p:nvSpPr>
          <p:cNvPr id="6834" name="Google Shape;6834;p506"/>
          <p:cNvSpPr/>
          <p:nvPr/>
        </p:nvSpPr>
        <p:spPr>
          <a:xfrm>
            <a:off x="365850" y="2751025"/>
            <a:ext cx="2290800" cy="2017500"/>
          </a:xfrm>
          <a:prstGeom prst="roundRect">
            <a:avLst>
              <a:gd name="adj" fmla="val 16667"/>
            </a:avLst>
          </a:prstGeom>
          <a:noFill/>
          <a:ln w="9525" cap="flat" cmpd="sng">
            <a:solidFill>
              <a:schemeClr val="accent1"/>
            </a:solidFill>
            <a:prstDash val="solid"/>
            <a:round/>
            <a:headEnd type="none" w="sm" len="sm"/>
            <a:tailEnd type="none" w="sm" len="sm"/>
          </a:ln>
        </p:spPr>
        <p:txBody>
          <a:bodyPr spcFirstLastPara="1" wrap="square" lIns="91425" tIns="0" rIns="91425" bIns="0" anchor="b" anchorCtr="0">
            <a:noAutofit/>
          </a:bodyPr>
          <a:lstStyle/>
          <a:p>
            <a:pPr marL="0" lvl="0" indent="0" algn="ctr" rtl="0">
              <a:spcBef>
                <a:spcPts val="0"/>
              </a:spcBef>
              <a:spcAft>
                <a:spcPts val="0"/>
              </a:spcAft>
              <a:buNone/>
            </a:pPr>
            <a:r>
              <a:rPr lang="en" sz="1100">
                <a:solidFill>
                  <a:schemeClr val="lt1"/>
                </a:solidFill>
                <a:latin typeface="IBM Plex Sans Medium"/>
                <a:ea typeface="IBM Plex Sans Medium"/>
                <a:cs typeface="IBM Plex Sans Medium"/>
                <a:sym typeface="IBM Plex Sans Medium"/>
              </a:rPr>
              <a:t>Camunda Modeler</a:t>
            </a:r>
            <a:endParaRPr sz="1100">
              <a:solidFill>
                <a:schemeClr val="lt1"/>
              </a:solidFill>
              <a:latin typeface="IBM Plex Sans Medium"/>
              <a:ea typeface="IBM Plex Sans Medium"/>
              <a:cs typeface="IBM Plex Sans Medium"/>
              <a:sym typeface="IBM Plex Sans Medium"/>
            </a:endParaRPr>
          </a:p>
          <a:p>
            <a:pPr marL="0" lvl="0" indent="0" algn="ctr" rtl="0">
              <a:spcBef>
                <a:spcPts val="0"/>
              </a:spcBef>
              <a:spcAft>
                <a:spcPts val="0"/>
              </a:spcAft>
              <a:buNone/>
            </a:pPr>
            <a:r>
              <a:rPr lang="en" sz="800">
                <a:solidFill>
                  <a:schemeClr val="lt1"/>
                </a:solidFill>
                <a:latin typeface="IBM Plex Sans Medium"/>
                <a:ea typeface="IBM Plex Sans Medium"/>
                <a:cs typeface="IBM Plex Sans Medium"/>
                <a:sym typeface="IBM Plex Sans Medium"/>
              </a:rPr>
              <a:t>(design processes)</a:t>
            </a:r>
            <a:endParaRPr sz="800">
              <a:solidFill>
                <a:schemeClr val="lt1"/>
              </a:solidFill>
              <a:latin typeface="IBM Plex Sans Medium"/>
              <a:ea typeface="IBM Plex Sans Medium"/>
              <a:cs typeface="IBM Plex Sans Medium"/>
              <a:sym typeface="IBM Plex Sans Medium"/>
            </a:endParaRPr>
          </a:p>
        </p:txBody>
      </p:sp>
      <p:cxnSp>
        <p:nvCxnSpPr>
          <p:cNvPr id="6835" name="Google Shape;6835;p506"/>
          <p:cNvCxnSpPr>
            <a:stCxn id="6834" idx="0"/>
            <a:endCxn id="6822" idx="2"/>
          </p:cNvCxnSpPr>
          <p:nvPr/>
        </p:nvCxnSpPr>
        <p:spPr>
          <a:xfrm rot="10800000">
            <a:off x="1511250" y="2126725"/>
            <a:ext cx="0" cy="624300"/>
          </a:xfrm>
          <a:prstGeom prst="straightConnector1">
            <a:avLst/>
          </a:prstGeom>
          <a:noFill/>
          <a:ln w="9525" cap="flat" cmpd="sng">
            <a:solidFill>
              <a:schemeClr val="lt1"/>
            </a:solidFill>
            <a:prstDash val="solid"/>
            <a:round/>
            <a:headEnd type="none" w="med" len="med"/>
            <a:tailEnd type="triangle" w="med" len="med"/>
          </a:ln>
        </p:spPr>
      </p:cxnSp>
      <p:cxnSp>
        <p:nvCxnSpPr>
          <p:cNvPr id="6836" name="Google Shape;6836;p506"/>
          <p:cNvCxnSpPr/>
          <p:nvPr/>
        </p:nvCxnSpPr>
        <p:spPr>
          <a:xfrm>
            <a:off x="2660225" y="3900175"/>
            <a:ext cx="788700" cy="1800"/>
          </a:xfrm>
          <a:prstGeom prst="straightConnector1">
            <a:avLst/>
          </a:prstGeom>
          <a:noFill/>
          <a:ln w="9525" cap="flat" cmpd="sng">
            <a:solidFill>
              <a:schemeClr val="lt1"/>
            </a:solidFill>
            <a:prstDash val="solid"/>
            <a:round/>
            <a:headEnd type="none" w="med" len="med"/>
            <a:tailEnd type="triangle" w="med" len="med"/>
          </a:ln>
        </p:spPr>
      </p:cxnSp>
      <p:cxnSp>
        <p:nvCxnSpPr>
          <p:cNvPr id="6837" name="Google Shape;6837;p506"/>
          <p:cNvCxnSpPr>
            <a:stCxn id="6822" idx="3"/>
            <a:endCxn id="6823" idx="1"/>
          </p:cNvCxnSpPr>
          <p:nvPr/>
        </p:nvCxnSpPr>
        <p:spPr>
          <a:xfrm>
            <a:off x="2448000" y="1461625"/>
            <a:ext cx="1004400" cy="0"/>
          </a:xfrm>
          <a:prstGeom prst="straightConnector1">
            <a:avLst/>
          </a:prstGeom>
          <a:noFill/>
          <a:ln w="9525" cap="flat" cmpd="sng">
            <a:solidFill>
              <a:schemeClr val="lt1"/>
            </a:solidFill>
            <a:prstDash val="solid"/>
            <a:round/>
            <a:headEnd type="none" w="med" len="med"/>
            <a:tailEnd type="triangle" w="med" len="med"/>
          </a:ln>
        </p:spPr>
      </p:cxnSp>
      <p:cxnSp>
        <p:nvCxnSpPr>
          <p:cNvPr id="6838" name="Google Shape;6838;p506"/>
          <p:cNvCxnSpPr>
            <a:stCxn id="6823" idx="3"/>
            <a:endCxn id="6824" idx="1"/>
          </p:cNvCxnSpPr>
          <p:nvPr/>
        </p:nvCxnSpPr>
        <p:spPr>
          <a:xfrm>
            <a:off x="5743300" y="1461625"/>
            <a:ext cx="756000" cy="0"/>
          </a:xfrm>
          <a:prstGeom prst="straightConnector1">
            <a:avLst/>
          </a:prstGeom>
          <a:noFill/>
          <a:ln w="9525" cap="flat" cmpd="sng">
            <a:solidFill>
              <a:schemeClr val="lt1"/>
            </a:solidFill>
            <a:prstDash val="solid"/>
            <a:round/>
            <a:headEnd type="none" w="med" len="med"/>
            <a:tailEnd type="triangle" w="med" len="med"/>
          </a:ln>
        </p:spPr>
      </p:cxnSp>
      <p:sp>
        <p:nvSpPr>
          <p:cNvPr id="6839" name="Google Shape;6839;p506"/>
          <p:cNvSpPr/>
          <p:nvPr/>
        </p:nvSpPr>
        <p:spPr>
          <a:xfrm>
            <a:off x="849925" y="1238100"/>
            <a:ext cx="526600" cy="643700"/>
          </a:xfrm>
          <a:prstGeom prst="flowChartPunchedCard">
            <a:avLst/>
          </a:prstGeom>
          <a:solidFill>
            <a:schemeClr val="accent2"/>
          </a:solidFill>
          <a:ln>
            <a:noFill/>
          </a:ln>
        </p:spPr>
        <p:txBody>
          <a:bodyPr spcFirstLastPara="1" wrap="square" lIns="0" tIns="45700" rIns="0" bIns="0" anchor="t" anchorCtr="0">
            <a:noAutofit/>
          </a:bodyPr>
          <a:lstStyle/>
          <a:p>
            <a:pPr marL="0" lvl="0" indent="0" algn="ctr" rtl="0">
              <a:spcBef>
                <a:spcPts val="0"/>
              </a:spcBef>
              <a:spcAft>
                <a:spcPts val="0"/>
              </a:spcAft>
              <a:buNone/>
            </a:pPr>
            <a:r>
              <a:rPr lang="en" sz="700">
                <a:latin typeface="IBM Plex Sans"/>
                <a:ea typeface="IBM Plex Sans"/>
                <a:cs typeface="IBM Plex Sans"/>
                <a:sym typeface="IBM Plex Sans"/>
              </a:rPr>
              <a:t>Process</a:t>
            </a:r>
            <a:endParaRPr sz="700">
              <a:latin typeface="IBM Plex Sans"/>
              <a:ea typeface="IBM Plex Sans"/>
              <a:cs typeface="IBM Plex Sans"/>
              <a:sym typeface="IBM Plex Sans"/>
            </a:endParaRPr>
          </a:p>
          <a:p>
            <a:pPr marL="0" lvl="0" indent="0" algn="ctr" rtl="0">
              <a:spcBef>
                <a:spcPts val="0"/>
              </a:spcBef>
              <a:spcAft>
                <a:spcPts val="0"/>
              </a:spcAft>
              <a:buNone/>
            </a:pPr>
            <a:r>
              <a:rPr lang="en" sz="700">
                <a:latin typeface="IBM Plex Sans"/>
                <a:ea typeface="IBM Plex Sans"/>
                <a:cs typeface="IBM Plex Sans"/>
                <a:sym typeface="IBM Plex Sans"/>
              </a:rPr>
              <a:t>(.bpmn)</a:t>
            </a:r>
            <a:endParaRPr sz="700">
              <a:latin typeface="IBM Plex Sans"/>
              <a:ea typeface="IBM Plex Sans"/>
              <a:cs typeface="IBM Plex Sans"/>
              <a:sym typeface="IBM Plex Sans"/>
            </a:endParaRPr>
          </a:p>
        </p:txBody>
      </p:sp>
      <p:sp>
        <p:nvSpPr>
          <p:cNvPr id="6840" name="Google Shape;6840;p506"/>
          <p:cNvSpPr/>
          <p:nvPr/>
        </p:nvSpPr>
        <p:spPr>
          <a:xfrm>
            <a:off x="1620113" y="1238100"/>
            <a:ext cx="526600" cy="643700"/>
          </a:xfrm>
          <a:prstGeom prst="flowChartPunchedCard">
            <a:avLst/>
          </a:prstGeom>
          <a:solidFill>
            <a:schemeClr val="accent3"/>
          </a:solidFill>
          <a:ln>
            <a:noFill/>
          </a:ln>
        </p:spPr>
        <p:txBody>
          <a:bodyPr spcFirstLastPara="1" wrap="square" lIns="0" tIns="45700" rIns="0" bIns="0" anchor="t" anchorCtr="0">
            <a:noAutofit/>
          </a:bodyPr>
          <a:lstStyle/>
          <a:p>
            <a:pPr marL="0" lvl="0" indent="0" algn="ctr" rtl="0">
              <a:spcBef>
                <a:spcPts val="0"/>
              </a:spcBef>
              <a:spcAft>
                <a:spcPts val="0"/>
              </a:spcAft>
              <a:buNone/>
            </a:pPr>
            <a:r>
              <a:rPr lang="en" sz="700">
                <a:latin typeface="IBM Plex Sans"/>
                <a:ea typeface="IBM Plex Sans"/>
                <a:cs typeface="IBM Plex Sans"/>
                <a:sym typeface="IBM Plex Sans"/>
              </a:rPr>
              <a:t>Bot script</a:t>
            </a:r>
            <a:endParaRPr sz="700">
              <a:latin typeface="IBM Plex Sans"/>
              <a:ea typeface="IBM Plex Sans"/>
              <a:cs typeface="IBM Plex Sans"/>
              <a:sym typeface="IBM Plex Sans"/>
            </a:endParaRPr>
          </a:p>
          <a:p>
            <a:pPr marL="0" lvl="0" indent="0" algn="ctr" rtl="0">
              <a:spcBef>
                <a:spcPts val="0"/>
              </a:spcBef>
              <a:spcAft>
                <a:spcPts val="0"/>
              </a:spcAft>
              <a:buNone/>
            </a:pPr>
            <a:r>
              <a:rPr lang="en" sz="700">
                <a:latin typeface="IBM Plex Sans"/>
                <a:ea typeface="IBM Plex Sans"/>
                <a:cs typeface="IBM Plex Sans"/>
                <a:sym typeface="IBM Plex Sans"/>
              </a:rPr>
              <a:t>(.rpa)</a:t>
            </a:r>
            <a:endParaRPr sz="700">
              <a:latin typeface="IBM Plex Sans"/>
              <a:ea typeface="IBM Plex Sans"/>
              <a:cs typeface="IBM Plex Sans"/>
              <a:sym typeface="IBM Plex Sans"/>
            </a:endParaRPr>
          </a:p>
        </p:txBody>
      </p:sp>
      <p:grpSp>
        <p:nvGrpSpPr>
          <p:cNvPr id="6841" name="Google Shape;6841;p506"/>
          <p:cNvGrpSpPr/>
          <p:nvPr/>
        </p:nvGrpSpPr>
        <p:grpSpPr>
          <a:xfrm>
            <a:off x="6656327" y="1348989"/>
            <a:ext cx="1976150" cy="217500"/>
            <a:chOff x="3455002" y="1217476"/>
            <a:chExt cx="1976150" cy="217500"/>
          </a:xfrm>
        </p:grpSpPr>
        <p:sp>
          <p:nvSpPr>
            <p:cNvPr id="6842" name="Google Shape;6842;p506"/>
            <p:cNvSpPr/>
            <p:nvPr/>
          </p:nvSpPr>
          <p:spPr>
            <a:xfrm>
              <a:off x="3455002" y="1227826"/>
              <a:ext cx="196800" cy="196800"/>
            </a:xfrm>
            <a:prstGeom prst="ellipse">
              <a:avLst/>
            </a:prstGeom>
            <a:solidFill>
              <a:schemeClr val="accen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BM Plex Sans"/>
                <a:ea typeface="IBM Plex Sans"/>
                <a:cs typeface="IBM Plex Sans"/>
                <a:sym typeface="IBM Plex Sans"/>
              </a:endParaRPr>
            </a:p>
          </p:txBody>
        </p:sp>
        <p:cxnSp>
          <p:nvCxnSpPr>
            <p:cNvPr id="6843" name="Google Shape;6843;p506"/>
            <p:cNvCxnSpPr>
              <a:stCxn id="6842" idx="6"/>
              <a:endCxn id="6844" idx="1"/>
            </p:cNvCxnSpPr>
            <p:nvPr/>
          </p:nvCxnSpPr>
          <p:spPr>
            <a:xfrm>
              <a:off x="3651802" y="1326226"/>
              <a:ext cx="165300" cy="0"/>
            </a:xfrm>
            <a:prstGeom prst="straightConnector1">
              <a:avLst/>
            </a:prstGeom>
            <a:noFill/>
            <a:ln w="9525" cap="flat" cmpd="sng">
              <a:solidFill>
                <a:schemeClr val="accent2"/>
              </a:solidFill>
              <a:prstDash val="solid"/>
              <a:round/>
              <a:headEnd type="none" w="med" len="med"/>
              <a:tailEnd type="none" w="med" len="med"/>
            </a:ln>
          </p:spPr>
        </p:cxnSp>
        <p:sp>
          <p:nvSpPr>
            <p:cNvPr id="6844" name="Google Shape;6844;p506"/>
            <p:cNvSpPr/>
            <p:nvPr/>
          </p:nvSpPr>
          <p:spPr>
            <a:xfrm>
              <a:off x="3817102" y="1217476"/>
              <a:ext cx="444900" cy="217500"/>
            </a:xfrm>
            <a:prstGeom prst="roundRect">
              <a:avLst>
                <a:gd name="adj" fmla="val 16667"/>
              </a:avLst>
            </a:prstGeom>
            <a:solidFill>
              <a:schemeClr val="accen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BM Plex Sans"/>
                <a:ea typeface="IBM Plex Sans"/>
                <a:cs typeface="IBM Plex Sans"/>
                <a:sym typeface="IBM Plex Sans"/>
              </a:endParaRPr>
            </a:p>
          </p:txBody>
        </p:sp>
        <p:sp>
          <p:nvSpPr>
            <p:cNvPr id="6845" name="Google Shape;6845;p506"/>
            <p:cNvSpPr/>
            <p:nvPr/>
          </p:nvSpPr>
          <p:spPr>
            <a:xfrm>
              <a:off x="4492152" y="1217476"/>
              <a:ext cx="444900" cy="217500"/>
            </a:xfrm>
            <a:prstGeom prst="roundRect">
              <a:avLst>
                <a:gd name="adj" fmla="val 16667"/>
              </a:avLst>
            </a:prstGeom>
            <a:solidFill>
              <a:schemeClr val="accen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BM Plex Sans"/>
                <a:ea typeface="IBM Plex Sans"/>
                <a:cs typeface="IBM Plex Sans"/>
                <a:sym typeface="IBM Plex Sans"/>
              </a:endParaRPr>
            </a:p>
          </p:txBody>
        </p:sp>
        <p:sp>
          <p:nvSpPr>
            <p:cNvPr id="6846" name="Google Shape;6846;p506"/>
            <p:cNvSpPr/>
            <p:nvPr/>
          </p:nvSpPr>
          <p:spPr>
            <a:xfrm>
              <a:off x="5234352" y="1222426"/>
              <a:ext cx="196800" cy="196800"/>
            </a:xfrm>
            <a:prstGeom prst="ellipse">
              <a:avLst/>
            </a:prstGeom>
            <a:solidFill>
              <a:schemeClr val="accen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BM Plex Sans"/>
                <a:ea typeface="IBM Plex Sans"/>
                <a:cs typeface="IBM Plex Sans"/>
                <a:sym typeface="IBM Plex Sans"/>
              </a:endParaRPr>
            </a:p>
          </p:txBody>
        </p:sp>
        <p:cxnSp>
          <p:nvCxnSpPr>
            <p:cNvPr id="6847" name="Google Shape;6847;p506"/>
            <p:cNvCxnSpPr>
              <a:stCxn id="6844" idx="3"/>
              <a:endCxn id="6845" idx="1"/>
            </p:cNvCxnSpPr>
            <p:nvPr/>
          </p:nvCxnSpPr>
          <p:spPr>
            <a:xfrm>
              <a:off x="4262002" y="1326226"/>
              <a:ext cx="230100" cy="0"/>
            </a:xfrm>
            <a:prstGeom prst="straightConnector1">
              <a:avLst/>
            </a:prstGeom>
            <a:noFill/>
            <a:ln w="9525" cap="flat" cmpd="sng">
              <a:solidFill>
                <a:schemeClr val="accent2"/>
              </a:solidFill>
              <a:prstDash val="solid"/>
              <a:round/>
              <a:headEnd type="none" w="med" len="med"/>
              <a:tailEnd type="none" w="med" len="med"/>
            </a:ln>
          </p:spPr>
        </p:cxnSp>
        <p:cxnSp>
          <p:nvCxnSpPr>
            <p:cNvPr id="6848" name="Google Shape;6848;p506"/>
            <p:cNvCxnSpPr>
              <a:stCxn id="6845" idx="3"/>
            </p:cNvCxnSpPr>
            <p:nvPr/>
          </p:nvCxnSpPr>
          <p:spPr>
            <a:xfrm>
              <a:off x="4937052" y="1326226"/>
              <a:ext cx="297300" cy="0"/>
            </a:xfrm>
            <a:prstGeom prst="straightConnector1">
              <a:avLst/>
            </a:prstGeom>
            <a:noFill/>
            <a:ln w="9525" cap="flat" cmpd="sng">
              <a:solidFill>
                <a:schemeClr val="accent2"/>
              </a:solidFill>
              <a:prstDash val="solid"/>
              <a:round/>
              <a:headEnd type="none" w="med" len="med"/>
              <a:tailEnd type="none" w="med" len="med"/>
            </a:ln>
          </p:spPr>
        </p:cxnSp>
      </p:grpSp>
      <p:sp>
        <p:nvSpPr>
          <p:cNvPr id="6849" name="Google Shape;6849;p506"/>
          <p:cNvSpPr/>
          <p:nvPr/>
        </p:nvSpPr>
        <p:spPr>
          <a:xfrm>
            <a:off x="1330525" y="2868425"/>
            <a:ext cx="621324" cy="464616"/>
          </a:xfrm>
          <a:prstGeom prst="flowChartDocument">
            <a:avLst/>
          </a:prstGeom>
          <a:noFill/>
          <a:ln w="9525" cap="flat" cmpd="sng">
            <a:solidFill>
              <a:schemeClr val="accent3"/>
            </a:solidFill>
            <a:prstDash val="solid"/>
            <a:round/>
            <a:headEnd type="none" w="sm" len="sm"/>
            <a:tailEnd type="none" w="sm" len="sm"/>
          </a:ln>
        </p:spPr>
        <p:txBody>
          <a:bodyPr spcFirstLastPara="1" wrap="square" lIns="45700" tIns="45700" rIns="45700" bIns="45700" anchor="ctr" anchorCtr="0">
            <a:noAutofit/>
          </a:bodyPr>
          <a:lstStyle/>
          <a:p>
            <a:pPr marL="0" lvl="0" indent="0" algn="ctr" rtl="0">
              <a:spcBef>
                <a:spcPts val="0"/>
              </a:spcBef>
              <a:spcAft>
                <a:spcPts val="0"/>
              </a:spcAft>
              <a:buNone/>
            </a:pPr>
            <a:r>
              <a:rPr lang="en" sz="700">
                <a:solidFill>
                  <a:schemeClr val="lt1"/>
                </a:solidFill>
                <a:latin typeface="IBM Plex Sans"/>
                <a:ea typeface="IBM Plex Sans"/>
                <a:cs typeface="IBM Plex Sans"/>
                <a:sym typeface="IBM Plex Sans"/>
              </a:rPr>
              <a:t>RPA connector template</a:t>
            </a:r>
            <a:endParaRPr sz="700">
              <a:solidFill>
                <a:schemeClr val="lt1"/>
              </a:solidFill>
              <a:latin typeface="IBM Plex Sans"/>
              <a:ea typeface="IBM Plex Sans"/>
              <a:cs typeface="IBM Plex Sans"/>
              <a:sym typeface="IBM Plex Sans"/>
            </a:endParaRPr>
          </a:p>
        </p:txBody>
      </p:sp>
      <p:sp>
        <p:nvSpPr>
          <p:cNvPr id="6850" name="Google Shape;6850;p506"/>
          <p:cNvSpPr/>
          <p:nvPr/>
        </p:nvSpPr>
        <p:spPr>
          <a:xfrm>
            <a:off x="1521725" y="3948600"/>
            <a:ext cx="928200" cy="304500"/>
          </a:xfrm>
          <a:prstGeom prst="flowChartAlternateProcess">
            <a:avLst/>
          </a:prstGeom>
          <a:no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700">
                <a:solidFill>
                  <a:schemeClr val="lt1"/>
                </a:solidFill>
                <a:latin typeface="IBM Plex Sans"/>
                <a:ea typeface="IBM Plex Sans"/>
                <a:cs typeface="IBM Plex Sans"/>
                <a:sym typeface="IBM Plex Sans"/>
              </a:rPr>
              <a:t>RPA script editor</a:t>
            </a:r>
            <a:endParaRPr sz="700">
              <a:solidFill>
                <a:schemeClr val="lt1"/>
              </a:solidFill>
              <a:latin typeface="IBM Plex Sans"/>
              <a:ea typeface="IBM Plex Sans"/>
              <a:cs typeface="IBM Plex Sans"/>
              <a:sym typeface="IBM Plex Sans"/>
            </a:endParaRPr>
          </a:p>
        </p:txBody>
      </p:sp>
      <p:sp>
        <p:nvSpPr>
          <p:cNvPr id="6851" name="Google Shape;6851;p506"/>
          <p:cNvSpPr txBox="1"/>
          <p:nvPr/>
        </p:nvSpPr>
        <p:spPr>
          <a:xfrm rot="-5400000">
            <a:off x="1066800" y="2284975"/>
            <a:ext cx="581100" cy="3078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 sz="600">
                <a:solidFill>
                  <a:schemeClr val="lt1"/>
                </a:solidFill>
                <a:latin typeface="IBM Plex Sans"/>
                <a:ea typeface="IBM Plex Sans"/>
                <a:cs typeface="IBM Plex Sans"/>
                <a:sym typeface="IBM Plex Sans"/>
              </a:rPr>
              <a:t>create/edit</a:t>
            </a:r>
            <a:endParaRPr sz="600">
              <a:solidFill>
                <a:schemeClr val="lt1"/>
              </a:solidFill>
              <a:latin typeface="IBM Plex Sans"/>
              <a:ea typeface="IBM Plex Sans"/>
              <a:cs typeface="IBM Plex Sans"/>
              <a:sym typeface="IBM Plex Sans"/>
            </a:endParaRPr>
          </a:p>
        </p:txBody>
      </p:sp>
      <p:sp>
        <p:nvSpPr>
          <p:cNvPr id="6852" name="Google Shape;6852;p506"/>
          <p:cNvSpPr txBox="1"/>
          <p:nvPr/>
        </p:nvSpPr>
        <p:spPr>
          <a:xfrm>
            <a:off x="2509725" y="1153825"/>
            <a:ext cx="737100" cy="3078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 sz="600">
                <a:solidFill>
                  <a:schemeClr val="lt1"/>
                </a:solidFill>
                <a:latin typeface="IBM Plex Sans"/>
                <a:ea typeface="IBM Plex Sans"/>
                <a:cs typeface="IBM Plex Sans"/>
                <a:sym typeface="IBM Plex Sans"/>
              </a:rPr>
              <a:t>deploy</a:t>
            </a:r>
            <a:endParaRPr sz="600">
              <a:solidFill>
                <a:schemeClr val="lt1"/>
              </a:solidFill>
              <a:latin typeface="IBM Plex Sans"/>
              <a:ea typeface="IBM Plex Sans"/>
              <a:cs typeface="IBM Plex Sans"/>
              <a:sym typeface="IBM Plex Sans"/>
            </a:endParaRPr>
          </a:p>
        </p:txBody>
      </p:sp>
      <p:sp>
        <p:nvSpPr>
          <p:cNvPr id="6853" name="Google Shape;6853;p506"/>
          <p:cNvSpPr txBox="1"/>
          <p:nvPr/>
        </p:nvSpPr>
        <p:spPr>
          <a:xfrm>
            <a:off x="2683250" y="3546150"/>
            <a:ext cx="737100" cy="3078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 sz="600">
                <a:solidFill>
                  <a:schemeClr val="lt1"/>
                </a:solidFill>
                <a:latin typeface="IBM Plex Sans"/>
                <a:ea typeface="IBM Plex Sans"/>
                <a:cs typeface="IBM Plex Sans"/>
                <a:sym typeface="IBM Plex Sans"/>
              </a:rPr>
              <a:t>run script for local testing</a:t>
            </a:r>
            <a:endParaRPr sz="600">
              <a:solidFill>
                <a:schemeClr val="lt1"/>
              </a:solidFill>
              <a:latin typeface="IBM Plex Sans"/>
              <a:ea typeface="IBM Plex Sans"/>
              <a:cs typeface="IBM Plex Sans"/>
              <a:sym typeface="IBM Plex Sans"/>
            </a:endParaRPr>
          </a:p>
        </p:txBody>
      </p:sp>
      <p:sp>
        <p:nvSpPr>
          <p:cNvPr id="6854" name="Google Shape;6854;p506"/>
          <p:cNvSpPr txBox="1"/>
          <p:nvPr/>
        </p:nvSpPr>
        <p:spPr>
          <a:xfrm rot="-5400000">
            <a:off x="3706375" y="2285000"/>
            <a:ext cx="548400" cy="3078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 sz="600">
                <a:solidFill>
                  <a:schemeClr val="lt1"/>
                </a:solidFill>
                <a:latin typeface="IBM Plex Sans"/>
                <a:ea typeface="IBM Plex Sans"/>
                <a:cs typeface="IBM Plex Sans"/>
                <a:sym typeface="IBM Plex Sans"/>
              </a:rPr>
              <a:t>RPA jobs</a:t>
            </a:r>
            <a:endParaRPr sz="600">
              <a:solidFill>
                <a:schemeClr val="lt1"/>
              </a:solidFill>
              <a:latin typeface="IBM Plex Sans"/>
              <a:ea typeface="IBM Plex Sans"/>
              <a:cs typeface="IBM Plex Sans"/>
              <a:sym typeface="IBM Plex Sans"/>
            </a:endParaRPr>
          </a:p>
        </p:txBody>
      </p:sp>
      <p:grpSp>
        <p:nvGrpSpPr>
          <p:cNvPr id="6855" name="Google Shape;6855;p506"/>
          <p:cNvGrpSpPr/>
          <p:nvPr/>
        </p:nvGrpSpPr>
        <p:grpSpPr>
          <a:xfrm>
            <a:off x="3594909" y="3033550"/>
            <a:ext cx="2203368" cy="1214400"/>
            <a:chOff x="3588975" y="3156950"/>
            <a:chExt cx="1902900" cy="1214400"/>
          </a:xfrm>
        </p:grpSpPr>
        <p:sp>
          <p:nvSpPr>
            <p:cNvPr id="6856" name="Google Shape;6856;p506"/>
            <p:cNvSpPr/>
            <p:nvPr/>
          </p:nvSpPr>
          <p:spPr>
            <a:xfrm rot="-5400000">
              <a:off x="3933225" y="2812700"/>
              <a:ext cx="1214400" cy="1902900"/>
            </a:xfrm>
            <a:prstGeom prst="flowChartAlternateProcess">
              <a:avLst/>
            </a:prstGeom>
            <a:noFill/>
            <a:ln w="9525" cap="flat" cmpd="sng">
              <a:solidFill>
                <a:schemeClr val="accent1"/>
              </a:solidFill>
              <a:prstDash val="solid"/>
              <a:round/>
              <a:headEnd type="none" w="sm" len="sm"/>
              <a:tailEnd type="none" w="sm" len="sm"/>
            </a:ln>
          </p:spPr>
          <p:txBody>
            <a:bodyPr spcFirstLastPara="1" wrap="square" lIns="0" tIns="45700" rIns="0" bIns="0" anchor="t" anchorCtr="0">
              <a:noAutofit/>
            </a:bodyPr>
            <a:lstStyle/>
            <a:p>
              <a:pPr marL="0" lvl="0" indent="0" algn="ctr" rtl="0">
                <a:spcBef>
                  <a:spcPts val="0"/>
                </a:spcBef>
                <a:spcAft>
                  <a:spcPts val="0"/>
                </a:spcAft>
                <a:buNone/>
              </a:pPr>
              <a:r>
                <a:rPr lang="en" sz="800">
                  <a:solidFill>
                    <a:schemeClr val="lt1"/>
                  </a:solidFill>
                  <a:latin typeface="IBM Plex Sans"/>
                  <a:ea typeface="IBM Plex Sans"/>
                  <a:cs typeface="IBM Plex Sans"/>
                  <a:sym typeface="IBM Plex Sans"/>
                </a:rPr>
                <a:t>Camunda Java client</a:t>
              </a:r>
              <a:endParaRPr sz="800">
                <a:solidFill>
                  <a:schemeClr val="lt1"/>
                </a:solidFill>
                <a:latin typeface="IBM Plex Sans"/>
                <a:ea typeface="IBM Plex Sans"/>
                <a:cs typeface="IBM Plex Sans"/>
                <a:sym typeface="IBM Plex Sans"/>
              </a:endParaRPr>
            </a:p>
          </p:txBody>
        </p:sp>
        <p:sp>
          <p:nvSpPr>
            <p:cNvPr id="6857" name="Google Shape;6857;p506"/>
            <p:cNvSpPr/>
            <p:nvPr/>
          </p:nvSpPr>
          <p:spPr>
            <a:xfrm>
              <a:off x="3894984" y="3285575"/>
              <a:ext cx="1377300" cy="957300"/>
            </a:xfrm>
            <a:prstGeom prst="flowChartAlternateProcess">
              <a:avLst/>
            </a:prstGeom>
            <a:noFill/>
            <a:ln w="9525" cap="flat" cmpd="sng">
              <a:solidFill>
                <a:schemeClr val="accent3"/>
              </a:solidFill>
              <a:prstDash val="solid"/>
              <a:round/>
              <a:headEnd type="none" w="sm" len="sm"/>
              <a:tailEnd type="none" w="sm" len="sm"/>
            </a:ln>
          </p:spPr>
          <p:txBody>
            <a:bodyPr spcFirstLastPara="1" wrap="square" lIns="91425" tIns="91425" rIns="91425" bIns="91425" anchor="t" anchorCtr="0">
              <a:noAutofit/>
            </a:bodyPr>
            <a:lstStyle/>
            <a:p>
              <a:pPr marL="0" lvl="0" indent="0" algn="ctr" rtl="0">
                <a:spcBef>
                  <a:spcPts val="0"/>
                </a:spcBef>
                <a:spcAft>
                  <a:spcPts val="0"/>
                </a:spcAft>
                <a:buNone/>
              </a:pPr>
              <a:r>
                <a:rPr lang="en" sz="800">
                  <a:solidFill>
                    <a:schemeClr val="lt1"/>
                  </a:solidFill>
                  <a:latin typeface="IBM Plex Sans"/>
                  <a:ea typeface="IBM Plex Sans"/>
                  <a:cs typeface="IBM Plex Sans"/>
                  <a:sym typeface="IBM Plex Sans"/>
                </a:rPr>
                <a:t>RPA connector</a:t>
              </a:r>
              <a:endParaRPr sz="800">
                <a:solidFill>
                  <a:schemeClr val="lt1"/>
                </a:solidFill>
                <a:latin typeface="IBM Plex Sans"/>
                <a:ea typeface="IBM Plex Sans"/>
                <a:cs typeface="IBM Plex Sans"/>
                <a:sym typeface="IBM Plex Sans"/>
              </a:endParaRPr>
            </a:p>
          </p:txBody>
        </p:sp>
        <p:sp>
          <p:nvSpPr>
            <p:cNvPr id="6858" name="Google Shape;6858;p506"/>
            <p:cNvSpPr/>
            <p:nvPr/>
          </p:nvSpPr>
          <p:spPr>
            <a:xfrm>
              <a:off x="4037711" y="3666000"/>
              <a:ext cx="1035900" cy="489300"/>
            </a:xfrm>
            <a:prstGeom prst="flowChartAlternateProcess">
              <a:avLst/>
            </a:prstGeom>
            <a:noFill/>
            <a:ln w="9525" cap="flat" cmpd="sng">
              <a:solidFill>
                <a:schemeClr val="accent3"/>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sz="700">
                  <a:solidFill>
                    <a:schemeClr val="lt1"/>
                  </a:solidFill>
                  <a:latin typeface="IBM Plex Sans"/>
                  <a:ea typeface="IBM Plex Sans"/>
                  <a:cs typeface="IBM Plex Sans"/>
                  <a:sym typeface="IBM Plex Sans"/>
                </a:rPr>
                <a:t>RPA bot </a:t>
              </a:r>
              <a:br>
                <a:rPr lang="en" sz="700">
                  <a:solidFill>
                    <a:schemeClr val="lt1"/>
                  </a:solidFill>
                  <a:latin typeface="IBM Plex Sans"/>
                  <a:ea typeface="IBM Plex Sans"/>
                  <a:cs typeface="IBM Plex Sans"/>
                  <a:sym typeface="IBM Plex Sans"/>
                </a:rPr>
              </a:br>
              <a:r>
                <a:rPr lang="en" sz="700">
                  <a:solidFill>
                    <a:schemeClr val="lt1"/>
                  </a:solidFill>
                  <a:latin typeface="IBM Plex Sans"/>
                  <a:ea typeface="IBM Plex Sans"/>
                  <a:cs typeface="IBM Plex Sans"/>
                  <a:sym typeface="IBM Plex Sans"/>
                </a:rPr>
                <a:t>script cache</a:t>
              </a:r>
              <a:endParaRPr sz="700">
                <a:solidFill>
                  <a:schemeClr val="lt1"/>
                </a:solidFill>
                <a:latin typeface="IBM Plex Sans"/>
                <a:ea typeface="IBM Plex Sans"/>
                <a:cs typeface="IBM Plex Sans"/>
                <a:sym typeface="IBM Plex Sans"/>
              </a:endParaRPr>
            </a:p>
          </p:txBody>
        </p:sp>
      </p:grpSp>
      <p:sp>
        <p:nvSpPr>
          <p:cNvPr id="6859" name="Google Shape;6859;p506"/>
          <p:cNvSpPr txBox="1"/>
          <p:nvPr/>
        </p:nvSpPr>
        <p:spPr>
          <a:xfrm>
            <a:off x="5752675" y="1153825"/>
            <a:ext cx="737100" cy="3078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 sz="600">
                <a:solidFill>
                  <a:schemeClr val="lt1"/>
                </a:solidFill>
                <a:latin typeface="IBM Plex Sans"/>
                <a:ea typeface="IBM Plex Sans"/>
                <a:cs typeface="IBM Plex Sans"/>
                <a:sym typeface="IBM Plex Sans"/>
              </a:rPr>
              <a:t>execution </a:t>
            </a:r>
            <a:br>
              <a:rPr lang="en" sz="600">
                <a:solidFill>
                  <a:schemeClr val="lt1"/>
                </a:solidFill>
                <a:latin typeface="IBM Plex Sans"/>
                <a:ea typeface="IBM Plex Sans"/>
                <a:cs typeface="IBM Plex Sans"/>
                <a:sym typeface="IBM Plex Sans"/>
              </a:rPr>
            </a:br>
            <a:r>
              <a:rPr lang="en" sz="600">
                <a:solidFill>
                  <a:schemeClr val="lt1"/>
                </a:solidFill>
                <a:latin typeface="IBM Plex Sans"/>
                <a:ea typeface="IBM Plex Sans"/>
                <a:cs typeface="IBM Plex Sans"/>
                <a:sym typeface="IBM Plex Sans"/>
              </a:rPr>
              <a:t>events</a:t>
            </a:r>
            <a:endParaRPr sz="600">
              <a:solidFill>
                <a:schemeClr val="lt1"/>
              </a:solidFill>
              <a:latin typeface="IBM Plex Sans"/>
              <a:ea typeface="IBM Plex Sans"/>
              <a:cs typeface="IBM Plex Sans"/>
              <a:sym typeface="IBM Plex Sans"/>
            </a:endParaRPr>
          </a:p>
        </p:txBody>
      </p:sp>
      <p:cxnSp>
        <p:nvCxnSpPr>
          <p:cNvPr id="6860" name="Google Shape;6860;p506"/>
          <p:cNvCxnSpPr/>
          <p:nvPr/>
        </p:nvCxnSpPr>
        <p:spPr>
          <a:xfrm>
            <a:off x="5550500" y="3925225"/>
            <a:ext cx="531300" cy="0"/>
          </a:xfrm>
          <a:prstGeom prst="straightConnector1">
            <a:avLst/>
          </a:prstGeom>
          <a:noFill/>
          <a:ln w="9525" cap="flat" cmpd="sng">
            <a:solidFill>
              <a:schemeClr val="lt1"/>
            </a:solidFill>
            <a:prstDash val="solid"/>
            <a:round/>
            <a:headEnd type="none" w="med" len="med"/>
            <a:tailEnd type="triangle" w="med" len="med"/>
          </a:ln>
        </p:spPr>
      </p:cxnSp>
      <p:grpSp>
        <p:nvGrpSpPr>
          <p:cNvPr id="6861" name="Google Shape;6861;p506"/>
          <p:cNvGrpSpPr/>
          <p:nvPr/>
        </p:nvGrpSpPr>
        <p:grpSpPr>
          <a:xfrm>
            <a:off x="523177" y="3532064"/>
            <a:ext cx="1976150" cy="217500"/>
            <a:chOff x="3455002" y="1217476"/>
            <a:chExt cx="1976150" cy="217500"/>
          </a:xfrm>
        </p:grpSpPr>
        <p:sp>
          <p:nvSpPr>
            <p:cNvPr id="6862" name="Google Shape;6862;p506"/>
            <p:cNvSpPr/>
            <p:nvPr/>
          </p:nvSpPr>
          <p:spPr>
            <a:xfrm>
              <a:off x="3455002" y="1227826"/>
              <a:ext cx="196800" cy="196800"/>
            </a:xfrm>
            <a:prstGeom prst="ellipse">
              <a:avLst/>
            </a:prstGeom>
            <a:solidFill>
              <a:schemeClr val="accen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BM Plex Sans"/>
                <a:ea typeface="IBM Plex Sans"/>
                <a:cs typeface="IBM Plex Sans"/>
                <a:sym typeface="IBM Plex Sans"/>
              </a:endParaRPr>
            </a:p>
          </p:txBody>
        </p:sp>
        <p:cxnSp>
          <p:nvCxnSpPr>
            <p:cNvPr id="6863" name="Google Shape;6863;p506"/>
            <p:cNvCxnSpPr>
              <a:stCxn id="6862" idx="6"/>
              <a:endCxn id="6864" idx="1"/>
            </p:cNvCxnSpPr>
            <p:nvPr/>
          </p:nvCxnSpPr>
          <p:spPr>
            <a:xfrm>
              <a:off x="3651802" y="1326226"/>
              <a:ext cx="165300" cy="0"/>
            </a:xfrm>
            <a:prstGeom prst="straightConnector1">
              <a:avLst/>
            </a:prstGeom>
            <a:noFill/>
            <a:ln w="9525" cap="flat" cmpd="sng">
              <a:solidFill>
                <a:schemeClr val="accent2"/>
              </a:solidFill>
              <a:prstDash val="solid"/>
              <a:round/>
              <a:headEnd type="none" w="med" len="med"/>
              <a:tailEnd type="none" w="med" len="med"/>
            </a:ln>
          </p:spPr>
        </p:cxnSp>
        <p:sp>
          <p:nvSpPr>
            <p:cNvPr id="6864" name="Google Shape;6864;p506"/>
            <p:cNvSpPr/>
            <p:nvPr/>
          </p:nvSpPr>
          <p:spPr>
            <a:xfrm>
              <a:off x="3817102" y="1217476"/>
              <a:ext cx="444900" cy="217500"/>
            </a:xfrm>
            <a:prstGeom prst="roundRect">
              <a:avLst>
                <a:gd name="adj" fmla="val 16667"/>
              </a:avLst>
            </a:prstGeom>
            <a:solidFill>
              <a:schemeClr val="accen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BM Plex Sans"/>
                <a:ea typeface="IBM Plex Sans"/>
                <a:cs typeface="IBM Plex Sans"/>
                <a:sym typeface="IBM Plex Sans"/>
              </a:endParaRPr>
            </a:p>
          </p:txBody>
        </p:sp>
        <p:sp>
          <p:nvSpPr>
            <p:cNvPr id="6865" name="Google Shape;6865;p506"/>
            <p:cNvSpPr/>
            <p:nvPr/>
          </p:nvSpPr>
          <p:spPr>
            <a:xfrm>
              <a:off x="4492152" y="1217476"/>
              <a:ext cx="444900" cy="217500"/>
            </a:xfrm>
            <a:prstGeom prst="roundRect">
              <a:avLst>
                <a:gd name="adj" fmla="val 16667"/>
              </a:avLst>
            </a:prstGeom>
            <a:solidFill>
              <a:schemeClr val="accen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BM Plex Sans"/>
                <a:ea typeface="IBM Plex Sans"/>
                <a:cs typeface="IBM Plex Sans"/>
                <a:sym typeface="IBM Plex Sans"/>
              </a:endParaRPr>
            </a:p>
          </p:txBody>
        </p:sp>
        <p:sp>
          <p:nvSpPr>
            <p:cNvPr id="6866" name="Google Shape;6866;p506"/>
            <p:cNvSpPr/>
            <p:nvPr/>
          </p:nvSpPr>
          <p:spPr>
            <a:xfrm>
              <a:off x="5234352" y="1222426"/>
              <a:ext cx="196800" cy="196800"/>
            </a:xfrm>
            <a:prstGeom prst="ellipse">
              <a:avLst/>
            </a:prstGeom>
            <a:solidFill>
              <a:schemeClr val="accen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BM Plex Sans"/>
                <a:ea typeface="IBM Plex Sans"/>
                <a:cs typeface="IBM Plex Sans"/>
                <a:sym typeface="IBM Plex Sans"/>
              </a:endParaRPr>
            </a:p>
          </p:txBody>
        </p:sp>
        <p:cxnSp>
          <p:nvCxnSpPr>
            <p:cNvPr id="6867" name="Google Shape;6867;p506"/>
            <p:cNvCxnSpPr>
              <a:stCxn id="6864" idx="3"/>
              <a:endCxn id="6865" idx="1"/>
            </p:cNvCxnSpPr>
            <p:nvPr/>
          </p:nvCxnSpPr>
          <p:spPr>
            <a:xfrm>
              <a:off x="4262002" y="1326226"/>
              <a:ext cx="230100" cy="0"/>
            </a:xfrm>
            <a:prstGeom prst="straightConnector1">
              <a:avLst/>
            </a:prstGeom>
            <a:noFill/>
            <a:ln w="9525" cap="flat" cmpd="sng">
              <a:solidFill>
                <a:schemeClr val="accent2"/>
              </a:solidFill>
              <a:prstDash val="solid"/>
              <a:round/>
              <a:headEnd type="none" w="med" len="med"/>
              <a:tailEnd type="none" w="med" len="med"/>
            </a:ln>
          </p:spPr>
        </p:cxnSp>
        <p:cxnSp>
          <p:nvCxnSpPr>
            <p:cNvPr id="6868" name="Google Shape;6868;p506"/>
            <p:cNvCxnSpPr>
              <a:stCxn id="6865" idx="3"/>
            </p:cNvCxnSpPr>
            <p:nvPr/>
          </p:nvCxnSpPr>
          <p:spPr>
            <a:xfrm>
              <a:off x="4937052" y="1326226"/>
              <a:ext cx="297300" cy="0"/>
            </a:xfrm>
            <a:prstGeom prst="straightConnector1">
              <a:avLst/>
            </a:prstGeom>
            <a:noFill/>
            <a:ln w="9525" cap="flat" cmpd="sng">
              <a:solidFill>
                <a:schemeClr val="accent2"/>
              </a:solidFill>
              <a:prstDash val="solid"/>
              <a:round/>
              <a:headEnd type="none" w="med" len="med"/>
              <a:tailEnd type="none" w="med" len="med"/>
            </a:ln>
          </p:spPr>
        </p:cxnSp>
      </p:grpSp>
      <p:cxnSp>
        <p:nvCxnSpPr>
          <p:cNvPr id="6869" name="Google Shape;6869;p506"/>
          <p:cNvCxnSpPr>
            <a:stCxn id="6849" idx="1"/>
            <a:endCxn id="6864" idx="0"/>
          </p:cNvCxnSpPr>
          <p:nvPr/>
        </p:nvCxnSpPr>
        <p:spPr>
          <a:xfrm flipH="1">
            <a:off x="1107625" y="3100733"/>
            <a:ext cx="222900" cy="431400"/>
          </a:xfrm>
          <a:prstGeom prst="bentConnector2">
            <a:avLst/>
          </a:prstGeom>
          <a:noFill/>
          <a:ln w="9525" cap="flat" cmpd="sng">
            <a:solidFill>
              <a:schemeClr val="lt1"/>
            </a:solidFill>
            <a:prstDash val="dot"/>
            <a:round/>
            <a:headEnd type="none" w="med" len="med"/>
            <a:tailEnd type="triangle" w="med" len="med"/>
          </a:ln>
        </p:spPr>
      </p:cxnSp>
      <p:cxnSp>
        <p:nvCxnSpPr>
          <p:cNvPr id="6870" name="Google Shape;6870;p506"/>
          <p:cNvCxnSpPr>
            <a:stCxn id="6864" idx="2"/>
            <a:endCxn id="6850" idx="1"/>
          </p:cNvCxnSpPr>
          <p:nvPr/>
        </p:nvCxnSpPr>
        <p:spPr>
          <a:xfrm rot="-5400000" flipH="1">
            <a:off x="1139077" y="3718214"/>
            <a:ext cx="351300" cy="414000"/>
          </a:xfrm>
          <a:prstGeom prst="bentConnector2">
            <a:avLst/>
          </a:prstGeom>
          <a:noFill/>
          <a:ln w="9525" cap="flat" cmpd="sng">
            <a:solidFill>
              <a:schemeClr val="lt1"/>
            </a:solidFill>
            <a:prstDash val="dot"/>
            <a:round/>
            <a:headEnd type="none" w="med" len="med"/>
            <a:tailEnd type="none" w="med" len="med"/>
          </a:ln>
        </p:spPr>
      </p:cxnSp>
      <p:grpSp>
        <p:nvGrpSpPr>
          <p:cNvPr id="6871" name="Google Shape;6871;p506"/>
          <p:cNvGrpSpPr/>
          <p:nvPr/>
        </p:nvGrpSpPr>
        <p:grpSpPr>
          <a:xfrm>
            <a:off x="6083200" y="3162096"/>
            <a:ext cx="755700" cy="957300"/>
            <a:chOff x="5776475" y="3285571"/>
            <a:chExt cx="755700" cy="957300"/>
          </a:xfrm>
        </p:grpSpPr>
        <p:sp>
          <p:nvSpPr>
            <p:cNvPr id="6872" name="Google Shape;6872;p506"/>
            <p:cNvSpPr/>
            <p:nvPr/>
          </p:nvSpPr>
          <p:spPr>
            <a:xfrm>
              <a:off x="5776475" y="3285571"/>
              <a:ext cx="755700" cy="957300"/>
            </a:xfrm>
            <a:prstGeom prst="flowChartAlternateProcess">
              <a:avLst/>
            </a:prstGeom>
            <a:noFill/>
            <a:ln w="9525" cap="flat" cmpd="sng">
              <a:solidFill>
                <a:schemeClr val="accent3"/>
              </a:solidFill>
              <a:prstDash val="solid"/>
              <a:round/>
              <a:headEnd type="none" w="sm" len="sm"/>
              <a:tailEnd type="none" w="sm" len="sm"/>
            </a:ln>
          </p:spPr>
          <p:txBody>
            <a:bodyPr spcFirstLastPara="1" wrap="square" lIns="91425" tIns="45700" rIns="91425" bIns="91425" anchor="t" anchorCtr="0">
              <a:noAutofit/>
            </a:bodyPr>
            <a:lstStyle/>
            <a:p>
              <a:pPr marL="0" lvl="0" indent="0" algn="ctr" rtl="0">
                <a:spcBef>
                  <a:spcPts val="0"/>
                </a:spcBef>
                <a:spcAft>
                  <a:spcPts val="0"/>
                </a:spcAft>
                <a:buNone/>
              </a:pPr>
              <a:r>
                <a:rPr lang="en" sz="800">
                  <a:solidFill>
                    <a:schemeClr val="lt1"/>
                  </a:solidFill>
                  <a:latin typeface="IBM Plex Sans"/>
                  <a:ea typeface="IBM Plex Sans"/>
                  <a:cs typeface="IBM Plex Sans"/>
                  <a:sym typeface="IBM Plex Sans"/>
                </a:rPr>
                <a:t>RPA library</a:t>
              </a:r>
              <a:endParaRPr sz="800">
                <a:solidFill>
                  <a:schemeClr val="lt1"/>
                </a:solidFill>
                <a:latin typeface="IBM Plex Sans"/>
                <a:ea typeface="IBM Plex Sans"/>
                <a:cs typeface="IBM Plex Sans"/>
                <a:sym typeface="IBM Plex Sans"/>
              </a:endParaRPr>
            </a:p>
          </p:txBody>
        </p:sp>
        <p:pic>
          <p:nvPicPr>
            <p:cNvPr id="6873" name="Google Shape;6873;p506"/>
            <p:cNvPicPr preferRelativeResize="0"/>
            <p:nvPr/>
          </p:nvPicPr>
          <p:blipFill>
            <a:blip r:embed="rId3">
              <a:alphaModFix/>
            </a:blip>
            <a:stretch>
              <a:fillRect/>
            </a:stretch>
          </p:blipFill>
          <p:spPr>
            <a:xfrm>
              <a:off x="5986920" y="3715846"/>
              <a:ext cx="334800" cy="334808"/>
            </a:xfrm>
            <a:prstGeom prst="rect">
              <a:avLst/>
            </a:prstGeom>
            <a:noFill/>
            <a:ln>
              <a:noFill/>
            </a:ln>
          </p:spPr>
        </p:pic>
      </p:grpSp>
      <p:cxnSp>
        <p:nvCxnSpPr>
          <p:cNvPr id="6874" name="Google Shape;6874;p506"/>
          <p:cNvCxnSpPr/>
          <p:nvPr/>
        </p:nvCxnSpPr>
        <p:spPr>
          <a:xfrm>
            <a:off x="4288588" y="1581399"/>
            <a:ext cx="0" cy="1586700"/>
          </a:xfrm>
          <a:prstGeom prst="straightConnector1">
            <a:avLst/>
          </a:prstGeom>
          <a:noFill/>
          <a:ln w="9525" cap="flat" cmpd="sng">
            <a:solidFill>
              <a:schemeClr val="lt1"/>
            </a:solidFill>
            <a:prstDash val="solid"/>
            <a:round/>
            <a:headEnd type="none" w="med" len="med"/>
            <a:tailEnd type="triangle" w="med" len="med"/>
          </a:ln>
        </p:spPr>
      </p:cxnSp>
      <p:sp>
        <p:nvSpPr>
          <p:cNvPr id="6875" name="Google Shape;6875;p506"/>
          <p:cNvSpPr txBox="1"/>
          <p:nvPr/>
        </p:nvSpPr>
        <p:spPr>
          <a:xfrm rot="-5400000">
            <a:off x="4196800" y="2285000"/>
            <a:ext cx="548400" cy="3078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 sz="600">
                <a:solidFill>
                  <a:schemeClr val="lt1"/>
                </a:solidFill>
                <a:latin typeface="IBM Plex Sans"/>
                <a:ea typeface="IBM Plex Sans"/>
                <a:cs typeface="IBM Plex Sans"/>
                <a:sym typeface="IBM Plex Sans"/>
              </a:rPr>
              <a:t>report job success or failure</a:t>
            </a:r>
            <a:endParaRPr sz="600">
              <a:solidFill>
                <a:schemeClr val="lt1"/>
              </a:solidFill>
              <a:latin typeface="IBM Plex Sans"/>
              <a:ea typeface="IBM Plex Sans"/>
              <a:cs typeface="IBM Plex Sans"/>
              <a:sym typeface="IBM Plex Sans"/>
            </a:endParaRPr>
          </a:p>
        </p:txBody>
      </p:sp>
      <p:sp>
        <p:nvSpPr>
          <p:cNvPr id="6876" name="Google Shape;6876;p506"/>
          <p:cNvSpPr txBox="1"/>
          <p:nvPr/>
        </p:nvSpPr>
        <p:spPr>
          <a:xfrm rot="-5400000">
            <a:off x="5050075" y="2285000"/>
            <a:ext cx="548400" cy="3078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 sz="600">
                <a:solidFill>
                  <a:schemeClr val="lt1"/>
                </a:solidFill>
                <a:latin typeface="IBM Plex Sans"/>
                <a:ea typeface="IBM Plex Sans"/>
                <a:cs typeface="IBM Plex Sans"/>
                <a:sym typeface="IBM Plex Sans"/>
              </a:rPr>
              <a:t>fetch bot script from Zeebe</a:t>
            </a:r>
            <a:endParaRPr sz="600">
              <a:solidFill>
                <a:schemeClr val="lt1"/>
              </a:solidFill>
              <a:latin typeface="IBM Plex Sans"/>
              <a:ea typeface="IBM Plex Sans"/>
              <a:cs typeface="IBM Plex Sans"/>
              <a:sym typeface="IBM Plex Sans"/>
            </a:endParaRPr>
          </a:p>
        </p:txBody>
      </p:sp>
      <p:cxnSp>
        <p:nvCxnSpPr>
          <p:cNvPr id="6877" name="Google Shape;6877;p506"/>
          <p:cNvCxnSpPr/>
          <p:nvPr/>
        </p:nvCxnSpPr>
        <p:spPr>
          <a:xfrm>
            <a:off x="5170363" y="2126724"/>
            <a:ext cx="0" cy="1418700"/>
          </a:xfrm>
          <a:prstGeom prst="straightConnector1">
            <a:avLst/>
          </a:prstGeom>
          <a:noFill/>
          <a:ln w="9525" cap="flat" cmpd="sng">
            <a:solidFill>
              <a:schemeClr val="lt1"/>
            </a:solidFill>
            <a:prstDash val="solid"/>
            <a:round/>
            <a:headEnd type="none" w="med" len="med"/>
            <a:tailEnd type="triangle" w="med" len="med"/>
          </a:ln>
        </p:spPr>
      </p:cxnSp>
      <p:sp>
        <p:nvSpPr>
          <p:cNvPr id="6878" name="Google Shape;6878;p506"/>
          <p:cNvSpPr/>
          <p:nvPr/>
        </p:nvSpPr>
        <p:spPr>
          <a:xfrm>
            <a:off x="7696500" y="1718000"/>
            <a:ext cx="788700" cy="304500"/>
          </a:xfrm>
          <a:prstGeom prst="flowChartAlternateProcess">
            <a:avLst/>
          </a:pr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700">
                <a:solidFill>
                  <a:schemeClr val="lt1"/>
                </a:solidFill>
                <a:latin typeface="IBM Plex Sans"/>
                <a:ea typeface="IBM Plex Sans"/>
                <a:cs typeface="IBM Plex Sans"/>
                <a:sym typeface="IBM Plex Sans"/>
              </a:rPr>
              <a:t>view script errors</a:t>
            </a:r>
            <a:endParaRPr sz="700">
              <a:solidFill>
                <a:schemeClr val="lt1"/>
              </a:solidFill>
              <a:latin typeface="IBM Plex Sans"/>
              <a:ea typeface="IBM Plex Sans"/>
              <a:cs typeface="IBM Plex Sans"/>
              <a:sym typeface="IBM Plex Sans"/>
            </a:endParaRPr>
          </a:p>
        </p:txBody>
      </p:sp>
      <p:cxnSp>
        <p:nvCxnSpPr>
          <p:cNvPr id="6879" name="Google Shape;6879;p506"/>
          <p:cNvCxnSpPr>
            <a:stCxn id="6844" idx="2"/>
            <a:endCxn id="6878" idx="1"/>
          </p:cNvCxnSpPr>
          <p:nvPr/>
        </p:nvCxnSpPr>
        <p:spPr>
          <a:xfrm rot="-5400000" flipH="1">
            <a:off x="7316777" y="1490589"/>
            <a:ext cx="303900" cy="455700"/>
          </a:xfrm>
          <a:prstGeom prst="bentConnector2">
            <a:avLst/>
          </a:prstGeom>
          <a:noFill/>
          <a:ln w="9525" cap="flat" cmpd="sng">
            <a:solidFill>
              <a:schemeClr val="lt1"/>
            </a:solidFill>
            <a:prstDash val="dot"/>
            <a:round/>
            <a:headEnd type="none" w="med" len="med"/>
            <a:tailEnd type="none" w="med" len="med"/>
          </a:ln>
        </p:spPr>
      </p:cxnSp>
      <p:sp>
        <p:nvSpPr>
          <p:cNvPr id="6880" name="Google Shape;6880;p506"/>
          <p:cNvSpPr/>
          <p:nvPr/>
        </p:nvSpPr>
        <p:spPr>
          <a:xfrm>
            <a:off x="7131300" y="1238100"/>
            <a:ext cx="153360" cy="171072"/>
          </a:xfrm>
          <a:prstGeom prst="lightningBolt">
            <a:avLst/>
          </a:prstGeom>
          <a:solidFill>
            <a:srgbClr val="F9382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BM Plex Sans"/>
              <a:ea typeface="IBM Plex Sans"/>
              <a:cs typeface="IBM Plex Sans"/>
              <a:sym typeface="IBM Plex Sans"/>
            </a:endParaRPr>
          </a:p>
        </p:txBody>
      </p:sp>
      <p:cxnSp>
        <p:nvCxnSpPr>
          <p:cNvPr id="6881" name="Google Shape;6881;p506"/>
          <p:cNvCxnSpPr/>
          <p:nvPr/>
        </p:nvCxnSpPr>
        <p:spPr>
          <a:xfrm rot="10800000">
            <a:off x="4087300" y="1581375"/>
            <a:ext cx="0" cy="1563000"/>
          </a:xfrm>
          <a:prstGeom prst="straightConnector1">
            <a:avLst/>
          </a:prstGeom>
          <a:noFill/>
          <a:ln w="9525" cap="flat" cmpd="sng">
            <a:solidFill>
              <a:schemeClr val="lt1"/>
            </a:solidFill>
            <a:prstDash val="solid"/>
            <a:round/>
            <a:headEnd type="none" w="med" len="med"/>
            <a:tailEnd type="triangle" w="med" len="med"/>
          </a:ln>
        </p:spPr>
      </p:cxn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Shape 6885"/>
        <p:cNvGrpSpPr/>
        <p:nvPr/>
      </p:nvGrpSpPr>
      <p:grpSpPr>
        <a:xfrm>
          <a:off x="0" y="0"/>
          <a:ext cx="0" cy="0"/>
          <a:chOff x="0" y="0"/>
          <a:chExt cx="0" cy="0"/>
        </a:xfrm>
      </p:grpSpPr>
      <p:sp>
        <p:nvSpPr>
          <p:cNvPr id="6886" name="Google Shape;6886;p507"/>
          <p:cNvSpPr txBox="1">
            <a:spLocks noGrp="1"/>
          </p:cNvSpPr>
          <p:nvPr>
            <p:ph type="title"/>
          </p:nvPr>
        </p:nvSpPr>
        <p:spPr>
          <a:xfrm>
            <a:off x="1476301" y="1789950"/>
            <a:ext cx="5915700" cy="996300"/>
          </a:xfrm>
          <a:prstGeom prst="rect">
            <a:avLst/>
          </a:prstGeom>
        </p:spPr>
        <p:txBody>
          <a:bodyPr spcFirstLastPara="1" wrap="square" lIns="0" tIns="0" rIns="0" bIns="0" anchor="ctr" anchorCtr="0">
            <a:normAutofit/>
          </a:bodyPr>
          <a:lstStyle/>
          <a:p>
            <a:pPr marL="0" lvl="0" indent="0" algn="ctr" rtl="0">
              <a:spcBef>
                <a:spcPts val="0"/>
              </a:spcBef>
              <a:spcAft>
                <a:spcPts val="0"/>
              </a:spcAft>
              <a:buNone/>
            </a:pPr>
            <a:r>
              <a:rPr lang="en" sz="2200"/>
              <a:t>Camunda intelligent document processing</a:t>
            </a:r>
            <a:endParaRPr sz="2200"/>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Shape 6890"/>
        <p:cNvGrpSpPr/>
        <p:nvPr/>
      </p:nvGrpSpPr>
      <p:grpSpPr>
        <a:xfrm>
          <a:off x="0" y="0"/>
          <a:ext cx="0" cy="0"/>
          <a:chOff x="0" y="0"/>
          <a:chExt cx="0" cy="0"/>
        </a:xfrm>
      </p:grpSpPr>
      <p:sp>
        <p:nvSpPr>
          <p:cNvPr id="6891" name="Google Shape;6891;p508"/>
          <p:cNvSpPr txBox="1">
            <a:spLocks noGrp="1"/>
          </p:cNvSpPr>
          <p:nvPr>
            <p:ph type="title"/>
          </p:nvPr>
        </p:nvSpPr>
        <p:spPr>
          <a:xfrm>
            <a:off x="457201" y="114300"/>
            <a:ext cx="8229600" cy="738900"/>
          </a:xfrm>
          <a:prstGeom prst="rect">
            <a:avLst/>
          </a:prstGeom>
        </p:spPr>
        <p:txBody>
          <a:bodyPr spcFirstLastPara="1" wrap="square" lIns="0" tIns="0" rIns="0" bIns="0" anchor="t" anchorCtr="0">
            <a:spAutoFit/>
          </a:bodyPr>
          <a:lstStyle/>
          <a:p>
            <a:pPr marL="0" lvl="0" indent="0" algn="l" rtl="0">
              <a:spcBef>
                <a:spcPts val="0"/>
              </a:spcBef>
              <a:spcAft>
                <a:spcPts val="0"/>
              </a:spcAft>
              <a:buNone/>
            </a:pPr>
            <a:r>
              <a:rPr lang="en" sz="2400"/>
              <a:t>Document-dependent business processes need process orchestration</a:t>
            </a:r>
            <a:endParaRPr sz="2400"/>
          </a:p>
        </p:txBody>
      </p:sp>
      <p:sp>
        <p:nvSpPr>
          <p:cNvPr id="6892" name="Google Shape;6892;p508"/>
          <p:cNvSpPr txBox="1">
            <a:spLocks noGrp="1"/>
          </p:cNvSpPr>
          <p:nvPr>
            <p:ph type="body" idx="1"/>
          </p:nvPr>
        </p:nvSpPr>
        <p:spPr>
          <a:xfrm>
            <a:off x="691650" y="1939350"/>
            <a:ext cx="3548400" cy="2971500"/>
          </a:xfrm>
          <a:prstGeom prst="rect">
            <a:avLst/>
          </a:prstGeom>
        </p:spPr>
        <p:txBody>
          <a:bodyPr spcFirstLastPara="1" wrap="square" lIns="0" tIns="0" rIns="0" bIns="0" anchor="t" anchorCtr="0">
            <a:normAutofit lnSpcReduction="10000"/>
          </a:bodyPr>
          <a:lstStyle/>
          <a:p>
            <a:pPr marL="457200" lvl="0" indent="-304800" algn="l" rtl="0">
              <a:spcBef>
                <a:spcPts val="0"/>
              </a:spcBef>
              <a:spcAft>
                <a:spcPts val="0"/>
              </a:spcAft>
              <a:buSzPts val="1200"/>
              <a:buChar char="■"/>
            </a:pPr>
            <a:r>
              <a:rPr lang="en" sz="1200"/>
              <a:t>Fragmented automation is implemented via isolated document tasks without an overview of the end-to-end business process</a:t>
            </a:r>
            <a:endParaRPr sz="1200"/>
          </a:p>
          <a:p>
            <a:pPr marL="457200" lvl="0" indent="-304800" algn="l" rtl="0">
              <a:spcBef>
                <a:spcPts val="1000"/>
              </a:spcBef>
              <a:spcAft>
                <a:spcPts val="0"/>
              </a:spcAft>
              <a:buSzPts val="1200"/>
              <a:buChar char="■"/>
            </a:pPr>
            <a:r>
              <a:rPr lang="en" sz="1200"/>
              <a:t>Fragmentation makes it hard to monitor, manage, and optimize document-dependent business processes</a:t>
            </a:r>
            <a:endParaRPr sz="1200"/>
          </a:p>
          <a:p>
            <a:pPr marL="457200" lvl="0" indent="-304800" algn="l" rtl="0">
              <a:spcBef>
                <a:spcPts val="1000"/>
              </a:spcBef>
              <a:spcAft>
                <a:spcPts val="0"/>
              </a:spcAft>
              <a:buSzPts val="1200"/>
              <a:buChar char="■"/>
            </a:pPr>
            <a:r>
              <a:rPr lang="en" sz="1200"/>
              <a:t>It’s difficult to manage the cost and complexity of multiple tools for document handling, processing, and analysis</a:t>
            </a:r>
            <a:endParaRPr sz="1200"/>
          </a:p>
          <a:p>
            <a:pPr marL="457200" lvl="0" indent="-304800" algn="l" rtl="0">
              <a:spcBef>
                <a:spcPts val="1000"/>
              </a:spcBef>
              <a:spcAft>
                <a:spcPts val="1000"/>
              </a:spcAft>
              <a:buSzPts val="1200"/>
              <a:buChar char="■"/>
            </a:pPr>
            <a:r>
              <a:rPr lang="en" sz="1200"/>
              <a:t>An inflexible approach to IDP prevents teams from adapting to changing business and compliance requirements</a:t>
            </a:r>
            <a:endParaRPr sz="1200"/>
          </a:p>
        </p:txBody>
      </p:sp>
      <p:sp>
        <p:nvSpPr>
          <p:cNvPr id="6893" name="Google Shape;6893;p508"/>
          <p:cNvSpPr txBox="1">
            <a:spLocks noGrp="1"/>
          </p:cNvSpPr>
          <p:nvPr>
            <p:ph type="subTitle" idx="2"/>
          </p:nvPr>
        </p:nvSpPr>
        <p:spPr>
          <a:xfrm>
            <a:off x="700375" y="1218001"/>
            <a:ext cx="3548400" cy="450600"/>
          </a:xfrm>
          <a:prstGeom prst="rect">
            <a:avLst/>
          </a:prstGeom>
        </p:spPr>
        <p:txBody>
          <a:bodyPr spcFirstLastPara="1" wrap="square" lIns="0" tIns="0" rIns="0" bIns="0" anchor="ctr" anchorCtr="0">
            <a:normAutofit/>
          </a:bodyPr>
          <a:lstStyle/>
          <a:p>
            <a:pPr marL="0" lvl="0" indent="0" algn="ctr" rtl="0">
              <a:spcBef>
                <a:spcPts val="0"/>
              </a:spcBef>
              <a:spcAft>
                <a:spcPts val="0"/>
              </a:spcAft>
              <a:buNone/>
            </a:pPr>
            <a:r>
              <a:rPr lang="en" sz="1800"/>
              <a:t>Common IDP Challenges</a:t>
            </a:r>
            <a:endParaRPr sz="1800"/>
          </a:p>
        </p:txBody>
      </p:sp>
      <p:sp>
        <p:nvSpPr>
          <p:cNvPr id="6894" name="Google Shape;6894;p508"/>
          <p:cNvSpPr txBox="1">
            <a:spLocks noGrp="1"/>
          </p:cNvSpPr>
          <p:nvPr>
            <p:ph type="body" idx="3"/>
          </p:nvPr>
        </p:nvSpPr>
        <p:spPr>
          <a:xfrm>
            <a:off x="4904250" y="1939350"/>
            <a:ext cx="3548400" cy="2971500"/>
          </a:xfrm>
          <a:prstGeom prst="rect">
            <a:avLst/>
          </a:prstGeom>
        </p:spPr>
        <p:txBody>
          <a:bodyPr spcFirstLastPara="1" wrap="square" lIns="0" tIns="0" rIns="0" bIns="0" anchor="t" anchorCtr="0">
            <a:normAutofit/>
          </a:bodyPr>
          <a:lstStyle/>
          <a:p>
            <a:pPr marL="457200" lvl="0" indent="-304800" algn="l" rtl="0">
              <a:spcBef>
                <a:spcPts val="0"/>
              </a:spcBef>
              <a:spcAft>
                <a:spcPts val="0"/>
              </a:spcAft>
              <a:buSzPts val="1200"/>
              <a:buChar char="■"/>
            </a:pPr>
            <a:r>
              <a:rPr lang="en" sz="1200"/>
              <a:t>Move beyond isolated IDP implementations to orchestrate end-to-end business processes that combine documents, APIs, AI/ML, and more</a:t>
            </a:r>
            <a:endParaRPr sz="1200"/>
          </a:p>
          <a:p>
            <a:pPr marL="457200" lvl="0" indent="-304800" algn="l" rtl="0">
              <a:spcBef>
                <a:spcPts val="1000"/>
              </a:spcBef>
              <a:spcAft>
                <a:spcPts val="0"/>
              </a:spcAft>
              <a:buSzPts val="1200"/>
              <a:buChar char="■"/>
            </a:pPr>
            <a:r>
              <a:rPr lang="en" sz="1200"/>
              <a:t>Gain process visibility so you can identify ways to improve document processing</a:t>
            </a:r>
            <a:endParaRPr sz="1200"/>
          </a:p>
          <a:p>
            <a:pPr marL="457200" lvl="0" indent="-304800" algn="l" rtl="0">
              <a:spcBef>
                <a:spcPts val="1000"/>
              </a:spcBef>
              <a:spcAft>
                <a:spcPts val="0"/>
              </a:spcAft>
              <a:buSzPts val="1200"/>
              <a:buChar char="■"/>
            </a:pPr>
            <a:r>
              <a:rPr lang="en" sz="1200"/>
              <a:t>Reduce costs and complexity by only using the IDP functionality you truly need</a:t>
            </a:r>
            <a:endParaRPr sz="1200"/>
          </a:p>
          <a:p>
            <a:pPr marL="457200" lvl="0" indent="-304800" algn="l" rtl="0">
              <a:spcBef>
                <a:spcPts val="1000"/>
              </a:spcBef>
              <a:spcAft>
                <a:spcPts val="1000"/>
              </a:spcAft>
              <a:buSzPts val="1200"/>
              <a:buChar char="■"/>
            </a:pPr>
            <a:r>
              <a:rPr lang="en" sz="1200"/>
              <a:t>Give teams flexibility to address new business requirements through a scalable, composable process architecture</a:t>
            </a:r>
            <a:endParaRPr sz="1200"/>
          </a:p>
        </p:txBody>
      </p:sp>
      <p:sp>
        <p:nvSpPr>
          <p:cNvPr id="6895" name="Google Shape;6895;p508"/>
          <p:cNvSpPr txBox="1">
            <a:spLocks noGrp="1"/>
          </p:cNvSpPr>
          <p:nvPr>
            <p:ph type="subTitle" idx="4"/>
          </p:nvPr>
        </p:nvSpPr>
        <p:spPr>
          <a:xfrm>
            <a:off x="4912976" y="1218001"/>
            <a:ext cx="3548400" cy="450600"/>
          </a:xfrm>
          <a:prstGeom prst="rect">
            <a:avLst/>
          </a:prstGeom>
        </p:spPr>
        <p:txBody>
          <a:bodyPr spcFirstLastPara="1" wrap="square" lIns="0" tIns="0" rIns="0" bIns="0" anchor="ctr" anchorCtr="0">
            <a:normAutofit/>
          </a:bodyPr>
          <a:lstStyle/>
          <a:p>
            <a:pPr marL="0" lvl="0" indent="0" algn="ctr" rtl="0">
              <a:spcBef>
                <a:spcPts val="0"/>
              </a:spcBef>
              <a:spcAft>
                <a:spcPts val="0"/>
              </a:spcAft>
              <a:buNone/>
            </a:pPr>
            <a:r>
              <a:rPr lang="en" sz="1800"/>
              <a:t>IDP with Camunda</a:t>
            </a:r>
            <a:endParaRPr sz="1800"/>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Shape 6899"/>
        <p:cNvGrpSpPr/>
        <p:nvPr/>
      </p:nvGrpSpPr>
      <p:grpSpPr>
        <a:xfrm>
          <a:off x="0" y="0"/>
          <a:ext cx="0" cy="0"/>
          <a:chOff x="0" y="0"/>
          <a:chExt cx="0" cy="0"/>
        </a:xfrm>
      </p:grpSpPr>
      <p:sp>
        <p:nvSpPr>
          <p:cNvPr id="6900" name="Google Shape;6900;p509"/>
          <p:cNvSpPr txBox="1">
            <a:spLocks noGrp="1"/>
          </p:cNvSpPr>
          <p:nvPr>
            <p:ph type="title"/>
          </p:nvPr>
        </p:nvSpPr>
        <p:spPr>
          <a:xfrm>
            <a:off x="457200" y="114300"/>
            <a:ext cx="8229600" cy="369300"/>
          </a:xfrm>
          <a:prstGeom prst="rect">
            <a:avLst/>
          </a:prstGeom>
        </p:spPr>
        <p:txBody>
          <a:bodyPr spcFirstLastPara="1" wrap="square" lIns="0" tIns="0" rIns="0" bIns="0" anchor="t" anchorCtr="0">
            <a:spAutoFit/>
          </a:bodyPr>
          <a:lstStyle/>
          <a:p>
            <a:pPr marL="0" lvl="0" indent="0" algn="l" rtl="0">
              <a:spcBef>
                <a:spcPts val="0"/>
              </a:spcBef>
              <a:spcAft>
                <a:spcPts val="0"/>
              </a:spcAft>
              <a:buSzPts val="990"/>
              <a:buNone/>
            </a:pPr>
            <a:r>
              <a:rPr lang="en" sz="2400"/>
              <a:t>Transform documents into instant insights</a:t>
            </a:r>
            <a:endParaRPr sz="2400"/>
          </a:p>
        </p:txBody>
      </p:sp>
      <p:pic>
        <p:nvPicPr>
          <p:cNvPr id="6901" name="Google Shape;6901;p509"/>
          <p:cNvPicPr preferRelativeResize="0">
            <a:picLocks noGrp="1"/>
          </p:cNvPicPr>
          <p:nvPr>
            <p:ph type="pic" idx="2"/>
          </p:nvPr>
        </p:nvPicPr>
        <p:blipFill rotWithShape="1">
          <a:blip r:embed="rId3">
            <a:alphaModFix/>
          </a:blip>
          <a:srcRect t="8471" b="8479"/>
          <a:stretch/>
        </p:blipFill>
        <p:spPr>
          <a:xfrm>
            <a:off x="4301325" y="1068024"/>
            <a:ext cx="548700" cy="455700"/>
          </a:xfrm>
          <a:prstGeom prst="rect">
            <a:avLst/>
          </a:prstGeom>
        </p:spPr>
      </p:pic>
      <p:sp>
        <p:nvSpPr>
          <p:cNvPr id="6902" name="Google Shape;6902;p509"/>
          <p:cNvSpPr txBox="1">
            <a:spLocks noGrp="1"/>
          </p:cNvSpPr>
          <p:nvPr>
            <p:ph type="subTitle" idx="1"/>
          </p:nvPr>
        </p:nvSpPr>
        <p:spPr>
          <a:xfrm>
            <a:off x="3780675" y="1673283"/>
            <a:ext cx="1574700" cy="311400"/>
          </a:xfrm>
          <a:prstGeom prst="rect">
            <a:avLst/>
          </a:prstGeom>
        </p:spPr>
        <p:txBody>
          <a:bodyPr spcFirstLastPara="1" wrap="square" lIns="0" tIns="0" rIns="0" bIns="0" anchor="t" anchorCtr="0">
            <a:normAutofit fontScale="62500" lnSpcReduction="20000"/>
          </a:bodyPr>
          <a:lstStyle/>
          <a:p>
            <a:pPr marL="0" lvl="0" indent="0" algn="ctr" rtl="0">
              <a:lnSpc>
                <a:spcPct val="100000"/>
              </a:lnSpc>
              <a:spcBef>
                <a:spcPts val="0"/>
              </a:spcBef>
              <a:spcAft>
                <a:spcPts val="1200"/>
              </a:spcAft>
              <a:buSzPts val="852"/>
              <a:buNone/>
            </a:pPr>
            <a:r>
              <a:rPr lang="en" sz="1140">
                <a:solidFill>
                  <a:schemeClr val="accent1"/>
                </a:solidFill>
              </a:rPr>
              <a:t>Deliver automation projects faster</a:t>
            </a:r>
            <a:endParaRPr sz="1140">
              <a:solidFill>
                <a:schemeClr val="accent1"/>
              </a:solidFill>
            </a:endParaRPr>
          </a:p>
        </p:txBody>
      </p:sp>
      <p:sp>
        <p:nvSpPr>
          <p:cNvPr id="6903" name="Google Shape;6903;p509"/>
          <p:cNvSpPr txBox="1">
            <a:spLocks noGrp="1"/>
          </p:cNvSpPr>
          <p:nvPr>
            <p:ph type="body" idx="3"/>
          </p:nvPr>
        </p:nvSpPr>
        <p:spPr>
          <a:xfrm>
            <a:off x="3788025" y="2048027"/>
            <a:ext cx="1575300" cy="783000"/>
          </a:xfrm>
          <a:prstGeom prst="rect">
            <a:avLst/>
          </a:prstGeom>
        </p:spPr>
        <p:txBody>
          <a:bodyPr spcFirstLastPara="1" wrap="square" lIns="0" tIns="0" rIns="0" bIns="0" anchor="t" anchorCtr="0">
            <a:normAutofit/>
          </a:bodyPr>
          <a:lstStyle/>
          <a:p>
            <a:pPr marL="0" lvl="0" indent="0" algn="ctr" rtl="0">
              <a:lnSpc>
                <a:spcPct val="100000"/>
              </a:lnSpc>
              <a:spcBef>
                <a:spcPts val="0"/>
              </a:spcBef>
              <a:spcAft>
                <a:spcPts val="1200"/>
              </a:spcAft>
              <a:buNone/>
            </a:pPr>
            <a:r>
              <a:rPr lang="en" sz="900"/>
              <a:t>Rapidly automate document-</a:t>
            </a:r>
            <a:br>
              <a:rPr lang="en" sz="900"/>
            </a:br>
            <a:r>
              <a:rPr lang="en" sz="900"/>
              <a:t>based processes to reduce manual effort, increase efficiency,and reduce errors</a:t>
            </a:r>
            <a:endParaRPr sz="900"/>
          </a:p>
        </p:txBody>
      </p:sp>
      <p:pic>
        <p:nvPicPr>
          <p:cNvPr id="6904" name="Google Shape;6904;p509"/>
          <p:cNvPicPr preferRelativeResize="0">
            <a:picLocks noGrp="1"/>
          </p:cNvPicPr>
          <p:nvPr>
            <p:ph type="pic" idx="4"/>
          </p:nvPr>
        </p:nvPicPr>
        <p:blipFill rotWithShape="1">
          <a:blip r:embed="rId4">
            <a:alphaModFix/>
          </a:blip>
          <a:srcRect t="8471" b="8479"/>
          <a:stretch/>
        </p:blipFill>
        <p:spPr>
          <a:xfrm>
            <a:off x="4305000" y="2986399"/>
            <a:ext cx="548700" cy="455700"/>
          </a:xfrm>
          <a:prstGeom prst="rect">
            <a:avLst/>
          </a:prstGeom>
        </p:spPr>
      </p:pic>
      <p:sp>
        <p:nvSpPr>
          <p:cNvPr id="6905" name="Google Shape;6905;p509"/>
          <p:cNvSpPr txBox="1">
            <a:spLocks noGrp="1"/>
          </p:cNvSpPr>
          <p:nvPr>
            <p:ph type="subTitle" idx="5"/>
          </p:nvPr>
        </p:nvSpPr>
        <p:spPr>
          <a:xfrm>
            <a:off x="3784350" y="3591658"/>
            <a:ext cx="1574700" cy="311400"/>
          </a:xfrm>
          <a:prstGeom prst="rect">
            <a:avLst/>
          </a:prstGeom>
        </p:spPr>
        <p:txBody>
          <a:bodyPr spcFirstLastPara="1" wrap="square" lIns="0" tIns="0" rIns="0" bIns="0" anchor="t" anchorCtr="0">
            <a:normAutofit fontScale="62500" lnSpcReduction="20000"/>
          </a:bodyPr>
          <a:lstStyle/>
          <a:p>
            <a:pPr marL="0" lvl="0" indent="0" algn="ctr" rtl="0">
              <a:lnSpc>
                <a:spcPct val="100000"/>
              </a:lnSpc>
              <a:spcBef>
                <a:spcPts val="0"/>
              </a:spcBef>
              <a:spcAft>
                <a:spcPts val="1200"/>
              </a:spcAft>
              <a:buSzPts val="852"/>
              <a:buNone/>
            </a:pPr>
            <a:r>
              <a:rPr lang="en" sz="1140">
                <a:solidFill>
                  <a:schemeClr val="accent1"/>
                </a:solidFill>
              </a:rPr>
              <a:t>Align human and machine workers</a:t>
            </a:r>
            <a:endParaRPr sz="1140">
              <a:solidFill>
                <a:schemeClr val="accent1"/>
              </a:solidFill>
            </a:endParaRPr>
          </a:p>
        </p:txBody>
      </p:sp>
      <p:sp>
        <p:nvSpPr>
          <p:cNvPr id="6906" name="Google Shape;6906;p509"/>
          <p:cNvSpPr txBox="1">
            <a:spLocks noGrp="1"/>
          </p:cNvSpPr>
          <p:nvPr>
            <p:ph type="body" idx="6"/>
          </p:nvPr>
        </p:nvSpPr>
        <p:spPr>
          <a:xfrm>
            <a:off x="3791700" y="3966402"/>
            <a:ext cx="1575300" cy="783000"/>
          </a:xfrm>
          <a:prstGeom prst="rect">
            <a:avLst/>
          </a:prstGeom>
        </p:spPr>
        <p:txBody>
          <a:bodyPr spcFirstLastPara="1" wrap="square" lIns="0" tIns="0" rIns="0" bIns="0" anchor="t" anchorCtr="0">
            <a:normAutofit/>
          </a:bodyPr>
          <a:lstStyle/>
          <a:p>
            <a:pPr marL="0" lvl="0" indent="0" algn="ctr" rtl="0">
              <a:lnSpc>
                <a:spcPct val="100000"/>
              </a:lnSpc>
              <a:spcBef>
                <a:spcPts val="0"/>
              </a:spcBef>
              <a:spcAft>
                <a:spcPts val="1200"/>
              </a:spcAft>
              <a:buNone/>
            </a:pPr>
            <a:r>
              <a:rPr lang="en" sz="900"/>
              <a:t>Automate repetitive tasks, boost knowledge workers’ productivity, and enhance team efficiency</a:t>
            </a:r>
            <a:endParaRPr sz="900"/>
          </a:p>
        </p:txBody>
      </p:sp>
      <p:pic>
        <p:nvPicPr>
          <p:cNvPr id="6907" name="Google Shape;6907;p509"/>
          <p:cNvPicPr preferRelativeResize="0">
            <a:picLocks noGrp="1"/>
          </p:cNvPicPr>
          <p:nvPr>
            <p:ph type="pic" idx="7"/>
          </p:nvPr>
        </p:nvPicPr>
        <p:blipFill rotWithShape="1">
          <a:blip r:embed="rId5">
            <a:alphaModFix/>
          </a:blip>
          <a:srcRect t="8471" b="8479"/>
          <a:stretch/>
        </p:blipFill>
        <p:spPr>
          <a:xfrm>
            <a:off x="2030325" y="1068024"/>
            <a:ext cx="548700" cy="455700"/>
          </a:xfrm>
          <a:prstGeom prst="rect">
            <a:avLst/>
          </a:prstGeom>
        </p:spPr>
      </p:pic>
      <p:sp>
        <p:nvSpPr>
          <p:cNvPr id="6908" name="Google Shape;6908;p509"/>
          <p:cNvSpPr txBox="1">
            <a:spLocks noGrp="1"/>
          </p:cNvSpPr>
          <p:nvPr>
            <p:ph type="subTitle" idx="8"/>
          </p:nvPr>
        </p:nvSpPr>
        <p:spPr>
          <a:xfrm>
            <a:off x="1509675" y="1673283"/>
            <a:ext cx="1574700" cy="311400"/>
          </a:xfrm>
          <a:prstGeom prst="rect">
            <a:avLst/>
          </a:prstGeom>
        </p:spPr>
        <p:txBody>
          <a:bodyPr spcFirstLastPara="1" wrap="square" lIns="0" tIns="0" rIns="0" bIns="0" anchor="t" anchorCtr="0">
            <a:normAutofit fontScale="62500" lnSpcReduction="20000"/>
          </a:bodyPr>
          <a:lstStyle/>
          <a:p>
            <a:pPr marL="0" lvl="0" indent="0" algn="ctr" rtl="0">
              <a:lnSpc>
                <a:spcPct val="100000"/>
              </a:lnSpc>
              <a:spcBef>
                <a:spcPts val="0"/>
              </a:spcBef>
              <a:spcAft>
                <a:spcPts val="1200"/>
              </a:spcAft>
              <a:buSzPts val="852"/>
              <a:buNone/>
            </a:pPr>
            <a:r>
              <a:rPr lang="en" sz="1140">
                <a:solidFill>
                  <a:schemeClr val="accent1"/>
                </a:solidFill>
              </a:rPr>
              <a:t>Automate processes from end to end</a:t>
            </a:r>
            <a:endParaRPr sz="1140">
              <a:solidFill>
                <a:schemeClr val="accent1"/>
              </a:solidFill>
            </a:endParaRPr>
          </a:p>
        </p:txBody>
      </p:sp>
      <p:sp>
        <p:nvSpPr>
          <p:cNvPr id="6909" name="Google Shape;6909;p509"/>
          <p:cNvSpPr txBox="1">
            <a:spLocks noGrp="1"/>
          </p:cNvSpPr>
          <p:nvPr>
            <p:ph type="body" idx="9"/>
          </p:nvPr>
        </p:nvSpPr>
        <p:spPr>
          <a:xfrm>
            <a:off x="1517025" y="2048027"/>
            <a:ext cx="1575300" cy="783000"/>
          </a:xfrm>
          <a:prstGeom prst="rect">
            <a:avLst/>
          </a:prstGeom>
        </p:spPr>
        <p:txBody>
          <a:bodyPr spcFirstLastPara="1" wrap="square" lIns="0" tIns="0" rIns="0" bIns="0" anchor="t" anchorCtr="0">
            <a:normAutofit/>
          </a:bodyPr>
          <a:lstStyle/>
          <a:p>
            <a:pPr marL="0" lvl="0" indent="0" algn="ctr" rtl="0">
              <a:lnSpc>
                <a:spcPct val="100000"/>
              </a:lnSpc>
              <a:spcBef>
                <a:spcPts val="0"/>
              </a:spcBef>
              <a:spcAft>
                <a:spcPts val="1200"/>
              </a:spcAft>
              <a:buNone/>
            </a:pPr>
            <a:r>
              <a:rPr lang="en" sz="900"/>
              <a:t>Automate document handling and processing in a unified process flow with RPA, AI/ML, microservices, and more</a:t>
            </a:r>
            <a:endParaRPr sz="900"/>
          </a:p>
        </p:txBody>
      </p:sp>
      <p:pic>
        <p:nvPicPr>
          <p:cNvPr id="6910" name="Google Shape;6910;p509"/>
          <p:cNvPicPr preferRelativeResize="0">
            <a:picLocks noGrp="1"/>
          </p:cNvPicPr>
          <p:nvPr>
            <p:ph type="pic" idx="13"/>
          </p:nvPr>
        </p:nvPicPr>
        <p:blipFill rotWithShape="1">
          <a:blip r:embed="rId6">
            <a:alphaModFix/>
          </a:blip>
          <a:srcRect t="8471" b="8479"/>
          <a:stretch/>
        </p:blipFill>
        <p:spPr>
          <a:xfrm>
            <a:off x="2034000" y="2986399"/>
            <a:ext cx="548700" cy="455700"/>
          </a:xfrm>
          <a:prstGeom prst="rect">
            <a:avLst/>
          </a:prstGeom>
        </p:spPr>
      </p:pic>
      <p:sp>
        <p:nvSpPr>
          <p:cNvPr id="6911" name="Google Shape;6911;p509"/>
          <p:cNvSpPr txBox="1">
            <a:spLocks noGrp="1"/>
          </p:cNvSpPr>
          <p:nvPr>
            <p:ph type="subTitle" idx="14"/>
          </p:nvPr>
        </p:nvSpPr>
        <p:spPr>
          <a:xfrm>
            <a:off x="1513350" y="3591658"/>
            <a:ext cx="1574700" cy="311400"/>
          </a:xfrm>
          <a:prstGeom prst="rect">
            <a:avLst/>
          </a:prstGeom>
        </p:spPr>
        <p:txBody>
          <a:bodyPr spcFirstLastPara="1" wrap="square" lIns="0" tIns="0" rIns="0" bIns="0" anchor="t" anchorCtr="0">
            <a:normAutofit fontScale="85000" lnSpcReduction="10000"/>
          </a:bodyPr>
          <a:lstStyle/>
          <a:p>
            <a:pPr marL="0" lvl="0" indent="0" algn="ctr" rtl="0">
              <a:lnSpc>
                <a:spcPct val="100000"/>
              </a:lnSpc>
              <a:spcBef>
                <a:spcPts val="0"/>
              </a:spcBef>
              <a:spcAft>
                <a:spcPts val="1200"/>
              </a:spcAft>
              <a:buSzPts val="852"/>
              <a:buNone/>
            </a:pPr>
            <a:r>
              <a:rPr lang="en" sz="1140">
                <a:solidFill>
                  <a:schemeClr val="accent1"/>
                </a:solidFill>
              </a:rPr>
              <a:t>Get maximum flexibility</a:t>
            </a:r>
            <a:endParaRPr sz="1140">
              <a:solidFill>
                <a:schemeClr val="accent1"/>
              </a:solidFill>
            </a:endParaRPr>
          </a:p>
        </p:txBody>
      </p:sp>
      <p:sp>
        <p:nvSpPr>
          <p:cNvPr id="6912" name="Google Shape;6912;p509"/>
          <p:cNvSpPr txBox="1">
            <a:spLocks noGrp="1"/>
          </p:cNvSpPr>
          <p:nvPr>
            <p:ph type="body" idx="15"/>
          </p:nvPr>
        </p:nvSpPr>
        <p:spPr>
          <a:xfrm>
            <a:off x="1520700" y="3966402"/>
            <a:ext cx="1575300" cy="783000"/>
          </a:xfrm>
          <a:prstGeom prst="rect">
            <a:avLst/>
          </a:prstGeom>
        </p:spPr>
        <p:txBody>
          <a:bodyPr spcFirstLastPara="1" wrap="square" lIns="0" tIns="0" rIns="0" bIns="0" anchor="t" anchorCtr="0">
            <a:normAutofit/>
          </a:bodyPr>
          <a:lstStyle/>
          <a:p>
            <a:pPr marL="0" lvl="0" indent="0" algn="ctr" rtl="0">
              <a:lnSpc>
                <a:spcPct val="100000"/>
              </a:lnSpc>
              <a:spcBef>
                <a:spcPts val="0"/>
              </a:spcBef>
              <a:spcAft>
                <a:spcPts val="1200"/>
              </a:spcAft>
              <a:buNone/>
            </a:pPr>
            <a:r>
              <a:rPr lang="en" sz="900"/>
              <a:t>Use your preferred IDP providers and services thanks to Camunda’s composable orchestration architecture</a:t>
            </a:r>
            <a:endParaRPr sz="900"/>
          </a:p>
        </p:txBody>
      </p:sp>
      <p:pic>
        <p:nvPicPr>
          <p:cNvPr id="6913" name="Google Shape;6913;p509"/>
          <p:cNvPicPr preferRelativeResize="0">
            <a:picLocks noGrp="1"/>
          </p:cNvPicPr>
          <p:nvPr>
            <p:ph type="pic" idx="16"/>
          </p:nvPr>
        </p:nvPicPr>
        <p:blipFill rotWithShape="1">
          <a:blip r:embed="rId7">
            <a:alphaModFix/>
          </a:blip>
          <a:srcRect t="8471" b="8479"/>
          <a:stretch/>
        </p:blipFill>
        <p:spPr>
          <a:xfrm>
            <a:off x="6583350" y="1068024"/>
            <a:ext cx="548700" cy="455700"/>
          </a:xfrm>
          <a:prstGeom prst="rect">
            <a:avLst/>
          </a:prstGeom>
        </p:spPr>
      </p:pic>
      <p:sp>
        <p:nvSpPr>
          <p:cNvPr id="6914" name="Google Shape;6914;p509"/>
          <p:cNvSpPr txBox="1">
            <a:spLocks noGrp="1"/>
          </p:cNvSpPr>
          <p:nvPr>
            <p:ph type="subTitle" idx="17"/>
          </p:nvPr>
        </p:nvSpPr>
        <p:spPr>
          <a:xfrm>
            <a:off x="6062700" y="1673283"/>
            <a:ext cx="1574700" cy="311400"/>
          </a:xfrm>
          <a:prstGeom prst="rect">
            <a:avLst/>
          </a:prstGeom>
        </p:spPr>
        <p:txBody>
          <a:bodyPr spcFirstLastPara="1" wrap="square" lIns="0" tIns="0" rIns="0" bIns="0" anchor="t" anchorCtr="0">
            <a:normAutofit fontScale="70000" lnSpcReduction="20000"/>
          </a:bodyPr>
          <a:lstStyle/>
          <a:p>
            <a:pPr marL="0" lvl="0" indent="0" algn="ctr" rtl="0">
              <a:lnSpc>
                <a:spcPct val="100000"/>
              </a:lnSpc>
              <a:spcBef>
                <a:spcPts val="0"/>
              </a:spcBef>
              <a:spcAft>
                <a:spcPts val="1200"/>
              </a:spcAft>
              <a:buSzPts val="852"/>
              <a:buNone/>
            </a:pPr>
            <a:r>
              <a:rPr lang="en" sz="1140">
                <a:solidFill>
                  <a:schemeClr val="accent1"/>
                </a:solidFill>
              </a:rPr>
              <a:t>Integrate documents seamlessly</a:t>
            </a:r>
            <a:endParaRPr sz="1140">
              <a:solidFill>
                <a:schemeClr val="accent1"/>
              </a:solidFill>
            </a:endParaRPr>
          </a:p>
        </p:txBody>
      </p:sp>
      <p:sp>
        <p:nvSpPr>
          <p:cNvPr id="6915" name="Google Shape;6915;p509"/>
          <p:cNvSpPr txBox="1">
            <a:spLocks noGrp="1"/>
          </p:cNvSpPr>
          <p:nvPr>
            <p:ph type="body" idx="18"/>
          </p:nvPr>
        </p:nvSpPr>
        <p:spPr>
          <a:xfrm>
            <a:off x="6070050" y="2048027"/>
            <a:ext cx="1575300" cy="783000"/>
          </a:xfrm>
          <a:prstGeom prst="rect">
            <a:avLst/>
          </a:prstGeom>
        </p:spPr>
        <p:txBody>
          <a:bodyPr spcFirstLastPara="1" wrap="square" lIns="0" tIns="0" rIns="0" bIns="0" anchor="t" anchorCtr="0">
            <a:normAutofit/>
          </a:bodyPr>
          <a:lstStyle/>
          <a:p>
            <a:pPr marL="0" lvl="0" indent="0" algn="ctr" rtl="0">
              <a:lnSpc>
                <a:spcPct val="100000"/>
              </a:lnSpc>
              <a:spcBef>
                <a:spcPts val="0"/>
              </a:spcBef>
              <a:spcAft>
                <a:spcPts val="1200"/>
              </a:spcAft>
              <a:buNone/>
            </a:pPr>
            <a:r>
              <a:rPr lang="en" sz="900"/>
              <a:t>Plug-and-play document handling and processing from multiple IDP providers in a unified business process</a:t>
            </a:r>
            <a:endParaRPr sz="900"/>
          </a:p>
        </p:txBody>
      </p:sp>
      <p:pic>
        <p:nvPicPr>
          <p:cNvPr id="6916" name="Google Shape;6916;p509"/>
          <p:cNvPicPr preferRelativeResize="0">
            <a:picLocks noGrp="1"/>
          </p:cNvPicPr>
          <p:nvPr>
            <p:ph type="pic" idx="19"/>
          </p:nvPr>
        </p:nvPicPr>
        <p:blipFill rotWithShape="1">
          <a:blip r:embed="rId8">
            <a:alphaModFix/>
          </a:blip>
          <a:srcRect t="8471" b="8479"/>
          <a:stretch/>
        </p:blipFill>
        <p:spPr>
          <a:xfrm>
            <a:off x="6587025" y="2986399"/>
            <a:ext cx="548700" cy="455700"/>
          </a:xfrm>
          <a:prstGeom prst="rect">
            <a:avLst/>
          </a:prstGeom>
        </p:spPr>
      </p:pic>
      <p:sp>
        <p:nvSpPr>
          <p:cNvPr id="6917" name="Google Shape;6917;p509"/>
          <p:cNvSpPr txBox="1">
            <a:spLocks noGrp="1"/>
          </p:cNvSpPr>
          <p:nvPr>
            <p:ph type="subTitle" idx="20"/>
          </p:nvPr>
        </p:nvSpPr>
        <p:spPr>
          <a:xfrm>
            <a:off x="6066375" y="3591658"/>
            <a:ext cx="1574700" cy="311400"/>
          </a:xfrm>
          <a:prstGeom prst="rect">
            <a:avLst/>
          </a:prstGeom>
        </p:spPr>
        <p:txBody>
          <a:bodyPr spcFirstLastPara="1" wrap="square" lIns="0" tIns="0" rIns="0" bIns="0" anchor="t" anchorCtr="0">
            <a:normAutofit fontScale="85000" lnSpcReduction="10000"/>
          </a:bodyPr>
          <a:lstStyle/>
          <a:p>
            <a:pPr marL="0" lvl="0" indent="0" algn="ctr" rtl="0">
              <a:lnSpc>
                <a:spcPct val="100000"/>
              </a:lnSpc>
              <a:spcBef>
                <a:spcPts val="0"/>
              </a:spcBef>
              <a:spcAft>
                <a:spcPts val="1200"/>
              </a:spcAft>
              <a:buSzPts val="852"/>
              <a:buNone/>
            </a:pPr>
            <a:r>
              <a:rPr lang="en" sz="1140">
                <a:solidFill>
                  <a:schemeClr val="accent1"/>
                </a:solidFill>
              </a:rPr>
              <a:t>Comprehensive analytics</a:t>
            </a:r>
            <a:endParaRPr sz="1140">
              <a:solidFill>
                <a:schemeClr val="accent1"/>
              </a:solidFill>
            </a:endParaRPr>
          </a:p>
        </p:txBody>
      </p:sp>
      <p:sp>
        <p:nvSpPr>
          <p:cNvPr id="6918" name="Google Shape;6918;p509"/>
          <p:cNvSpPr txBox="1">
            <a:spLocks noGrp="1"/>
          </p:cNvSpPr>
          <p:nvPr>
            <p:ph type="body" idx="21"/>
          </p:nvPr>
        </p:nvSpPr>
        <p:spPr>
          <a:xfrm>
            <a:off x="6073725" y="3966402"/>
            <a:ext cx="1575300" cy="783000"/>
          </a:xfrm>
          <a:prstGeom prst="rect">
            <a:avLst/>
          </a:prstGeom>
        </p:spPr>
        <p:txBody>
          <a:bodyPr spcFirstLastPara="1" wrap="square" lIns="0" tIns="0" rIns="0" bIns="0" anchor="t" anchorCtr="0">
            <a:normAutofit/>
          </a:bodyPr>
          <a:lstStyle/>
          <a:p>
            <a:pPr marL="0" lvl="0" indent="0" algn="ctr" rtl="0">
              <a:lnSpc>
                <a:spcPct val="100000"/>
              </a:lnSpc>
              <a:spcBef>
                <a:spcPts val="0"/>
              </a:spcBef>
              <a:spcAft>
                <a:spcPts val="1200"/>
              </a:spcAft>
              <a:buNone/>
            </a:pPr>
            <a:r>
              <a:rPr lang="en" sz="900"/>
              <a:t>View document execution data in the context of business processes to better understand performance</a:t>
            </a:r>
            <a:endParaRPr sz="900"/>
          </a:p>
        </p:txBody>
      </p:sp>
      <p:sp>
        <p:nvSpPr>
          <p:cNvPr id="6919" name="Google Shape;6919;p509"/>
          <p:cNvSpPr txBox="1">
            <a:spLocks noGrp="1"/>
          </p:cNvSpPr>
          <p:nvPr>
            <p:ph type="sldNum" idx="12"/>
          </p:nvPr>
        </p:nvSpPr>
        <p:spPr>
          <a:xfrm>
            <a:off x="8556784" y="4749851"/>
            <a:ext cx="548700" cy="3936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fld id="{00000000-1234-1234-1234-123412341234}" type="slidenum">
              <a:rPr lang="en"/>
              <a:t>84</a:t>
            </a:fld>
            <a:endParaRPr/>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Shape 6923"/>
        <p:cNvGrpSpPr/>
        <p:nvPr/>
      </p:nvGrpSpPr>
      <p:grpSpPr>
        <a:xfrm>
          <a:off x="0" y="0"/>
          <a:ext cx="0" cy="0"/>
          <a:chOff x="0" y="0"/>
          <a:chExt cx="0" cy="0"/>
        </a:xfrm>
      </p:grpSpPr>
      <p:sp>
        <p:nvSpPr>
          <p:cNvPr id="6924" name="Google Shape;6924;p510"/>
          <p:cNvSpPr txBox="1">
            <a:spLocks noGrp="1"/>
          </p:cNvSpPr>
          <p:nvPr>
            <p:ph type="title"/>
          </p:nvPr>
        </p:nvSpPr>
        <p:spPr>
          <a:xfrm>
            <a:off x="457201" y="119850"/>
            <a:ext cx="8229600" cy="369300"/>
          </a:xfrm>
          <a:prstGeom prst="rect">
            <a:avLst/>
          </a:prstGeom>
        </p:spPr>
        <p:txBody>
          <a:bodyPr spcFirstLastPara="1" wrap="square" lIns="0" tIns="0" rIns="0" bIns="0" anchor="t" anchorCtr="0">
            <a:spAutoFit/>
          </a:bodyPr>
          <a:lstStyle/>
          <a:p>
            <a:pPr marL="0" lvl="0" indent="0" algn="l" rtl="0">
              <a:spcBef>
                <a:spcPts val="0"/>
              </a:spcBef>
              <a:spcAft>
                <a:spcPts val="0"/>
              </a:spcAft>
              <a:buNone/>
            </a:pPr>
            <a:r>
              <a:rPr lang="en" sz="2400"/>
              <a:t>Transform documents into instant insights</a:t>
            </a:r>
            <a:endParaRPr sz="2400"/>
          </a:p>
        </p:txBody>
      </p:sp>
      <p:sp>
        <p:nvSpPr>
          <p:cNvPr id="6925" name="Google Shape;6925;p510"/>
          <p:cNvSpPr txBox="1">
            <a:spLocks noGrp="1"/>
          </p:cNvSpPr>
          <p:nvPr>
            <p:ph type="subTitle" idx="1"/>
          </p:nvPr>
        </p:nvSpPr>
        <p:spPr>
          <a:xfrm>
            <a:off x="1326725" y="1165200"/>
            <a:ext cx="3895800" cy="311400"/>
          </a:xfrm>
          <a:prstGeom prst="rect">
            <a:avLst/>
          </a:prstGeom>
        </p:spPr>
        <p:txBody>
          <a:bodyPr spcFirstLastPara="1" wrap="square" lIns="0" tIns="0" rIns="0" bIns="0" anchor="t" anchorCtr="0">
            <a:normAutofit/>
          </a:bodyPr>
          <a:lstStyle/>
          <a:p>
            <a:pPr marL="0" lvl="0" indent="0" algn="l" rtl="0">
              <a:spcBef>
                <a:spcPts val="0"/>
              </a:spcBef>
              <a:spcAft>
                <a:spcPts val="0"/>
              </a:spcAft>
              <a:buNone/>
            </a:pPr>
            <a:r>
              <a:rPr lang="en" sz="1800"/>
              <a:t>Get process visibility and control</a:t>
            </a:r>
            <a:endParaRPr sz="1800"/>
          </a:p>
        </p:txBody>
      </p:sp>
      <p:sp>
        <p:nvSpPr>
          <p:cNvPr id="6926" name="Google Shape;6926;p510"/>
          <p:cNvSpPr txBox="1">
            <a:spLocks noGrp="1"/>
          </p:cNvSpPr>
          <p:nvPr>
            <p:ph type="body" idx="2"/>
          </p:nvPr>
        </p:nvSpPr>
        <p:spPr>
          <a:xfrm>
            <a:off x="1344925" y="1551839"/>
            <a:ext cx="3897600" cy="627000"/>
          </a:xfrm>
          <a:prstGeom prst="rect">
            <a:avLst/>
          </a:prstGeom>
        </p:spPr>
        <p:txBody>
          <a:bodyPr spcFirstLastPara="1" wrap="square" lIns="0" tIns="0" rIns="0" bIns="0" anchor="t" anchorCtr="0">
            <a:normAutofit/>
          </a:bodyPr>
          <a:lstStyle/>
          <a:p>
            <a:pPr marL="0" lvl="0" indent="0" algn="l" rtl="0">
              <a:lnSpc>
                <a:spcPct val="100000"/>
              </a:lnSpc>
              <a:spcBef>
                <a:spcPts val="0"/>
              </a:spcBef>
              <a:spcAft>
                <a:spcPts val="0"/>
              </a:spcAft>
              <a:buNone/>
            </a:pPr>
            <a:r>
              <a:rPr lang="en" sz="1100"/>
              <a:t>Collaborate, deploy, monitor, manage, and improve complex business processes with all document processing tasks included as part of an end-to-end process flow.</a:t>
            </a:r>
            <a:endParaRPr sz="1100"/>
          </a:p>
        </p:txBody>
      </p:sp>
      <p:sp>
        <p:nvSpPr>
          <p:cNvPr id="6927" name="Google Shape;6927;p510"/>
          <p:cNvSpPr txBox="1">
            <a:spLocks noGrp="1"/>
          </p:cNvSpPr>
          <p:nvPr>
            <p:ph type="subTitle" idx="3"/>
          </p:nvPr>
        </p:nvSpPr>
        <p:spPr>
          <a:xfrm>
            <a:off x="1326725" y="2306550"/>
            <a:ext cx="3895800" cy="311400"/>
          </a:xfrm>
          <a:prstGeom prst="rect">
            <a:avLst/>
          </a:prstGeom>
        </p:spPr>
        <p:txBody>
          <a:bodyPr spcFirstLastPara="1" wrap="square" lIns="0" tIns="0" rIns="0" bIns="0" anchor="t" anchorCtr="0">
            <a:normAutofit/>
          </a:bodyPr>
          <a:lstStyle/>
          <a:p>
            <a:pPr marL="0" lvl="0" indent="0" algn="l" rtl="0">
              <a:spcBef>
                <a:spcPts val="0"/>
              </a:spcBef>
              <a:spcAft>
                <a:spcPts val="0"/>
              </a:spcAft>
              <a:buNone/>
            </a:pPr>
            <a:r>
              <a:rPr lang="en" sz="1800"/>
              <a:t>Native integration with Camunda</a:t>
            </a:r>
            <a:endParaRPr sz="1800"/>
          </a:p>
        </p:txBody>
      </p:sp>
      <p:sp>
        <p:nvSpPr>
          <p:cNvPr id="6928" name="Google Shape;6928;p510"/>
          <p:cNvSpPr txBox="1">
            <a:spLocks noGrp="1"/>
          </p:cNvSpPr>
          <p:nvPr>
            <p:ph type="body" idx="4"/>
          </p:nvPr>
        </p:nvSpPr>
        <p:spPr>
          <a:xfrm>
            <a:off x="1344925" y="2693189"/>
            <a:ext cx="3897600" cy="627000"/>
          </a:xfrm>
          <a:prstGeom prst="rect">
            <a:avLst/>
          </a:prstGeom>
        </p:spPr>
        <p:txBody>
          <a:bodyPr spcFirstLastPara="1" wrap="square" lIns="0" tIns="0" rIns="0" bIns="0" anchor="t" anchorCtr="0">
            <a:normAutofit/>
          </a:bodyPr>
          <a:lstStyle/>
          <a:p>
            <a:pPr marL="0" lvl="0" indent="0" algn="l" rtl="0">
              <a:lnSpc>
                <a:spcPct val="100000"/>
              </a:lnSpc>
              <a:spcBef>
                <a:spcPts val="0"/>
              </a:spcBef>
              <a:spcAft>
                <a:spcPts val="0"/>
              </a:spcAft>
              <a:buNone/>
            </a:pPr>
            <a:r>
              <a:rPr lang="en" sz="1100"/>
              <a:t>Plug-and-play document intelligence into business processes without integration effort. Mix-and-match built-in Camunda IDP with other document processing tools and services.</a:t>
            </a:r>
            <a:endParaRPr sz="1100"/>
          </a:p>
        </p:txBody>
      </p:sp>
      <p:sp>
        <p:nvSpPr>
          <p:cNvPr id="6929" name="Google Shape;6929;p510"/>
          <p:cNvSpPr txBox="1">
            <a:spLocks noGrp="1"/>
          </p:cNvSpPr>
          <p:nvPr>
            <p:ph type="subTitle" idx="5"/>
          </p:nvPr>
        </p:nvSpPr>
        <p:spPr>
          <a:xfrm>
            <a:off x="1326725" y="3509325"/>
            <a:ext cx="3895800" cy="311400"/>
          </a:xfrm>
          <a:prstGeom prst="rect">
            <a:avLst/>
          </a:prstGeom>
        </p:spPr>
        <p:txBody>
          <a:bodyPr spcFirstLastPara="1" wrap="square" lIns="0" tIns="0" rIns="0" bIns="0" anchor="t" anchorCtr="0">
            <a:normAutofit/>
          </a:bodyPr>
          <a:lstStyle/>
          <a:p>
            <a:pPr marL="0" lvl="0" indent="0" algn="l" rtl="0">
              <a:spcBef>
                <a:spcPts val="0"/>
              </a:spcBef>
              <a:spcAft>
                <a:spcPts val="0"/>
              </a:spcAft>
              <a:buNone/>
            </a:pPr>
            <a:r>
              <a:rPr lang="en" sz="1800"/>
              <a:t>Composable architecture</a:t>
            </a:r>
            <a:endParaRPr sz="1800"/>
          </a:p>
        </p:txBody>
      </p:sp>
      <p:sp>
        <p:nvSpPr>
          <p:cNvPr id="6930" name="Google Shape;6930;p510"/>
          <p:cNvSpPr txBox="1">
            <a:spLocks noGrp="1"/>
          </p:cNvSpPr>
          <p:nvPr>
            <p:ph type="body" idx="6"/>
          </p:nvPr>
        </p:nvSpPr>
        <p:spPr>
          <a:xfrm>
            <a:off x="1344925" y="3895964"/>
            <a:ext cx="3897600" cy="627000"/>
          </a:xfrm>
          <a:prstGeom prst="rect">
            <a:avLst/>
          </a:prstGeom>
        </p:spPr>
        <p:txBody>
          <a:bodyPr spcFirstLastPara="1" wrap="square" lIns="0" tIns="0" rIns="0" bIns="0" anchor="t" anchorCtr="0">
            <a:normAutofit/>
          </a:bodyPr>
          <a:lstStyle/>
          <a:p>
            <a:pPr marL="0" lvl="0" indent="0" algn="l" rtl="0">
              <a:lnSpc>
                <a:spcPct val="100000"/>
              </a:lnSpc>
              <a:spcBef>
                <a:spcPts val="0"/>
              </a:spcBef>
              <a:spcAft>
                <a:spcPts val="0"/>
              </a:spcAft>
              <a:buNone/>
            </a:pPr>
            <a:r>
              <a:rPr lang="en" sz="1100"/>
              <a:t>Leverage Camunda integrations for maximum flexibility with IDP providers. Use multiple providers and switch between providers without redesigning business processes.</a:t>
            </a:r>
            <a:endParaRPr sz="1100"/>
          </a:p>
        </p:txBody>
      </p:sp>
      <p:pic>
        <p:nvPicPr>
          <p:cNvPr id="6931" name="Google Shape;6931;p510"/>
          <p:cNvPicPr preferRelativeResize="0"/>
          <p:nvPr/>
        </p:nvPicPr>
        <p:blipFill>
          <a:blip r:embed="rId3">
            <a:alphaModFix/>
          </a:blip>
          <a:stretch>
            <a:fillRect/>
          </a:stretch>
        </p:blipFill>
        <p:spPr>
          <a:xfrm>
            <a:off x="5792975" y="1100850"/>
            <a:ext cx="2671125" cy="2941799"/>
          </a:xfrm>
          <a:prstGeom prst="rect">
            <a:avLst/>
          </a:prstGeom>
          <a:noFill/>
          <a:ln>
            <a:noFill/>
          </a:ln>
        </p:spPr>
      </p:pic>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Shape 6935"/>
        <p:cNvGrpSpPr/>
        <p:nvPr/>
      </p:nvGrpSpPr>
      <p:grpSpPr>
        <a:xfrm>
          <a:off x="0" y="0"/>
          <a:ext cx="0" cy="0"/>
          <a:chOff x="0" y="0"/>
          <a:chExt cx="0" cy="0"/>
        </a:xfrm>
      </p:grpSpPr>
      <p:sp>
        <p:nvSpPr>
          <p:cNvPr id="6936" name="Google Shape;6936;p511"/>
          <p:cNvSpPr/>
          <p:nvPr/>
        </p:nvSpPr>
        <p:spPr>
          <a:xfrm>
            <a:off x="3452500" y="2751100"/>
            <a:ext cx="3613800" cy="2017500"/>
          </a:xfrm>
          <a:prstGeom prst="roundRect">
            <a:avLst>
              <a:gd name="adj" fmla="val 16667"/>
            </a:avLst>
          </a:prstGeom>
          <a:noFill/>
          <a:ln w="9525" cap="flat" cmpd="sng">
            <a:solidFill>
              <a:schemeClr val="accent1"/>
            </a:solidFill>
            <a:prstDash val="solid"/>
            <a:round/>
            <a:headEnd type="none" w="sm" len="sm"/>
            <a:tailEnd type="none" w="sm" len="sm"/>
          </a:ln>
        </p:spPr>
        <p:txBody>
          <a:bodyPr spcFirstLastPara="1" wrap="square" lIns="91425" tIns="0" rIns="91425" bIns="0" anchor="b" anchorCtr="0">
            <a:noAutofit/>
          </a:bodyPr>
          <a:lstStyle/>
          <a:p>
            <a:pPr marL="0" lvl="0" indent="0" algn="ctr" rtl="0">
              <a:spcBef>
                <a:spcPts val="0"/>
              </a:spcBef>
              <a:spcAft>
                <a:spcPts val="0"/>
              </a:spcAft>
              <a:buNone/>
            </a:pPr>
            <a:r>
              <a:rPr lang="en" sz="1100">
                <a:solidFill>
                  <a:schemeClr val="lt1"/>
                </a:solidFill>
                <a:latin typeface="IBM Plex Sans Medium"/>
                <a:ea typeface="IBM Plex Sans Medium"/>
                <a:cs typeface="IBM Plex Sans Medium"/>
                <a:sym typeface="IBM Plex Sans Medium"/>
              </a:rPr>
              <a:t>Camunda Modeler</a:t>
            </a:r>
            <a:endParaRPr sz="1100">
              <a:solidFill>
                <a:schemeClr val="lt1"/>
              </a:solidFill>
              <a:latin typeface="IBM Plex Sans Medium"/>
              <a:ea typeface="IBM Plex Sans Medium"/>
              <a:cs typeface="IBM Plex Sans Medium"/>
              <a:sym typeface="IBM Plex Sans Medium"/>
            </a:endParaRPr>
          </a:p>
          <a:p>
            <a:pPr marL="0" lvl="0" indent="0" algn="ctr" rtl="0">
              <a:spcBef>
                <a:spcPts val="0"/>
              </a:spcBef>
              <a:spcAft>
                <a:spcPts val="0"/>
              </a:spcAft>
              <a:buNone/>
            </a:pPr>
            <a:r>
              <a:rPr lang="en" sz="800">
                <a:solidFill>
                  <a:schemeClr val="lt1"/>
                </a:solidFill>
                <a:latin typeface="IBM Plex Sans Medium"/>
                <a:ea typeface="IBM Plex Sans Medium"/>
                <a:cs typeface="IBM Plex Sans Medium"/>
                <a:sym typeface="IBM Plex Sans Medium"/>
              </a:rPr>
              <a:t>(design processes)</a:t>
            </a:r>
            <a:endParaRPr sz="800">
              <a:solidFill>
                <a:schemeClr val="lt1"/>
              </a:solidFill>
              <a:latin typeface="IBM Plex Sans Medium"/>
              <a:ea typeface="IBM Plex Sans Medium"/>
              <a:cs typeface="IBM Plex Sans Medium"/>
              <a:sym typeface="IBM Plex Sans Medium"/>
            </a:endParaRPr>
          </a:p>
        </p:txBody>
      </p:sp>
      <p:sp>
        <p:nvSpPr>
          <p:cNvPr id="6937" name="Google Shape;6937;p511"/>
          <p:cNvSpPr/>
          <p:nvPr/>
        </p:nvSpPr>
        <p:spPr>
          <a:xfrm>
            <a:off x="4113450" y="2960300"/>
            <a:ext cx="1935900" cy="1330200"/>
          </a:xfrm>
          <a:prstGeom prst="roundRect">
            <a:avLst>
              <a:gd name="adj" fmla="val 16667"/>
            </a:avLst>
          </a:prstGeom>
          <a:noFill/>
          <a:ln w="9525" cap="flat" cmpd="sng">
            <a:solidFill>
              <a:schemeClr val="lt1"/>
            </a:solidFill>
            <a:prstDash val="dot"/>
            <a:round/>
            <a:headEnd type="none" w="sm" len="sm"/>
            <a:tailEnd type="none" w="sm" len="sm"/>
          </a:ln>
        </p:spPr>
        <p:txBody>
          <a:bodyPr spcFirstLastPara="1" wrap="square" lIns="91425" tIns="0" rIns="91425" bIns="91425" anchor="t" anchorCtr="0">
            <a:noAutofit/>
          </a:bodyPr>
          <a:lstStyle/>
          <a:p>
            <a:pPr marL="0" lvl="0" indent="0" algn="ctr" rtl="0">
              <a:spcBef>
                <a:spcPts val="0"/>
              </a:spcBef>
              <a:spcAft>
                <a:spcPts val="0"/>
              </a:spcAft>
              <a:buNone/>
            </a:pPr>
            <a:endParaRPr sz="1100">
              <a:solidFill>
                <a:schemeClr val="lt1"/>
              </a:solidFill>
              <a:latin typeface="IBM Plex Sans Medium"/>
              <a:ea typeface="IBM Plex Sans Medium"/>
              <a:cs typeface="IBM Plex Sans Medium"/>
              <a:sym typeface="IBM Plex Sans Medium"/>
            </a:endParaRPr>
          </a:p>
        </p:txBody>
      </p:sp>
      <p:cxnSp>
        <p:nvCxnSpPr>
          <p:cNvPr id="6938" name="Google Shape;6938;p511"/>
          <p:cNvCxnSpPr/>
          <p:nvPr/>
        </p:nvCxnSpPr>
        <p:spPr>
          <a:xfrm rot="-5400000">
            <a:off x="4456062" y="3785725"/>
            <a:ext cx="231900" cy="600"/>
          </a:xfrm>
          <a:prstGeom prst="bentConnector3">
            <a:avLst>
              <a:gd name="adj1" fmla="val 49973"/>
            </a:avLst>
          </a:prstGeom>
          <a:noFill/>
          <a:ln w="9525" cap="flat" cmpd="sng">
            <a:solidFill>
              <a:schemeClr val="lt1"/>
            </a:solidFill>
            <a:prstDash val="dot"/>
            <a:round/>
            <a:headEnd type="none" w="med" len="med"/>
            <a:tailEnd type="none" w="med" len="med"/>
          </a:ln>
        </p:spPr>
      </p:cxnSp>
      <p:sp>
        <p:nvSpPr>
          <p:cNvPr id="6939" name="Google Shape;6939;p511"/>
          <p:cNvSpPr/>
          <p:nvPr/>
        </p:nvSpPr>
        <p:spPr>
          <a:xfrm>
            <a:off x="574500" y="796525"/>
            <a:ext cx="1873500" cy="1330200"/>
          </a:xfrm>
          <a:prstGeom prst="roundRect">
            <a:avLst>
              <a:gd name="adj" fmla="val 16667"/>
            </a:avLst>
          </a:prstGeom>
          <a:solidFill>
            <a:schemeClr val="dk1"/>
          </a:solidFill>
          <a:ln w="9525" cap="flat" cmpd="sng">
            <a:solidFill>
              <a:schemeClr val="lt1"/>
            </a:solidFill>
            <a:prstDash val="dot"/>
            <a:round/>
            <a:headEnd type="none" w="sm" len="sm"/>
            <a:tailEnd type="none" w="sm" len="sm"/>
          </a:ln>
        </p:spPr>
        <p:txBody>
          <a:bodyPr spcFirstLastPara="1" wrap="square" lIns="91425" tIns="0" rIns="91425" bIns="91425" anchor="t" anchorCtr="0">
            <a:noAutofit/>
          </a:bodyPr>
          <a:lstStyle/>
          <a:p>
            <a:pPr marL="0" lvl="0" indent="0" algn="ctr" rtl="0">
              <a:spcBef>
                <a:spcPts val="0"/>
              </a:spcBef>
              <a:spcAft>
                <a:spcPts val="0"/>
              </a:spcAft>
              <a:buNone/>
            </a:pPr>
            <a:r>
              <a:rPr lang="en" sz="1100">
                <a:solidFill>
                  <a:schemeClr val="lt1"/>
                </a:solidFill>
                <a:latin typeface="IBM Plex Sans Medium"/>
                <a:ea typeface="IBM Plex Sans Medium"/>
                <a:cs typeface="IBM Plex Sans Medium"/>
                <a:sym typeface="IBM Plex Sans Medium"/>
              </a:rPr>
              <a:t>Resources</a:t>
            </a:r>
            <a:endParaRPr sz="1100">
              <a:solidFill>
                <a:schemeClr val="lt1"/>
              </a:solidFill>
              <a:latin typeface="IBM Plex Sans Medium"/>
              <a:ea typeface="IBM Plex Sans Medium"/>
              <a:cs typeface="IBM Plex Sans Medium"/>
              <a:sym typeface="IBM Plex Sans Medium"/>
            </a:endParaRPr>
          </a:p>
        </p:txBody>
      </p:sp>
      <p:sp>
        <p:nvSpPr>
          <p:cNvPr id="6940" name="Google Shape;6940;p511"/>
          <p:cNvSpPr/>
          <p:nvPr/>
        </p:nvSpPr>
        <p:spPr>
          <a:xfrm>
            <a:off x="3452500" y="796525"/>
            <a:ext cx="2290800" cy="1330200"/>
          </a:xfrm>
          <a:prstGeom prst="roundRect">
            <a:avLst>
              <a:gd name="adj" fmla="val 16667"/>
            </a:avLst>
          </a:prstGeom>
          <a:noFill/>
          <a:ln w="9525" cap="flat" cmpd="sng">
            <a:solidFill>
              <a:schemeClr val="accent1"/>
            </a:solidFill>
            <a:prstDash val="solid"/>
            <a:round/>
            <a:headEnd type="none" w="sm" len="sm"/>
            <a:tailEnd type="none" w="sm" len="sm"/>
          </a:ln>
        </p:spPr>
        <p:txBody>
          <a:bodyPr spcFirstLastPara="1" wrap="square" lIns="91425" tIns="0" rIns="91425" bIns="91425" anchor="t" anchorCtr="0">
            <a:noAutofit/>
          </a:bodyPr>
          <a:lstStyle/>
          <a:p>
            <a:pPr marL="0" lvl="0" indent="0" algn="ctr" rtl="0">
              <a:spcBef>
                <a:spcPts val="0"/>
              </a:spcBef>
              <a:spcAft>
                <a:spcPts val="0"/>
              </a:spcAft>
              <a:buNone/>
            </a:pPr>
            <a:r>
              <a:rPr lang="en" sz="1100">
                <a:solidFill>
                  <a:schemeClr val="lt1"/>
                </a:solidFill>
                <a:latin typeface="IBM Plex Sans Medium"/>
                <a:ea typeface="IBM Plex Sans Medium"/>
                <a:cs typeface="IBM Plex Sans Medium"/>
                <a:sym typeface="IBM Plex Sans Medium"/>
              </a:rPr>
              <a:t>Camunda Zeebe</a:t>
            </a:r>
            <a:endParaRPr sz="1100">
              <a:solidFill>
                <a:schemeClr val="lt1"/>
              </a:solidFill>
              <a:latin typeface="IBM Plex Sans Medium"/>
              <a:ea typeface="IBM Plex Sans Medium"/>
              <a:cs typeface="IBM Plex Sans Medium"/>
              <a:sym typeface="IBM Plex Sans Medium"/>
            </a:endParaRPr>
          </a:p>
          <a:p>
            <a:pPr marL="0" lvl="0" indent="0" algn="ctr" rtl="0">
              <a:spcBef>
                <a:spcPts val="0"/>
              </a:spcBef>
              <a:spcAft>
                <a:spcPts val="0"/>
              </a:spcAft>
              <a:buNone/>
            </a:pPr>
            <a:r>
              <a:rPr lang="en" sz="800">
                <a:solidFill>
                  <a:schemeClr val="lt1"/>
                </a:solidFill>
                <a:latin typeface="IBM Plex Sans Medium"/>
                <a:ea typeface="IBM Plex Sans Medium"/>
                <a:cs typeface="IBM Plex Sans Medium"/>
                <a:sym typeface="IBM Plex Sans Medium"/>
              </a:rPr>
              <a:t>(execute processes)</a:t>
            </a:r>
            <a:endParaRPr sz="800">
              <a:solidFill>
                <a:schemeClr val="lt1"/>
              </a:solidFill>
              <a:latin typeface="IBM Plex Sans Medium"/>
              <a:ea typeface="IBM Plex Sans Medium"/>
              <a:cs typeface="IBM Plex Sans Medium"/>
              <a:sym typeface="IBM Plex Sans Medium"/>
            </a:endParaRPr>
          </a:p>
        </p:txBody>
      </p:sp>
      <p:sp>
        <p:nvSpPr>
          <p:cNvPr id="6941" name="Google Shape;6941;p511"/>
          <p:cNvSpPr/>
          <p:nvPr/>
        </p:nvSpPr>
        <p:spPr>
          <a:xfrm>
            <a:off x="6499150" y="796525"/>
            <a:ext cx="2290800" cy="1330200"/>
          </a:xfrm>
          <a:prstGeom prst="roundRect">
            <a:avLst>
              <a:gd name="adj" fmla="val 16667"/>
            </a:avLst>
          </a:prstGeom>
          <a:noFill/>
          <a:ln w="9525" cap="flat" cmpd="sng">
            <a:solidFill>
              <a:schemeClr val="accent1"/>
            </a:solidFill>
            <a:prstDash val="solid"/>
            <a:round/>
            <a:headEnd type="none" w="sm" len="sm"/>
            <a:tailEnd type="none" w="sm" len="sm"/>
          </a:ln>
        </p:spPr>
        <p:txBody>
          <a:bodyPr spcFirstLastPara="1" wrap="square" lIns="91425" tIns="0" rIns="91425" bIns="91425" anchor="t" anchorCtr="0">
            <a:noAutofit/>
          </a:bodyPr>
          <a:lstStyle/>
          <a:p>
            <a:pPr marL="0" lvl="0" indent="0" algn="ctr" rtl="0">
              <a:spcBef>
                <a:spcPts val="0"/>
              </a:spcBef>
              <a:spcAft>
                <a:spcPts val="0"/>
              </a:spcAft>
              <a:buNone/>
            </a:pPr>
            <a:r>
              <a:rPr lang="en" sz="1100">
                <a:solidFill>
                  <a:schemeClr val="lt1"/>
                </a:solidFill>
                <a:latin typeface="IBM Plex Sans Medium"/>
                <a:ea typeface="IBM Plex Sans Medium"/>
                <a:cs typeface="IBM Plex Sans Medium"/>
                <a:sym typeface="IBM Plex Sans Medium"/>
              </a:rPr>
              <a:t>AI provider services</a:t>
            </a:r>
            <a:endParaRPr sz="1100">
              <a:solidFill>
                <a:schemeClr val="lt1"/>
              </a:solidFill>
              <a:latin typeface="IBM Plex Sans Medium"/>
              <a:ea typeface="IBM Plex Sans Medium"/>
              <a:cs typeface="IBM Plex Sans Medium"/>
              <a:sym typeface="IBM Plex Sans Medium"/>
            </a:endParaRPr>
          </a:p>
          <a:p>
            <a:pPr marL="0" lvl="0" indent="0" algn="ctr" rtl="0">
              <a:spcBef>
                <a:spcPts val="0"/>
              </a:spcBef>
              <a:spcAft>
                <a:spcPts val="0"/>
              </a:spcAft>
              <a:buNone/>
            </a:pPr>
            <a:r>
              <a:rPr lang="en" sz="800">
                <a:solidFill>
                  <a:schemeClr val="lt1"/>
                </a:solidFill>
                <a:latin typeface="IBM Plex Sans Medium"/>
                <a:ea typeface="IBM Plex Sans Medium"/>
                <a:cs typeface="IBM Plex Sans Medium"/>
                <a:sym typeface="IBM Plex Sans Medium"/>
              </a:rPr>
              <a:t>(process documents)</a:t>
            </a:r>
            <a:endParaRPr sz="800">
              <a:solidFill>
                <a:schemeClr val="lt1"/>
              </a:solidFill>
              <a:latin typeface="IBM Plex Sans Medium"/>
              <a:ea typeface="IBM Plex Sans Medium"/>
              <a:cs typeface="IBM Plex Sans Medium"/>
              <a:sym typeface="IBM Plex Sans Medium"/>
            </a:endParaRPr>
          </a:p>
        </p:txBody>
      </p:sp>
      <p:grpSp>
        <p:nvGrpSpPr>
          <p:cNvPr id="6942" name="Google Shape;6942;p511"/>
          <p:cNvGrpSpPr/>
          <p:nvPr/>
        </p:nvGrpSpPr>
        <p:grpSpPr>
          <a:xfrm>
            <a:off x="3609827" y="1451189"/>
            <a:ext cx="1976150" cy="217500"/>
            <a:chOff x="3455002" y="1217476"/>
            <a:chExt cx="1976150" cy="217500"/>
          </a:xfrm>
        </p:grpSpPr>
        <p:sp>
          <p:nvSpPr>
            <p:cNvPr id="6943" name="Google Shape;6943;p511"/>
            <p:cNvSpPr/>
            <p:nvPr/>
          </p:nvSpPr>
          <p:spPr>
            <a:xfrm>
              <a:off x="3455002" y="1227826"/>
              <a:ext cx="196800" cy="196800"/>
            </a:xfrm>
            <a:prstGeom prst="ellipse">
              <a:avLst/>
            </a:prstGeom>
            <a:solidFill>
              <a:schemeClr val="accen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BM Plex Sans"/>
                <a:ea typeface="IBM Plex Sans"/>
                <a:cs typeface="IBM Plex Sans"/>
                <a:sym typeface="IBM Plex Sans"/>
              </a:endParaRPr>
            </a:p>
          </p:txBody>
        </p:sp>
        <p:cxnSp>
          <p:nvCxnSpPr>
            <p:cNvPr id="6944" name="Google Shape;6944;p511"/>
            <p:cNvCxnSpPr>
              <a:stCxn id="6943" idx="6"/>
              <a:endCxn id="6945" idx="1"/>
            </p:cNvCxnSpPr>
            <p:nvPr/>
          </p:nvCxnSpPr>
          <p:spPr>
            <a:xfrm>
              <a:off x="3651802" y="1326226"/>
              <a:ext cx="165300" cy="0"/>
            </a:xfrm>
            <a:prstGeom prst="straightConnector1">
              <a:avLst/>
            </a:prstGeom>
            <a:noFill/>
            <a:ln w="9525" cap="flat" cmpd="sng">
              <a:solidFill>
                <a:schemeClr val="accent2"/>
              </a:solidFill>
              <a:prstDash val="solid"/>
              <a:round/>
              <a:headEnd type="none" w="med" len="med"/>
              <a:tailEnd type="none" w="med" len="med"/>
            </a:ln>
          </p:spPr>
        </p:cxnSp>
        <p:sp>
          <p:nvSpPr>
            <p:cNvPr id="6945" name="Google Shape;6945;p511"/>
            <p:cNvSpPr/>
            <p:nvPr/>
          </p:nvSpPr>
          <p:spPr>
            <a:xfrm>
              <a:off x="3817102" y="1217476"/>
              <a:ext cx="444900" cy="217500"/>
            </a:xfrm>
            <a:prstGeom prst="roundRect">
              <a:avLst>
                <a:gd name="adj" fmla="val 16667"/>
              </a:avLst>
            </a:prstGeom>
            <a:solidFill>
              <a:schemeClr val="accen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BM Plex Sans"/>
                <a:ea typeface="IBM Plex Sans"/>
                <a:cs typeface="IBM Plex Sans"/>
                <a:sym typeface="IBM Plex Sans"/>
              </a:endParaRPr>
            </a:p>
          </p:txBody>
        </p:sp>
        <p:sp>
          <p:nvSpPr>
            <p:cNvPr id="6946" name="Google Shape;6946;p511"/>
            <p:cNvSpPr/>
            <p:nvPr/>
          </p:nvSpPr>
          <p:spPr>
            <a:xfrm>
              <a:off x="4492152" y="1217476"/>
              <a:ext cx="444900" cy="217500"/>
            </a:xfrm>
            <a:prstGeom prst="roundRect">
              <a:avLst>
                <a:gd name="adj" fmla="val 16667"/>
              </a:avLst>
            </a:prstGeom>
            <a:solidFill>
              <a:schemeClr val="accen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BM Plex Sans"/>
                <a:ea typeface="IBM Plex Sans"/>
                <a:cs typeface="IBM Plex Sans"/>
                <a:sym typeface="IBM Plex Sans"/>
              </a:endParaRPr>
            </a:p>
          </p:txBody>
        </p:sp>
        <p:sp>
          <p:nvSpPr>
            <p:cNvPr id="6947" name="Google Shape;6947;p511"/>
            <p:cNvSpPr/>
            <p:nvPr/>
          </p:nvSpPr>
          <p:spPr>
            <a:xfrm>
              <a:off x="5234352" y="1222426"/>
              <a:ext cx="196800" cy="196800"/>
            </a:xfrm>
            <a:prstGeom prst="ellipse">
              <a:avLst/>
            </a:prstGeom>
            <a:solidFill>
              <a:schemeClr val="accen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BM Plex Sans"/>
                <a:ea typeface="IBM Plex Sans"/>
                <a:cs typeface="IBM Plex Sans"/>
                <a:sym typeface="IBM Plex Sans"/>
              </a:endParaRPr>
            </a:p>
          </p:txBody>
        </p:sp>
        <p:cxnSp>
          <p:nvCxnSpPr>
            <p:cNvPr id="6948" name="Google Shape;6948;p511"/>
            <p:cNvCxnSpPr>
              <a:stCxn id="6945" idx="3"/>
              <a:endCxn id="6946" idx="1"/>
            </p:cNvCxnSpPr>
            <p:nvPr/>
          </p:nvCxnSpPr>
          <p:spPr>
            <a:xfrm>
              <a:off x="4262002" y="1326226"/>
              <a:ext cx="230100" cy="0"/>
            </a:xfrm>
            <a:prstGeom prst="straightConnector1">
              <a:avLst/>
            </a:prstGeom>
            <a:noFill/>
            <a:ln w="9525" cap="flat" cmpd="sng">
              <a:solidFill>
                <a:schemeClr val="accent2"/>
              </a:solidFill>
              <a:prstDash val="solid"/>
              <a:round/>
              <a:headEnd type="none" w="med" len="med"/>
              <a:tailEnd type="none" w="med" len="med"/>
            </a:ln>
          </p:spPr>
        </p:cxnSp>
        <p:cxnSp>
          <p:nvCxnSpPr>
            <p:cNvPr id="6949" name="Google Shape;6949;p511"/>
            <p:cNvCxnSpPr>
              <a:stCxn id="6946" idx="3"/>
            </p:cNvCxnSpPr>
            <p:nvPr/>
          </p:nvCxnSpPr>
          <p:spPr>
            <a:xfrm>
              <a:off x="4937052" y="1326226"/>
              <a:ext cx="297300" cy="0"/>
            </a:xfrm>
            <a:prstGeom prst="straightConnector1">
              <a:avLst/>
            </a:prstGeom>
            <a:noFill/>
            <a:ln w="9525" cap="flat" cmpd="sng">
              <a:solidFill>
                <a:schemeClr val="accent2"/>
              </a:solidFill>
              <a:prstDash val="solid"/>
              <a:round/>
              <a:headEnd type="none" w="med" len="med"/>
              <a:tailEnd type="none" w="med" len="med"/>
            </a:ln>
          </p:spPr>
        </p:cxnSp>
      </p:grpSp>
      <p:sp>
        <p:nvSpPr>
          <p:cNvPr id="6950" name="Google Shape;6950;p511"/>
          <p:cNvSpPr txBox="1">
            <a:spLocks noGrp="1"/>
          </p:cNvSpPr>
          <p:nvPr>
            <p:ph type="title"/>
          </p:nvPr>
        </p:nvSpPr>
        <p:spPr>
          <a:xfrm>
            <a:off x="457200" y="114300"/>
            <a:ext cx="8229600" cy="369300"/>
          </a:xfrm>
          <a:prstGeom prst="rect">
            <a:avLst/>
          </a:prstGeom>
        </p:spPr>
        <p:txBody>
          <a:bodyPr spcFirstLastPara="1" wrap="square" lIns="0" tIns="0" rIns="0" bIns="0" anchor="t" anchorCtr="0">
            <a:spAutoFit/>
          </a:bodyPr>
          <a:lstStyle/>
          <a:p>
            <a:pPr marL="0" lvl="0" indent="0" algn="l" rtl="0">
              <a:spcBef>
                <a:spcPts val="0"/>
              </a:spcBef>
              <a:spcAft>
                <a:spcPts val="0"/>
              </a:spcAft>
              <a:buSzPts val="990"/>
              <a:buNone/>
            </a:pPr>
            <a:r>
              <a:rPr lang="en" sz="2400"/>
              <a:t>How Camunda IDP works</a:t>
            </a:r>
            <a:endParaRPr sz="2400"/>
          </a:p>
        </p:txBody>
      </p:sp>
      <p:sp>
        <p:nvSpPr>
          <p:cNvPr id="6951" name="Google Shape;6951;p511"/>
          <p:cNvSpPr/>
          <p:nvPr/>
        </p:nvSpPr>
        <p:spPr>
          <a:xfrm>
            <a:off x="365850" y="2751025"/>
            <a:ext cx="2290800" cy="2017500"/>
          </a:xfrm>
          <a:prstGeom prst="roundRect">
            <a:avLst>
              <a:gd name="adj" fmla="val 16667"/>
            </a:avLst>
          </a:prstGeom>
          <a:noFill/>
          <a:ln w="9525" cap="flat" cmpd="sng">
            <a:solidFill>
              <a:schemeClr val="accent1"/>
            </a:solidFill>
            <a:prstDash val="solid"/>
            <a:round/>
            <a:headEnd type="none" w="sm" len="sm"/>
            <a:tailEnd type="none" w="sm" len="sm"/>
          </a:ln>
        </p:spPr>
        <p:txBody>
          <a:bodyPr spcFirstLastPara="1" wrap="square" lIns="91425" tIns="0" rIns="91425" bIns="0" anchor="b" anchorCtr="0">
            <a:noAutofit/>
          </a:bodyPr>
          <a:lstStyle/>
          <a:p>
            <a:pPr marL="0" lvl="0" indent="0" algn="ctr" rtl="0">
              <a:spcBef>
                <a:spcPts val="0"/>
              </a:spcBef>
              <a:spcAft>
                <a:spcPts val="0"/>
              </a:spcAft>
              <a:buNone/>
            </a:pPr>
            <a:r>
              <a:rPr lang="en" sz="1100">
                <a:solidFill>
                  <a:schemeClr val="lt1"/>
                </a:solidFill>
                <a:latin typeface="IBM Plex Sans Medium"/>
                <a:ea typeface="IBM Plex Sans Medium"/>
                <a:cs typeface="IBM Plex Sans Medium"/>
                <a:sym typeface="IBM Plex Sans Medium"/>
              </a:rPr>
              <a:t>Camunda Web Modeler</a:t>
            </a:r>
            <a:endParaRPr sz="1100">
              <a:solidFill>
                <a:schemeClr val="lt1"/>
              </a:solidFill>
              <a:latin typeface="IBM Plex Sans Medium"/>
              <a:ea typeface="IBM Plex Sans Medium"/>
              <a:cs typeface="IBM Plex Sans Medium"/>
              <a:sym typeface="IBM Plex Sans Medium"/>
            </a:endParaRPr>
          </a:p>
          <a:p>
            <a:pPr marL="0" lvl="0" indent="0" algn="ctr" rtl="0">
              <a:spcBef>
                <a:spcPts val="0"/>
              </a:spcBef>
              <a:spcAft>
                <a:spcPts val="0"/>
              </a:spcAft>
              <a:buNone/>
            </a:pPr>
            <a:r>
              <a:rPr lang="en" sz="800">
                <a:solidFill>
                  <a:schemeClr val="lt1"/>
                </a:solidFill>
                <a:latin typeface="IBM Plex Sans Medium"/>
                <a:ea typeface="IBM Plex Sans Medium"/>
                <a:cs typeface="IBM Plex Sans Medium"/>
                <a:sym typeface="IBM Plex Sans Medium"/>
              </a:rPr>
              <a:t>(set up IDP)</a:t>
            </a:r>
            <a:endParaRPr sz="800">
              <a:solidFill>
                <a:schemeClr val="lt1"/>
              </a:solidFill>
              <a:latin typeface="IBM Plex Sans Medium"/>
              <a:ea typeface="IBM Plex Sans Medium"/>
              <a:cs typeface="IBM Plex Sans Medium"/>
              <a:sym typeface="IBM Plex Sans Medium"/>
            </a:endParaRPr>
          </a:p>
        </p:txBody>
      </p:sp>
      <p:cxnSp>
        <p:nvCxnSpPr>
          <p:cNvPr id="6952" name="Google Shape;6952;p511"/>
          <p:cNvCxnSpPr>
            <a:stCxn id="6951" idx="0"/>
            <a:endCxn id="6939" idx="2"/>
          </p:cNvCxnSpPr>
          <p:nvPr/>
        </p:nvCxnSpPr>
        <p:spPr>
          <a:xfrm rot="10800000">
            <a:off x="1511250" y="2126725"/>
            <a:ext cx="0" cy="624300"/>
          </a:xfrm>
          <a:prstGeom prst="straightConnector1">
            <a:avLst/>
          </a:prstGeom>
          <a:noFill/>
          <a:ln w="9525" cap="flat" cmpd="sng">
            <a:solidFill>
              <a:schemeClr val="lt1"/>
            </a:solidFill>
            <a:prstDash val="solid"/>
            <a:round/>
            <a:headEnd type="triangle" w="med" len="med"/>
            <a:tailEnd type="none" w="med" len="med"/>
          </a:ln>
        </p:spPr>
      </p:cxnSp>
      <p:cxnSp>
        <p:nvCxnSpPr>
          <p:cNvPr id="6953" name="Google Shape;6953;p511"/>
          <p:cNvCxnSpPr/>
          <p:nvPr/>
        </p:nvCxnSpPr>
        <p:spPr>
          <a:xfrm>
            <a:off x="2660225" y="3900175"/>
            <a:ext cx="788700" cy="1800"/>
          </a:xfrm>
          <a:prstGeom prst="straightConnector1">
            <a:avLst/>
          </a:prstGeom>
          <a:noFill/>
          <a:ln w="9525" cap="flat" cmpd="sng">
            <a:solidFill>
              <a:schemeClr val="lt1"/>
            </a:solidFill>
            <a:prstDash val="solid"/>
            <a:round/>
            <a:headEnd type="none" w="med" len="med"/>
            <a:tailEnd type="triangle" w="med" len="med"/>
          </a:ln>
        </p:spPr>
      </p:cxnSp>
      <p:sp>
        <p:nvSpPr>
          <p:cNvPr id="6954" name="Google Shape;6954;p511"/>
          <p:cNvSpPr/>
          <p:nvPr/>
        </p:nvSpPr>
        <p:spPr>
          <a:xfrm>
            <a:off x="849925" y="1238100"/>
            <a:ext cx="526600" cy="643700"/>
          </a:xfrm>
          <a:prstGeom prst="flowChartPunchedCard">
            <a:avLst/>
          </a:prstGeom>
          <a:solidFill>
            <a:schemeClr val="accent2"/>
          </a:solidFill>
          <a:ln>
            <a:noFill/>
          </a:ln>
        </p:spPr>
        <p:txBody>
          <a:bodyPr spcFirstLastPara="1" wrap="square" lIns="0" tIns="45700" rIns="0" bIns="0" anchor="t" anchorCtr="0">
            <a:noAutofit/>
          </a:bodyPr>
          <a:lstStyle/>
          <a:p>
            <a:pPr marL="0" lvl="0" indent="0" algn="ctr" rtl="0">
              <a:spcBef>
                <a:spcPts val="0"/>
              </a:spcBef>
              <a:spcAft>
                <a:spcPts val="0"/>
              </a:spcAft>
              <a:buNone/>
            </a:pPr>
            <a:r>
              <a:rPr lang="en" sz="700">
                <a:latin typeface="IBM Plex Sans"/>
                <a:ea typeface="IBM Plex Sans"/>
                <a:cs typeface="IBM Plex Sans"/>
                <a:sym typeface="IBM Plex Sans"/>
              </a:rPr>
              <a:t>Document</a:t>
            </a:r>
            <a:endParaRPr sz="700">
              <a:latin typeface="IBM Plex Sans"/>
              <a:ea typeface="IBM Plex Sans"/>
              <a:cs typeface="IBM Plex Sans"/>
              <a:sym typeface="IBM Plex Sans"/>
            </a:endParaRPr>
          </a:p>
          <a:p>
            <a:pPr marL="0" lvl="0" indent="0" algn="ctr" rtl="0">
              <a:spcBef>
                <a:spcPts val="0"/>
              </a:spcBef>
              <a:spcAft>
                <a:spcPts val="0"/>
              </a:spcAft>
              <a:buNone/>
            </a:pPr>
            <a:r>
              <a:rPr lang="en" sz="700">
                <a:latin typeface="IBM Plex Sans"/>
                <a:ea typeface="IBM Plex Sans"/>
                <a:cs typeface="IBM Plex Sans"/>
                <a:sym typeface="IBM Plex Sans"/>
              </a:rPr>
              <a:t>(.pdf)</a:t>
            </a:r>
            <a:endParaRPr sz="700">
              <a:latin typeface="IBM Plex Sans"/>
              <a:ea typeface="IBM Plex Sans"/>
              <a:cs typeface="IBM Plex Sans"/>
              <a:sym typeface="IBM Plex Sans"/>
            </a:endParaRPr>
          </a:p>
        </p:txBody>
      </p:sp>
      <p:sp>
        <p:nvSpPr>
          <p:cNvPr id="6955" name="Google Shape;6955;p511"/>
          <p:cNvSpPr/>
          <p:nvPr/>
        </p:nvSpPr>
        <p:spPr>
          <a:xfrm>
            <a:off x="1620113" y="1238100"/>
            <a:ext cx="526600" cy="643700"/>
          </a:xfrm>
          <a:prstGeom prst="flowChartPunchedCard">
            <a:avLst/>
          </a:prstGeom>
          <a:solidFill>
            <a:schemeClr val="accent3"/>
          </a:solidFill>
          <a:ln>
            <a:noFill/>
          </a:ln>
        </p:spPr>
        <p:txBody>
          <a:bodyPr spcFirstLastPara="1" wrap="square" lIns="0" tIns="45700" rIns="0" bIns="0" anchor="t" anchorCtr="0">
            <a:noAutofit/>
          </a:bodyPr>
          <a:lstStyle/>
          <a:p>
            <a:pPr marL="0" lvl="0" indent="0" algn="ctr" rtl="0">
              <a:spcBef>
                <a:spcPts val="0"/>
              </a:spcBef>
              <a:spcAft>
                <a:spcPts val="0"/>
              </a:spcAft>
              <a:buNone/>
            </a:pPr>
            <a:r>
              <a:rPr lang="en" sz="700">
                <a:latin typeface="IBM Plex Sans"/>
                <a:ea typeface="IBM Plex Sans"/>
                <a:cs typeface="IBM Plex Sans"/>
                <a:sym typeface="IBM Plex Sans"/>
              </a:rPr>
              <a:t>Document</a:t>
            </a:r>
            <a:endParaRPr sz="700">
              <a:latin typeface="IBM Plex Sans"/>
              <a:ea typeface="IBM Plex Sans"/>
              <a:cs typeface="IBM Plex Sans"/>
              <a:sym typeface="IBM Plex Sans"/>
            </a:endParaRPr>
          </a:p>
          <a:p>
            <a:pPr marL="0" lvl="0" indent="0" algn="ctr" rtl="0">
              <a:spcBef>
                <a:spcPts val="0"/>
              </a:spcBef>
              <a:spcAft>
                <a:spcPts val="0"/>
              </a:spcAft>
              <a:buNone/>
            </a:pPr>
            <a:r>
              <a:rPr lang="en" sz="700">
                <a:latin typeface="IBM Plex Sans"/>
                <a:ea typeface="IBM Plex Sans"/>
                <a:cs typeface="IBM Plex Sans"/>
                <a:sym typeface="IBM Plex Sans"/>
              </a:rPr>
              <a:t>(.jpeg)</a:t>
            </a:r>
            <a:endParaRPr sz="700">
              <a:latin typeface="IBM Plex Sans"/>
              <a:ea typeface="IBM Plex Sans"/>
              <a:cs typeface="IBM Plex Sans"/>
              <a:sym typeface="IBM Plex Sans"/>
            </a:endParaRPr>
          </a:p>
        </p:txBody>
      </p:sp>
      <p:sp>
        <p:nvSpPr>
          <p:cNvPr id="6956" name="Google Shape;6956;p511"/>
          <p:cNvSpPr/>
          <p:nvPr/>
        </p:nvSpPr>
        <p:spPr>
          <a:xfrm>
            <a:off x="696888" y="3825875"/>
            <a:ext cx="621324" cy="464616"/>
          </a:xfrm>
          <a:prstGeom prst="flowChartDocument">
            <a:avLst/>
          </a:prstGeom>
          <a:noFill/>
          <a:ln w="9525" cap="flat" cmpd="sng">
            <a:solidFill>
              <a:schemeClr val="accent3"/>
            </a:solidFill>
            <a:prstDash val="solid"/>
            <a:round/>
            <a:headEnd type="none" w="sm" len="sm"/>
            <a:tailEnd type="none" w="sm" len="sm"/>
          </a:ln>
        </p:spPr>
        <p:txBody>
          <a:bodyPr spcFirstLastPara="1" wrap="square" lIns="45700" tIns="45700" rIns="45700" bIns="45700" anchor="ctr" anchorCtr="0">
            <a:noAutofit/>
          </a:bodyPr>
          <a:lstStyle/>
          <a:p>
            <a:pPr marL="0" lvl="0" indent="0" algn="ctr" rtl="0">
              <a:spcBef>
                <a:spcPts val="0"/>
              </a:spcBef>
              <a:spcAft>
                <a:spcPts val="0"/>
              </a:spcAft>
              <a:buNone/>
            </a:pPr>
            <a:r>
              <a:rPr lang="en" sz="700">
                <a:solidFill>
                  <a:schemeClr val="lt1"/>
                </a:solidFill>
                <a:latin typeface="IBM Plex Sans"/>
                <a:ea typeface="IBM Plex Sans"/>
                <a:cs typeface="IBM Plex Sans"/>
                <a:sym typeface="IBM Plex Sans"/>
              </a:rPr>
              <a:t>Document extraction template</a:t>
            </a:r>
            <a:endParaRPr sz="700">
              <a:solidFill>
                <a:schemeClr val="lt1"/>
              </a:solidFill>
              <a:latin typeface="IBM Plex Sans"/>
              <a:ea typeface="IBM Plex Sans"/>
              <a:cs typeface="IBM Plex Sans"/>
              <a:sym typeface="IBM Plex Sans"/>
            </a:endParaRPr>
          </a:p>
        </p:txBody>
      </p:sp>
      <p:sp>
        <p:nvSpPr>
          <p:cNvPr id="6957" name="Google Shape;6957;p511"/>
          <p:cNvSpPr/>
          <p:nvPr/>
        </p:nvSpPr>
        <p:spPr>
          <a:xfrm>
            <a:off x="574500" y="2873500"/>
            <a:ext cx="866100" cy="720600"/>
          </a:xfrm>
          <a:prstGeom prst="flowChartAlternateProcess">
            <a:avLst/>
          </a:prstGeom>
          <a:noFill/>
          <a:ln w="9525" cap="flat" cmpd="sng">
            <a:solidFill>
              <a:schemeClr val="accent3"/>
            </a:solidFill>
            <a:prstDash val="solid"/>
            <a:round/>
            <a:headEnd type="none" w="sm" len="sm"/>
            <a:tailEnd type="none" w="sm" len="sm"/>
          </a:ln>
        </p:spPr>
        <p:txBody>
          <a:bodyPr spcFirstLastPara="1" wrap="square" lIns="45700" tIns="45700" rIns="45700" bIns="45700" anchor="t" anchorCtr="0">
            <a:noAutofit/>
          </a:bodyPr>
          <a:lstStyle/>
          <a:p>
            <a:pPr marL="0" lvl="0" indent="0" algn="ctr" rtl="0">
              <a:spcBef>
                <a:spcPts val="0"/>
              </a:spcBef>
              <a:spcAft>
                <a:spcPts val="0"/>
              </a:spcAft>
              <a:buNone/>
            </a:pPr>
            <a:r>
              <a:rPr lang="en" sz="700" b="1">
                <a:solidFill>
                  <a:schemeClr val="lt1"/>
                </a:solidFill>
                <a:latin typeface="IBM Plex Sans"/>
                <a:ea typeface="IBM Plex Sans"/>
                <a:cs typeface="IBM Plex Sans"/>
                <a:sym typeface="IBM Plex Sans"/>
              </a:rPr>
              <a:t>Extraction</a:t>
            </a:r>
            <a:endParaRPr sz="700" b="1">
              <a:solidFill>
                <a:schemeClr val="lt1"/>
              </a:solidFill>
              <a:latin typeface="IBM Plex Sans"/>
              <a:ea typeface="IBM Plex Sans"/>
              <a:cs typeface="IBM Plex Sans"/>
              <a:sym typeface="IBM Plex Sans"/>
            </a:endParaRPr>
          </a:p>
          <a:p>
            <a:pPr marL="0" lvl="0" indent="0" algn="ctr" rtl="0">
              <a:spcBef>
                <a:spcPts val="0"/>
              </a:spcBef>
              <a:spcAft>
                <a:spcPts val="0"/>
              </a:spcAft>
              <a:buNone/>
            </a:pPr>
            <a:endParaRPr sz="700">
              <a:solidFill>
                <a:schemeClr val="lt1"/>
              </a:solidFill>
              <a:latin typeface="IBM Plex Sans"/>
              <a:ea typeface="IBM Plex Sans"/>
              <a:cs typeface="IBM Plex Sans"/>
              <a:sym typeface="IBM Plex Sans"/>
            </a:endParaRPr>
          </a:p>
          <a:p>
            <a:pPr marL="0" lvl="0" indent="0" algn="l" rtl="0">
              <a:spcBef>
                <a:spcPts val="0"/>
              </a:spcBef>
              <a:spcAft>
                <a:spcPts val="0"/>
              </a:spcAft>
              <a:buNone/>
            </a:pPr>
            <a:r>
              <a:rPr lang="en" sz="700">
                <a:solidFill>
                  <a:schemeClr val="lt1"/>
                </a:solidFill>
                <a:latin typeface="IBM Plex Sans"/>
                <a:ea typeface="IBM Plex Sans"/>
                <a:cs typeface="IBM Plex Sans"/>
                <a:sym typeface="IBM Plex Sans"/>
              </a:rPr>
              <a:t>Define taxonomy</a:t>
            </a:r>
            <a:endParaRPr sz="700">
              <a:solidFill>
                <a:schemeClr val="lt1"/>
              </a:solidFill>
              <a:latin typeface="IBM Plex Sans"/>
              <a:ea typeface="IBM Plex Sans"/>
              <a:cs typeface="IBM Plex Sans"/>
              <a:sym typeface="IBM Plex Sans"/>
            </a:endParaRPr>
          </a:p>
          <a:p>
            <a:pPr marL="0" lvl="0" indent="0" algn="l" rtl="0">
              <a:spcBef>
                <a:spcPts val="0"/>
              </a:spcBef>
              <a:spcAft>
                <a:spcPts val="0"/>
              </a:spcAft>
              <a:buNone/>
            </a:pPr>
            <a:endParaRPr sz="700">
              <a:solidFill>
                <a:schemeClr val="lt1"/>
              </a:solidFill>
              <a:latin typeface="IBM Plex Sans"/>
              <a:ea typeface="IBM Plex Sans"/>
              <a:cs typeface="IBM Plex Sans"/>
              <a:sym typeface="IBM Plex Sans"/>
            </a:endParaRPr>
          </a:p>
          <a:p>
            <a:pPr marL="0" lvl="0" indent="0" algn="l" rtl="0">
              <a:spcBef>
                <a:spcPts val="0"/>
              </a:spcBef>
              <a:spcAft>
                <a:spcPts val="0"/>
              </a:spcAft>
              <a:buNone/>
            </a:pPr>
            <a:r>
              <a:rPr lang="en" sz="700">
                <a:solidFill>
                  <a:schemeClr val="lt1"/>
                </a:solidFill>
                <a:latin typeface="IBM Plex Sans"/>
                <a:ea typeface="IBM Plex Sans"/>
                <a:cs typeface="IBM Plex Sans"/>
                <a:sym typeface="IBM Plex Sans"/>
              </a:rPr>
              <a:t>Choose AI model</a:t>
            </a:r>
            <a:endParaRPr sz="700">
              <a:solidFill>
                <a:schemeClr val="lt1"/>
              </a:solidFill>
              <a:latin typeface="IBM Plex Sans"/>
              <a:ea typeface="IBM Plex Sans"/>
              <a:cs typeface="IBM Plex Sans"/>
              <a:sym typeface="IBM Plex Sans"/>
            </a:endParaRPr>
          </a:p>
        </p:txBody>
      </p:sp>
      <p:sp>
        <p:nvSpPr>
          <p:cNvPr id="6958" name="Google Shape;6958;p511"/>
          <p:cNvSpPr txBox="1"/>
          <p:nvPr/>
        </p:nvSpPr>
        <p:spPr>
          <a:xfrm rot="-5400000">
            <a:off x="1062750" y="2289025"/>
            <a:ext cx="581100" cy="2997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 sz="600">
                <a:solidFill>
                  <a:schemeClr val="lt1"/>
                </a:solidFill>
                <a:latin typeface="IBM Plex Sans"/>
                <a:ea typeface="IBM Plex Sans"/>
                <a:cs typeface="IBM Plex Sans"/>
                <a:sym typeface="IBM Plex Sans"/>
              </a:rPr>
              <a:t>upload</a:t>
            </a:r>
            <a:endParaRPr sz="600">
              <a:solidFill>
                <a:schemeClr val="lt1"/>
              </a:solidFill>
              <a:latin typeface="IBM Plex Sans"/>
              <a:ea typeface="IBM Plex Sans"/>
              <a:cs typeface="IBM Plex Sans"/>
              <a:sym typeface="IBM Plex Sans"/>
            </a:endParaRPr>
          </a:p>
        </p:txBody>
      </p:sp>
      <p:sp>
        <p:nvSpPr>
          <p:cNvPr id="6959" name="Google Shape;6959;p511"/>
          <p:cNvSpPr txBox="1"/>
          <p:nvPr/>
        </p:nvSpPr>
        <p:spPr>
          <a:xfrm>
            <a:off x="2683250" y="3622350"/>
            <a:ext cx="737100" cy="3078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 sz="600">
                <a:solidFill>
                  <a:schemeClr val="lt1"/>
                </a:solidFill>
                <a:latin typeface="IBM Plex Sans"/>
                <a:ea typeface="IBM Plex Sans"/>
                <a:cs typeface="IBM Plex Sans"/>
                <a:sym typeface="IBM Plex Sans"/>
              </a:rPr>
              <a:t>use created templates</a:t>
            </a:r>
            <a:endParaRPr sz="600">
              <a:solidFill>
                <a:schemeClr val="lt1"/>
              </a:solidFill>
              <a:latin typeface="IBM Plex Sans"/>
              <a:ea typeface="IBM Plex Sans"/>
              <a:cs typeface="IBM Plex Sans"/>
              <a:sym typeface="IBM Plex Sans"/>
            </a:endParaRPr>
          </a:p>
        </p:txBody>
      </p:sp>
      <p:sp>
        <p:nvSpPr>
          <p:cNvPr id="6960" name="Google Shape;6960;p511"/>
          <p:cNvSpPr txBox="1"/>
          <p:nvPr/>
        </p:nvSpPr>
        <p:spPr>
          <a:xfrm rot="-5400000">
            <a:off x="4244500" y="2285013"/>
            <a:ext cx="548400" cy="3078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 sz="600">
                <a:solidFill>
                  <a:schemeClr val="lt1"/>
                </a:solidFill>
                <a:latin typeface="IBM Plex Sans"/>
                <a:ea typeface="IBM Plex Sans"/>
                <a:cs typeface="IBM Plex Sans"/>
                <a:sym typeface="IBM Plex Sans"/>
              </a:rPr>
              <a:t>deploy</a:t>
            </a:r>
            <a:endParaRPr sz="600">
              <a:solidFill>
                <a:schemeClr val="lt1"/>
              </a:solidFill>
              <a:latin typeface="IBM Plex Sans"/>
              <a:ea typeface="IBM Plex Sans"/>
              <a:cs typeface="IBM Plex Sans"/>
              <a:sym typeface="IBM Plex Sans"/>
            </a:endParaRPr>
          </a:p>
        </p:txBody>
      </p:sp>
      <p:grpSp>
        <p:nvGrpSpPr>
          <p:cNvPr id="6961" name="Google Shape;6961;p511"/>
          <p:cNvGrpSpPr/>
          <p:nvPr/>
        </p:nvGrpSpPr>
        <p:grpSpPr>
          <a:xfrm>
            <a:off x="5743300" y="925225"/>
            <a:ext cx="756000" cy="231600"/>
            <a:chOff x="5743300" y="1001425"/>
            <a:chExt cx="756000" cy="231600"/>
          </a:xfrm>
        </p:grpSpPr>
        <p:cxnSp>
          <p:nvCxnSpPr>
            <p:cNvPr id="6962" name="Google Shape;6962;p511"/>
            <p:cNvCxnSpPr/>
            <p:nvPr/>
          </p:nvCxnSpPr>
          <p:spPr>
            <a:xfrm>
              <a:off x="5743300" y="1233025"/>
              <a:ext cx="756000" cy="0"/>
            </a:xfrm>
            <a:prstGeom prst="straightConnector1">
              <a:avLst/>
            </a:prstGeom>
            <a:noFill/>
            <a:ln w="9525" cap="flat" cmpd="sng">
              <a:solidFill>
                <a:schemeClr val="lt1"/>
              </a:solidFill>
              <a:prstDash val="solid"/>
              <a:round/>
              <a:headEnd type="none" w="med" len="med"/>
              <a:tailEnd type="triangle" w="med" len="med"/>
            </a:ln>
          </p:spPr>
        </p:cxnSp>
        <p:sp>
          <p:nvSpPr>
            <p:cNvPr id="6963" name="Google Shape;6963;p511"/>
            <p:cNvSpPr txBox="1"/>
            <p:nvPr/>
          </p:nvSpPr>
          <p:spPr>
            <a:xfrm>
              <a:off x="5752675" y="1001425"/>
              <a:ext cx="737100" cy="2175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 sz="600">
                  <a:solidFill>
                    <a:schemeClr val="lt1"/>
                  </a:solidFill>
                  <a:latin typeface="IBM Plex Sans"/>
                  <a:ea typeface="IBM Plex Sans"/>
                  <a:cs typeface="IBM Plex Sans"/>
                  <a:sym typeface="IBM Plex Sans"/>
                </a:rPr>
                <a:t>store documents</a:t>
              </a:r>
              <a:endParaRPr sz="600">
                <a:solidFill>
                  <a:schemeClr val="lt1"/>
                </a:solidFill>
                <a:latin typeface="IBM Plex Sans"/>
                <a:ea typeface="IBM Plex Sans"/>
                <a:cs typeface="IBM Plex Sans"/>
                <a:sym typeface="IBM Plex Sans"/>
              </a:endParaRPr>
            </a:p>
          </p:txBody>
        </p:sp>
      </p:grpSp>
      <p:cxnSp>
        <p:nvCxnSpPr>
          <p:cNvPr id="6964" name="Google Shape;6964;p511"/>
          <p:cNvCxnSpPr>
            <a:stCxn id="6956" idx="0"/>
            <a:endCxn id="6957" idx="2"/>
          </p:cNvCxnSpPr>
          <p:nvPr/>
        </p:nvCxnSpPr>
        <p:spPr>
          <a:xfrm rot="-5400000">
            <a:off x="891900" y="3709625"/>
            <a:ext cx="231900" cy="600"/>
          </a:xfrm>
          <a:prstGeom prst="bentConnector3">
            <a:avLst>
              <a:gd name="adj1" fmla="val 49973"/>
            </a:avLst>
          </a:prstGeom>
          <a:noFill/>
          <a:ln w="9525" cap="flat" cmpd="sng">
            <a:solidFill>
              <a:schemeClr val="lt1"/>
            </a:solidFill>
            <a:prstDash val="dot"/>
            <a:round/>
            <a:headEnd type="none" w="med" len="med"/>
            <a:tailEnd type="none" w="med" len="med"/>
          </a:ln>
        </p:spPr>
      </p:cxnSp>
      <p:cxnSp>
        <p:nvCxnSpPr>
          <p:cNvPr id="6965" name="Google Shape;6965;p511"/>
          <p:cNvCxnSpPr/>
          <p:nvPr/>
        </p:nvCxnSpPr>
        <p:spPr>
          <a:xfrm rot="10800000">
            <a:off x="4672600" y="2126600"/>
            <a:ext cx="0" cy="622500"/>
          </a:xfrm>
          <a:prstGeom prst="straightConnector1">
            <a:avLst/>
          </a:prstGeom>
          <a:noFill/>
          <a:ln w="9525" cap="flat" cmpd="sng">
            <a:solidFill>
              <a:schemeClr val="lt1"/>
            </a:solidFill>
            <a:prstDash val="solid"/>
            <a:round/>
            <a:headEnd type="none" w="med" len="med"/>
            <a:tailEnd type="triangle" w="med" len="med"/>
          </a:ln>
        </p:spPr>
      </p:cxnSp>
      <p:sp>
        <p:nvSpPr>
          <p:cNvPr id="6966" name="Google Shape;6966;p511"/>
          <p:cNvSpPr/>
          <p:nvPr/>
        </p:nvSpPr>
        <p:spPr>
          <a:xfrm>
            <a:off x="1581902" y="2873500"/>
            <a:ext cx="866100" cy="720600"/>
          </a:xfrm>
          <a:prstGeom prst="flowChartAlternateProcess">
            <a:avLst/>
          </a:prstGeom>
          <a:noFill/>
          <a:ln w="9525" cap="flat" cmpd="sng">
            <a:solidFill>
              <a:schemeClr val="accent3"/>
            </a:solidFill>
            <a:prstDash val="solid"/>
            <a:round/>
            <a:headEnd type="none" w="sm" len="sm"/>
            <a:tailEnd type="none" w="sm" len="sm"/>
          </a:ln>
        </p:spPr>
        <p:txBody>
          <a:bodyPr spcFirstLastPara="1" wrap="square" lIns="45700" tIns="45700" rIns="45700" bIns="45700" anchor="t" anchorCtr="0">
            <a:noAutofit/>
          </a:bodyPr>
          <a:lstStyle/>
          <a:p>
            <a:pPr marL="0" lvl="0" indent="0" algn="ctr" rtl="0">
              <a:spcBef>
                <a:spcPts val="0"/>
              </a:spcBef>
              <a:spcAft>
                <a:spcPts val="0"/>
              </a:spcAft>
              <a:buNone/>
            </a:pPr>
            <a:r>
              <a:rPr lang="en" sz="700" b="1">
                <a:solidFill>
                  <a:schemeClr val="lt1"/>
                </a:solidFill>
                <a:latin typeface="IBM Plex Sans"/>
                <a:ea typeface="IBM Plex Sans"/>
                <a:cs typeface="IBM Plex Sans"/>
                <a:sym typeface="IBM Plex Sans"/>
              </a:rPr>
              <a:t>Classification</a:t>
            </a:r>
            <a:endParaRPr sz="700">
              <a:solidFill>
                <a:schemeClr val="lt1"/>
              </a:solidFill>
              <a:latin typeface="IBM Plex Sans"/>
              <a:ea typeface="IBM Plex Sans"/>
              <a:cs typeface="IBM Plex Sans"/>
              <a:sym typeface="IBM Plex Sans"/>
            </a:endParaRPr>
          </a:p>
          <a:p>
            <a:pPr marL="0" lvl="0" indent="0" algn="ctr" rtl="0">
              <a:spcBef>
                <a:spcPts val="0"/>
              </a:spcBef>
              <a:spcAft>
                <a:spcPts val="0"/>
              </a:spcAft>
              <a:buNone/>
            </a:pPr>
            <a:endParaRPr sz="700">
              <a:solidFill>
                <a:schemeClr val="lt1"/>
              </a:solidFill>
              <a:latin typeface="IBM Plex Sans"/>
              <a:ea typeface="IBM Plex Sans"/>
              <a:cs typeface="IBM Plex Sans"/>
              <a:sym typeface="IBM Plex Sans"/>
            </a:endParaRPr>
          </a:p>
          <a:p>
            <a:pPr marL="0" lvl="0" indent="0" algn="ctr" rtl="0">
              <a:spcBef>
                <a:spcPts val="0"/>
              </a:spcBef>
              <a:spcAft>
                <a:spcPts val="0"/>
              </a:spcAft>
              <a:buNone/>
            </a:pPr>
            <a:r>
              <a:rPr lang="en" sz="700">
                <a:solidFill>
                  <a:schemeClr val="lt1"/>
                </a:solidFill>
                <a:latin typeface="IBM Plex Sans"/>
                <a:ea typeface="IBM Plex Sans"/>
                <a:cs typeface="IBM Plex Sans"/>
                <a:sym typeface="IBM Plex Sans"/>
              </a:rPr>
              <a:t>Select doc types</a:t>
            </a:r>
            <a:endParaRPr sz="700">
              <a:solidFill>
                <a:schemeClr val="lt1"/>
              </a:solidFill>
              <a:latin typeface="IBM Plex Sans"/>
              <a:ea typeface="IBM Plex Sans"/>
              <a:cs typeface="IBM Plex Sans"/>
              <a:sym typeface="IBM Plex Sans"/>
            </a:endParaRPr>
          </a:p>
          <a:p>
            <a:pPr marL="0" lvl="0" indent="0" algn="ctr" rtl="0">
              <a:spcBef>
                <a:spcPts val="0"/>
              </a:spcBef>
              <a:spcAft>
                <a:spcPts val="0"/>
              </a:spcAft>
              <a:buNone/>
            </a:pPr>
            <a:endParaRPr sz="700">
              <a:solidFill>
                <a:schemeClr val="lt1"/>
              </a:solidFill>
              <a:latin typeface="IBM Plex Sans"/>
              <a:ea typeface="IBM Plex Sans"/>
              <a:cs typeface="IBM Plex Sans"/>
              <a:sym typeface="IBM Plex Sans"/>
            </a:endParaRPr>
          </a:p>
          <a:p>
            <a:pPr marL="0" lvl="0" indent="0" algn="ctr" rtl="0">
              <a:spcBef>
                <a:spcPts val="0"/>
              </a:spcBef>
              <a:spcAft>
                <a:spcPts val="0"/>
              </a:spcAft>
              <a:buNone/>
            </a:pPr>
            <a:r>
              <a:rPr lang="en" sz="700">
                <a:solidFill>
                  <a:schemeClr val="lt1"/>
                </a:solidFill>
                <a:latin typeface="IBM Plex Sans"/>
                <a:ea typeface="IBM Plex Sans"/>
                <a:cs typeface="IBM Plex Sans"/>
                <a:sym typeface="IBM Plex Sans"/>
              </a:rPr>
              <a:t>Choose AI model</a:t>
            </a:r>
            <a:endParaRPr sz="700">
              <a:solidFill>
                <a:schemeClr val="lt1"/>
              </a:solidFill>
              <a:latin typeface="IBM Plex Sans"/>
              <a:ea typeface="IBM Plex Sans"/>
              <a:cs typeface="IBM Plex Sans"/>
              <a:sym typeface="IBM Plex Sans"/>
            </a:endParaRPr>
          </a:p>
        </p:txBody>
      </p:sp>
      <p:sp>
        <p:nvSpPr>
          <p:cNvPr id="6967" name="Google Shape;6967;p511"/>
          <p:cNvSpPr/>
          <p:nvPr/>
        </p:nvSpPr>
        <p:spPr>
          <a:xfrm>
            <a:off x="7819275" y="1375300"/>
            <a:ext cx="646800" cy="369300"/>
          </a:xfrm>
          <a:prstGeom prst="rect">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700">
                <a:solidFill>
                  <a:schemeClr val="lt1"/>
                </a:solidFill>
                <a:latin typeface="IBM Plex Sans"/>
                <a:ea typeface="IBM Plex Sans"/>
                <a:cs typeface="IBM Plex Sans"/>
                <a:sym typeface="IBM Plex Sans"/>
              </a:rPr>
              <a:t>AI models</a:t>
            </a:r>
            <a:endParaRPr sz="700">
              <a:solidFill>
                <a:schemeClr val="lt1"/>
              </a:solidFill>
              <a:latin typeface="IBM Plex Sans"/>
              <a:ea typeface="IBM Plex Sans"/>
              <a:cs typeface="IBM Plex Sans"/>
              <a:sym typeface="IBM Plex Sans"/>
            </a:endParaRPr>
          </a:p>
        </p:txBody>
      </p:sp>
      <p:sp>
        <p:nvSpPr>
          <p:cNvPr id="6968" name="Google Shape;6968;p511"/>
          <p:cNvSpPr/>
          <p:nvPr/>
        </p:nvSpPr>
        <p:spPr>
          <a:xfrm>
            <a:off x="7049075" y="1375300"/>
            <a:ext cx="486300" cy="369300"/>
          </a:xfrm>
          <a:prstGeom prst="can">
            <a:avLst>
              <a:gd name="adj" fmla="val 25000"/>
            </a:avLst>
          </a:prstGeom>
          <a:solidFill>
            <a:schemeClr val="accent5"/>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BM Plex Sans"/>
              <a:ea typeface="IBM Plex Sans"/>
              <a:cs typeface="IBM Plex Sans"/>
              <a:sym typeface="IBM Plex Sans"/>
            </a:endParaRPr>
          </a:p>
        </p:txBody>
      </p:sp>
      <p:sp>
        <p:nvSpPr>
          <p:cNvPr id="6969" name="Google Shape;6969;p511"/>
          <p:cNvSpPr txBox="1"/>
          <p:nvPr/>
        </p:nvSpPr>
        <p:spPr>
          <a:xfrm>
            <a:off x="6499300" y="1881800"/>
            <a:ext cx="2290800" cy="2175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600">
                <a:solidFill>
                  <a:schemeClr val="lt1"/>
                </a:solidFill>
                <a:latin typeface="IBM Plex Sans"/>
                <a:ea typeface="IBM Plex Sans"/>
                <a:cs typeface="IBM Plex Sans"/>
                <a:sym typeface="IBM Plex Sans"/>
              </a:rPr>
              <a:t>Examples: AWS Bedrock, Google Vertex AI</a:t>
            </a:r>
            <a:endParaRPr sz="600">
              <a:solidFill>
                <a:schemeClr val="lt1"/>
              </a:solidFill>
              <a:latin typeface="IBM Plex Sans"/>
              <a:ea typeface="IBM Plex Sans"/>
              <a:cs typeface="IBM Plex Sans"/>
              <a:sym typeface="IBM Plex Sans"/>
            </a:endParaRPr>
          </a:p>
        </p:txBody>
      </p:sp>
      <p:sp>
        <p:nvSpPr>
          <p:cNvPr id="6970" name="Google Shape;6970;p511"/>
          <p:cNvSpPr/>
          <p:nvPr/>
        </p:nvSpPr>
        <p:spPr>
          <a:xfrm>
            <a:off x="1704288" y="3825875"/>
            <a:ext cx="621324" cy="464616"/>
          </a:xfrm>
          <a:prstGeom prst="flowChartDocument">
            <a:avLst/>
          </a:prstGeom>
          <a:noFill/>
          <a:ln w="9525" cap="flat" cmpd="sng">
            <a:solidFill>
              <a:schemeClr val="accent3"/>
            </a:solidFill>
            <a:prstDash val="solid"/>
            <a:round/>
            <a:headEnd type="none" w="sm" len="sm"/>
            <a:tailEnd type="none" w="sm" len="sm"/>
          </a:ln>
        </p:spPr>
        <p:txBody>
          <a:bodyPr spcFirstLastPara="1" wrap="square" lIns="45700" tIns="45700" rIns="45700" bIns="45700" anchor="ctr" anchorCtr="0">
            <a:noAutofit/>
          </a:bodyPr>
          <a:lstStyle/>
          <a:p>
            <a:pPr marL="0" lvl="0" indent="0" algn="ctr" rtl="0">
              <a:spcBef>
                <a:spcPts val="0"/>
              </a:spcBef>
              <a:spcAft>
                <a:spcPts val="0"/>
              </a:spcAft>
              <a:buNone/>
            </a:pPr>
            <a:r>
              <a:rPr lang="en" sz="700">
                <a:solidFill>
                  <a:schemeClr val="lt1"/>
                </a:solidFill>
                <a:latin typeface="IBM Plex Sans"/>
                <a:ea typeface="IBM Plex Sans"/>
                <a:cs typeface="IBM Plex Sans"/>
                <a:sym typeface="IBM Plex Sans"/>
              </a:rPr>
              <a:t>Document automation template</a:t>
            </a:r>
            <a:endParaRPr sz="700">
              <a:solidFill>
                <a:schemeClr val="lt1"/>
              </a:solidFill>
              <a:latin typeface="IBM Plex Sans"/>
              <a:ea typeface="IBM Plex Sans"/>
              <a:cs typeface="IBM Plex Sans"/>
              <a:sym typeface="IBM Plex Sans"/>
            </a:endParaRPr>
          </a:p>
        </p:txBody>
      </p:sp>
      <p:cxnSp>
        <p:nvCxnSpPr>
          <p:cNvPr id="6971" name="Google Shape;6971;p511"/>
          <p:cNvCxnSpPr>
            <a:stCxn id="6970" idx="0"/>
            <a:endCxn id="6966" idx="2"/>
          </p:cNvCxnSpPr>
          <p:nvPr/>
        </p:nvCxnSpPr>
        <p:spPr>
          <a:xfrm rot="-5400000">
            <a:off x="1899300" y="3709625"/>
            <a:ext cx="231900" cy="600"/>
          </a:xfrm>
          <a:prstGeom prst="bentConnector3">
            <a:avLst>
              <a:gd name="adj1" fmla="val 49973"/>
            </a:avLst>
          </a:prstGeom>
          <a:noFill/>
          <a:ln w="9525" cap="flat" cmpd="sng">
            <a:solidFill>
              <a:schemeClr val="lt1"/>
            </a:solidFill>
            <a:prstDash val="dot"/>
            <a:round/>
            <a:headEnd type="none" w="med" len="med"/>
            <a:tailEnd type="none" w="med" len="med"/>
          </a:ln>
        </p:spPr>
      </p:cxnSp>
      <p:grpSp>
        <p:nvGrpSpPr>
          <p:cNvPr id="6972" name="Google Shape;6972;p511"/>
          <p:cNvGrpSpPr/>
          <p:nvPr/>
        </p:nvGrpSpPr>
        <p:grpSpPr>
          <a:xfrm>
            <a:off x="5743300" y="1313796"/>
            <a:ext cx="756000" cy="209017"/>
            <a:chOff x="5743300" y="1489846"/>
            <a:chExt cx="756000" cy="209017"/>
          </a:xfrm>
        </p:grpSpPr>
        <p:cxnSp>
          <p:nvCxnSpPr>
            <p:cNvPr id="6973" name="Google Shape;6973;p511"/>
            <p:cNvCxnSpPr/>
            <p:nvPr/>
          </p:nvCxnSpPr>
          <p:spPr>
            <a:xfrm>
              <a:off x="5743300" y="1698863"/>
              <a:ext cx="756000" cy="0"/>
            </a:xfrm>
            <a:prstGeom prst="straightConnector1">
              <a:avLst/>
            </a:prstGeom>
            <a:noFill/>
            <a:ln w="9525" cap="flat" cmpd="sng">
              <a:solidFill>
                <a:schemeClr val="lt1"/>
              </a:solidFill>
              <a:prstDash val="solid"/>
              <a:round/>
              <a:headEnd type="none" w="med" len="med"/>
              <a:tailEnd type="triangle" w="med" len="med"/>
            </a:ln>
          </p:spPr>
        </p:cxnSp>
        <p:sp>
          <p:nvSpPr>
            <p:cNvPr id="6974" name="Google Shape;6974;p511"/>
            <p:cNvSpPr txBox="1"/>
            <p:nvPr/>
          </p:nvSpPr>
          <p:spPr>
            <a:xfrm>
              <a:off x="5752675" y="1489846"/>
              <a:ext cx="737100" cy="1842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 sz="600">
                  <a:solidFill>
                    <a:schemeClr val="lt1"/>
                  </a:solidFill>
                  <a:latin typeface="IBM Plex Sans"/>
                  <a:ea typeface="IBM Plex Sans"/>
                  <a:cs typeface="IBM Plex Sans"/>
                  <a:sym typeface="IBM Plex Sans"/>
                </a:rPr>
                <a:t>use models</a:t>
              </a:r>
              <a:endParaRPr sz="600">
                <a:solidFill>
                  <a:schemeClr val="lt1"/>
                </a:solidFill>
                <a:latin typeface="IBM Plex Sans"/>
                <a:ea typeface="IBM Plex Sans"/>
                <a:cs typeface="IBM Plex Sans"/>
                <a:sym typeface="IBM Plex Sans"/>
              </a:endParaRPr>
            </a:p>
          </p:txBody>
        </p:sp>
      </p:grpSp>
      <p:grpSp>
        <p:nvGrpSpPr>
          <p:cNvPr id="6975" name="Google Shape;6975;p511"/>
          <p:cNvGrpSpPr/>
          <p:nvPr/>
        </p:nvGrpSpPr>
        <p:grpSpPr>
          <a:xfrm>
            <a:off x="5743300" y="1744596"/>
            <a:ext cx="756000" cy="238042"/>
            <a:chOff x="5743300" y="1460821"/>
            <a:chExt cx="756000" cy="238042"/>
          </a:xfrm>
        </p:grpSpPr>
        <p:cxnSp>
          <p:nvCxnSpPr>
            <p:cNvPr id="6976" name="Google Shape;6976;p511"/>
            <p:cNvCxnSpPr/>
            <p:nvPr/>
          </p:nvCxnSpPr>
          <p:spPr>
            <a:xfrm>
              <a:off x="5743300" y="1698863"/>
              <a:ext cx="756000" cy="0"/>
            </a:xfrm>
            <a:prstGeom prst="straightConnector1">
              <a:avLst/>
            </a:prstGeom>
            <a:noFill/>
            <a:ln w="9525" cap="flat" cmpd="sng">
              <a:solidFill>
                <a:schemeClr val="lt1"/>
              </a:solidFill>
              <a:prstDash val="solid"/>
              <a:round/>
              <a:headEnd type="triangle" w="med" len="med"/>
              <a:tailEnd type="none" w="med" len="med"/>
            </a:ln>
          </p:spPr>
        </p:cxnSp>
        <p:sp>
          <p:nvSpPr>
            <p:cNvPr id="6977" name="Google Shape;6977;p511"/>
            <p:cNvSpPr txBox="1"/>
            <p:nvPr/>
          </p:nvSpPr>
          <p:spPr>
            <a:xfrm>
              <a:off x="5752675" y="1460821"/>
              <a:ext cx="737100" cy="1842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 sz="600">
                  <a:solidFill>
                    <a:schemeClr val="lt1"/>
                  </a:solidFill>
                  <a:latin typeface="IBM Plex Sans"/>
                  <a:ea typeface="IBM Plex Sans"/>
                  <a:cs typeface="IBM Plex Sans"/>
                  <a:sym typeface="IBM Plex Sans"/>
                </a:rPr>
                <a:t>get extracted key-value pairs</a:t>
              </a:r>
              <a:endParaRPr sz="600">
                <a:solidFill>
                  <a:schemeClr val="lt1"/>
                </a:solidFill>
                <a:latin typeface="IBM Plex Sans"/>
                <a:ea typeface="IBM Plex Sans"/>
                <a:cs typeface="IBM Plex Sans"/>
                <a:sym typeface="IBM Plex Sans"/>
              </a:endParaRPr>
            </a:p>
          </p:txBody>
        </p:sp>
      </p:grpSp>
      <p:sp>
        <p:nvSpPr>
          <p:cNvPr id="6978" name="Google Shape;6978;p511"/>
          <p:cNvSpPr/>
          <p:nvPr/>
        </p:nvSpPr>
        <p:spPr>
          <a:xfrm>
            <a:off x="5202200" y="3079901"/>
            <a:ext cx="685800" cy="307800"/>
          </a:xfrm>
          <a:prstGeom prst="flowChartDocument">
            <a:avLst/>
          </a:prstGeom>
          <a:solidFill>
            <a:schemeClr val="dk1"/>
          </a:solidFill>
          <a:ln w="9525" cap="flat" cmpd="sng">
            <a:solidFill>
              <a:schemeClr val="accent3"/>
            </a:solidFill>
            <a:prstDash val="solid"/>
            <a:round/>
            <a:headEnd type="none" w="sm" len="sm"/>
            <a:tailEnd type="none" w="sm" len="sm"/>
          </a:ln>
        </p:spPr>
        <p:txBody>
          <a:bodyPr spcFirstLastPara="1" wrap="square" lIns="45700" tIns="45700" rIns="45700" bIns="45700" anchor="ctr" anchorCtr="0">
            <a:noAutofit/>
          </a:bodyPr>
          <a:lstStyle/>
          <a:p>
            <a:pPr marL="0" lvl="0" indent="0" algn="ctr" rtl="0">
              <a:spcBef>
                <a:spcPts val="0"/>
              </a:spcBef>
              <a:spcAft>
                <a:spcPts val="0"/>
              </a:spcAft>
              <a:buNone/>
            </a:pPr>
            <a:r>
              <a:rPr lang="en" sz="700">
                <a:solidFill>
                  <a:schemeClr val="lt1"/>
                </a:solidFill>
                <a:latin typeface="IBM Plex Sans"/>
                <a:ea typeface="IBM Plex Sans"/>
                <a:cs typeface="IBM Plex Sans"/>
                <a:sym typeface="IBM Plex Sans"/>
              </a:rPr>
              <a:t>Extraction</a:t>
            </a:r>
            <a:endParaRPr sz="700">
              <a:solidFill>
                <a:schemeClr val="lt1"/>
              </a:solidFill>
              <a:latin typeface="IBM Plex Sans"/>
              <a:ea typeface="IBM Plex Sans"/>
              <a:cs typeface="IBM Plex Sans"/>
              <a:sym typeface="IBM Plex Sans"/>
            </a:endParaRPr>
          </a:p>
        </p:txBody>
      </p:sp>
      <p:sp>
        <p:nvSpPr>
          <p:cNvPr id="6979" name="Google Shape;6979;p511"/>
          <p:cNvSpPr/>
          <p:nvPr/>
        </p:nvSpPr>
        <p:spPr>
          <a:xfrm>
            <a:off x="5247850" y="3824800"/>
            <a:ext cx="601200" cy="369300"/>
          </a:xfrm>
          <a:prstGeom prst="flowChartAlternateProcess">
            <a:avLst/>
          </a:prstGeom>
          <a:no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700">
                <a:solidFill>
                  <a:schemeClr val="lt1"/>
                </a:solidFill>
                <a:latin typeface="IBM Plex Sans"/>
                <a:ea typeface="IBM Plex Sans"/>
                <a:cs typeface="IBM Plex Sans"/>
                <a:sym typeface="IBM Plex Sans"/>
              </a:rPr>
              <a:t>Output variables</a:t>
            </a:r>
            <a:endParaRPr sz="700">
              <a:solidFill>
                <a:schemeClr val="lt1"/>
              </a:solidFill>
              <a:latin typeface="IBM Plex Sans"/>
              <a:ea typeface="IBM Plex Sans"/>
              <a:cs typeface="IBM Plex Sans"/>
              <a:sym typeface="IBM Plex Sans"/>
            </a:endParaRPr>
          </a:p>
        </p:txBody>
      </p:sp>
      <p:sp>
        <p:nvSpPr>
          <p:cNvPr id="6980" name="Google Shape;6980;p511"/>
          <p:cNvSpPr/>
          <p:nvPr/>
        </p:nvSpPr>
        <p:spPr>
          <a:xfrm>
            <a:off x="4364801" y="3853950"/>
            <a:ext cx="686934" cy="307800"/>
          </a:xfrm>
          <a:prstGeom prst="flowChartDocument">
            <a:avLst/>
          </a:prstGeom>
          <a:solidFill>
            <a:schemeClr val="dk1"/>
          </a:solidFill>
          <a:ln w="9525" cap="flat" cmpd="sng">
            <a:solidFill>
              <a:schemeClr val="accent3"/>
            </a:solidFill>
            <a:prstDash val="solid"/>
            <a:round/>
            <a:headEnd type="none" w="sm" len="sm"/>
            <a:tailEnd type="none" w="sm" len="sm"/>
          </a:ln>
        </p:spPr>
        <p:txBody>
          <a:bodyPr spcFirstLastPara="1" wrap="square" lIns="45700" tIns="45700" rIns="45700" bIns="45700" anchor="ctr" anchorCtr="0">
            <a:noAutofit/>
          </a:bodyPr>
          <a:lstStyle/>
          <a:p>
            <a:pPr marL="0" lvl="0" indent="0" algn="ctr" rtl="0">
              <a:spcBef>
                <a:spcPts val="0"/>
              </a:spcBef>
              <a:spcAft>
                <a:spcPts val="0"/>
              </a:spcAft>
              <a:buNone/>
            </a:pPr>
            <a:r>
              <a:rPr lang="en" sz="700">
                <a:solidFill>
                  <a:schemeClr val="lt1"/>
                </a:solidFill>
                <a:latin typeface="IBM Plex Sans"/>
                <a:ea typeface="IBM Plex Sans"/>
                <a:cs typeface="IBM Plex Sans"/>
                <a:sym typeface="IBM Plex Sans"/>
              </a:rPr>
              <a:t>Classification</a:t>
            </a:r>
            <a:endParaRPr sz="700">
              <a:solidFill>
                <a:schemeClr val="lt1"/>
              </a:solidFill>
              <a:latin typeface="IBM Plex Sans"/>
              <a:ea typeface="IBM Plex Sans"/>
              <a:cs typeface="IBM Plex Sans"/>
              <a:sym typeface="IBM Plex Sans"/>
            </a:endParaRPr>
          </a:p>
        </p:txBody>
      </p:sp>
      <p:cxnSp>
        <p:nvCxnSpPr>
          <p:cNvPr id="6981" name="Google Shape;6981;p511"/>
          <p:cNvCxnSpPr/>
          <p:nvPr/>
        </p:nvCxnSpPr>
        <p:spPr>
          <a:xfrm rot="-5400000">
            <a:off x="5445850" y="3514900"/>
            <a:ext cx="488700" cy="131100"/>
          </a:xfrm>
          <a:prstGeom prst="bentConnector3">
            <a:avLst>
              <a:gd name="adj1" fmla="val 50000"/>
            </a:avLst>
          </a:prstGeom>
          <a:noFill/>
          <a:ln w="9525" cap="flat" cmpd="sng">
            <a:solidFill>
              <a:schemeClr val="lt1"/>
            </a:solidFill>
            <a:prstDash val="dot"/>
            <a:round/>
            <a:headEnd type="none" w="med" len="med"/>
            <a:tailEnd type="none" w="med" len="med"/>
          </a:ln>
        </p:spPr>
      </p:cxnSp>
      <p:grpSp>
        <p:nvGrpSpPr>
          <p:cNvPr id="6982" name="Google Shape;6982;p511"/>
          <p:cNvGrpSpPr/>
          <p:nvPr/>
        </p:nvGrpSpPr>
        <p:grpSpPr>
          <a:xfrm>
            <a:off x="3695002" y="3497489"/>
            <a:ext cx="3281200" cy="217500"/>
            <a:chOff x="3542602" y="3497489"/>
            <a:chExt cx="3281200" cy="217500"/>
          </a:xfrm>
        </p:grpSpPr>
        <p:sp>
          <p:nvSpPr>
            <p:cNvPr id="6983" name="Google Shape;6983;p511"/>
            <p:cNvSpPr/>
            <p:nvPr/>
          </p:nvSpPr>
          <p:spPr>
            <a:xfrm>
              <a:off x="3542602" y="3507839"/>
              <a:ext cx="196800" cy="196800"/>
            </a:xfrm>
            <a:prstGeom prst="ellipse">
              <a:avLst/>
            </a:prstGeom>
            <a:solidFill>
              <a:schemeClr val="accen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BM Plex Sans"/>
                <a:ea typeface="IBM Plex Sans"/>
                <a:cs typeface="IBM Plex Sans"/>
                <a:sym typeface="IBM Plex Sans"/>
              </a:endParaRPr>
            </a:p>
          </p:txBody>
        </p:sp>
        <p:cxnSp>
          <p:nvCxnSpPr>
            <p:cNvPr id="6984" name="Google Shape;6984;p511"/>
            <p:cNvCxnSpPr>
              <a:stCxn id="6983" idx="6"/>
              <a:endCxn id="6985" idx="1"/>
            </p:cNvCxnSpPr>
            <p:nvPr/>
          </p:nvCxnSpPr>
          <p:spPr>
            <a:xfrm>
              <a:off x="3739402" y="3606239"/>
              <a:ext cx="470100" cy="0"/>
            </a:xfrm>
            <a:prstGeom prst="straightConnector1">
              <a:avLst/>
            </a:prstGeom>
            <a:noFill/>
            <a:ln w="9525" cap="flat" cmpd="sng">
              <a:solidFill>
                <a:schemeClr val="accent2"/>
              </a:solidFill>
              <a:prstDash val="solid"/>
              <a:round/>
              <a:headEnd type="none" w="med" len="med"/>
              <a:tailEnd type="none" w="med" len="med"/>
            </a:ln>
          </p:spPr>
        </p:cxnSp>
        <p:sp>
          <p:nvSpPr>
            <p:cNvPr id="6985" name="Google Shape;6985;p511"/>
            <p:cNvSpPr/>
            <p:nvPr/>
          </p:nvSpPr>
          <p:spPr>
            <a:xfrm>
              <a:off x="4209502" y="3497489"/>
              <a:ext cx="444900" cy="217500"/>
            </a:xfrm>
            <a:prstGeom prst="roundRect">
              <a:avLst>
                <a:gd name="adj" fmla="val 16667"/>
              </a:avLst>
            </a:prstGeom>
            <a:solidFill>
              <a:schemeClr val="accen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BM Plex Sans"/>
                <a:ea typeface="IBM Plex Sans"/>
                <a:cs typeface="IBM Plex Sans"/>
                <a:sym typeface="IBM Plex Sans"/>
              </a:endParaRPr>
            </a:p>
          </p:txBody>
        </p:sp>
        <p:sp>
          <p:nvSpPr>
            <p:cNvPr id="6986" name="Google Shape;6986;p511"/>
            <p:cNvSpPr/>
            <p:nvPr/>
          </p:nvSpPr>
          <p:spPr>
            <a:xfrm>
              <a:off x="6627002" y="3507839"/>
              <a:ext cx="196800" cy="196800"/>
            </a:xfrm>
            <a:prstGeom prst="ellipse">
              <a:avLst/>
            </a:prstGeom>
            <a:solidFill>
              <a:schemeClr val="accen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BM Plex Sans"/>
                <a:ea typeface="IBM Plex Sans"/>
                <a:cs typeface="IBM Plex Sans"/>
                <a:sym typeface="IBM Plex Sans"/>
              </a:endParaRPr>
            </a:p>
          </p:txBody>
        </p:sp>
        <p:cxnSp>
          <p:nvCxnSpPr>
            <p:cNvPr id="6987" name="Google Shape;6987;p511"/>
            <p:cNvCxnSpPr>
              <a:stCxn id="6985" idx="3"/>
              <a:endCxn id="6988" idx="1"/>
            </p:cNvCxnSpPr>
            <p:nvPr/>
          </p:nvCxnSpPr>
          <p:spPr>
            <a:xfrm>
              <a:off x="4654402" y="3606239"/>
              <a:ext cx="687900" cy="0"/>
            </a:xfrm>
            <a:prstGeom prst="straightConnector1">
              <a:avLst/>
            </a:prstGeom>
            <a:noFill/>
            <a:ln w="9525" cap="flat" cmpd="sng">
              <a:solidFill>
                <a:schemeClr val="accent2"/>
              </a:solidFill>
              <a:prstDash val="solid"/>
              <a:round/>
              <a:headEnd type="none" w="med" len="med"/>
              <a:tailEnd type="none" w="med" len="med"/>
            </a:ln>
          </p:spPr>
        </p:cxnSp>
        <p:cxnSp>
          <p:nvCxnSpPr>
            <p:cNvPr id="6989" name="Google Shape;6989;p511"/>
            <p:cNvCxnSpPr>
              <a:stCxn id="6988" idx="3"/>
              <a:endCxn id="6986" idx="2"/>
            </p:cNvCxnSpPr>
            <p:nvPr/>
          </p:nvCxnSpPr>
          <p:spPr>
            <a:xfrm>
              <a:off x="5787202" y="3606239"/>
              <a:ext cx="839700" cy="0"/>
            </a:xfrm>
            <a:prstGeom prst="straightConnector1">
              <a:avLst/>
            </a:prstGeom>
            <a:noFill/>
            <a:ln w="9525" cap="flat" cmpd="sng">
              <a:solidFill>
                <a:schemeClr val="accent2"/>
              </a:solidFill>
              <a:prstDash val="solid"/>
              <a:round/>
              <a:headEnd type="none" w="med" len="med"/>
              <a:tailEnd type="none" w="med" len="med"/>
            </a:ln>
          </p:spPr>
        </p:cxnSp>
        <p:sp>
          <p:nvSpPr>
            <p:cNvPr id="6990" name="Google Shape;6990;p511"/>
            <p:cNvSpPr/>
            <p:nvPr/>
          </p:nvSpPr>
          <p:spPr>
            <a:xfrm>
              <a:off x="6028102" y="3497489"/>
              <a:ext cx="444900" cy="217500"/>
            </a:xfrm>
            <a:prstGeom prst="roundRect">
              <a:avLst>
                <a:gd name="adj" fmla="val 16667"/>
              </a:avLst>
            </a:prstGeom>
            <a:solidFill>
              <a:schemeClr val="accen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BM Plex Sans"/>
                <a:ea typeface="IBM Plex Sans"/>
                <a:cs typeface="IBM Plex Sans"/>
                <a:sym typeface="IBM Plex Sans"/>
              </a:endParaRPr>
            </a:p>
          </p:txBody>
        </p:sp>
        <p:sp>
          <p:nvSpPr>
            <p:cNvPr id="6988" name="Google Shape;6988;p511"/>
            <p:cNvSpPr/>
            <p:nvPr/>
          </p:nvSpPr>
          <p:spPr>
            <a:xfrm>
              <a:off x="5342302" y="3497489"/>
              <a:ext cx="444900" cy="217500"/>
            </a:xfrm>
            <a:prstGeom prst="roundRect">
              <a:avLst>
                <a:gd name="adj" fmla="val 16667"/>
              </a:avLst>
            </a:prstGeom>
            <a:solidFill>
              <a:schemeClr val="accen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BM Plex Sans"/>
                <a:ea typeface="IBM Plex Sans"/>
                <a:cs typeface="IBM Plex Sans"/>
                <a:sym typeface="IBM Plex Sans"/>
              </a:endParaRPr>
            </a:p>
          </p:txBody>
        </p:sp>
      </p:grpSp>
      <p:sp>
        <p:nvSpPr>
          <p:cNvPr id="6991" name="Google Shape;6991;p511"/>
          <p:cNvSpPr txBox="1"/>
          <p:nvPr/>
        </p:nvSpPr>
        <p:spPr>
          <a:xfrm>
            <a:off x="3517938" y="3670075"/>
            <a:ext cx="526500" cy="3078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 sz="600">
                <a:solidFill>
                  <a:schemeClr val="lt1"/>
                </a:solidFill>
                <a:latin typeface="IBM Plex Sans"/>
                <a:ea typeface="IBM Plex Sans"/>
                <a:cs typeface="IBM Plex Sans"/>
                <a:sym typeface="IBM Plex Sans"/>
              </a:rPr>
              <a:t>incoming </a:t>
            </a:r>
            <a:br>
              <a:rPr lang="en" sz="600">
                <a:solidFill>
                  <a:schemeClr val="lt1"/>
                </a:solidFill>
                <a:latin typeface="IBM Plex Sans"/>
                <a:ea typeface="IBM Plex Sans"/>
                <a:cs typeface="IBM Plex Sans"/>
                <a:sym typeface="IBM Plex Sans"/>
              </a:rPr>
            </a:br>
            <a:r>
              <a:rPr lang="en" sz="600">
                <a:solidFill>
                  <a:schemeClr val="lt1"/>
                </a:solidFill>
                <a:latin typeface="IBM Plex Sans"/>
                <a:ea typeface="IBM Plex Sans"/>
                <a:cs typeface="IBM Plex Sans"/>
                <a:sym typeface="IBM Plex Sans"/>
              </a:rPr>
              <a:t>doc</a:t>
            </a:r>
            <a:endParaRPr sz="600">
              <a:solidFill>
                <a:schemeClr val="lt1"/>
              </a:solidFill>
              <a:latin typeface="IBM Plex Sans"/>
              <a:ea typeface="IBM Plex Sans"/>
              <a:cs typeface="IBM Plex Sans"/>
              <a:sym typeface="IBM Plex Sans"/>
            </a:endParaRPr>
          </a:p>
        </p:txBody>
      </p:sp>
      <p:sp>
        <p:nvSpPr>
          <p:cNvPr id="6992" name="Google Shape;6992;p511"/>
          <p:cNvSpPr txBox="1"/>
          <p:nvPr/>
        </p:nvSpPr>
        <p:spPr>
          <a:xfrm>
            <a:off x="4113300" y="2780413"/>
            <a:ext cx="1935900" cy="1650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600">
                <a:solidFill>
                  <a:schemeClr val="lt1"/>
                </a:solidFill>
                <a:latin typeface="IBM Plex Sans"/>
                <a:ea typeface="IBM Plex Sans"/>
                <a:cs typeface="IBM Plex Sans"/>
                <a:sym typeface="IBM Plex Sans"/>
              </a:rPr>
              <a:t>Document automation</a:t>
            </a:r>
            <a:endParaRPr sz="600">
              <a:solidFill>
                <a:schemeClr val="lt1"/>
              </a:solidFill>
              <a:latin typeface="IBM Plex Sans"/>
              <a:ea typeface="IBM Plex Sans"/>
              <a:cs typeface="IBM Plex Sans"/>
              <a:sym typeface="IBM Plex Sans"/>
            </a:endParaRP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Shape 6996"/>
        <p:cNvGrpSpPr/>
        <p:nvPr/>
      </p:nvGrpSpPr>
      <p:grpSpPr>
        <a:xfrm>
          <a:off x="0" y="0"/>
          <a:ext cx="0" cy="0"/>
          <a:chOff x="0" y="0"/>
          <a:chExt cx="0" cy="0"/>
        </a:xfrm>
      </p:grpSpPr>
      <p:sp>
        <p:nvSpPr>
          <p:cNvPr id="6997" name="Google Shape;6997;p512"/>
          <p:cNvSpPr txBox="1">
            <a:spLocks noGrp="1"/>
          </p:cNvSpPr>
          <p:nvPr>
            <p:ph type="title"/>
          </p:nvPr>
        </p:nvSpPr>
        <p:spPr>
          <a:xfrm>
            <a:off x="1476301" y="1789950"/>
            <a:ext cx="5915700" cy="996300"/>
          </a:xfrm>
          <a:prstGeom prst="rect">
            <a:avLst/>
          </a:prstGeom>
        </p:spPr>
        <p:txBody>
          <a:bodyPr spcFirstLastPara="1" wrap="square" lIns="0" tIns="0" rIns="0" bIns="0" anchor="ctr" anchorCtr="0">
            <a:normAutofit/>
          </a:bodyPr>
          <a:lstStyle/>
          <a:p>
            <a:pPr marL="0" lvl="0" indent="0" algn="ctr" rtl="0">
              <a:spcBef>
                <a:spcPts val="0"/>
              </a:spcBef>
              <a:spcAft>
                <a:spcPts val="0"/>
              </a:spcAft>
              <a:buNone/>
            </a:pPr>
            <a:r>
              <a:rPr lang="en" sz="2200"/>
              <a:t>Camunda packaging and deployment</a:t>
            </a:r>
            <a:endParaRPr sz="2200"/>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Shape 7001"/>
        <p:cNvGrpSpPr/>
        <p:nvPr/>
      </p:nvGrpSpPr>
      <p:grpSpPr>
        <a:xfrm>
          <a:off x="0" y="0"/>
          <a:ext cx="0" cy="0"/>
          <a:chOff x="0" y="0"/>
          <a:chExt cx="0" cy="0"/>
        </a:xfrm>
      </p:grpSpPr>
      <p:sp>
        <p:nvSpPr>
          <p:cNvPr id="7002" name="Google Shape;7002;p513"/>
          <p:cNvSpPr txBox="1">
            <a:spLocks noGrp="1"/>
          </p:cNvSpPr>
          <p:nvPr>
            <p:ph type="title"/>
          </p:nvPr>
        </p:nvSpPr>
        <p:spPr>
          <a:xfrm>
            <a:off x="457201" y="114300"/>
            <a:ext cx="8229600" cy="369300"/>
          </a:xfrm>
          <a:prstGeom prst="rect">
            <a:avLst/>
          </a:prstGeom>
        </p:spPr>
        <p:txBody>
          <a:bodyPr spcFirstLastPara="1" wrap="square" lIns="0" tIns="0" rIns="0" bIns="0" anchor="t" anchorCtr="0">
            <a:spAutoFit/>
          </a:bodyPr>
          <a:lstStyle/>
          <a:p>
            <a:pPr marL="0" lvl="0" indent="0" algn="l" rtl="0">
              <a:spcBef>
                <a:spcPts val="0"/>
              </a:spcBef>
              <a:spcAft>
                <a:spcPts val="0"/>
              </a:spcAft>
              <a:buNone/>
            </a:pPr>
            <a:r>
              <a:rPr lang="en" sz="2400"/>
              <a:t>Camunda SaaS Offering</a:t>
            </a:r>
            <a:endParaRPr sz="2400"/>
          </a:p>
        </p:txBody>
      </p:sp>
      <p:sp>
        <p:nvSpPr>
          <p:cNvPr id="7003" name="Google Shape;7003;p513"/>
          <p:cNvSpPr txBox="1">
            <a:spLocks noGrp="1"/>
          </p:cNvSpPr>
          <p:nvPr>
            <p:ph type="subTitle" idx="1"/>
          </p:nvPr>
        </p:nvSpPr>
        <p:spPr>
          <a:xfrm>
            <a:off x="1206675" y="1087375"/>
            <a:ext cx="2497200" cy="436500"/>
          </a:xfrm>
          <a:prstGeom prst="rect">
            <a:avLst/>
          </a:prstGeom>
        </p:spPr>
        <p:txBody>
          <a:bodyPr spcFirstLastPara="1" wrap="square" lIns="0" tIns="0" rIns="0" bIns="0" anchor="ctr" anchorCtr="0">
            <a:normAutofit/>
          </a:bodyPr>
          <a:lstStyle/>
          <a:p>
            <a:pPr marL="0" lvl="0" indent="0" algn="ctr" rtl="0">
              <a:spcBef>
                <a:spcPts val="0"/>
              </a:spcBef>
              <a:spcAft>
                <a:spcPts val="0"/>
              </a:spcAft>
              <a:buNone/>
            </a:pPr>
            <a:r>
              <a:rPr lang="en"/>
              <a:t>Free</a:t>
            </a:r>
            <a:endParaRPr/>
          </a:p>
        </p:txBody>
      </p:sp>
      <p:sp>
        <p:nvSpPr>
          <p:cNvPr id="7004" name="Google Shape;7004;p513"/>
          <p:cNvSpPr txBox="1">
            <a:spLocks noGrp="1"/>
          </p:cNvSpPr>
          <p:nvPr>
            <p:ph type="subTitle" idx="2"/>
          </p:nvPr>
        </p:nvSpPr>
        <p:spPr>
          <a:xfrm>
            <a:off x="5415175" y="1087375"/>
            <a:ext cx="2497200" cy="436500"/>
          </a:xfrm>
          <a:prstGeom prst="rect">
            <a:avLst/>
          </a:prstGeom>
        </p:spPr>
        <p:txBody>
          <a:bodyPr spcFirstLastPara="1" wrap="square" lIns="0" tIns="0" rIns="0" bIns="0" anchor="ctr" anchorCtr="0">
            <a:normAutofit/>
          </a:bodyPr>
          <a:lstStyle/>
          <a:p>
            <a:pPr marL="0" lvl="0" indent="0" algn="ctr" rtl="0">
              <a:spcBef>
                <a:spcPts val="0"/>
              </a:spcBef>
              <a:spcAft>
                <a:spcPts val="0"/>
              </a:spcAft>
              <a:buNone/>
            </a:pPr>
            <a:r>
              <a:rPr lang="en"/>
              <a:t>Enterprise</a:t>
            </a:r>
            <a:endParaRPr/>
          </a:p>
        </p:txBody>
      </p:sp>
      <p:sp>
        <p:nvSpPr>
          <p:cNvPr id="7005" name="Google Shape;7005;p513"/>
          <p:cNvSpPr txBox="1">
            <a:spLocks noGrp="1"/>
          </p:cNvSpPr>
          <p:nvPr>
            <p:ph type="body" idx="3"/>
          </p:nvPr>
        </p:nvSpPr>
        <p:spPr>
          <a:xfrm>
            <a:off x="1340100" y="1665475"/>
            <a:ext cx="2282700" cy="2586600"/>
          </a:xfrm>
          <a:prstGeom prst="rect">
            <a:avLst/>
          </a:prstGeom>
        </p:spPr>
        <p:txBody>
          <a:bodyPr spcFirstLastPara="1" wrap="square" lIns="0" tIns="0" rIns="0" bIns="0" anchor="t" anchorCtr="0">
            <a:normAutofit/>
          </a:bodyPr>
          <a:lstStyle/>
          <a:p>
            <a:pPr marL="457200" lvl="0" indent="-304800" algn="l" rtl="0">
              <a:lnSpc>
                <a:spcPct val="100000"/>
              </a:lnSpc>
              <a:spcBef>
                <a:spcPts val="0"/>
              </a:spcBef>
              <a:spcAft>
                <a:spcPts val="0"/>
              </a:spcAft>
              <a:buClr>
                <a:schemeClr val="dk1"/>
              </a:buClr>
              <a:buSzPts val="1200"/>
              <a:buChar char="■"/>
            </a:pPr>
            <a:r>
              <a:rPr lang="en" sz="1200"/>
              <a:t>All process modeling features available</a:t>
            </a:r>
            <a:endParaRPr sz="1200"/>
          </a:p>
          <a:p>
            <a:pPr marL="457200" lvl="0" indent="-304800" algn="l" rtl="0">
              <a:lnSpc>
                <a:spcPct val="100000"/>
              </a:lnSpc>
              <a:spcBef>
                <a:spcPts val="1000"/>
              </a:spcBef>
              <a:spcAft>
                <a:spcPts val="1000"/>
              </a:spcAft>
              <a:buClr>
                <a:schemeClr val="dk1"/>
              </a:buClr>
              <a:buSzPts val="1200"/>
              <a:buChar char="■"/>
            </a:pPr>
            <a:r>
              <a:rPr lang="en" sz="1200"/>
              <a:t>Community support</a:t>
            </a:r>
            <a:endParaRPr sz="1200"/>
          </a:p>
        </p:txBody>
      </p:sp>
      <p:sp>
        <p:nvSpPr>
          <p:cNvPr id="7006" name="Google Shape;7006;p513"/>
          <p:cNvSpPr txBox="1">
            <a:spLocks noGrp="1"/>
          </p:cNvSpPr>
          <p:nvPr>
            <p:ph type="body" idx="4"/>
          </p:nvPr>
        </p:nvSpPr>
        <p:spPr>
          <a:xfrm>
            <a:off x="5534850" y="1665475"/>
            <a:ext cx="2282700" cy="2586600"/>
          </a:xfrm>
          <a:prstGeom prst="rect">
            <a:avLst/>
          </a:prstGeom>
        </p:spPr>
        <p:txBody>
          <a:bodyPr spcFirstLastPara="1" wrap="square" lIns="0" tIns="0" rIns="0" bIns="0" anchor="t" anchorCtr="0">
            <a:normAutofit lnSpcReduction="10000"/>
          </a:bodyPr>
          <a:lstStyle/>
          <a:p>
            <a:pPr marL="457200" lvl="0" indent="-304800" algn="l" rtl="0">
              <a:lnSpc>
                <a:spcPct val="100000"/>
              </a:lnSpc>
              <a:spcBef>
                <a:spcPts val="0"/>
              </a:spcBef>
              <a:spcAft>
                <a:spcPts val="0"/>
              </a:spcAft>
              <a:buClr>
                <a:schemeClr val="dk1"/>
              </a:buClr>
              <a:buSzPts val="1200"/>
              <a:buChar char="■"/>
            </a:pPr>
            <a:r>
              <a:rPr lang="en" sz="1200"/>
              <a:t>Full feature set available</a:t>
            </a:r>
            <a:endParaRPr sz="1200"/>
          </a:p>
          <a:p>
            <a:pPr marL="457200" lvl="0" indent="-304800" algn="l" rtl="0">
              <a:lnSpc>
                <a:spcPct val="100000"/>
              </a:lnSpc>
              <a:spcBef>
                <a:spcPts val="1000"/>
              </a:spcBef>
              <a:spcAft>
                <a:spcPts val="0"/>
              </a:spcAft>
              <a:buClr>
                <a:schemeClr val="dk1"/>
              </a:buClr>
              <a:buSzPts val="1200"/>
              <a:buChar char="■"/>
            </a:pPr>
            <a:r>
              <a:rPr lang="en" sz="1200"/>
              <a:t>Production and non-</a:t>
            </a:r>
            <a:br>
              <a:rPr lang="en" sz="1200"/>
            </a:br>
            <a:r>
              <a:rPr lang="en" sz="1200"/>
              <a:t>production clusters available</a:t>
            </a:r>
            <a:endParaRPr sz="1200"/>
          </a:p>
          <a:p>
            <a:pPr marL="457200" lvl="0" indent="-304800" algn="l" rtl="0">
              <a:lnSpc>
                <a:spcPct val="100000"/>
              </a:lnSpc>
              <a:spcBef>
                <a:spcPts val="1000"/>
              </a:spcBef>
              <a:spcAft>
                <a:spcPts val="0"/>
              </a:spcAft>
              <a:buClr>
                <a:schemeClr val="dk1"/>
              </a:buClr>
              <a:buSzPts val="1200"/>
              <a:buChar char="■"/>
            </a:pPr>
            <a:r>
              <a:rPr lang="en" sz="1200"/>
              <a:t>Define your usage plan</a:t>
            </a:r>
            <a:endParaRPr sz="1200"/>
          </a:p>
          <a:p>
            <a:pPr marL="457200" lvl="0" indent="-304800" algn="l" rtl="0">
              <a:lnSpc>
                <a:spcPct val="100000"/>
              </a:lnSpc>
              <a:spcBef>
                <a:spcPts val="1000"/>
              </a:spcBef>
              <a:spcAft>
                <a:spcPts val="0"/>
              </a:spcAft>
              <a:buClr>
                <a:schemeClr val="dk1"/>
              </a:buClr>
              <a:buSzPts val="1200"/>
              <a:buChar char="■"/>
            </a:pPr>
            <a:r>
              <a:rPr lang="en" sz="1200"/>
              <a:t>8x5 or 24x7 support</a:t>
            </a:r>
            <a:endParaRPr sz="1200"/>
          </a:p>
          <a:p>
            <a:pPr marL="457200" lvl="0" indent="-304800" algn="l" rtl="0">
              <a:lnSpc>
                <a:spcPct val="100000"/>
              </a:lnSpc>
              <a:spcBef>
                <a:spcPts val="1000"/>
              </a:spcBef>
              <a:spcAft>
                <a:spcPts val="0"/>
              </a:spcAft>
              <a:buClr>
                <a:schemeClr val="dk1"/>
              </a:buClr>
              <a:buSzPts val="1200"/>
              <a:buChar char="■"/>
            </a:pPr>
            <a:r>
              <a:rPr lang="en" sz="1200"/>
              <a:t>Enterprise SLA and legal terms</a:t>
            </a:r>
            <a:endParaRPr sz="1200"/>
          </a:p>
          <a:p>
            <a:pPr marL="457200" lvl="0" indent="-304800" algn="l" rtl="0">
              <a:lnSpc>
                <a:spcPct val="100000"/>
              </a:lnSpc>
              <a:spcBef>
                <a:spcPts val="1000"/>
              </a:spcBef>
              <a:spcAft>
                <a:spcPts val="1000"/>
              </a:spcAft>
              <a:buClr>
                <a:schemeClr val="dk1"/>
              </a:buClr>
              <a:buSzPts val="1200"/>
              <a:buChar char="■"/>
            </a:pPr>
            <a:r>
              <a:rPr lang="en" sz="1200"/>
              <a:t>Training and consulting available</a:t>
            </a:r>
            <a:endParaRPr sz="1200"/>
          </a:p>
        </p:txBody>
      </p:sp>
      <p:sp>
        <p:nvSpPr>
          <p:cNvPr id="7007" name="Google Shape;7007;p513"/>
          <p:cNvSpPr txBox="1"/>
          <p:nvPr/>
        </p:nvSpPr>
        <p:spPr>
          <a:xfrm>
            <a:off x="451675" y="602975"/>
            <a:ext cx="8229600" cy="1848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n" sz="1200" i="1">
                <a:solidFill>
                  <a:srgbClr val="F7F7F7"/>
                </a:solidFill>
                <a:latin typeface="IBM Plex Sans"/>
                <a:ea typeface="IBM Plex Sans"/>
                <a:cs typeface="IBM Plex Sans"/>
                <a:sym typeface="IBM Plex Sans"/>
              </a:rPr>
              <a:t>We host, guarantee uptime, and handle setup and maintenance</a:t>
            </a:r>
            <a:endParaRPr sz="1200" i="1">
              <a:solidFill>
                <a:srgbClr val="F7F7F7"/>
              </a:solidFill>
              <a:latin typeface="IBM Plex Sans"/>
              <a:ea typeface="IBM Plex Sans"/>
              <a:cs typeface="IBM Plex Sans"/>
              <a:sym typeface="IBM Plex Sans"/>
            </a:endParaRPr>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Shape 7011"/>
        <p:cNvGrpSpPr/>
        <p:nvPr/>
      </p:nvGrpSpPr>
      <p:grpSpPr>
        <a:xfrm>
          <a:off x="0" y="0"/>
          <a:ext cx="0" cy="0"/>
          <a:chOff x="0" y="0"/>
          <a:chExt cx="0" cy="0"/>
        </a:xfrm>
      </p:grpSpPr>
      <p:sp>
        <p:nvSpPr>
          <p:cNvPr id="7012" name="Google Shape;7012;p514"/>
          <p:cNvSpPr txBox="1">
            <a:spLocks noGrp="1"/>
          </p:cNvSpPr>
          <p:nvPr>
            <p:ph type="title"/>
          </p:nvPr>
        </p:nvSpPr>
        <p:spPr>
          <a:xfrm>
            <a:off x="457201" y="114300"/>
            <a:ext cx="8229600" cy="369300"/>
          </a:xfrm>
          <a:prstGeom prst="rect">
            <a:avLst/>
          </a:prstGeom>
        </p:spPr>
        <p:txBody>
          <a:bodyPr spcFirstLastPara="1" wrap="square" lIns="0" tIns="0" rIns="0" bIns="0" anchor="t" anchorCtr="0">
            <a:spAutoFit/>
          </a:bodyPr>
          <a:lstStyle/>
          <a:p>
            <a:pPr marL="0" lvl="0" indent="0" algn="l" rtl="0">
              <a:spcBef>
                <a:spcPts val="0"/>
              </a:spcBef>
              <a:spcAft>
                <a:spcPts val="0"/>
              </a:spcAft>
              <a:buNone/>
            </a:pPr>
            <a:r>
              <a:rPr lang="en" sz="2400"/>
              <a:t>Camunda Self-Managed Offering</a:t>
            </a:r>
            <a:endParaRPr sz="2400"/>
          </a:p>
        </p:txBody>
      </p:sp>
      <p:sp>
        <p:nvSpPr>
          <p:cNvPr id="7013" name="Google Shape;7013;p514"/>
          <p:cNvSpPr txBox="1">
            <a:spLocks noGrp="1"/>
          </p:cNvSpPr>
          <p:nvPr>
            <p:ph type="subTitle" idx="1"/>
          </p:nvPr>
        </p:nvSpPr>
        <p:spPr>
          <a:xfrm>
            <a:off x="1206675" y="1087375"/>
            <a:ext cx="2497200" cy="436500"/>
          </a:xfrm>
          <a:prstGeom prst="rect">
            <a:avLst/>
          </a:prstGeom>
        </p:spPr>
        <p:txBody>
          <a:bodyPr spcFirstLastPara="1" wrap="square" lIns="0" tIns="0" rIns="0" bIns="0" anchor="ctr" anchorCtr="0">
            <a:normAutofit/>
          </a:bodyPr>
          <a:lstStyle/>
          <a:p>
            <a:pPr marL="0" lvl="0" indent="0" algn="ctr" rtl="0">
              <a:spcBef>
                <a:spcPts val="0"/>
              </a:spcBef>
              <a:spcAft>
                <a:spcPts val="0"/>
              </a:spcAft>
              <a:buNone/>
            </a:pPr>
            <a:r>
              <a:rPr lang="en"/>
              <a:t>Free</a:t>
            </a:r>
            <a:endParaRPr/>
          </a:p>
        </p:txBody>
      </p:sp>
      <p:sp>
        <p:nvSpPr>
          <p:cNvPr id="7014" name="Google Shape;7014;p514"/>
          <p:cNvSpPr txBox="1">
            <a:spLocks noGrp="1"/>
          </p:cNvSpPr>
          <p:nvPr>
            <p:ph type="subTitle" idx="2"/>
          </p:nvPr>
        </p:nvSpPr>
        <p:spPr>
          <a:xfrm>
            <a:off x="5415175" y="1087375"/>
            <a:ext cx="2497200" cy="436500"/>
          </a:xfrm>
          <a:prstGeom prst="rect">
            <a:avLst/>
          </a:prstGeom>
        </p:spPr>
        <p:txBody>
          <a:bodyPr spcFirstLastPara="1" wrap="square" lIns="0" tIns="0" rIns="0" bIns="0" anchor="ctr" anchorCtr="0">
            <a:normAutofit/>
          </a:bodyPr>
          <a:lstStyle/>
          <a:p>
            <a:pPr marL="0" lvl="0" indent="0" algn="ctr" rtl="0">
              <a:spcBef>
                <a:spcPts val="0"/>
              </a:spcBef>
              <a:spcAft>
                <a:spcPts val="0"/>
              </a:spcAft>
              <a:buNone/>
            </a:pPr>
            <a:r>
              <a:rPr lang="en"/>
              <a:t>Enterprise</a:t>
            </a:r>
            <a:endParaRPr/>
          </a:p>
        </p:txBody>
      </p:sp>
      <p:sp>
        <p:nvSpPr>
          <p:cNvPr id="7015" name="Google Shape;7015;p514"/>
          <p:cNvSpPr txBox="1">
            <a:spLocks noGrp="1"/>
          </p:cNvSpPr>
          <p:nvPr>
            <p:ph type="body" idx="3"/>
          </p:nvPr>
        </p:nvSpPr>
        <p:spPr>
          <a:xfrm>
            <a:off x="1340100" y="1665475"/>
            <a:ext cx="2282700" cy="2586600"/>
          </a:xfrm>
          <a:prstGeom prst="rect">
            <a:avLst/>
          </a:prstGeom>
        </p:spPr>
        <p:txBody>
          <a:bodyPr spcFirstLastPara="1" wrap="square" lIns="0" tIns="0" rIns="0" bIns="0" anchor="t" anchorCtr="0">
            <a:normAutofit/>
          </a:bodyPr>
          <a:lstStyle/>
          <a:p>
            <a:pPr marL="457200" lvl="0" indent="-304800" algn="l" rtl="0">
              <a:lnSpc>
                <a:spcPct val="100000"/>
              </a:lnSpc>
              <a:spcBef>
                <a:spcPts val="0"/>
              </a:spcBef>
              <a:spcAft>
                <a:spcPts val="0"/>
              </a:spcAft>
              <a:buClr>
                <a:schemeClr val="dk1"/>
              </a:buClr>
              <a:buSzPts val="1200"/>
              <a:buChar char="■"/>
            </a:pPr>
            <a:r>
              <a:rPr lang="en" sz="1200"/>
              <a:t>Source-available license</a:t>
            </a:r>
            <a:endParaRPr sz="1200"/>
          </a:p>
          <a:p>
            <a:pPr marL="457200" lvl="0" indent="-304800" algn="l" rtl="0">
              <a:lnSpc>
                <a:spcPct val="100000"/>
              </a:lnSpc>
              <a:spcBef>
                <a:spcPts val="1000"/>
              </a:spcBef>
              <a:spcAft>
                <a:spcPts val="0"/>
              </a:spcAft>
              <a:buClr>
                <a:schemeClr val="dk1"/>
              </a:buClr>
              <a:buSzPts val="1200"/>
              <a:buChar char="■"/>
            </a:pPr>
            <a:r>
              <a:rPr lang="en" sz="1200"/>
              <a:t>Production usage of Desktop Modeler allowed</a:t>
            </a:r>
            <a:endParaRPr sz="1200"/>
          </a:p>
          <a:p>
            <a:pPr marL="457200" lvl="0" indent="-304800" algn="l" rtl="0">
              <a:lnSpc>
                <a:spcPct val="100000"/>
              </a:lnSpc>
              <a:spcBef>
                <a:spcPts val="1000"/>
              </a:spcBef>
              <a:spcAft>
                <a:spcPts val="0"/>
              </a:spcAft>
              <a:buClr>
                <a:schemeClr val="dk1"/>
              </a:buClr>
              <a:buSzPts val="1200"/>
              <a:buChar char="■"/>
            </a:pPr>
            <a:r>
              <a:rPr lang="en" sz="1200"/>
              <a:t>Non-production usage of all other components allowed</a:t>
            </a:r>
            <a:endParaRPr sz="1200"/>
          </a:p>
          <a:p>
            <a:pPr marL="457200" lvl="0" indent="-304800" algn="l" rtl="0">
              <a:lnSpc>
                <a:spcPct val="100000"/>
              </a:lnSpc>
              <a:spcBef>
                <a:spcPts val="1000"/>
              </a:spcBef>
              <a:spcAft>
                <a:spcPts val="1000"/>
              </a:spcAft>
              <a:buClr>
                <a:schemeClr val="dk1"/>
              </a:buClr>
              <a:buSzPts val="1200"/>
              <a:buChar char="■"/>
            </a:pPr>
            <a:r>
              <a:rPr lang="en" sz="1200"/>
              <a:t>Community support</a:t>
            </a:r>
            <a:endParaRPr/>
          </a:p>
        </p:txBody>
      </p:sp>
      <p:sp>
        <p:nvSpPr>
          <p:cNvPr id="7016" name="Google Shape;7016;p514"/>
          <p:cNvSpPr txBox="1">
            <a:spLocks noGrp="1"/>
          </p:cNvSpPr>
          <p:nvPr>
            <p:ph type="body" idx="4"/>
          </p:nvPr>
        </p:nvSpPr>
        <p:spPr>
          <a:xfrm>
            <a:off x="5534850" y="1665475"/>
            <a:ext cx="2282700" cy="2586600"/>
          </a:xfrm>
          <a:prstGeom prst="rect">
            <a:avLst/>
          </a:prstGeom>
        </p:spPr>
        <p:txBody>
          <a:bodyPr spcFirstLastPara="1" wrap="square" lIns="0" tIns="0" rIns="0" bIns="0" anchor="t" anchorCtr="0">
            <a:normAutofit/>
          </a:bodyPr>
          <a:lstStyle/>
          <a:p>
            <a:pPr marL="457200" lvl="0" indent="-304800" algn="l" rtl="0">
              <a:lnSpc>
                <a:spcPct val="100000"/>
              </a:lnSpc>
              <a:spcBef>
                <a:spcPts val="0"/>
              </a:spcBef>
              <a:spcAft>
                <a:spcPts val="0"/>
              </a:spcAft>
              <a:buClr>
                <a:schemeClr val="dk1"/>
              </a:buClr>
              <a:buSzPts val="1200"/>
              <a:buChar char="■"/>
            </a:pPr>
            <a:r>
              <a:rPr lang="en" sz="1200"/>
              <a:t>Commercial agreement</a:t>
            </a:r>
            <a:endParaRPr sz="1200"/>
          </a:p>
          <a:p>
            <a:pPr marL="457200" lvl="0" indent="-304800" algn="l" rtl="0">
              <a:lnSpc>
                <a:spcPct val="100000"/>
              </a:lnSpc>
              <a:spcBef>
                <a:spcPts val="1000"/>
              </a:spcBef>
              <a:spcAft>
                <a:spcPts val="0"/>
              </a:spcAft>
              <a:buClr>
                <a:schemeClr val="dk1"/>
              </a:buClr>
              <a:buSzPts val="1200"/>
              <a:buChar char="■"/>
            </a:pPr>
            <a:r>
              <a:rPr lang="en" sz="1200"/>
              <a:t>Production usage of all components allowed</a:t>
            </a:r>
            <a:endParaRPr sz="1200"/>
          </a:p>
          <a:p>
            <a:pPr marL="457200" lvl="0" indent="-304800" algn="l" rtl="0">
              <a:lnSpc>
                <a:spcPct val="100000"/>
              </a:lnSpc>
              <a:spcBef>
                <a:spcPts val="1000"/>
              </a:spcBef>
              <a:spcAft>
                <a:spcPts val="0"/>
              </a:spcAft>
              <a:buClr>
                <a:schemeClr val="dk1"/>
              </a:buClr>
              <a:buSzPts val="1200"/>
              <a:buChar char="■"/>
            </a:pPr>
            <a:r>
              <a:rPr lang="en" sz="1200"/>
              <a:t>8x5 or 24x7 support</a:t>
            </a:r>
            <a:endParaRPr sz="1200"/>
          </a:p>
          <a:p>
            <a:pPr marL="457200" lvl="0" indent="-304800" algn="l" rtl="0">
              <a:lnSpc>
                <a:spcPct val="100000"/>
              </a:lnSpc>
              <a:spcBef>
                <a:spcPts val="1000"/>
              </a:spcBef>
              <a:spcAft>
                <a:spcPts val="0"/>
              </a:spcAft>
              <a:buClr>
                <a:schemeClr val="dk1"/>
              </a:buClr>
              <a:buSzPts val="1200"/>
              <a:buChar char="■"/>
            </a:pPr>
            <a:r>
              <a:rPr lang="en" sz="1200"/>
              <a:t>Customer success management</a:t>
            </a:r>
            <a:endParaRPr sz="1200"/>
          </a:p>
          <a:p>
            <a:pPr marL="457200" lvl="0" indent="-304800" algn="l" rtl="0">
              <a:lnSpc>
                <a:spcPct val="100000"/>
              </a:lnSpc>
              <a:spcBef>
                <a:spcPts val="1000"/>
              </a:spcBef>
              <a:spcAft>
                <a:spcPts val="1000"/>
              </a:spcAft>
              <a:buClr>
                <a:schemeClr val="dk1"/>
              </a:buClr>
              <a:buSzPts val="1200"/>
              <a:buChar char="■"/>
            </a:pPr>
            <a:r>
              <a:rPr lang="en" sz="1200"/>
              <a:t>Training and consulting available</a:t>
            </a:r>
            <a:endParaRPr/>
          </a:p>
        </p:txBody>
      </p:sp>
      <p:sp>
        <p:nvSpPr>
          <p:cNvPr id="7017" name="Google Shape;7017;p514"/>
          <p:cNvSpPr txBox="1"/>
          <p:nvPr/>
        </p:nvSpPr>
        <p:spPr>
          <a:xfrm>
            <a:off x="451675" y="602975"/>
            <a:ext cx="8229600" cy="1848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n" sz="1200" i="1">
                <a:solidFill>
                  <a:srgbClr val="F7F7F7"/>
                </a:solidFill>
                <a:latin typeface="IBM Plex Sans"/>
                <a:ea typeface="IBM Plex Sans"/>
                <a:cs typeface="IBM Plex Sans"/>
                <a:sym typeface="IBM Plex Sans"/>
              </a:rPr>
              <a:t>You host and are responsible for uptime, setup, and maintenance</a:t>
            </a:r>
            <a:endParaRPr sz="1200" i="1">
              <a:solidFill>
                <a:srgbClr val="F7F7F7"/>
              </a:solidFill>
              <a:latin typeface="IBM Plex Sans"/>
              <a:ea typeface="IBM Plex Sans"/>
              <a:cs typeface="IBM Plex Sans"/>
              <a:sym typeface="IBM Plex Sans"/>
            </a:endParaRPr>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Shape 7021"/>
        <p:cNvGrpSpPr/>
        <p:nvPr/>
      </p:nvGrpSpPr>
      <p:grpSpPr>
        <a:xfrm>
          <a:off x="0" y="0"/>
          <a:ext cx="0" cy="0"/>
          <a:chOff x="0" y="0"/>
          <a:chExt cx="0" cy="0"/>
        </a:xfrm>
      </p:grpSpPr>
      <p:sp>
        <p:nvSpPr>
          <p:cNvPr id="7022" name="Google Shape;7022;p515"/>
          <p:cNvSpPr/>
          <p:nvPr/>
        </p:nvSpPr>
        <p:spPr>
          <a:xfrm>
            <a:off x="4544700" y="-9300"/>
            <a:ext cx="4599300" cy="26460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23" name="Google Shape;7023;p515"/>
          <p:cNvSpPr/>
          <p:nvPr/>
        </p:nvSpPr>
        <p:spPr>
          <a:xfrm>
            <a:off x="75" y="2604600"/>
            <a:ext cx="9144000" cy="25389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24" name="Google Shape;7024;p515"/>
          <p:cNvSpPr/>
          <p:nvPr/>
        </p:nvSpPr>
        <p:spPr>
          <a:xfrm>
            <a:off x="-9300" y="-9300"/>
            <a:ext cx="4554300" cy="26139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25" name="Google Shape;7025;p515"/>
          <p:cNvSpPr/>
          <p:nvPr/>
        </p:nvSpPr>
        <p:spPr>
          <a:xfrm>
            <a:off x="852800" y="3999177"/>
            <a:ext cx="239637" cy="307827"/>
          </a:xfrm>
          <a:custGeom>
            <a:avLst/>
            <a:gdLst/>
            <a:ahLst/>
            <a:cxnLst/>
            <a:rect l="l" t="t" r="r" b="b"/>
            <a:pathLst>
              <a:path w="13442" h="17267" extrusionOk="0">
                <a:moveTo>
                  <a:pt x="6721" y="0"/>
                </a:moveTo>
                <a:lnTo>
                  <a:pt x="6559" y="14"/>
                </a:lnTo>
                <a:lnTo>
                  <a:pt x="6397" y="14"/>
                </a:lnTo>
                <a:lnTo>
                  <a:pt x="6086" y="68"/>
                </a:lnTo>
                <a:lnTo>
                  <a:pt x="5775" y="149"/>
                </a:lnTo>
                <a:lnTo>
                  <a:pt x="5491" y="257"/>
                </a:lnTo>
                <a:lnTo>
                  <a:pt x="5207" y="392"/>
                </a:lnTo>
                <a:lnTo>
                  <a:pt x="4950" y="541"/>
                </a:lnTo>
                <a:lnTo>
                  <a:pt x="4706" y="730"/>
                </a:lnTo>
                <a:lnTo>
                  <a:pt x="4476" y="933"/>
                </a:lnTo>
                <a:lnTo>
                  <a:pt x="4274" y="1163"/>
                </a:lnTo>
                <a:lnTo>
                  <a:pt x="4098" y="1406"/>
                </a:lnTo>
                <a:lnTo>
                  <a:pt x="3936" y="1663"/>
                </a:lnTo>
                <a:lnTo>
                  <a:pt x="3800" y="1947"/>
                </a:lnTo>
                <a:lnTo>
                  <a:pt x="3692" y="2231"/>
                </a:lnTo>
                <a:lnTo>
                  <a:pt x="3611" y="2542"/>
                </a:lnTo>
                <a:lnTo>
                  <a:pt x="3571" y="2853"/>
                </a:lnTo>
                <a:lnTo>
                  <a:pt x="3557" y="3015"/>
                </a:lnTo>
                <a:lnTo>
                  <a:pt x="3544" y="3178"/>
                </a:lnTo>
                <a:lnTo>
                  <a:pt x="3557" y="3340"/>
                </a:lnTo>
                <a:lnTo>
                  <a:pt x="3571" y="3502"/>
                </a:lnTo>
                <a:lnTo>
                  <a:pt x="3611" y="3813"/>
                </a:lnTo>
                <a:lnTo>
                  <a:pt x="3692" y="4124"/>
                </a:lnTo>
                <a:lnTo>
                  <a:pt x="3800" y="4408"/>
                </a:lnTo>
                <a:lnTo>
                  <a:pt x="3936" y="4692"/>
                </a:lnTo>
                <a:lnTo>
                  <a:pt x="4098" y="4949"/>
                </a:lnTo>
                <a:lnTo>
                  <a:pt x="4274" y="5192"/>
                </a:lnTo>
                <a:lnTo>
                  <a:pt x="4476" y="5422"/>
                </a:lnTo>
                <a:lnTo>
                  <a:pt x="4706" y="5625"/>
                </a:lnTo>
                <a:lnTo>
                  <a:pt x="4950" y="5801"/>
                </a:lnTo>
                <a:lnTo>
                  <a:pt x="5207" y="5963"/>
                </a:lnTo>
                <a:lnTo>
                  <a:pt x="5491" y="6098"/>
                </a:lnTo>
                <a:lnTo>
                  <a:pt x="5775" y="6206"/>
                </a:lnTo>
                <a:lnTo>
                  <a:pt x="6086" y="6288"/>
                </a:lnTo>
                <a:lnTo>
                  <a:pt x="6397" y="6328"/>
                </a:lnTo>
                <a:lnTo>
                  <a:pt x="6559" y="6342"/>
                </a:lnTo>
                <a:lnTo>
                  <a:pt x="6721" y="6355"/>
                </a:lnTo>
                <a:lnTo>
                  <a:pt x="6883" y="6342"/>
                </a:lnTo>
                <a:lnTo>
                  <a:pt x="7046" y="6328"/>
                </a:lnTo>
                <a:lnTo>
                  <a:pt x="7357" y="6288"/>
                </a:lnTo>
                <a:lnTo>
                  <a:pt x="7668" y="6206"/>
                </a:lnTo>
                <a:lnTo>
                  <a:pt x="7952" y="6098"/>
                </a:lnTo>
                <a:lnTo>
                  <a:pt x="8235" y="5963"/>
                </a:lnTo>
                <a:lnTo>
                  <a:pt x="8492" y="5801"/>
                </a:lnTo>
                <a:lnTo>
                  <a:pt x="8736" y="5625"/>
                </a:lnTo>
                <a:lnTo>
                  <a:pt x="8966" y="5422"/>
                </a:lnTo>
                <a:lnTo>
                  <a:pt x="9168" y="5192"/>
                </a:lnTo>
                <a:lnTo>
                  <a:pt x="9358" y="4949"/>
                </a:lnTo>
                <a:lnTo>
                  <a:pt x="9506" y="4692"/>
                </a:lnTo>
                <a:lnTo>
                  <a:pt x="9642" y="4408"/>
                </a:lnTo>
                <a:lnTo>
                  <a:pt x="9750" y="4124"/>
                </a:lnTo>
                <a:lnTo>
                  <a:pt x="9831" y="3813"/>
                </a:lnTo>
                <a:lnTo>
                  <a:pt x="9885" y="3502"/>
                </a:lnTo>
                <a:lnTo>
                  <a:pt x="9885" y="3340"/>
                </a:lnTo>
                <a:lnTo>
                  <a:pt x="9899" y="3178"/>
                </a:lnTo>
                <a:lnTo>
                  <a:pt x="9885" y="3015"/>
                </a:lnTo>
                <a:lnTo>
                  <a:pt x="9885" y="2853"/>
                </a:lnTo>
                <a:lnTo>
                  <a:pt x="9831" y="2542"/>
                </a:lnTo>
                <a:lnTo>
                  <a:pt x="9750" y="2231"/>
                </a:lnTo>
                <a:lnTo>
                  <a:pt x="9642" y="1947"/>
                </a:lnTo>
                <a:lnTo>
                  <a:pt x="9506" y="1663"/>
                </a:lnTo>
                <a:lnTo>
                  <a:pt x="9358" y="1406"/>
                </a:lnTo>
                <a:lnTo>
                  <a:pt x="9168" y="1163"/>
                </a:lnTo>
                <a:lnTo>
                  <a:pt x="8966" y="933"/>
                </a:lnTo>
                <a:lnTo>
                  <a:pt x="8736" y="730"/>
                </a:lnTo>
                <a:lnTo>
                  <a:pt x="8492" y="541"/>
                </a:lnTo>
                <a:lnTo>
                  <a:pt x="8235" y="392"/>
                </a:lnTo>
                <a:lnTo>
                  <a:pt x="7952" y="257"/>
                </a:lnTo>
                <a:lnTo>
                  <a:pt x="7668" y="149"/>
                </a:lnTo>
                <a:lnTo>
                  <a:pt x="7357" y="68"/>
                </a:lnTo>
                <a:lnTo>
                  <a:pt x="7046" y="14"/>
                </a:lnTo>
                <a:lnTo>
                  <a:pt x="6883" y="14"/>
                </a:lnTo>
                <a:lnTo>
                  <a:pt x="6721" y="0"/>
                </a:lnTo>
                <a:close/>
                <a:moveTo>
                  <a:pt x="6843" y="12845"/>
                </a:moveTo>
                <a:lnTo>
                  <a:pt x="6964" y="12859"/>
                </a:lnTo>
                <a:lnTo>
                  <a:pt x="7073" y="12886"/>
                </a:lnTo>
                <a:lnTo>
                  <a:pt x="7181" y="12927"/>
                </a:lnTo>
                <a:lnTo>
                  <a:pt x="7289" y="12981"/>
                </a:lnTo>
                <a:lnTo>
                  <a:pt x="7384" y="13048"/>
                </a:lnTo>
                <a:lnTo>
                  <a:pt x="7478" y="13116"/>
                </a:lnTo>
                <a:lnTo>
                  <a:pt x="7559" y="13183"/>
                </a:lnTo>
                <a:lnTo>
                  <a:pt x="7641" y="13265"/>
                </a:lnTo>
                <a:lnTo>
                  <a:pt x="7708" y="13359"/>
                </a:lnTo>
                <a:lnTo>
                  <a:pt x="7762" y="13454"/>
                </a:lnTo>
                <a:lnTo>
                  <a:pt x="7816" y="13562"/>
                </a:lnTo>
                <a:lnTo>
                  <a:pt x="7857" y="13670"/>
                </a:lnTo>
                <a:lnTo>
                  <a:pt x="7884" y="13792"/>
                </a:lnTo>
                <a:lnTo>
                  <a:pt x="7897" y="13900"/>
                </a:lnTo>
                <a:lnTo>
                  <a:pt x="7911" y="14022"/>
                </a:lnTo>
                <a:lnTo>
                  <a:pt x="7897" y="14143"/>
                </a:lnTo>
                <a:lnTo>
                  <a:pt x="7884" y="14265"/>
                </a:lnTo>
                <a:lnTo>
                  <a:pt x="7857" y="14373"/>
                </a:lnTo>
                <a:lnTo>
                  <a:pt x="7816" y="14482"/>
                </a:lnTo>
                <a:lnTo>
                  <a:pt x="7762" y="14590"/>
                </a:lnTo>
                <a:lnTo>
                  <a:pt x="7708" y="14684"/>
                </a:lnTo>
                <a:lnTo>
                  <a:pt x="7641" y="14779"/>
                </a:lnTo>
                <a:lnTo>
                  <a:pt x="7559" y="14860"/>
                </a:lnTo>
                <a:lnTo>
                  <a:pt x="7478" y="14941"/>
                </a:lnTo>
                <a:lnTo>
                  <a:pt x="7384" y="15009"/>
                </a:lnTo>
                <a:lnTo>
                  <a:pt x="7289" y="15063"/>
                </a:lnTo>
                <a:lnTo>
                  <a:pt x="7181" y="15117"/>
                </a:lnTo>
                <a:lnTo>
                  <a:pt x="7073" y="15158"/>
                </a:lnTo>
                <a:lnTo>
                  <a:pt x="6964" y="15185"/>
                </a:lnTo>
                <a:lnTo>
                  <a:pt x="6843" y="15212"/>
                </a:lnTo>
                <a:lnTo>
                  <a:pt x="6599" y="15212"/>
                </a:lnTo>
                <a:lnTo>
                  <a:pt x="6478" y="15185"/>
                </a:lnTo>
                <a:lnTo>
                  <a:pt x="6369" y="15158"/>
                </a:lnTo>
                <a:lnTo>
                  <a:pt x="6261" y="15117"/>
                </a:lnTo>
                <a:lnTo>
                  <a:pt x="6153" y="15063"/>
                </a:lnTo>
                <a:lnTo>
                  <a:pt x="6059" y="15009"/>
                </a:lnTo>
                <a:lnTo>
                  <a:pt x="5964" y="14941"/>
                </a:lnTo>
                <a:lnTo>
                  <a:pt x="5883" y="14860"/>
                </a:lnTo>
                <a:lnTo>
                  <a:pt x="5802" y="14779"/>
                </a:lnTo>
                <a:lnTo>
                  <a:pt x="5734" y="14684"/>
                </a:lnTo>
                <a:lnTo>
                  <a:pt x="5680" y="14590"/>
                </a:lnTo>
                <a:lnTo>
                  <a:pt x="5626" y="14482"/>
                </a:lnTo>
                <a:lnTo>
                  <a:pt x="5585" y="14373"/>
                </a:lnTo>
                <a:lnTo>
                  <a:pt x="5558" y="14265"/>
                </a:lnTo>
                <a:lnTo>
                  <a:pt x="5545" y="14143"/>
                </a:lnTo>
                <a:lnTo>
                  <a:pt x="5531" y="14022"/>
                </a:lnTo>
                <a:lnTo>
                  <a:pt x="5545" y="13900"/>
                </a:lnTo>
                <a:lnTo>
                  <a:pt x="5558" y="13792"/>
                </a:lnTo>
                <a:lnTo>
                  <a:pt x="5585" y="13670"/>
                </a:lnTo>
                <a:lnTo>
                  <a:pt x="5626" y="13562"/>
                </a:lnTo>
                <a:lnTo>
                  <a:pt x="5680" y="13454"/>
                </a:lnTo>
                <a:lnTo>
                  <a:pt x="5734" y="13359"/>
                </a:lnTo>
                <a:lnTo>
                  <a:pt x="5802" y="13265"/>
                </a:lnTo>
                <a:lnTo>
                  <a:pt x="5883" y="13183"/>
                </a:lnTo>
                <a:lnTo>
                  <a:pt x="5964" y="13116"/>
                </a:lnTo>
                <a:lnTo>
                  <a:pt x="6059" y="13048"/>
                </a:lnTo>
                <a:lnTo>
                  <a:pt x="6153" y="12981"/>
                </a:lnTo>
                <a:lnTo>
                  <a:pt x="6261" y="12927"/>
                </a:lnTo>
                <a:lnTo>
                  <a:pt x="6369" y="12886"/>
                </a:lnTo>
                <a:lnTo>
                  <a:pt x="6478" y="12859"/>
                </a:lnTo>
                <a:lnTo>
                  <a:pt x="6599" y="12845"/>
                </a:lnTo>
                <a:close/>
                <a:moveTo>
                  <a:pt x="3868" y="7897"/>
                </a:moveTo>
                <a:lnTo>
                  <a:pt x="2894" y="9208"/>
                </a:lnTo>
                <a:lnTo>
                  <a:pt x="2894" y="10777"/>
                </a:lnTo>
                <a:lnTo>
                  <a:pt x="1" y="10777"/>
                </a:lnTo>
                <a:lnTo>
                  <a:pt x="650" y="17267"/>
                </a:lnTo>
                <a:lnTo>
                  <a:pt x="12792" y="17267"/>
                </a:lnTo>
                <a:lnTo>
                  <a:pt x="13441" y="10777"/>
                </a:lnTo>
                <a:lnTo>
                  <a:pt x="10548" y="10777"/>
                </a:lnTo>
                <a:lnTo>
                  <a:pt x="10548" y="9208"/>
                </a:lnTo>
                <a:lnTo>
                  <a:pt x="9588" y="7897"/>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026" name="Google Shape;7026;p515"/>
          <p:cNvGrpSpPr/>
          <p:nvPr/>
        </p:nvGrpSpPr>
        <p:grpSpPr>
          <a:xfrm>
            <a:off x="5696147" y="4056312"/>
            <a:ext cx="322219" cy="193556"/>
            <a:chOff x="3489775" y="2366300"/>
            <a:chExt cx="366325" cy="220050"/>
          </a:xfrm>
        </p:grpSpPr>
        <p:sp>
          <p:nvSpPr>
            <p:cNvPr id="7027" name="Google Shape;7027;p515"/>
            <p:cNvSpPr/>
            <p:nvPr/>
          </p:nvSpPr>
          <p:spPr>
            <a:xfrm>
              <a:off x="3583200" y="2455525"/>
              <a:ext cx="179500" cy="41575"/>
            </a:xfrm>
            <a:custGeom>
              <a:avLst/>
              <a:gdLst/>
              <a:ahLst/>
              <a:cxnLst/>
              <a:rect l="l" t="t" r="r" b="b"/>
              <a:pathLst>
                <a:path w="7180" h="1663" extrusionOk="0">
                  <a:moveTo>
                    <a:pt x="709" y="1"/>
                  </a:moveTo>
                  <a:lnTo>
                    <a:pt x="610" y="11"/>
                  </a:lnTo>
                  <a:lnTo>
                    <a:pt x="532" y="30"/>
                  </a:lnTo>
                  <a:lnTo>
                    <a:pt x="453" y="50"/>
                  </a:lnTo>
                  <a:lnTo>
                    <a:pt x="374" y="70"/>
                  </a:lnTo>
                  <a:lnTo>
                    <a:pt x="315" y="109"/>
                  </a:lnTo>
                  <a:lnTo>
                    <a:pt x="256" y="148"/>
                  </a:lnTo>
                  <a:lnTo>
                    <a:pt x="197" y="188"/>
                  </a:lnTo>
                  <a:lnTo>
                    <a:pt x="148" y="237"/>
                  </a:lnTo>
                  <a:lnTo>
                    <a:pt x="109" y="286"/>
                  </a:lnTo>
                  <a:lnTo>
                    <a:pt x="79" y="345"/>
                  </a:lnTo>
                  <a:lnTo>
                    <a:pt x="50" y="414"/>
                  </a:lnTo>
                  <a:lnTo>
                    <a:pt x="30" y="483"/>
                  </a:lnTo>
                  <a:lnTo>
                    <a:pt x="10" y="552"/>
                  </a:lnTo>
                  <a:lnTo>
                    <a:pt x="1" y="620"/>
                  </a:lnTo>
                  <a:lnTo>
                    <a:pt x="1" y="709"/>
                  </a:lnTo>
                  <a:lnTo>
                    <a:pt x="1" y="955"/>
                  </a:lnTo>
                  <a:lnTo>
                    <a:pt x="1" y="1033"/>
                  </a:lnTo>
                  <a:lnTo>
                    <a:pt x="10" y="1112"/>
                  </a:lnTo>
                  <a:lnTo>
                    <a:pt x="30" y="1181"/>
                  </a:lnTo>
                  <a:lnTo>
                    <a:pt x="50" y="1250"/>
                  </a:lnTo>
                  <a:lnTo>
                    <a:pt x="79" y="1319"/>
                  </a:lnTo>
                  <a:lnTo>
                    <a:pt x="109" y="1368"/>
                  </a:lnTo>
                  <a:lnTo>
                    <a:pt x="148" y="1427"/>
                  </a:lnTo>
                  <a:lnTo>
                    <a:pt x="197" y="1476"/>
                  </a:lnTo>
                  <a:lnTo>
                    <a:pt x="256" y="1515"/>
                  </a:lnTo>
                  <a:lnTo>
                    <a:pt x="315" y="1555"/>
                  </a:lnTo>
                  <a:lnTo>
                    <a:pt x="374" y="1584"/>
                  </a:lnTo>
                  <a:lnTo>
                    <a:pt x="453" y="1614"/>
                  </a:lnTo>
                  <a:lnTo>
                    <a:pt x="532" y="1633"/>
                  </a:lnTo>
                  <a:lnTo>
                    <a:pt x="610" y="1653"/>
                  </a:lnTo>
                  <a:lnTo>
                    <a:pt x="709" y="1663"/>
                  </a:lnTo>
                  <a:lnTo>
                    <a:pt x="905" y="1663"/>
                  </a:lnTo>
                  <a:lnTo>
                    <a:pt x="1004" y="1653"/>
                  </a:lnTo>
                  <a:lnTo>
                    <a:pt x="1082" y="1633"/>
                  </a:lnTo>
                  <a:lnTo>
                    <a:pt x="1161" y="1614"/>
                  </a:lnTo>
                  <a:lnTo>
                    <a:pt x="1240" y="1584"/>
                  </a:lnTo>
                  <a:lnTo>
                    <a:pt x="1299" y="1555"/>
                  </a:lnTo>
                  <a:lnTo>
                    <a:pt x="1358" y="1515"/>
                  </a:lnTo>
                  <a:lnTo>
                    <a:pt x="1417" y="1476"/>
                  </a:lnTo>
                  <a:lnTo>
                    <a:pt x="1466" y="1427"/>
                  </a:lnTo>
                  <a:lnTo>
                    <a:pt x="1505" y="1368"/>
                  </a:lnTo>
                  <a:lnTo>
                    <a:pt x="1535" y="1319"/>
                  </a:lnTo>
                  <a:lnTo>
                    <a:pt x="1564" y="1250"/>
                  </a:lnTo>
                  <a:lnTo>
                    <a:pt x="1584" y="1181"/>
                  </a:lnTo>
                  <a:lnTo>
                    <a:pt x="1604" y="1112"/>
                  </a:lnTo>
                  <a:lnTo>
                    <a:pt x="1604" y="1033"/>
                  </a:lnTo>
                  <a:lnTo>
                    <a:pt x="1613" y="955"/>
                  </a:lnTo>
                  <a:lnTo>
                    <a:pt x="1613" y="709"/>
                  </a:lnTo>
                  <a:lnTo>
                    <a:pt x="1604" y="620"/>
                  </a:lnTo>
                  <a:lnTo>
                    <a:pt x="1604" y="552"/>
                  </a:lnTo>
                  <a:lnTo>
                    <a:pt x="1584" y="483"/>
                  </a:lnTo>
                  <a:lnTo>
                    <a:pt x="1564" y="414"/>
                  </a:lnTo>
                  <a:lnTo>
                    <a:pt x="1535" y="345"/>
                  </a:lnTo>
                  <a:lnTo>
                    <a:pt x="1505" y="286"/>
                  </a:lnTo>
                  <a:lnTo>
                    <a:pt x="1466" y="237"/>
                  </a:lnTo>
                  <a:lnTo>
                    <a:pt x="1417" y="188"/>
                  </a:lnTo>
                  <a:lnTo>
                    <a:pt x="1358" y="148"/>
                  </a:lnTo>
                  <a:lnTo>
                    <a:pt x="1299" y="109"/>
                  </a:lnTo>
                  <a:lnTo>
                    <a:pt x="1240" y="70"/>
                  </a:lnTo>
                  <a:lnTo>
                    <a:pt x="1161" y="50"/>
                  </a:lnTo>
                  <a:lnTo>
                    <a:pt x="1082" y="30"/>
                  </a:lnTo>
                  <a:lnTo>
                    <a:pt x="1004" y="11"/>
                  </a:lnTo>
                  <a:lnTo>
                    <a:pt x="905" y="1"/>
                  </a:lnTo>
                  <a:close/>
                  <a:moveTo>
                    <a:pt x="3492" y="1"/>
                  </a:moveTo>
                  <a:lnTo>
                    <a:pt x="3403" y="11"/>
                  </a:lnTo>
                  <a:lnTo>
                    <a:pt x="3315" y="30"/>
                  </a:lnTo>
                  <a:lnTo>
                    <a:pt x="3236" y="50"/>
                  </a:lnTo>
                  <a:lnTo>
                    <a:pt x="3167" y="70"/>
                  </a:lnTo>
                  <a:lnTo>
                    <a:pt x="3098" y="109"/>
                  </a:lnTo>
                  <a:lnTo>
                    <a:pt x="3039" y="148"/>
                  </a:lnTo>
                  <a:lnTo>
                    <a:pt x="2980" y="188"/>
                  </a:lnTo>
                  <a:lnTo>
                    <a:pt x="2941" y="237"/>
                  </a:lnTo>
                  <a:lnTo>
                    <a:pt x="2902" y="286"/>
                  </a:lnTo>
                  <a:lnTo>
                    <a:pt x="2862" y="345"/>
                  </a:lnTo>
                  <a:lnTo>
                    <a:pt x="2833" y="414"/>
                  </a:lnTo>
                  <a:lnTo>
                    <a:pt x="2813" y="483"/>
                  </a:lnTo>
                  <a:lnTo>
                    <a:pt x="2803" y="552"/>
                  </a:lnTo>
                  <a:lnTo>
                    <a:pt x="2793" y="620"/>
                  </a:lnTo>
                  <a:lnTo>
                    <a:pt x="2784" y="709"/>
                  </a:lnTo>
                  <a:lnTo>
                    <a:pt x="2784" y="955"/>
                  </a:lnTo>
                  <a:lnTo>
                    <a:pt x="2793" y="1033"/>
                  </a:lnTo>
                  <a:lnTo>
                    <a:pt x="2803" y="1112"/>
                  </a:lnTo>
                  <a:lnTo>
                    <a:pt x="2813" y="1181"/>
                  </a:lnTo>
                  <a:lnTo>
                    <a:pt x="2833" y="1250"/>
                  </a:lnTo>
                  <a:lnTo>
                    <a:pt x="2862" y="1319"/>
                  </a:lnTo>
                  <a:lnTo>
                    <a:pt x="2902" y="1368"/>
                  </a:lnTo>
                  <a:lnTo>
                    <a:pt x="2941" y="1427"/>
                  </a:lnTo>
                  <a:lnTo>
                    <a:pt x="2980" y="1476"/>
                  </a:lnTo>
                  <a:lnTo>
                    <a:pt x="3039" y="1515"/>
                  </a:lnTo>
                  <a:lnTo>
                    <a:pt x="3098" y="1555"/>
                  </a:lnTo>
                  <a:lnTo>
                    <a:pt x="3167" y="1584"/>
                  </a:lnTo>
                  <a:lnTo>
                    <a:pt x="3236" y="1614"/>
                  </a:lnTo>
                  <a:lnTo>
                    <a:pt x="3315" y="1633"/>
                  </a:lnTo>
                  <a:lnTo>
                    <a:pt x="3403" y="1653"/>
                  </a:lnTo>
                  <a:lnTo>
                    <a:pt x="3492" y="1663"/>
                  </a:lnTo>
                  <a:lnTo>
                    <a:pt x="3688" y="1663"/>
                  </a:lnTo>
                  <a:lnTo>
                    <a:pt x="3787" y="1653"/>
                  </a:lnTo>
                  <a:lnTo>
                    <a:pt x="3875" y="1633"/>
                  </a:lnTo>
                  <a:lnTo>
                    <a:pt x="3954" y="1614"/>
                  </a:lnTo>
                  <a:lnTo>
                    <a:pt x="4023" y="1584"/>
                  </a:lnTo>
                  <a:lnTo>
                    <a:pt x="4091" y="1555"/>
                  </a:lnTo>
                  <a:lnTo>
                    <a:pt x="4150" y="1515"/>
                  </a:lnTo>
                  <a:lnTo>
                    <a:pt x="4200" y="1476"/>
                  </a:lnTo>
                  <a:lnTo>
                    <a:pt x="4249" y="1427"/>
                  </a:lnTo>
                  <a:lnTo>
                    <a:pt x="4288" y="1368"/>
                  </a:lnTo>
                  <a:lnTo>
                    <a:pt x="4318" y="1319"/>
                  </a:lnTo>
                  <a:lnTo>
                    <a:pt x="4347" y="1250"/>
                  </a:lnTo>
                  <a:lnTo>
                    <a:pt x="4367" y="1181"/>
                  </a:lnTo>
                  <a:lnTo>
                    <a:pt x="4386" y="1112"/>
                  </a:lnTo>
                  <a:lnTo>
                    <a:pt x="4396" y="1033"/>
                  </a:lnTo>
                  <a:lnTo>
                    <a:pt x="4396" y="955"/>
                  </a:lnTo>
                  <a:lnTo>
                    <a:pt x="4396" y="709"/>
                  </a:lnTo>
                  <a:lnTo>
                    <a:pt x="4396" y="620"/>
                  </a:lnTo>
                  <a:lnTo>
                    <a:pt x="4386" y="552"/>
                  </a:lnTo>
                  <a:lnTo>
                    <a:pt x="4367" y="483"/>
                  </a:lnTo>
                  <a:lnTo>
                    <a:pt x="4347" y="414"/>
                  </a:lnTo>
                  <a:lnTo>
                    <a:pt x="4318" y="345"/>
                  </a:lnTo>
                  <a:lnTo>
                    <a:pt x="4288" y="286"/>
                  </a:lnTo>
                  <a:lnTo>
                    <a:pt x="4249" y="237"/>
                  </a:lnTo>
                  <a:lnTo>
                    <a:pt x="4200" y="188"/>
                  </a:lnTo>
                  <a:lnTo>
                    <a:pt x="4150" y="148"/>
                  </a:lnTo>
                  <a:lnTo>
                    <a:pt x="4091" y="109"/>
                  </a:lnTo>
                  <a:lnTo>
                    <a:pt x="4023" y="70"/>
                  </a:lnTo>
                  <a:lnTo>
                    <a:pt x="3954" y="50"/>
                  </a:lnTo>
                  <a:lnTo>
                    <a:pt x="3875" y="30"/>
                  </a:lnTo>
                  <a:lnTo>
                    <a:pt x="3787" y="11"/>
                  </a:lnTo>
                  <a:lnTo>
                    <a:pt x="3688" y="1"/>
                  </a:lnTo>
                  <a:close/>
                  <a:moveTo>
                    <a:pt x="6274" y="1"/>
                  </a:moveTo>
                  <a:lnTo>
                    <a:pt x="6186" y="11"/>
                  </a:lnTo>
                  <a:lnTo>
                    <a:pt x="6097" y="30"/>
                  </a:lnTo>
                  <a:lnTo>
                    <a:pt x="6019" y="50"/>
                  </a:lnTo>
                  <a:lnTo>
                    <a:pt x="5950" y="70"/>
                  </a:lnTo>
                  <a:lnTo>
                    <a:pt x="5881" y="109"/>
                  </a:lnTo>
                  <a:lnTo>
                    <a:pt x="5822" y="148"/>
                  </a:lnTo>
                  <a:lnTo>
                    <a:pt x="5773" y="188"/>
                  </a:lnTo>
                  <a:lnTo>
                    <a:pt x="5724" y="237"/>
                  </a:lnTo>
                  <a:lnTo>
                    <a:pt x="5684" y="286"/>
                  </a:lnTo>
                  <a:lnTo>
                    <a:pt x="5645" y="345"/>
                  </a:lnTo>
                  <a:lnTo>
                    <a:pt x="5625" y="414"/>
                  </a:lnTo>
                  <a:lnTo>
                    <a:pt x="5606" y="483"/>
                  </a:lnTo>
                  <a:lnTo>
                    <a:pt x="5586" y="552"/>
                  </a:lnTo>
                  <a:lnTo>
                    <a:pt x="5576" y="620"/>
                  </a:lnTo>
                  <a:lnTo>
                    <a:pt x="5576" y="709"/>
                  </a:lnTo>
                  <a:lnTo>
                    <a:pt x="5576" y="955"/>
                  </a:lnTo>
                  <a:lnTo>
                    <a:pt x="5576" y="1033"/>
                  </a:lnTo>
                  <a:lnTo>
                    <a:pt x="5586" y="1112"/>
                  </a:lnTo>
                  <a:lnTo>
                    <a:pt x="5606" y="1181"/>
                  </a:lnTo>
                  <a:lnTo>
                    <a:pt x="5625" y="1250"/>
                  </a:lnTo>
                  <a:lnTo>
                    <a:pt x="5645" y="1319"/>
                  </a:lnTo>
                  <a:lnTo>
                    <a:pt x="5684" y="1368"/>
                  </a:lnTo>
                  <a:lnTo>
                    <a:pt x="5724" y="1427"/>
                  </a:lnTo>
                  <a:lnTo>
                    <a:pt x="5773" y="1476"/>
                  </a:lnTo>
                  <a:lnTo>
                    <a:pt x="5822" y="1515"/>
                  </a:lnTo>
                  <a:lnTo>
                    <a:pt x="5881" y="1555"/>
                  </a:lnTo>
                  <a:lnTo>
                    <a:pt x="5950" y="1584"/>
                  </a:lnTo>
                  <a:lnTo>
                    <a:pt x="6019" y="1614"/>
                  </a:lnTo>
                  <a:lnTo>
                    <a:pt x="6097" y="1633"/>
                  </a:lnTo>
                  <a:lnTo>
                    <a:pt x="6186" y="1653"/>
                  </a:lnTo>
                  <a:lnTo>
                    <a:pt x="6274" y="1663"/>
                  </a:lnTo>
                  <a:lnTo>
                    <a:pt x="6481" y="1663"/>
                  </a:lnTo>
                  <a:lnTo>
                    <a:pt x="6569" y="1653"/>
                  </a:lnTo>
                  <a:lnTo>
                    <a:pt x="6658" y="1633"/>
                  </a:lnTo>
                  <a:lnTo>
                    <a:pt x="6737" y="1614"/>
                  </a:lnTo>
                  <a:lnTo>
                    <a:pt x="6805" y="1584"/>
                  </a:lnTo>
                  <a:lnTo>
                    <a:pt x="6874" y="1555"/>
                  </a:lnTo>
                  <a:lnTo>
                    <a:pt x="6933" y="1515"/>
                  </a:lnTo>
                  <a:lnTo>
                    <a:pt x="6982" y="1476"/>
                  </a:lnTo>
                  <a:lnTo>
                    <a:pt x="7032" y="1427"/>
                  </a:lnTo>
                  <a:lnTo>
                    <a:pt x="7071" y="1368"/>
                  </a:lnTo>
                  <a:lnTo>
                    <a:pt x="7110" y="1319"/>
                  </a:lnTo>
                  <a:lnTo>
                    <a:pt x="7130" y="1250"/>
                  </a:lnTo>
                  <a:lnTo>
                    <a:pt x="7159" y="1181"/>
                  </a:lnTo>
                  <a:lnTo>
                    <a:pt x="7169" y="1112"/>
                  </a:lnTo>
                  <a:lnTo>
                    <a:pt x="7179" y="1033"/>
                  </a:lnTo>
                  <a:lnTo>
                    <a:pt x="7179" y="955"/>
                  </a:lnTo>
                  <a:lnTo>
                    <a:pt x="7179" y="709"/>
                  </a:lnTo>
                  <a:lnTo>
                    <a:pt x="7179" y="620"/>
                  </a:lnTo>
                  <a:lnTo>
                    <a:pt x="7169" y="552"/>
                  </a:lnTo>
                  <a:lnTo>
                    <a:pt x="7159" y="483"/>
                  </a:lnTo>
                  <a:lnTo>
                    <a:pt x="7130" y="414"/>
                  </a:lnTo>
                  <a:lnTo>
                    <a:pt x="7110" y="345"/>
                  </a:lnTo>
                  <a:lnTo>
                    <a:pt x="7071" y="286"/>
                  </a:lnTo>
                  <a:lnTo>
                    <a:pt x="7032" y="237"/>
                  </a:lnTo>
                  <a:lnTo>
                    <a:pt x="6982" y="188"/>
                  </a:lnTo>
                  <a:lnTo>
                    <a:pt x="6933" y="148"/>
                  </a:lnTo>
                  <a:lnTo>
                    <a:pt x="6874" y="109"/>
                  </a:lnTo>
                  <a:lnTo>
                    <a:pt x="6805" y="70"/>
                  </a:lnTo>
                  <a:lnTo>
                    <a:pt x="6737" y="50"/>
                  </a:lnTo>
                  <a:lnTo>
                    <a:pt x="6658" y="30"/>
                  </a:lnTo>
                  <a:lnTo>
                    <a:pt x="6569" y="11"/>
                  </a:lnTo>
                  <a:lnTo>
                    <a:pt x="648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28" name="Google Shape;7028;p515"/>
            <p:cNvSpPr/>
            <p:nvPr/>
          </p:nvSpPr>
          <p:spPr>
            <a:xfrm>
              <a:off x="3489775" y="2366300"/>
              <a:ext cx="366325" cy="220050"/>
            </a:xfrm>
            <a:custGeom>
              <a:avLst/>
              <a:gdLst/>
              <a:ahLst/>
              <a:cxnLst/>
              <a:rect l="l" t="t" r="r" b="b"/>
              <a:pathLst>
                <a:path w="14653" h="8802" extrusionOk="0">
                  <a:moveTo>
                    <a:pt x="1604" y="0"/>
                  </a:moveTo>
                  <a:lnTo>
                    <a:pt x="1515" y="10"/>
                  </a:lnTo>
                  <a:lnTo>
                    <a:pt x="1437" y="30"/>
                  </a:lnTo>
                  <a:lnTo>
                    <a:pt x="1358" y="50"/>
                  </a:lnTo>
                  <a:lnTo>
                    <a:pt x="1279" y="79"/>
                  </a:lnTo>
                  <a:lnTo>
                    <a:pt x="1210" y="118"/>
                  </a:lnTo>
                  <a:lnTo>
                    <a:pt x="1151" y="158"/>
                  </a:lnTo>
                  <a:lnTo>
                    <a:pt x="1092" y="207"/>
                  </a:lnTo>
                  <a:lnTo>
                    <a:pt x="1043" y="266"/>
                  </a:lnTo>
                  <a:lnTo>
                    <a:pt x="994" y="335"/>
                  </a:lnTo>
                  <a:lnTo>
                    <a:pt x="955" y="404"/>
                  </a:lnTo>
                  <a:lnTo>
                    <a:pt x="915" y="482"/>
                  </a:lnTo>
                  <a:lnTo>
                    <a:pt x="896" y="571"/>
                  </a:lnTo>
                  <a:lnTo>
                    <a:pt x="876" y="669"/>
                  </a:lnTo>
                  <a:lnTo>
                    <a:pt x="856" y="767"/>
                  </a:lnTo>
                  <a:lnTo>
                    <a:pt x="856" y="876"/>
                  </a:lnTo>
                  <a:lnTo>
                    <a:pt x="856" y="3098"/>
                  </a:lnTo>
                  <a:lnTo>
                    <a:pt x="856" y="3196"/>
                  </a:lnTo>
                  <a:lnTo>
                    <a:pt x="837" y="3285"/>
                  </a:lnTo>
                  <a:lnTo>
                    <a:pt x="827" y="3363"/>
                  </a:lnTo>
                  <a:lnTo>
                    <a:pt x="797" y="3442"/>
                  </a:lnTo>
                  <a:lnTo>
                    <a:pt x="768" y="3511"/>
                  </a:lnTo>
                  <a:lnTo>
                    <a:pt x="729" y="3570"/>
                  </a:lnTo>
                  <a:lnTo>
                    <a:pt x="679" y="3629"/>
                  </a:lnTo>
                  <a:lnTo>
                    <a:pt x="630" y="3678"/>
                  </a:lnTo>
                  <a:lnTo>
                    <a:pt x="571" y="3727"/>
                  </a:lnTo>
                  <a:lnTo>
                    <a:pt x="502" y="3767"/>
                  </a:lnTo>
                  <a:lnTo>
                    <a:pt x="434" y="3796"/>
                  </a:lnTo>
                  <a:lnTo>
                    <a:pt x="355" y="3826"/>
                  </a:lnTo>
                  <a:lnTo>
                    <a:pt x="276" y="3845"/>
                  </a:lnTo>
                  <a:lnTo>
                    <a:pt x="188" y="3855"/>
                  </a:lnTo>
                  <a:lnTo>
                    <a:pt x="99" y="3865"/>
                  </a:lnTo>
                  <a:lnTo>
                    <a:pt x="1" y="3875"/>
                  </a:lnTo>
                  <a:lnTo>
                    <a:pt x="1" y="4927"/>
                  </a:lnTo>
                  <a:lnTo>
                    <a:pt x="99" y="4937"/>
                  </a:lnTo>
                  <a:lnTo>
                    <a:pt x="188" y="4947"/>
                  </a:lnTo>
                  <a:lnTo>
                    <a:pt x="276" y="4956"/>
                  </a:lnTo>
                  <a:lnTo>
                    <a:pt x="355" y="4976"/>
                  </a:lnTo>
                  <a:lnTo>
                    <a:pt x="434" y="5006"/>
                  </a:lnTo>
                  <a:lnTo>
                    <a:pt x="502" y="5035"/>
                  </a:lnTo>
                  <a:lnTo>
                    <a:pt x="571" y="5074"/>
                  </a:lnTo>
                  <a:lnTo>
                    <a:pt x="630" y="5124"/>
                  </a:lnTo>
                  <a:lnTo>
                    <a:pt x="679" y="5173"/>
                  </a:lnTo>
                  <a:lnTo>
                    <a:pt x="729" y="5232"/>
                  </a:lnTo>
                  <a:lnTo>
                    <a:pt x="768" y="5291"/>
                  </a:lnTo>
                  <a:lnTo>
                    <a:pt x="797" y="5360"/>
                  </a:lnTo>
                  <a:lnTo>
                    <a:pt x="827" y="5438"/>
                  </a:lnTo>
                  <a:lnTo>
                    <a:pt x="837" y="5517"/>
                  </a:lnTo>
                  <a:lnTo>
                    <a:pt x="856" y="5605"/>
                  </a:lnTo>
                  <a:lnTo>
                    <a:pt x="856" y="5704"/>
                  </a:lnTo>
                  <a:lnTo>
                    <a:pt x="856" y="7926"/>
                  </a:lnTo>
                  <a:lnTo>
                    <a:pt x="856" y="8034"/>
                  </a:lnTo>
                  <a:lnTo>
                    <a:pt x="876" y="8133"/>
                  </a:lnTo>
                  <a:lnTo>
                    <a:pt x="896" y="8231"/>
                  </a:lnTo>
                  <a:lnTo>
                    <a:pt x="915" y="8319"/>
                  </a:lnTo>
                  <a:lnTo>
                    <a:pt x="955" y="8398"/>
                  </a:lnTo>
                  <a:lnTo>
                    <a:pt x="994" y="8467"/>
                  </a:lnTo>
                  <a:lnTo>
                    <a:pt x="1043" y="8536"/>
                  </a:lnTo>
                  <a:lnTo>
                    <a:pt x="1092" y="8595"/>
                  </a:lnTo>
                  <a:lnTo>
                    <a:pt x="1151" y="8644"/>
                  </a:lnTo>
                  <a:lnTo>
                    <a:pt x="1210" y="8683"/>
                  </a:lnTo>
                  <a:lnTo>
                    <a:pt x="1279" y="8723"/>
                  </a:lnTo>
                  <a:lnTo>
                    <a:pt x="1358" y="8752"/>
                  </a:lnTo>
                  <a:lnTo>
                    <a:pt x="1437" y="8772"/>
                  </a:lnTo>
                  <a:lnTo>
                    <a:pt x="1515" y="8791"/>
                  </a:lnTo>
                  <a:lnTo>
                    <a:pt x="1604" y="8801"/>
                  </a:lnTo>
                  <a:lnTo>
                    <a:pt x="2715" y="8801"/>
                  </a:lnTo>
                  <a:lnTo>
                    <a:pt x="2715" y="7867"/>
                  </a:lnTo>
                  <a:lnTo>
                    <a:pt x="2056" y="7867"/>
                  </a:lnTo>
                  <a:lnTo>
                    <a:pt x="2056" y="5605"/>
                  </a:lnTo>
                  <a:lnTo>
                    <a:pt x="2046" y="5458"/>
                  </a:lnTo>
                  <a:lnTo>
                    <a:pt x="2027" y="5320"/>
                  </a:lnTo>
                  <a:lnTo>
                    <a:pt x="2007" y="5202"/>
                  </a:lnTo>
                  <a:lnTo>
                    <a:pt x="1968" y="5084"/>
                  </a:lnTo>
                  <a:lnTo>
                    <a:pt x="1918" y="4986"/>
                  </a:lnTo>
                  <a:lnTo>
                    <a:pt x="1859" y="4888"/>
                  </a:lnTo>
                  <a:lnTo>
                    <a:pt x="1791" y="4809"/>
                  </a:lnTo>
                  <a:lnTo>
                    <a:pt x="1712" y="4730"/>
                  </a:lnTo>
                  <a:lnTo>
                    <a:pt x="1623" y="4671"/>
                  </a:lnTo>
                  <a:lnTo>
                    <a:pt x="1525" y="4612"/>
                  </a:lnTo>
                  <a:lnTo>
                    <a:pt x="1417" y="4573"/>
                  </a:lnTo>
                  <a:lnTo>
                    <a:pt x="1299" y="4534"/>
                  </a:lnTo>
                  <a:lnTo>
                    <a:pt x="1171" y="4504"/>
                  </a:lnTo>
                  <a:lnTo>
                    <a:pt x="1033" y="4484"/>
                  </a:lnTo>
                  <a:lnTo>
                    <a:pt x="886" y="4475"/>
                  </a:lnTo>
                  <a:lnTo>
                    <a:pt x="729" y="4465"/>
                  </a:lnTo>
                  <a:lnTo>
                    <a:pt x="729" y="4327"/>
                  </a:lnTo>
                  <a:lnTo>
                    <a:pt x="886" y="4327"/>
                  </a:lnTo>
                  <a:lnTo>
                    <a:pt x="1033" y="4317"/>
                  </a:lnTo>
                  <a:lnTo>
                    <a:pt x="1171" y="4298"/>
                  </a:lnTo>
                  <a:lnTo>
                    <a:pt x="1299" y="4268"/>
                  </a:lnTo>
                  <a:lnTo>
                    <a:pt x="1417" y="4229"/>
                  </a:lnTo>
                  <a:lnTo>
                    <a:pt x="1525" y="4189"/>
                  </a:lnTo>
                  <a:lnTo>
                    <a:pt x="1623" y="4130"/>
                  </a:lnTo>
                  <a:lnTo>
                    <a:pt x="1712" y="4071"/>
                  </a:lnTo>
                  <a:lnTo>
                    <a:pt x="1791" y="3993"/>
                  </a:lnTo>
                  <a:lnTo>
                    <a:pt x="1859" y="3914"/>
                  </a:lnTo>
                  <a:lnTo>
                    <a:pt x="1918" y="3816"/>
                  </a:lnTo>
                  <a:lnTo>
                    <a:pt x="1968" y="3717"/>
                  </a:lnTo>
                  <a:lnTo>
                    <a:pt x="2007" y="3599"/>
                  </a:lnTo>
                  <a:lnTo>
                    <a:pt x="2027" y="3481"/>
                  </a:lnTo>
                  <a:lnTo>
                    <a:pt x="2046" y="3344"/>
                  </a:lnTo>
                  <a:lnTo>
                    <a:pt x="2056" y="3196"/>
                  </a:lnTo>
                  <a:lnTo>
                    <a:pt x="2056" y="935"/>
                  </a:lnTo>
                  <a:lnTo>
                    <a:pt x="2715" y="935"/>
                  </a:lnTo>
                  <a:lnTo>
                    <a:pt x="2715" y="0"/>
                  </a:lnTo>
                  <a:close/>
                  <a:moveTo>
                    <a:pt x="11939" y="0"/>
                  </a:moveTo>
                  <a:lnTo>
                    <a:pt x="11939" y="935"/>
                  </a:lnTo>
                  <a:lnTo>
                    <a:pt x="12607" y="935"/>
                  </a:lnTo>
                  <a:lnTo>
                    <a:pt x="12607" y="3196"/>
                  </a:lnTo>
                  <a:lnTo>
                    <a:pt x="12607" y="3344"/>
                  </a:lnTo>
                  <a:lnTo>
                    <a:pt x="12627" y="3481"/>
                  </a:lnTo>
                  <a:lnTo>
                    <a:pt x="12657" y="3599"/>
                  </a:lnTo>
                  <a:lnTo>
                    <a:pt x="12696" y="3717"/>
                  </a:lnTo>
                  <a:lnTo>
                    <a:pt x="12735" y="3816"/>
                  </a:lnTo>
                  <a:lnTo>
                    <a:pt x="12794" y="3914"/>
                  </a:lnTo>
                  <a:lnTo>
                    <a:pt x="12863" y="3993"/>
                  </a:lnTo>
                  <a:lnTo>
                    <a:pt x="12942" y="4071"/>
                  </a:lnTo>
                  <a:lnTo>
                    <a:pt x="13030" y="4130"/>
                  </a:lnTo>
                  <a:lnTo>
                    <a:pt x="13129" y="4189"/>
                  </a:lnTo>
                  <a:lnTo>
                    <a:pt x="13237" y="4229"/>
                  </a:lnTo>
                  <a:lnTo>
                    <a:pt x="13355" y="4268"/>
                  </a:lnTo>
                  <a:lnTo>
                    <a:pt x="13492" y="4298"/>
                  </a:lnTo>
                  <a:lnTo>
                    <a:pt x="13630" y="4317"/>
                  </a:lnTo>
                  <a:lnTo>
                    <a:pt x="13778" y="4327"/>
                  </a:lnTo>
                  <a:lnTo>
                    <a:pt x="13935" y="4327"/>
                  </a:lnTo>
                  <a:lnTo>
                    <a:pt x="13935" y="4465"/>
                  </a:lnTo>
                  <a:lnTo>
                    <a:pt x="13778" y="4475"/>
                  </a:lnTo>
                  <a:lnTo>
                    <a:pt x="13630" y="4484"/>
                  </a:lnTo>
                  <a:lnTo>
                    <a:pt x="13492" y="4504"/>
                  </a:lnTo>
                  <a:lnTo>
                    <a:pt x="13355" y="4534"/>
                  </a:lnTo>
                  <a:lnTo>
                    <a:pt x="13237" y="4573"/>
                  </a:lnTo>
                  <a:lnTo>
                    <a:pt x="13129" y="4612"/>
                  </a:lnTo>
                  <a:lnTo>
                    <a:pt x="13030" y="4671"/>
                  </a:lnTo>
                  <a:lnTo>
                    <a:pt x="12942" y="4730"/>
                  </a:lnTo>
                  <a:lnTo>
                    <a:pt x="12863" y="4809"/>
                  </a:lnTo>
                  <a:lnTo>
                    <a:pt x="12794" y="4888"/>
                  </a:lnTo>
                  <a:lnTo>
                    <a:pt x="12735" y="4986"/>
                  </a:lnTo>
                  <a:lnTo>
                    <a:pt x="12696" y="5084"/>
                  </a:lnTo>
                  <a:lnTo>
                    <a:pt x="12657" y="5202"/>
                  </a:lnTo>
                  <a:lnTo>
                    <a:pt x="12627" y="5320"/>
                  </a:lnTo>
                  <a:lnTo>
                    <a:pt x="12607" y="5458"/>
                  </a:lnTo>
                  <a:lnTo>
                    <a:pt x="12607" y="5605"/>
                  </a:lnTo>
                  <a:lnTo>
                    <a:pt x="12607" y="7867"/>
                  </a:lnTo>
                  <a:lnTo>
                    <a:pt x="11939" y="7867"/>
                  </a:lnTo>
                  <a:lnTo>
                    <a:pt x="11939" y="8801"/>
                  </a:lnTo>
                  <a:lnTo>
                    <a:pt x="13060" y="8801"/>
                  </a:lnTo>
                  <a:lnTo>
                    <a:pt x="13138" y="8791"/>
                  </a:lnTo>
                  <a:lnTo>
                    <a:pt x="13227" y="8772"/>
                  </a:lnTo>
                  <a:lnTo>
                    <a:pt x="13306" y="8752"/>
                  </a:lnTo>
                  <a:lnTo>
                    <a:pt x="13374" y="8723"/>
                  </a:lnTo>
                  <a:lnTo>
                    <a:pt x="13443" y="8683"/>
                  </a:lnTo>
                  <a:lnTo>
                    <a:pt x="13512" y="8644"/>
                  </a:lnTo>
                  <a:lnTo>
                    <a:pt x="13571" y="8595"/>
                  </a:lnTo>
                  <a:lnTo>
                    <a:pt x="13620" y="8536"/>
                  </a:lnTo>
                  <a:lnTo>
                    <a:pt x="13669" y="8467"/>
                  </a:lnTo>
                  <a:lnTo>
                    <a:pt x="13709" y="8398"/>
                  </a:lnTo>
                  <a:lnTo>
                    <a:pt x="13738" y="8319"/>
                  </a:lnTo>
                  <a:lnTo>
                    <a:pt x="13768" y="8231"/>
                  </a:lnTo>
                  <a:lnTo>
                    <a:pt x="13787" y="8133"/>
                  </a:lnTo>
                  <a:lnTo>
                    <a:pt x="13797" y="8034"/>
                  </a:lnTo>
                  <a:lnTo>
                    <a:pt x="13807" y="7926"/>
                  </a:lnTo>
                  <a:lnTo>
                    <a:pt x="13807" y="5704"/>
                  </a:lnTo>
                  <a:lnTo>
                    <a:pt x="13807" y="5605"/>
                  </a:lnTo>
                  <a:lnTo>
                    <a:pt x="13817" y="5517"/>
                  </a:lnTo>
                  <a:lnTo>
                    <a:pt x="13837" y="5438"/>
                  </a:lnTo>
                  <a:lnTo>
                    <a:pt x="13866" y="5360"/>
                  </a:lnTo>
                  <a:lnTo>
                    <a:pt x="13896" y="5291"/>
                  </a:lnTo>
                  <a:lnTo>
                    <a:pt x="13935" y="5232"/>
                  </a:lnTo>
                  <a:lnTo>
                    <a:pt x="13974" y="5173"/>
                  </a:lnTo>
                  <a:lnTo>
                    <a:pt x="14033" y="5124"/>
                  </a:lnTo>
                  <a:lnTo>
                    <a:pt x="14092" y="5074"/>
                  </a:lnTo>
                  <a:lnTo>
                    <a:pt x="14151" y="5035"/>
                  </a:lnTo>
                  <a:lnTo>
                    <a:pt x="14220" y="5006"/>
                  </a:lnTo>
                  <a:lnTo>
                    <a:pt x="14299" y="4976"/>
                  </a:lnTo>
                  <a:lnTo>
                    <a:pt x="14377" y="4956"/>
                  </a:lnTo>
                  <a:lnTo>
                    <a:pt x="14466" y="4947"/>
                  </a:lnTo>
                  <a:lnTo>
                    <a:pt x="14564" y="4937"/>
                  </a:lnTo>
                  <a:lnTo>
                    <a:pt x="14653" y="4927"/>
                  </a:lnTo>
                  <a:lnTo>
                    <a:pt x="14653" y="3875"/>
                  </a:lnTo>
                  <a:lnTo>
                    <a:pt x="14564" y="3865"/>
                  </a:lnTo>
                  <a:lnTo>
                    <a:pt x="14466" y="3855"/>
                  </a:lnTo>
                  <a:lnTo>
                    <a:pt x="14377" y="3845"/>
                  </a:lnTo>
                  <a:lnTo>
                    <a:pt x="14299" y="3826"/>
                  </a:lnTo>
                  <a:lnTo>
                    <a:pt x="14220" y="3796"/>
                  </a:lnTo>
                  <a:lnTo>
                    <a:pt x="14151" y="3767"/>
                  </a:lnTo>
                  <a:lnTo>
                    <a:pt x="14092" y="3727"/>
                  </a:lnTo>
                  <a:lnTo>
                    <a:pt x="14033" y="3678"/>
                  </a:lnTo>
                  <a:lnTo>
                    <a:pt x="13974" y="3629"/>
                  </a:lnTo>
                  <a:lnTo>
                    <a:pt x="13935" y="3570"/>
                  </a:lnTo>
                  <a:lnTo>
                    <a:pt x="13896" y="3511"/>
                  </a:lnTo>
                  <a:lnTo>
                    <a:pt x="13866" y="3442"/>
                  </a:lnTo>
                  <a:lnTo>
                    <a:pt x="13837" y="3363"/>
                  </a:lnTo>
                  <a:lnTo>
                    <a:pt x="13817" y="3285"/>
                  </a:lnTo>
                  <a:lnTo>
                    <a:pt x="13807" y="3196"/>
                  </a:lnTo>
                  <a:lnTo>
                    <a:pt x="13807" y="3098"/>
                  </a:lnTo>
                  <a:lnTo>
                    <a:pt x="13807" y="876"/>
                  </a:lnTo>
                  <a:lnTo>
                    <a:pt x="13797" y="767"/>
                  </a:lnTo>
                  <a:lnTo>
                    <a:pt x="13787" y="669"/>
                  </a:lnTo>
                  <a:lnTo>
                    <a:pt x="13768" y="571"/>
                  </a:lnTo>
                  <a:lnTo>
                    <a:pt x="13738" y="482"/>
                  </a:lnTo>
                  <a:lnTo>
                    <a:pt x="13709" y="404"/>
                  </a:lnTo>
                  <a:lnTo>
                    <a:pt x="13669" y="335"/>
                  </a:lnTo>
                  <a:lnTo>
                    <a:pt x="13620" y="266"/>
                  </a:lnTo>
                  <a:lnTo>
                    <a:pt x="13571" y="207"/>
                  </a:lnTo>
                  <a:lnTo>
                    <a:pt x="13512" y="158"/>
                  </a:lnTo>
                  <a:lnTo>
                    <a:pt x="13443" y="118"/>
                  </a:lnTo>
                  <a:lnTo>
                    <a:pt x="13374" y="79"/>
                  </a:lnTo>
                  <a:lnTo>
                    <a:pt x="13306" y="50"/>
                  </a:lnTo>
                  <a:lnTo>
                    <a:pt x="13227" y="30"/>
                  </a:lnTo>
                  <a:lnTo>
                    <a:pt x="13138" y="10"/>
                  </a:lnTo>
                  <a:lnTo>
                    <a:pt x="1306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029" name="Google Shape;7029;p515"/>
          <p:cNvSpPr/>
          <p:nvPr/>
        </p:nvSpPr>
        <p:spPr>
          <a:xfrm>
            <a:off x="3732740" y="3997500"/>
            <a:ext cx="335413" cy="311180"/>
          </a:xfrm>
          <a:custGeom>
            <a:avLst/>
            <a:gdLst/>
            <a:ahLst/>
            <a:cxnLst/>
            <a:rect l="l" t="t" r="r" b="b"/>
            <a:pathLst>
              <a:path w="15253" h="14151" extrusionOk="0">
                <a:moveTo>
                  <a:pt x="10080" y="954"/>
                </a:moveTo>
                <a:lnTo>
                  <a:pt x="10886" y="2360"/>
                </a:lnTo>
                <a:lnTo>
                  <a:pt x="10483" y="3068"/>
                </a:lnTo>
                <a:lnTo>
                  <a:pt x="10080" y="3776"/>
                </a:lnTo>
                <a:lnTo>
                  <a:pt x="8448" y="3776"/>
                </a:lnTo>
                <a:lnTo>
                  <a:pt x="8044" y="3068"/>
                </a:lnTo>
                <a:lnTo>
                  <a:pt x="7631" y="2360"/>
                </a:lnTo>
                <a:lnTo>
                  <a:pt x="8448" y="954"/>
                </a:lnTo>
                <a:close/>
                <a:moveTo>
                  <a:pt x="6805" y="2842"/>
                </a:moveTo>
                <a:lnTo>
                  <a:pt x="7218" y="3540"/>
                </a:lnTo>
                <a:lnTo>
                  <a:pt x="7622" y="4248"/>
                </a:lnTo>
                <a:lnTo>
                  <a:pt x="7218" y="4956"/>
                </a:lnTo>
                <a:lnTo>
                  <a:pt x="6805" y="5654"/>
                </a:lnTo>
                <a:lnTo>
                  <a:pt x="5183" y="5654"/>
                </a:lnTo>
                <a:lnTo>
                  <a:pt x="4780" y="4956"/>
                </a:lnTo>
                <a:lnTo>
                  <a:pt x="4367" y="4248"/>
                </a:lnTo>
                <a:lnTo>
                  <a:pt x="5183" y="2842"/>
                </a:lnTo>
                <a:close/>
                <a:moveTo>
                  <a:pt x="13345" y="2842"/>
                </a:moveTo>
                <a:lnTo>
                  <a:pt x="14151" y="4248"/>
                </a:lnTo>
                <a:lnTo>
                  <a:pt x="13345" y="5654"/>
                </a:lnTo>
                <a:lnTo>
                  <a:pt x="11712" y="5654"/>
                </a:lnTo>
                <a:lnTo>
                  <a:pt x="11309" y="4956"/>
                </a:lnTo>
                <a:lnTo>
                  <a:pt x="10896" y="4248"/>
                </a:lnTo>
                <a:lnTo>
                  <a:pt x="11309" y="3540"/>
                </a:lnTo>
                <a:lnTo>
                  <a:pt x="11712" y="2842"/>
                </a:lnTo>
                <a:close/>
                <a:moveTo>
                  <a:pt x="3541" y="4720"/>
                </a:moveTo>
                <a:lnTo>
                  <a:pt x="3954" y="5428"/>
                </a:lnTo>
                <a:lnTo>
                  <a:pt x="4357" y="6136"/>
                </a:lnTo>
                <a:lnTo>
                  <a:pt x="3954" y="6834"/>
                </a:lnTo>
                <a:lnTo>
                  <a:pt x="3541" y="7542"/>
                </a:lnTo>
                <a:lnTo>
                  <a:pt x="1918" y="7542"/>
                </a:lnTo>
                <a:lnTo>
                  <a:pt x="1102" y="6136"/>
                </a:lnTo>
                <a:lnTo>
                  <a:pt x="1918" y="4720"/>
                </a:lnTo>
                <a:close/>
                <a:moveTo>
                  <a:pt x="10080" y="4720"/>
                </a:moveTo>
                <a:lnTo>
                  <a:pt x="10483" y="5428"/>
                </a:lnTo>
                <a:lnTo>
                  <a:pt x="10886" y="6136"/>
                </a:lnTo>
                <a:lnTo>
                  <a:pt x="10483" y="6834"/>
                </a:lnTo>
                <a:lnTo>
                  <a:pt x="10080" y="7542"/>
                </a:lnTo>
                <a:lnTo>
                  <a:pt x="8448" y="7542"/>
                </a:lnTo>
                <a:lnTo>
                  <a:pt x="8044" y="6834"/>
                </a:lnTo>
                <a:lnTo>
                  <a:pt x="7631" y="6136"/>
                </a:lnTo>
                <a:lnTo>
                  <a:pt x="8044" y="5428"/>
                </a:lnTo>
                <a:lnTo>
                  <a:pt x="8448" y="4720"/>
                </a:lnTo>
                <a:close/>
                <a:moveTo>
                  <a:pt x="13345" y="6608"/>
                </a:moveTo>
                <a:lnTo>
                  <a:pt x="14151" y="8024"/>
                </a:lnTo>
                <a:lnTo>
                  <a:pt x="13345" y="9430"/>
                </a:lnTo>
                <a:lnTo>
                  <a:pt x="11712" y="9430"/>
                </a:lnTo>
                <a:lnTo>
                  <a:pt x="11309" y="8722"/>
                </a:lnTo>
                <a:lnTo>
                  <a:pt x="10896" y="8024"/>
                </a:lnTo>
                <a:lnTo>
                  <a:pt x="11309" y="7316"/>
                </a:lnTo>
                <a:lnTo>
                  <a:pt x="11712" y="6608"/>
                </a:lnTo>
                <a:close/>
                <a:moveTo>
                  <a:pt x="10080" y="8496"/>
                </a:moveTo>
                <a:lnTo>
                  <a:pt x="10483" y="9204"/>
                </a:lnTo>
                <a:lnTo>
                  <a:pt x="10886" y="9902"/>
                </a:lnTo>
                <a:lnTo>
                  <a:pt x="10080" y="11318"/>
                </a:lnTo>
                <a:lnTo>
                  <a:pt x="8448" y="11318"/>
                </a:lnTo>
                <a:lnTo>
                  <a:pt x="8044" y="10610"/>
                </a:lnTo>
                <a:lnTo>
                  <a:pt x="7631" y="9902"/>
                </a:lnTo>
                <a:lnTo>
                  <a:pt x="8044" y="9204"/>
                </a:lnTo>
                <a:lnTo>
                  <a:pt x="8448" y="8496"/>
                </a:lnTo>
                <a:close/>
                <a:moveTo>
                  <a:pt x="6805" y="10384"/>
                </a:moveTo>
                <a:lnTo>
                  <a:pt x="7218" y="11082"/>
                </a:lnTo>
                <a:lnTo>
                  <a:pt x="7622" y="11790"/>
                </a:lnTo>
                <a:lnTo>
                  <a:pt x="6805" y="13197"/>
                </a:lnTo>
                <a:lnTo>
                  <a:pt x="5183" y="13197"/>
                </a:lnTo>
                <a:lnTo>
                  <a:pt x="4367" y="11790"/>
                </a:lnTo>
                <a:lnTo>
                  <a:pt x="5183" y="10384"/>
                </a:lnTo>
                <a:close/>
                <a:moveTo>
                  <a:pt x="7897" y="0"/>
                </a:moveTo>
                <a:lnTo>
                  <a:pt x="6805" y="1888"/>
                </a:lnTo>
                <a:lnTo>
                  <a:pt x="4632" y="1888"/>
                </a:lnTo>
                <a:lnTo>
                  <a:pt x="3541" y="3776"/>
                </a:lnTo>
                <a:lnTo>
                  <a:pt x="1367" y="3776"/>
                </a:lnTo>
                <a:lnTo>
                  <a:pt x="1" y="6136"/>
                </a:lnTo>
                <a:lnTo>
                  <a:pt x="1367" y="8496"/>
                </a:lnTo>
                <a:lnTo>
                  <a:pt x="3541" y="8496"/>
                </a:lnTo>
                <a:lnTo>
                  <a:pt x="4357" y="9902"/>
                </a:lnTo>
                <a:lnTo>
                  <a:pt x="3265" y="11790"/>
                </a:lnTo>
                <a:lnTo>
                  <a:pt x="4632" y="14150"/>
                </a:lnTo>
                <a:lnTo>
                  <a:pt x="7356" y="14150"/>
                </a:lnTo>
                <a:lnTo>
                  <a:pt x="8448" y="12262"/>
                </a:lnTo>
                <a:lnTo>
                  <a:pt x="10621" y="12262"/>
                </a:lnTo>
                <a:lnTo>
                  <a:pt x="11712" y="10384"/>
                </a:lnTo>
                <a:lnTo>
                  <a:pt x="13885" y="10384"/>
                </a:lnTo>
                <a:lnTo>
                  <a:pt x="15252" y="8024"/>
                </a:lnTo>
                <a:lnTo>
                  <a:pt x="14161" y="6136"/>
                </a:lnTo>
                <a:lnTo>
                  <a:pt x="15252" y="4248"/>
                </a:lnTo>
                <a:lnTo>
                  <a:pt x="13885" y="1888"/>
                </a:lnTo>
                <a:lnTo>
                  <a:pt x="11712" y="1888"/>
                </a:lnTo>
                <a:lnTo>
                  <a:pt x="1062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030" name="Google Shape;7030;p515"/>
          <p:cNvGrpSpPr/>
          <p:nvPr/>
        </p:nvGrpSpPr>
        <p:grpSpPr>
          <a:xfrm>
            <a:off x="4711959" y="3991662"/>
            <a:ext cx="340383" cy="322857"/>
            <a:chOff x="3479450" y="1575950"/>
            <a:chExt cx="386975" cy="367050"/>
          </a:xfrm>
        </p:grpSpPr>
        <p:sp>
          <p:nvSpPr>
            <p:cNvPr id="7031" name="Google Shape;7031;p515"/>
            <p:cNvSpPr/>
            <p:nvPr/>
          </p:nvSpPr>
          <p:spPr>
            <a:xfrm>
              <a:off x="3626475" y="1835050"/>
              <a:ext cx="92950" cy="23625"/>
            </a:xfrm>
            <a:custGeom>
              <a:avLst/>
              <a:gdLst/>
              <a:ahLst/>
              <a:cxnLst/>
              <a:rect l="l" t="t" r="r" b="b"/>
              <a:pathLst>
                <a:path w="3718" h="945" extrusionOk="0">
                  <a:moveTo>
                    <a:pt x="0" y="0"/>
                  </a:moveTo>
                  <a:lnTo>
                    <a:pt x="0" y="944"/>
                  </a:lnTo>
                  <a:lnTo>
                    <a:pt x="3717" y="944"/>
                  </a:lnTo>
                  <a:lnTo>
                    <a:pt x="3717"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32" name="Google Shape;7032;p515"/>
            <p:cNvSpPr/>
            <p:nvPr/>
          </p:nvSpPr>
          <p:spPr>
            <a:xfrm>
              <a:off x="3479450" y="1575950"/>
              <a:ext cx="386975" cy="367050"/>
            </a:xfrm>
            <a:custGeom>
              <a:avLst/>
              <a:gdLst/>
              <a:ahLst/>
              <a:cxnLst/>
              <a:rect l="l" t="t" r="r" b="b"/>
              <a:pathLst>
                <a:path w="15479" h="14682" extrusionOk="0">
                  <a:moveTo>
                    <a:pt x="7858" y="954"/>
                  </a:moveTo>
                  <a:lnTo>
                    <a:pt x="7976" y="974"/>
                  </a:lnTo>
                  <a:lnTo>
                    <a:pt x="8084" y="1003"/>
                  </a:lnTo>
                  <a:lnTo>
                    <a:pt x="8182" y="1042"/>
                  </a:lnTo>
                  <a:lnTo>
                    <a:pt x="8291" y="1092"/>
                  </a:lnTo>
                  <a:lnTo>
                    <a:pt x="8379" y="1151"/>
                  </a:lnTo>
                  <a:lnTo>
                    <a:pt x="8468" y="1210"/>
                  </a:lnTo>
                  <a:lnTo>
                    <a:pt x="8546" y="1288"/>
                  </a:lnTo>
                  <a:lnTo>
                    <a:pt x="8625" y="1367"/>
                  </a:lnTo>
                  <a:lnTo>
                    <a:pt x="8694" y="1455"/>
                  </a:lnTo>
                  <a:lnTo>
                    <a:pt x="8743" y="1554"/>
                  </a:lnTo>
                  <a:lnTo>
                    <a:pt x="8792" y="1652"/>
                  </a:lnTo>
                  <a:lnTo>
                    <a:pt x="8831" y="1750"/>
                  </a:lnTo>
                  <a:lnTo>
                    <a:pt x="8861" y="1868"/>
                  </a:lnTo>
                  <a:lnTo>
                    <a:pt x="8881" y="1977"/>
                  </a:lnTo>
                  <a:lnTo>
                    <a:pt x="8881" y="2095"/>
                  </a:lnTo>
                  <a:lnTo>
                    <a:pt x="8881" y="2213"/>
                  </a:lnTo>
                  <a:lnTo>
                    <a:pt x="8861" y="2321"/>
                  </a:lnTo>
                  <a:lnTo>
                    <a:pt x="8831" y="2429"/>
                  </a:lnTo>
                  <a:lnTo>
                    <a:pt x="8792" y="2537"/>
                  </a:lnTo>
                  <a:lnTo>
                    <a:pt x="8743" y="2635"/>
                  </a:lnTo>
                  <a:lnTo>
                    <a:pt x="8694" y="2734"/>
                  </a:lnTo>
                  <a:lnTo>
                    <a:pt x="8625" y="2822"/>
                  </a:lnTo>
                  <a:lnTo>
                    <a:pt x="8546" y="2901"/>
                  </a:lnTo>
                  <a:lnTo>
                    <a:pt x="8468" y="2980"/>
                  </a:lnTo>
                  <a:lnTo>
                    <a:pt x="8379" y="3039"/>
                  </a:lnTo>
                  <a:lnTo>
                    <a:pt x="8291" y="3098"/>
                  </a:lnTo>
                  <a:lnTo>
                    <a:pt x="8182" y="3147"/>
                  </a:lnTo>
                  <a:lnTo>
                    <a:pt x="8084" y="3186"/>
                  </a:lnTo>
                  <a:lnTo>
                    <a:pt x="7976" y="3216"/>
                  </a:lnTo>
                  <a:lnTo>
                    <a:pt x="7858" y="3235"/>
                  </a:lnTo>
                  <a:lnTo>
                    <a:pt x="7622" y="3235"/>
                  </a:lnTo>
                  <a:lnTo>
                    <a:pt x="7514" y="3216"/>
                  </a:lnTo>
                  <a:lnTo>
                    <a:pt x="7406" y="3186"/>
                  </a:lnTo>
                  <a:lnTo>
                    <a:pt x="7297" y="3147"/>
                  </a:lnTo>
                  <a:lnTo>
                    <a:pt x="7199" y="3098"/>
                  </a:lnTo>
                  <a:lnTo>
                    <a:pt x="7101" y="3039"/>
                  </a:lnTo>
                  <a:lnTo>
                    <a:pt x="7012" y="2980"/>
                  </a:lnTo>
                  <a:lnTo>
                    <a:pt x="6934" y="2901"/>
                  </a:lnTo>
                  <a:lnTo>
                    <a:pt x="6865" y="2822"/>
                  </a:lnTo>
                  <a:lnTo>
                    <a:pt x="6796" y="2734"/>
                  </a:lnTo>
                  <a:lnTo>
                    <a:pt x="6737" y="2635"/>
                  </a:lnTo>
                  <a:lnTo>
                    <a:pt x="6688" y="2537"/>
                  </a:lnTo>
                  <a:lnTo>
                    <a:pt x="6648" y="2429"/>
                  </a:lnTo>
                  <a:lnTo>
                    <a:pt x="6629" y="2321"/>
                  </a:lnTo>
                  <a:lnTo>
                    <a:pt x="6609" y="2213"/>
                  </a:lnTo>
                  <a:lnTo>
                    <a:pt x="6599" y="2095"/>
                  </a:lnTo>
                  <a:lnTo>
                    <a:pt x="6609" y="1977"/>
                  </a:lnTo>
                  <a:lnTo>
                    <a:pt x="6629" y="1868"/>
                  </a:lnTo>
                  <a:lnTo>
                    <a:pt x="6648" y="1750"/>
                  </a:lnTo>
                  <a:lnTo>
                    <a:pt x="6688" y="1652"/>
                  </a:lnTo>
                  <a:lnTo>
                    <a:pt x="6737" y="1554"/>
                  </a:lnTo>
                  <a:lnTo>
                    <a:pt x="6796" y="1455"/>
                  </a:lnTo>
                  <a:lnTo>
                    <a:pt x="6865" y="1367"/>
                  </a:lnTo>
                  <a:lnTo>
                    <a:pt x="6934" y="1288"/>
                  </a:lnTo>
                  <a:lnTo>
                    <a:pt x="7012" y="1210"/>
                  </a:lnTo>
                  <a:lnTo>
                    <a:pt x="7101" y="1151"/>
                  </a:lnTo>
                  <a:lnTo>
                    <a:pt x="7199" y="1092"/>
                  </a:lnTo>
                  <a:lnTo>
                    <a:pt x="7297" y="1042"/>
                  </a:lnTo>
                  <a:lnTo>
                    <a:pt x="7406" y="1003"/>
                  </a:lnTo>
                  <a:lnTo>
                    <a:pt x="7514" y="974"/>
                  </a:lnTo>
                  <a:lnTo>
                    <a:pt x="7622" y="954"/>
                  </a:lnTo>
                  <a:close/>
                  <a:moveTo>
                    <a:pt x="8025" y="4169"/>
                  </a:moveTo>
                  <a:lnTo>
                    <a:pt x="8025" y="4661"/>
                  </a:lnTo>
                  <a:lnTo>
                    <a:pt x="7465" y="4661"/>
                  </a:lnTo>
                  <a:lnTo>
                    <a:pt x="7465" y="4169"/>
                  </a:lnTo>
                  <a:lnTo>
                    <a:pt x="7602" y="4179"/>
                  </a:lnTo>
                  <a:lnTo>
                    <a:pt x="7740" y="4189"/>
                  </a:lnTo>
                  <a:lnTo>
                    <a:pt x="7887" y="4179"/>
                  </a:lnTo>
                  <a:lnTo>
                    <a:pt x="8025" y="4169"/>
                  </a:lnTo>
                  <a:close/>
                  <a:moveTo>
                    <a:pt x="1427" y="7031"/>
                  </a:moveTo>
                  <a:lnTo>
                    <a:pt x="1427" y="10364"/>
                  </a:lnTo>
                  <a:lnTo>
                    <a:pt x="955" y="10364"/>
                  </a:lnTo>
                  <a:lnTo>
                    <a:pt x="955" y="7031"/>
                  </a:lnTo>
                  <a:close/>
                  <a:moveTo>
                    <a:pt x="14535" y="7031"/>
                  </a:moveTo>
                  <a:lnTo>
                    <a:pt x="14535" y="10364"/>
                  </a:lnTo>
                  <a:lnTo>
                    <a:pt x="14053" y="10364"/>
                  </a:lnTo>
                  <a:lnTo>
                    <a:pt x="14053" y="7031"/>
                  </a:lnTo>
                  <a:close/>
                  <a:moveTo>
                    <a:pt x="13109" y="5615"/>
                  </a:moveTo>
                  <a:lnTo>
                    <a:pt x="13109" y="12125"/>
                  </a:lnTo>
                  <a:lnTo>
                    <a:pt x="2381" y="12125"/>
                  </a:lnTo>
                  <a:lnTo>
                    <a:pt x="2381" y="5615"/>
                  </a:lnTo>
                  <a:close/>
                  <a:moveTo>
                    <a:pt x="9598" y="13078"/>
                  </a:moveTo>
                  <a:lnTo>
                    <a:pt x="9598" y="13737"/>
                  </a:lnTo>
                  <a:lnTo>
                    <a:pt x="5881" y="13737"/>
                  </a:lnTo>
                  <a:lnTo>
                    <a:pt x="5881" y="13078"/>
                  </a:lnTo>
                  <a:close/>
                  <a:moveTo>
                    <a:pt x="7740" y="0"/>
                  </a:moveTo>
                  <a:lnTo>
                    <a:pt x="7533" y="10"/>
                  </a:lnTo>
                  <a:lnTo>
                    <a:pt x="7317" y="39"/>
                  </a:lnTo>
                  <a:lnTo>
                    <a:pt x="7120" y="98"/>
                  </a:lnTo>
                  <a:lnTo>
                    <a:pt x="6924" y="167"/>
                  </a:lnTo>
                  <a:lnTo>
                    <a:pt x="6747" y="256"/>
                  </a:lnTo>
                  <a:lnTo>
                    <a:pt x="6570" y="354"/>
                  </a:lnTo>
                  <a:lnTo>
                    <a:pt x="6412" y="482"/>
                  </a:lnTo>
                  <a:lnTo>
                    <a:pt x="6265" y="620"/>
                  </a:lnTo>
                  <a:lnTo>
                    <a:pt x="6127" y="767"/>
                  </a:lnTo>
                  <a:lnTo>
                    <a:pt x="6009" y="924"/>
                  </a:lnTo>
                  <a:lnTo>
                    <a:pt x="5901" y="1101"/>
                  </a:lnTo>
                  <a:lnTo>
                    <a:pt x="5813" y="1278"/>
                  </a:lnTo>
                  <a:lnTo>
                    <a:pt x="5744" y="1475"/>
                  </a:lnTo>
                  <a:lnTo>
                    <a:pt x="5695" y="1672"/>
                  </a:lnTo>
                  <a:lnTo>
                    <a:pt x="5655" y="1878"/>
                  </a:lnTo>
                  <a:lnTo>
                    <a:pt x="5645" y="2095"/>
                  </a:lnTo>
                  <a:lnTo>
                    <a:pt x="5655" y="2222"/>
                  </a:lnTo>
                  <a:lnTo>
                    <a:pt x="5665" y="2350"/>
                  </a:lnTo>
                  <a:lnTo>
                    <a:pt x="5685" y="2478"/>
                  </a:lnTo>
                  <a:lnTo>
                    <a:pt x="5714" y="2596"/>
                  </a:lnTo>
                  <a:lnTo>
                    <a:pt x="5744" y="2714"/>
                  </a:lnTo>
                  <a:lnTo>
                    <a:pt x="5783" y="2832"/>
                  </a:lnTo>
                  <a:lnTo>
                    <a:pt x="5832" y="2950"/>
                  </a:lnTo>
                  <a:lnTo>
                    <a:pt x="5881" y="3058"/>
                  </a:lnTo>
                  <a:lnTo>
                    <a:pt x="5940" y="3166"/>
                  </a:lnTo>
                  <a:lnTo>
                    <a:pt x="6009" y="3265"/>
                  </a:lnTo>
                  <a:lnTo>
                    <a:pt x="6078" y="3363"/>
                  </a:lnTo>
                  <a:lnTo>
                    <a:pt x="6157" y="3461"/>
                  </a:lnTo>
                  <a:lnTo>
                    <a:pt x="6235" y="3550"/>
                  </a:lnTo>
                  <a:lnTo>
                    <a:pt x="6324" y="3638"/>
                  </a:lnTo>
                  <a:lnTo>
                    <a:pt x="6412" y="3717"/>
                  </a:lnTo>
                  <a:lnTo>
                    <a:pt x="6511" y="3786"/>
                  </a:lnTo>
                  <a:lnTo>
                    <a:pt x="6511" y="4661"/>
                  </a:lnTo>
                  <a:lnTo>
                    <a:pt x="1427" y="4661"/>
                  </a:lnTo>
                  <a:lnTo>
                    <a:pt x="1427" y="4995"/>
                  </a:lnTo>
                  <a:lnTo>
                    <a:pt x="1427" y="5615"/>
                  </a:lnTo>
                  <a:lnTo>
                    <a:pt x="1427" y="6077"/>
                  </a:lnTo>
                  <a:lnTo>
                    <a:pt x="1" y="6077"/>
                  </a:lnTo>
                  <a:lnTo>
                    <a:pt x="1" y="11308"/>
                  </a:lnTo>
                  <a:lnTo>
                    <a:pt x="1427" y="11308"/>
                  </a:lnTo>
                  <a:lnTo>
                    <a:pt x="1427" y="13078"/>
                  </a:lnTo>
                  <a:lnTo>
                    <a:pt x="4937" y="13078"/>
                  </a:lnTo>
                  <a:lnTo>
                    <a:pt x="4937" y="14681"/>
                  </a:lnTo>
                  <a:lnTo>
                    <a:pt x="10552" y="14681"/>
                  </a:lnTo>
                  <a:lnTo>
                    <a:pt x="10552" y="13078"/>
                  </a:lnTo>
                  <a:lnTo>
                    <a:pt x="14053" y="13078"/>
                  </a:lnTo>
                  <a:lnTo>
                    <a:pt x="14053" y="11308"/>
                  </a:lnTo>
                  <a:lnTo>
                    <a:pt x="15479" y="11308"/>
                  </a:lnTo>
                  <a:lnTo>
                    <a:pt x="15479" y="6077"/>
                  </a:lnTo>
                  <a:lnTo>
                    <a:pt x="14053" y="6077"/>
                  </a:lnTo>
                  <a:lnTo>
                    <a:pt x="14053" y="4661"/>
                  </a:lnTo>
                  <a:lnTo>
                    <a:pt x="8969" y="4661"/>
                  </a:lnTo>
                  <a:lnTo>
                    <a:pt x="8969" y="3786"/>
                  </a:lnTo>
                  <a:lnTo>
                    <a:pt x="9067" y="3717"/>
                  </a:lnTo>
                  <a:lnTo>
                    <a:pt x="9156" y="3638"/>
                  </a:lnTo>
                  <a:lnTo>
                    <a:pt x="9244" y="3550"/>
                  </a:lnTo>
                  <a:lnTo>
                    <a:pt x="9333" y="3461"/>
                  </a:lnTo>
                  <a:lnTo>
                    <a:pt x="9402" y="3363"/>
                  </a:lnTo>
                  <a:lnTo>
                    <a:pt x="9480" y="3265"/>
                  </a:lnTo>
                  <a:lnTo>
                    <a:pt x="9539" y="3166"/>
                  </a:lnTo>
                  <a:lnTo>
                    <a:pt x="9598" y="3058"/>
                  </a:lnTo>
                  <a:lnTo>
                    <a:pt x="9657" y="2950"/>
                  </a:lnTo>
                  <a:lnTo>
                    <a:pt x="9697" y="2832"/>
                  </a:lnTo>
                  <a:lnTo>
                    <a:pt x="9746" y="2714"/>
                  </a:lnTo>
                  <a:lnTo>
                    <a:pt x="9775" y="2596"/>
                  </a:lnTo>
                  <a:lnTo>
                    <a:pt x="9805" y="2478"/>
                  </a:lnTo>
                  <a:lnTo>
                    <a:pt x="9825" y="2350"/>
                  </a:lnTo>
                  <a:lnTo>
                    <a:pt x="9834" y="2222"/>
                  </a:lnTo>
                  <a:lnTo>
                    <a:pt x="9834" y="2095"/>
                  </a:lnTo>
                  <a:lnTo>
                    <a:pt x="9825" y="1878"/>
                  </a:lnTo>
                  <a:lnTo>
                    <a:pt x="9795" y="1672"/>
                  </a:lnTo>
                  <a:lnTo>
                    <a:pt x="9746" y="1475"/>
                  </a:lnTo>
                  <a:lnTo>
                    <a:pt x="9667" y="1278"/>
                  </a:lnTo>
                  <a:lnTo>
                    <a:pt x="9579" y="1101"/>
                  </a:lnTo>
                  <a:lnTo>
                    <a:pt x="9480" y="924"/>
                  </a:lnTo>
                  <a:lnTo>
                    <a:pt x="9362" y="767"/>
                  </a:lnTo>
                  <a:lnTo>
                    <a:pt x="9225" y="620"/>
                  </a:lnTo>
                  <a:lnTo>
                    <a:pt x="9077" y="482"/>
                  </a:lnTo>
                  <a:lnTo>
                    <a:pt x="8910" y="354"/>
                  </a:lnTo>
                  <a:lnTo>
                    <a:pt x="8743" y="256"/>
                  </a:lnTo>
                  <a:lnTo>
                    <a:pt x="8556" y="167"/>
                  </a:lnTo>
                  <a:lnTo>
                    <a:pt x="8369" y="98"/>
                  </a:lnTo>
                  <a:lnTo>
                    <a:pt x="8163" y="39"/>
                  </a:lnTo>
                  <a:lnTo>
                    <a:pt x="7956" y="10"/>
                  </a:lnTo>
                  <a:lnTo>
                    <a:pt x="774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33" name="Google Shape;7033;p515"/>
            <p:cNvSpPr/>
            <p:nvPr/>
          </p:nvSpPr>
          <p:spPr>
            <a:xfrm>
              <a:off x="3559100" y="1738925"/>
              <a:ext cx="227675" cy="82875"/>
            </a:xfrm>
            <a:custGeom>
              <a:avLst/>
              <a:gdLst/>
              <a:ahLst/>
              <a:cxnLst/>
              <a:rect l="l" t="t" r="r" b="b"/>
              <a:pathLst>
                <a:path w="9107" h="3315" extrusionOk="0">
                  <a:moveTo>
                    <a:pt x="1732" y="954"/>
                  </a:moveTo>
                  <a:lnTo>
                    <a:pt x="1800" y="964"/>
                  </a:lnTo>
                  <a:lnTo>
                    <a:pt x="1869" y="984"/>
                  </a:lnTo>
                  <a:lnTo>
                    <a:pt x="1938" y="1004"/>
                  </a:lnTo>
                  <a:lnTo>
                    <a:pt x="1997" y="1033"/>
                  </a:lnTo>
                  <a:lnTo>
                    <a:pt x="2056" y="1072"/>
                  </a:lnTo>
                  <a:lnTo>
                    <a:pt x="2115" y="1112"/>
                  </a:lnTo>
                  <a:lnTo>
                    <a:pt x="2164" y="1161"/>
                  </a:lnTo>
                  <a:lnTo>
                    <a:pt x="2204" y="1210"/>
                  </a:lnTo>
                  <a:lnTo>
                    <a:pt x="2243" y="1259"/>
                  </a:lnTo>
                  <a:lnTo>
                    <a:pt x="2282" y="1318"/>
                  </a:lnTo>
                  <a:lnTo>
                    <a:pt x="2312" y="1387"/>
                  </a:lnTo>
                  <a:lnTo>
                    <a:pt x="2341" y="1446"/>
                  </a:lnTo>
                  <a:lnTo>
                    <a:pt x="2351" y="1515"/>
                  </a:lnTo>
                  <a:lnTo>
                    <a:pt x="2361" y="1584"/>
                  </a:lnTo>
                  <a:lnTo>
                    <a:pt x="2371" y="1662"/>
                  </a:lnTo>
                  <a:lnTo>
                    <a:pt x="2361" y="1731"/>
                  </a:lnTo>
                  <a:lnTo>
                    <a:pt x="2351" y="1800"/>
                  </a:lnTo>
                  <a:lnTo>
                    <a:pt x="2341" y="1869"/>
                  </a:lnTo>
                  <a:lnTo>
                    <a:pt x="2312" y="1928"/>
                  </a:lnTo>
                  <a:lnTo>
                    <a:pt x="2282" y="1997"/>
                  </a:lnTo>
                  <a:lnTo>
                    <a:pt x="2243" y="2056"/>
                  </a:lnTo>
                  <a:lnTo>
                    <a:pt x="2204" y="2105"/>
                  </a:lnTo>
                  <a:lnTo>
                    <a:pt x="2164" y="2154"/>
                  </a:lnTo>
                  <a:lnTo>
                    <a:pt x="2115" y="2203"/>
                  </a:lnTo>
                  <a:lnTo>
                    <a:pt x="2056" y="2243"/>
                  </a:lnTo>
                  <a:lnTo>
                    <a:pt x="1997" y="2282"/>
                  </a:lnTo>
                  <a:lnTo>
                    <a:pt x="1938" y="2311"/>
                  </a:lnTo>
                  <a:lnTo>
                    <a:pt x="1869" y="2331"/>
                  </a:lnTo>
                  <a:lnTo>
                    <a:pt x="1800" y="2351"/>
                  </a:lnTo>
                  <a:lnTo>
                    <a:pt x="1732" y="2361"/>
                  </a:lnTo>
                  <a:lnTo>
                    <a:pt x="1594" y="2361"/>
                  </a:lnTo>
                  <a:lnTo>
                    <a:pt x="1515" y="2351"/>
                  </a:lnTo>
                  <a:lnTo>
                    <a:pt x="1456" y="2331"/>
                  </a:lnTo>
                  <a:lnTo>
                    <a:pt x="1387" y="2311"/>
                  </a:lnTo>
                  <a:lnTo>
                    <a:pt x="1328" y="2282"/>
                  </a:lnTo>
                  <a:lnTo>
                    <a:pt x="1269" y="2243"/>
                  </a:lnTo>
                  <a:lnTo>
                    <a:pt x="1210" y="2203"/>
                  </a:lnTo>
                  <a:lnTo>
                    <a:pt x="1161" y="2154"/>
                  </a:lnTo>
                  <a:lnTo>
                    <a:pt x="1122" y="2105"/>
                  </a:lnTo>
                  <a:lnTo>
                    <a:pt x="1073" y="2056"/>
                  </a:lnTo>
                  <a:lnTo>
                    <a:pt x="1043" y="1997"/>
                  </a:lnTo>
                  <a:lnTo>
                    <a:pt x="1014" y="1928"/>
                  </a:lnTo>
                  <a:lnTo>
                    <a:pt x="984" y="1869"/>
                  </a:lnTo>
                  <a:lnTo>
                    <a:pt x="974" y="1800"/>
                  </a:lnTo>
                  <a:lnTo>
                    <a:pt x="955" y="1731"/>
                  </a:lnTo>
                  <a:lnTo>
                    <a:pt x="955" y="1662"/>
                  </a:lnTo>
                  <a:lnTo>
                    <a:pt x="955" y="1584"/>
                  </a:lnTo>
                  <a:lnTo>
                    <a:pt x="974" y="1515"/>
                  </a:lnTo>
                  <a:lnTo>
                    <a:pt x="984" y="1446"/>
                  </a:lnTo>
                  <a:lnTo>
                    <a:pt x="1014" y="1387"/>
                  </a:lnTo>
                  <a:lnTo>
                    <a:pt x="1043" y="1318"/>
                  </a:lnTo>
                  <a:lnTo>
                    <a:pt x="1073" y="1259"/>
                  </a:lnTo>
                  <a:lnTo>
                    <a:pt x="1122" y="1210"/>
                  </a:lnTo>
                  <a:lnTo>
                    <a:pt x="1161" y="1161"/>
                  </a:lnTo>
                  <a:lnTo>
                    <a:pt x="1210" y="1112"/>
                  </a:lnTo>
                  <a:lnTo>
                    <a:pt x="1269" y="1072"/>
                  </a:lnTo>
                  <a:lnTo>
                    <a:pt x="1328" y="1033"/>
                  </a:lnTo>
                  <a:lnTo>
                    <a:pt x="1387" y="1004"/>
                  </a:lnTo>
                  <a:lnTo>
                    <a:pt x="1456" y="984"/>
                  </a:lnTo>
                  <a:lnTo>
                    <a:pt x="1515" y="964"/>
                  </a:lnTo>
                  <a:lnTo>
                    <a:pt x="1594" y="954"/>
                  </a:lnTo>
                  <a:close/>
                  <a:moveTo>
                    <a:pt x="7524" y="954"/>
                  </a:moveTo>
                  <a:lnTo>
                    <a:pt x="7592" y="964"/>
                  </a:lnTo>
                  <a:lnTo>
                    <a:pt x="7661" y="984"/>
                  </a:lnTo>
                  <a:lnTo>
                    <a:pt x="7730" y="1004"/>
                  </a:lnTo>
                  <a:lnTo>
                    <a:pt x="7789" y="1033"/>
                  </a:lnTo>
                  <a:lnTo>
                    <a:pt x="7848" y="1072"/>
                  </a:lnTo>
                  <a:lnTo>
                    <a:pt x="7897" y="1112"/>
                  </a:lnTo>
                  <a:lnTo>
                    <a:pt x="7946" y="1161"/>
                  </a:lnTo>
                  <a:lnTo>
                    <a:pt x="7996" y="1210"/>
                  </a:lnTo>
                  <a:lnTo>
                    <a:pt x="8035" y="1259"/>
                  </a:lnTo>
                  <a:lnTo>
                    <a:pt x="8074" y="1318"/>
                  </a:lnTo>
                  <a:lnTo>
                    <a:pt x="8104" y="1387"/>
                  </a:lnTo>
                  <a:lnTo>
                    <a:pt x="8123" y="1446"/>
                  </a:lnTo>
                  <a:lnTo>
                    <a:pt x="8143" y="1515"/>
                  </a:lnTo>
                  <a:lnTo>
                    <a:pt x="8153" y="1584"/>
                  </a:lnTo>
                  <a:lnTo>
                    <a:pt x="8153" y="1662"/>
                  </a:lnTo>
                  <a:lnTo>
                    <a:pt x="8153" y="1731"/>
                  </a:lnTo>
                  <a:lnTo>
                    <a:pt x="8143" y="1800"/>
                  </a:lnTo>
                  <a:lnTo>
                    <a:pt x="8123" y="1869"/>
                  </a:lnTo>
                  <a:lnTo>
                    <a:pt x="8104" y="1928"/>
                  </a:lnTo>
                  <a:lnTo>
                    <a:pt x="8074" y="1997"/>
                  </a:lnTo>
                  <a:lnTo>
                    <a:pt x="8035" y="2056"/>
                  </a:lnTo>
                  <a:lnTo>
                    <a:pt x="7996" y="2105"/>
                  </a:lnTo>
                  <a:lnTo>
                    <a:pt x="7946" y="2154"/>
                  </a:lnTo>
                  <a:lnTo>
                    <a:pt x="7897" y="2203"/>
                  </a:lnTo>
                  <a:lnTo>
                    <a:pt x="7848" y="2243"/>
                  </a:lnTo>
                  <a:lnTo>
                    <a:pt x="7789" y="2282"/>
                  </a:lnTo>
                  <a:lnTo>
                    <a:pt x="7730" y="2311"/>
                  </a:lnTo>
                  <a:lnTo>
                    <a:pt x="7661" y="2331"/>
                  </a:lnTo>
                  <a:lnTo>
                    <a:pt x="7592" y="2351"/>
                  </a:lnTo>
                  <a:lnTo>
                    <a:pt x="7524" y="2361"/>
                  </a:lnTo>
                  <a:lnTo>
                    <a:pt x="7376" y="2361"/>
                  </a:lnTo>
                  <a:lnTo>
                    <a:pt x="7307" y="2351"/>
                  </a:lnTo>
                  <a:lnTo>
                    <a:pt x="7238" y="2331"/>
                  </a:lnTo>
                  <a:lnTo>
                    <a:pt x="7179" y="2311"/>
                  </a:lnTo>
                  <a:lnTo>
                    <a:pt x="7111" y="2282"/>
                  </a:lnTo>
                  <a:lnTo>
                    <a:pt x="7061" y="2243"/>
                  </a:lnTo>
                  <a:lnTo>
                    <a:pt x="7002" y="2203"/>
                  </a:lnTo>
                  <a:lnTo>
                    <a:pt x="6953" y="2154"/>
                  </a:lnTo>
                  <a:lnTo>
                    <a:pt x="6904" y="2105"/>
                  </a:lnTo>
                  <a:lnTo>
                    <a:pt x="6865" y="2056"/>
                  </a:lnTo>
                  <a:lnTo>
                    <a:pt x="6835" y="1997"/>
                  </a:lnTo>
                  <a:lnTo>
                    <a:pt x="6796" y="1928"/>
                  </a:lnTo>
                  <a:lnTo>
                    <a:pt x="6776" y="1869"/>
                  </a:lnTo>
                  <a:lnTo>
                    <a:pt x="6757" y="1800"/>
                  </a:lnTo>
                  <a:lnTo>
                    <a:pt x="6747" y="1731"/>
                  </a:lnTo>
                  <a:lnTo>
                    <a:pt x="6747" y="1662"/>
                  </a:lnTo>
                  <a:lnTo>
                    <a:pt x="6747" y="1584"/>
                  </a:lnTo>
                  <a:lnTo>
                    <a:pt x="6757" y="1515"/>
                  </a:lnTo>
                  <a:lnTo>
                    <a:pt x="6776" y="1446"/>
                  </a:lnTo>
                  <a:lnTo>
                    <a:pt x="6796" y="1387"/>
                  </a:lnTo>
                  <a:lnTo>
                    <a:pt x="6835" y="1318"/>
                  </a:lnTo>
                  <a:lnTo>
                    <a:pt x="6865" y="1259"/>
                  </a:lnTo>
                  <a:lnTo>
                    <a:pt x="6904" y="1210"/>
                  </a:lnTo>
                  <a:lnTo>
                    <a:pt x="6953" y="1161"/>
                  </a:lnTo>
                  <a:lnTo>
                    <a:pt x="7002" y="1112"/>
                  </a:lnTo>
                  <a:lnTo>
                    <a:pt x="7061" y="1072"/>
                  </a:lnTo>
                  <a:lnTo>
                    <a:pt x="7111" y="1033"/>
                  </a:lnTo>
                  <a:lnTo>
                    <a:pt x="7179" y="1004"/>
                  </a:lnTo>
                  <a:lnTo>
                    <a:pt x="7238" y="984"/>
                  </a:lnTo>
                  <a:lnTo>
                    <a:pt x="7307" y="964"/>
                  </a:lnTo>
                  <a:lnTo>
                    <a:pt x="7376" y="954"/>
                  </a:lnTo>
                  <a:close/>
                  <a:moveTo>
                    <a:pt x="1663" y="1"/>
                  </a:moveTo>
                  <a:lnTo>
                    <a:pt x="1496" y="10"/>
                  </a:lnTo>
                  <a:lnTo>
                    <a:pt x="1328" y="30"/>
                  </a:lnTo>
                  <a:lnTo>
                    <a:pt x="1171" y="79"/>
                  </a:lnTo>
                  <a:lnTo>
                    <a:pt x="1014" y="128"/>
                  </a:lnTo>
                  <a:lnTo>
                    <a:pt x="876" y="197"/>
                  </a:lnTo>
                  <a:lnTo>
                    <a:pt x="738" y="286"/>
                  </a:lnTo>
                  <a:lnTo>
                    <a:pt x="611" y="374"/>
                  </a:lnTo>
                  <a:lnTo>
                    <a:pt x="493" y="482"/>
                  </a:lnTo>
                  <a:lnTo>
                    <a:pt x="384" y="600"/>
                  </a:lnTo>
                  <a:lnTo>
                    <a:pt x="286" y="728"/>
                  </a:lnTo>
                  <a:lnTo>
                    <a:pt x="207" y="866"/>
                  </a:lnTo>
                  <a:lnTo>
                    <a:pt x="139" y="1013"/>
                  </a:lnTo>
                  <a:lnTo>
                    <a:pt x="80" y="1161"/>
                  </a:lnTo>
                  <a:lnTo>
                    <a:pt x="40" y="1328"/>
                  </a:lnTo>
                  <a:lnTo>
                    <a:pt x="11" y="1485"/>
                  </a:lnTo>
                  <a:lnTo>
                    <a:pt x="1" y="1662"/>
                  </a:lnTo>
                  <a:lnTo>
                    <a:pt x="11" y="1830"/>
                  </a:lnTo>
                  <a:lnTo>
                    <a:pt x="40" y="1987"/>
                  </a:lnTo>
                  <a:lnTo>
                    <a:pt x="80" y="2154"/>
                  </a:lnTo>
                  <a:lnTo>
                    <a:pt x="139" y="2302"/>
                  </a:lnTo>
                  <a:lnTo>
                    <a:pt x="207" y="2449"/>
                  </a:lnTo>
                  <a:lnTo>
                    <a:pt x="286" y="2587"/>
                  </a:lnTo>
                  <a:lnTo>
                    <a:pt x="384" y="2715"/>
                  </a:lnTo>
                  <a:lnTo>
                    <a:pt x="493" y="2833"/>
                  </a:lnTo>
                  <a:lnTo>
                    <a:pt x="611" y="2941"/>
                  </a:lnTo>
                  <a:lnTo>
                    <a:pt x="738" y="3029"/>
                  </a:lnTo>
                  <a:lnTo>
                    <a:pt x="876" y="3118"/>
                  </a:lnTo>
                  <a:lnTo>
                    <a:pt x="1014" y="3187"/>
                  </a:lnTo>
                  <a:lnTo>
                    <a:pt x="1171" y="3246"/>
                  </a:lnTo>
                  <a:lnTo>
                    <a:pt x="1328" y="3285"/>
                  </a:lnTo>
                  <a:lnTo>
                    <a:pt x="1496" y="3305"/>
                  </a:lnTo>
                  <a:lnTo>
                    <a:pt x="1663" y="3314"/>
                  </a:lnTo>
                  <a:lnTo>
                    <a:pt x="1830" y="3305"/>
                  </a:lnTo>
                  <a:lnTo>
                    <a:pt x="1997" y="3285"/>
                  </a:lnTo>
                  <a:lnTo>
                    <a:pt x="2155" y="3246"/>
                  </a:lnTo>
                  <a:lnTo>
                    <a:pt x="2312" y="3187"/>
                  </a:lnTo>
                  <a:lnTo>
                    <a:pt x="2450" y="3118"/>
                  </a:lnTo>
                  <a:lnTo>
                    <a:pt x="2587" y="3029"/>
                  </a:lnTo>
                  <a:lnTo>
                    <a:pt x="2715" y="2941"/>
                  </a:lnTo>
                  <a:lnTo>
                    <a:pt x="2833" y="2833"/>
                  </a:lnTo>
                  <a:lnTo>
                    <a:pt x="2941" y="2715"/>
                  </a:lnTo>
                  <a:lnTo>
                    <a:pt x="3040" y="2587"/>
                  </a:lnTo>
                  <a:lnTo>
                    <a:pt x="3118" y="2449"/>
                  </a:lnTo>
                  <a:lnTo>
                    <a:pt x="3187" y="2302"/>
                  </a:lnTo>
                  <a:lnTo>
                    <a:pt x="3246" y="2154"/>
                  </a:lnTo>
                  <a:lnTo>
                    <a:pt x="3285" y="1987"/>
                  </a:lnTo>
                  <a:lnTo>
                    <a:pt x="3315" y="1830"/>
                  </a:lnTo>
                  <a:lnTo>
                    <a:pt x="3325" y="1662"/>
                  </a:lnTo>
                  <a:lnTo>
                    <a:pt x="3315" y="1485"/>
                  </a:lnTo>
                  <a:lnTo>
                    <a:pt x="3285" y="1328"/>
                  </a:lnTo>
                  <a:lnTo>
                    <a:pt x="3246" y="1161"/>
                  </a:lnTo>
                  <a:lnTo>
                    <a:pt x="3187" y="1013"/>
                  </a:lnTo>
                  <a:lnTo>
                    <a:pt x="3118" y="866"/>
                  </a:lnTo>
                  <a:lnTo>
                    <a:pt x="3040" y="728"/>
                  </a:lnTo>
                  <a:lnTo>
                    <a:pt x="2941" y="600"/>
                  </a:lnTo>
                  <a:lnTo>
                    <a:pt x="2833" y="482"/>
                  </a:lnTo>
                  <a:lnTo>
                    <a:pt x="2715" y="374"/>
                  </a:lnTo>
                  <a:lnTo>
                    <a:pt x="2587" y="286"/>
                  </a:lnTo>
                  <a:lnTo>
                    <a:pt x="2450" y="197"/>
                  </a:lnTo>
                  <a:lnTo>
                    <a:pt x="2312" y="128"/>
                  </a:lnTo>
                  <a:lnTo>
                    <a:pt x="2155" y="79"/>
                  </a:lnTo>
                  <a:lnTo>
                    <a:pt x="1997" y="30"/>
                  </a:lnTo>
                  <a:lnTo>
                    <a:pt x="1830" y="10"/>
                  </a:lnTo>
                  <a:lnTo>
                    <a:pt x="1663" y="1"/>
                  </a:lnTo>
                  <a:close/>
                  <a:moveTo>
                    <a:pt x="7455" y="1"/>
                  </a:moveTo>
                  <a:lnTo>
                    <a:pt x="7278" y="10"/>
                  </a:lnTo>
                  <a:lnTo>
                    <a:pt x="7120" y="30"/>
                  </a:lnTo>
                  <a:lnTo>
                    <a:pt x="6963" y="79"/>
                  </a:lnTo>
                  <a:lnTo>
                    <a:pt x="6806" y="128"/>
                  </a:lnTo>
                  <a:lnTo>
                    <a:pt x="6658" y="197"/>
                  </a:lnTo>
                  <a:lnTo>
                    <a:pt x="6521" y="286"/>
                  </a:lnTo>
                  <a:lnTo>
                    <a:pt x="6393" y="374"/>
                  </a:lnTo>
                  <a:lnTo>
                    <a:pt x="6285" y="482"/>
                  </a:lnTo>
                  <a:lnTo>
                    <a:pt x="6176" y="600"/>
                  </a:lnTo>
                  <a:lnTo>
                    <a:pt x="6078" y="728"/>
                  </a:lnTo>
                  <a:lnTo>
                    <a:pt x="5990" y="866"/>
                  </a:lnTo>
                  <a:lnTo>
                    <a:pt x="5921" y="1013"/>
                  </a:lnTo>
                  <a:lnTo>
                    <a:pt x="5872" y="1161"/>
                  </a:lnTo>
                  <a:lnTo>
                    <a:pt x="5822" y="1328"/>
                  </a:lnTo>
                  <a:lnTo>
                    <a:pt x="5803" y="1485"/>
                  </a:lnTo>
                  <a:lnTo>
                    <a:pt x="5793" y="1662"/>
                  </a:lnTo>
                  <a:lnTo>
                    <a:pt x="5803" y="1830"/>
                  </a:lnTo>
                  <a:lnTo>
                    <a:pt x="5822" y="1987"/>
                  </a:lnTo>
                  <a:lnTo>
                    <a:pt x="5872" y="2154"/>
                  </a:lnTo>
                  <a:lnTo>
                    <a:pt x="5921" y="2302"/>
                  </a:lnTo>
                  <a:lnTo>
                    <a:pt x="5990" y="2449"/>
                  </a:lnTo>
                  <a:lnTo>
                    <a:pt x="6078" y="2587"/>
                  </a:lnTo>
                  <a:lnTo>
                    <a:pt x="6176" y="2715"/>
                  </a:lnTo>
                  <a:lnTo>
                    <a:pt x="6285" y="2833"/>
                  </a:lnTo>
                  <a:lnTo>
                    <a:pt x="6393" y="2941"/>
                  </a:lnTo>
                  <a:lnTo>
                    <a:pt x="6521" y="3029"/>
                  </a:lnTo>
                  <a:lnTo>
                    <a:pt x="6658" y="3118"/>
                  </a:lnTo>
                  <a:lnTo>
                    <a:pt x="6806" y="3187"/>
                  </a:lnTo>
                  <a:lnTo>
                    <a:pt x="6963" y="3246"/>
                  </a:lnTo>
                  <a:lnTo>
                    <a:pt x="7120" y="3285"/>
                  </a:lnTo>
                  <a:lnTo>
                    <a:pt x="7278" y="3305"/>
                  </a:lnTo>
                  <a:lnTo>
                    <a:pt x="7455" y="3314"/>
                  </a:lnTo>
                  <a:lnTo>
                    <a:pt x="7622" y="3305"/>
                  </a:lnTo>
                  <a:lnTo>
                    <a:pt x="7789" y="3285"/>
                  </a:lnTo>
                  <a:lnTo>
                    <a:pt x="7946" y="3246"/>
                  </a:lnTo>
                  <a:lnTo>
                    <a:pt x="8094" y="3187"/>
                  </a:lnTo>
                  <a:lnTo>
                    <a:pt x="8241" y="3118"/>
                  </a:lnTo>
                  <a:lnTo>
                    <a:pt x="8379" y="3029"/>
                  </a:lnTo>
                  <a:lnTo>
                    <a:pt x="8507" y="2941"/>
                  </a:lnTo>
                  <a:lnTo>
                    <a:pt x="8625" y="2833"/>
                  </a:lnTo>
                  <a:lnTo>
                    <a:pt x="8733" y="2715"/>
                  </a:lnTo>
                  <a:lnTo>
                    <a:pt x="8822" y="2587"/>
                  </a:lnTo>
                  <a:lnTo>
                    <a:pt x="8910" y="2449"/>
                  </a:lnTo>
                  <a:lnTo>
                    <a:pt x="8979" y="2302"/>
                  </a:lnTo>
                  <a:lnTo>
                    <a:pt x="9038" y="2154"/>
                  </a:lnTo>
                  <a:lnTo>
                    <a:pt x="9077" y="1987"/>
                  </a:lnTo>
                  <a:lnTo>
                    <a:pt x="9097" y="1830"/>
                  </a:lnTo>
                  <a:lnTo>
                    <a:pt x="9107" y="1662"/>
                  </a:lnTo>
                  <a:lnTo>
                    <a:pt x="9097" y="1485"/>
                  </a:lnTo>
                  <a:lnTo>
                    <a:pt x="9077" y="1328"/>
                  </a:lnTo>
                  <a:lnTo>
                    <a:pt x="9038" y="1161"/>
                  </a:lnTo>
                  <a:lnTo>
                    <a:pt x="8979" y="1013"/>
                  </a:lnTo>
                  <a:lnTo>
                    <a:pt x="8910" y="866"/>
                  </a:lnTo>
                  <a:lnTo>
                    <a:pt x="8822" y="728"/>
                  </a:lnTo>
                  <a:lnTo>
                    <a:pt x="8733" y="600"/>
                  </a:lnTo>
                  <a:lnTo>
                    <a:pt x="8625" y="482"/>
                  </a:lnTo>
                  <a:lnTo>
                    <a:pt x="8507" y="374"/>
                  </a:lnTo>
                  <a:lnTo>
                    <a:pt x="8379" y="286"/>
                  </a:lnTo>
                  <a:lnTo>
                    <a:pt x="8241" y="197"/>
                  </a:lnTo>
                  <a:lnTo>
                    <a:pt x="8094" y="128"/>
                  </a:lnTo>
                  <a:lnTo>
                    <a:pt x="7946" y="79"/>
                  </a:lnTo>
                  <a:lnTo>
                    <a:pt x="7789" y="30"/>
                  </a:lnTo>
                  <a:lnTo>
                    <a:pt x="7622" y="10"/>
                  </a:lnTo>
                  <a:lnTo>
                    <a:pt x="7455"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034" name="Google Shape;7034;p515"/>
          <p:cNvSpPr txBox="1"/>
          <p:nvPr/>
        </p:nvSpPr>
        <p:spPr>
          <a:xfrm>
            <a:off x="1205251" y="232975"/>
            <a:ext cx="3339600" cy="677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Clr>
                <a:schemeClr val="dk1"/>
              </a:buClr>
              <a:buSzPts val="1100"/>
              <a:buFont typeface="Arial"/>
              <a:buNone/>
            </a:pPr>
            <a:r>
              <a:rPr lang="en" sz="1600" b="1">
                <a:solidFill>
                  <a:schemeClr val="dk1"/>
                </a:solidFill>
                <a:latin typeface="IBM Plex Sans"/>
                <a:ea typeface="IBM Plex Sans"/>
                <a:cs typeface="IBM Plex Sans"/>
                <a:sym typeface="IBM Plex Sans"/>
              </a:rPr>
              <a:t>Code &amp; deploy in your preferred language and tooling</a:t>
            </a:r>
            <a:endParaRPr sz="1600" b="1">
              <a:solidFill>
                <a:schemeClr val="dk1"/>
              </a:solidFill>
              <a:latin typeface="IBM Plex Sans"/>
              <a:ea typeface="IBM Plex Sans"/>
              <a:cs typeface="IBM Plex Sans"/>
              <a:sym typeface="IBM Plex Sans"/>
            </a:endParaRPr>
          </a:p>
        </p:txBody>
      </p:sp>
      <p:sp>
        <p:nvSpPr>
          <p:cNvPr id="7035" name="Google Shape;7035;p515"/>
          <p:cNvSpPr txBox="1"/>
          <p:nvPr/>
        </p:nvSpPr>
        <p:spPr>
          <a:xfrm>
            <a:off x="2657943" y="3156900"/>
            <a:ext cx="3832500" cy="5232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2200" b="1">
                <a:solidFill>
                  <a:schemeClr val="lt1"/>
                </a:solidFill>
                <a:latin typeface="IBM Plex Sans"/>
                <a:ea typeface="IBM Plex Sans"/>
                <a:cs typeface="IBM Plex Sans"/>
                <a:sym typeface="IBM Plex Sans"/>
              </a:rPr>
              <a:t>Across all endpoints</a:t>
            </a:r>
            <a:endParaRPr sz="2200" b="1">
              <a:solidFill>
                <a:schemeClr val="lt1"/>
              </a:solidFill>
              <a:latin typeface="IBM Plex Sans"/>
              <a:ea typeface="IBM Plex Sans"/>
              <a:cs typeface="IBM Plex Sans"/>
              <a:sym typeface="IBM Plex Sans"/>
            </a:endParaRPr>
          </a:p>
        </p:txBody>
      </p:sp>
      <p:sp>
        <p:nvSpPr>
          <p:cNvPr id="7036" name="Google Shape;7036;p515"/>
          <p:cNvSpPr txBox="1"/>
          <p:nvPr/>
        </p:nvSpPr>
        <p:spPr>
          <a:xfrm>
            <a:off x="5667439" y="232950"/>
            <a:ext cx="2232900" cy="677100"/>
          </a:xfrm>
          <a:prstGeom prst="rect">
            <a:avLst/>
          </a:prstGeom>
          <a:noFill/>
          <a:ln>
            <a:noFill/>
          </a:ln>
        </p:spPr>
        <p:txBody>
          <a:bodyPr spcFirstLastPara="1" wrap="square" lIns="91425" tIns="91425" rIns="91425" bIns="91425" anchor="t" anchorCtr="0">
            <a:spAutoFit/>
          </a:bodyPr>
          <a:lstStyle/>
          <a:p>
            <a:pPr marL="0" lvl="0" indent="0" algn="r" rtl="0">
              <a:spcBef>
                <a:spcPts val="0"/>
              </a:spcBef>
              <a:spcAft>
                <a:spcPts val="0"/>
              </a:spcAft>
              <a:buNone/>
            </a:pPr>
            <a:r>
              <a:rPr lang="en" sz="1600" b="1">
                <a:solidFill>
                  <a:schemeClr val="lt1"/>
                </a:solidFill>
                <a:latin typeface="IBM Plex Sans"/>
                <a:ea typeface="IBM Plex Sans"/>
                <a:cs typeface="IBM Plex Sans"/>
                <a:sym typeface="IBM Plex Sans"/>
              </a:rPr>
              <a:t>Run on your preferred platforms</a:t>
            </a:r>
            <a:endParaRPr sz="1600" b="1">
              <a:solidFill>
                <a:schemeClr val="lt1"/>
              </a:solidFill>
              <a:latin typeface="IBM Plex Sans"/>
              <a:ea typeface="IBM Plex Sans"/>
              <a:cs typeface="IBM Plex Sans"/>
              <a:sym typeface="IBM Plex Sans"/>
            </a:endParaRPr>
          </a:p>
        </p:txBody>
      </p:sp>
      <p:sp>
        <p:nvSpPr>
          <p:cNvPr id="7037" name="Google Shape;7037;p515"/>
          <p:cNvSpPr txBox="1"/>
          <p:nvPr/>
        </p:nvSpPr>
        <p:spPr>
          <a:xfrm>
            <a:off x="629647" y="4382681"/>
            <a:ext cx="669900" cy="223200"/>
          </a:xfrm>
          <a:prstGeom prst="rect">
            <a:avLst/>
          </a:prstGeom>
          <a:noFill/>
          <a:ln>
            <a:noFill/>
          </a:ln>
        </p:spPr>
        <p:txBody>
          <a:bodyPr spcFirstLastPara="1" wrap="square" lIns="57150" tIns="57150" rIns="57150" bIns="57150" anchor="t" anchorCtr="0">
            <a:spAutoFit/>
          </a:bodyPr>
          <a:lstStyle/>
          <a:p>
            <a:pPr marL="0" lvl="0" indent="0" algn="ctr" rtl="0">
              <a:spcBef>
                <a:spcPts val="0"/>
              </a:spcBef>
              <a:spcAft>
                <a:spcPts val="0"/>
              </a:spcAft>
              <a:buNone/>
            </a:pPr>
            <a:r>
              <a:rPr lang="en" sz="700">
                <a:solidFill>
                  <a:schemeClr val="lt1"/>
                </a:solidFill>
                <a:latin typeface="IBM Plex Sans Medium"/>
                <a:ea typeface="IBM Plex Sans Medium"/>
                <a:cs typeface="IBM Plex Sans Medium"/>
                <a:sym typeface="IBM Plex Sans Medium"/>
              </a:rPr>
              <a:t>Human work</a:t>
            </a:r>
            <a:endParaRPr sz="700">
              <a:solidFill>
                <a:schemeClr val="lt1"/>
              </a:solidFill>
              <a:latin typeface="IBM Plex Sans Medium"/>
              <a:ea typeface="IBM Plex Sans Medium"/>
              <a:cs typeface="IBM Plex Sans Medium"/>
              <a:sym typeface="IBM Plex Sans Medium"/>
            </a:endParaRPr>
          </a:p>
        </p:txBody>
      </p:sp>
      <p:sp>
        <p:nvSpPr>
          <p:cNvPr id="7038" name="Google Shape;7038;p515"/>
          <p:cNvSpPr txBox="1"/>
          <p:nvPr/>
        </p:nvSpPr>
        <p:spPr>
          <a:xfrm>
            <a:off x="2518724" y="4382681"/>
            <a:ext cx="748800" cy="223200"/>
          </a:xfrm>
          <a:prstGeom prst="rect">
            <a:avLst/>
          </a:prstGeom>
          <a:noFill/>
          <a:ln>
            <a:noFill/>
          </a:ln>
        </p:spPr>
        <p:txBody>
          <a:bodyPr spcFirstLastPara="1" wrap="square" lIns="57150" tIns="57150" rIns="57150" bIns="57150" anchor="t" anchorCtr="0">
            <a:spAutoFit/>
          </a:bodyPr>
          <a:lstStyle/>
          <a:p>
            <a:pPr marL="0" lvl="0" indent="0" algn="ctr" rtl="0">
              <a:spcBef>
                <a:spcPts val="0"/>
              </a:spcBef>
              <a:spcAft>
                <a:spcPts val="0"/>
              </a:spcAft>
              <a:buNone/>
            </a:pPr>
            <a:r>
              <a:rPr lang="en" sz="700">
                <a:solidFill>
                  <a:schemeClr val="lt1"/>
                </a:solidFill>
                <a:latin typeface="IBM Plex Sans Medium"/>
                <a:ea typeface="IBM Plex Sans Medium"/>
                <a:cs typeface="IBM Plex Sans Medium"/>
                <a:sym typeface="IBM Plex Sans Medium"/>
              </a:rPr>
              <a:t>Business rules</a:t>
            </a:r>
            <a:endParaRPr sz="700">
              <a:solidFill>
                <a:schemeClr val="lt1"/>
              </a:solidFill>
              <a:latin typeface="IBM Plex Sans Medium"/>
              <a:ea typeface="IBM Plex Sans Medium"/>
              <a:cs typeface="IBM Plex Sans Medium"/>
              <a:sym typeface="IBM Plex Sans Medium"/>
            </a:endParaRPr>
          </a:p>
        </p:txBody>
      </p:sp>
      <p:sp>
        <p:nvSpPr>
          <p:cNvPr id="7039" name="Google Shape;7039;p515"/>
          <p:cNvSpPr txBox="1"/>
          <p:nvPr/>
        </p:nvSpPr>
        <p:spPr>
          <a:xfrm>
            <a:off x="3501041" y="4382681"/>
            <a:ext cx="825600" cy="223200"/>
          </a:xfrm>
          <a:prstGeom prst="rect">
            <a:avLst/>
          </a:prstGeom>
          <a:noFill/>
          <a:ln>
            <a:noFill/>
          </a:ln>
        </p:spPr>
        <p:txBody>
          <a:bodyPr spcFirstLastPara="1" wrap="square" lIns="57150" tIns="57150" rIns="57150" bIns="57150" anchor="t" anchorCtr="0">
            <a:spAutoFit/>
          </a:bodyPr>
          <a:lstStyle/>
          <a:p>
            <a:pPr marL="0" lvl="0" indent="0" algn="ctr" rtl="0">
              <a:spcBef>
                <a:spcPts val="0"/>
              </a:spcBef>
              <a:spcAft>
                <a:spcPts val="0"/>
              </a:spcAft>
              <a:buNone/>
            </a:pPr>
            <a:r>
              <a:rPr lang="en" sz="700">
                <a:solidFill>
                  <a:schemeClr val="lt1"/>
                </a:solidFill>
                <a:latin typeface="IBM Plex Sans Medium"/>
                <a:ea typeface="IBM Plex Sans Medium"/>
                <a:cs typeface="IBM Plex Sans Medium"/>
                <a:sym typeface="IBM Plex Sans Medium"/>
              </a:rPr>
              <a:t>Microservices</a:t>
            </a:r>
            <a:endParaRPr sz="700">
              <a:solidFill>
                <a:schemeClr val="lt1"/>
              </a:solidFill>
              <a:latin typeface="IBM Plex Sans Medium"/>
              <a:ea typeface="IBM Plex Sans Medium"/>
              <a:cs typeface="IBM Plex Sans Medium"/>
              <a:sym typeface="IBM Plex Sans Medium"/>
            </a:endParaRPr>
          </a:p>
        </p:txBody>
      </p:sp>
      <p:sp>
        <p:nvSpPr>
          <p:cNvPr id="7040" name="Google Shape;7040;p515"/>
          <p:cNvSpPr txBox="1"/>
          <p:nvPr/>
        </p:nvSpPr>
        <p:spPr>
          <a:xfrm>
            <a:off x="5423283" y="4382681"/>
            <a:ext cx="825600" cy="223200"/>
          </a:xfrm>
          <a:prstGeom prst="rect">
            <a:avLst/>
          </a:prstGeom>
          <a:noFill/>
          <a:ln>
            <a:noFill/>
          </a:ln>
        </p:spPr>
        <p:txBody>
          <a:bodyPr spcFirstLastPara="1" wrap="square" lIns="57150" tIns="57150" rIns="57150" bIns="57150" anchor="t" anchorCtr="0">
            <a:spAutoFit/>
          </a:bodyPr>
          <a:lstStyle/>
          <a:p>
            <a:pPr marL="0" lvl="0" indent="0" algn="ctr" rtl="0">
              <a:spcBef>
                <a:spcPts val="0"/>
              </a:spcBef>
              <a:spcAft>
                <a:spcPts val="0"/>
              </a:spcAft>
              <a:buNone/>
            </a:pPr>
            <a:r>
              <a:rPr lang="en" sz="700">
                <a:solidFill>
                  <a:schemeClr val="lt1"/>
                </a:solidFill>
                <a:latin typeface="IBM Plex Sans Medium"/>
                <a:ea typeface="IBM Plex Sans Medium"/>
                <a:cs typeface="IBM Plex Sans Medium"/>
                <a:sym typeface="IBM Plex Sans Medium"/>
              </a:rPr>
              <a:t>API</a:t>
            </a:r>
            <a:endParaRPr sz="700">
              <a:solidFill>
                <a:schemeClr val="lt1"/>
              </a:solidFill>
              <a:latin typeface="IBM Plex Sans Medium"/>
              <a:ea typeface="IBM Plex Sans Medium"/>
              <a:cs typeface="IBM Plex Sans Medium"/>
              <a:sym typeface="IBM Plex Sans Medium"/>
            </a:endParaRPr>
          </a:p>
        </p:txBody>
      </p:sp>
      <p:sp>
        <p:nvSpPr>
          <p:cNvPr id="7041" name="Google Shape;7041;p515"/>
          <p:cNvSpPr txBox="1"/>
          <p:nvPr/>
        </p:nvSpPr>
        <p:spPr>
          <a:xfrm>
            <a:off x="1651421" y="4382681"/>
            <a:ext cx="563700" cy="223200"/>
          </a:xfrm>
          <a:prstGeom prst="rect">
            <a:avLst/>
          </a:prstGeom>
          <a:noFill/>
          <a:ln>
            <a:noFill/>
          </a:ln>
        </p:spPr>
        <p:txBody>
          <a:bodyPr spcFirstLastPara="1" wrap="square" lIns="57150" tIns="57150" rIns="57150" bIns="57150" anchor="t" anchorCtr="0">
            <a:spAutoFit/>
          </a:bodyPr>
          <a:lstStyle/>
          <a:p>
            <a:pPr marL="0" lvl="0" indent="0" algn="ctr" rtl="0">
              <a:spcBef>
                <a:spcPts val="0"/>
              </a:spcBef>
              <a:spcAft>
                <a:spcPts val="0"/>
              </a:spcAft>
              <a:buNone/>
            </a:pPr>
            <a:r>
              <a:rPr lang="en" sz="700">
                <a:solidFill>
                  <a:schemeClr val="lt1"/>
                </a:solidFill>
                <a:latin typeface="IBM Plex Sans Medium"/>
                <a:ea typeface="IBM Plex Sans Medium"/>
                <a:cs typeface="IBM Plex Sans Medium"/>
                <a:sym typeface="IBM Plex Sans Medium"/>
              </a:rPr>
              <a:t>AI/ML</a:t>
            </a:r>
            <a:endParaRPr sz="700">
              <a:solidFill>
                <a:schemeClr val="lt1"/>
              </a:solidFill>
              <a:latin typeface="IBM Plex Sans Medium"/>
              <a:ea typeface="IBM Plex Sans Medium"/>
              <a:cs typeface="IBM Plex Sans Medium"/>
              <a:sym typeface="IBM Plex Sans Medium"/>
            </a:endParaRPr>
          </a:p>
        </p:txBody>
      </p:sp>
      <p:sp>
        <p:nvSpPr>
          <p:cNvPr id="7042" name="Google Shape;7042;p515"/>
          <p:cNvSpPr txBox="1"/>
          <p:nvPr/>
        </p:nvSpPr>
        <p:spPr>
          <a:xfrm>
            <a:off x="4560158" y="4382681"/>
            <a:ext cx="563700" cy="223200"/>
          </a:xfrm>
          <a:prstGeom prst="rect">
            <a:avLst/>
          </a:prstGeom>
          <a:noFill/>
          <a:ln>
            <a:noFill/>
          </a:ln>
        </p:spPr>
        <p:txBody>
          <a:bodyPr spcFirstLastPara="1" wrap="square" lIns="57150" tIns="57150" rIns="57150" bIns="57150" anchor="t" anchorCtr="0">
            <a:spAutoFit/>
          </a:bodyPr>
          <a:lstStyle/>
          <a:p>
            <a:pPr marL="0" lvl="0" indent="0" algn="ctr" rtl="0">
              <a:spcBef>
                <a:spcPts val="0"/>
              </a:spcBef>
              <a:spcAft>
                <a:spcPts val="0"/>
              </a:spcAft>
              <a:buNone/>
            </a:pPr>
            <a:r>
              <a:rPr lang="en" sz="700">
                <a:solidFill>
                  <a:schemeClr val="lt1"/>
                </a:solidFill>
                <a:latin typeface="IBM Plex Sans Medium"/>
                <a:ea typeface="IBM Plex Sans Medium"/>
                <a:cs typeface="IBM Plex Sans Medium"/>
                <a:sym typeface="IBM Plex Sans Medium"/>
              </a:rPr>
              <a:t>RPA</a:t>
            </a:r>
            <a:endParaRPr sz="700">
              <a:solidFill>
                <a:schemeClr val="lt1"/>
              </a:solidFill>
              <a:latin typeface="IBM Plex Sans Medium"/>
              <a:ea typeface="IBM Plex Sans Medium"/>
              <a:cs typeface="IBM Plex Sans Medium"/>
              <a:sym typeface="IBM Plex Sans Medium"/>
            </a:endParaRPr>
          </a:p>
        </p:txBody>
      </p:sp>
      <p:sp>
        <p:nvSpPr>
          <p:cNvPr id="7043" name="Google Shape;7043;p515"/>
          <p:cNvSpPr txBox="1"/>
          <p:nvPr/>
        </p:nvSpPr>
        <p:spPr>
          <a:xfrm>
            <a:off x="6416482" y="4382681"/>
            <a:ext cx="825600" cy="223200"/>
          </a:xfrm>
          <a:prstGeom prst="rect">
            <a:avLst/>
          </a:prstGeom>
          <a:noFill/>
          <a:ln>
            <a:noFill/>
          </a:ln>
        </p:spPr>
        <p:txBody>
          <a:bodyPr spcFirstLastPara="1" wrap="square" lIns="57150" tIns="57150" rIns="57150" bIns="57150" anchor="t" anchorCtr="0">
            <a:spAutoFit/>
          </a:bodyPr>
          <a:lstStyle/>
          <a:p>
            <a:pPr marL="0" lvl="0" indent="0" algn="ctr" rtl="0">
              <a:spcBef>
                <a:spcPts val="0"/>
              </a:spcBef>
              <a:spcAft>
                <a:spcPts val="0"/>
              </a:spcAft>
              <a:buNone/>
            </a:pPr>
            <a:r>
              <a:rPr lang="en" sz="700">
                <a:solidFill>
                  <a:schemeClr val="lt1"/>
                </a:solidFill>
                <a:latin typeface="IBM Plex Sans Medium"/>
                <a:ea typeface="IBM Plex Sans Medium"/>
                <a:cs typeface="IBM Plex Sans Medium"/>
                <a:sym typeface="IBM Plex Sans Medium"/>
              </a:rPr>
              <a:t>IoT</a:t>
            </a:r>
            <a:endParaRPr sz="700">
              <a:solidFill>
                <a:schemeClr val="lt1"/>
              </a:solidFill>
              <a:latin typeface="IBM Plex Sans Medium"/>
              <a:ea typeface="IBM Plex Sans Medium"/>
              <a:cs typeface="IBM Plex Sans Medium"/>
              <a:sym typeface="IBM Plex Sans Medium"/>
            </a:endParaRPr>
          </a:p>
        </p:txBody>
      </p:sp>
      <p:pic>
        <p:nvPicPr>
          <p:cNvPr id="7044" name="Google Shape;7044;p515"/>
          <p:cNvPicPr preferRelativeResize="0"/>
          <p:nvPr/>
        </p:nvPicPr>
        <p:blipFill>
          <a:blip r:embed="rId3">
            <a:alphaModFix/>
          </a:blip>
          <a:stretch>
            <a:fillRect/>
          </a:stretch>
        </p:blipFill>
        <p:spPr>
          <a:xfrm>
            <a:off x="941855" y="1652097"/>
            <a:ext cx="283748" cy="283748"/>
          </a:xfrm>
          <a:prstGeom prst="rect">
            <a:avLst/>
          </a:prstGeom>
          <a:noFill/>
          <a:ln>
            <a:noFill/>
          </a:ln>
        </p:spPr>
      </p:pic>
      <p:pic>
        <p:nvPicPr>
          <p:cNvPr id="7045" name="Google Shape;7045;p515"/>
          <p:cNvPicPr preferRelativeResize="0"/>
          <p:nvPr/>
        </p:nvPicPr>
        <p:blipFill>
          <a:blip r:embed="rId4">
            <a:alphaModFix/>
          </a:blip>
          <a:stretch>
            <a:fillRect/>
          </a:stretch>
        </p:blipFill>
        <p:spPr>
          <a:xfrm>
            <a:off x="2814398" y="1142895"/>
            <a:ext cx="299799" cy="299797"/>
          </a:xfrm>
          <a:prstGeom prst="rect">
            <a:avLst/>
          </a:prstGeom>
          <a:noFill/>
          <a:ln>
            <a:noFill/>
          </a:ln>
        </p:spPr>
      </p:pic>
      <p:pic>
        <p:nvPicPr>
          <p:cNvPr id="7046" name="Google Shape;7046;p515"/>
          <p:cNvPicPr preferRelativeResize="0"/>
          <p:nvPr/>
        </p:nvPicPr>
        <p:blipFill>
          <a:blip r:embed="rId5">
            <a:alphaModFix/>
          </a:blip>
          <a:stretch>
            <a:fillRect/>
          </a:stretch>
        </p:blipFill>
        <p:spPr>
          <a:xfrm>
            <a:off x="2232545" y="1638951"/>
            <a:ext cx="283748" cy="283745"/>
          </a:xfrm>
          <a:prstGeom prst="rect">
            <a:avLst/>
          </a:prstGeom>
          <a:noFill/>
          <a:ln>
            <a:noFill/>
          </a:ln>
        </p:spPr>
      </p:pic>
      <p:pic>
        <p:nvPicPr>
          <p:cNvPr id="7047" name="Google Shape;7047;p515"/>
          <p:cNvPicPr preferRelativeResize="0"/>
          <p:nvPr/>
        </p:nvPicPr>
        <p:blipFill>
          <a:blip r:embed="rId6">
            <a:alphaModFix/>
          </a:blip>
          <a:stretch>
            <a:fillRect/>
          </a:stretch>
        </p:blipFill>
        <p:spPr>
          <a:xfrm>
            <a:off x="2779011" y="1712571"/>
            <a:ext cx="446803" cy="136499"/>
          </a:xfrm>
          <a:prstGeom prst="rect">
            <a:avLst/>
          </a:prstGeom>
          <a:noFill/>
          <a:ln>
            <a:noFill/>
          </a:ln>
        </p:spPr>
      </p:pic>
      <p:pic>
        <p:nvPicPr>
          <p:cNvPr id="7048" name="Google Shape;7048;p515"/>
          <p:cNvPicPr preferRelativeResize="0"/>
          <p:nvPr/>
        </p:nvPicPr>
        <p:blipFill rotWithShape="1">
          <a:blip r:embed="rId7">
            <a:alphaModFix/>
          </a:blip>
          <a:srcRect/>
          <a:stretch/>
        </p:blipFill>
        <p:spPr>
          <a:xfrm>
            <a:off x="5857353" y="1012886"/>
            <a:ext cx="444900" cy="444900"/>
          </a:xfrm>
          <a:prstGeom prst="roundRect">
            <a:avLst>
              <a:gd name="adj" fmla="val 17339"/>
            </a:avLst>
          </a:prstGeom>
          <a:noFill/>
          <a:ln>
            <a:noFill/>
          </a:ln>
        </p:spPr>
      </p:pic>
      <p:pic>
        <p:nvPicPr>
          <p:cNvPr id="7049" name="Google Shape;7049;p515"/>
          <p:cNvPicPr preferRelativeResize="0"/>
          <p:nvPr/>
        </p:nvPicPr>
        <p:blipFill rotWithShape="1">
          <a:blip r:embed="rId8">
            <a:alphaModFix/>
          </a:blip>
          <a:srcRect/>
          <a:stretch/>
        </p:blipFill>
        <p:spPr>
          <a:xfrm>
            <a:off x="6561453" y="1012886"/>
            <a:ext cx="444900" cy="444900"/>
          </a:xfrm>
          <a:prstGeom prst="roundRect">
            <a:avLst>
              <a:gd name="adj" fmla="val 16667"/>
            </a:avLst>
          </a:prstGeom>
          <a:noFill/>
          <a:ln>
            <a:noFill/>
          </a:ln>
        </p:spPr>
      </p:pic>
      <p:pic>
        <p:nvPicPr>
          <p:cNvPr id="7050" name="Google Shape;7050;p515"/>
          <p:cNvPicPr preferRelativeResize="0"/>
          <p:nvPr/>
        </p:nvPicPr>
        <p:blipFill rotWithShape="1">
          <a:blip r:embed="rId9">
            <a:alphaModFix/>
          </a:blip>
          <a:srcRect/>
          <a:stretch/>
        </p:blipFill>
        <p:spPr>
          <a:xfrm>
            <a:off x="7249204" y="1012886"/>
            <a:ext cx="444900" cy="444900"/>
          </a:xfrm>
          <a:prstGeom prst="roundRect">
            <a:avLst>
              <a:gd name="adj" fmla="val 16667"/>
            </a:avLst>
          </a:prstGeom>
          <a:noFill/>
          <a:ln>
            <a:noFill/>
          </a:ln>
        </p:spPr>
      </p:pic>
      <p:cxnSp>
        <p:nvCxnSpPr>
          <p:cNvPr id="7051" name="Google Shape;7051;p515"/>
          <p:cNvCxnSpPr/>
          <p:nvPr/>
        </p:nvCxnSpPr>
        <p:spPr>
          <a:xfrm rot="10800000">
            <a:off x="474275" y="567425"/>
            <a:ext cx="669900" cy="0"/>
          </a:xfrm>
          <a:prstGeom prst="straightConnector1">
            <a:avLst/>
          </a:prstGeom>
          <a:noFill/>
          <a:ln w="19050" cap="flat" cmpd="sng">
            <a:solidFill>
              <a:schemeClr val="dk2"/>
            </a:solidFill>
            <a:prstDash val="dash"/>
            <a:round/>
            <a:headEnd type="none" w="med" len="med"/>
            <a:tailEnd type="none" w="med" len="med"/>
          </a:ln>
        </p:spPr>
      </p:cxnSp>
      <p:cxnSp>
        <p:nvCxnSpPr>
          <p:cNvPr id="7052" name="Google Shape;7052;p515"/>
          <p:cNvCxnSpPr/>
          <p:nvPr/>
        </p:nvCxnSpPr>
        <p:spPr>
          <a:xfrm>
            <a:off x="474398" y="555797"/>
            <a:ext cx="0" cy="2037300"/>
          </a:xfrm>
          <a:prstGeom prst="straightConnector1">
            <a:avLst/>
          </a:prstGeom>
          <a:noFill/>
          <a:ln w="19050" cap="flat" cmpd="sng">
            <a:solidFill>
              <a:schemeClr val="dk2"/>
            </a:solidFill>
            <a:prstDash val="dash"/>
            <a:round/>
            <a:headEnd type="none" w="med" len="med"/>
            <a:tailEnd type="none" w="med" len="med"/>
          </a:ln>
        </p:spPr>
      </p:cxnSp>
      <p:cxnSp>
        <p:nvCxnSpPr>
          <p:cNvPr id="7053" name="Google Shape;7053;p515"/>
          <p:cNvCxnSpPr/>
          <p:nvPr/>
        </p:nvCxnSpPr>
        <p:spPr>
          <a:xfrm>
            <a:off x="474400" y="2612975"/>
            <a:ext cx="0" cy="807600"/>
          </a:xfrm>
          <a:prstGeom prst="straightConnector1">
            <a:avLst/>
          </a:prstGeom>
          <a:noFill/>
          <a:ln w="19050" cap="flat" cmpd="sng">
            <a:solidFill>
              <a:schemeClr val="accent1"/>
            </a:solidFill>
            <a:prstDash val="dash"/>
            <a:round/>
            <a:headEnd type="none" w="med" len="med"/>
            <a:tailEnd type="none" w="med" len="med"/>
          </a:ln>
        </p:spPr>
      </p:cxnSp>
      <p:cxnSp>
        <p:nvCxnSpPr>
          <p:cNvPr id="7054" name="Google Shape;7054;p515"/>
          <p:cNvCxnSpPr>
            <a:endCxn id="7035" idx="1"/>
          </p:cNvCxnSpPr>
          <p:nvPr/>
        </p:nvCxnSpPr>
        <p:spPr>
          <a:xfrm rot="10800000" flipH="1">
            <a:off x="465243" y="3418500"/>
            <a:ext cx="2192700" cy="2400"/>
          </a:xfrm>
          <a:prstGeom prst="straightConnector1">
            <a:avLst/>
          </a:prstGeom>
          <a:noFill/>
          <a:ln w="19050" cap="flat" cmpd="sng">
            <a:solidFill>
              <a:schemeClr val="accent1"/>
            </a:solidFill>
            <a:prstDash val="dash"/>
            <a:round/>
            <a:headEnd type="none" w="med" len="med"/>
            <a:tailEnd type="none" w="med" len="med"/>
          </a:ln>
        </p:spPr>
      </p:cxnSp>
      <p:cxnSp>
        <p:nvCxnSpPr>
          <p:cNvPr id="7055" name="Google Shape;7055;p515"/>
          <p:cNvCxnSpPr/>
          <p:nvPr/>
        </p:nvCxnSpPr>
        <p:spPr>
          <a:xfrm rot="10800000">
            <a:off x="7902177" y="567425"/>
            <a:ext cx="748800" cy="0"/>
          </a:xfrm>
          <a:prstGeom prst="straightConnector1">
            <a:avLst/>
          </a:prstGeom>
          <a:noFill/>
          <a:ln w="19050" cap="flat" cmpd="sng">
            <a:solidFill>
              <a:schemeClr val="lt1"/>
            </a:solidFill>
            <a:prstDash val="dash"/>
            <a:round/>
            <a:headEnd type="none" w="med" len="med"/>
            <a:tailEnd type="none" w="med" len="med"/>
          </a:ln>
        </p:spPr>
      </p:cxnSp>
      <p:cxnSp>
        <p:nvCxnSpPr>
          <p:cNvPr id="7056" name="Google Shape;7056;p515"/>
          <p:cNvCxnSpPr/>
          <p:nvPr/>
        </p:nvCxnSpPr>
        <p:spPr>
          <a:xfrm>
            <a:off x="8641048" y="562946"/>
            <a:ext cx="0" cy="2037300"/>
          </a:xfrm>
          <a:prstGeom prst="straightConnector1">
            <a:avLst/>
          </a:prstGeom>
          <a:noFill/>
          <a:ln w="19050" cap="flat" cmpd="sng">
            <a:solidFill>
              <a:schemeClr val="lt1"/>
            </a:solidFill>
            <a:prstDash val="dash"/>
            <a:round/>
            <a:headEnd type="none" w="med" len="med"/>
            <a:tailEnd type="none" w="med" len="med"/>
          </a:ln>
        </p:spPr>
      </p:cxnSp>
      <p:cxnSp>
        <p:nvCxnSpPr>
          <p:cNvPr id="7057" name="Google Shape;7057;p515"/>
          <p:cNvCxnSpPr/>
          <p:nvPr/>
        </p:nvCxnSpPr>
        <p:spPr>
          <a:xfrm>
            <a:off x="8641050" y="2645925"/>
            <a:ext cx="0" cy="774900"/>
          </a:xfrm>
          <a:prstGeom prst="straightConnector1">
            <a:avLst/>
          </a:prstGeom>
          <a:noFill/>
          <a:ln w="19050" cap="flat" cmpd="sng">
            <a:solidFill>
              <a:schemeClr val="accent1"/>
            </a:solidFill>
            <a:prstDash val="dash"/>
            <a:round/>
            <a:headEnd type="none" w="med" len="med"/>
            <a:tailEnd type="none" w="med" len="med"/>
          </a:ln>
        </p:spPr>
      </p:cxnSp>
      <p:cxnSp>
        <p:nvCxnSpPr>
          <p:cNvPr id="7058" name="Google Shape;7058;p515"/>
          <p:cNvCxnSpPr>
            <a:stCxn id="7035" idx="3"/>
          </p:cNvCxnSpPr>
          <p:nvPr/>
        </p:nvCxnSpPr>
        <p:spPr>
          <a:xfrm>
            <a:off x="6490443" y="3418500"/>
            <a:ext cx="2160000" cy="6000"/>
          </a:xfrm>
          <a:prstGeom prst="straightConnector1">
            <a:avLst/>
          </a:prstGeom>
          <a:noFill/>
          <a:ln w="19050" cap="flat" cmpd="sng">
            <a:solidFill>
              <a:schemeClr val="accent1"/>
            </a:solidFill>
            <a:prstDash val="dash"/>
            <a:round/>
            <a:headEnd type="none" w="med" len="med"/>
            <a:tailEnd type="none" w="med" len="med"/>
          </a:ln>
        </p:spPr>
      </p:cxnSp>
      <p:pic>
        <p:nvPicPr>
          <p:cNvPr id="7059" name="Google Shape;7059;p515"/>
          <p:cNvPicPr preferRelativeResize="0"/>
          <p:nvPr/>
        </p:nvPicPr>
        <p:blipFill>
          <a:blip r:embed="rId10">
            <a:alphaModFix/>
          </a:blip>
          <a:stretch>
            <a:fillRect/>
          </a:stretch>
        </p:blipFill>
        <p:spPr>
          <a:xfrm>
            <a:off x="826075" y="1028711"/>
            <a:ext cx="483293" cy="483286"/>
          </a:xfrm>
          <a:prstGeom prst="rect">
            <a:avLst/>
          </a:prstGeom>
          <a:noFill/>
          <a:ln>
            <a:noFill/>
          </a:ln>
        </p:spPr>
      </p:pic>
      <p:pic>
        <p:nvPicPr>
          <p:cNvPr id="7060" name="Google Shape;7060;p515"/>
          <p:cNvPicPr preferRelativeResize="0"/>
          <p:nvPr/>
        </p:nvPicPr>
        <p:blipFill rotWithShape="1">
          <a:blip r:embed="rId11">
            <a:alphaModFix/>
          </a:blip>
          <a:srcRect t="35267" b="29696"/>
          <a:stretch/>
        </p:blipFill>
        <p:spPr>
          <a:xfrm>
            <a:off x="1466321" y="1693749"/>
            <a:ext cx="572074" cy="200431"/>
          </a:xfrm>
          <a:prstGeom prst="rect">
            <a:avLst/>
          </a:prstGeom>
          <a:noFill/>
          <a:ln>
            <a:noFill/>
          </a:ln>
        </p:spPr>
      </p:pic>
      <p:pic>
        <p:nvPicPr>
          <p:cNvPr id="7061" name="Google Shape;7061;p515"/>
          <p:cNvPicPr preferRelativeResize="0"/>
          <p:nvPr/>
        </p:nvPicPr>
        <p:blipFill>
          <a:blip r:embed="rId12">
            <a:alphaModFix/>
          </a:blip>
          <a:stretch>
            <a:fillRect/>
          </a:stretch>
        </p:blipFill>
        <p:spPr>
          <a:xfrm>
            <a:off x="1612004" y="1149875"/>
            <a:ext cx="283747" cy="282629"/>
          </a:xfrm>
          <a:prstGeom prst="rect">
            <a:avLst/>
          </a:prstGeom>
          <a:noFill/>
          <a:ln>
            <a:noFill/>
          </a:ln>
        </p:spPr>
      </p:pic>
      <p:pic>
        <p:nvPicPr>
          <p:cNvPr id="7062" name="Google Shape;7062;p515"/>
          <p:cNvPicPr preferRelativeResize="0"/>
          <p:nvPr/>
        </p:nvPicPr>
        <p:blipFill>
          <a:blip r:embed="rId13">
            <a:alphaModFix/>
          </a:blip>
          <a:stretch>
            <a:fillRect/>
          </a:stretch>
        </p:blipFill>
        <p:spPr>
          <a:xfrm>
            <a:off x="3380627" y="1121180"/>
            <a:ext cx="519898" cy="300986"/>
          </a:xfrm>
          <a:prstGeom prst="rect">
            <a:avLst/>
          </a:prstGeom>
          <a:noFill/>
          <a:ln>
            <a:noFill/>
          </a:ln>
        </p:spPr>
      </p:pic>
      <p:pic>
        <p:nvPicPr>
          <p:cNvPr id="7063" name="Google Shape;7063;p515"/>
          <p:cNvPicPr preferRelativeResize="0"/>
          <p:nvPr/>
        </p:nvPicPr>
        <p:blipFill>
          <a:blip r:embed="rId14">
            <a:alphaModFix/>
          </a:blip>
          <a:stretch>
            <a:fillRect/>
          </a:stretch>
        </p:blipFill>
        <p:spPr>
          <a:xfrm>
            <a:off x="2132774" y="1030021"/>
            <a:ext cx="483291" cy="483286"/>
          </a:xfrm>
          <a:prstGeom prst="rect">
            <a:avLst/>
          </a:prstGeom>
          <a:noFill/>
          <a:ln>
            <a:noFill/>
          </a:ln>
        </p:spPr>
      </p:pic>
      <p:pic>
        <p:nvPicPr>
          <p:cNvPr id="7064" name="Google Shape;7064;p515"/>
          <p:cNvPicPr preferRelativeResize="0"/>
          <p:nvPr/>
        </p:nvPicPr>
        <p:blipFill>
          <a:blip r:embed="rId15">
            <a:alphaModFix/>
          </a:blip>
          <a:stretch>
            <a:fillRect/>
          </a:stretch>
        </p:blipFill>
        <p:spPr>
          <a:xfrm>
            <a:off x="3488532" y="1566266"/>
            <a:ext cx="283812" cy="391901"/>
          </a:xfrm>
          <a:prstGeom prst="rect">
            <a:avLst/>
          </a:prstGeom>
          <a:noFill/>
          <a:ln>
            <a:noFill/>
          </a:ln>
        </p:spPr>
      </p:pic>
      <p:sp>
        <p:nvSpPr>
          <p:cNvPr id="7065" name="Google Shape;7065;p515"/>
          <p:cNvSpPr/>
          <p:nvPr/>
        </p:nvSpPr>
        <p:spPr>
          <a:xfrm>
            <a:off x="3711275" y="2230652"/>
            <a:ext cx="1692900" cy="677100"/>
          </a:xfrm>
          <a:prstGeom prst="roundRect">
            <a:avLst>
              <a:gd name="adj" fmla="val 16667"/>
            </a:avLst>
          </a:prstGeom>
          <a:solidFill>
            <a:schemeClr val="lt2"/>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66" name="Google Shape;7066;p515"/>
          <p:cNvSpPr/>
          <p:nvPr/>
        </p:nvSpPr>
        <p:spPr>
          <a:xfrm rot="5400000">
            <a:off x="2710000" y="3354445"/>
            <a:ext cx="150900" cy="130500"/>
          </a:xfrm>
          <a:prstGeom prst="triangle">
            <a:avLst>
              <a:gd name="adj" fmla="val 48542"/>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67" name="Google Shape;7067;p515"/>
          <p:cNvSpPr/>
          <p:nvPr/>
        </p:nvSpPr>
        <p:spPr>
          <a:xfrm rot="-5400000">
            <a:off x="6292050" y="3353245"/>
            <a:ext cx="150900" cy="130500"/>
          </a:xfrm>
          <a:prstGeom prst="triangle">
            <a:avLst>
              <a:gd name="adj" fmla="val 48542"/>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068" name="Google Shape;7068;p515"/>
          <p:cNvGrpSpPr/>
          <p:nvPr/>
        </p:nvGrpSpPr>
        <p:grpSpPr>
          <a:xfrm>
            <a:off x="4091368" y="2403744"/>
            <a:ext cx="965667" cy="330915"/>
            <a:chOff x="9633597" y="2586299"/>
            <a:chExt cx="3355340" cy="1149808"/>
          </a:xfrm>
        </p:grpSpPr>
        <p:sp>
          <p:nvSpPr>
            <p:cNvPr id="7069" name="Google Shape;7069;p515"/>
            <p:cNvSpPr/>
            <p:nvPr/>
          </p:nvSpPr>
          <p:spPr>
            <a:xfrm>
              <a:off x="9633597" y="2586299"/>
              <a:ext cx="859789" cy="819785"/>
            </a:xfrm>
            <a:custGeom>
              <a:avLst/>
              <a:gdLst/>
              <a:ahLst/>
              <a:cxnLst/>
              <a:rect l="l" t="t" r="r" b="b"/>
              <a:pathLst>
                <a:path w="859789" h="819785" extrusionOk="0">
                  <a:moveTo>
                    <a:pt x="375729" y="201587"/>
                  </a:moveTo>
                  <a:lnTo>
                    <a:pt x="371856" y="150063"/>
                  </a:lnTo>
                  <a:lnTo>
                    <a:pt x="360210" y="105587"/>
                  </a:lnTo>
                  <a:lnTo>
                    <a:pt x="340880" y="68465"/>
                  </a:lnTo>
                  <a:lnTo>
                    <a:pt x="313931" y="39027"/>
                  </a:lnTo>
                  <a:lnTo>
                    <a:pt x="279450" y="17589"/>
                  </a:lnTo>
                  <a:lnTo>
                    <a:pt x="237515" y="4470"/>
                  </a:lnTo>
                  <a:lnTo>
                    <a:pt x="188214" y="0"/>
                  </a:lnTo>
                  <a:lnTo>
                    <a:pt x="138887" y="4394"/>
                  </a:lnTo>
                  <a:lnTo>
                    <a:pt x="96939" y="17437"/>
                  </a:lnTo>
                  <a:lnTo>
                    <a:pt x="62420" y="38823"/>
                  </a:lnTo>
                  <a:lnTo>
                    <a:pt x="35420" y="68211"/>
                  </a:lnTo>
                  <a:lnTo>
                    <a:pt x="16027" y="105295"/>
                  </a:lnTo>
                  <a:lnTo>
                    <a:pt x="4305" y="149758"/>
                  </a:lnTo>
                  <a:lnTo>
                    <a:pt x="355" y="201269"/>
                  </a:lnTo>
                  <a:lnTo>
                    <a:pt x="0" y="617829"/>
                  </a:lnTo>
                  <a:lnTo>
                    <a:pt x="3860" y="669340"/>
                  </a:lnTo>
                  <a:lnTo>
                    <a:pt x="15506" y="713828"/>
                  </a:lnTo>
                  <a:lnTo>
                    <a:pt x="34836" y="750938"/>
                  </a:lnTo>
                  <a:lnTo>
                    <a:pt x="61785" y="780376"/>
                  </a:lnTo>
                  <a:lnTo>
                    <a:pt x="96266" y="801814"/>
                  </a:lnTo>
                  <a:lnTo>
                    <a:pt x="138201" y="814933"/>
                  </a:lnTo>
                  <a:lnTo>
                    <a:pt x="187515" y="819404"/>
                  </a:lnTo>
                  <a:lnTo>
                    <a:pt x="236829" y="815009"/>
                  </a:lnTo>
                  <a:lnTo>
                    <a:pt x="278777" y="801966"/>
                  </a:lnTo>
                  <a:lnTo>
                    <a:pt x="313296" y="780592"/>
                  </a:lnTo>
                  <a:lnTo>
                    <a:pt x="340296" y="751205"/>
                  </a:lnTo>
                  <a:lnTo>
                    <a:pt x="359689" y="714121"/>
                  </a:lnTo>
                  <a:lnTo>
                    <a:pt x="371411" y="669658"/>
                  </a:lnTo>
                  <a:lnTo>
                    <a:pt x="375373" y="618147"/>
                  </a:lnTo>
                  <a:lnTo>
                    <a:pt x="375462" y="511708"/>
                  </a:lnTo>
                  <a:lnTo>
                    <a:pt x="256451" y="511619"/>
                  </a:lnTo>
                  <a:lnTo>
                    <a:pt x="256349" y="626059"/>
                  </a:lnTo>
                  <a:lnTo>
                    <a:pt x="251752" y="662355"/>
                  </a:lnTo>
                  <a:lnTo>
                    <a:pt x="238696" y="686409"/>
                  </a:lnTo>
                  <a:lnTo>
                    <a:pt x="218135" y="699731"/>
                  </a:lnTo>
                  <a:lnTo>
                    <a:pt x="191046" y="703821"/>
                  </a:lnTo>
                  <a:lnTo>
                    <a:pt x="163957" y="699681"/>
                  </a:lnTo>
                  <a:lnTo>
                    <a:pt x="143433" y="686320"/>
                  </a:lnTo>
                  <a:lnTo>
                    <a:pt x="130416" y="662241"/>
                  </a:lnTo>
                  <a:lnTo>
                    <a:pt x="125882" y="625944"/>
                  </a:lnTo>
                  <a:lnTo>
                    <a:pt x="126250" y="193357"/>
                  </a:lnTo>
                  <a:lnTo>
                    <a:pt x="130835" y="156883"/>
                  </a:lnTo>
                  <a:lnTo>
                    <a:pt x="143891" y="132435"/>
                  </a:lnTo>
                  <a:lnTo>
                    <a:pt x="164452" y="118719"/>
                  </a:lnTo>
                  <a:lnTo>
                    <a:pt x="191541" y="114452"/>
                  </a:lnTo>
                  <a:lnTo>
                    <a:pt x="218630" y="118770"/>
                  </a:lnTo>
                  <a:lnTo>
                    <a:pt x="239166" y="132511"/>
                  </a:lnTo>
                  <a:lnTo>
                    <a:pt x="252183" y="156984"/>
                  </a:lnTo>
                  <a:lnTo>
                    <a:pt x="256717" y="193471"/>
                  </a:lnTo>
                  <a:lnTo>
                    <a:pt x="256641" y="279311"/>
                  </a:lnTo>
                  <a:lnTo>
                    <a:pt x="375653" y="279400"/>
                  </a:lnTo>
                  <a:lnTo>
                    <a:pt x="375729" y="201587"/>
                  </a:lnTo>
                  <a:close/>
                </a:path>
                <a:path w="859789" h="819785" extrusionOk="0">
                  <a:moveTo>
                    <a:pt x="859269" y="810818"/>
                  </a:moveTo>
                  <a:lnTo>
                    <a:pt x="836104" y="665226"/>
                  </a:lnTo>
                  <a:lnTo>
                    <a:pt x="818819" y="556615"/>
                  </a:lnTo>
                  <a:lnTo>
                    <a:pt x="754341" y="151447"/>
                  </a:lnTo>
                  <a:lnTo>
                    <a:pt x="731774" y="9626"/>
                  </a:lnTo>
                  <a:lnTo>
                    <a:pt x="693534" y="9601"/>
                  </a:lnTo>
                  <a:lnTo>
                    <a:pt x="693534" y="556615"/>
                  </a:lnTo>
                  <a:lnTo>
                    <a:pt x="572236" y="556514"/>
                  </a:lnTo>
                  <a:lnTo>
                    <a:pt x="633234" y="151447"/>
                  </a:lnTo>
                  <a:lnTo>
                    <a:pt x="693534" y="556615"/>
                  </a:lnTo>
                  <a:lnTo>
                    <a:pt x="693534" y="9601"/>
                  </a:lnTo>
                  <a:lnTo>
                    <a:pt x="547522" y="9474"/>
                  </a:lnTo>
                  <a:lnTo>
                    <a:pt x="418668" y="810450"/>
                  </a:lnTo>
                  <a:lnTo>
                    <a:pt x="534250" y="810539"/>
                  </a:lnTo>
                  <a:lnTo>
                    <a:pt x="556120" y="665226"/>
                  </a:lnTo>
                  <a:lnTo>
                    <a:pt x="710615" y="665353"/>
                  </a:lnTo>
                  <a:lnTo>
                    <a:pt x="732231" y="810717"/>
                  </a:lnTo>
                  <a:lnTo>
                    <a:pt x="859269" y="810818"/>
                  </a:lnTo>
                  <a:close/>
                </a:path>
              </a:pathLst>
            </a:custGeom>
            <a:solidFill>
              <a:srgbClr val="000000"/>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100"/>
            </a:p>
          </p:txBody>
        </p:sp>
        <p:sp>
          <p:nvSpPr>
            <p:cNvPr id="7070" name="Google Shape;7070;p515"/>
            <p:cNvSpPr/>
            <p:nvPr/>
          </p:nvSpPr>
          <p:spPr>
            <a:xfrm>
              <a:off x="10550097" y="2596072"/>
              <a:ext cx="529589" cy="802005"/>
            </a:xfrm>
            <a:custGeom>
              <a:avLst/>
              <a:gdLst/>
              <a:ahLst/>
              <a:cxnLst/>
              <a:rect l="l" t="t" r="r" b="b"/>
              <a:pathLst>
                <a:path w="529589" h="802005" extrusionOk="0">
                  <a:moveTo>
                    <a:pt x="673" y="0"/>
                  </a:moveTo>
                  <a:lnTo>
                    <a:pt x="0" y="801090"/>
                  </a:lnTo>
                  <a:lnTo>
                    <a:pt x="109854" y="801179"/>
                  </a:lnTo>
                  <a:lnTo>
                    <a:pt x="110337" y="234696"/>
                  </a:lnTo>
                  <a:lnTo>
                    <a:pt x="203695" y="801268"/>
                  </a:lnTo>
                  <a:lnTo>
                    <a:pt x="322719" y="801370"/>
                  </a:lnTo>
                  <a:lnTo>
                    <a:pt x="410184" y="226949"/>
                  </a:lnTo>
                  <a:lnTo>
                    <a:pt x="409689" y="801433"/>
                  </a:lnTo>
                  <a:lnTo>
                    <a:pt x="528700" y="801535"/>
                  </a:lnTo>
                  <a:lnTo>
                    <a:pt x="529386" y="457"/>
                  </a:lnTo>
                  <a:lnTo>
                    <a:pt x="354291" y="304"/>
                  </a:lnTo>
                  <a:lnTo>
                    <a:pt x="267982" y="568998"/>
                  </a:lnTo>
                  <a:lnTo>
                    <a:pt x="175767" y="152"/>
                  </a:lnTo>
                  <a:lnTo>
                    <a:pt x="673" y="0"/>
                  </a:lnTo>
                  <a:close/>
                </a:path>
              </a:pathLst>
            </a:custGeom>
            <a:solidFill>
              <a:srgbClr val="000000"/>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100"/>
            </a:p>
          </p:txBody>
        </p:sp>
        <p:sp>
          <p:nvSpPr>
            <p:cNvPr id="7071" name="Google Shape;7071;p515"/>
            <p:cNvSpPr/>
            <p:nvPr/>
          </p:nvSpPr>
          <p:spPr>
            <a:xfrm>
              <a:off x="11164777" y="2596598"/>
              <a:ext cx="375920" cy="812164"/>
            </a:xfrm>
            <a:custGeom>
              <a:avLst/>
              <a:gdLst/>
              <a:ahLst/>
              <a:cxnLst/>
              <a:rect l="l" t="t" r="r" b="b"/>
              <a:pathLst>
                <a:path w="375920" h="812164" extrusionOk="0">
                  <a:moveTo>
                    <a:pt x="126403" y="101"/>
                  </a:moveTo>
                  <a:lnTo>
                    <a:pt x="520" y="0"/>
                  </a:lnTo>
                  <a:lnTo>
                    <a:pt x="0" y="609968"/>
                  </a:lnTo>
                  <a:lnTo>
                    <a:pt x="3869" y="661485"/>
                  </a:lnTo>
                  <a:lnTo>
                    <a:pt x="15510" y="705963"/>
                  </a:lnTo>
                  <a:lnTo>
                    <a:pt x="34844" y="743081"/>
                  </a:lnTo>
                  <a:lnTo>
                    <a:pt x="61791" y="772519"/>
                  </a:lnTo>
                  <a:lnTo>
                    <a:pt x="96271" y="793956"/>
                  </a:lnTo>
                  <a:lnTo>
                    <a:pt x="138206" y="807070"/>
                  </a:lnTo>
                  <a:lnTo>
                    <a:pt x="187515" y="811542"/>
                  </a:lnTo>
                  <a:lnTo>
                    <a:pt x="236832" y="807153"/>
                  </a:lnTo>
                  <a:lnTo>
                    <a:pt x="278789" y="794110"/>
                  </a:lnTo>
                  <a:lnTo>
                    <a:pt x="313306" y="772733"/>
                  </a:lnTo>
                  <a:lnTo>
                    <a:pt x="340304" y="743343"/>
                  </a:lnTo>
                  <a:lnTo>
                    <a:pt x="359701" y="706258"/>
                  </a:lnTo>
                  <a:lnTo>
                    <a:pt x="371417" y="661799"/>
                  </a:lnTo>
                  <a:lnTo>
                    <a:pt x="375373" y="610285"/>
                  </a:lnTo>
                  <a:lnTo>
                    <a:pt x="375894" y="330"/>
                  </a:lnTo>
                  <a:lnTo>
                    <a:pt x="256870" y="215"/>
                  </a:lnTo>
                  <a:lnTo>
                    <a:pt x="256349" y="618197"/>
                  </a:lnTo>
                  <a:lnTo>
                    <a:pt x="251757" y="654495"/>
                  </a:lnTo>
                  <a:lnTo>
                    <a:pt x="238699" y="678553"/>
                  </a:lnTo>
                  <a:lnTo>
                    <a:pt x="218141" y="691873"/>
                  </a:lnTo>
                  <a:lnTo>
                    <a:pt x="191046" y="695960"/>
                  </a:lnTo>
                  <a:lnTo>
                    <a:pt x="163958" y="691821"/>
                  </a:lnTo>
                  <a:lnTo>
                    <a:pt x="143424" y="678462"/>
                  </a:lnTo>
                  <a:lnTo>
                    <a:pt x="130409" y="654383"/>
                  </a:lnTo>
                  <a:lnTo>
                    <a:pt x="125882" y="618083"/>
                  </a:lnTo>
                  <a:lnTo>
                    <a:pt x="126403" y="101"/>
                  </a:lnTo>
                  <a:close/>
                </a:path>
              </a:pathLst>
            </a:custGeom>
            <a:solidFill>
              <a:srgbClr val="000000"/>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100"/>
            </a:p>
          </p:txBody>
        </p:sp>
        <p:sp>
          <p:nvSpPr>
            <p:cNvPr id="7072" name="Google Shape;7072;p515"/>
            <p:cNvSpPr/>
            <p:nvPr/>
          </p:nvSpPr>
          <p:spPr>
            <a:xfrm>
              <a:off x="11624674" y="2596989"/>
              <a:ext cx="400685" cy="802005"/>
            </a:xfrm>
            <a:custGeom>
              <a:avLst/>
              <a:gdLst/>
              <a:ahLst/>
              <a:cxnLst/>
              <a:rect l="l" t="t" r="r" b="b"/>
              <a:pathLst>
                <a:path w="400685" h="802005" extrusionOk="0">
                  <a:moveTo>
                    <a:pt x="673" y="0"/>
                  </a:moveTo>
                  <a:lnTo>
                    <a:pt x="0" y="801090"/>
                  </a:lnTo>
                  <a:lnTo>
                    <a:pt x="113284" y="801179"/>
                  </a:lnTo>
                  <a:lnTo>
                    <a:pt x="113779" y="220967"/>
                  </a:lnTo>
                  <a:lnTo>
                    <a:pt x="270065" y="801319"/>
                  </a:lnTo>
                  <a:lnTo>
                    <a:pt x="399389" y="801433"/>
                  </a:lnTo>
                  <a:lnTo>
                    <a:pt x="400062" y="342"/>
                  </a:lnTo>
                  <a:lnTo>
                    <a:pt x="287909" y="253"/>
                  </a:lnTo>
                  <a:lnTo>
                    <a:pt x="287515" y="479742"/>
                  </a:lnTo>
                  <a:lnTo>
                    <a:pt x="158597" y="139"/>
                  </a:lnTo>
                  <a:lnTo>
                    <a:pt x="673" y="0"/>
                  </a:lnTo>
                  <a:close/>
                </a:path>
              </a:pathLst>
            </a:custGeom>
            <a:solidFill>
              <a:srgbClr val="000000"/>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100"/>
            </a:p>
          </p:txBody>
        </p:sp>
        <p:sp>
          <p:nvSpPr>
            <p:cNvPr id="7073" name="Google Shape;7073;p515"/>
            <p:cNvSpPr/>
            <p:nvPr/>
          </p:nvSpPr>
          <p:spPr>
            <a:xfrm>
              <a:off x="12114450" y="2597402"/>
              <a:ext cx="387350" cy="801369"/>
            </a:xfrm>
            <a:custGeom>
              <a:avLst/>
              <a:gdLst/>
              <a:ahLst/>
              <a:cxnLst/>
              <a:rect l="l" t="t" r="r" b="b"/>
              <a:pathLst>
                <a:path w="387350" h="801369" extrusionOk="0">
                  <a:moveTo>
                    <a:pt x="685" y="0"/>
                  </a:moveTo>
                  <a:lnTo>
                    <a:pt x="0" y="801090"/>
                  </a:lnTo>
                  <a:lnTo>
                    <a:pt x="199136" y="801255"/>
                  </a:lnTo>
                  <a:lnTo>
                    <a:pt x="249171" y="797056"/>
                  </a:lnTo>
                  <a:lnTo>
                    <a:pt x="291407" y="784503"/>
                  </a:lnTo>
                  <a:lnTo>
                    <a:pt x="325882" y="763797"/>
                  </a:lnTo>
                  <a:lnTo>
                    <a:pt x="352636" y="735138"/>
                  </a:lnTo>
                  <a:lnTo>
                    <a:pt x="371711" y="698725"/>
                  </a:lnTo>
                  <a:lnTo>
                    <a:pt x="374808" y="686815"/>
                  </a:lnTo>
                  <a:lnTo>
                    <a:pt x="196938" y="686815"/>
                  </a:lnTo>
                  <a:lnTo>
                    <a:pt x="125984" y="686765"/>
                  </a:lnTo>
                  <a:lnTo>
                    <a:pt x="126479" y="114553"/>
                  </a:lnTo>
                  <a:lnTo>
                    <a:pt x="375202" y="114553"/>
                  </a:lnTo>
                  <a:lnTo>
                    <a:pt x="372220" y="103002"/>
                  </a:lnTo>
                  <a:lnTo>
                    <a:pt x="353206" y="66554"/>
                  </a:lnTo>
                  <a:lnTo>
                    <a:pt x="326499" y="37847"/>
                  </a:lnTo>
                  <a:lnTo>
                    <a:pt x="292059" y="17082"/>
                  </a:lnTo>
                  <a:lnTo>
                    <a:pt x="249846" y="4459"/>
                  </a:lnTo>
                  <a:lnTo>
                    <a:pt x="199821" y="177"/>
                  </a:lnTo>
                  <a:lnTo>
                    <a:pt x="685" y="0"/>
                  </a:lnTo>
                  <a:close/>
                </a:path>
                <a:path w="387350" h="801369" extrusionOk="0">
                  <a:moveTo>
                    <a:pt x="375202" y="114553"/>
                  </a:moveTo>
                  <a:lnTo>
                    <a:pt x="126479" y="114553"/>
                  </a:lnTo>
                  <a:lnTo>
                    <a:pt x="197421" y="114617"/>
                  </a:lnTo>
                  <a:lnTo>
                    <a:pt x="224330" y="118754"/>
                  </a:lnTo>
                  <a:lnTo>
                    <a:pt x="244471" y="132110"/>
                  </a:lnTo>
                  <a:lnTo>
                    <a:pt x="257093" y="156188"/>
                  </a:lnTo>
                  <a:lnTo>
                    <a:pt x="261442" y="192493"/>
                  </a:lnTo>
                  <a:lnTo>
                    <a:pt x="261086" y="609053"/>
                  </a:lnTo>
                  <a:lnTo>
                    <a:pt x="256674" y="645344"/>
                  </a:lnTo>
                  <a:lnTo>
                    <a:pt x="244014" y="669399"/>
                  </a:lnTo>
                  <a:lnTo>
                    <a:pt x="223853" y="682722"/>
                  </a:lnTo>
                  <a:lnTo>
                    <a:pt x="196938" y="686815"/>
                  </a:lnTo>
                  <a:lnTo>
                    <a:pt x="374808" y="686815"/>
                  </a:lnTo>
                  <a:lnTo>
                    <a:pt x="383146" y="654759"/>
                  </a:lnTo>
                  <a:lnTo>
                    <a:pt x="386981" y="603440"/>
                  </a:lnTo>
                  <a:lnTo>
                    <a:pt x="387324" y="198323"/>
                  </a:lnTo>
                  <a:lnTo>
                    <a:pt x="383579" y="146992"/>
                  </a:lnTo>
                  <a:lnTo>
                    <a:pt x="375202" y="114553"/>
                  </a:lnTo>
                  <a:close/>
                </a:path>
              </a:pathLst>
            </a:custGeom>
            <a:solidFill>
              <a:srgbClr val="000000"/>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100"/>
            </a:p>
          </p:txBody>
        </p:sp>
        <p:sp>
          <p:nvSpPr>
            <p:cNvPr id="7074" name="Google Shape;7074;p515"/>
            <p:cNvSpPr/>
            <p:nvPr/>
          </p:nvSpPr>
          <p:spPr>
            <a:xfrm>
              <a:off x="12548173" y="2597887"/>
              <a:ext cx="440690" cy="801370"/>
            </a:xfrm>
            <a:custGeom>
              <a:avLst/>
              <a:gdLst/>
              <a:ahLst/>
              <a:cxnLst/>
              <a:rect l="l" t="t" r="r" b="b"/>
              <a:pathLst>
                <a:path w="440690" h="801370" extrusionOk="0">
                  <a:moveTo>
                    <a:pt x="417432" y="655751"/>
                  </a:moveTo>
                  <a:lnTo>
                    <a:pt x="137452" y="655751"/>
                  </a:lnTo>
                  <a:lnTo>
                    <a:pt x="291947" y="655878"/>
                  </a:lnTo>
                  <a:lnTo>
                    <a:pt x="313562" y="801243"/>
                  </a:lnTo>
                  <a:lnTo>
                    <a:pt x="440601" y="801344"/>
                  </a:lnTo>
                  <a:lnTo>
                    <a:pt x="417432" y="655751"/>
                  </a:lnTo>
                  <a:close/>
                </a:path>
                <a:path w="440690" h="801370" extrusionOk="0">
                  <a:moveTo>
                    <a:pt x="128854" y="0"/>
                  </a:moveTo>
                  <a:lnTo>
                    <a:pt x="0" y="800976"/>
                  </a:lnTo>
                  <a:lnTo>
                    <a:pt x="115582" y="801065"/>
                  </a:lnTo>
                  <a:lnTo>
                    <a:pt x="137452" y="655751"/>
                  </a:lnTo>
                  <a:lnTo>
                    <a:pt x="417432" y="655751"/>
                  </a:lnTo>
                  <a:lnTo>
                    <a:pt x="400149" y="547141"/>
                  </a:lnTo>
                  <a:lnTo>
                    <a:pt x="274878" y="547141"/>
                  </a:lnTo>
                  <a:lnTo>
                    <a:pt x="153568" y="547039"/>
                  </a:lnTo>
                  <a:lnTo>
                    <a:pt x="214566" y="141973"/>
                  </a:lnTo>
                  <a:lnTo>
                    <a:pt x="335674" y="141973"/>
                  </a:lnTo>
                  <a:lnTo>
                    <a:pt x="313105" y="152"/>
                  </a:lnTo>
                  <a:lnTo>
                    <a:pt x="128854" y="0"/>
                  </a:lnTo>
                  <a:close/>
                </a:path>
                <a:path w="440690" h="801370" extrusionOk="0">
                  <a:moveTo>
                    <a:pt x="335674" y="141973"/>
                  </a:moveTo>
                  <a:lnTo>
                    <a:pt x="214566" y="141973"/>
                  </a:lnTo>
                  <a:lnTo>
                    <a:pt x="274878" y="547141"/>
                  </a:lnTo>
                  <a:lnTo>
                    <a:pt x="400149" y="547141"/>
                  </a:lnTo>
                  <a:lnTo>
                    <a:pt x="335674" y="141973"/>
                  </a:lnTo>
                  <a:close/>
                </a:path>
              </a:pathLst>
            </a:custGeom>
            <a:solidFill>
              <a:srgbClr val="000000"/>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100"/>
            </a:p>
          </p:txBody>
        </p:sp>
        <p:sp>
          <p:nvSpPr>
            <p:cNvPr id="7075" name="Google Shape;7075;p515"/>
            <p:cNvSpPr/>
            <p:nvPr/>
          </p:nvSpPr>
          <p:spPr>
            <a:xfrm>
              <a:off x="9633597" y="3523382"/>
              <a:ext cx="3355340" cy="212725"/>
            </a:xfrm>
            <a:custGeom>
              <a:avLst/>
              <a:gdLst/>
              <a:ahLst/>
              <a:cxnLst/>
              <a:rect l="l" t="t" r="r" b="b"/>
              <a:pathLst>
                <a:path w="3355340" h="212725" extrusionOk="0">
                  <a:moveTo>
                    <a:pt x="3355174" y="0"/>
                  </a:moveTo>
                  <a:lnTo>
                    <a:pt x="0" y="0"/>
                  </a:lnTo>
                  <a:lnTo>
                    <a:pt x="0" y="212216"/>
                  </a:lnTo>
                  <a:lnTo>
                    <a:pt x="3355174" y="212216"/>
                  </a:lnTo>
                  <a:lnTo>
                    <a:pt x="3355174" y="0"/>
                  </a:lnTo>
                  <a:close/>
                </a:path>
              </a:pathLst>
            </a:custGeom>
            <a:solidFill>
              <a:srgbClr val="000000"/>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100"/>
            </a:p>
          </p:txBody>
        </p:sp>
      </p:grpSp>
      <p:grpSp>
        <p:nvGrpSpPr>
          <p:cNvPr id="7076" name="Google Shape;7076;p515"/>
          <p:cNvGrpSpPr/>
          <p:nvPr/>
        </p:nvGrpSpPr>
        <p:grpSpPr>
          <a:xfrm>
            <a:off x="2766709" y="3992384"/>
            <a:ext cx="322226" cy="321413"/>
            <a:chOff x="3339436" y="4040935"/>
            <a:chExt cx="322226" cy="321413"/>
          </a:xfrm>
        </p:grpSpPr>
        <p:sp>
          <p:nvSpPr>
            <p:cNvPr id="7077" name="Google Shape;7077;p515"/>
            <p:cNvSpPr/>
            <p:nvPr/>
          </p:nvSpPr>
          <p:spPr>
            <a:xfrm>
              <a:off x="3454163" y="4161920"/>
              <a:ext cx="92735" cy="79429"/>
            </a:xfrm>
            <a:custGeom>
              <a:avLst/>
              <a:gdLst/>
              <a:ahLst/>
              <a:cxnLst/>
              <a:rect l="l" t="t" r="r" b="b"/>
              <a:pathLst>
                <a:path w="4732" h="4053" extrusionOk="0">
                  <a:moveTo>
                    <a:pt x="3947" y="1"/>
                  </a:moveTo>
                  <a:lnTo>
                    <a:pt x="1762" y="2610"/>
                  </a:lnTo>
                  <a:lnTo>
                    <a:pt x="659" y="1677"/>
                  </a:lnTo>
                  <a:lnTo>
                    <a:pt x="1" y="2472"/>
                  </a:lnTo>
                  <a:lnTo>
                    <a:pt x="1889" y="4053"/>
                  </a:lnTo>
                  <a:lnTo>
                    <a:pt x="2557" y="3268"/>
                  </a:lnTo>
                  <a:lnTo>
                    <a:pt x="2547" y="3268"/>
                  </a:lnTo>
                  <a:lnTo>
                    <a:pt x="4732" y="669"/>
                  </a:lnTo>
                  <a:lnTo>
                    <a:pt x="3947"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78" name="Google Shape;7078;p515"/>
            <p:cNvSpPr/>
            <p:nvPr/>
          </p:nvSpPr>
          <p:spPr>
            <a:xfrm>
              <a:off x="3339436" y="4040935"/>
              <a:ext cx="322226" cy="321413"/>
            </a:xfrm>
            <a:custGeom>
              <a:avLst/>
              <a:gdLst/>
              <a:ahLst/>
              <a:cxnLst/>
              <a:rect l="l" t="t" r="r" b="b"/>
              <a:pathLst>
                <a:path w="14272" h="14236" extrusionOk="0">
                  <a:moveTo>
                    <a:pt x="7344" y="3172"/>
                  </a:moveTo>
                  <a:lnTo>
                    <a:pt x="7547" y="3196"/>
                  </a:lnTo>
                  <a:lnTo>
                    <a:pt x="7738" y="3219"/>
                  </a:lnTo>
                  <a:lnTo>
                    <a:pt x="7929" y="3255"/>
                  </a:lnTo>
                  <a:lnTo>
                    <a:pt x="8119" y="3291"/>
                  </a:lnTo>
                  <a:lnTo>
                    <a:pt x="8310" y="3351"/>
                  </a:lnTo>
                  <a:lnTo>
                    <a:pt x="8501" y="3410"/>
                  </a:lnTo>
                  <a:lnTo>
                    <a:pt x="8680" y="3482"/>
                  </a:lnTo>
                  <a:lnTo>
                    <a:pt x="8847" y="3565"/>
                  </a:lnTo>
                  <a:lnTo>
                    <a:pt x="9026" y="3649"/>
                  </a:lnTo>
                  <a:lnTo>
                    <a:pt x="9180" y="3744"/>
                  </a:lnTo>
                  <a:lnTo>
                    <a:pt x="9347" y="3839"/>
                  </a:lnTo>
                  <a:lnTo>
                    <a:pt x="9502" y="3959"/>
                  </a:lnTo>
                  <a:lnTo>
                    <a:pt x="9645" y="4078"/>
                  </a:lnTo>
                  <a:lnTo>
                    <a:pt x="9789" y="4197"/>
                  </a:lnTo>
                  <a:lnTo>
                    <a:pt x="9932" y="4328"/>
                  </a:lnTo>
                  <a:lnTo>
                    <a:pt x="10063" y="4459"/>
                  </a:lnTo>
                  <a:lnTo>
                    <a:pt x="10182" y="4602"/>
                  </a:lnTo>
                  <a:lnTo>
                    <a:pt x="10301" y="4757"/>
                  </a:lnTo>
                  <a:lnTo>
                    <a:pt x="10408" y="4912"/>
                  </a:lnTo>
                  <a:lnTo>
                    <a:pt x="10516" y="5067"/>
                  </a:lnTo>
                  <a:lnTo>
                    <a:pt x="10611" y="5234"/>
                  </a:lnTo>
                  <a:lnTo>
                    <a:pt x="10695" y="5401"/>
                  </a:lnTo>
                  <a:lnTo>
                    <a:pt x="10778" y="5580"/>
                  </a:lnTo>
                  <a:lnTo>
                    <a:pt x="10850" y="5759"/>
                  </a:lnTo>
                  <a:lnTo>
                    <a:pt x="10909" y="5938"/>
                  </a:lnTo>
                  <a:lnTo>
                    <a:pt x="10957" y="6128"/>
                  </a:lnTo>
                  <a:lnTo>
                    <a:pt x="11005" y="6319"/>
                  </a:lnTo>
                  <a:lnTo>
                    <a:pt x="11040" y="6510"/>
                  </a:lnTo>
                  <a:lnTo>
                    <a:pt x="11064" y="6713"/>
                  </a:lnTo>
                  <a:lnTo>
                    <a:pt x="11076" y="6915"/>
                  </a:lnTo>
                  <a:lnTo>
                    <a:pt x="11088" y="7118"/>
                  </a:lnTo>
                  <a:lnTo>
                    <a:pt x="11076" y="7321"/>
                  </a:lnTo>
                  <a:lnTo>
                    <a:pt x="11064" y="7523"/>
                  </a:lnTo>
                  <a:lnTo>
                    <a:pt x="11040" y="7714"/>
                  </a:lnTo>
                  <a:lnTo>
                    <a:pt x="11005" y="7917"/>
                  </a:lnTo>
                  <a:lnTo>
                    <a:pt x="10957" y="8107"/>
                  </a:lnTo>
                  <a:lnTo>
                    <a:pt x="10909" y="8286"/>
                  </a:lnTo>
                  <a:lnTo>
                    <a:pt x="10850" y="8477"/>
                  </a:lnTo>
                  <a:lnTo>
                    <a:pt x="10778" y="8656"/>
                  </a:lnTo>
                  <a:lnTo>
                    <a:pt x="10695" y="8823"/>
                  </a:lnTo>
                  <a:lnTo>
                    <a:pt x="10611" y="9002"/>
                  </a:lnTo>
                  <a:lnTo>
                    <a:pt x="10516" y="9157"/>
                  </a:lnTo>
                  <a:lnTo>
                    <a:pt x="10408" y="9323"/>
                  </a:lnTo>
                  <a:lnTo>
                    <a:pt x="10301" y="9478"/>
                  </a:lnTo>
                  <a:lnTo>
                    <a:pt x="10182" y="9622"/>
                  </a:lnTo>
                  <a:lnTo>
                    <a:pt x="10063" y="9765"/>
                  </a:lnTo>
                  <a:lnTo>
                    <a:pt x="9932" y="9908"/>
                  </a:lnTo>
                  <a:lnTo>
                    <a:pt x="9789" y="10039"/>
                  </a:lnTo>
                  <a:lnTo>
                    <a:pt x="9645" y="10158"/>
                  </a:lnTo>
                  <a:lnTo>
                    <a:pt x="9502" y="10277"/>
                  </a:lnTo>
                  <a:lnTo>
                    <a:pt x="9347" y="10385"/>
                  </a:lnTo>
                  <a:lnTo>
                    <a:pt x="9180" y="10492"/>
                  </a:lnTo>
                  <a:lnTo>
                    <a:pt x="9026" y="10587"/>
                  </a:lnTo>
                  <a:lnTo>
                    <a:pt x="8847" y="10671"/>
                  </a:lnTo>
                  <a:lnTo>
                    <a:pt x="8680" y="10754"/>
                  </a:lnTo>
                  <a:lnTo>
                    <a:pt x="8501" y="10826"/>
                  </a:lnTo>
                  <a:lnTo>
                    <a:pt x="8310" y="10885"/>
                  </a:lnTo>
                  <a:lnTo>
                    <a:pt x="8119" y="10933"/>
                  </a:lnTo>
                  <a:lnTo>
                    <a:pt x="7929" y="10981"/>
                  </a:lnTo>
                  <a:lnTo>
                    <a:pt x="7738" y="11016"/>
                  </a:lnTo>
                  <a:lnTo>
                    <a:pt x="7547" y="11040"/>
                  </a:lnTo>
                  <a:lnTo>
                    <a:pt x="7344" y="11052"/>
                  </a:lnTo>
                  <a:lnTo>
                    <a:pt x="7142" y="11064"/>
                  </a:lnTo>
                  <a:lnTo>
                    <a:pt x="6939" y="11052"/>
                  </a:lnTo>
                  <a:lnTo>
                    <a:pt x="6736" y="11040"/>
                  </a:lnTo>
                  <a:lnTo>
                    <a:pt x="6534" y="11016"/>
                  </a:lnTo>
                  <a:lnTo>
                    <a:pt x="6343" y="10981"/>
                  </a:lnTo>
                  <a:lnTo>
                    <a:pt x="6152" y="10933"/>
                  </a:lnTo>
                  <a:lnTo>
                    <a:pt x="5962" y="10885"/>
                  </a:lnTo>
                  <a:lnTo>
                    <a:pt x="5783" y="10826"/>
                  </a:lnTo>
                  <a:lnTo>
                    <a:pt x="5604" y="10754"/>
                  </a:lnTo>
                  <a:lnTo>
                    <a:pt x="5425" y="10671"/>
                  </a:lnTo>
                  <a:lnTo>
                    <a:pt x="5258" y="10587"/>
                  </a:lnTo>
                  <a:lnTo>
                    <a:pt x="5091" y="10492"/>
                  </a:lnTo>
                  <a:lnTo>
                    <a:pt x="4936" y="10385"/>
                  </a:lnTo>
                  <a:lnTo>
                    <a:pt x="4781" y="10277"/>
                  </a:lnTo>
                  <a:lnTo>
                    <a:pt x="4626" y="10158"/>
                  </a:lnTo>
                  <a:lnTo>
                    <a:pt x="4483" y="10039"/>
                  </a:lnTo>
                  <a:lnTo>
                    <a:pt x="4352" y="9908"/>
                  </a:lnTo>
                  <a:lnTo>
                    <a:pt x="4221" y="9765"/>
                  </a:lnTo>
                  <a:lnTo>
                    <a:pt x="4090" y="9622"/>
                  </a:lnTo>
                  <a:lnTo>
                    <a:pt x="3982" y="9478"/>
                  </a:lnTo>
                  <a:lnTo>
                    <a:pt x="3863" y="9323"/>
                  </a:lnTo>
                  <a:lnTo>
                    <a:pt x="3768" y="9157"/>
                  </a:lnTo>
                  <a:lnTo>
                    <a:pt x="3672" y="9002"/>
                  </a:lnTo>
                  <a:lnTo>
                    <a:pt x="3577" y="8823"/>
                  </a:lnTo>
                  <a:lnTo>
                    <a:pt x="3506" y="8656"/>
                  </a:lnTo>
                  <a:lnTo>
                    <a:pt x="3434" y="8477"/>
                  </a:lnTo>
                  <a:lnTo>
                    <a:pt x="3374" y="8286"/>
                  </a:lnTo>
                  <a:lnTo>
                    <a:pt x="3315" y="8107"/>
                  </a:lnTo>
                  <a:lnTo>
                    <a:pt x="3279" y="7917"/>
                  </a:lnTo>
                  <a:lnTo>
                    <a:pt x="3243" y="7714"/>
                  </a:lnTo>
                  <a:lnTo>
                    <a:pt x="3219" y="7523"/>
                  </a:lnTo>
                  <a:lnTo>
                    <a:pt x="3196" y="7321"/>
                  </a:lnTo>
                  <a:lnTo>
                    <a:pt x="3196" y="7118"/>
                  </a:lnTo>
                  <a:lnTo>
                    <a:pt x="3196" y="6915"/>
                  </a:lnTo>
                  <a:lnTo>
                    <a:pt x="3219" y="6713"/>
                  </a:lnTo>
                  <a:lnTo>
                    <a:pt x="3243" y="6510"/>
                  </a:lnTo>
                  <a:lnTo>
                    <a:pt x="3279" y="6319"/>
                  </a:lnTo>
                  <a:lnTo>
                    <a:pt x="3315" y="6128"/>
                  </a:lnTo>
                  <a:lnTo>
                    <a:pt x="3374" y="5938"/>
                  </a:lnTo>
                  <a:lnTo>
                    <a:pt x="3434" y="5759"/>
                  </a:lnTo>
                  <a:lnTo>
                    <a:pt x="3506" y="5580"/>
                  </a:lnTo>
                  <a:lnTo>
                    <a:pt x="3577" y="5401"/>
                  </a:lnTo>
                  <a:lnTo>
                    <a:pt x="3672" y="5234"/>
                  </a:lnTo>
                  <a:lnTo>
                    <a:pt x="3768" y="5067"/>
                  </a:lnTo>
                  <a:lnTo>
                    <a:pt x="3863" y="4912"/>
                  </a:lnTo>
                  <a:lnTo>
                    <a:pt x="3982" y="4757"/>
                  </a:lnTo>
                  <a:lnTo>
                    <a:pt x="4090" y="4602"/>
                  </a:lnTo>
                  <a:lnTo>
                    <a:pt x="4221" y="4459"/>
                  </a:lnTo>
                  <a:lnTo>
                    <a:pt x="4352" y="4328"/>
                  </a:lnTo>
                  <a:lnTo>
                    <a:pt x="4483" y="4197"/>
                  </a:lnTo>
                  <a:lnTo>
                    <a:pt x="4626" y="4078"/>
                  </a:lnTo>
                  <a:lnTo>
                    <a:pt x="4781" y="3959"/>
                  </a:lnTo>
                  <a:lnTo>
                    <a:pt x="4936" y="3839"/>
                  </a:lnTo>
                  <a:lnTo>
                    <a:pt x="5091" y="3744"/>
                  </a:lnTo>
                  <a:lnTo>
                    <a:pt x="5258" y="3649"/>
                  </a:lnTo>
                  <a:lnTo>
                    <a:pt x="5425" y="3565"/>
                  </a:lnTo>
                  <a:lnTo>
                    <a:pt x="5604" y="3482"/>
                  </a:lnTo>
                  <a:lnTo>
                    <a:pt x="5783" y="3410"/>
                  </a:lnTo>
                  <a:lnTo>
                    <a:pt x="5962" y="3351"/>
                  </a:lnTo>
                  <a:lnTo>
                    <a:pt x="6152" y="3291"/>
                  </a:lnTo>
                  <a:lnTo>
                    <a:pt x="6343" y="3255"/>
                  </a:lnTo>
                  <a:lnTo>
                    <a:pt x="6534" y="3219"/>
                  </a:lnTo>
                  <a:lnTo>
                    <a:pt x="6736" y="3196"/>
                  </a:lnTo>
                  <a:lnTo>
                    <a:pt x="6939" y="3172"/>
                  </a:lnTo>
                  <a:close/>
                  <a:moveTo>
                    <a:pt x="5640" y="0"/>
                  </a:moveTo>
                  <a:lnTo>
                    <a:pt x="5640" y="132"/>
                  </a:lnTo>
                  <a:lnTo>
                    <a:pt x="5652" y="1598"/>
                  </a:lnTo>
                  <a:lnTo>
                    <a:pt x="5306" y="1693"/>
                  </a:lnTo>
                  <a:lnTo>
                    <a:pt x="4960" y="1825"/>
                  </a:lnTo>
                  <a:lnTo>
                    <a:pt x="4626" y="1968"/>
                  </a:lnTo>
                  <a:lnTo>
                    <a:pt x="4304" y="2134"/>
                  </a:lnTo>
                  <a:lnTo>
                    <a:pt x="3196" y="1014"/>
                  </a:lnTo>
                  <a:lnTo>
                    <a:pt x="1062" y="3112"/>
                  </a:lnTo>
                  <a:lnTo>
                    <a:pt x="2182" y="4233"/>
                  </a:lnTo>
                  <a:lnTo>
                    <a:pt x="2003" y="4555"/>
                  </a:lnTo>
                  <a:lnTo>
                    <a:pt x="1860" y="4877"/>
                  </a:lnTo>
                  <a:lnTo>
                    <a:pt x="1729" y="5210"/>
                  </a:lnTo>
                  <a:lnTo>
                    <a:pt x="1622" y="5556"/>
                  </a:lnTo>
                  <a:lnTo>
                    <a:pt x="108" y="5544"/>
                  </a:lnTo>
                  <a:lnTo>
                    <a:pt x="0" y="5544"/>
                  </a:lnTo>
                  <a:lnTo>
                    <a:pt x="0" y="8525"/>
                  </a:lnTo>
                  <a:lnTo>
                    <a:pt x="215" y="8525"/>
                  </a:lnTo>
                  <a:lnTo>
                    <a:pt x="1598" y="8537"/>
                  </a:lnTo>
                  <a:lnTo>
                    <a:pt x="1705" y="8882"/>
                  </a:lnTo>
                  <a:lnTo>
                    <a:pt x="1836" y="9228"/>
                  </a:lnTo>
                  <a:lnTo>
                    <a:pt x="1980" y="9550"/>
                  </a:lnTo>
                  <a:lnTo>
                    <a:pt x="2146" y="9872"/>
                  </a:lnTo>
                  <a:lnTo>
                    <a:pt x="966" y="11028"/>
                  </a:lnTo>
                  <a:lnTo>
                    <a:pt x="3076" y="13150"/>
                  </a:lnTo>
                  <a:lnTo>
                    <a:pt x="4257" y="11994"/>
                  </a:lnTo>
                  <a:lnTo>
                    <a:pt x="4579" y="12161"/>
                  </a:lnTo>
                  <a:lnTo>
                    <a:pt x="4912" y="12316"/>
                  </a:lnTo>
                  <a:lnTo>
                    <a:pt x="5246" y="12447"/>
                  </a:lnTo>
                  <a:lnTo>
                    <a:pt x="5592" y="12554"/>
                  </a:lnTo>
                  <a:lnTo>
                    <a:pt x="5592" y="14235"/>
                  </a:lnTo>
                  <a:lnTo>
                    <a:pt x="8596" y="14235"/>
                  </a:lnTo>
                  <a:lnTo>
                    <a:pt x="8596" y="12566"/>
                  </a:lnTo>
                  <a:lnTo>
                    <a:pt x="8942" y="12459"/>
                  </a:lnTo>
                  <a:lnTo>
                    <a:pt x="9288" y="12340"/>
                  </a:lnTo>
                  <a:lnTo>
                    <a:pt x="9610" y="12185"/>
                  </a:lnTo>
                  <a:lnTo>
                    <a:pt x="9932" y="12018"/>
                  </a:lnTo>
                  <a:lnTo>
                    <a:pt x="11112" y="13186"/>
                  </a:lnTo>
                  <a:lnTo>
                    <a:pt x="13246" y="11100"/>
                  </a:lnTo>
                  <a:lnTo>
                    <a:pt x="12066" y="9920"/>
                  </a:lnTo>
                  <a:lnTo>
                    <a:pt x="12233" y="9610"/>
                  </a:lnTo>
                  <a:lnTo>
                    <a:pt x="12388" y="9276"/>
                  </a:lnTo>
                  <a:lnTo>
                    <a:pt x="12519" y="8942"/>
                  </a:lnTo>
                  <a:lnTo>
                    <a:pt x="12626" y="8596"/>
                  </a:lnTo>
                  <a:lnTo>
                    <a:pt x="14271" y="8596"/>
                  </a:lnTo>
                  <a:lnTo>
                    <a:pt x="14271" y="5616"/>
                  </a:lnTo>
                  <a:lnTo>
                    <a:pt x="12638" y="5616"/>
                  </a:lnTo>
                  <a:lnTo>
                    <a:pt x="12543" y="5270"/>
                  </a:lnTo>
                  <a:lnTo>
                    <a:pt x="12411" y="4936"/>
                  </a:lnTo>
                  <a:lnTo>
                    <a:pt x="12268" y="4602"/>
                  </a:lnTo>
                  <a:lnTo>
                    <a:pt x="12089" y="4280"/>
                  </a:lnTo>
                  <a:lnTo>
                    <a:pt x="13246" y="3148"/>
                  </a:lnTo>
                  <a:lnTo>
                    <a:pt x="11136" y="1026"/>
                  </a:lnTo>
                  <a:lnTo>
                    <a:pt x="9991" y="2170"/>
                  </a:lnTo>
                  <a:lnTo>
                    <a:pt x="9669" y="1991"/>
                  </a:lnTo>
                  <a:lnTo>
                    <a:pt x="9335" y="1848"/>
                  </a:lnTo>
                  <a:lnTo>
                    <a:pt x="9002" y="1717"/>
                  </a:lnTo>
                  <a:lnTo>
                    <a:pt x="8644" y="1610"/>
                  </a:lnTo>
                  <a:lnTo>
                    <a:pt x="8656" y="239"/>
                  </a:lnTo>
                  <a:lnTo>
                    <a:pt x="865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079" name="Google Shape;7079;p515"/>
          <p:cNvGrpSpPr/>
          <p:nvPr/>
        </p:nvGrpSpPr>
        <p:grpSpPr>
          <a:xfrm>
            <a:off x="7660609" y="3970991"/>
            <a:ext cx="237922" cy="364199"/>
            <a:chOff x="8227870" y="3802403"/>
            <a:chExt cx="275788" cy="422211"/>
          </a:xfrm>
        </p:grpSpPr>
        <p:grpSp>
          <p:nvGrpSpPr>
            <p:cNvPr id="7080" name="Google Shape;7080;p515"/>
            <p:cNvGrpSpPr/>
            <p:nvPr/>
          </p:nvGrpSpPr>
          <p:grpSpPr>
            <a:xfrm>
              <a:off x="8438454" y="3805893"/>
              <a:ext cx="65203" cy="132254"/>
              <a:chOff x="8496750" y="3865075"/>
              <a:chExt cx="76909" cy="155978"/>
            </a:xfrm>
          </p:grpSpPr>
          <p:sp>
            <p:nvSpPr>
              <p:cNvPr id="7081" name="Google Shape;7081;p515"/>
              <p:cNvSpPr/>
              <p:nvPr/>
            </p:nvSpPr>
            <p:spPr>
              <a:xfrm>
                <a:off x="8503266" y="3865075"/>
                <a:ext cx="63877" cy="63877"/>
              </a:xfrm>
              <a:custGeom>
                <a:avLst/>
                <a:gdLst/>
                <a:ahLst/>
                <a:cxnLst/>
                <a:rect l="l" t="t" r="r" b="b"/>
                <a:pathLst>
                  <a:path w="2892" h="2892" extrusionOk="0">
                    <a:moveTo>
                      <a:pt x="1299" y="1"/>
                    </a:moveTo>
                    <a:lnTo>
                      <a:pt x="1161" y="30"/>
                    </a:lnTo>
                    <a:lnTo>
                      <a:pt x="1023" y="60"/>
                    </a:lnTo>
                    <a:lnTo>
                      <a:pt x="886" y="109"/>
                    </a:lnTo>
                    <a:lnTo>
                      <a:pt x="758" y="168"/>
                    </a:lnTo>
                    <a:lnTo>
                      <a:pt x="640" y="247"/>
                    </a:lnTo>
                    <a:lnTo>
                      <a:pt x="532" y="325"/>
                    </a:lnTo>
                    <a:lnTo>
                      <a:pt x="423" y="424"/>
                    </a:lnTo>
                    <a:lnTo>
                      <a:pt x="335" y="522"/>
                    </a:lnTo>
                    <a:lnTo>
                      <a:pt x="246" y="630"/>
                    </a:lnTo>
                    <a:lnTo>
                      <a:pt x="178" y="758"/>
                    </a:lnTo>
                    <a:lnTo>
                      <a:pt x="119" y="876"/>
                    </a:lnTo>
                    <a:lnTo>
                      <a:pt x="69" y="1014"/>
                    </a:lnTo>
                    <a:lnTo>
                      <a:pt x="30" y="1151"/>
                    </a:lnTo>
                    <a:lnTo>
                      <a:pt x="10" y="1299"/>
                    </a:lnTo>
                    <a:lnTo>
                      <a:pt x="1" y="1446"/>
                    </a:lnTo>
                    <a:lnTo>
                      <a:pt x="10" y="1594"/>
                    </a:lnTo>
                    <a:lnTo>
                      <a:pt x="30" y="1731"/>
                    </a:lnTo>
                    <a:lnTo>
                      <a:pt x="69" y="1869"/>
                    </a:lnTo>
                    <a:lnTo>
                      <a:pt x="119" y="2007"/>
                    </a:lnTo>
                    <a:lnTo>
                      <a:pt x="178" y="2135"/>
                    </a:lnTo>
                    <a:lnTo>
                      <a:pt x="246" y="2253"/>
                    </a:lnTo>
                    <a:lnTo>
                      <a:pt x="335" y="2361"/>
                    </a:lnTo>
                    <a:lnTo>
                      <a:pt x="423" y="2459"/>
                    </a:lnTo>
                    <a:lnTo>
                      <a:pt x="532" y="2557"/>
                    </a:lnTo>
                    <a:lnTo>
                      <a:pt x="640" y="2636"/>
                    </a:lnTo>
                    <a:lnTo>
                      <a:pt x="758" y="2715"/>
                    </a:lnTo>
                    <a:lnTo>
                      <a:pt x="886" y="2774"/>
                    </a:lnTo>
                    <a:lnTo>
                      <a:pt x="1023" y="2823"/>
                    </a:lnTo>
                    <a:lnTo>
                      <a:pt x="1161" y="2862"/>
                    </a:lnTo>
                    <a:lnTo>
                      <a:pt x="1299" y="2882"/>
                    </a:lnTo>
                    <a:lnTo>
                      <a:pt x="1446" y="2892"/>
                    </a:lnTo>
                    <a:lnTo>
                      <a:pt x="1594" y="2882"/>
                    </a:lnTo>
                    <a:lnTo>
                      <a:pt x="1741" y="2862"/>
                    </a:lnTo>
                    <a:lnTo>
                      <a:pt x="1879" y="2823"/>
                    </a:lnTo>
                    <a:lnTo>
                      <a:pt x="2007" y="2774"/>
                    </a:lnTo>
                    <a:lnTo>
                      <a:pt x="2134" y="2715"/>
                    </a:lnTo>
                    <a:lnTo>
                      <a:pt x="2252" y="2636"/>
                    </a:lnTo>
                    <a:lnTo>
                      <a:pt x="2370" y="2557"/>
                    </a:lnTo>
                    <a:lnTo>
                      <a:pt x="2469" y="2459"/>
                    </a:lnTo>
                    <a:lnTo>
                      <a:pt x="2567" y="2361"/>
                    </a:lnTo>
                    <a:lnTo>
                      <a:pt x="2646" y="2253"/>
                    </a:lnTo>
                    <a:lnTo>
                      <a:pt x="2715" y="2135"/>
                    </a:lnTo>
                    <a:lnTo>
                      <a:pt x="2783" y="2007"/>
                    </a:lnTo>
                    <a:lnTo>
                      <a:pt x="2833" y="1869"/>
                    </a:lnTo>
                    <a:lnTo>
                      <a:pt x="2862" y="1731"/>
                    </a:lnTo>
                    <a:lnTo>
                      <a:pt x="2882" y="1594"/>
                    </a:lnTo>
                    <a:lnTo>
                      <a:pt x="2892" y="1446"/>
                    </a:lnTo>
                    <a:lnTo>
                      <a:pt x="2882" y="1299"/>
                    </a:lnTo>
                    <a:lnTo>
                      <a:pt x="2862" y="1151"/>
                    </a:lnTo>
                    <a:lnTo>
                      <a:pt x="2833" y="1014"/>
                    </a:lnTo>
                    <a:lnTo>
                      <a:pt x="2783" y="876"/>
                    </a:lnTo>
                    <a:lnTo>
                      <a:pt x="2715" y="758"/>
                    </a:lnTo>
                    <a:lnTo>
                      <a:pt x="2646" y="630"/>
                    </a:lnTo>
                    <a:lnTo>
                      <a:pt x="2567" y="522"/>
                    </a:lnTo>
                    <a:lnTo>
                      <a:pt x="2469" y="424"/>
                    </a:lnTo>
                    <a:lnTo>
                      <a:pt x="2370" y="325"/>
                    </a:lnTo>
                    <a:lnTo>
                      <a:pt x="2252" y="247"/>
                    </a:lnTo>
                    <a:lnTo>
                      <a:pt x="2134" y="168"/>
                    </a:lnTo>
                    <a:lnTo>
                      <a:pt x="2007" y="109"/>
                    </a:lnTo>
                    <a:lnTo>
                      <a:pt x="1879" y="60"/>
                    </a:lnTo>
                    <a:lnTo>
                      <a:pt x="1741" y="30"/>
                    </a:lnTo>
                    <a:lnTo>
                      <a:pt x="159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82" name="Google Shape;7082;p515"/>
              <p:cNvSpPr/>
              <p:nvPr/>
            </p:nvSpPr>
            <p:spPr>
              <a:xfrm>
                <a:off x="8496750" y="3944344"/>
                <a:ext cx="76909" cy="76710"/>
              </a:xfrm>
              <a:custGeom>
                <a:avLst/>
                <a:gdLst/>
                <a:ahLst/>
                <a:cxnLst/>
                <a:rect l="l" t="t" r="r" b="b"/>
                <a:pathLst>
                  <a:path w="3482" h="3473" extrusionOk="0">
                    <a:moveTo>
                      <a:pt x="443" y="1"/>
                    </a:moveTo>
                    <a:lnTo>
                      <a:pt x="1" y="601"/>
                    </a:lnTo>
                    <a:lnTo>
                      <a:pt x="1" y="3472"/>
                    </a:lnTo>
                    <a:lnTo>
                      <a:pt x="3482" y="3472"/>
                    </a:lnTo>
                    <a:lnTo>
                      <a:pt x="3482" y="601"/>
                    </a:lnTo>
                    <a:lnTo>
                      <a:pt x="3049"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7083" name="Google Shape;7083;p515"/>
            <p:cNvPicPr preferRelativeResize="0"/>
            <p:nvPr/>
          </p:nvPicPr>
          <p:blipFill>
            <a:blip r:embed="rId16">
              <a:alphaModFix/>
            </a:blip>
            <a:stretch>
              <a:fillRect/>
            </a:stretch>
          </p:blipFill>
          <p:spPr>
            <a:xfrm>
              <a:off x="8227870" y="3802403"/>
              <a:ext cx="155974" cy="155974"/>
            </a:xfrm>
            <a:prstGeom prst="rect">
              <a:avLst/>
            </a:prstGeom>
            <a:noFill/>
            <a:ln>
              <a:noFill/>
            </a:ln>
          </p:spPr>
        </p:pic>
        <p:grpSp>
          <p:nvGrpSpPr>
            <p:cNvPr id="7084" name="Google Shape;7084;p515"/>
            <p:cNvGrpSpPr/>
            <p:nvPr/>
          </p:nvGrpSpPr>
          <p:grpSpPr>
            <a:xfrm>
              <a:off x="8284038" y="4037650"/>
              <a:ext cx="219267" cy="186963"/>
              <a:chOff x="1485475" y="3908425"/>
              <a:chExt cx="245375" cy="209225"/>
            </a:xfrm>
          </p:grpSpPr>
          <p:sp>
            <p:nvSpPr>
              <p:cNvPr id="7085" name="Google Shape;7085;p515"/>
              <p:cNvSpPr/>
              <p:nvPr/>
            </p:nvSpPr>
            <p:spPr>
              <a:xfrm>
                <a:off x="1513025" y="3908425"/>
                <a:ext cx="190300" cy="106700"/>
              </a:xfrm>
              <a:custGeom>
                <a:avLst/>
                <a:gdLst/>
                <a:ahLst/>
                <a:cxnLst/>
                <a:rect l="l" t="t" r="r" b="b"/>
                <a:pathLst>
                  <a:path w="7612" h="4268" extrusionOk="0">
                    <a:moveTo>
                      <a:pt x="3334" y="0"/>
                    </a:moveTo>
                    <a:lnTo>
                      <a:pt x="3334" y="1898"/>
                    </a:lnTo>
                    <a:lnTo>
                      <a:pt x="0" y="1898"/>
                    </a:lnTo>
                    <a:lnTo>
                      <a:pt x="0" y="4268"/>
                    </a:lnTo>
                    <a:lnTo>
                      <a:pt x="954" y="4268"/>
                    </a:lnTo>
                    <a:lnTo>
                      <a:pt x="954" y="2852"/>
                    </a:lnTo>
                    <a:lnTo>
                      <a:pt x="6667" y="2852"/>
                    </a:lnTo>
                    <a:lnTo>
                      <a:pt x="6667" y="4268"/>
                    </a:lnTo>
                    <a:lnTo>
                      <a:pt x="7611" y="4268"/>
                    </a:lnTo>
                    <a:lnTo>
                      <a:pt x="7611" y="1898"/>
                    </a:lnTo>
                    <a:lnTo>
                      <a:pt x="4288" y="1898"/>
                    </a:lnTo>
                    <a:lnTo>
                      <a:pt x="428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86" name="Google Shape;7086;p515"/>
              <p:cNvSpPr/>
              <p:nvPr/>
            </p:nvSpPr>
            <p:spPr>
              <a:xfrm>
                <a:off x="1485475" y="4038950"/>
                <a:ext cx="78700" cy="78700"/>
              </a:xfrm>
              <a:custGeom>
                <a:avLst/>
                <a:gdLst/>
                <a:ahLst/>
                <a:cxnLst/>
                <a:rect l="l" t="t" r="r" b="b"/>
                <a:pathLst>
                  <a:path w="3148" h="3148" extrusionOk="0">
                    <a:moveTo>
                      <a:pt x="1574" y="1"/>
                    </a:moveTo>
                    <a:lnTo>
                      <a:pt x="1417" y="11"/>
                    </a:lnTo>
                    <a:lnTo>
                      <a:pt x="1260" y="30"/>
                    </a:lnTo>
                    <a:lnTo>
                      <a:pt x="1112" y="70"/>
                    </a:lnTo>
                    <a:lnTo>
                      <a:pt x="965" y="129"/>
                    </a:lnTo>
                    <a:lnTo>
                      <a:pt x="827" y="197"/>
                    </a:lnTo>
                    <a:lnTo>
                      <a:pt x="699" y="276"/>
                    </a:lnTo>
                    <a:lnTo>
                      <a:pt x="581" y="365"/>
                    </a:lnTo>
                    <a:lnTo>
                      <a:pt x="463" y="463"/>
                    </a:lnTo>
                    <a:lnTo>
                      <a:pt x="365" y="571"/>
                    </a:lnTo>
                    <a:lnTo>
                      <a:pt x="276" y="699"/>
                    </a:lnTo>
                    <a:lnTo>
                      <a:pt x="198" y="827"/>
                    </a:lnTo>
                    <a:lnTo>
                      <a:pt x="129" y="964"/>
                    </a:lnTo>
                    <a:lnTo>
                      <a:pt x="80" y="1112"/>
                    </a:lnTo>
                    <a:lnTo>
                      <a:pt x="40" y="1259"/>
                    </a:lnTo>
                    <a:lnTo>
                      <a:pt x="11" y="1417"/>
                    </a:lnTo>
                    <a:lnTo>
                      <a:pt x="1" y="1574"/>
                    </a:lnTo>
                    <a:lnTo>
                      <a:pt x="11" y="1731"/>
                    </a:lnTo>
                    <a:lnTo>
                      <a:pt x="40" y="1889"/>
                    </a:lnTo>
                    <a:lnTo>
                      <a:pt x="80" y="2046"/>
                    </a:lnTo>
                    <a:lnTo>
                      <a:pt x="129" y="2184"/>
                    </a:lnTo>
                    <a:lnTo>
                      <a:pt x="198" y="2321"/>
                    </a:lnTo>
                    <a:lnTo>
                      <a:pt x="276" y="2449"/>
                    </a:lnTo>
                    <a:lnTo>
                      <a:pt x="365" y="2577"/>
                    </a:lnTo>
                    <a:lnTo>
                      <a:pt x="463" y="2685"/>
                    </a:lnTo>
                    <a:lnTo>
                      <a:pt x="581" y="2784"/>
                    </a:lnTo>
                    <a:lnTo>
                      <a:pt x="699" y="2882"/>
                    </a:lnTo>
                    <a:lnTo>
                      <a:pt x="827" y="2961"/>
                    </a:lnTo>
                    <a:lnTo>
                      <a:pt x="965" y="3020"/>
                    </a:lnTo>
                    <a:lnTo>
                      <a:pt x="1112" y="3079"/>
                    </a:lnTo>
                    <a:lnTo>
                      <a:pt x="1260" y="3118"/>
                    </a:lnTo>
                    <a:lnTo>
                      <a:pt x="1417" y="3138"/>
                    </a:lnTo>
                    <a:lnTo>
                      <a:pt x="1574" y="3148"/>
                    </a:lnTo>
                    <a:lnTo>
                      <a:pt x="1741" y="3138"/>
                    </a:lnTo>
                    <a:lnTo>
                      <a:pt x="1889" y="3118"/>
                    </a:lnTo>
                    <a:lnTo>
                      <a:pt x="2046" y="3079"/>
                    </a:lnTo>
                    <a:lnTo>
                      <a:pt x="2184" y="3020"/>
                    </a:lnTo>
                    <a:lnTo>
                      <a:pt x="2322" y="2961"/>
                    </a:lnTo>
                    <a:lnTo>
                      <a:pt x="2459" y="2882"/>
                    </a:lnTo>
                    <a:lnTo>
                      <a:pt x="2577" y="2784"/>
                    </a:lnTo>
                    <a:lnTo>
                      <a:pt x="2685" y="2685"/>
                    </a:lnTo>
                    <a:lnTo>
                      <a:pt x="2794" y="2577"/>
                    </a:lnTo>
                    <a:lnTo>
                      <a:pt x="2882" y="2449"/>
                    </a:lnTo>
                    <a:lnTo>
                      <a:pt x="2961" y="2321"/>
                    </a:lnTo>
                    <a:lnTo>
                      <a:pt x="3030" y="2184"/>
                    </a:lnTo>
                    <a:lnTo>
                      <a:pt x="3079" y="2046"/>
                    </a:lnTo>
                    <a:lnTo>
                      <a:pt x="3118" y="1889"/>
                    </a:lnTo>
                    <a:lnTo>
                      <a:pt x="3138" y="1731"/>
                    </a:lnTo>
                    <a:lnTo>
                      <a:pt x="3148" y="1574"/>
                    </a:lnTo>
                    <a:lnTo>
                      <a:pt x="3138" y="1417"/>
                    </a:lnTo>
                    <a:lnTo>
                      <a:pt x="3118" y="1259"/>
                    </a:lnTo>
                    <a:lnTo>
                      <a:pt x="3079" y="1112"/>
                    </a:lnTo>
                    <a:lnTo>
                      <a:pt x="3030" y="964"/>
                    </a:lnTo>
                    <a:lnTo>
                      <a:pt x="2961" y="827"/>
                    </a:lnTo>
                    <a:lnTo>
                      <a:pt x="2882" y="699"/>
                    </a:lnTo>
                    <a:lnTo>
                      <a:pt x="2794" y="571"/>
                    </a:lnTo>
                    <a:lnTo>
                      <a:pt x="2685" y="463"/>
                    </a:lnTo>
                    <a:lnTo>
                      <a:pt x="2577" y="365"/>
                    </a:lnTo>
                    <a:lnTo>
                      <a:pt x="2459" y="276"/>
                    </a:lnTo>
                    <a:lnTo>
                      <a:pt x="2322" y="197"/>
                    </a:lnTo>
                    <a:lnTo>
                      <a:pt x="2184" y="129"/>
                    </a:lnTo>
                    <a:lnTo>
                      <a:pt x="2046" y="70"/>
                    </a:lnTo>
                    <a:lnTo>
                      <a:pt x="1889" y="30"/>
                    </a:lnTo>
                    <a:lnTo>
                      <a:pt x="1741" y="11"/>
                    </a:lnTo>
                    <a:lnTo>
                      <a:pt x="157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87" name="Google Shape;7087;p515"/>
              <p:cNvSpPr/>
              <p:nvPr/>
            </p:nvSpPr>
            <p:spPr>
              <a:xfrm>
                <a:off x="1652150" y="4038950"/>
                <a:ext cx="78700" cy="78700"/>
              </a:xfrm>
              <a:custGeom>
                <a:avLst/>
                <a:gdLst/>
                <a:ahLst/>
                <a:cxnLst/>
                <a:rect l="l" t="t" r="r" b="b"/>
                <a:pathLst>
                  <a:path w="3148" h="3148" extrusionOk="0">
                    <a:moveTo>
                      <a:pt x="1574" y="1"/>
                    </a:moveTo>
                    <a:lnTo>
                      <a:pt x="1417" y="11"/>
                    </a:lnTo>
                    <a:lnTo>
                      <a:pt x="1260" y="30"/>
                    </a:lnTo>
                    <a:lnTo>
                      <a:pt x="1112" y="70"/>
                    </a:lnTo>
                    <a:lnTo>
                      <a:pt x="965" y="129"/>
                    </a:lnTo>
                    <a:lnTo>
                      <a:pt x="827" y="197"/>
                    </a:lnTo>
                    <a:lnTo>
                      <a:pt x="699" y="276"/>
                    </a:lnTo>
                    <a:lnTo>
                      <a:pt x="571" y="365"/>
                    </a:lnTo>
                    <a:lnTo>
                      <a:pt x="463" y="463"/>
                    </a:lnTo>
                    <a:lnTo>
                      <a:pt x="365" y="571"/>
                    </a:lnTo>
                    <a:lnTo>
                      <a:pt x="276" y="699"/>
                    </a:lnTo>
                    <a:lnTo>
                      <a:pt x="198" y="827"/>
                    </a:lnTo>
                    <a:lnTo>
                      <a:pt x="129" y="964"/>
                    </a:lnTo>
                    <a:lnTo>
                      <a:pt x="70" y="1112"/>
                    </a:lnTo>
                    <a:lnTo>
                      <a:pt x="30" y="1259"/>
                    </a:lnTo>
                    <a:lnTo>
                      <a:pt x="11" y="1417"/>
                    </a:lnTo>
                    <a:lnTo>
                      <a:pt x="1" y="1574"/>
                    </a:lnTo>
                    <a:lnTo>
                      <a:pt x="11" y="1731"/>
                    </a:lnTo>
                    <a:lnTo>
                      <a:pt x="30" y="1889"/>
                    </a:lnTo>
                    <a:lnTo>
                      <a:pt x="70" y="2046"/>
                    </a:lnTo>
                    <a:lnTo>
                      <a:pt x="129" y="2184"/>
                    </a:lnTo>
                    <a:lnTo>
                      <a:pt x="198" y="2321"/>
                    </a:lnTo>
                    <a:lnTo>
                      <a:pt x="276" y="2449"/>
                    </a:lnTo>
                    <a:lnTo>
                      <a:pt x="365" y="2577"/>
                    </a:lnTo>
                    <a:lnTo>
                      <a:pt x="463" y="2685"/>
                    </a:lnTo>
                    <a:lnTo>
                      <a:pt x="571" y="2784"/>
                    </a:lnTo>
                    <a:lnTo>
                      <a:pt x="699" y="2882"/>
                    </a:lnTo>
                    <a:lnTo>
                      <a:pt x="827" y="2961"/>
                    </a:lnTo>
                    <a:lnTo>
                      <a:pt x="965" y="3020"/>
                    </a:lnTo>
                    <a:lnTo>
                      <a:pt x="1112" y="3079"/>
                    </a:lnTo>
                    <a:lnTo>
                      <a:pt x="1260" y="3118"/>
                    </a:lnTo>
                    <a:lnTo>
                      <a:pt x="1417" y="3138"/>
                    </a:lnTo>
                    <a:lnTo>
                      <a:pt x="1574" y="3148"/>
                    </a:lnTo>
                    <a:lnTo>
                      <a:pt x="1732" y="3138"/>
                    </a:lnTo>
                    <a:lnTo>
                      <a:pt x="1889" y="3118"/>
                    </a:lnTo>
                    <a:lnTo>
                      <a:pt x="2046" y="3079"/>
                    </a:lnTo>
                    <a:lnTo>
                      <a:pt x="2184" y="3020"/>
                    </a:lnTo>
                    <a:lnTo>
                      <a:pt x="2322" y="2961"/>
                    </a:lnTo>
                    <a:lnTo>
                      <a:pt x="2449" y="2882"/>
                    </a:lnTo>
                    <a:lnTo>
                      <a:pt x="2577" y="2784"/>
                    </a:lnTo>
                    <a:lnTo>
                      <a:pt x="2685" y="2685"/>
                    </a:lnTo>
                    <a:lnTo>
                      <a:pt x="2784" y="2577"/>
                    </a:lnTo>
                    <a:lnTo>
                      <a:pt x="2882" y="2449"/>
                    </a:lnTo>
                    <a:lnTo>
                      <a:pt x="2961" y="2321"/>
                    </a:lnTo>
                    <a:lnTo>
                      <a:pt x="3020" y="2184"/>
                    </a:lnTo>
                    <a:lnTo>
                      <a:pt x="3079" y="2046"/>
                    </a:lnTo>
                    <a:lnTo>
                      <a:pt x="3118" y="1889"/>
                    </a:lnTo>
                    <a:lnTo>
                      <a:pt x="3138" y="1731"/>
                    </a:lnTo>
                    <a:lnTo>
                      <a:pt x="3148" y="1574"/>
                    </a:lnTo>
                    <a:lnTo>
                      <a:pt x="3138" y="1417"/>
                    </a:lnTo>
                    <a:lnTo>
                      <a:pt x="3118" y="1259"/>
                    </a:lnTo>
                    <a:lnTo>
                      <a:pt x="3079" y="1112"/>
                    </a:lnTo>
                    <a:lnTo>
                      <a:pt x="3020" y="964"/>
                    </a:lnTo>
                    <a:lnTo>
                      <a:pt x="2961" y="827"/>
                    </a:lnTo>
                    <a:lnTo>
                      <a:pt x="2882" y="699"/>
                    </a:lnTo>
                    <a:lnTo>
                      <a:pt x="2784" y="571"/>
                    </a:lnTo>
                    <a:lnTo>
                      <a:pt x="2685" y="463"/>
                    </a:lnTo>
                    <a:lnTo>
                      <a:pt x="2577" y="365"/>
                    </a:lnTo>
                    <a:lnTo>
                      <a:pt x="2449" y="276"/>
                    </a:lnTo>
                    <a:lnTo>
                      <a:pt x="2322" y="197"/>
                    </a:lnTo>
                    <a:lnTo>
                      <a:pt x="2184" y="129"/>
                    </a:lnTo>
                    <a:lnTo>
                      <a:pt x="2046" y="70"/>
                    </a:lnTo>
                    <a:lnTo>
                      <a:pt x="1889" y="30"/>
                    </a:lnTo>
                    <a:lnTo>
                      <a:pt x="1732" y="11"/>
                    </a:lnTo>
                    <a:lnTo>
                      <a:pt x="157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088" name="Google Shape;7088;p515"/>
            <p:cNvSpPr/>
            <p:nvPr/>
          </p:nvSpPr>
          <p:spPr>
            <a:xfrm rot="10800000">
              <a:off x="8308644" y="3963825"/>
              <a:ext cx="170052" cy="95347"/>
            </a:xfrm>
            <a:custGeom>
              <a:avLst/>
              <a:gdLst/>
              <a:ahLst/>
              <a:cxnLst/>
              <a:rect l="l" t="t" r="r" b="b"/>
              <a:pathLst>
                <a:path w="7612" h="4268" extrusionOk="0">
                  <a:moveTo>
                    <a:pt x="3334" y="0"/>
                  </a:moveTo>
                  <a:lnTo>
                    <a:pt x="3334" y="1898"/>
                  </a:lnTo>
                  <a:lnTo>
                    <a:pt x="0" y="1898"/>
                  </a:lnTo>
                  <a:lnTo>
                    <a:pt x="0" y="4268"/>
                  </a:lnTo>
                  <a:lnTo>
                    <a:pt x="954" y="4268"/>
                  </a:lnTo>
                  <a:lnTo>
                    <a:pt x="954" y="2852"/>
                  </a:lnTo>
                  <a:lnTo>
                    <a:pt x="6667" y="2852"/>
                  </a:lnTo>
                  <a:lnTo>
                    <a:pt x="6667" y="4268"/>
                  </a:lnTo>
                  <a:lnTo>
                    <a:pt x="7611" y="4268"/>
                  </a:lnTo>
                  <a:lnTo>
                    <a:pt x="7611" y="1898"/>
                  </a:lnTo>
                  <a:lnTo>
                    <a:pt x="4288" y="1898"/>
                  </a:lnTo>
                  <a:lnTo>
                    <a:pt x="428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089" name="Google Shape;7089;p515"/>
          <p:cNvSpPr txBox="1"/>
          <p:nvPr/>
        </p:nvSpPr>
        <p:spPr>
          <a:xfrm>
            <a:off x="7366757" y="4344131"/>
            <a:ext cx="825600" cy="300300"/>
          </a:xfrm>
          <a:prstGeom prst="rect">
            <a:avLst/>
          </a:prstGeom>
          <a:noFill/>
          <a:ln>
            <a:noFill/>
          </a:ln>
        </p:spPr>
        <p:txBody>
          <a:bodyPr spcFirstLastPara="1" wrap="square" lIns="57150" tIns="57150" rIns="57150" bIns="57150" anchor="t" anchorCtr="0">
            <a:spAutoFit/>
          </a:bodyPr>
          <a:lstStyle/>
          <a:p>
            <a:pPr marL="0" lvl="0" indent="0" algn="ctr" rtl="0">
              <a:spcBef>
                <a:spcPts val="0"/>
              </a:spcBef>
              <a:spcAft>
                <a:spcPts val="0"/>
              </a:spcAft>
              <a:buNone/>
            </a:pPr>
            <a:r>
              <a:rPr lang="en" sz="700">
                <a:solidFill>
                  <a:schemeClr val="lt1"/>
                </a:solidFill>
                <a:latin typeface="IBM Plex Sans Medium"/>
                <a:ea typeface="IBM Plex Sans Medium"/>
                <a:cs typeface="IBM Plex Sans Medium"/>
                <a:sym typeface="IBM Plex Sans Medium"/>
              </a:rPr>
              <a:t>Systems</a:t>
            </a:r>
            <a:br>
              <a:rPr lang="en" sz="700">
                <a:solidFill>
                  <a:schemeClr val="lt1"/>
                </a:solidFill>
                <a:latin typeface="IBM Plex Sans Medium"/>
                <a:ea typeface="IBM Plex Sans Medium"/>
                <a:cs typeface="IBM Plex Sans Medium"/>
                <a:sym typeface="IBM Plex Sans Medium"/>
              </a:rPr>
            </a:br>
            <a:r>
              <a:rPr lang="en" sz="500">
                <a:solidFill>
                  <a:schemeClr val="lt1"/>
                </a:solidFill>
                <a:latin typeface="IBM Plex Sans Medium"/>
                <a:ea typeface="IBM Plex Sans Medium"/>
                <a:cs typeface="IBM Plex Sans Medium"/>
                <a:sym typeface="IBM Plex Sans Medium"/>
              </a:rPr>
              <a:t>(legacy + homegrown)</a:t>
            </a:r>
            <a:endParaRPr sz="500">
              <a:solidFill>
                <a:schemeClr val="lt1"/>
              </a:solidFill>
              <a:latin typeface="IBM Plex Sans Medium"/>
              <a:ea typeface="IBM Plex Sans Medium"/>
              <a:cs typeface="IBM Plex Sans Medium"/>
              <a:sym typeface="IBM Plex Sans Medium"/>
            </a:endParaRPr>
          </a:p>
        </p:txBody>
      </p:sp>
      <p:grpSp>
        <p:nvGrpSpPr>
          <p:cNvPr id="7090" name="Google Shape;7090;p515"/>
          <p:cNvGrpSpPr/>
          <p:nvPr/>
        </p:nvGrpSpPr>
        <p:grpSpPr>
          <a:xfrm>
            <a:off x="6662171" y="3998276"/>
            <a:ext cx="354633" cy="309628"/>
            <a:chOff x="725125" y="2301150"/>
            <a:chExt cx="403175" cy="352050"/>
          </a:xfrm>
        </p:grpSpPr>
        <p:sp>
          <p:nvSpPr>
            <p:cNvPr id="7091" name="Google Shape;7091;p515"/>
            <p:cNvSpPr/>
            <p:nvPr/>
          </p:nvSpPr>
          <p:spPr>
            <a:xfrm>
              <a:off x="908750" y="2458475"/>
              <a:ext cx="35925" cy="35675"/>
            </a:xfrm>
            <a:custGeom>
              <a:avLst/>
              <a:gdLst/>
              <a:ahLst/>
              <a:cxnLst/>
              <a:rect l="l" t="t" r="r" b="b"/>
              <a:pathLst>
                <a:path w="1437" h="1427" extrusionOk="0">
                  <a:moveTo>
                    <a:pt x="650" y="1"/>
                  </a:moveTo>
                  <a:lnTo>
                    <a:pt x="571" y="11"/>
                  </a:lnTo>
                  <a:lnTo>
                    <a:pt x="502" y="30"/>
                  </a:lnTo>
                  <a:lnTo>
                    <a:pt x="443" y="60"/>
                  </a:lnTo>
                  <a:lnTo>
                    <a:pt x="374" y="89"/>
                  </a:lnTo>
                  <a:lnTo>
                    <a:pt x="315" y="119"/>
                  </a:lnTo>
                  <a:lnTo>
                    <a:pt x="266" y="158"/>
                  </a:lnTo>
                  <a:lnTo>
                    <a:pt x="217" y="207"/>
                  </a:lnTo>
                  <a:lnTo>
                    <a:pt x="168" y="257"/>
                  </a:lnTo>
                  <a:lnTo>
                    <a:pt x="128" y="316"/>
                  </a:lnTo>
                  <a:lnTo>
                    <a:pt x="89" y="375"/>
                  </a:lnTo>
                  <a:lnTo>
                    <a:pt x="60" y="434"/>
                  </a:lnTo>
                  <a:lnTo>
                    <a:pt x="40" y="502"/>
                  </a:lnTo>
                  <a:lnTo>
                    <a:pt x="20" y="571"/>
                  </a:lnTo>
                  <a:lnTo>
                    <a:pt x="10" y="640"/>
                  </a:lnTo>
                  <a:lnTo>
                    <a:pt x="1" y="709"/>
                  </a:lnTo>
                  <a:lnTo>
                    <a:pt x="10" y="788"/>
                  </a:lnTo>
                  <a:lnTo>
                    <a:pt x="20" y="856"/>
                  </a:lnTo>
                  <a:lnTo>
                    <a:pt x="40" y="925"/>
                  </a:lnTo>
                  <a:lnTo>
                    <a:pt x="60" y="994"/>
                  </a:lnTo>
                  <a:lnTo>
                    <a:pt x="89" y="1053"/>
                  </a:lnTo>
                  <a:lnTo>
                    <a:pt x="128" y="1112"/>
                  </a:lnTo>
                  <a:lnTo>
                    <a:pt x="168" y="1171"/>
                  </a:lnTo>
                  <a:lnTo>
                    <a:pt x="217" y="1220"/>
                  </a:lnTo>
                  <a:lnTo>
                    <a:pt x="266" y="1260"/>
                  </a:lnTo>
                  <a:lnTo>
                    <a:pt x="315" y="1309"/>
                  </a:lnTo>
                  <a:lnTo>
                    <a:pt x="374" y="1338"/>
                  </a:lnTo>
                  <a:lnTo>
                    <a:pt x="443" y="1368"/>
                  </a:lnTo>
                  <a:lnTo>
                    <a:pt x="502" y="1397"/>
                  </a:lnTo>
                  <a:lnTo>
                    <a:pt x="571" y="1417"/>
                  </a:lnTo>
                  <a:lnTo>
                    <a:pt x="650" y="1427"/>
                  </a:lnTo>
                  <a:lnTo>
                    <a:pt x="787" y="1427"/>
                  </a:lnTo>
                  <a:lnTo>
                    <a:pt x="866" y="1417"/>
                  </a:lnTo>
                  <a:lnTo>
                    <a:pt x="935" y="1397"/>
                  </a:lnTo>
                  <a:lnTo>
                    <a:pt x="994" y="1368"/>
                  </a:lnTo>
                  <a:lnTo>
                    <a:pt x="1063" y="1338"/>
                  </a:lnTo>
                  <a:lnTo>
                    <a:pt x="1122" y="1309"/>
                  </a:lnTo>
                  <a:lnTo>
                    <a:pt x="1171" y="1260"/>
                  </a:lnTo>
                  <a:lnTo>
                    <a:pt x="1220" y="1220"/>
                  </a:lnTo>
                  <a:lnTo>
                    <a:pt x="1269" y="1171"/>
                  </a:lnTo>
                  <a:lnTo>
                    <a:pt x="1308" y="1112"/>
                  </a:lnTo>
                  <a:lnTo>
                    <a:pt x="1348" y="1053"/>
                  </a:lnTo>
                  <a:lnTo>
                    <a:pt x="1377" y="994"/>
                  </a:lnTo>
                  <a:lnTo>
                    <a:pt x="1397" y="925"/>
                  </a:lnTo>
                  <a:lnTo>
                    <a:pt x="1417" y="856"/>
                  </a:lnTo>
                  <a:lnTo>
                    <a:pt x="1426" y="788"/>
                  </a:lnTo>
                  <a:lnTo>
                    <a:pt x="1436" y="709"/>
                  </a:lnTo>
                  <a:lnTo>
                    <a:pt x="1426" y="640"/>
                  </a:lnTo>
                  <a:lnTo>
                    <a:pt x="1417" y="571"/>
                  </a:lnTo>
                  <a:lnTo>
                    <a:pt x="1397" y="502"/>
                  </a:lnTo>
                  <a:lnTo>
                    <a:pt x="1377" y="434"/>
                  </a:lnTo>
                  <a:lnTo>
                    <a:pt x="1348" y="375"/>
                  </a:lnTo>
                  <a:lnTo>
                    <a:pt x="1308" y="316"/>
                  </a:lnTo>
                  <a:lnTo>
                    <a:pt x="1269" y="257"/>
                  </a:lnTo>
                  <a:lnTo>
                    <a:pt x="1220" y="207"/>
                  </a:lnTo>
                  <a:lnTo>
                    <a:pt x="1171" y="158"/>
                  </a:lnTo>
                  <a:lnTo>
                    <a:pt x="1122" y="119"/>
                  </a:lnTo>
                  <a:lnTo>
                    <a:pt x="1063" y="89"/>
                  </a:lnTo>
                  <a:lnTo>
                    <a:pt x="994" y="60"/>
                  </a:lnTo>
                  <a:lnTo>
                    <a:pt x="935" y="30"/>
                  </a:lnTo>
                  <a:lnTo>
                    <a:pt x="866" y="11"/>
                  </a:lnTo>
                  <a:lnTo>
                    <a:pt x="78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92" name="Google Shape;7092;p515"/>
            <p:cNvSpPr/>
            <p:nvPr/>
          </p:nvSpPr>
          <p:spPr>
            <a:xfrm>
              <a:off x="752650" y="2305325"/>
              <a:ext cx="348125" cy="341975"/>
            </a:xfrm>
            <a:custGeom>
              <a:avLst/>
              <a:gdLst/>
              <a:ahLst/>
              <a:cxnLst/>
              <a:rect l="l" t="t" r="r" b="b"/>
              <a:pathLst>
                <a:path w="13925" h="13679" extrusionOk="0">
                  <a:moveTo>
                    <a:pt x="4996" y="1"/>
                  </a:moveTo>
                  <a:lnTo>
                    <a:pt x="5035" y="129"/>
                  </a:lnTo>
                  <a:lnTo>
                    <a:pt x="5065" y="266"/>
                  </a:lnTo>
                  <a:lnTo>
                    <a:pt x="5084" y="404"/>
                  </a:lnTo>
                  <a:lnTo>
                    <a:pt x="5084" y="542"/>
                  </a:lnTo>
                  <a:lnTo>
                    <a:pt x="5084" y="650"/>
                  </a:lnTo>
                  <a:lnTo>
                    <a:pt x="5074" y="748"/>
                  </a:lnTo>
                  <a:lnTo>
                    <a:pt x="5055" y="846"/>
                  </a:lnTo>
                  <a:lnTo>
                    <a:pt x="5035" y="945"/>
                  </a:lnTo>
                  <a:lnTo>
                    <a:pt x="8890" y="945"/>
                  </a:lnTo>
                  <a:lnTo>
                    <a:pt x="8870" y="846"/>
                  </a:lnTo>
                  <a:lnTo>
                    <a:pt x="8850" y="748"/>
                  </a:lnTo>
                  <a:lnTo>
                    <a:pt x="8841" y="650"/>
                  </a:lnTo>
                  <a:lnTo>
                    <a:pt x="8841" y="542"/>
                  </a:lnTo>
                  <a:lnTo>
                    <a:pt x="8841" y="404"/>
                  </a:lnTo>
                  <a:lnTo>
                    <a:pt x="8860" y="266"/>
                  </a:lnTo>
                  <a:lnTo>
                    <a:pt x="8890" y="129"/>
                  </a:lnTo>
                  <a:lnTo>
                    <a:pt x="8929" y="1"/>
                  </a:lnTo>
                  <a:close/>
                  <a:moveTo>
                    <a:pt x="2105" y="1564"/>
                  </a:moveTo>
                  <a:lnTo>
                    <a:pt x="0" y="5222"/>
                  </a:lnTo>
                  <a:lnTo>
                    <a:pt x="118" y="5252"/>
                  </a:lnTo>
                  <a:lnTo>
                    <a:pt x="227" y="5291"/>
                  </a:lnTo>
                  <a:lnTo>
                    <a:pt x="345" y="5340"/>
                  </a:lnTo>
                  <a:lnTo>
                    <a:pt x="443" y="5399"/>
                  </a:lnTo>
                  <a:lnTo>
                    <a:pt x="551" y="5468"/>
                  </a:lnTo>
                  <a:lnTo>
                    <a:pt x="649" y="5537"/>
                  </a:lnTo>
                  <a:lnTo>
                    <a:pt x="738" y="5616"/>
                  </a:lnTo>
                  <a:lnTo>
                    <a:pt x="817" y="5694"/>
                  </a:lnTo>
                  <a:lnTo>
                    <a:pt x="2882" y="2125"/>
                  </a:lnTo>
                  <a:lnTo>
                    <a:pt x="2773" y="2076"/>
                  </a:lnTo>
                  <a:lnTo>
                    <a:pt x="2655" y="2026"/>
                  </a:lnTo>
                  <a:lnTo>
                    <a:pt x="2557" y="1967"/>
                  </a:lnTo>
                  <a:lnTo>
                    <a:pt x="2449" y="1899"/>
                  </a:lnTo>
                  <a:lnTo>
                    <a:pt x="2360" y="1830"/>
                  </a:lnTo>
                  <a:lnTo>
                    <a:pt x="2272" y="1741"/>
                  </a:lnTo>
                  <a:lnTo>
                    <a:pt x="2183" y="1663"/>
                  </a:lnTo>
                  <a:lnTo>
                    <a:pt x="2105" y="1564"/>
                  </a:lnTo>
                  <a:close/>
                  <a:moveTo>
                    <a:pt x="11820" y="1564"/>
                  </a:moveTo>
                  <a:lnTo>
                    <a:pt x="11742" y="1663"/>
                  </a:lnTo>
                  <a:lnTo>
                    <a:pt x="11653" y="1741"/>
                  </a:lnTo>
                  <a:lnTo>
                    <a:pt x="11565" y="1830"/>
                  </a:lnTo>
                  <a:lnTo>
                    <a:pt x="11476" y="1899"/>
                  </a:lnTo>
                  <a:lnTo>
                    <a:pt x="11368" y="1967"/>
                  </a:lnTo>
                  <a:lnTo>
                    <a:pt x="11270" y="2026"/>
                  </a:lnTo>
                  <a:lnTo>
                    <a:pt x="11152" y="2076"/>
                  </a:lnTo>
                  <a:lnTo>
                    <a:pt x="11043" y="2125"/>
                  </a:lnTo>
                  <a:lnTo>
                    <a:pt x="13108" y="5694"/>
                  </a:lnTo>
                  <a:lnTo>
                    <a:pt x="13187" y="5616"/>
                  </a:lnTo>
                  <a:lnTo>
                    <a:pt x="13276" y="5537"/>
                  </a:lnTo>
                  <a:lnTo>
                    <a:pt x="13374" y="5468"/>
                  </a:lnTo>
                  <a:lnTo>
                    <a:pt x="13482" y="5399"/>
                  </a:lnTo>
                  <a:lnTo>
                    <a:pt x="13580" y="5340"/>
                  </a:lnTo>
                  <a:lnTo>
                    <a:pt x="13698" y="5291"/>
                  </a:lnTo>
                  <a:lnTo>
                    <a:pt x="13807" y="5252"/>
                  </a:lnTo>
                  <a:lnTo>
                    <a:pt x="13925" y="5222"/>
                  </a:lnTo>
                  <a:lnTo>
                    <a:pt x="11820" y="1564"/>
                  </a:lnTo>
                  <a:close/>
                  <a:moveTo>
                    <a:pt x="817" y="7985"/>
                  </a:moveTo>
                  <a:lnTo>
                    <a:pt x="738" y="8064"/>
                  </a:lnTo>
                  <a:lnTo>
                    <a:pt x="649" y="8143"/>
                  </a:lnTo>
                  <a:lnTo>
                    <a:pt x="551" y="8212"/>
                  </a:lnTo>
                  <a:lnTo>
                    <a:pt x="443" y="8280"/>
                  </a:lnTo>
                  <a:lnTo>
                    <a:pt x="345" y="8339"/>
                  </a:lnTo>
                  <a:lnTo>
                    <a:pt x="227" y="8389"/>
                  </a:lnTo>
                  <a:lnTo>
                    <a:pt x="118" y="8428"/>
                  </a:lnTo>
                  <a:lnTo>
                    <a:pt x="0" y="8457"/>
                  </a:lnTo>
                  <a:lnTo>
                    <a:pt x="2134" y="12155"/>
                  </a:lnTo>
                  <a:lnTo>
                    <a:pt x="2213" y="12066"/>
                  </a:lnTo>
                  <a:lnTo>
                    <a:pt x="2292" y="11978"/>
                  </a:lnTo>
                  <a:lnTo>
                    <a:pt x="2390" y="11899"/>
                  </a:lnTo>
                  <a:lnTo>
                    <a:pt x="2488" y="11830"/>
                  </a:lnTo>
                  <a:lnTo>
                    <a:pt x="2587" y="11761"/>
                  </a:lnTo>
                  <a:lnTo>
                    <a:pt x="2695" y="11712"/>
                  </a:lnTo>
                  <a:lnTo>
                    <a:pt x="2803" y="11663"/>
                  </a:lnTo>
                  <a:lnTo>
                    <a:pt x="2921" y="11614"/>
                  </a:lnTo>
                  <a:lnTo>
                    <a:pt x="817" y="7985"/>
                  </a:lnTo>
                  <a:close/>
                  <a:moveTo>
                    <a:pt x="13108" y="7985"/>
                  </a:moveTo>
                  <a:lnTo>
                    <a:pt x="11004" y="11614"/>
                  </a:lnTo>
                  <a:lnTo>
                    <a:pt x="11122" y="11663"/>
                  </a:lnTo>
                  <a:lnTo>
                    <a:pt x="11230" y="11712"/>
                  </a:lnTo>
                  <a:lnTo>
                    <a:pt x="11338" y="11761"/>
                  </a:lnTo>
                  <a:lnTo>
                    <a:pt x="11437" y="11830"/>
                  </a:lnTo>
                  <a:lnTo>
                    <a:pt x="11535" y="11899"/>
                  </a:lnTo>
                  <a:lnTo>
                    <a:pt x="11633" y="11978"/>
                  </a:lnTo>
                  <a:lnTo>
                    <a:pt x="11712" y="12066"/>
                  </a:lnTo>
                  <a:lnTo>
                    <a:pt x="11791" y="12155"/>
                  </a:lnTo>
                  <a:lnTo>
                    <a:pt x="13925" y="8457"/>
                  </a:lnTo>
                  <a:lnTo>
                    <a:pt x="13807" y="8428"/>
                  </a:lnTo>
                  <a:lnTo>
                    <a:pt x="13698" y="8389"/>
                  </a:lnTo>
                  <a:lnTo>
                    <a:pt x="13580" y="8339"/>
                  </a:lnTo>
                  <a:lnTo>
                    <a:pt x="13482" y="8280"/>
                  </a:lnTo>
                  <a:lnTo>
                    <a:pt x="13374" y="8212"/>
                  </a:lnTo>
                  <a:lnTo>
                    <a:pt x="13276" y="8143"/>
                  </a:lnTo>
                  <a:lnTo>
                    <a:pt x="13187" y="8064"/>
                  </a:lnTo>
                  <a:lnTo>
                    <a:pt x="13108" y="7985"/>
                  </a:lnTo>
                  <a:close/>
                  <a:moveTo>
                    <a:pt x="5015" y="12725"/>
                  </a:moveTo>
                  <a:lnTo>
                    <a:pt x="5045" y="12843"/>
                  </a:lnTo>
                  <a:lnTo>
                    <a:pt x="5065" y="12961"/>
                  </a:lnTo>
                  <a:lnTo>
                    <a:pt x="5084" y="13079"/>
                  </a:lnTo>
                  <a:lnTo>
                    <a:pt x="5084" y="13207"/>
                  </a:lnTo>
                  <a:lnTo>
                    <a:pt x="5084" y="13325"/>
                  </a:lnTo>
                  <a:lnTo>
                    <a:pt x="5065" y="13453"/>
                  </a:lnTo>
                  <a:lnTo>
                    <a:pt x="5045" y="13571"/>
                  </a:lnTo>
                  <a:lnTo>
                    <a:pt x="5015" y="13679"/>
                  </a:lnTo>
                  <a:lnTo>
                    <a:pt x="8909" y="13679"/>
                  </a:lnTo>
                  <a:lnTo>
                    <a:pt x="8880" y="13571"/>
                  </a:lnTo>
                  <a:lnTo>
                    <a:pt x="8860" y="13453"/>
                  </a:lnTo>
                  <a:lnTo>
                    <a:pt x="8841" y="13325"/>
                  </a:lnTo>
                  <a:lnTo>
                    <a:pt x="8841" y="13207"/>
                  </a:lnTo>
                  <a:lnTo>
                    <a:pt x="8841" y="13079"/>
                  </a:lnTo>
                  <a:lnTo>
                    <a:pt x="8860" y="12961"/>
                  </a:lnTo>
                  <a:lnTo>
                    <a:pt x="8880" y="12843"/>
                  </a:lnTo>
                  <a:lnTo>
                    <a:pt x="8909" y="12725"/>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93" name="Google Shape;7093;p515"/>
            <p:cNvSpPr/>
            <p:nvPr/>
          </p:nvSpPr>
          <p:spPr>
            <a:xfrm>
              <a:off x="725125" y="2301150"/>
              <a:ext cx="403175" cy="352050"/>
            </a:xfrm>
            <a:custGeom>
              <a:avLst/>
              <a:gdLst/>
              <a:ahLst/>
              <a:cxnLst/>
              <a:rect l="l" t="t" r="r" b="b"/>
              <a:pathLst>
                <a:path w="16127" h="14082" extrusionOk="0">
                  <a:moveTo>
                    <a:pt x="4455" y="1"/>
                  </a:moveTo>
                  <a:lnTo>
                    <a:pt x="4376" y="10"/>
                  </a:lnTo>
                  <a:lnTo>
                    <a:pt x="4307" y="30"/>
                  </a:lnTo>
                  <a:lnTo>
                    <a:pt x="4248" y="60"/>
                  </a:lnTo>
                  <a:lnTo>
                    <a:pt x="4179" y="89"/>
                  </a:lnTo>
                  <a:lnTo>
                    <a:pt x="4120" y="119"/>
                  </a:lnTo>
                  <a:lnTo>
                    <a:pt x="4071" y="158"/>
                  </a:lnTo>
                  <a:lnTo>
                    <a:pt x="4022" y="207"/>
                  </a:lnTo>
                  <a:lnTo>
                    <a:pt x="3973" y="256"/>
                  </a:lnTo>
                  <a:lnTo>
                    <a:pt x="3933" y="315"/>
                  </a:lnTo>
                  <a:lnTo>
                    <a:pt x="3894" y="374"/>
                  </a:lnTo>
                  <a:lnTo>
                    <a:pt x="3865" y="433"/>
                  </a:lnTo>
                  <a:lnTo>
                    <a:pt x="3845" y="502"/>
                  </a:lnTo>
                  <a:lnTo>
                    <a:pt x="3825" y="571"/>
                  </a:lnTo>
                  <a:lnTo>
                    <a:pt x="3815" y="640"/>
                  </a:lnTo>
                  <a:lnTo>
                    <a:pt x="3806" y="709"/>
                  </a:lnTo>
                  <a:lnTo>
                    <a:pt x="3815" y="787"/>
                  </a:lnTo>
                  <a:lnTo>
                    <a:pt x="3825" y="856"/>
                  </a:lnTo>
                  <a:lnTo>
                    <a:pt x="3845" y="925"/>
                  </a:lnTo>
                  <a:lnTo>
                    <a:pt x="3865" y="994"/>
                  </a:lnTo>
                  <a:lnTo>
                    <a:pt x="3894" y="1053"/>
                  </a:lnTo>
                  <a:lnTo>
                    <a:pt x="3933" y="1112"/>
                  </a:lnTo>
                  <a:lnTo>
                    <a:pt x="3973" y="1171"/>
                  </a:lnTo>
                  <a:lnTo>
                    <a:pt x="4022" y="1220"/>
                  </a:lnTo>
                  <a:lnTo>
                    <a:pt x="4071" y="1259"/>
                  </a:lnTo>
                  <a:lnTo>
                    <a:pt x="4120" y="1308"/>
                  </a:lnTo>
                  <a:lnTo>
                    <a:pt x="4179" y="1338"/>
                  </a:lnTo>
                  <a:lnTo>
                    <a:pt x="4248" y="1367"/>
                  </a:lnTo>
                  <a:lnTo>
                    <a:pt x="4307" y="1397"/>
                  </a:lnTo>
                  <a:lnTo>
                    <a:pt x="4376" y="1417"/>
                  </a:lnTo>
                  <a:lnTo>
                    <a:pt x="4455" y="1426"/>
                  </a:lnTo>
                  <a:lnTo>
                    <a:pt x="4592" y="1426"/>
                  </a:lnTo>
                  <a:lnTo>
                    <a:pt x="4671" y="1417"/>
                  </a:lnTo>
                  <a:lnTo>
                    <a:pt x="4740" y="1397"/>
                  </a:lnTo>
                  <a:lnTo>
                    <a:pt x="4799" y="1367"/>
                  </a:lnTo>
                  <a:lnTo>
                    <a:pt x="4868" y="1338"/>
                  </a:lnTo>
                  <a:lnTo>
                    <a:pt x="4927" y="1308"/>
                  </a:lnTo>
                  <a:lnTo>
                    <a:pt x="4976" y="1259"/>
                  </a:lnTo>
                  <a:lnTo>
                    <a:pt x="5025" y="1220"/>
                  </a:lnTo>
                  <a:lnTo>
                    <a:pt x="5074" y="1171"/>
                  </a:lnTo>
                  <a:lnTo>
                    <a:pt x="5113" y="1112"/>
                  </a:lnTo>
                  <a:lnTo>
                    <a:pt x="5153" y="1053"/>
                  </a:lnTo>
                  <a:lnTo>
                    <a:pt x="5182" y="994"/>
                  </a:lnTo>
                  <a:lnTo>
                    <a:pt x="5202" y="925"/>
                  </a:lnTo>
                  <a:lnTo>
                    <a:pt x="5222" y="856"/>
                  </a:lnTo>
                  <a:lnTo>
                    <a:pt x="5231" y="787"/>
                  </a:lnTo>
                  <a:lnTo>
                    <a:pt x="5241" y="709"/>
                  </a:lnTo>
                  <a:lnTo>
                    <a:pt x="5231" y="640"/>
                  </a:lnTo>
                  <a:lnTo>
                    <a:pt x="5222" y="571"/>
                  </a:lnTo>
                  <a:lnTo>
                    <a:pt x="5202" y="502"/>
                  </a:lnTo>
                  <a:lnTo>
                    <a:pt x="5182" y="433"/>
                  </a:lnTo>
                  <a:lnTo>
                    <a:pt x="5153" y="374"/>
                  </a:lnTo>
                  <a:lnTo>
                    <a:pt x="5113" y="315"/>
                  </a:lnTo>
                  <a:lnTo>
                    <a:pt x="5074" y="256"/>
                  </a:lnTo>
                  <a:lnTo>
                    <a:pt x="5025" y="207"/>
                  </a:lnTo>
                  <a:lnTo>
                    <a:pt x="4976" y="158"/>
                  </a:lnTo>
                  <a:lnTo>
                    <a:pt x="4927" y="119"/>
                  </a:lnTo>
                  <a:lnTo>
                    <a:pt x="4868" y="89"/>
                  </a:lnTo>
                  <a:lnTo>
                    <a:pt x="4799" y="60"/>
                  </a:lnTo>
                  <a:lnTo>
                    <a:pt x="4740" y="30"/>
                  </a:lnTo>
                  <a:lnTo>
                    <a:pt x="4671" y="10"/>
                  </a:lnTo>
                  <a:lnTo>
                    <a:pt x="4592" y="1"/>
                  </a:lnTo>
                  <a:close/>
                  <a:moveTo>
                    <a:pt x="11535" y="1"/>
                  </a:moveTo>
                  <a:lnTo>
                    <a:pt x="11456" y="10"/>
                  </a:lnTo>
                  <a:lnTo>
                    <a:pt x="11387" y="30"/>
                  </a:lnTo>
                  <a:lnTo>
                    <a:pt x="11328" y="60"/>
                  </a:lnTo>
                  <a:lnTo>
                    <a:pt x="11259" y="89"/>
                  </a:lnTo>
                  <a:lnTo>
                    <a:pt x="11200" y="119"/>
                  </a:lnTo>
                  <a:lnTo>
                    <a:pt x="11151" y="158"/>
                  </a:lnTo>
                  <a:lnTo>
                    <a:pt x="11102" y="207"/>
                  </a:lnTo>
                  <a:lnTo>
                    <a:pt x="11053" y="256"/>
                  </a:lnTo>
                  <a:lnTo>
                    <a:pt x="11014" y="315"/>
                  </a:lnTo>
                  <a:lnTo>
                    <a:pt x="10974" y="374"/>
                  </a:lnTo>
                  <a:lnTo>
                    <a:pt x="10945" y="433"/>
                  </a:lnTo>
                  <a:lnTo>
                    <a:pt x="10925" y="502"/>
                  </a:lnTo>
                  <a:lnTo>
                    <a:pt x="10905" y="571"/>
                  </a:lnTo>
                  <a:lnTo>
                    <a:pt x="10896" y="640"/>
                  </a:lnTo>
                  <a:lnTo>
                    <a:pt x="10886" y="709"/>
                  </a:lnTo>
                  <a:lnTo>
                    <a:pt x="10896" y="787"/>
                  </a:lnTo>
                  <a:lnTo>
                    <a:pt x="10905" y="856"/>
                  </a:lnTo>
                  <a:lnTo>
                    <a:pt x="10925" y="925"/>
                  </a:lnTo>
                  <a:lnTo>
                    <a:pt x="10945" y="994"/>
                  </a:lnTo>
                  <a:lnTo>
                    <a:pt x="10974" y="1053"/>
                  </a:lnTo>
                  <a:lnTo>
                    <a:pt x="11014" y="1112"/>
                  </a:lnTo>
                  <a:lnTo>
                    <a:pt x="11053" y="1171"/>
                  </a:lnTo>
                  <a:lnTo>
                    <a:pt x="11102" y="1220"/>
                  </a:lnTo>
                  <a:lnTo>
                    <a:pt x="11151" y="1259"/>
                  </a:lnTo>
                  <a:lnTo>
                    <a:pt x="11200" y="1308"/>
                  </a:lnTo>
                  <a:lnTo>
                    <a:pt x="11259" y="1338"/>
                  </a:lnTo>
                  <a:lnTo>
                    <a:pt x="11328" y="1367"/>
                  </a:lnTo>
                  <a:lnTo>
                    <a:pt x="11387" y="1397"/>
                  </a:lnTo>
                  <a:lnTo>
                    <a:pt x="11456" y="1417"/>
                  </a:lnTo>
                  <a:lnTo>
                    <a:pt x="11535" y="1426"/>
                  </a:lnTo>
                  <a:lnTo>
                    <a:pt x="11672" y="1426"/>
                  </a:lnTo>
                  <a:lnTo>
                    <a:pt x="11751" y="1417"/>
                  </a:lnTo>
                  <a:lnTo>
                    <a:pt x="11820" y="1397"/>
                  </a:lnTo>
                  <a:lnTo>
                    <a:pt x="11879" y="1367"/>
                  </a:lnTo>
                  <a:lnTo>
                    <a:pt x="11948" y="1338"/>
                  </a:lnTo>
                  <a:lnTo>
                    <a:pt x="12007" y="1308"/>
                  </a:lnTo>
                  <a:lnTo>
                    <a:pt x="12056" y="1259"/>
                  </a:lnTo>
                  <a:lnTo>
                    <a:pt x="12105" y="1220"/>
                  </a:lnTo>
                  <a:lnTo>
                    <a:pt x="12154" y="1171"/>
                  </a:lnTo>
                  <a:lnTo>
                    <a:pt x="12194" y="1112"/>
                  </a:lnTo>
                  <a:lnTo>
                    <a:pt x="12233" y="1053"/>
                  </a:lnTo>
                  <a:lnTo>
                    <a:pt x="12262" y="994"/>
                  </a:lnTo>
                  <a:lnTo>
                    <a:pt x="12282" y="925"/>
                  </a:lnTo>
                  <a:lnTo>
                    <a:pt x="12302" y="856"/>
                  </a:lnTo>
                  <a:lnTo>
                    <a:pt x="12312" y="787"/>
                  </a:lnTo>
                  <a:lnTo>
                    <a:pt x="12321" y="709"/>
                  </a:lnTo>
                  <a:lnTo>
                    <a:pt x="12312" y="640"/>
                  </a:lnTo>
                  <a:lnTo>
                    <a:pt x="12302" y="571"/>
                  </a:lnTo>
                  <a:lnTo>
                    <a:pt x="12282" y="502"/>
                  </a:lnTo>
                  <a:lnTo>
                    <a:pt x="12262" y="433"/>
                  </a:lnTo>
                  <a:lnTo>
                    <a:pt x="12233" y="374"/>
                  </a:lnTo>
                  <a:lnTo>
                    <a:pt x="12194" y="315"/>
                  </a:lnTo>
                  <a:lnTo>
                    <a:pt x="12154" y="256"/>
                  </a:lnTo>
                  <a:lnTo>
                    <a:pt x="12105" y="207"/>
                  </a:lnTo>
                  <a:lnTo>
                    <a:pt x="12056" y="158"/>
                  </a:lnTo>
                  <a:lnTo>
                    <a:pt x="12007" y="119"/>
                  </a:lnTo>
                  <a:lnTo>
                    <a:pt x="11948" y="89"/>
                  </a:lnTo>
                  <a:lnTo>
                    <a:pt x="11879" y="60"/>
                  </a:lnTo>
                  <a:lnTo>
                    <a:pt x="11820" y="30"/>
                  </a:lnTo>
                  <a:lnTo>
                    <a:pt x="11751" y="10"/>
                  </a:lnTo>
                  <a:lnTo>
                    <a:pt x="11672" y="1"/>
                  </a:lnTo>
                  <a:close/>
                  <a:moveTo>
                    <a:pt x="639" y="6294"/>
                  </a:moveTo>
                  <a:lnTo>
                    <a:pt x="570" y="6304"/>
                  </a:lnTo>
                  <a:lnTo>
                    <a:pt x="502" y="6323"/>
                  </a:lnTo>
                  <a:lnTo>
                    <a:pt x="433" y="6353"/>
                  </a:lnTo>
                  <a:lnTo>
                    <a:pt x="374" y="6382"/>
                  </a:lnTo>
                  <a:lnTo>
                    <a:pt x="315" y="6412"/>
                  </a:lnTo>
                  <a:lnTo>
                    <a:pt x="256" y="6451"/>
                  </a:lnTo>
                  <a:lnTo>
                    <a:pt x="207" y="6500"/>
                  </a:lnTo>
                  <a:lnTo>
                    <a:pt x="157" y="6550"/>
                  </a:lnTo>
                  <a:lnTo>
                    <a:pt x="118" y="6609"/>
                  </a:lnTo>
                  <a:lnTo>
                    <a:pt x="89" y="6668"/>
                  </a:lnTo>
                  <a:lnTo>
                    <a:pt x="59" y="6727"/>
                  </a:lnTo>
                  <a:lnTo>
                    <a:pt x="30" y="6795"/>
                  </a:lnTo>
                  <a:lnTo>
                    <a:pt x="10" y="6864"/>
                  </a:lnTo>
                  <a:lnTo>
                    <a:pt x="0" y="6933"/>
                  </a:lnTo>
                  <a:lnTo>
                    <a:pt x="0" y="7002"/>
                  </a:lnTo>
                  <a:lnTo>
                    <a:pt x="0" y="7081"/>
                  </a:lnTo>
                  <a:lnTo>
                    <a:pt x="10" y="7149"/>
                  </a:lnTo>
                  <a:lnTo>
                    <a:pt x="30" y="7218"/>
                  </a:lnTo>
                  <a:lnTo>
                    <a:pt x="59" y="7287"/>
                  </a:lnTo>
                  <a:lnTo>
                    <a:pt x="89" y="7346"/>
                  </a:lnTo>
                  <a:lnTo>
                    <a:pt x="118" y="7405"/>
                  </a:lnTo>
                  <a:lnTo>
                    <a:pt x="157" y="7464"/>
                  </a:lnTo>
                  <a:lnTo>
                    <a:pt x="207" y="7513"/>
                  </a:lnTo>
                  <a:lnTo>
                    <a:pt x="256" y="7553"/>
                  </a:lnTo>
                  <a:lnTo>
                    <a:pt x="315" y="7602"/>
                  </a:lnTo>
                  <a:lnTo>
                    <a:pt x="374" y="7631"/>
                  </a:lnTo>
                  <a:lnTo>
                    <a:pt x="433" y="7661"/>
                  </a:lnTo>
                  <a:lnTo>
                    <a:pt x="502" y="7690"/>
                  </a:lnTo>
                  <a:lnTo>
                    <a:pt x="570" y="7710"/>
                  </a:lnTo>
                  <a:lnTo>
                    <a:pt x="639" y="7720"/>
                  </a:lnTo>
                  <a:lnTo>
                    <a:pt x="787" y="7720"/>
                  </a:lnTo>
                  <a:lnTo>
                    <a:pt x="856" y="7710"/>
                  </a:lnTo>
                  <a:lnTo>
                    <a:pt x="924" y="7690"/>
                  </a:lnTo>
                  <a:lnTo>
                    <a:pt x="993" y="7661"/>
                  </a:lnTo>
                  <a:lnTo>
                    <a:pt x="1052" y="7631"/>
                  </a:lnTo>
                  <a:lnTo>
                    <a:pt x="1111" y="7602"/>
                  </a:lnTo>
                  <a:lnTo>
                    <a:pt x="1170" y="7553"/>
                  </a:lnTo>
                  <a:lnTo>
                    <a:pt x="1219" y="7513"/>
                  </a:lnTo>
                  <a:lnTo>
                    <a:pt x="1259" y="7464"/>
                  </a:lnTo>
                  <a:lnTo>
                    <a:pt x="1308" y="7405"/>
                  </a:lnTo>
                  <a:lnTo>
                    <a:pt x="1337" y="7346"/>
                  </a:lnTo>
                  <a:lnTo>
                    <a:pt x="1367" y="7287"/>
                  </a:lnTo>
                  <a:lnTo>
                    <a:pt x="1396" y="7218"/>
                  </a:lnTo>
                  <a:lnTo>
                    <a:pt x="1416" y="7149"/>
                  </a:lnTo>
                  <a:lnTo>
                    <a:pt x="1426" y="7081"/>
                  </a:lnTo>
                  <a:lnTo>
                    <a:pt x="1426" y="7002"/>
                  </a:lnTo>
                  <a:lnTo>
                    <a:pt x="1426" y="6933"/>
                  </a:lnTo>
                  <a:lnTo>
                    <a:pt x="1416" y="6864"/>
                  </a:lnTo>
                  <a:lnTo>
                    <a:pt x="1396" y="6795"/>
                  </a:lnTo>
                  <a:lnTo>
                    <a:pt x="1367" y="6727"/>
                  </a:lnTo>
                  <a:lnTo>
                    <a:pt x="1337" y="6668"/>
                  </a:lnTo>
                  <a:lnTo>
                    <a:pt x="1308" y="6609"/>
                  </a:lnTo>
                  <a:lnTo>
                    <a:pt x="1259" y="6550"/>
                  </a:lnTo>
                  <a:lnTo>
                    <a:pt x="1219" y="6500"/>
                  </a:lnTo>
                  <a:lnTo>
                    <a:pt x="1170" y="6451"/>
                  </a:lnTo>
                  <a:lnTo>
                    <a:pt x="1111" y="6412"/>
                  </a:lnTo>
                  <a:lnTo>
                    <a:pt x="1052" y="6382"/>
                  </a:lnTo>
                  <a:lnTo>
                    <a:pt x="993" y="6353"/>
                  </a:lnTo>
                  <a:lnTo>
                    <a:pt x="924" y="6323"/>
                  </a:lnTo>
                  <a:lnTo>
                    <a:pt x="856" y="6304"/>
                  </a:lnTo>
                  <a:lnTo>
                    <a:pt x="787" y="6294"/>
                  </a:lnTo>
                  <a:close/>
                  <a:moveTo>
                    <a:pt x="15340" y="6294"/>
                  </a:moveTo>
                  <a:lnTo>
                    <a:pt x="15271" y="6304"/>
                  </a:lnTo>
                  <a:lnTo>
                    <a:pt x="15203" y="6323"/>
                  </a:lnTo>
                  <a:lnTo>
                    <a:pt x="15134" y="6353"/>
                  </a:lnTo>
                  <a:lnTo>
                    <a:pt x="15075" y="6382"/>
                  </a:lnTo>
                  <a:lnTo>
                    <a:pt x="15016" y="6412"/>
                  </a:lnTo>
                  <a:lnTo>
                    <a:pt x="14957" y="6451"/>
                  </a:lnTo>
                  <a:lnTo>
                    <a:pt x="14908" y="6500"/>
                  </a:lnTo>
                  <a:lnTo>
                    <a:pt x="14868" y="6550"/>
                  </a:lnTo>
                  <a:lnTo>
                    <a:pt x="14819" y="6609"/>
                  </a:lnTo>
                  <a:lnTo>
                    <a:pt x="14790" y="6668"/>
                  </a:lnTo>
                  <a:lnTo>
                    <a:pt x="14760" y="6727"/>
                  </a:lnTo>
                  <a:lnTo>
                    <a:pt x="14731" y="6795"/>
                  </a:lnTo>
                  <a:lnTo>
                    <a:pt x="14711" y="6864"/>
                  </a:lnTo>
                  <a:lnTo>
                    <a:pt x="14701" y="6933"/>
                  </a:lnTo>
                  <a:lnTo>
                    <a:pt x="14701" y="7002"/>
                  </a:lnTo>
                  <a:lnTo>
                    <a:pt x="14701" y="7081"/>
                  </a:lnTo>
                  <a:lnTo>
                    <a:pt x="14711" y="7149"/>
                  </a:lnTo>
                  <a:lnTo>
                    <a:pt x="14731" y="7218"/>
                  </a:lnTo>
                  <a:lnTo>
                    <a:pt x="14760" y="7287"/>
                  </a:lnTo>
                  <a:lnTo>
                    <a:pt x="14790" y="7346"/>
                  </a:lnTo>
                  <a:lnTo>
                    <a:pt x="14819" y="7405"/>
                  </a:lnTo>
                  <a:lnTo>
                    <a:pt x="14868" y="7464"/>
                  </a:lnTo>
                  <a:lnTo>
                    <a:pt x="14908" y="7513"/>
                  </a:lnTo>
                  <a:lnTo>
                    <a:pt x="14957" y="7553"/>
                  </a:lnTo>
                  <a:lnTo>
                    <a:pt x="15016" y="7602"/>
                  </a:lnTo>
                  <a:lnTo>
                    <a:pt x="15075" y="7631"/>
                  </a:lnTo>
                  <a:lnTo>
                    <a:pt x="15134" y="7661"/>
                  </a:lnTo>
                  <a:lnTo>
                    <a:pt x="15203" y="7690"/>
                  </a:lnTo>
                  <a:lnTo>
                    <a:pt x="15271" y="7710"/>
                  </a:lnTo>
                  <a:lnTo>
                    <a:pt x="15340" y="7720"/>
                  </a:lnTo>
                  <a:lnTo>
                    <a:pt x="15488" y="7720"/>
                  </a:lnTo>
                  <a:lnTo>
                    <a:pt x="15557" y="7710"/>
                  </a:lnTo>
                  <a:lnTo>
                    <a:pt x="15625" y="7690"/>
                  </a:lnTo>
                  <a:lnTo>
                    <a:pt x="15694" y="7661"/>
                  </a:lnTo>
                  <a:lnTo>
                    <a:pt x="15753" y="7631"/>
                  </a:lnTo>
                  <a:lnTo>
                    <a:pt x="15812" y="7602"/>
                  </a:lnTo>
                  <a:lnTo>
                    <a:pt x="15871" y="7553"/>
                  </a:lnTo>
                  <a:lnTo>
                    <a:pt x="15920" y="7513"/>
                  </a:lnTo>
                  <a:lnTo>
                    <a:pt x="15970" y="7464"/>
                  </a:lnTo>
                  <a:lnTo>
                    <a:pt x="16009" y="7405"/>
                  </a:lnTo>
                  <a:lnTo>
                    <a:pt x="16038" y="7346"/>
                  </a:lnTo>
                  <a:lnTo>
                    <a:pt x="16068" y="7287"/>
                  </a:lnTo>
                  <a:lnTo>
                    <a:pt x="16097" y="7218"/>
                  </a:lnTo>
                  <a:lnTo>
                    <a:pt x="16117" y="7149"/>
                  </a:lnTo>
                  <a:lnTo>
                    <a:pt x="16127" y="7081"/>
                  </a:lnTo>
                  <a:lnTo>
                    <a:pt x="16127" y="7002"/>
                  </a:lnTo>
                  <a:lnTo>
                    <a:pt x="16127" y="6933"/>
                  </a:lnTo>
                  <a:lnTo>
                    <a:pt x="16117" y="6864"/>
                  </a:lnTo>
                  <a:lnTo>
                    <a:pt x="16097" y="6795"/>
                  </a:lnTo>
                  <a:lnTo>
                    <a:pt x="16068" y="6727"/>
                  </a:lnTo>
                  <a:lnTo>
                    <a:pt x="16038" y="6668"/>
                  </a:lnTo>
                  <a:lnTo>
                    <a:pt x="16009" y="6609"/>
                  </a:lnTo>
                  <a:lnTo>
                    <a:pt x="15970" y="6550"/>
                  </a:lnTo>
                  <a:lnTo>
                    <a:pt x="15920" y="6500"/>
                  </a:lnTo>
                  <a:lnTo>
                    <a:pt x="15871" y="6451"/>
                  </a:lnTo>
                  <a:lnTo>
                    <a:pt x="15812" y="6412"/>
                  </a:lnTo>
                  <a:lnTo>
                    <a:pt x="15753" y="6382"/>
                  </a:lnTo>
                  <a:lnTo>
                    <a:pt x="15694" y="6353"/>
                  </a:lnTo>
                  <a:lnTo>
                    <a:pt x="15625" y="6323"/>
                  </a:lnTo>
                  <a:lnTo>
                    <a:pt x="15557" y="6304"/>
                  </a:lnTo>
                  <a:lnTo>
                    <a:pt x="15488" y="6294"/>
                  </a:lnTo>
                  <a:close/>
                  <a:moveTo>
                    <a:pt x="4523" y="12656"/>
                  </a:moveTo>
                  <a:lnTo>
                    <a:pt x="4455" y="12666"/>
                  </a:lnTo>
                  <a:lnTo>
                    <a:pt x="4376" y="12676"/>
                  </a:lnTo>
                  <a:lnTo>
                    <a:pt x="4307" y="12695"/>
                  </a:lnTo>
                  <a:lnTo>
                    <a:pt x="4248" y="12715"/>
                  </a:lnTo>
                  <a:lnTo>
                    <a:pt x="4179" y="12745"/>
                  </a:lnTo>
                  <a:lnTo>
                    <a:pt x="4120" y="12784"/>
                  </a:lnTo>
                  <a:lnTo>
                    <a:pt x="4071" y="12823"/>
                  </a:lnTo>
                  <a:lnTo>
                    <a:pt x="4022" y="12872"/>
                  </a:lnTo>
                  <a:lnTo>
                    <a:pt x="3973" y="12922"/>
                  </a:lnTo>
                  <a:lnTo>
                    <a:pt x="3933" y="12971"/>
                  </a:lnTo>
                  <a:lnTo>
                    <a:pt x="3894" y="13030"/>
                  </a:lnTo>
                  <a:lnTo>
                    <a:pt x="3865" y="13099"/>
                  </a:lnTo>
                  <a:lnTo>
                    <a:pt x="3845" y="13158"/>
                  </a:lnTo>
                  <a:lnTo>
                    <a:pt x="3825" y="13226"/>
                  </a:lnTo>
                  <a:lnTo>
                    <a:pt x="3815" y="13295"/>
                  </a:lnTo>
                  <a:lnTo>
                    <a:pt x="3806" y="13374"/>
                  </a:lnTo>
                  <a:lnTo>
                    <a:pt x="3815" y="13443"/>
                  </a:lnTo>
                  <a:lnTo>
                    <a:pt x="3825" y="13512"/>
                  </a:lnTo>
                  <a:lnTo>
                    <a:pt x="3845" y="13580"/>
                  </a:lnTo>
                  <a:lnTo>
                    <a:pt x="3865" y="13649"/>
                  </a:lnTo>
                  <a:lnTo>
                    <a:pt x="3894" y="13708"/>
                  </a:lnTo>
                  <a:lnTo>
                    <a:pt x="3933" y="13767"/>
                  </a:lnTo>
                  <a:lnTo>
                    <a:pt x="3973" y="13826"/>
                  </a:lnTo>
                  <a:lnTo>
                    <a:pt x="4022" y="13875"/>
                  </a:lnTo>
                  <a:lnTo>
                    <a:pt x="4071" y="13925"/>
                  </a:lnTo>
                  <a:lnTo>
                    <a:pt x="4120" y="13964"/>
                  </a:lnTo>
                  <a:lnTo>
                    <a:pt x="4179" y="14003"/>
                  </a:lnTo>
                  <a:lnTo>
                    <a:pt x="4248" y="14033"/>
                  </a:lnTo>
                  <a:lnTo>
                    <a:pt x="4307" y="14052"/>
                  </a:lnTo>
                  <a:lnTo>
                    <a:pt x="4376" y="14072"/>
                  </a:lnTo>
                  <a:lnTo>
                    <a:pt x="4455" y="14082"/>
                  </a:lnTo>
                  <a:lnTo>
                    <a:pt x="4592" y="14082"/>
                  </a:lnTo>
                  <a:lnTo>
                    <a:pt x="4671" y="14072"/>
                  </a:lnTo>
                  <a:lnTo>
                    <a:pt x="4740" y="14052"/>
                  </a:lnTo>
                  <a:lnTo>
                    <a:pt x="4799" y="14033"/>
                  </a:lnTo>
                  <a:lnTo>
                    <a:pt x="4868" y="14003"/>
                  </a:lnTo>
                  <a:lnTo>
                    <a:pt x="4927" y="13964"/>
                  </a:lnTo>
                  <a:lnTo>
                    <a:pt x="4976" y="13925"/>
                  </a:lnTo>
                  <a:lnTo>
                    <a:pt x="5025" y="13875"/>
                  </a:lnTo>
                  <a:lnTo>
                    <a:pt x="5074" y="13826"/>
                  </a:lnTo>
                  <a:lnTo>
                    <a:pt x="5113" y="13767"/>
                  </a:lnTo>
                  <a:lnTo>
                    <a:pt x="5153" y="13708"/>
                  </a:lnTo>
                  <a:lnTo>
                    <a:pt x="5182" y="13649"/>
                  </a:lnTo>
                  <a:lnTo>
                    <a:pt x="5202" y="13580"/>
                  </a:lnTo>
                  <a:lnTo>
                    <a:pt x="5222" y="13512"/>
                  </a:lnTo>
                  <a:lnTo>
                    <a:pt x="5231" y="13443"/>
                  </a:lnTo>
                  <a:lnTo>
                    <a:pt x="5241" y="13374"/>
                  </a:lnTo>
                  <a:lnTo>
                    <a:pt x="5231" y="13295"/>
                  </a:lnTo>
                  <a:lnTo>
                    <a:pt x="5222" y="13226"/>
                  </a:lnTo>
                  <a:lnTo>
                    <a:pt x="5202" y="13158"/>
                  </a:lnTo>
                  <a:lnTo>
                    <a:pt x="5182" y="13099"/>
                  </a:lnTo>
                  <a:lnTo>
                    <a:pt x="5153" y="13030"/>
                  </a:lnTo>
                  <a:lnTo>
                    <a:pt x="5113" y="12971"/>
                  </a:lnTo>
                  <a:lnTo>
                    <a:pt x="5074" y="12922"/>
                  </a:lnTo>
                  <a:lnTo>
                    <a:pt x="5025" y="12872"/>
                  </a:lnTo>
                  <a:lnTo>
                    <a:pt x="4976" y="12823"/>
                  </a:lnTo>
                  <a:lnTo>
                    <a:pt x="4927" y="12784"/>
                  </a:lnTo>
                  <a:lnTo>
                    <a:pt x="4868" y="12745"/>
                  </a:lnTo>
                  <a:lnTo>
                    <a:pt x="4799" y="12715"/>
                  </a:lnTo>
                  <a:lnTo>
                    <a:pt x="4740" y="12695"/>
                  </a:lnTo>
                  <a:lnTo>
                    <a:pt x="4671" y="12676"/>
                  </a:lnTo>
                  <a:lnTo>
                    <a:pt x="4592" y="12666"/>
                  </a:lnTo>
                  <a:lnTo>
                    <a:pt x="4523" y="12656"/>
                  </a:lnTo>
                  <a:close/>
                  <a:moveTo>
                    <a:pt x="11604" y="12656"/>
                  </a:moveTo>
                  <a:lnTo>
                    <a:pt x="11535" y="12666"/>
                  </a:lnTo>
                  <a:lnTo>
                    <a:pt x="11456" y="12676"/>
                  </a:lnTo>
                  <a:lnTo>
                    <a:pt x="11387" y="12695"/>
                  </a:lnTo>
                  <a:lnTo>
                    <a:pt x="11328" y="12715"/>
                  </a:lnTo>
                  <a:lnTo>
                    <a:pt x="11259" y="12745"/>
                  </a:lnTo>
                  <a:lnTo>
                    <a:pt x="11200" y="12784"/>
                  </a:lnTo>
                  <a:lnTo>
                    <a:pt x="11151" y="12823"/>
                  </a:lnTo>
                  <a:lnTo>
                    <a:pt x="11102" y="12872"/>
                  </a:lnTo>
                  <a:lnTo>
                    <a:pt x="11053" y="12922"/>
                  </a:lnTo>
                  <a:lnTo>
                    <a:pt x="11014" y="12971"/>
                  </a:lnTo>
                  <a:lnTo>
                    <a:pt x="10974" y="13030"/>
                  </a:lnTo>
                  <a:lnTo>
                    <a:pt x="10945" y="13099"/>
                  </a:lnTo>
                  <a:lnTo>
                    <a:pt x="10925" y="13158"/>
                  </a:lnTo>
                  <a:lnTo>
                    <a:pt x="10905" y="13226"/>
                  </a:lnTo>
                  <a:lnTo>
                    <a:pt x="10896" y="13295"/>
                  </a:lnTo>
                  <a:lnTo>
                    <a:pt x="10886" y="13374"/>
                  </a:lnTo>
                  <a:lnTo>
                    <a:pt x="10896" y="13443"/>
                  </a:lnTo>
                  <a:lnTo>
                    <a:pt x="10905" y="13512"/>
                  </a:lnTo>
                  <a:lnTo>
                    <a:pt x="10925" y="13580"/>
                  </a:lnTo>
                  <a:lnTo>
                    <a:pt x="10945" y="13649"/>
                  </a:lnTo>
                  <a:lnTo>
                    <a:pt x="10974" y="13708"/>
                  </a:lnTo>
                  <a:lnTo>
                    <a:pt x="11014" y="13767"/>
                  </a:lnTo>
                  <a:lnTo>
                    <a:pt x="11053" y="13826"/>
                  </a:lnTo>
                  <a:lnTo>
                    <a:pt x="11102" y="13875"/>
                  </a:lnTo>
                  <a:lnTo>
                    <a:pt x="11151" y="13925"/>
                  </a:lnTo>
                  <a:lnTo>
                    <a:pt x="11200" y="13964"/>
                  </a:lnTo>
                  <a:lnTo>
                    <a:pt x="11259" y="14003"/>
                  </a:lnTo>
                  <a:lnTo>
                    <a:pt x="11328" y="14033"/>
                  </a:lnTo>
                  <a:lnTo>
                    <a:pt x="11387" y="14052"/>
                  </a:lnTo>
                  <a:lnTo>
                    <a:pt x="11456" y="14072"/>
                  </a:lnTo>
                  <a:lnTo>
                    <a:pt x="11535" y="14082"/>
                  </a:lnTo>
                  <a:lnTo>
                    <a:pt x="11672" y="14082"/>
                  </a:lnTo>
                  <a:lnTo>
                    <a:pt x="11751" y="14072"/>
                  </a:lnTo>
                  <a:lnTo>
                    <a:pt x="11820" y="14052"/>
                  </a:lnTo>
                  <a:lnTo>
                    <a:pt x="11879" y="14033"/>
                  </a:lnTo>
                  <a:lnTo>
                    <a:pt x="11948" y="14003"/>
                  </a:lnTo>
                  <a:lnTo>
                    <a:pt x="12007" y="13964"/>
                  </a:lnTo>
                  <a:lnTo>
                    <a:pt x="12056" y="13925"/>
                  </a:lnTo>
                  <a:lnTo>
                    <a:pt x="12105" y="13875"/>
                  </a:lnTo>
                  <a:lnTo>
                    <a:pt x="12154" y="13826"/>
                  </a:lnTo>
                  <a:lnTo>
                    <a:pt x="12194" y="13767"/>
                  </a:lnTo>
                  <a:lnTo>
                    <a:pt x="12233" y="13708"/>
                  </a:lnTo>
                  <a:lnTo>
                    <a:pt x="12262" y="13649"/>
                  </a:lnTo>
                  <a:lnTo>
                    <a:pt x="12282" y="13580"/>
                  </a:lnTo>
                  <a:lnTo>
                    <a:pt x="12302" y="13512"/>
                  </a:lnTo>
                  <a:lnTo>
                    <a:pt x="12312" y="13443"/>
                  </a:lnTo>
                  <a:lnTo>
                    <a:pt x="12321" y="13374"/>
                  </a:lnTo>
                  <a:lnTo>
                    <a:pt x="12312" y="13295"/>
                  </a:lnTo>
                  <a:lnTo>
                    <a:pt x="12302" y="13226"/>
                  </a:lnTo>
                  <a:lnTo>
                    <a:pt x="12282" y="13158"/>
                  </a:lnTo>
                  <a:lnTo>
                    <a:pt x="12262" y="13099"/>
                  </a:lnTo>
                  <a:lnTo>
                    <a:pt x="12233" y="13030"/>
                  </a:lnTo>
                  <a:lnTo>
                    <a:pt x="12194" y="12971"/>
                  </a:lnTo>
                  <a:lnTo>
                    <a:pt x="12154" y="12922"/>
                  </a:lnTo>
                  <a:lnTo>
                    <a:pt x="12105" y="12872"/>
                  </a:lnTo>
                  <a:lnTo>
                    <a:pt x="12056" y="12823"/>
                  </a:lnTo>
                  <a:lnTo>
                    <a:pt x="12007" y="12784"/>
                  </a:lnTo>
                  <a:lnTo>
                    <a:pt x="11948" y="12745"/>
                  </a:lnTo>
                  <a:lnTo>
                    <a:pt x="11879" y="12715"/>
                  </a:lnTo>
                  <a:lnTo>
                    <a:pt x="11820" y="12695"/>
                  </a:lnTo>
                  <a:lnTo>
                    <a:pt x="11751" y="12676"/>
                  </a:lnTo>
                  <a:lnTo>
                    <a:pt x="11672" y="12666"/>
                  </a:lnTo>
                  <a:lnTo>
                    <a:pt x="11604" y="12656"/>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94" name="Google Shape;7094;p515"/>
            <p:cNvSpPr/>
            <p:nvPr/>
          </p:nvSpPr>
          <p:spPr>
            <a:xfrm>
              <a:off x="808450" y="2357950"/>
              <a:ext cx="236525" cy="236750"/>
            </a:xfrm>
            <a:custGeom>
              <a:avLst/>
              <a:gdLst/>
              <a:ahLst/>
              <a:cxnLst/>
              <a:rect l="l" t="t" r="r" b="b"/>
              <a:pathLst>
                <a:path w="9461" h="9470" extrusionOk="0">
                  <a:moveTo>
                    <a:pt x="5232" y="0"/>
                  </a:moveTo>
                  <a:lnTo>
                    <a:pt x="4966" y="10"/>
                  </a:lnTo>
                  <a:lnTo>
                    <a:pt x="4701" y="30"/>
                  </a:lnTo>
                  <a:lnTo>
                    <a:pt x="4435" y="69"/>
                  </a:lnTo>
                  <a:lnTo>
                    <a:pt x="4180" y="108"/>
                  </a:lnTo>
                  <a:lnTo>
                    <a:pt x="3924" y="167"/>
                  </a:lnTo>
                  <a:lnTo>
                    <a:pt x="3678" y="236"/>
                  </a:lnTo>
                  <a:lnTo>
                    <a:pt x="3432" y="325"/>
                  </a:lnTo>
                  <a:lnTo>
                    <a:pt x="3196" y="413"/>
                  </a:lnTo>
                  <a:lnTo>
                    <a:pt x="2970" y="521"/>
                  </a:lnTo>
                  <a:lnTo>
                    <a:pt x="2744" y="639"/>
                  </a:lnTo>
                  <a:lnTo>
                    <a:pt x="2518" y="767"/>
                  </a:lnTo>
                  <a:lnTo>
                    <a:pt x="2311" y="895"/>
                  </a:lnTo>
                  <a:lnTo>
                    <a:pt x="2105" y="1042"/>
                  </a:lnTo>
                  <a:lnTo>
                    <a:pt x="1908" y="1200"/>
                  </a:lnTo>
                  <a:lnTo>
                    <a:pt x="1721" y="1367"/>
                  </a:lnTo>
                  <a:lnTo>
                    <a:pt x="1535" y="1544"/>
                  </a:lnTo>
                  <a:lnTo>
                    <a:pt x="1358" y="1721"/>
                  </a:lnTo>
                  <a:lnTo>
                    <a:pt x="1200" y="1908"/>
                  </a:lnTo>
                  <a:lnTo>
                    <a:pt x="1043" y="2104"/>
                  </a:lnTo>
                  <a:lnTo>
                    <a:pt x="895" y="2311"/>
                  </a:lnTo>
                  <a:lnTo>
                    <a:pt x="758" y="2527"/>
                  </a:lnTo>
                  <a:lnTo>
                    <a:pt x="630" y="2744"/>
                  </a:lnTo>
                  <a:lnTo>
                    <a:pt x="522" y="2970"/>
                  </a:lnTo>
                  <a:lnTo>
                    <a:pt x="414" y="3206"/>
                  </a:lnTo>
                  <a:lnTo>
                    <a:pt x="315" y="3442"/>
                  </a:lnTo>
                  <a:lnTo>
                    <a:pt x="237" y="3688"/>
                  </a:lnTo>
                  <a:lnTo>
                    <a:pt x="168" y="3933"/>
                  </a:lnTo>
                  <a:lnTo>
                    <a:pt x="109" y="4189"/>
                  </a:lnTo>
                  <a:lnTo>
                    <a:pt x="60" y="4445"/>
                  </a:lnTo>
                  <a:lnTo>
                    <a:pt x="30" y="4700"/>
                  </a:lnTo>
                  <a:lnTo>
                    <a:pt x="10" y="4966"/>
                  </a:lnTo>
                  <a:lnTo>
                    <a:pt x="1" y="5241"/>
                  </a:lnTo>
                  <a:lnTo>
                    <a:pt x="954" y="5241"/>
                  </a:lnTo>
                  <a:lnTo>
                    <a:pt x="954" y="5015"/>
                  </a:lnTo>
                  <a:lnTo>
                    <a:pt x="974" y="4799"/>
                  </a:lnTo>
                  <a:lnTo>
                    <a:pt x="1004" y="4592"/>
                  </a:lnTo>
                  <a:lnTo>
                    <a:pt x="1043" y="4376"/>
                  </a:lnTo>
                  <a:lnTo>
                    <a:pt x="1082" y="4169"/>
                  </a:lnTo>
                  <a:lnTo>
                    <a:pt x="1141" y="3963"/>
                  </a:lnTo>
                  <a:lnTo>
                    <a:pt x="1210" y="3766"/>
                  </a:lnTo>
                  <a:lnTo>
                    <a:pt x="1289" y="3570"/>
                  </a:lnTo>
                  <a:lnTo>
                    <a:pt x="1377" y="3383"/>
                  </a:lnTo>
                  <a:lnTo>
                    <a:pt x="1466" y="3196"/>
                  </a:lnTo>
                  <a:lnTo>
                    <a:pt x="1574" y="3019"/>
                  </a:lnTo>
                  <a:lnTo>
                    <a:pt x="1682" y="2842"/>
                  </a:lnTo>
                  <a:lnTo>
                    <a:pt x="1800" y="2675"/>
                  </a:lnTo>
                  <a:lnTo>
                    <a:pt x="1928" y="2517"/>
                  </a:lnTo>
                  <a:lnTo>
                    <a:pt x="2066" y="2360"/>
                  </a:lnTo>
                  <a:lnTo>
                    <a:pt x="2203" y="2213"/>
                  </a:lnTo>
                  <a:lnTo>
                    <a:pt x="2361" y="2075"/>
                  </a:lnTo>
                  <a:lnTo>
                    <a:pt x="2508" y="1937"/>
                  </a:lnTo>
                  <a:lnTo>
                    <a:pt x="2675" y="1809"/>
                  </a:lnTo>
                  <a:lnTo>
                    <a:pt x="2842" y="1691"/>
                  </a:lnTo>
                  <a:lnTo>
                    <a:pt x="3019" y="1573"/>
                  </a:lnTo>
                  <a:lnTo>
                    <a:pt x="3196" y="1475"/>
                  </a:lnTo>
                  <a:lnTo>
                    <a:pt x="3383" y="1377"/>
                  </a:lnTo>
                  <a:lnTo>
                    <a:pt x="3570" y="1288"/>
                  </a:lnTo>
                  <a:lnTo>
                    <a:pt x="3767" y="1219"/>
                  </a:lnTo>
                  <a:lnTo>
                    <a:pt x="3963" y="1151"/>
                  </a:lnTo>
                  <a:lnTo>
                    <a:pt x="4170" y="1092"/>
                  </a:lnTo>
                  <a:lnTo>
                    <a:pt x="4376" y="1042"/>
                  </a:lnTo>
                  <a:lnTo>
                    <a:pt x="4583" y="1003"/>
                  </a:lnTo>
                  <a:lnTo>
                    <a:pt x="4799" y="974"/>
                  </a:lnTo>
                  <a:lnTo>
                    <a:pt x="5016" y="964"/>
                  </a:lnTo>
                  <a:lnTo>
                    <a:pt x="5232" y="954"/>
                  </a:lnTo>
                  <a:lnTo>
                    <a:pt x="5232" y="0"/>
                  </a:lnTo>
                  <a:close/>
                  <a:moveTo>
                    <a:pt x="5065" y="1908"/>
                  </a:moveTo>
                  <a:lnTo>
                    <a:pt x="4898" y="1927"/>
                  </a:lnTo>
                  <a:lnTo>
                    <a:pt x="4730" y="1947"/>
                  </a:lnTo>
                  <a:lnTo>
                    <a:pt x="4563" y="1977"/>
                  </a:lnTo>
                  <a:lnTo>
                    <a:pt x="4406" y="2016"/>
                  </a:lnTo>
                  <a:lnTo>
                    <a:pt x="4249" y="2055"/>
                  </a:lnTo>
                  <a:lnTo>
                    <a:pt x="4091" y="2114"/>
                  </a:lnTo>
                  <a:lnTo>
                    <a:pt x="3944" y="2173"/>
                  </a:lnTo>
                  <a:lnTo>
                    <a:pt x="3796" y="2232"/>
                  </a:lnTo>
                  <a:lnTo>
                    <a:pt x="3649" y="2311"/>
                  </a:lnTo>
                  <a:lnTo>
                    <a:pt x="3511" y="2390"/>
                  </a:lnTo>
                  <a:lnTo>
                    <a:pt x="3373" y="2478"/>
                  </a:lnTo>
                  <a:lnTo>
                    <a:pt x="3246" y="2567"/>
                  </a:lnTo>
                  <a:lnTo>
                    <a:pt x="3118" y="2665"/>
                  </a:lnTo>
                  <a:lnTo>
                    <a:pt x="3000" y="2773"/>
                  </a:lnTo>
                  <a:lnTo>
                    <a:pt x="2882" y="2881"/>
                  </a:lnTo>
                  <a:lnTo>
                    <a:pt x="2774" y="2999"/>
                  </a:lnTo>
                  <a:lnTo>
                    <a:pt x="2665" y="3117"/>
                  </a:lnTo>
                  <a:lnTo>
                    <a:pt x="2567" y="3245"/>
                  </a:lnTo>
                  <a:lnTo>
                    <a:pt x="2469" y="3383"/>
                  </a:lnTo>
                  <a:lnTo>
                    <a:pt x="2390" y="3511"/>
                  </a:lnTo>
                  <a:lnTo>
                    <a:pt x="2311" y="3648"/>
                  </a:lnTo>
                  <a:lnTo>
                    <a:pt x="2233" y="3796"/>
                  </a:lnTo>
                  <a:lnTo>
                    <a:pt x="2164" y="3943"/>
                  </a:lnTo>
                  <a:lnTo>
                    <a:pt x="2105" y="4091"/>
                  </a:lnTo>
                  <a:lnTo>
                    <a:pt x="2056" y="4248"/>
                  </a:lnTo>
                  <a:lnTo>
                    <a:pt x="2007" y="4405"/>
                  </a:lnTo>
                  <a:lnTo>
                    <a:pt x="1967" y="4573"/>
                  </a:lnTo>
                  <a:lnTo>
                    <a:pt x="1938" y="4730"/>
                  </a:lnTo>
                  <a:lnTo>
                    <a:pt x="1918" y="4897"/>
                  </a:lnTo>
                  <a:lnTo>
                    <a:pt x="1908" y="5064"/>
                  </a:lnTo>
                  <a:lnTo>
                    <a:pt x="1908" y="5241"/>
                  </a:lnTo>
                  <a:lnTo>
                    <a:pt x="2852" y="5241"/>
                  </a:lnTo>
                  <a:lnTo>
                    <a:pt x="2862" y="5113"/>
                  </a:lnTo>
                  <a:lnTo>
                    <a:pt x="2872" y="4995"/>
                  </a:lnTo>
                  <a:lnTo>
                    <a:pt x="2882" y="4877"/>
                  </a:lnTo>
                  <a:lnTo>
                    <a:pt x="2901" y="4759"/>
                  </a:lnTo>
                  <a:lnTo>
                    <a:pt x="2931" y="4641"/>
                  </a:lnTo>
                  <a:lnTo>
                    <a:pt x="2960" y="4533"/>
                  </a:lnTo>
                  <a:lnTo>
                    <a:pt x="3039" y="4317"/>
                  </a:lnTo>
                  <a:lnTo>
                    <a:pt x="3147" y="4110"/>
                  </a:lnTo>
                  <a:lnTo>
                    <a:pt x="3265" y="3914"/>
                  </a:lnTo>
                  <a:lnTo>
                    <a:pt x="3403" y="3727"/>
                  </a:lnTo>
                  <a:lnTo>
                    <a:pt x="3550" y="3560"/>
                  </a:lnTo>
                  <a:lnTo>
                    <a:pt x="3727" y="3402"/>
                  </a:lnTo>
                  <a:lnTo>
                    <a:pt x="3904" y="3265"/>
                  </a:lnTo>
                  <a:lnTo>
                    <a:pt x="4101" y="3147"/>
                  </a:lnTo>
                  <a:lnTo>
                    <a:pt x="4308" y="3048"/>
                  </a:lnTo>
                  <a:lnTo>
                    <a:pt x="4524" y="2970"/>
                  </a:lnTo>
                  <a:lnTo>
                    <a:pt x="4642" y="2930"/>
                  </a:lnTo>
                  <a:lnTo>
                    <a:pt x="4760" y="2911"/>
                  </a:lnTo>
                  <a:lnTo>
                    <a:pt x="4878" y="2891"/>
                  </a:lnTo>
                  <a:lnTo>
                    <a:pt x="4996" y="2871"/>
                  </a:lnTo>
                  <a:lnTo>
                    <a:pt x="5114" y="2862"/>
                  </a:lnTo>
                  <a:lnTo>
                    <a:pt x="5232" y="2862"/>
                  </a:lnTo>
                  <a:lnTo>
                    <a:pt x="5232" y="1908"/>
                  </a:lnTo>
                  <a:close/>
                  <a:moveTo>
                    <a:pt x="6609" y="4228"/>
                  </a:moveTo>
                  <a:lnTo>
                    <a:pt x="6599" y="4356"/>
                  </a:lnTo>
                  <a:lnTo>
                    <a:pt x="6589" y="4474"/>
                  </a:lnTo>
                  <a:lnTo>
                    <a:pt x="6579" y="4592"/>
                  </a:lnTo>
                  <a:lnTo>
                    <a:pt x="6559" y="4710"/>
                  </a:lnTo>
                  <a:lnTo>
                    <a:pt x="6530" y="4818"/>
                  </a:lnTo>
                  <a:lnTo>
                    <a:pt x="6500" y="4936"/>
                  </a:lnTo>
                  <a:lnTo>
                    <a:pt x="6422" y="5153"/>
                  </a:lnTo>
                  <a:lnTo>
                    <a:pt x="6314" y="5359"/>
                  </a:lnTo>
                  <a:lnTo>
                    <a:pt x="6196" y="5556"/>
                  </a:lnTo>
                  <a:lnTo>
                    <a:pt x="6058" y="5743"/>
                  </a:lnTo>
                  <a:lnTo>
                    <a:pt x="5910" y="5910"/>
                  </a:lnTo>
                  <a:lnTo>
                    <a:pt x="5733" y="6067"/>
                  </a:lnTo>
                  <a:lnTo>
                    <a:pt x="5556" y="6205"/>
                  </a:lnTo>
                  <a:lnTo>
                    <a:pt x="5360" y="6323"/>
                  </a:lnTo>
                  <a:lnTo>
                    <a:pt x="5153" y="6421"/>
                  </a:lnTo>
                  <a:lnTo>
                    <a:pt x="4927" y="6500"/>
                  </a:lnTo>
                  <a:lnTo>
                    <a:pt x="4819" y="6529"/>
                  </a:lnTo>
                  <a:lnTo>
                    <a:pt x="4701" y="6559"/>
                  </a:lnTo>
                  <a:lnTo>
                    <a:pt x="4583" y="6579"/>
                  </a:lnTo>
                  <a:lnTo>
                    <a:pt x="4465" y="6598"/>
                  </a:lnTo>
                  <a:lnTo>
                    <a:pt x="4347" y="6608"/>
                  </a:lnTo>
                  <a:lnTo>
                    <a:pt x="4229" y="6608"/>
                  </a:lnTo>
                  <a:lnTo>
                    <a:pt x="4229" y="7562"/>
                  </a:lnTo>
                  <a:lnTo>
                    <a:pt x="4396" y="7552"/>
                  </a:lnTo>
                  <a:lnTo>
                    <a:pt x="4563" y="7542"/>
                  </a:lnTo>
                  <a:lnTo>
                    <a:pt x="4730" y="7523"/>
                  </a:lnTo>
                  <a:lnTo>
                    <a:pt x="4898" y="7493"/>
                  </a:lnTo>
                  <a:lnTo>
                    <a:pt x="5055" y="7454"/>
                  </a:lnTo>
                  <a:lnTo>
                    <a:pt x="5212" y="7414"/>
                  </a:lnTo>
                  <a:lnTo>
                    <a:pt x="5370" y="7355"/>
                  </a:lnTo>
                  <a:lnTo>
                    <a:pt x="5517" y="7296"/>
                  </a:lnTo>
                  <a:lnTo>
                    <a:pt x="5665" y="7228"/>
                  </a:lnTo>
                  <a:lnTo>
                    <a:pt x="5812" y="7159"/>
                  </a:lnTo>
                  <a:lnTo>
                    <a:pt x="5950" y="7080"/>
                  </a:lnTo>
                  <a:lnTo>
                    <a:pt x="6087" y="6992"/>
                  </a:lnTo>
                  <a:lnTo>
                    <a:pt x="6215" y="6903"/>
                  </a:lnTo>
                  <a:lnTo>
                    <a:pt x="6343" y="6795"/>
                  </a:lnTo>
                  <a:lnTo>
                    <a:pt x="6461" y="6697"/>
                  </a:lnTo>
                  <a:lnTo>
                    <a:pt x="6579" y="6588"/>
                  </a:lnTo>
                  <a:lnTo>
                    <a:pt x="6687" y="6470"/>
                  </a:lnTo>
                  <a:lnTo>
                    <a:pt x="6795" y="6343"/>
                  </a:lnTo>
                  <a:lnTo>
                    <a:pt x="6894" y="6225"/>
                  </a:lnTo>
                  <a:lnTo>
                    <a:pt x="6982" y="6087"/>
                  </a:lnTo>
                  <a:lnTo>
                    <a:pt x="7071" y="5959"/>
                  </a:lnTo>
                  <a:lnTo>
                    <a:pt x="7150" y="5812"/>
                  </a:lnTo>
                  <a:lnTo>
                    <a:pt x="7228" y="5674"/>
                  </a:lnTo>
                  <a:lnTo>
                    <a:pt x="7297" y="5526"/>
                  </a:lnTo>
                  <a:lnTo>
                    <a:pt x="7356" y="5369"/>
                  </a:lnTo>
                  <a:lnTo>
                    <a:pt x="7405" y="5222"/>
                  </a:lnTo>
                  <a:lnTo>
                    <a:pt x="7454" y="5064"/>
                  </a:lnTo>
                  <a:lnTo>
                    <a:pt x="7494" y="4897"/>
                  </a:lnTo>
                  <a:lnTo>
                    <a:pt x="7523" y="4740"/>
                  </a:lnTo>
                  <a:lnTo>
                    <a:pt x="7543" y="4573"/>
                  </a:lnTo>
                  <a:lnTo>
                    <a:pt x="7553" y="4396"/>
                  </a:lnTo>
                  <a:lnTo>
                    <a:pt x="7553" y="4228"/>
                  </a:lnTo>
                  <a:close/>
                  <a:moveTo>
                    <a:pt x="8507" y="4228"/>
                  </a:moveTo>
                  <a:lnTo>
                    <a:pt x="8507" y="4445"/>
                  </a:lnTo>
                  <a:lnTo>
                    <a:pt x="8487" y="4671"/>
                  </a:lnTo>
                  <a:lnTo>
                    <a:pt x="8457" y="4877"/>
                  </a:lnTo>
                  <a:lnTo>
                    <a:pt x="8418" y="5094"/>
                  </a:lnTo>
                  <a:lnTo>
                    <a:pt x="8379" y="5300"/>
                  </a:lnTo>
                  <a:lnTo>
                    <a:pt x="8320" y="5497"/>
                  </a:lnTo>
                  <a:lnTo>
                    <a:pt x="8251" y="5703"/>
                  </a:lnTo>
                  <a:lnTo>
                    <a:pt x="8172" y="5890"/>
                  </a:lnTo>
                  <a:lnTo>
                    <a:pt x="8084" y="6087"/>
                  </a:lnTo>
                  <a:lnTo>
                    <a:pt x="7995" y="6274"/>
                  </a:lnTo>
                  <a:lnTo>
                    <a:pt x="7887" y="6451"/>
                  </a:lnTo>
                  <a:lnTo>
                    <a:pt x="7779" y="6618"/>
                  </a:lnTo>
                  <a:lnTo>
                    <a:pt x="7661" y="6795"/>
                  </a:lnTo>
                  <a:lnTo>
                    <a:pt x="7533" y="6952"/>
                  </a:lnTo>
                  <a:lnTo>
                    <a:pt x="7395" y="7110"/>
                  </a:lnTo>
                  <a:lnTo>
                    <a:pt x="7258" y="7257"/>
                  </a:lnTo>
                  <a:lnTo>
                    <a:pt x="7100" y="7395"/>
                  </a:lnTo>
                  <a:lnTo>
                    <a:pt x="6953" y="7532"/>
                  </a:lnTo>
                  <a:lnTo>
                    <a:pt x="6786" y="7660"/>
                  </a:lnTo>
                  <a:lnTo>
                    <a:pt x="6618" y="7778"/>
                  </a:lnTo>
                  <a:lnTo>
                    <a:pt x="6441" y="7896"/>
                  </a:lnTo>
                  <a:lnTo>
                    <a:pt x="6264" y="7995"/>
                  </a:lnTo>
                  <a:lnTo>
                    <a:pt x="6078" y="8093"/>
                  </a:lnTo>
                  <a:lnTo>
                    <a:pt x="5891" y="8172"/>
                  </a:lnTo>
                  <a:lnTo>
                    <a:pt x="5694" y="8250"/>
                  </a:lnTo>
                  <a:lnTo>
                    <a:pt x="5497" y="8319"/>
                  </a:lnTo>
                  <a:lnTo>
                    <a:pt x="5291" y="8378"/>
                  </a:lnTo>
                  <a:lnTo>
                    <a:pt x="5084" y="8427"/>
                  </a:lnTo>
                  <a:lnTo>
                    <a:pt x="4878" y="8467"/>
                  </a:lnTo>
                  <a:lnTo>
                    <a:pt x="4662" y="8486"/>
                  </a:lnTo>
                  <a:lnTo>
                    <a:pt x="4445" y="8506"/>
                  </a:lnTo>
                  <a:lnTo>
                    <a:pt x="4229" y="8516"/>
                  </a:lnTo>
                  <a:lnTo>
                    <a:pt x="4229" y="9470"/>
                  </a:lnTo>
                  <a:lnTo>
                    <a:pt x="4494" y="9460"/>
                  </a:lnTo>
                  <a:lnTo>
                    <a:pt x="4760" y="9440"/>
                  </a:lnTo>
                  <a:lnTo>
                    <a:pt x="5025" y="9401"/>
                  </a:lnTo>
                  <a:lnTo>
                    <a:pt x="5281" y="9361"/>
                  </a:lnTo>
                  <a:lnTo>
                    <a:pt x="5537" y="9302"/>
                  </a:lnTo>
                  <a:lnTo>
                    <a:pt x="5783" y="9234"/>
                  </a:lnTo>
                  <a:lnTo>
                    <a:pt x="6019" y="9145"/>
                  </a:lnTo>
                  <a:lnTo>
                    <a:pt x="6264" y="9057"/>
                  </a:lnTo>
                  <a:lnTo>
                    <a:pt x="6491" y="8948"/>
                  </a:lnTo>
                  <a:lnTo>
                    <a:pt x="6717" y="8830"/>
                  </a:lnTo>
                  <a:lnTo>
                    <a:pt x="6933" y="8703"/>
                  </a:lnTo>
                  <a:lnTo>
                    <a:pt x="7150" y="8565"/>
                  </a:lnTo>
                  <a:lnTo>
                    <a:pt x="7356" y="8427"/>
                  </a:lnTo>
                  <a:lnTo>
                    <a:pt x="7553" y="8270"/>
                  </a:lnTo>
                  <a:lnTo>
                    <a:pt x="7740" y="8103"/>
                  </a:lnTo>
                  <a:lnTo>
                    <a:pt x="7926" y="7926"/>
                  </a:lnTo>
                  <a:lnTo>
                    <a:pt x="8103" y="7749"/>
                  </a:lnTo>
                  <a:lnTo>
                    <a:pt x="8261" y="7562"/>
                  </a:lnTo>
                  <a:lnTo>
                    <a:pt x="8418" y="7355"/>
                  </a:lnTo>
                  <a:lnTo>
                    <a:pt x="8566" y="7159"/>
                  </a:lnTo>
                  <a:lnTo>
                    <a:pt x="8703" y="6942"/>
                  </a:lnTo>
                  <a:lnTo>
                    <a:pt x="8831" y="6726"/>
                  </a:lnTo>
                  <a:lnTo>
                    <a:pt x="8939" y="6500"/>
                  </a:lnTo>
                  <a:lnTo>
                    <a:pt x="9047" y="6264"/>
                  </a:lnTo>
                  <a:lnTo>
                    <a:pt x="9146" y="6028"/>
                  </a:lnTo>
                  <a:lnTo>
                    <a:pt x="9224" y="5782"/>
                  </a:lnTo>
                  <a:lnTo>
                    <a:pt x="9293" y="5536"/>
                  </a:lnTo>
                  <a:lnTo>
                    <a:pt x="9352" y="5281"/>
                  </a:lnTo>
                  <a:lnTo>
                    <a:pt x="9401" y="5025"/>
                  </a:lnTo>
                  <a:lnTo>
                    <a:pt x="9431" y="4759"/>
                  </a:lnTo>
                  <a:lnTo>
                    <a:pt x="9451" y="4494"/>
                  </a:lnTo>
                  <a:lnTo>
                    <a:pt x="9460" y="4228"/>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095" name="Google Shape;7095;p515"/>
          <p:cNvGrpSpPr/>
          <p:nvPr/>
        </p:nvGrpSpPr>
        <p:grpSpPr>
          <a:xfrm>
            <a:off x="1736242" y="3975074"/>
            <a:ext cx="386663" cy="356033"/>
            <a:chOff x="2099100" y="2300650"/>
            <a:chExt cx="381550" cy="351325"/>
          </a:xfrm>
        </p:grpSpPr>
        <p:sp>
          <p:nvSpPr>
            <p:cNvPr id="7096" name="Google Shape;7096;p515"/>
            <p:cNvSpPr/>
            <p:nvPr/>
          </p:nvSpPr>
          <p:spPr>
            <a:xfrm>
              <a:off x="2235050" y="2421600"/>
              <a:ext cx="109400" cy="109175"/>
            </a:xfrm>
            <a:custGeom>
              <a:avLst/>
              <a:gdLst/>
              <a:ahLst/>
              <a:cxnLst/>
              <a:rect l="l" t="t" r="r" b="b"/>
              <a:pathLst>
                <a:path w="4376" h="4367" extrusionOk="0">
                  <a:moveTo>
                    <a:pt x="2193" y="974"/>
                  </a:moveTo>
                  <a:lnTo>
                    <a:pt x="2311" y="984"/>
                  </a:lnTo>
                  <a:lnTo>
                    <a:pt x="2439" y="1004"/>
                  </a:lnTo>
                  <a:lnTo>
                    <a:pt x="2547" y="1033"/>
                  </a:lnTo>
                  <a:lnTo>
                    <a:pt x="2665" y="1073"/>
                  </a:lnTo>
                  <a:lnTo>
                    <a:pt x="2763" y="1122"/>
                  </a:lnTo>
                  <a:lnTo>
                    <a:pt x="2871" y="1181"/>
                  </a:lnTo>
                  <a:lnTo>
                    <a:pt x="2960" y="1250"/>
                  </a:lnTo>
                  <a:lnTo>
                    <a:pt x="3048" y="1328"/>
                  </a:lnTo>
                  <a:lnTo>
                    <a:pt x="3127" y="1417"/>
                  </a:lnTo>
                  <a:lnTo>
                    <a:pt x="3196" y="1505"/>
                  </a:lnTo>
                  <a:lnTo>
                    <a:pt x="3255" y="1604"/>
                  </a:lnTo>
                  <a:lnTo>
                    <a:pt x="3304" y="1712"/>
                  </a:lnTo>
                  <a:lnTo>
                    <a:pt x="3343" y="1820"/>
                  </a:lnTo>
                  <a:lnTo>
                    <a:pt x="3373" y="1938"/>
                  </a:lnTo>
                  <a:lnTo>
                    <a:pt x="3393" y="2056"/>
                  </a:lnTo>
                  <a:lnTo>
                    <a:pt x="3402" y="2184"/>
                  </a:lnTo>
                  <a:lnTo>
                    <a:pt x="3393" y="2312"/>
                  </a:lnTo>
                  <a:lnTo>
                    <a:pt x="3373" y="2430"/>
                  </a:lnTo>
                  <a:lnTo>
                    <a:pt x="3343" y="2548"/>
                  </a:lnTo>
                  <a:lnTo>
                    <a:pt x="3304" y="2656"/>
                  </a:lnTo>
                  <a:lnTo>
                    <a:pt x="3255" y="2764"/>
                  </a:lnTo>
                  <a:lnTo>
                    <a:pt x="3196" y="2862"/>
                  </a:lnTo>
                  <a:lnTo>
                    <a:pt x="3127" y="2951"/>
                  </a:lnTo>
                  <a:lnTo>
                    <a:pt x="3048" y="3039"/>
                  </a:lnTo>
                  <a:lnTo>
                    <a:pt x="2960" y="3118"/>
                  </a:lnTo>
                  <a:lnTo>
                    <a:pt x="2871" y="3187"/>
                  </a:lnTo>
                  <a:lnTo>
                    <a:pt x="2763" y="3246"/>
                  </a:lnTo>
                  <a:lnTo>
                    <a:pt x="2665" y="3295"/>
                  </a:lnTo>
                  <a:lnTo>
                    <a:pt x="2547" y="3334"/>
                  </a:lnTo>
                  <a:lnTo>
                    <a:pt x="2439" y="3364"/>
                  </a:lnTo>
                  <a:lnTo>
                    <a:pt x="2311" y="3384"/>
                  </a:lnTo>
                  <a:lnTo>
                    <a:pt x="2193" y="3393"/>
                  </a:lnTo>
                  <a:lnTo>
                    <a:pt x="2065" y="3384"/>
                  </a:lnTo>
                  <a:lnTo>
                    <a:pt x="1947" y="3364"/>
                  </a:lnTo>
                  <a:lnTo>
                    <a:pt x="1829" y="3334"/>
                  </a:lnTo>
                  <a:lnTo>
                    <a:pt x="1721" y="3295"/>
                  </a:lnTo>
                  <a:lnTo>
                    <a:pt x="1613" y="3246"/>
                  </a:lnTo>
                  <a:lnTo>
                    <a:pt x="1514" y="3187"/>
                  </a:lnTo>
                  <a:lnTo>
                    <a:pt x="1426" y="3118"/>
                  </a:lnTo>
                  <a:lnTo>
                    <a:pt x="1337" y="3039"/>
                  </a:lnTo>
                  <a:lnTo>
                    <a:pt x="1259" y="2951"/>
                  </a:lnTo>
                  <a:lnTo>
                    <a:pt x="1190" y="2862"/>
                  </a:lnTo>
                  <a:lnTo>
                    <a:pt x="1131" y="2764"/>
                  </a:lnTo>
                  <a:lnTo>
                    <a:pt x="1082" y="2656"/>
                  </a:lnTo>
                  <a:lnTo>
                    <a:pt x="1033" y="2548"/>
                  </a:lnTo>
                  <a:lnTo>
                    <a:pt x="1003" y="2430"/>
                  </a:lnTo>
                  <a:lnTo>
                    <a:pt x="993" y="2312"/>
                  </a:lnTo>
                  <a:lnTo>
                    <a:pt x="983" y="2184"/>
                  </a:lnTo>
                  <a:lnTo>
                    <a:pt x="993" y="2056"/>
                  </a:lnTo>
                  <a:lnTo>
                    <a:pt x="1003" y="1938"/>
                  </a:lnTo>
                  <a:lnTo>
                    <a:pt x="1033" y="1820"/>
                  </a:lnTo>
                  <a:lnTo>
                    <a:pt x="1082" y="1712"/>
                  </a:lnTo>
                  <a:lnTo>
                    <a:pt x="1131" y="1604"/>
                  </a:lnTo>
                  <a:lnTo>
                    <a:pt x="1190" y="1505"/>
                  </a:lnTo>
                  <a:lnTo>
                    <a:pt x="1259" y="1417"/>
                  </a:lnTo>
                  <a:lnTo>
                    <a:pt x="1337" y="1328"/>
                  </a:lnTo>
                  <a:lnTo>
                    <a:pt x="1426" y="1250"/>
                  </a:lnTo>
                  <a:lnTo>
                    <a:pt x="1514" y="1181"/>
                  </a:lnTo>
                  <a:lnTo>
                    <a:pt x="1613" y="1122"/>
                  </a:lnTo>
                  <a:lnTo>
                    <a:pt x="1721" y="1073"/>
                  </a:lnTo>
                  <a:lnTo>
                    <a:pt x="1829" y="1033"/>
                  </a:lnTo>
                  <a:lnTo>
                    <a:pt x="1947" y="1004"/>
                  </a:lnTo>
                  <a:lnTo>
                    <a:pt x="2065" y="984"/>
                  </a:lnTo>
                  <a:lnTo>
                    <a:pt x="2193" y="974"/>
                  </a:lnTo>
                  <a:close/>
                  <a:moveTo>
                    <a:pt x="1731" y="1"/>
                  </a:moveTo>
                  <a:lnTo>
                    <a:pt x="1731" y="493"/>
                  </a:lnTo>
                  <a:lnTo>
                    <a:pt x="1632" y="522"/>
                  </a:lnTo>
                  <a:lnTo>
                    <a:pt x="1524" y="561"/>
                  </a:lnTo>
                  <a:lnTo>
                    <a:pt x="1426" y="611"/>
                  </a:lnTo>
                  <a:lnTo>
                    <a:pt x="1328" y="660"/>
                  </a:lnTo>
                  <a:lnTo>
                    <a:pt x="983" y="316"/>
                  </a:lnTo>
                  <a:lnTo>
                    <a:pt x="334" y="955"/>
                  </a:lnTo>
                  <a:lnTo>
                    <a:pt x="669" y="1299"/>
                  </a:lnTo>
                  <a:lnTo>
                    <a:pt x="620" y="1397"/>
                  </a:lnTo>
                  <a:lnTo>
                    <a:pt x="570" y="1496"/>
                  </a:lnTo>
                  <a:lnTo>
                    <a:pt x="531" y="1604"/>
                  </a:lnTo>
                  <a:lnTo>
                    <a:pt x="502" y="1702"/>
                  </a:lnTo>
                  <a:lnTo>
                    <a:pt x="0" y="1702"/>
                  </a:lnTo>
                  <a:lnTo>
                    <a:pt x="0" y="2617"/>
                  </a:lnTo>
                  <a:lnTo>
                    <a:pt x="492" y="2617"/>
                  </a:lnTo>
                  <a:lnTo>
                    <a:pt x="531" y="2725"/>
                  </a:lnTo>
                  <a:lnTo>
                    <a:pt x="570" y="2833"/>
                  </a:lnTo>
                  <a:lnTo>
                    <a:pt x="610" y="2931"/>
                  </a:lnTo>
                  <a:lnTo>
                    <a:pt x="659" y="3030"/>
                  </a:lnTo>
                  <a:lnTo>
                    <a:pt x="305" y="3384"/>
                  </a:lnTo>
                  <a:lnTo>
                    <a:pt x="944" y="4033"/>
                  </a:lnTo>
                  <a:lnTo>
                    <a:pt x="1308" y="3679"/>
                  </a:lnTo>
                  <a:lnTo>
                    <a:pt x="1406" y="3728"/>
                  </a:lnTo>
                  <a:lnTo>
                    <a:pt x="1505" y="3777"/>
                  </a:lnTo>
                  <a:lnTo>
                    <a:pt x="1613" y="3816"/>
                  </a:lnTo>
                  <a:lnTo>
                    <a:pt x="1721" y="3846"/>
                  </a:lnTo>
                  <a:lnTo>
                    <a:pt x="1721" y="4367"/>
                  </a:lnTo>
                  <a:lnTo>
                    <a:pt x="2635" y="4367"/>
                  </a:lnTo>
                  <a:lnTo>
                    <a:pt x="2635" y="3856"/>
                  </a:lnTo>
                  <a:lnTo>
                    <a:pt x="2744" y="3826"/>
                  </a:lnTo>
                  <a:lnTo>
                    <a:pt x="2852" y="3787"/>
                  </a:lnTo>
                  <a:lnTo>
                    <a:pt x="2950" y="3738"/>
                  </a:lnTo>
                  <a:lnTo>
                    <a:pt x="3048" y="3688"/>
                  </a:lnTo>
                  <a:lnTo>
                    <a:pt x="3412" y="4042"/>
                  </a:lnTo>
                  <a:lnTo>
                    <a:pt x="4061" y="3403"/>
                  </a:lnTo>
                  <a:lnTo>
                    <a:pt x="3697" y="3039"/>
                  </a:lnTo>
                  <a:lnTo>
                    <a:pt x="3756" y="2951"/>
                  </a:lnTo>
                  <a:lnTo>
                    <a:pt x="3796" y="2843"/>
                  </a:lnTo>
                  <a:lnTo>
                    <a:pt x="3835" y="2744"/>
                  </a:lnTo>
                  <a:lnTo>
                    <a:pt x="3874" y="2636"/>
                  </a:lnTo>
                  <a:lnTo>
                    <a:pt x="4376" y="2636"/>
                  </a:lnTo>
                  <a:lnTo>
                    <a:pt x="4376" y="1722"/>
                  </a:lnTo>
                  <a:lnTo>
                    <a:pt x="3874" y="1722"/>
                  </a:lnTo>
                  <a:lnTo>
                    <a:pt x="3845" y="1623"/>
                  </a:lnTo>
                  <a:lnTo>
                    <a:pt x="3806" y="1515"/>
                  </a:lnTo>
                  <a:lnTo>
                    <a:pt x="3756" y="1417"/>
                  </a:lnTo>
                  <a:lnTo>
                    <a:pt x="3707" y="1319"/>
                  </a:lnTo>
                  <a:lnTo>
                    <a:pt x="4061" y="965"/>
                  </a:lnTo>
                  <a:lnTo>
                    <a:pt x="3412" y="316"/>
                  </a:lnTo>
                  <a:lnTo>
                    <a:pt x="3068" y="670"/>
                  </a:lnTo>
                  <a:lnTo>
                    <a:pt x="2960" y="611"/>
                  </a:lnTo>
                  <a:lnTo>
                    <a:pt x="2862" y="571"/>
                  </a:lnTo>
                  <a:lnTo>
                    <a:pt x="2763" y="532"/>
                  </a:lnTo>
                  <a:lnTo>
                    <a:pt x="2655" y="493"/>
                  </a:lnTo>
                  <a:lnTo>
                    <a:pt x="265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97" name="Google Shape;7097;p515"/>
            <p:cNvSpPr/>
            <p:nvPr/>
          </p:nvSpPr>
          <p:spPr>
            <a:xfrm>
              <a:off x="2099100" y="2300650"/>
              <a:ext cx="381550" cy="351325"/>
            </a:xfrm>
            <a:custGeom>
              <a:avLst/>
              <a:gdLst/>
              <a:ahLst/>
              <a:cxnLst/>
              <a:rect l="l" t="t" r="r" b="b"/>
              <a:pathLst>
                <a:path w="15262" h="14053" extrusionOk="0">
                  <a:moveTo>
                    <a:pt x="10955" y="3688"/>
                  </a:moveTo>
                  <a:lnTo>
                    <a:pt x="10955" y="10355"/>
                  </a:lnTo>
                  <a:lnTo>
                    <a:pt x="4297" y="10355"/>
                  </a:lnTo>
                  <a:lnTo>
                    <a:pt x="4297" y="3688"/>
                  </a:lnTo>
                  <a:close/>
                  <a:moveTo>
                    <a:pt x="3344" y="1"/>
                  </a:moveTo>
                  <a:lnTo>
                    <a:pt x="3245" y="11"/>
                  </a:lnTo>
                  <a:lnTo>
                    <a:pt x="3147" y="21"/>
                  </a:lnTo>
                  <a:lnTo>
                    <a:pt x="3058" y="50"/>
                  </a:lnTo>
                  <a:lnTo>
                    <a:pt x="2970" y="80"/>
                  </a:lnTo>
                  <a:lnTo>
                    <a:pt x="2891" y="119"/>
                  </a:lnTo>
                  <a:lnTo>
                    <a:pt x="2813" y="168"/>
                  </a:lnTo>
                  <a:lnTo>
                    <a:pt x="2734" y="217"/>
                  </a:lnTo>
                  <a:lnTo>
                    <a:pt x="2675" y="286"/>
                  </a:lnTo>
                  <a:lnTo>
                    <a:pt x="2606" y="355"/>
                  </a:lnTo>
                  <a:lnTo>
                    <a:pt x="2557" y="424"/>
                  </a:lnTo>
                  <a:lnTo>
                    <a:pt x="2508" y="502"/>
                  </a:lnTo>
                  <a:lnTo>
                    <a:pt x="2468" y="581"/>
                  </a:lnTo>
                  <a:lnTo>
                    <a:pt x="2439" y="670"/>
                  </a:lnTo>
                  <a:lnTo>
                    <a:pt x="2409" y="768"/>
                  </a:lnTo>
                  <a:lnTo>
                    <a:pt x="2400" y="856"/>
                  </a:lnTo>
                  <a:lnTo>
                    <a:pt x="2390" y="955"/>
                  </a:lnTo>
                  <a:lnTo>
                    <a:pt x="2400" y="1053"/>
                  </a:lnTo>
                  <a:lnTo>
                    <a:pt x="2409" y="1151"/>
                  </a:lnTo>
                  <a:lnTo>
                    <a:pt x="2439" y="1240"/>
                  </a:lnTo>
                  <a:lnTo>
                    <a:pt x="2468" y="1328"/>
                  </a:lnTo>
                  <a:lnTo>
                    <a:pt x="2508" y="1407"/>
                  </a:lnTo>
                  <a:lnTo>
                    <a:pt x="2557" y="1486"/>
                  </a:lnTo>
                  <a:lnTo>
                    <a:pt x="2606" y="1564"/>
                  </a:lnTo>
                  <a:lnTo>
                    <a:pt x="2675" y="1623"/>
                  </a:lnTo>
                  <a:lnTo>
                    <a:pt x="2734" y="1692"/>
                  </a:lnTo>
                  <a:lnTo>
                    <a:pt x="2813" y="1741"/>
                  </a:lnTo>
                  <a:lnTo>
                    <a:pt x="2891" y="1791"/>
                  </a:lnTo>
                  <a:lnTo>
                    <a:pt x="2970" y="1830"/>
                  </a:lnTo>
                  <a:lnTo>
                    <a:pt x="3058" y="1859"/>
                  </a:lnTo>
                  <a:lnTo>
                    <a:pt x="3147" y="1889"/>
                  </a:lnTo>
                  <a:lnTo>
                    <a:pt x="3245" y="1899"/>
                  </a:lnTo>
                  <a:lnTo>
                    <a:pt x="3344" y="1909"/>
                  </a:lnTo>
                  <a:lnTo>
                    <a:pt x="3471" y="1899"/>
                  </a:lnTo>
                  <a:lnTo>
                    <a:pt x="3599" y="1869"/>
                  </a:lnTo>
                  <a:lnTo>
                    <a:pt x="3717" y="1830"/>
                  </a:lnTo>
                  <a:lnTo>
                    <a:pt x="3825" y="1771"/>
                  </a:lnTo>
                  <a:lnTo>
                    <a:pt x="3924" y="1702"/>
                  </a:lnTo>
                  <a:lnTo>
                    <a:pt x="4022" y="1623"/>
                  </a:lnTo>
                  <a:lnTo>
                    <a:pt x="4101" y="1535"/>
                  </a:lnTo>
                  <a:lnTo>
                    <a:pt x="4170" y="1427"/>
                  </a:lnTo>
                  <a:lnTo>
                    <a:pt x="5241" y="1427"/>
                  </a:lnTo>
                  <a:lnTo>
                    <a:pt x="5241" y="2744"/>
                  </a:lnTo>
                  <a:lnTo>
                    <a:pt x="3344" y="2744"/>
                  </a:lnTo>
                  <a:lnTo>
                    <a:pt x="3344" y="4642"/>
                  </a:lnTo>
                  <a:lnTo>
                    <a:pt x="1770" y="4642"/>
                  </a:lnTo>
                  <a:lnTo>
                    <a:pt x="1701" y="4544"/>
                  </a:lnTo>
                  <a:lnTo>
                    <a:pt x="1623" y="4446"/>
                  </a:lnTo>
                  <a:lnTo>
                    <a:pt x="1534" y="4367"/>
                  </a:lnTo>
                  <a:lnTo>
                    <a:pt x="1436" y="4298"/>
                  </a:lnTo>
                  <a:lnTo>
                    <a:pt x="1318" y="4239"/>
                  </a:lnTo>
                  <a:lnTo>
                    <a:pt x="1200" y="4200"/>
                  </a:lnTo>
                  <a:lnTo>
                    <a:pt x="1082" y="4180"/>
                  </a:lnTo>
                  <a:lnTo>
                    <a:pt x="944" y="4170"/>
                  </a:lnTo>
                  <a:lnTo>
                    <a:pt x="856" y="4170"/>
                  </a:lnTo>
                  <a:lnTo>
                    <a:pt x="757" y="4190"/>
                  </a:lnTo>
                  <a:lnTo>
                    <a:pt x="669" y="4210"/>
                  </a:lnTo>
                  <a:lnTo>
                    <a:pt x="580" y="4239"/>
                  </a:lnTo>
                  <a:lnTo>
                    <a:pt x="492" y="4278"/>
                  </a:lnTo>
                  <a:lnTo>
                    <a:pt x="413" y="4328"/>
                  </a:lnTo>
                  <a:lnTo>
                    <a:pt x="344" y="4387"/>
                  </a:lnTo>
                  <a:lnTo>
                    <a:pt x="275" y="4446"/>
                  </a:lnTo>
                  <a:lnTo>
                    <a:pt x="216" y="4514"/>
                  </a:lnTo>
                  <a:lnTo>
                    <a:pt x="157" y="4583"/>
                  </a:lnTo>
                  <a:lnTo>
                    <a:pt x="108" y="4662"/>
                  </a:lnTo>
                  <a:lnTo>
                    <a:pt x="69" y="4750"/>
                  </a:lnTo>
                  <a:lnTo>
                    <a:pt x="39" y="4839"/>
                  </a:lnTo>
                  <a:lnTo>
                    <a:pt x="20" y="4927"/>
                  </a:lnTo>
                  <a:lnTo>
                    <a:pt x="0" y="5026"/>
                  </a:lnTo>
                  <a:lnTo>
                    <a:pt x="0" y="5124"/>
                  </a:lnTo>
                  <a:lnTo>
                    <a:pt x="0" y="5213"/>
                  </a:lnTo>
                  <a:lnTo>
                    <a:pt x="20" y="5311"/>
                  </a:lnTo>
                  <a:lnTo>
                    <a:pt x="39" y="5399"/>
                  </a:lnTo>
                  <a:lnTo>
                    <a:pt x="69" y="5488"/>
                  </a:lnTo>
                  <a:lnTo>
                    <a:pt x="108" y="5576"/>
                  </a:lnTo>
                  <a:lnTo>
                    <a:pt x="157" y="5655"/>
                  </a:lnTo>
                  <a:lnTo>
                    <a:pt x="216" y="5724"/>
                  </a:lnTo>
                  <a:lnTo>
                    <a:pt x="275" y="5793"/>
                  </a:lnTo>
                  <a:lnTo>
                    <a:pt x="344" y="5852"/>
                  </a:lnTo>
                  <a:lnTo>
                    <a:pt x="413" y="5911"/>
                  </a:lnTo>
                  <a:lnTo>
                    <a:pt x="492" y="5960"/>
                  </a:lnTo>
                  <a:lnTo>
                    <a:pt x="580" y="5999"/>
                  </a:lnTo>
                  <a:lnTo>
                    <a:pt x="669" y="6029"/>
                  </a:lnTo>
                  <a:lnTo>
                    <a:pt x="757" y="6048"/>
                  </a:lnTo>
                  <a:lnTo>
                    <a:pt x="856" y="6068"/>
                  </a:lnTo>
                  <a:lnTo>
                    <a:pt x="944" y="6068"/>
                  </a:lnTo>
                  <a:lnTo>
                    <a:pt x="1082" y="6058"/>
                  </a:lnTo>
                  <a:lnTo>
                    <a:pt x="1200" y="6039"/>
                  </a:lnTo>
                  <a:lnTo>
                    <a:pt x="1318" y="5999"/>
                  </a:lnTo>
                  <a:lnTo>
                    <a:pt x="1436" y="5940"/>
                  </a:lnTo>
                  <a:lnTo>
                    <a:pt x="1534" y="5871"/>
                  </a:lnTo>
                  <a:lnTo>
                    <a:pt x="1623" y="5793"/>
                  </a:lnTo>
                  <a:lnTo>
                    <a:pt x="1701" y="5694"/>
                  </a:lnTo>
                  <a:lnTo>
                    <a:pt x="1770" y="5596"/>
                  </a:lnTo>
                  <a:lnTo>
                    <a:pt x="3344" y="5596"/>
                  </a:lnTo>
                  <a:lnTo>
                    <a:pt x="3344" y="8448"/>
                  </a:lnTo>
                  <a:lnTo>
                    <a:pt x="1770" y="8448"/>
                  </a:lnTo>
                  <a:lnTo>
                    <a:pt x="1701" y="8349"/>
                  </a:lnTo>
                  <a:lnTo>
                    <a:pt x="1623" y="8251"/>
                  </a:lnTo>
                  <a:lnTo>
                    <a:pt x="1534" y="8172"/>
                  </a:lnTo>
                  <a:lnTo>
                    <a:pt x="1436" y="8104"/>
                  </a:lnTo>
                  <a:lnTo>
                    <a:pt x="1318" y="8045"/>
                  </a:lnTo>
                  <a:lnTo>
                    <a:pt x="1200" y="8005"/>
                  </a:lnTo>
                  <a:lnTo>
                    <a:pt x="1082" y="7986"/>
                  </a:lnTo>
                  <a:lnTo>
                    <a:pt x="944" y="7976"/>
                  </a:lnTo>
                  <a:lnTo>
                    <a:pt x="856" y="7976"/>
                  </a:lnTo>
                  <a:lnTo>
                    <a:pt x="757" y="7995"/>
                  </a:lnTo>
                  <a:lnTo>
                    <a:pt x="669" y="8015"/>
                  </a:lnTo>
                  <a:lnTo>
                    <a:pt x="580" y="8045"/>
                  </a:lnTo>
                  <a:lnTo>
                    <a:pt x="492" y="8084"/>
                  </a:lnTo>
                  <a:lnTo>
                    <a:pt x="413" y="8133"/>
                  </a:lnTo>
                  <a:lnTo>
                    <a:pt x="344" y="8192"/>
                  </a:lnTo>
                  <a:lnTo>
                    <a:pt x="275" y="8251"/>
                  </a:lnTo>
                  <a:lnTo>
                    <a:pt x="216" y="8320"/>
                  </a:lnTo>
                  <a:lnTo>
                    <a:pt x="157" y="8389"/>
                  </a:lnTo>
                  <a:lnTo>
                    <a:pt x="108" y="8467"/>
                  </a:lnTo>
                  <a:lnTo>
                    <a:pt x="69" y="8556"/>
                  </a:lnTo>
                  <a:lnTo>
                    <a:pt x="39" y="8644"/>
                  </a:lnTo>
                  <a:lnTo>
                    <a:pt x="20" y="8733"/>
                  </a:lnTo>
                  <a:lnTo>
                    <a:pt x="0" y="8831"/>
                  </a:lnTo>
                  <a:lnTo>
                    <a:pt x="0" y="8930"/>
                  </a:lnTo>
                  <a:lnTo>
                    <a:pt x="0" y="9018"/>
                  </a:lnTo>
                  <a:lnTo>
                    <a:pt x="20" y="9116"/>
                  </a:lnTo>
                  <a:lnTo>
                    <a:pt x="39" y="9205"/>
                  </a:lnTo>
                  <a:lnTo>
                    <a:pt x="69" y="9293"/>
                  </a:lnTo>
                  <a:lnTo>
                    <a:pt x="108" y="9382"/>
                  </a:lnTo>
                  <a:lnTo>
                    <a:pt x="157" y="9461"/>
                  </a:lnTo>
                  <a:lnTo>
                    <a:pt x="216" y="9529"/>
                  </a:lnTo>
                  <a:lnTo>
                    <a:pt x="275" y="9598"/>
                  </a:lnTo>
                  <a:lnTo>
                    <a:pt x="344" y="9657"/>
                  </a:lnTo>
                  <a:lnTo>
                    <a:pt x="413" y="9716"/>
                  </a:lnTo>
                  <a:lnTo>
                    <a:pt x="492" y="9765"/>
                  </a:lnTo>
                  <a:lnTo>
                    <a:pt x="580" y="9805"/>
                  </a:lnTo>
                  <a:lnTo>
                    <a:pt x="669" y="9834"/>
                  </a:lnTo>
                  <a:lnTo>
                    <a:pt x="757" y="9854"/>
                  </a:lnTo>
                  <a:lnTo>
                    <a:pt x="856" y="9874"/>
                  </a:lnTo>
                  <a:lnTo>
                    <a:pt x="944" y="9874"/>
                  </a:lnTo>
                  <a:lnTo>
                    <a:pt x="1082" y="9864"/>
                  </a:lnTo>
                  <a:lnTo>
                    <a:pt x="1200" y="9844"/>
                  </a:lnTo>
                  <a:lnTo>
                    <a:pt x="1318" y="9805"/>
                  </a:lnTo>
                  <a:lnTo>
                    <a:pt x="1436" y="9746"/>
                  </a:lnTo>
                  <a:lnTo>
                    <a:pt x="1534" y="9677"/>
                  </a:lnTo>
                  <a:lnTo>
                    <a:pt x="1623" y="9598"/>
                  </a:lnTo>
                  <a:lnTo>
                    <a:pt x="1701" y="9500"/>
                  </a:lnTo>
                  <a:lnTo>
                    <a:pt x="1770" y="9402"/>
                  </a:lnTo>
                  <a:lnTo>
                    <a:pt x="3344" y="9402"/>
                  </a:lnTo>
                  <a:lnTo>
                    <a:pt x="3344" y="11299"/>
                  </a:lnTo>
                  <a:lnTo>
                    <a:pt x="5241" y="11299"/>
                  </a:lnTo>
                  <a:lnTo>
                    <a:pt x="5241" y="12617"/>
                  </a:lnTo>
                  <a:lnTo>
                    <a:pt x="4170" y="12617"/>
                  </a:lnTo>
                  <a:lnTo>
                    <a:pt x="4101" y="12519"/>
                  </a:lnTo>
                  <a:lnTo>
                    <a:pt x="4022" y="12430"/>
                  </a:lnTo>
                  <a:lnTo>
                    <a:pt x="3924" y="12342"/>
                  </a:lnTo>
                  <a:lnTo>
                    <a:pt x="3825" y="12273"/>
                  </a:lnTo>
                  <a:lnTo>
                    <a:pt x="3717" y="12224"/>
                  </a:lnTo>
                  <a:lnTo>
                    <a:pt x="3599" y="12184"/>
                  </a:lnTo>
                  <a:lnTo>
                    <a:pt x="3471" y="12155"/>
                  </a:lnTo>
                  <a:lnTo>
                    <a:pt x="3344" y="12145"/>
                  </a:lnTo>
                  <a:lnTo>
                    <a:pt x="3245" y="12155"/>
                  </a:lnTo>
                  <a:lnTo>
                    <a:pt x="3147" y="12165"/>
                  </a:lnTo>
                  <a:lnTo>
                    <a:pt x="3058" y="12184"/>
                  </a:lnTo>
                  <a:lnTo>
                    <a:pt x="2970" y="12224"/>
                  </a:lnTo>
                  <a:lnTo>
                    <a:pt x="2891" y="12263"/>
                  </a:lnTo>
                  <a:lnTo>
                    <a:pt x="2813" y="12312"/>
                  </a:lnTo>
                  <a:lnTo>
                    <a:pt x="2734" y="12361"/>
                  </a:lnTo>
                  <a:lnTo>
                    <a:pt x="2675" y="12420"/>
                  </a:lnTo>
                  <a:lnTo>
                    <a:pt x="2606" y="12489"/>
                  </a:lnTo>
                  <a:lnTo>
                    <a:pt x="2557" y="12568"/>
                  </a:lnTo>
                  <a:lnTo>
                    <a:pt x="2508" y="12647"/>
                  </a:lnTo>
                  <a:lnTo>
                    <a:pt x="2468" y="12725"/>
                  </a:lnTo>
                  <a:lnTo>
                    <a:pt x="2439" y="12814"/>
                  </a:lnTo>
                  <a:lnTo>
                    <a:pt x="2409" y="12902"/>
                  </a:lnTo>
                  <a:lnTo>
                    <a:pt x="2400" y="13001"/>
                  </a:lnTo>
                  <a:lnTo>
                    <a:pt x="2390" y="13099"/>
                  </a:lnTo>
                  <a:lnTo>
                    <a:pt x="2400" y="13197"/>
                  </a:lnTo>
                  <a:lnTo>
                    <a:pt x="2409" y="13286"/>
                  </a:lnTo>
                  <a:lnTo>
                    <a:pt x="2439" y="13384"/>
                  </a:lnTo>
                  <a:lnTo>
                    <a:pt x="2468" y="13473"/>
                  </a:lnTo>
                  <a:lnTo>
                    <a:pt x="2508" y="13551"/>
                  </a:lnTo>
                  <a:lnTo>
                    <a:pt x="2557" y="13630"/>
                  </a:lnTo>
                  <a:lnTo>
                    <a:pt x="2606" y="13699"/>
                  </a:lnTo>
                  <a:lnTo>
                    <a:pt x="2675" y="13768"/>
                  </a:lnTo>
                  <a:lnTo>
                    <a:pt x="2734" y="13836"/>
                  </a:lnTo>
                  <a:lnTo>
                    <a:pt x="2813" y="13886"/>
                  </a:lnTo>
                  <a:lnTo>
                    <a:pt x="2891" y="13935"/>
                  </a:lnTo>
                  <a:lnTo>
                    <a:pt x="2970" y="13974"/>
                  </a:lnTo>
                  <a:lnTo>
                    <a:pt x="3058" y="14004"/>
                  </a:lnTo>
                  <a:lnTo>
                    <a:pt x="3147" y="14033"/>
                  </a:lnTo>
                  <a:lnTo>
                    <a:pt x="3245" y="14043"/>
                  </a:lnTo>
                  <a:lnTo>
                    <a:pt x="3344" y="14053"/>
                  </a:lnTo>
                  <a:lnTo>
                    <a:pt x="3471" y="14043"/>
                  </a:lnTo>
                  <a:lnTo>
                    <a:pt x="3599" y="14013"/>
                  </a:lnTo>
                  <a:lnTo>
                    <a:pt x="3717" y="13974"/>
                  </a:lnTo>
                  <a:lnTo>
                    <a:pt x="3825" y="13915"/>
                  </a:lnTo>
                  <a:lnTo>
                    <a:pt x="3924" y="13846"/>
                  </a:lnTo>
                  <a:lnTo>
                    <a:pt x="4022" y="13768"/>
                  </a:lnTo>
                  <a:lnTo>
                    <a:pt x="4101" y="13679"/>
                  </a:lnTo>
                  <a:lnTo>
                    <a:pt x="4170" y="13571"/>
                  </a:lnTo>
                  <a:lnTo>
                    <a:pt x="6195" y="13571"/>
                  </a:lnTo>
                  <a:lnTo>
                    <a:pt x="6195" y="12617"/>
                  </a:lnTo>
                  <a:lnTo>
                    <a:pt x="6195" y="11299"/>
                  </a:lnTo>
                  <a:lnTo>
                    <a:pt x="9057" y="11299"/>
                  </a:lnTo>
                  <a:lnTo>
                    <a:pt x="9057" y="12617"/>
                  </a:lnTo>
                  <a:lnTo>
                    <a:pt x="9057" y="13571"/>
                  </a:lnTo>
                  <a:lnTo>
                    <a:pt x="11082" y="13571"/>
                  </a:lnTo>
                  <a:lnTo>
                    <a:pt x="11151" y="13679"/>
                  </a:lnTo>
                  <a:lnTo>
                    <a:pt x="11230" y="13768"/>
                  </a:lnTo>
                  <a:lnTo>
                    <a:pt x="11328" y="13846"/>
                  </a:lnTo>
                  <a:lnTo>
                    <a:pt x="11427" y="13915"/>
                  </a:lnTo>
                  <a:lnTo>
                    <a:pt x="11535" y="13974"/>
                  </a:lnTo>
                  <a:lnTo>
                    <a:pt x="11653" y="14013"/>
                  </a:lnTo>
                  <a:lnTo>
                    <a:pt x="11781" y="14043"/>
                  </a:lnTo>
                  <a:lnTo>
                    <a:pt x="11908" y="14053"/>
                  </a:lnTo>
                  <a:lnTo>
                    <a:pt x="12007" y="14043"/>
                  </a:lnTo>
                  <a:lnTo>
                    <a:pt x="12095" y="14033"/>
                  </a:lnTo>
                  <a:lnTo>
                    <a:pt x="12194" y="14004"/>
                  </a:lnTo>
                  <a:lnTo>
                    <a:pt x="12282" y="13974"/>
                  </a:lnTo>
                  <a:lnTo>
                    <a:pt x="12361" y="13935"/>
                  </a:lnTo>
                  <a:lnTo>
                    <a:pt x="12439" y="13886"/>
                  </a:lnTo>
                  <a:lnTo>
                    <a:pt x="12508" y="13836"/>
                  </a:lnTo>
                  <a:lnTo>
                    <a:pt x="12577" y="13768"/>
                  </a:lnTo>
                  <a:lnTo>
                    <a:pt x="12646" y="13699"/>
                  </a:lnTo>
                  <a:lnTo>
                    <a:pt x="12695" y="13630"/>
                  </a:lnTo>
                  <a:lnTo>
                    <a:pt x="12744" y="13551"/>
                  </a:lnTo>
                  <a:lnTo>
                    <a:pt x="12784" y="13473"/>
                  </a:lnTo>
                  <a:lnTo>
                    <a:pt x="12813" y="13384"/>
                  </a:lnTo>
                  <a:lnTo>
                    <a:pt x="12843" y="13286"/>
                  </a:lnTo>
                  <a:lnTo>
                    <a:pt x="12852" y="13197"/>
                  </a:lnTo>
                  <a:lnTo>
                    <a:pt x="12862" y="13099"/>
                  </a:lnTo>
                  <a:lnTo>
                    <a:pt x="12852" y="13001"/>
                  </a:lnTo>
                  <a:lnTo>
                    <a:pt x="12843" y="12902"/>
                  </a:lnTo>
                  <a:lnTo>
                    <a:pt x="12813" y="12814"/>
                  </a:lnTo>
                  <a:lnTo>
                    <a:pt x="12784" y="12725"/>
                  </a:lnTo>
                  <a:lnTo>
                    <a:pt x="12744" y="12647"/>
                  </a:lnTo>
                  <a:lnTo>
                    <a:pt x="12695" y="12568"/>
                  </a:lnTo>
                  <a:lnTo>
                    <a:pt x="12646" y="12489"/>
                  </a:lnTo>
                  <a:lnTo>
                    <a:pt x="12577" y="12420"/>
                  </a:lnTo>
                  <a:lnTo>
                    <a:pt x="12508" y="12361"/>
                  </a:lnTo>
                  <a:lnTo>
                    <a:pt x="12439" y="12312"/>
                  </a:lnTo>
                  <a:lnTo>
                    <a:pt x="12361" y="12263"/>
                  </a:lnTo>
                  <a:lnTo>
                    <a:pt x="12282" y="12224"/>
                  </a:lnTo>
                  <a:lnTo>
                    <a:pt x="12194" y="12184"/>
                  </a:lnTo>
                  <a:lnTo>
                    <a:pt x="12095" y="12165"/>
                  </a:lnTo>
                  <a:lnTo>
                    <a:pt x="12007" y="12155"/>
                  </a:lnTo>
                  <a:lnTo>
                    <a:pt x="11908" y="12145"/>
                  </a:lnTo>
                  <a:lnTo>
                    <a:pt x="11781" y="12155"/>
                  </a:lnTo>
                  <a:lnTo>
                    <a:pt x="11653" y="12184"/>
                  </a:lnTo>
                  <a:lnTo>
                    <a:pt x="11535" y="12224"/>
                  </a:lnTo>
                  <a:lnTo>
                    <a:pt x="11427" y="12273"/>
                  </a:lnTo>
                  <a:lnTo>
                    <a:pt x="11328" y="12342"/>
                  </a:lnTo>
                  <a:lnTo>
                    <a:pt x="11230" y="12430"/>
                  </a:lnTo>
                  <a:lnTo>
                    <a:pt x="11151" y="12519"/>
                  </a:lnTo>
                  <a:lnTo>
                    <a:pt x="11082" y="12617"/>
                  </a:lnTo>
                  <a:lnTo>
                    <a:pt x="10011" y="12617"/>
                  </a:lnTo>
                  <a:lnTo>
                    <a:pt x="10011" y="11299"/>
                  </a:lnTo>
                  <a:lnTo>
                    <a:pt x="11908" y="11299"/>
                  </a:lnTo>
                  <a:lnTo>
                    <a:pt x="11908" y="9402"/>
                  </a:lnTo>
                  <a:lnTo>
                    <a:pt x="13482" y="9402"/>
                  </a:lnTo>
                  <a:lnTo>
                    <a:pt x="13551" y="9500"/>
                  </a:lnTo>
                  <a:lnTo>
                    <a:pt x="13629" y="9598"/>
                  </a:lnTo>
                  <a:lnTo>
                    <a:pt x="13718" y="9677"/>
                  </a:lnTo>
                  <a:lnTo>
                    <a:pt x="13826" y="9746"/>
                  </a:lnTo>
                  <a:lnTo>
                    <a:pt x="13934" y="9805"/>
                  </a:lnTo>
                  <a:lnTo>
                    <a:pt x="14052" y="9844"/>
                  </a:lnTo>
                  <a:lnTo>
                    <a:pt x="14180" y="9864"/>
                  </a:lnTo>
                  <a:lnTo>
                    <a:pt x="14308" y="9874"/>
                  </a:lnTo>
                  <a:lnTo>
                    <a:pt x="14406" y="9874"/>
                  </a:lnTo>
                  <a:lnTo>
                    <a:pt x="14495" y="9854"/>
                  </a:lnTo>
                  <a:lnTo>
                    <a:pt x="14593" y="9834"/>
                  </a:lnTo>
                  <a:lnTo>
                    <a:pt x="14672" y="9805"/>
                  </a:lnTo>
                  <a:lnTo>
                    <a:pt x="14760" y="9765"/>
                  </a:lnTo>
                  <a:lnTo>
                    <a:pt x="14839" y="9716"/>
                  </a:lnTo>
                  <a:lnTo>
                    <a:pt x="14908" y="9657"/>
                  </a:lnTo>
                  <a:lnTo>
                    <a:pt x="14976" y="9598"/>
                  </a:lnTo>
                  <a:lnTo>
                    <a:pt x="15035" y="9529"/>
                  </a:lnTo>
                  <a:lnTo>
                    <a:pt x="15094" y="9461"/>
                  </a:lnTo>
                  <a:lnTo>
                    <a:pt x="15144" y="9382"/>
                  </a:lnTo>
                  <a:lnTo>
                    <a:pt x="15183" y="9293"/>
                  </a:lnTo>
                  <a:lnTo>
                    <a:pt x="15212" y="9205"/>
                  </a:lnTo>
                  <a:lnTo>
                    <a:pt x="15242" y="9116"/>
                  </a:lnTo>
                  <a:lnTo>
                    <a:pt x="15252" y="9018"/>
                  </a:lnTo>
                  <a:lnTo>
                    <a:pt x="15262" y="8930"/>
                  </a:lnTo>
                  <a:lnTo>
                    <a:pt x="15252" y="8831"/>
                  </a:lnTo>
                  <a:lnTo>
                    <a:pt x="15242" y="8733"/>
                  </a:lnTo>
                  <a:lnTo>
                    <a:pt x="15212" y="8644"/>
                  </a:lnTo>
                  <a:lnTo>
                    <a:pt x="15183" y="8556"/>
                  </a:lnTo>
                  <a:lnTo>
                    <a:pt x="15144" y="8467"/>
                  </a:lnTo>
                  <a:lnTo>
                    <a:pt x="15094" y="8389"/>
                  </a:lnTo>
                  <a:lnTo>
                    <a:pt x="15035" y="8320"/>
                  </a:lnTo>
                  <a:lnTo>
                    <a:pt x="14976" y="8251"/>
                  </a:lnTo>
                  <a:lnTo>
                    <a:pt x="14908" y="8192"/>
                  </a:lnTo>
                  <a:lnTo>
                    <a:pt x="14839" y="8133"/>
                  </a:lnTo>
                  <a:lnTo>
                    <a:pt x="14760" y="8084"/>
                  </a:lnTo>
                  <a:lnTo>
                    <a:pt x="14672" y="8045"/>
                  </a:lnTo>
                  <a:lnTo>
                    <a:pt x="14593" y="8015"/>
                  </a:lnTo>
                  <a:lnTo>
                    <a:pt x="14495" y="7995"/>
                  </a:lnTo>
                  <a:lnTo>
                    <a:pt x="14406" y="7976"/>
                  </a:lnTo>
                  <a:lnTo>
                    <a:pt x="14308" y="7976"/>
                  </a:lnTo>
                  <a:lnTo>
                    <a:pt x="14180" y="7986"/>
                  </a:lnTo>
                  <a:lnTo>
                    <a:pt x="14052" y="8005"/>
                  </a:lnTo>
                  <a:lnTo>
                    <a:pt x="13934" y="8045"/>
                  </a:lnTo>
                  <a:lnTo>
                    <a:pt x="13826" y="8104"/>
                  </a:lnTo>
                  <a:lnTo>
                    <a:pt x="13718" y="8172"/>
                  </a:lnTo>
                  <a:lnTo>
                    <a:pt x="13629" y="8251"/>
                  </a:lnTo>
                  <a:lnTo>
                    <a:pt x="13551" y="8349"/>
                  </a:lnTo>
                  <a:lnTo>
                    <a:pt x="13482" y="8448"/>
                  </a:lnTo>
                  <a:lnTo>
                    <a:pt x="11908" y="8448"/>
                  </a:lnTo>
                  <a:lnTo>
                    <a:pt x="11908" y="5596"/>
                  </a:lnTo>
                  <a:lnTo>
                    <a:pt x="13482" y="5596"/>
                  </a:lnTo>
                  <a:lnTo>
                    <a:pt x="13551" y="5694"/>
                  </a:lnTo>
                  <a:lnTo>
                    <a:pt x="13629" y="5793"/>
                  </a:lnTo>
                  <a:lnTo>
                    <a:pt x="13718" y="5871"/>
                  </a:lnTo>
                  <a:lnTo>
                    <a:pt x="13826" y="5940"/>
                  </a:lnTo>
                  <a:lnTo>
                    <a:pt x="13934" y="5999"/>
                  </a:lnTo>
                  <a:lnTo>
                    <a:pt x="14052" y="6039"/>
                  </a:lnTo>
                  <a:lnTo>
                    <a:pt x="14180" y="6058"/>
                  </a:lnTo>
                  <a:lnTo>
                    <a:pt x="14308" y="6068"/>
                  </a:lnTo>
                  <a:lnTo>
                    <a:pt x="14406" y="6068"/>
                  </a:lnTo>
                  <a:lnTo>
                    <a:pt x="14495" y="6048"/>
                  </a:lnTo>
                  <a:lnTo>
                    <a:pt x="14593" y="6029"/>
                  </a:lnTo>
                  <a:lnTo>
                    <a:pt x="14672" y="5999"/>
                  </a:lnTo>
                  <a:lnTo>
                    <a:pt x="14760" y="5960"/>
                  </a:lnTo>
                  <a:lnTo>
                    <a:pt x="14839" y="5911"/>
                  </a:lnTo>
                  <a:lnTo>
                    <a:pt x="14908" y="5852"/>
                  </a:lnTo>
                  <a:lnTo>
                    <a:pt x="14976" y="5793"/>
                  </a:lnTo>
                  <a:lnTo>
                    <a:pt x="15035" y="5724"/>
                  </a:lnTo>
                  <a:lnTo>
                    <a:pt x="15094" y="5655"/>
                  </a:lnTo>
                  <a:lnTo>
                    <a:pt x="15144" y="5576"/>
                  </a:lnTo>
                  <a:lnTo>
                    <a:pt x="15183" y="5488"/>
                  </a:lnTo>
                  <a:lnTo>
                    <a:pt x="15212" y="5399"/>
                  </a:lnTo>
                  <a:lnTo>
                    <a:pt x="15242" y="5311"/>
                  </a:lnTo>
                  <a:lnTo>
                    <a:pt x="15252" y="5213"/>
                  </a:lnTo>
                  <a:lnTo>
                    <a:pt x="15262" y="5124"/>
                  </a:lnTo>
                  <a:lnTo>
                    <a:pt x="15252" y="5026"/>
                  </a:lnTo>
                  <a:lnTo>
                    <a:pt x="15242" y="4927"/>
                  </a:lnTo>
                  <a:lnTo>
                    <a:pt x="15212" y="4839"/>
                  </a:lnTo>
                  <a:lnTo>
                    <a:pt x="15183" y="4750"/>
                  </a:lnTo>
                  <a:lnTo>
                    <a:pt x="15144" y="4662"/>
                  </a:lnTo>
                  <a:lnTo>
                    <a:pt x="15094" y="4583"/>
                  </a:lnTo>
                  <a:lnTo>
                    <a:pt x="15035" y="4514"/>
                  </a:lnTo>
                  <a:lnTo>
                    <a:pt x="14976" y="4446"/>
                  </a:lnTo>
                  <a:lnTo>
                    <a:pt x="14908" y="4387"/>
                  </a:lnTo>
                  <a:lnTo>
                    <a:pt x="14839" y="4328"/>
                  </a:lnTo>
                  <a:lnTo>
                    <a:pt x="14760" y="4278"/>
                  </a:lnTo>
                  <a:lnTo>
                    <a:pt x="14672" y="4239"/>
                  </a:lnTo>
                  <a:lnTo>
                    <a:pt x="14593" y="4210"/>
                  </a:lnTo>
                  <a:lnTo>
                    <a:pt x="14495" y="4190"/>
                  </a:lnTo>
                  <a:lnTo>
                    <a:pt x="14406" y="4170"/>
                  </a:lnTo>
                  <a:lnTo>
                    <a:pt x="14308" y="4170"/>
                  </a:lnTo>
                  <a:lnTo>
                    <a:pt x="14180" y="4180"/>
                  </a:lnTo>
                  <a:lnTo>
                    <a:pt x="14052" y="4200"/>
                  </a:lnTo>
                  <a:lnTo>
                    <a:pt x="13934" y="4239"/>
                  </a:lnTo>
                  <a:lnTo>
                    <a:pt x="13826" y="4298"/>
                  </a:lnTo>
                  <a:lnTo>
                    <a:pt x="13718" y="4367"/>
                  </a:lnTo>
                  <a:lnTo>
                    <a:pt x="13629" y="4446"/>
                  </a:lnTo>
                  <a:lnTo>
                    <a:pt x="13551" y="4544"/>
                  </a:lnTo>
                  <a:lnTo>
                    <a:pt x="13482" y="4642"/>
                  </a:lnTo>
                  <a:lnTo>
                    <a:pt x="11908" y="4642"/>
                  </a:lnTo>
                  <a:lnTo>
                    <a:pt x="11908" y="2744"/>
                  </a:lnTo>
                  <a:lnTo>
                    <a:pt x="10011" y="2744"/>
                  </a:lnTo>
                  <a:lnTo>
                    <a:pt x="10011" y="1427"/>
                  </a:lnTo>
                  <a:lnTo>
                    <a:pt x="11082" y="1427"/>
                  </a:lnTo>
                  <a:lnTo>
                    <a:pt x="11151" y="1535"/>
                  </a:lnTo>
                  <a:lnTo>
                    <a:pt x="11230" y="1623"/>
                  </a:lnTo>
                  <a:lnTo>
                    <a:pt x="11328" y="1702"/>
                  </a:lnTo>
                  <a:lnTo>
                    <a:pt x="11427" y="1771"/>
                  </a:lnTo>
                  <a:lnTo>
                    <a:pt x="11535" y="1830"/>
                  </a:lnTo>
                  <a:lnTo>
                    <a:pt x="11653" y="1869"/>
                  </a:lnTo>
                  <a:lnTo>
                    <a:pt x="11781" y="1899"/>
                  </a:lnTo>
                  <a:lnTo>
                    <a:pt x="11908" y="1909"/>
                  </a:lnTo>
                  <a:lnTo>
                    <a:pt x="12007" y="1899"/>
                  </a:lnTo>
                  <a:lnTo>
                    <a:pt x="12095" y="1889"/>
                  </a:lnTo>
                  <a:lnTo>
                    <a:pt x="12194" y="1859"/>
                  </a:lnTo>
                  <a:lnTo>
                    <a:pt x="12282" y="1830"/>
                  </a:lnTo>
                  <a:lnTo>
                    <a:pt x="12361" y="1791"/>
                  </a:lnTo>
                  <a:lnTo>
                    <a:pt x="12439" y="1741"/>
                  </a:lnTo>
                  <a:lnTo>
                    <a:pt x="12508" y="1692"/>
                  </a:lnTo>
                  <a:lnTo>
                    <a:pt x="12577" y="1623"/>
                  </a:lnTo>
                  <a:lnTo>
                    <a:pt x="12646" y="1564"/>
                  </a:lnTo>
                  <a:lnTo>
                    <a:pt x="12695" y="1486"/>
                  </a:lnTo>
                  <a:lnTo>
                    <a:pt x="12744" y="1407"/>
                  </a:lnTo>
                  <a:lnTo>
                    <a:pt x="12784" y="1328"/>
                  </a:lnTo>
                  <a:lnTo>
                    <a:pt x="12813" y="1240"/>
                  </a:lnTo>
                  <a:lnTo>
                    <a:pt x="12843" y="1151"/>
                  </a:lnTo>
                  <a:lnTo>
                    <a:pt x="12852" y="1053"/>
                  </a:lnTo>
                  <a:lnTo>
                    <a:pt x="12862" y="955"/>
                  </a:lnTo>
                  <a:lnTo>
                    <a:pt x="12852" y="856"/>
                  </a:lnTo>
                  <a:lnTo>
                    <a:pt x="12843" y="768"/>
                  </a:lnTo>
                  <a:lnTo>
                    <a:pt x="12813" y="670"/>
                  </a:lnTo>
                  <a:lnTo>
                    <a:pt x="12784" y="581"/>
                  </a:lnTo>
                  <a:lnTo>
                    <a:pt x="12744" y="502"/>
                  </a:lnTo>
                  <a:lnTo>
                    <a:pt x="12695" y="424"/>
                  </a:lnTo>
                  <a:lnTo>
                    <a:pt x="12646" y="355"/>
                  </a:lnTo>
                  <a:lnTo>
                    <a:pt x="12577" y="286"/>
                  </a:lnTo>
                  <a:lnTo>
                    <a:pt x="12508" y="217"/>
                  </a:lnTo>
                  <a:lnTo>
                    <a:pt x="12439" y="168"/>
                  </a:lnTo>
                  <a:lnTo>
                    <a:pt x="12361" y="119"/>
                  </a:lnTo>
                  <a:lnTo>
                    <a:pt x="12282" y="80"/>
                  </a:lnTo>
                  <a:lnTo>
                    <a:pt x="12194" y="50"/>
                  </a:lnTo>
                  <a:lnTo>
                    <a:pt x="12095" y="21"/>
                  </a:lnTo>
                  <a:lnTo>
                    <a:pt x="12007" y="11"/>
                  </a:lnTo>
                  <a:lnTo>
                    <a:pt x="11908" y="1"/>
                  </a:lnTo>
                  <a:lnTo>
                    <a:pt x="11781" y="11"/>
                  </a:lnTo>
                  <a:lnTo>
                    <a:pt x="11653" y="40"/>
                  </a:lnTo>
                  <a:lnTo>
                    <a:pt x="11535" y="80"/>
                  </a:lnTo>
                  <a:lnTo>
                    <a:pt x="11427" y="139"/>
                  </a:lnTo>
                  <a:lnTo>
                    <a:pt x="11328" y="207"/>
                  </a:lnTo>
                  <a:lnTo>
                    <a:pt x="11230" y="286"/>
                  </a:lnTo>
                  <a:lnTo>
                    <a:pt x="11151" y="375"/>
                  </a:lnTo>
                  <a:lnTo>
                    <a:pt x="11082" y="483"/>
                  </a:lnTo>
                  <a:lnTo>
                    <a:pt x="9057" y="483"/>
                  </a:lnTo>
                  <a:lnTo>
                    <a:pt x="9057" y="1427"/>
                  </a:lnTo>
                  <a:lnTo>
                    <a:pt x="9057" y="2744"/>
                  </a:lnTo>
                  <a:lnTo>
                    <a:pt x="6195" y="2744"/>
                  </a:lnTo>
                  <a:lnTo>
                    <a:pt x="6195" y="483"/>
                  </a:lnTo>
                  <a:lnTo>
                    <a:pt x="4170" y="483"/>
                  </a:lnTo>
                  <a:lnTo>
                    <a:pt x="4101" y="375"/>
                  </a:lnTo>
                  <a:lnTo>
                    <a:pt x="4022" y="286"/>
                  </a:lnTo>
                  <a:lnTo>
                    <a:pt x="3924" y="207"/>
                  </a:lnTo>
                  <a:lnTo>
                    <a:pt x="3825" y="139"/>
                  </a:lnTo>
                  <a:lnTo>
                    <a:pt x="3717" y="80"/>
                  </a:lnTo>
                  <a:lnTo>
                    <a:pt x="3599" y="40"/>
                  </a:lnTo>
                  <a:lnTo>
                    <a:pt x="3471" y="11"/>
                  </a:lnTo>
                  <a:lnTo>
                    <a:pt x="334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7098" name="Google Shape;7098;p515"/>
          <p:cNvPicPr preferRelativeResize="0"/>
          <p:nvPr/>
        </p:nvPicPr>
        <p:blipFill>
          <a:blip r:embed="rId17">
            <a:alphaModFix/>
          </a:blip>
          <a:stretch>
            <a:fillRect/>
          </a:stretch>
        </p:blipFill>
        <p:spPr>
          <a:xfrm>
            <a:off x="5855775" y="1660347"/>
            <a:ext cx="448056" cy="267262"/>
          </a:xfrm>
          <a:prstGeom prst="rect">
            <a:avLst/>
          </a:prstGeom>
          <a:noFill/>
          <a:ln>
            <a:noFill/>
          </a:ln>
        </p:spPr>
      </p:pic>
      <p:pic>
        <p:nvPicPr>
          <p:cNvPr id="7099" name="Google Shape;7099;p515"/>
          <p:cNvPicPr preferRelativeResize="0"/>
          <p:nvPr/>
        </p:nvPicPr>
        <p:blipFill>
          <a:blip r:embed="rId18">
            <a:alphaModFix/>
          </a:blip>
          <a:stretch>
            <a:fillRect/>
          </a:stretch>
        </p:blipFill>
        <p:spPr>
          <a:xfrm>
            <a:off x="6559875" y="1569950"/>
            <a:ext cx="448056" cy="448056"/>
          </a:xfrm>
          <a:prstGeom prst="rect">
            <a:avLst/>
          </a:prstGeom>
          <a:noFill/>
          <a:ln>
            <a:noFill/>
          </a:ln>
        </p:spPr>
      </p:pic>
      <p:pic>
        <p:nvPicPr>
          <p:cNvPr id="7100" name="Google Shape;7100;p515"/>
          <p:cNvPicPr preferRelativeResize="0"/>
          <p:nvPr/>
        </p:nvPicPr>
        <p:blipFill>
          <a:blip r:embed="rId19">
            <a:alphaModFix/>
          </a:blip>
          <a:stretch>
            <a:fillRect/>
          </a:stretch>
        </p:blipFill>
        <p:spPr>
          <a:xfrm>
            <a:off x="7293346" y="1615670"/>
            <a:ext cx="356616" cy="356616"/>
          </a:xfrm>
          <a:prstGeom prst="rect">
            <a:avLst/>
          </a:prstGeom>
          <a:noFill/>
          <a:ln>
            <a:noFill/>
          </a:ln>
        </p:spPr>
      </p:pic>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Shape 7104"/>
        <p:cNvGrpSpPr/>
        <p:nvPr/>
      </p:nvGrpSpPr>
      <p:grpSpPr>
        <a:xfrm>
          <a:off x="0" y="0"/>
          <a:ext cx="0" cy="0"/>
          <a:chOff x="0" y="0"/>
          <a:chExt cx="0" cy="0"/>
        </a:xfrm>
      </p:grpSpPr>
      <p:sp>
        <p:nvSpPr>
          <p:cNvPr id="7105" name="Google Shape;7105;p516"/>
          <p:cNvSpPr txBox="1">
            <a:spLocks noGrp="1"/>
          </p:cNvSpPr>
          <p:nvPr>
            <p:ph type="title"/>
          </p:nvPr>
        </p:nvSpPr>
        <p:spPr>
          <a:xfrm>
            <a:off x="457201" y="114300"/>
            <a:ext cx="8229600" cy="369300"/>
          </a:xfrm>
          <a:prstGeom prst="rect">
            <a:avLst/>
          </a:prstGeom>
        </p:spPr>
        <p:txBody>
          <a:bodyPr spcFirstLastPara="1" wrap="square" lIns="0" tIns="0" rIns="0" bIns="0" anchor="t" anchorCtr="0">
            <a:spAutoFit/>
          </a:bodyPr>
          <a:lstStyle/>
          <a:p>
            <a:pPr marL="0" lvl="0" indent="0" algn="l" rtl="0">
              <a:spcBef>
                <a:spcPts val="0"/>
              </a:spcBef>
              <a:spcAft>
                <a:spcPts val="0"/>
              </a:spcAft>
              <a:buNone/>
            </a:pPr>
            <a:r>
              <a:rPr lang="en" sz="2400"/>
              <a:t>Camunda Components and Licenses</a:t>
            </a:r>
            <a:endParaRPr sz="2400"/>
          </a:p>
        </p:txBody>
      </p:sp>
      <p:sp>
        <p:nvSpPr>
          <p:cNvPr id="7106" name="Google Shape;7106;p516"/>
          <p:cNvSpPr/>
          <p:nvPr/>
        </p:nvSpPr>
        <p:spPr>
          <a:xfrm>
            <a:off x="2531794" y="800100"/>
            <a:ext cx="6292200" cy="4197300"/>
          </a:xfrm>
          <a:prstGeom prst="roundRect">
            <a:avLst>
              <a:gd name="adj" fmla="val 3998"/>
            </a:avLst>
          </a:prstGeom>
          <a:solidFill>
            <a:srgbClr val="D9D9D9"/>
          </a:solidFill>
          <a:ln>
            <a:noFill/>
          </a:ln>
        </p:spPr>
        <p:txBody>
          <a:bodyPr spcFirstLastPara="1" wrap="square" lIns="91425" tIns="91425" rIns="91425" bIns="91425" anchor="b" anchorCtr="0">
            <a:noAutofit/>
          </a:bodyPr>
          <a:lstStyle/>
          <a:p>
            <a:pPr marL="0" lvl="0" indent="0" algn="l" rtl="0">
              <a:spcBef>
                <a:spcPts val="0"/>
              </a:spcBef>
              <a:spcAft>
                <a:spcPts val="0"/>
              </a:spcAft>
              <a:buNone/>
            </a:pPr>
            <a:endParaRPr/>
          </a:p>
        </p:txBody>
      </p:sp>
      <p:sp>
        <p:nvSpPr>
          <p:cNvPr id="7107" name="Google Shape;7107;p516"/>
          <p:cNvSpPr/>
          <p:nvPr/>
        </p:nvSpPr>
        <p:spPr>
          <a:xfrm>
            <a:off x="2647325" y="876300"/>
            <a:ext cx="4350000" cy="4012500"/>
          </a:xfrm>
          <a:prstGeom prst="roundRect">
            <a:avLst>
              <a:gd name="adj" fmla="val 3998"/>
            </a:avLst>
          </a:prstGeom>
          <a:solidFill>
            <a:srgbClr val="B7B7B7"/>
          </a:solidFill>
          <a:ln>
            <a:noFill/>
          </a:ln>
        </p:spPr>
        <p:txBody>
          <a:bodyPr spcFirstLastPara="1" wrap="square" lIns="91425" tIns="91425" rIns="91425" bIns="91425" anchor="b" anchorCtr="0">
            <a:noAutofit/>
          </a:bodyPr>
          <a:lstStyle/>
          <a:p>
            <a:pPr marL="0" lvl="0" indent="0" algn="l" rtl="0">
              <a:spcBef>
                <a:spcPts val="0"/>
              </a:spcBef>
              <a:spcAft>
                <a:spcPts val="0"/>
              </a:spcAft>
              <a:buNone/>
            </a:pPr>
            <a:endParaRPr/>
          </a:p>
        </p:txBody>
      </p:sp>
      <p:sp>
        <p:nvSpPr>
          <p:cNvPr id="7108" name="Google Shape;7108;p516"/>
          <p:cNvSpPr/>
          <p:nvPr/>
        </p:nvSpPr>
        <p:spPr>
          <a:xfrm>
            <a:off x="4971146" y="1028700"/>
            <a:ext cx="840900" cy="714600"/>
          </a:xfrm>
          <a:prstGeom prst="roundRect">
            <a:avLst>
              <a:gd name="adj" fmla="val 16667"/>
            </a:avLst>
          </a:prstGeom>
          <a:solidFill>
            <a:srgbClr val="434343"/>
          </a:solidFill>
          <a:ln w="19050" cap="flat" cmpd="sng">
            <a:solidFill>
              <a:srgbClr val="FC5D0D"/>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b="1">
              <a:latin typeface="IBM Plex Sans"/>
              <a:ea typeface="IBM Plex Sans"/>
              <a:cs typeface="IBM Plex Sans"/>
              <a:sym typeface="IBM Plex Sans"/>
            </a:endParaRPr>
          </a:p>
        </p:txBody>
      </p:sp>
      <p:sp>
        <p:nvSpPr>
          <p:cNvPr id="7109" name="Google Shape;7109;p516"/>
          <p:cNvSpPr/>
          <p:nvPr/>
        </p:nvSpPr>
        <p:spPr>
          <a:xfrm>
            <a:off x="239200" y="1790250"/>
            <a:ext cx="2090100" cy="1741800"/>
          </a:xfrm>
          <a:prstGeom prst="roundRect">
            <a:avLst>
              <a:gd name="adj" fmla="val 7918"/>
            </a:avLst>
          </a:prstGeom>
          <a:solidFill>
            <a:srgbClr val="B7B7B7"/>
          </a:solidFill>
          <a:ln>
            <a:noFill/>
          </a:ln>
        </p:spPr>
        <p:txBody>
          <a:bodyPr spcFirstLastPara="1" wrap="square" lIns="91425" tIns="91425" rIns="91425" bIns="91425" anchor="b" anchorCtr="0">
            <a:noAutofit/>
          </a:bodyPr>
          <a:lstStyle/>
          <a:p>
            <a:pPr marL="0" lvl="0" indent="0" algn="l" rtl="0">
              <a:spcBef>
                <a:spcPts val="0"/>
              </a:spcBef>
              <a:spcAft>
                <a:spcPts val="0"/>
              </a:spcAft>
              <a:buNone/>
            </a:pPr>
            <a:endParaRPr/>
          </a:p>
        </p:txBody>
      </p:sp>
      <p:sp>
        <p:nvSpPr>
          <p:cNvPr id="7110" name="Google Shape;7110;p516"/>
          <p:cNvSpPr/>
          <p:nvPr/>
        </p:nvSpPr>
        <p:spPr>
          <a:xfrm>
            <a:off x="1449100" y="1904100"/>
            <a:ext cx="757800" cy="602100"/>
          </a:xfrm>
          <a:prstGeom prst="roundRect">
            <a:avLst>
              <a:gd name="adj" fmla="val 16667"/>
            </a:avLst>
          </a:prstGeom>
          <a:solidFill>
            <a:srgbClr val="26D07C"/>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b="1">
                <a:solidFill>
                  <a:srgbClr val="FFFFFF"/>
                </a:solidFill>
                <a:latin typeface="IBM Plex Sans"/>
                <a:ea typeface="IBM Plex Sans"/>
                <a:cs typeface="IBM Plex Sans"/>
                <a:sym typeface="IBM Plex Sans"/>
              </a:rPr>
              <a:t>Zeebe</a:t>
            </a:r>
            <a:endParaRPr sz="1000" b="1">
              <a:solidFill>
                <a:srgbClr val="FFFFFF"/>
              </a:solidFill>
              <a:latin typeface="IBM Plex Sans"/>
              <a:ea typeface="IBM Plex Sans"/>
              <a:cs typeface="IBM Plex Sans"/>
              <a:sym typeface="IBM Plex Sans"/>
            </a:endParaRPr>
          </a:p>
          <a:p>
            <a:pPr marL="0" lvl="0" indent="0" algn="ctr" rtl="0">
              <a:spcBef>
                <a:spcPts val="0"/>
              </a:spcBef>
              <a:spcAft>
                <a:spcPts val="0"/>
              </a:spcAft>
              <a:buNone/>
            </a:pPr>
            <a:r>
              <a:rPr lang="en" sz="1000" b="1">
                <a:solidFill>
                  <a:srgbClr val="FFFFFF"/>
                </a:solidFill>
                <a:latin typeface="IBM Plex Sans"/>
                <a:ea typeface="IBM Plex Sans"/>
                <a:cs typeface="IBM Plex Sans"/>
                <a:sym typeface="IBM Plex Sans"/>
              </a:rPr>
              <a:t>client</a:t>
            </a:r>
            <a:endParaRPr sz="1000" b="1">
              <a:solidFill>
                <a:srgbClr val="FFFFFF"/>
              </a:solidFill>
              <a:latin typeface="IBM Plex Sans"/>
              <a:ea typeface="IBM Plex Sans"/>
              <a:cs typeface="IBM Plex Sans"/>
              <a:sym typeface="IBM Plex Sans"/>
            </a:endParaRPr>
          </a:p>
        </p:txBody>
      </p:sp>
      <p:sp>
        <p:nvSpPr>
          <p:cNvPr id="7111" name="Google Shape;7111;p516"/>
          <p:cNvSpPr/>
          <p:nvPr/>
        </p:nvSpPr>
        <p:spPr>
          <a:xfrm>
            <a:off x="467800" y="1104900"/>
            <a:ext cx="975900" cy="602100"/>
          </a:xfrm>
          <a:prstGeom prst="roundRect">
            <a:avLst>
              <a:gd name="adj" fmla="val 16667"/>
            </a:avLst>
          </a:prstGeom>
          <a:solidFill>
            <a:srgbClr val="26D07C"/>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b="1">
                <a:solidFill>
                  <a:srgbClr val="FFFFFF"/>
                </a:solidFill>
                <a:latin typeface="IBM Plex Sans"/>
                <a:ea typeface="IBM Plex Sans"/>
                <a:cs typeface="IBM Plex Sans"/>
                <a:sym typeface="IBM Plex Sans"/>
              </a:rPr>
              <a:t>Camunda Desktop Modeler</a:t>
            </a:r>
            <a:endParaRPr sz="1000" b="1">
              <a:solidFill>
                <a:srgbClr val="FFFFFF"/>
              </a:solidFill>
              <a:latin typeface="IBM Plex Sans"/>
              <a:ea typeface="IBM Plex Sans"/>
              <a:cs typeface="IBM Plex Sans"/>
              <a:sym typeface="IBM Plex Sans"/>
            </a:endParaRPr>
          </a:p>
        </p:txBody>
      </p:sp>
      <p:sp>
        <p:nvSpPr>
          <p:cNvPr id="7112" name="Google Shape;7112;p516"/>
          <p:cNvSpPr txBox="1"/>
          <p:nvPr/>
        </p:nvSpPr>
        <p:spPr>
          <a:xfrm>
            <a:off x="516991" y="3162783"/>
            <a:ext cx="1743600" cy="369300"/>
          </a:xfrm>
          <a:prstGeom prst="rect">
            <a:avLst/>
          </a:prstGeom>
          <a:noFill/>
          <a:ln>
            <a:noFill/>
          </a:ln>
        </p:spPr>
        <p:txBody>
          <a:bodyPr spcFirstLastPara="1" wrap="square" lIns="91425" tIns="91425" rIns="91425" bIns="91425" anchor="t" anchorCtr="0">
            <a:spAutoFit/>
          </a:bodyPr>
          <a:lstStyle/>
          <a:p>
            <a:pPr marL="0" lvl="0" indent="0" algn="r" rtl="0">
              <a:spcBef>
                <a:spcPts val="0"/>
              </a:spcBef>
              <a:spcAft>
                <a:spcPts val="0"/>
              </a:spcAft>
              <a:buNone/>
            </a:pPr>
            <a:r>
              <a:rPr lang="en" sz="1200" b="1">
                <a:latin typeface="IBM Plex Mono"/>
                <a:ea typeface="IBM Plex Mono"/>
                <a:cs typeface="IBM Plex Mono"/>
                <a:sym typeface="IBM Plex Mono"/>
              </a:rPr>
              <a:t>Process solution</a:t>
            </a:r>
            <a:endParaRPr sz="1200" b="1">
              <a:latin typeface="IBM Plex Mono"/>
              <a:ea typeface="IBM Plex Mono"/>
              <a:cs typeface="IBM Plex Mono"/>
              <a:sym typeface="IBM Plex Mono"/>
            </a:endParaRPr>
          </a:p>
        </p:txBody>
      </p:sp>
      <p:sp>
        <p:nvSpPr>
          <p:cNvPr id="7113" name="Google Shape;7113;p516"/>
          <p:cNvSpPr/>
          <p:nvPr/>
        </p:nvSpPr>
        <p:spPr>
          <a:xfrm>
            <a:off x="499513" y="2169399"/>
            <a:ext cx="455274" cy="494100"/>
          </a:xfrm>
          <a:prstGeom prst="flowChartDocument">
            <a:avLst/>
          </a:prstGeom>
          <a:solidFill>
            <a:srgbClr val="FFFFFF"/>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14" name="Google Shape;7114;p516"/>
          <p:cNvSpPr txBox="1"/>
          <p:nvPr/>
        </p:nvSpPr>
        <p:spPr>
          <a:xfrm>
            <a:off x="390125" y="2617262"/>
            <a:ext cx="1027500" cy="461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900">
                <a:solidFill>
                  <a:srgbClr val="666666"/>
                </a:solidFill>
                <a:latin typeface="IBM Plex Sans"/>
                <a:ea typeface="IBM Plex Sans"/>
                <a:cs typeface="IBM Plex Sans"/>
                <a:sym typeface="IBM Plex Sans"/>
              </a:rPr>
              <a:t>BPMN, DMN, </a:t>
            </a:r>
            <a:br>
              <a:rPr lang="en" sz="900">
                <a:solidFill>
                  <a:srgbClr val="666666"/>
                </a:solidFill>
                <a:latin typeface="IBM Plex Sans"/>
                <a:ea typeface="IBM Plex Sans"/>
                <a:cs typeface="IBM Plex Sans"/>
                <a:sym typeface="IBM Plex Sans"/>
              </a:rPr>
            </a:br>
            <a:r>
              <a:rPr lang="en" sz="900">
                <a:solidFill>
                  <a:srgbClr val="666666"/>
                </a:solidFill>
                <a:latin typeface="IBM Plex Sans"/>
                <a:ea typeface="IBM Plex Sans"/>
                <a:cs typeface="IBM Plex Sans"/>
                <a:sym typeface="IBM Plex Sans"/>
              </a:rPr>
              <a:t>&amp; forms</a:t>
            </a:r>
            <a:endParaRPr sz="900">
              <a:solidFill>
                <a:srgbClr val="666666"/>
              </a:solidFill>
              <a:latin typeface="IBM Plex Sans"/>
              <a:ea typeface="IBM Plex Sans"/>
              <a:cs typeface="IBM Plex Sans"/>
              <a:sym typeface="IBM Plex Sans"/>
            </a:endParaRPr>
          </a:p>
        </p:txBody>
      </p:sp>
      <p:cxnSp>
        <p:nvCxnSpPr>
          <p:cNvPr id="7115" name="Google Shape;7115;p516"/>
          <p:cNvCxnSpPr/>
          <p:nvPr/>
        </p:nvCxnSpPr>
        <p:spPr>
          <a:xfrm>
            <a:off x="727150" y="1707000"/>
            <a:ext cx="0" cy="379200"/>
          </a:xfrm>
          <a:prstGeom prst="straightConnector1">
            <a:avLst/>
          </a:prstGeom>
          <a:noFill/>
          <a:ln w="19050" cap="flat" cmpd="sng">
            <a:solidFill>
              <a:srgbClr val="FFFFFF"/>
            </a:solidFill>
            <a:prstDash val="dot"/>
            <a:round/>
            <a:headEnd type="none" w="med" len="med"/>
            <a:tailEnd type="triangle" w="med" len="med"/>
          </a:ln>
        </p:spPr>
      </p:cxnSp>
      <p:sp>
        <p:nvSpPr>
          <p:cNvPr id="7116" name="Google Shape;7116;p516"/>
          <p:cNvSpPr/>
          <p:nvPr/>
        </p:nvSpPr>
        <p:spPr>
          <a:xfrm>
            <a:off x="4860156" y="1113933"/>
            <a:ext cx="840900" cy="714600"/>
          </a:xfrm>
          <a:prstGeom prst="roundRect">
            <a:avLst>
              <a:gd name="adj" fmla="val 16667"/>
            </a:avLst>
          </a:prstGeom>
          <a:solidFill>
            <a:srgbClr val="434343"/>
          </a:solidFill>
          <a:ln w="19050" cap="flat" cmpd="sng">
            <a:solidFill>
              <a:srgbClr val="FC5D0D"/>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b="1">
              <a:latin typeface="IBM Plex Sans"/>
              <a:ea typeface="IBM Plex Sans"/>
              <a:cs typeface="IBM Plex Sans"/>
              <a:sym typeface="IBM Plex Sans"/>
            </a:endParaRPr>
          </a:p>
        </p:txBody>
      </p:sp>
      <p:sp>
        <p:nvSpPr>
          <p:cNvPr id="7117" name="Google Shape;7117;p516"/>
          <p:cNvSpPr/>
          <p:nvPr/>
        </p:nvSpPr>
        <p:spPr>
          <a:xfrm>
            <a:off x="3950004" y="1224550"/>
            <a:ext cx="1587900" cy="799800"/>
          </a:xfrm>
          <a:prstGeom prst="roundRect">
            <a:avLst>
              <a:gd name="adj" fmla="val 16667"/>
            </a:avLst>
          </a:prstGeom>
          <a:solidFill>
            <a:srgbClr val="FC5D0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b="1">
                <a:solidFill>
                  <a:srgbClr val="FFFFFF"/>
                </a:solidFill>
                <a:latin typeface="IBM Plex Sans"/>
                <a:ea typeface="IBM Plex Sans"/>
                <a:cs typeface="IBM Plex Sans"/>
                <a:sym typeface="IBM Plex Sans"/>
              </a:rPr>
              <a:t>Zeebe</a:t>
            </a:r>
            <a:endParaRPr b="1">
              <a:solidFill>
                <a:srgbClr val="FFFFFF"/>
              </a:solidFill>
              <a:latin typeface="IBM Plex Sans"/>
              <a:ea typeface="IBM Plex Sans"/>
              <a:cs typeface="IBM Plex Sans"/>
              <a:sym typeface="IBM Plex Sans"/>
            </a:endParaRPr>
          </a:p>
        </p:txBody>
      </p:sp>
      <p:sp>
        <p:nvSpPr>
          <p:cNvPr id="7118" name="Google Shape;7118;p516"/>
          <p:cNvSpPr txBox="1"/>
          <p:nvPr/>
        </p:nvSpPr>
        <p:spPr>
          <a:xfrm>
            <a:off x="5854675" y="989700"/>
            <a:ext cx="10275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800">
                <a:solidFill>
                  <a:srgbClr val="000000"/>
                </a:solidFill>
                <a:latin typeface="IBM Plex Sans"/>
                <a:ea typeface="IBM Plex Sans"/>
                <a:cs typeface="IBM Plex Sans"/>
                <a:sym typeface="IBM Plex Sans"/>
              </a:rPr>
              <a:t>Replication cluster (RAFT)</a:t>
            </a:r>
            <a:endParaRPr sz="800">
              <a:solidFill>
                <a:srgbClr val="000000"/>
              </a:solidFill>
              <a:latin typeface="IBM Plex Sans"/>
              <a:ea typeface="IBM Plex Sans"/>
              <a:cs typeface="IBM Plex Sans"/>
              <a:sym typeface="IBM Plex Sans"/>
            </a:endParaRPr>
          </a:p>
        </p:txBody>
      </p:sp>
      <p:sp>
        <p:nvSpPr>
          <p:cNvPr id="7119" name="Google Shape;7119;p516"/>
          <p:cNvSpPr txBox="1"/>
          <p:nvPr/>
        </p:nvSpPr>
        <p:spPr>
          <a:xfrm>
            <a:off x="5854675" y="1370700"/>
            <a:ext cx="14322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800">
                <a:solidFill>
                  <a:srgbClr val="000000"/>
                </a:solidFill>
                <a:latin typeface="IBM Plex Sans"/>
                <a:ea typeface="IBM Plex Sans"/>
                <a:cs typeface="IBM Plex Sans"/>
                <a:sym typeface="IBM Plex Sans"/>
              </a:rPr>
              <a:t>Own persistence</a:t>
            </a:r>
            <a:endParaRPr sz="800">
              <a:solidFill>
                <a:srgbClr val="000000"/>
              </a:solidFill>
              <a:latin typeface="IBM Plex Sans"/>
              <a:ea typeface="IBM Plex Sans"/>
              <a:cs typeface="IBM Plex Sans"/>
              <a:sym typeface="IBM Plex Sans"/>
            </a:endParaRPr>
          </a:p>
          <a:p>
            <a:pPr marL="0" lvl="0" indent="0" algn="l" rtl="0">
              <a:spcBef>
                <a:spcPts val="0"/>
              </a:spcBef>
              <a:spcAft>
                <a:spcPts val="0"/>
              </a:spcAft>
              <a:buNone/>
            </a:pPr>
            <a:r>
              <a:rPr lang="en" sz="800">
                <a:solidFill>
                  <a:srgbClr val="000000"/>
                </a:solidFill>
                <a:latin typeface="IBM Plex Sans"/>
                <a:ea typeface="IBM Plex Sans"/>
                <a:cs typeface="IBM Plex Sans"/>
                <a:sym typeface="IBM Plex Sans"/>
              </a:rPr>
              <a:t>(event log)</a:t>
            </a:r>
            <a:endParaRPr sz="800">
              <a:solidFill>
                <a:srgbClr val="000000"/>
              </a:solidFill>
              <a:latin typeface="IBM Plex Sans"/>
              <a:ea typeface="IBM Plex Sans"/>
              <a:cs typeface="IBM Plex Sans"/>
              <a:sym typeface="IBM Plex Sans"/>
            </a:endParaRPr>
          </a:p>
        </p:txBody>
      </p:sp>
      <p:cxnSp>
        <p:nvCxnSpPr>
          <p:cNvPr id="7120" name="Google Shape;7120;p516"/>
          <p:cNvCxnSpPr/>
          <p:nvPr/>
        </p:nvCxnSpPr>
        <p:spPr>
          <a:xfrm>
            <a:off x="4743954" y="2124138"/>
            <a:ext cx="0" cy="377700"/>
          </a:xfrm>
          <a:prstGeom prst="straightConnector1">
            <a:avLst/>
          </a:prstGeom>
          <a:noFill/>
          <a:ln w="19050" cap="flat" cmpd="sng">
            <a:solidFill>
              <a:srgbClr val="000000"/>
            </a:solidFill>
            <a:prstDash val="solid"/>
            <a:round/>
            <a:headEnd type="none" w="med" len="med"/>
            <a:tailEnd type="triangle" w="med" len="med"/>
          </a:ln>
        </p:spPr>
      </p:cxnSp>
      <p:sp>
        <p:nvSpPr>
          <p:cNvPr id="7121" name="Google Shape;7121;p516"/>
          <p:cNvSpPr/>
          <p:nvPr/>
        </p:nvSpPr>
        <p:spPr>
          <a:xfrm>
            <a:off x="4133667" y="2574153"/>
            <a:ext cx="1207050" cy="407495"/>
          </a:xfrm>
          <a:prstGeom prst="flowChartMagneticDisk">
            <a:avLst/>
          </a:prstGeom>
          <a:solidFill>
            <a:srgbClr val="FFB7C8"/>
          </a:solidFill>
          <a:ln w="19050" cap="flat" cmpd="sng">
            <a:solidFill>
              <a:srgbClr val="888B8D"/>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b="1">
                <a:latin typeface="IBM Plex Sans"/>
                <a:ea typeface="IBM Plex Sans"/>
                <a:cs typeface="IBM Plex Sans"/>
                <a:sym typeface="IBM Plex Sans"/>
              </a:rPr>
              <a:t>Elasticsearch</a:t>
            </a:r>
            <a:endParaRPr sz="1000" b="1">
              <a:latin typeface="IBM Plex Sans"/>
              <a:ea typeface="IBM Plex Sans"/>
              <a:cs typeface="IBM Plex Sans"/>
              <a:sym typeface="IBM Plex Sans"/>
            </a:endParaRPr>
          </a:p>
        </p:txBody>
      </p:sp>
      <p:sp>
        <p:nvSpPr>
          <p:cNvPr id="7122" name="Google Shape;7122;p516"/>
          <p:cNvSpPr txBox="1"/>
          <p:nvPr/>
        </p:nvSpPr>
        <p:spPr>
          <a:xfrm>
            <a:off x="4860150" y="2178900"/>
            <a:ext cx="1651500" cy="338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000">
                <a:solidFill>
                  <a:srgbClr val="000000"/>
                </a:solidFill>
                <a:latin typeface="IBM Plex Sans"/>
                <a:ea typeface="IBM Plex Sans"/>
                <a:cs typeface="IBM Plex Sans"/>
                <a:sym typeface="IBM Plex Sans"/>
              </a:rPr>
              <a:t>Streaming exporter</a:t>
            </a:r>
            <a:endParaRPr sz="1000" b="1">
              <a:solidFill>
                <a:srgbClr val="000000"/>
              </a:solidFill>
              <a:latin typeface="IBM Plex Sans"/>
              <a:ea typeface="IBM Plex Sans"/>
              <a:cs typeface="IBM Plex Sans"/>
              <a:sym typeface="IBM Plex Sans"/>
            </a:endParaRPr>
          </a:p>
        </p:txBody>
      </p:sp>
      <p:sp>
        <p:nvSpPr>
          <p:cNvPr id="7123" name="Google Shape;7123;p516"/>
          <p:cNvSpPr/>
          <p:nvPr/>
        </p:nvSpPr>
        <p:spPr>
          <a:xfrm>
            <a:off x="3357237" y="3202787"/>
            <a:ext cx="882000" cy="714600"/>
          </a:xfrm>
          <a:prstGeom prst="roundRect">
            <a:avLst>
              <a:gd name="adj" fmla="val 16667"/>
            </a:avLst>
          </a:prstGeom>
          <a:solidFill>
            <a:srgbClr val="FC5D0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b="1">
                <a:solidFill>
                  <a:srgbClr val="FFFFFF"/>
                </a:solidFill>
                <a:latin typeface="IBM Plex Sans"/>
                <a:ea typeface="IBM Plex Sans"/>
                <a:cs typeface="IBM Plex Sans"/>
                <a:sym typeface="IBM Plex Sans"/>
              </a:rPr>
              <a:t>Tasklist</a:t>
            </a:r>
            <a:endParaRPr sz="1000" b="1">
              <a:solidFill>
                <a:srgbClr val="FFFFFF"/>
              </a:solidFill>
              <a:latin typeface="IBM Plex Sans"/>
              <a:ea typeface="IBM Plex Sans"/>
              <a:cs typeface="IBM Plex Sans"/>
              <a:sym typeface="IBM Plex Sans"/>
            </a:endParaRPr>
          </a:p>
        </p:txBody>
      </p:sp>
      <p:sp>
        <p:nvSpPr>
          <p:cNvPr id="7124" name="Google Shape;7124;p516"/>
          <p:cNvSpPr/>
          <p:nvPr/>
        </p:nvSpPr>
        <p:spPr>
          <a:xfrm>
            <a:off x="4295037" y="3202787"/>
            <a:ext cx="882000" cy="714600"/>
          </a:xfrm>
          <a:prstGeom prst="roundRect">
            <a:avLst>
              <a:gd name="adj" fmla="val 16667"/>
            </a:avLst>
          </a:prstGeom>
          <a:solidFill>
            <a:srgbClr val="FC5D0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b="1">
                <a:solidFill>
                  <a:srgbClr val="FFFFFF"/>
                </a:solidFill>
                <a:latin typeface="IBM Plex Sans"/>
                <a:ea typeface="IBM Plex Sans"/>
                <a:cs typeface="IBM Plex Sans"/>
                <a:sym typeface="IBM Plex Sans"/>
              </a:rPr>
              <a:t>Operate</a:t>
            </a:r>
            <a:endParaRPr sz="1000" b="1">
              <a:solidFill>
                <a:srgbClr val="FFFFFF"/>
              </a:solidFill>
              <a:latin typeface="IBM Plex Sans"/>
              <a:ea typeface="IBM Plex Sans"/>
              <a:cs typeface="IBM Plex Sans"/>
              <a:sym typeface="IBM Plex Sans"/>
            </a:endParaRPr>
          </a:p>
        </p:txBody>
      </p:sp>
      <p:sp>
        <p:nvSpPr>
          <p:cNvPr id="7125" name="Google Shape;7125;p516"/>
          <p:cNvSpPr/>
          <p:nvPr/>
        </p:nvSpPr>
        <p:spPr>
          <a:xfrm>
            <a:off x="5232713" y="3202787"/>
            <a:ext cx="882000" cy="714600"/>
          </a:xfrm>
          <a:prstGeom prst="roundRect">
            <a:avLst>
              <a:gd name="adj" fmla="val 16667"/>
            </a:avLst>
          </a:prstGeom>
          <a:solidFill>
            <a:srgbClr val="FC5D0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b="1">
                <a:solidFill>
                  <a:srgbClr val="FFFFFF"/>
                </a:solidFill>
                <a:latin typeface="IBM Plex Sans"/>
                <a:ea typeface="IBM Plex Sans"/>
                <a:cs typeface="IBM Plex Sans"/>
                <a:sym typeface="IBM Plex Sans"/>
              </a:rPr>
              <a:t>Optimize</a:t>
            </a:r>
            <a:endParaRPr sz="1000" b="1">
              <a:solidFill>
                <a:srgbClr val="FFFFFF"/>
              </a:solidFill>
              <a:latin typeface="IBM Plex Sans"/>
              <a:ea typeface="IBM Plex Sans"/>
              <a:cs typeface="IBM Plex Sans"/>
              <a:sym typeface="IBM Plex Sans"/>
            </a:endParaRPr>
          </a:p>
        </p:txBody>
      </p:sp>
      <p:sp>
        <p:nvSpPr>
          <p:cNvPr id="7126" name="Google Shape;7126;p516"/>
          <p:cNvSpPr/>
          <p:nvPr/>
        </p:nvSpPr>
        <p:spPr>
          <a:xfrm>
            <a:off x="4179900" y="4451183"/>
            <a:ext cx="1092300" cy="377700"/>
          </a:xfrm>
          <a:prstGeom prst="roundRect">
            <a:avLst>
              <a:gd name="adj" fmla="val 16667"/>
            </a:avLst>
          </a:prstGeom>
          <a:solidFill>
            <a:srgbClr val="FFB7C8"/>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b="1">
                <a:latin typeface="IBM Plex Sans"/>
                <a:ea typeface="IBM Plex Sans"/>
                <a:cs typeface="IBM Plex Sans"/>
                <a:sym typeface="IBM Plex Sans"/>
              </a:rPr>
              <a:t>Keycloak</a:t>
            </a:r>
            <a:endParaRPr sz="1000" b="1">
              <a:latin typeface="IBM Plex Sans"/>
              <a:ea typeface="IBM Plex Sans"/>
              <a:cs typeface="IBM Plex Sans"/>
              <a:sym typeface="IBM Plex Sans"/>
            </a:endParaRPr>
          </a:p>
        </p:txBody>
      </p:sp>
      <p:cxnSp>
        <p:nvCxnSpPr>
          <p:cNvPr id="7127" name="Google Shape;7127;p516"/>
          <p:cNvCxnSpPr>
            <a:stCxn id="7123" idx="0"/>
          </p:cNvCxnSpPr>
          <p:nvPr/>
        </p:nvCxnSpPr>
        <p:spPr>
          <a:xfrm rot="10800000" flipH="1">
            <a:off x="3798237" y="2961287"/>
            <a:ext cx="301500" cy="241500"/>
          </a:xfrm>
          <a:prstGeom prst="straightConnector1">
            <a:avLst/>
          </a:prstGeom>
          <a:noFill/>
          <a:ln w="19050" cap="flat" cmpd="sng">
            <a:solidFill>
              <a:srgbClr val="000000"/>
            </a:solidFill>
            <a:prstDash val="solid"/>
            <a:round/>
            <a:headEnd type="none" w="med" len="med"/>
            <a:tailEnd type="triangle" w="med" len="med"/>
          </a:ln>
        </p:spPr>
      </p:cxnSp>
      <p:cxnSp>
        <p:nvCxnSpPr>
          <p:cNvPr id="7128" name="Google Shape;7128;p516"/>
          <p:cNvCxnSpPr>
            <a:stCxn id="7125" idx="0"/>
          </p:cNvCxnSpPr>
          <p:nvPr/>
        </p:nvCxnSpPr>
        <p:spPr>
          <a:xfrm rot="10800000">
            <a:off x="5403113" y="2961287"/>
            <a:ext cx="270600" cy="241500"/>
          </a:xfrm>
          <a:prstGeom prst="straightConnector1">
            <a:avLst/>
          </a:prstGeom>
          <a:noFill/>
          <a:ln w="19050" cap="flat" cmpd="sng">
            <a:solidFill>
              <a:srgbClr val="000000"/>
            </a:solidFill>
            <a:prstDash val="solid"/>
            <a:round/>
            <a:headEnd type="none" w="med" len="med"/>
            <a:tailEnd type="triangle" w="med" len="med"/>
          </a:ln>
        </p:spPr>
      </p:cxnSp>
      <p:cxnSp>
        <p:nvCxnSpPr>
          <p:cNvPr id="7129" name="Google Shape;7129;p516"/>
          <p:cNvCxnSpPr>
            <a:stCxn id="7124" idx="0"/>
            <a:endCxn id="7121" idx="3"/>
          </p:cNvCxnSpPr>
          <p:nvPr/>
        </p:nvCxnSpPr>
        <p:spPr>
          <a:xfrm rot="10800000" flipH="1">
            <a:off x="4736037" y="2981687"/>
            <a:ext cx="1200" cy="221100"/>
          </a:xfrm>
          <a:prstGeom prst="straightConnector1">
            <a:avLst/>
          </a:prstGeom>
          <a:noFill/>
          <a:ln w="19050" cap="flat" cmpd="sng">
            <a:solidFill>
              <a:srgbClr val="000000"/>
            </a:solidFill>
            <a:prstDash val="solid"/>
            <a:round/>
            <a:headEnd type="none" w="med" len="med"/>
            <a:tailEnd type="triangle" w="med" len="med"/>
          </a:ln>
        </p:spPr>
      </p:cxnSp>
      <p:cxnSp>
        <p:nvCxnSpPr>
          <p:cNvPr id="7130" name="Google Shape;7130;p516"/>
          <p:cNvCxnSpPr>
            <a:stCxn id="7110" idx="3"/>
          </p:cNvCxnSpPr>
          <p:nvPr/>
        </p:nvCxnSpPr>
        <p:spPr>
          <a:xfrm rot="10800000" flipH="1">
            <a:off x="2206900" y="1873650"/>
            <a:ext cx="1643700" cy="331500"/>
          </a:xfrm>
          <a:prstGeom prst="straightConnector1">
            <a:avLst/>
          </a:prstGeom>
          <a:noFill/>
          <a:ln w="19050" cap="flat" cmpd="sng">
            <a:solidFill>
              <a:srgbClr val="FFFFFF"/>
            </a:solidFill>
            <a:prstDash val="solid"/>
            <a:round/>
            <a:headEnd type="none" w="med" len="med"/>
            <a:tailEnd type="triangle" w="med" len="med"/>
          </a:ln>
        </p:spPr>
      </p:cxnSp>
      <p:cxnSp>
        <p:nvCxnSpPr>
          <p:cNvPr id="7131" name="Google Shape;7131;p516"/>
          <p:cNvCxnSpPr/>
          <p:nvPr/>
        </p:nvCxnSpPr>
        <p:spPr>
          <a:xfrm>
            <a:off x="4743950" y="4213798"/>
            <a:ext cx="0" cy="219600"/>
          </a:xfrm>
          <a:prstGeom prst="straightConnector1">
            <a:avLst/>
          </a:prstGeom>
          <a:noFill/>
          <a:ln w="19050" cap="flat" cmpd="sng">
            <a:solidFill>
              <a:srgbClr val="FFFFFF"/>
            </a:solidFill>
            <a:prstDash val="solid"/>
            <a:round/>
            <a:headEnd type="none" w="med" len="med"/>
            <a:tailEnd type="triangle" w="med" len="med"/>
          </a:ln>
        </p:spPr>
      </p:cxnSp>
      <p:cxnSp>
        <p:nvCxnSpPr>
          <p:cNvPr id="7132" name="Google Shape;7132;p516"/>
          <p:cNvCxnSpPr>
            <a:stCxn id="7111" idx="3"/>
          </p:cNvCxnSpPr>
          <p:nvPr/>
        </p:nvCxnSpPr>
        <p:spPr>
          <a:xfrm rot="10800000" flipH="1">
            <a:off x="1443700" y="1396650"/>
            <a:ext cx="2421000" cy="9300"/>
          </a:xfrm>
          <a:prstGeom prst="straightConnector1">
            <a:avLst/>
          </a:prstGeom>
          <a:noFill/>
          <a:ln w="19050" cap="flat" cmpd="sng">
            <a:solidFill>
              <a:srgbClr val="FFFFFF"/>
            </a:solidFill>
            <a:prstDash val="dot"/>
            <a:round/>
            <a:headEnd type="none" w="med" len="med"/>
            <a:tailEnd type="triangle" w="med" len="med"/>
          </a:ln>
        </p:spPr>
      </p:cxnSp>
      <p:sp>
        <p:nvSpPr>
          <p:cNvPr id="7133" name="Google Shape;7133;p516"/>
          <p:cNvSpPr txBox="1"/>
          <p:nvPr/>
        </p:nvSpPr>
        <p:spPr>
          <a:xfrm>
            <a:off x="2647326" y="1531750"/>
            <a:ext cx="1027500" cy="461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900">
                <a:solidFill>
                  <a:srgbClr val="000000"/>
                </a:solidFill>
                <a:latin typeface="IBM Plex Sans"/>
                <a:ea typeface="IBM Plex Sans"/>
                <a:cs typeface="IBM Plex Sans"/>
                <a:sym typeface="IBM Plex Sans"/>
              </a:rPr>
              <a:t>Connect via Zeebe </a:t>
            </a:r>
            <a:r>
              <a:rPr lang="en" sz="900">
                <a:latin typeface="IBM Plex Sans"/>
                <a:ea typeface="IBM Plex Sans"/>
                <a:cs typeface="IBM Plex Sans"/>
                <a:sym typeface="IBM Plex Sans"/>
              </a:rPr>
              <a:t>g</a:t>
            </a:r>
            <a:r>
              <a:rPr lang="en" sz="900">
                <a:solidFill>
                  <a:srgbClr val="000000"/>
                </a:solidFill>
                <a:latin typeface="IBM Plex Sans"/>
                <a:ea typeface="IBM Plex Sans"/>
                <a:cs typeface="IBM Plex Sans"/>
                <a:sym typeface="IBM Plex Sans"/>
              </a:rPr>
              <a:t>ateway</a:t>
            </a:r>
            <a:endParaRPr sz="900">
              <a:solidFill>
                <a:srgbClr val="000000"/>
              </a:solidFill>
              <a:latin typeface="IBM Plex Sans"/>
              <a:ea typeface="IBM Plex Sans"/>
              <a:cs typeface="IBM Plex Sans"/>
              <a:sym typeface="IBM Plex Sans"/>
            </a:endParaRPr>
          </a:p>
        </p:txBody>
      </p:sp>
      <p:sp>
        <p:nvSpPr>
          <p:cNvPr id="7134" name="Google Shape;7134;p516"/>
          <p:cNvSpPr txBox="1"/>
          <p:nvPr/>
        </p:nvSpPr>
        <p:spPr>
          <a:xfrm>
            <a:off x="5468349" y="4521938"/>
            <a:ext cx="1472700" cy="369300"/>
          </a:xfrm>
          <a:prstGeom prst="rect">
            <a:avLst/>
          </a:prstGeom>
          <a:noFill/>
          <a:ln>
            <a:noFill/>
          </a:ln>
        </p:spPr>
        <p:txBody>
          <a:bodyPr spcFirstLastPara="1" wrap="square" lIns="91425" tIns="91425" rIns="91425" bIns="91425" anchor="t" anchorCtr="0">
            <a:spAutoFit/>
          </a:bodyPr>
          <a:lstStyle/>
          <a:p>
            <a:pPr marL="0" lvl="0" indent="0" algn="r" rtl="0">
              <a:spcBef>
                <a:spcPts val="0"/>
              </a:spcBef>
              <a:spcAft>
                <a:spcPts val="0"/>
              </a:spcAft>
              <a:buNone/>
            </a:pPr>
            <a:r>
              <a:rPr lang="en" sz="1200" b="1">
                <a:solidFill>
                  <a:srgbClr val="000000"/>
                </a:solidFill>
                <a:latin typeface="IBM Plex Mono"/>
                <a:ea typeface="IBM Plex Mono"/>
                <a:cs typeface="IBM Plex Mono"/>
                <a:sym typeface="IBM Plex Mono"/>
              </a:rPr>
              <a:t>Cluster</a:t>
            </a:r>
            <a:endParaRPr sz="1200" b="1">
              <a:solidFill>
                <a:srgbClr val="000000"/>
              </a:solidFill>
              <a:latin typeface="IBM Plex Mono"/>
              <a:ea typeface="IBM Plex Mono"/>
              <a:cs typeface="IBM Plex Mono"/>
              <a:sym typeface="IBM Plex Mono"/>
            </a:endParaRPr>
          </a:p>
        </p:txBody>
      </p:sp>
      <p:sp>
        <p:nvSpPr>
          <p:cNvPr id="7135" name="Google Shape;7135;p516"/>
          <p:cNvSpPr/>
          <p:nvPr/>
        </p:nvSpPr>
        <p:spPr>
          <a:xfrm>
            <a:off x="253525" y="3864911"/>
            <a:ext cx="156600" cy="156600"/>
          </a:xfrm>
          <a:prstGeom prst="roundRect">
            <a:avLst>
              <a:gd name="adj" fmla="val 16667"/>
            </a:avLst>
          </a:prstGeom>
          <a:solidFill>
            <a:srgbClr val="FC5D0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36" name="Google Shape;7136;p516"/>
          <p:cNvSpPr/>
          <p:nvPr/>
        </p:nvSpPr>
        <p:spPr>
          <a:xfrm>
            <a:off x="253525" y="4156127"/>
            <a:ext cx="156600" cy="156600"/>
          </a:xfrm>
          <a:prstGeom prst="roundRect">
            <a:avLst>
              <a:gd name="adj" fmla="val 16667"/>
            </a:avLst>
          </a:prstGeom>
          <a:solidFill>
            <a:srgbClr val="26D07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37" name="Google Shape;7137;p516"/>
          <p:cNvSpPr txBox="1"/>
          <p:nvPr/>
        </p:nvSpPr>
        <p:spPr>
          <a:xfrm>
            <a:off x="521125" y="3889361"/>
            <a:ext cx="1746000" cy="1077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n" sz="700">
                <a:solidFill>
                  <a:srgbClr val="FFFFFF"/>
                </a:solidFill>
                <a:latin typeface="IBM Plex Sans"/>
                <a:ea typeface="IBM Plex Sans"/>
                <a:cs typeface="IBM Plex Sans"/>
                <a:sym typeface="IBM Plex Sans"/>
              </a:rPr>
              <a:t>Source-available license</a:t>
            </a:r>
            <a:endParaRPr sz="700">
              <a:solidFill>
                <a:srgbClr val="FFFFFF"/>
              </a:solidFill>
              <a:latin typeface="IBM Plex Sans"/>
              <a:ea typeface="IBM Plex Sans"/>
              <a:cs typeface="IBM Plex Sans"/>
              <a:sym typeface="IBM Plex Sans"/>
            </a:endParaRPr>
          </a:p>
        </p:txBody>
      </p:sp>
      <p:sp>
        <p:nvSpPr>
          <p:cNvPr id="7138" name="Google Shape;7138;p516"/>
          <p:cNvSpPr txBox="1"/>
          <p:nvPr/>
        </p:nvSpPr>
        <p:spPr>
          <a:xfrm>
            <a:off x="521125" y="4176683"/>
            <a:ext cx="1746000" cy="1077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n" sz="700">
                <a:solidFill>
                  <a:srgbClr val="FFFFFF"/>
                </a:solidFill>
                <a:latin typeface="IBM Plex Sans"/>
                <a:ea typeface="IBM Plex Sans"/>
                <a:cs typeface="IBM Plex Sans"/>
                <a:sym typeface="IBM Plex Sans"/>
              </a:rPr>
              <a:t>Open source license</a:t>
            </a:r>
            <a:endParaRPr sz="700">
              <a:solidFill>
                <a:srgbClr val="FFFFFF"/>
              </a:solidFill>
              <a:latin typeface="IBM Plex Sans"/>
              <a:ea typeface="IBM Plex Sans"/>
              <a:cs typeface="IBM Plex Sans"/>
              <a:sym typeface="IBM Plex Sans"/>
            </a:endParaRPr>
          </a:p>
        </p:txBody>
      </p:sp>
      <p:sp>
        <p:nvSpPr>
          <p:cNvPr id="7139" name="Google Shape;7139;p516"/>
          <p:cNvSpPr/>
          <p:nvPr/>
        </p:nvSpPr>
        <p:spPr>
          <a:xfrm>
            <a:off x="7446575" y="1331700"/>
            <a:ext cx="975900" cy="602100"/>
          </a:xfrm>
          <a:prstGeom prst="roundRect">
            <a:avLst>
              <a:gd name="adj" fmla="val 16667"/>
            </a:avLst>
          </a:prstGeom>
          <a:solidFill>
            <a:srgbClr val="FC5D0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b="1">
                <a:solidFill>
                  <a:srgbClr val="FFFFFF"/>
                </a:solidFill>
                <a:latin typeface="IBM Plex Sans"/>
                <a:ea typeface="IBM Plex Sans"/>
                <a:cs typeface="IBM Plex Sans"/>
                <a:sym typeface="IBM Plex Sans"/>
              </a:rPr>
              <a:t>Camunda Web Modeler</a:t>
            </a:r>
            <a:endParaRPr sz="1000" b="1">
              <a:solidFill>
                <a:srgbClr val="FFFFFF"/>
              </a:solidFill>
              <a:latin typeface="IBM Plex Sans"/>
              <a:ea typeface="IBM Plex Sans"/>
              <a:cs typeface="IBM Plex Sans"/>
              <a:sym typeface="IBM Plex Sans"/>
            </a:endParaRPr>
          </a:p>
        </p:txBody>
      </p:sp>
      <p:cxnSp>
        <p:nvCxnSpPr>
          <p:cNvPr id="7140" name="Google Shape;7140;p516"/>
          <p:cNvCxnSpPr/>
          <p:nvPr/>
        </p:nvCxnSpPr>
        <p:spPr>
          <a:xfrm rot="10800000">
            <a:off x="7018525" y="3741697"/>
            <a:ext cx="337800" cy="0"/>
          </a:xfrm>
          <a:prstGeom prst="straightConnector1">
            <a:avLst/>
          </a:prstGeom>
          <a:noFill/>
          <a:ln w="19050" cap="flat" cmpd="sng">
            <a:solidFill>
              <a:srgbClr val="000000"/>
            </a:solidFill>
            <a:prstDash val="solid"/>
            <a:round/>
            <a:headEnd type="none" w="med" len="med"/>
            <a:tailEnd type="triangle" w="med" len="med"/>
          </a:ln>
        </p:spPr>
      </p:cxnSp>
      <p:sp>
        <p:nvSpPr>
          <p:cNvPr id="7141" name="Google Shape;7141;p516"/>
          <p:cNvSpPr/>
          <p:nvPr/>
        </p:nvSpPr>
        <p:spPr>
          <a:xfrm>
            <a:off x="7446575" y="1976550"/>
            <a:ext cx="975900" cy="602100"/>
          </a:xfrm>
          <a:prstGeom prst="roundRect">
            <a:avLst>
              <a:gd name="adj" fmla="val 16667"/>
            </a:avLst>
          </a:prstGeom>
          <a:solidFill>
            <a:srgbClr val="FC5D0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b="1">
                <a:solidFill>
                  <a:srgbClr val="FFFFFF"/>
                </a:solidFill>
                <a:latin typeface="IBM Plex Sans"/>
                <a:ea typeface="IBM Plex Sans"/>
                <a:cs typeface="IBM Plex Sans"/>
                <a:sym typeface="IBM Plex Sans"/>
              </a:rPr>
              <a:t>Camunda Console</a:t>
            </a:r>
            <a:endParaRPr sz="1000" b="1">
              <a:solidFill>
                <a:srgbClr val="FFFFFF"/>
              </a:solidFill>
              <a:latin typeface="IBM Plex Sans"/>
              <a:ea typeface="IBM Plex Sans"/>
              <a:cs typeface="IBM Plex Sans"/>
              <a:sym typeface="IBM Plex Sans"/>
            </a:endParaRPr>
          </a:p>
        </p:txBody>
      </p:sp>
      <p:cxnSp>
        <p:nvCxnSpPr>
          <p:cNvPr id="7142" name="Google Shape;7142;p516"/>
          <p:cNvCxnSpPr/>
          <p:nvPr/>
        </p:nvCxnSpPr>
        <p:spPr>
          <a:xfrm>
            <a:off x="7934525" y="2620144"/>
            <a:ext cx="0" cy="385500"/>
          </a:xfrm>
          <a:prstGeom prst="straightConnector1">
            <a:avLst/>
          </a:prstGeom>
          <a:noFill/>
          <a:ln w="19050" cap="flat" cmpd="sng">
            <a:solidFill>
              <a:srgbClr val="000000"/>
            </a:solidFill>
            <a:prstDash val="solid"/>
            <a:round/>
            <a:headEnd type="none" w="med" len="med"/>
            <a:tailEnd type="triangle" w="med" len="med"/>
          </a:ln>
        </p:spPr>
      </p:cxnSp>
      <p:sp>
        <p:nvSpPr>
          <p:cNvPr id="7143" name="Google Shape;7143;p516"/>
          <p:cNvSpPr txBox="1"/>
          <p:nvPr/>
        </p:nvSpPr>
        <p:spPr>
          <a:xfrm>
            <a:off x="7304419" y="800444"/>
            <a:ext cx="1515600" cy="369300"/>
          </a:xfrm>
          <a:prstGeom prst="rect">
            <a:avLst/>
          </a:prstGeom>
          <a:noFill/>
          <a:ln>
            <a:noFill/>
          </a:ln>
        </p:spPr>
        <p:txBody>
          <a:bodyPr spcFirstLastPara="1" wrap="square" lIns="91425" tIns="91425" rIns="91425" bIns="91425" anchor="t" anchorCtr="0">
            <a:spAutoFit/>
          </a:bodyPr>
          <a:lstStyle/>
          <a:p>
            <a:pPr marL="0" lvl="0" indent="0" algn="r" rtl="0">
              <a:spcBef>
                <a:spcPts val="0"/>
              </a:spcBef>
              <a:spcAft>
                <a:spcPts val="0"/>
              </a:spcAft>
              <a:buNone/>
            </a:pPr>
            <a:r>
              <a:rPr lang="en" sz="1200" b="1">
                <a:solidFill>
                  <a:srgbClr val="000000"/>
                </a:solidFill>
                <a:latin typeface="IBM Plex Mono"/>
                <a:ea typeface="IBM Plex Mono"/>
                <a:cs typeface="IBM Plex Mono"/>
                <a:sym typeface="IBM Plex Mono"/>
              </a:rPr>
              <a:t>Camunda</a:t>
            </a:r>
            <a:endParaRPr sz="1200" b="1">
              <a:solidFill>
                <a:srgbClr val="000000"/>
              </a:solidFill>
              <a:latin typeface="IBM Plex Mono"/>
              <a:ea typeface="IBM Plex Mono"/>
              <a:cs typeface="IBM Plex Mono"/>
              <a:sym typeface="IBM Plex Mono"/>
            </a:endParaRPr>
          </a:p>
        </p:txBody>
      </p:sp>
      <p:sp>
        <p:nvSpPr>
          <p:cNvPr id="7144" name="Google Shape;7144;p516"/>
          <p:cNvSpPr/>
          <p:nvPr/>
        </p:nvSpPr>
        <p:spPr>
          <a:xfrm>
            <a:off x="3357113" y="3983475"/>
            <a:ext cx="2757600" cy="274800"/>
          </a:xfrm>
          <a:prstGeom prst="roundRect">
            <a:avLst>
              <a:gd name="adj" fmla="val 16667"/>
            </a:avLst>
          </a:prstGeom>
          <a:solidFill>
            <a:srgbClr val="FC5D0D"/>
          </a:solidFill>
          <a:ln w="9525" cap="flat" cmpd="sng">
            <a:solidFill>
              <a:srgbClr val="FFFFFF"/>
            </a:solidFill>
            <a:prstDash val="dash"/>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b="1">
                <a:solidFill>
                  <a:srgbClr val="FFFFFF"/>
                </a:solidFill>
                <a:latin typeface="IBM Plex Sans"/>
                <a:ea typeface="IBM Plex Sans"/>
                <a:cs typeface="IBM Plex Sans"/>
                <a:sym typeface="IBM Plex Sans"/>
              </a:rPr>
              <a:t>Identity</a:t>
            </a:r>
            <a:endParaRPr sz="1000" b="1">
              <a:solidFill>
                <a:srgbClr val="FFFFFF"/>
              </a:solidFill>
              <a:latin typeface="IBM Plex Sans"/>
              <a:ea typeface="IBM Plex Sans"/>
              <a:cs typeface="IBM Plex Sans"/>
              <a:sym typeface="IBM Plex Sans"/>
            </a:endParaRPr>
          </a:p>
        </p:txBody>
      </p:sp>
      <p:sp>
        <p:nvSpPr>
          <p:cNvPr id="7145" name="Google Shape;7145;p516"/>
          <p:cNvSpPr/>
          <p:nvPr/>
        </p:nvSpPr>
        <p:spPr>
          <a:xfrm>
            <a:off x="256032" y="4738577"/>
            <a:ext cx="156600" cy="156600"/>
          </a:xfrm>
          <a:prstGeom prst="roundRect">
            <a:avLst>
              <a:gd name="adj" fmla="val 16667"/>
            </a:avLst>
          </a:prstGeom>
          <a:solidFill>
            <a:srgbClr val="FFB7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46" name="Google Shape;7146;p516"/>
          <p:cNvSpPr txBox="1"/>
          <p:nvPr/>
        </p:nvSpPr>
        <p:spPr>
          <a:xfrm>
            <a:off x="521208" y="4759133"/>
            <a:ext cx="1746000" cy="1077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n" sz="700">
                <a:solidFill>
                  <a:srgbClr val="FFFFFF"/>
                </a:solidFill>
                <a:latin typeface="IBM Plex Sans"/>
                <a:ea typeface="IBM Plex Sans"/>
                <a:cs typeface="IBM Plex Sans"/>
                <a:sym typeface="IBM Plex Sans"/>
              </a:rPr>
              <a:t>Third-party component</a:t>
            </a:r>
            <a:endParaRPr sz="700">
              <a:solidFill>
                <a:srgbClr val="FFFFFF"/>
              </a:solidFill>
              <a:latin typeface="IBM Plex Sans"/>
              <a:ea typeface="IBM Plex Sans"/>
              <a:cs typeface="IBM Plex Sans"/>
              <a:sym typeface="IBM Plex Sans"/>
            </a:endParaRPr>
          </a:p>
        </p:txBody>
      </p:sp>
      <p:sp>
        <p:nvSpPr>
          <p:cNvPr id="7147" name="Google Shape;7147;p516"/>
          <p:cNvSpPr/>
          <p:nvPr/>
        </p:nvSpPr>
        <p:spPr>
          <a:xfrm>
            <a:off x="7377525" y="3047125"/>
            <a:ext cx="1125900" cy="1465800"/>
          </a:xfrm>
          <a:prstGeom prst="roundRect">
            <a:avLst>
              <a:gd name="adj" fmla="val 16667"/>
            </a:avLst>
          </a:prstGeom>
          <a:noFill/>
          <a:ln w="19050" cap="flat" cmpd="sng">
            <a:solidFill>
              <a:srgbClr val="888B8D"/>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800" b="1">
              <a:solidFill>
                <a:srgbClr val="FFFFFF"/>
              </a:solidFill>
              <a:latin typeface="IBM Plex Sans"/>
              <a:ea typeface="IBM Plex Sans"/>
              <a:cs typeface="IBM Plex Sans"/>
              <a:sym typeface="IBM Plex Sans"/>
            </a:endParaRPr>
          </a:p>
        </p:txBody>
      </p:sp>
      <p:sp>
        <p:nvSpPr>
          <p:cNvPr id="7148" name="Google Shape;7148;p516"/>
          <p:cNvSpPr/>
          <p:nvPr/>
        </p:nvSpPr>
        <p:spPr>
          <a:xfrm>
            <a:off x="7451438" y="3135863"/>
            <a:ext cx="975900" cy="602100"/>
          </a:xfrm>
          <a:prstGeom prst="roundRect">
            <a:avLst>
              <a:gd name="adj" fmla="val 16667"/>
            </a:avLst>
          </a:prstGeom>
          <a:solidFill>
            <a:srgbClr val="00A7B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800" b="1">
                <a:solidFill>
                  <a:srgbClr val="FFFFFF"/>
                </a:solidFill>
                <a:latin typeface="IBM Plex Sans"/>
                <a:ea typeface="IBM Plex Sans"/>
                <a:cs typeface="IBM Plex Sans"/>
                <a:sym typeface="IBM Plex Sans"/>
              </a:rPr>
              <a:t>Kubernetes Operator (SaaS)</a:t>
            </a:r>
            <a:endParaRPr sz="800" b="1">
              <a:solidFill>
                <a:srgbClr val="FFFFFF"/>
              </a:solidFill>
              <a:latin typeface="IBM Plex Sans"/>
              <a:ea typeface="IBM Plex Sans"/>
              <a:cs typeface="IBM Plex Sans"/>
              <a:sym typeface="IBM Plex Sans"/>
            </a:endParaRPr>
          </a:p>
        </p:txBody>
      </p:sp>
      <p:sp>
        <p:nvSpPr>
          <p:cNvPr id="7149" name="Google Shape;7149;p516"/>
          <p:cNvSpPr/>
          <p:nvPr/>
        </p:nvSpPr>
        <p:spPr>
          <a:xfrm>
            <a:off x="7446563" y="3826713"/>
            <a:ext cx="975900" cy="602100"/>
          </a:xfrm>
          <a:prstGeom prst="roundRect">
            <a:avLst>
              <a:gd name="adj" fmla="val 16667"/>
            </a:avLst>
          </a:prstGeom>
          <a:solidFill>
            <a:srgbClr val="26D07C"/>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800" b="1">
                <a:solidFill>
                  <a:srgbClr val="FFFFFF"/>
                </a:solidFill>
                <a:latin typeface="IBM Plex Sans"/>
                <a:ea typeface="IBM Plex Sans"/>
                <a:cs typeface="IBM Plex Sans"/>
                <a:sym typeface="IBM Plex Sans"/>
              </a:rPr>
              <a:t>Helm charts (Self-Managed)</a:t>
            </a:r>
            <a:endParaRPr sz="800" b="1">
              <a:solidFill>
                <a:srgbClr val="FFFFFF"/>
              </a:solidFill>
              <a:latin typeface="IBM Plex Sans"/>
              <a:ea typeface="IBM Plex Sans"/>
              <a:cs typeface="IBM Plex Sans"/>
              <a:sym typeface="IBM Plex Sans"/>
            </a:endParaRPr>
          </a:p>
        </p:txBody>
      </p:sp>
      <p:sp>
        <p:nvSpPr>
          <p:cNvPr id="7150" name="Google Shape;7150;p516"/>
          <p:cNvSpPr/>
          <p:nvPr/>
        </p:nvSpPr>
        <p:spPr>
          <a:xfrm>
            <a:off x="253525" y="4447339"/>
            <a:ext cx="156600" cy="156600"/>
          </a:xfrm>
          <a:prstGeom prst="roundRect">
            <a:avLst>
              <a:gd name="adj" fmla="val 16667"/>
            </a:avLst>
          </a:prstGeom>
          <a:solidFill>
            <a:srgbClr val="00A7B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51" name="Google Shape;7151;p516"/>
          <p:cNvSpPr txBox="1"/>
          <p:nvPr/>
        </p:nvSpPr>
        <p:spPr>
          <a:xfrm>
            <a:off x="521125" y="4467896"/>
            <a:ext cx="1746000" cy="1077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n" sz="700">
                <a:solidFill>
                  <a:srgbClr val="FFFFFF"/>
                </a:solidFill>
                <a:latin typeface="IBM Plex Sans"/>
                <a:ea typeface="IBM Plex Sans"/>
                <a:cs typeface="IBM Plex Sans"/>
                <a:sym typeface="IBM Plex Sans"/>
              </a:rPr>
              <a:t>Closed source</a:t>
            </a:r>
            <a:endParaRPr sz="700">
              <a:solidFill>
                <a:srgbClr val="FFFFFF"/>
              </a:solidFill>
              <a:latin typeface="IBM Plex Sans"/>
              <a:ea typeface="IBM Plex Sans"/>
              <a:cs typeface="IBM Plex Sans"/>
              <a:sym typeface="IBM Plex Sans"/>
            </a:endParaRPr>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Shape 7155"/>
        <p:cNvGrpSpPr/>
        <p:nvPr/>
      </p:nvGrpSpPr>
      <p:grpSpPr>
        <a:xfrm>
          <a:off x="0" y="0"/>
          <a:ext cx="0" cy="0"/>
          <a:chOff x="0" y="0"/>
          <a:chExt cx="0" cy="0"/>
        </a:xfrm>
      </p:grpSpPr>
      <p:sp>
        <p:nvSpPr>
          <p:cNvPr id="7156" name="Google Shape;7156;p517"/>
          <p:cNvSpPr txBox="1">
            <a:spLocks noGrp="1"/>
          </p:cNvSpPr>
          <p:nvPr>
            <p:ph type="title"/>
          </p:nvPr>
        </p:nvSpPr>
        <p:spPr>
          <a:xfrm>
            <a:off x="457201" y="114300"/>
            <a:ext cx="8229600" cy="369300"/>
          </a:xfrm>
          <a:prstGeom prst="rect">
            <a:avLst/>
          </a:prstGeom>
        </p:spPr>
        <p:txBody>
          <a:bodyPr spcFirstLastPara="1" wrap="square" lIns="0" tIns="0" rIns="0" bIns="0" anchor="t" anchorCtr="0">
            <a:spAutoFit/>
          </a:bodyPr>
          <a:lstStyle/>
          <a:p>
            <a:pPr marL="0" lvl="0" indent="0" algn="l" rtl="0">
              <a:spcBef>
                <a:spcPts val="0"/>
              </a:spcBef>
              <a:spcAft>
                <a:spcPts val="0"/>
              </a:spcAft>
              <a:buNone/>
            </a:pPr>
            <a:r>
              <a:rPr lang="en" sz="2400"/>
              <a:t>Camunda SaaS Infrastructure</a:t>
            </a:r>
            <a:endParaRPr sz="2400"/>
          </a:p>
        </p:txBody>
      </p:sp>
      <p:grpSp>
        <p:nvGrpSpPr>
          <p:cNvPr id="7157" name="Google Shape;7157;p517"/>
          <p:cNvGrpSpPr/>
          <p:nvPr/>
        </p:nvGrpSpPr>
        <p:grpSpPr>
          <a:xfrm>
            <a:off x="595742" y="1334000"/>
            <a:ext cx="1280450" cy="719725"/>
            <a:chOff x="770754" y="1554250"/>
            <a:chExt cx="1280450" cy="719725"/>
          </a:xfrm>
        </p:grpSpPr>
        <p:sp>
          <p:nvSpPr>
            <p:cNvPr id="7158" name="Google Shape;7158;p517"/>
            <p:cNvSpPr/>
            <p:nvPr/>
          </p:nvSpPr>
          <p:spPr>
            <a:xfrm>
              <a:off x="770754" y="1636175"/>
              <a:ext cx="1174500" cy="637800"/>
            </a:xfrm>
            <a:prstGeom prst="roundRect">
              <a:avLst>
                <a:gd name="adj" fmla="val 16667"/>
              </a:avLst>
            </a:prstGeom>
            <a:solidFill>
              <a:srgbClr val="FFFFFF"/>
            </a:solidFill>
            <a:ln w="19050" cap="flat" cmpd="sng">
              <a:solidFill>
                <a:srgbClr val="FC5D0D"/>
              </a:solidFill>
              <a:prstDash val="dash"/>
              <a:round/>
              <a:headEnd type="none" w="sm" len="sm"/>
              <a:tailEnd type="none" w="sm" len="sm"/>
            </a:ln>
          </p:spPr>
          <p:txBody>
            <a:bodyPr spcFirstLastPara="1" wrap="square" lIns="121900" tIns="121900" rIns="121900" bIns="121900" anchor="ctr" anchorCtr="0">
              <a:noAutofit/>
            </a:bodyPr>
            <a:lstStyle/>
            <a:p>
              <a:pPr marL="0" marR="0" lvl="0" indent="0" algn="ctr" rtl="0">
                <a:lnSpc>
                  <a:spcPct val="115000"/>
                </a:lnSpc>
                <a:spcBef>
                  <a:spcPts val="0"/>
                </a:spcBef>
                <a:spcAft>
                  <a:spcPts val="0"/>
                </a:spcAft>
                <a:buClr>
                  <a:srgbClr val="000000"/>
                </a:buClr>
                <a:buSzPts val="1100"/>
                <a:buFont typeface="Arial"/>
                <a:buNone/>
              </a:pPr>
              <a:endParaRPr sz="1200" i="0" u="none" strike="noStrike" cap="none">
                <a:solidFill>
                  <a:srgbClr val="434343"/>
                </a:solidFill>
                <a:latin typeface="IBM Plex Sans"/>
                <a:ea typeface="IBM Plex Sans"/>
                <a:cs typeface="IBM Plex Sans"/>
                <a:sym typeface="IBM Plex Sans"/>
              </a:endParaRPr>
            </a:p>
          </p:txBody>
        </p:sp>
        <p:sp>
          <p:nvSpPr>
            <p:cNvPr id="7159" name="Google Shape;7159;p517"/>
            <p:cNvSpPr/>
            <p:nvPr/>
          </p:nvSpPr>
          <p:spPr>
            <a:xfrm>
              <a:off x="876704" y="1554250"/>
              <a:ext cx="1174500" cy="637800"/>
            </a:xfrm>
            <a:prstGeom prst="roundRect">
              <a:avLst>
                <a:gd name="adj" fmla="val 16667"/>
              </a:avLst>
            </a:prstGeom>
            <a:solidFill>
              <a:srgbClr val="FFFFFF"/>
            </a:solidFill>
            <a:ln w="19050" cap="flat" cmpd="sng">
              <a:solidFill>
                <a:srgbClr val="FC5D0D"/>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ctr" rtl="0">
                <a:lnSpc>
                  <a:spcPct val="115000"/>
                </a:lnSpc>
                <a:spcBef>
                  <a:spcPts val="0"/>
                </a:spcBef>
                <a:spcAft>
                  <a:spcPts val="0"/>
                </a:spcAft>
                <a:buClr>
                  <a:srgbClr val="000000"/>
                </a:buClr>
                <a:buSzPts val="1100"/>
                <a:buFont typeface="Arial"/>
                <a:buNone/>
              </a:pPr>
              <a:r>
                <a:rPr lang="en" sz="1200">
                  <a:solidFill>
                    <a:srgbClr val="434343"/>
                  </a:solidFill>
                  <a:latin typeface="IBM Plex Sans"/>
                  <a:ea typeface="IBM Plex Sans"/>
                  <a:cs typeface="IBM Plex Sans"/>
                  <a:sym typeface="IBM Plex Sans"/>
                </a:rPr>
                <a:t>User</a:t>
              </a:r>
              <a:endParaRPr sz="1200">
                <a:solidFill>
                  <a:srgbClr val="434343"/>
                </a:solidFill>
                <a:latin typeface="IBM Plex Sans"/>
                <a:ea typeface="IBM Plex Sans"/>
                <a:cs typeface="IBM Plex Sans"/>
                <a:sym typeface="IBM Plex Sans"/>
              </a:endParaRPr>
            </a:p>
            <a:p>
              <a:pPr marL="0" marR="0" lvl="0" indent="0" algn="ctr" rtl="0">
                <a:lnSpc>
                  <a:spcPct val="115000"/>
                </a:lnSpc>
                <a:spcBef>
                  <a:spcPts val="0"/>
                </a:spcBef>
                <a:spcAft>
                  <a:spcPts val="0"/>
                </a:spcAft>
                <a:buClr>
                  <a:srgbClr val="000000"/>
                </a:buClr>
                <a:buSzPts val="1100"/>
                <a:buFont typeface="Arial"/>
                <a:buNone/>
              </a:pPr>
              <a:r>
                <a:rPr lang="en" sz="1200">
                  <a:solidFill>
                    <a:srgbClr val="434343"/>
                  </a:solidFill>
                  <a:latin typeface="IBM Plex Sans"/>
                  <a:ea typeface="IBM Plex Sans"/>
                  <a:cs typeface="IBM Plex Sans"/>
                  <a:sym typeface="IBM Plex Sans"/>
                </a:rPr>
                <a:t>(browser)</a:t>
              </a:r>
              <a:endParaRPr sz="1200" i="0" u="none" strike="noStrike" cap="none">
                <a:solidFill>
                  <a:srgbClr val="434343"/>
                </a:solidFill>
                <a:latin typeface="IBM Plex Sans"/>
                <a:ea typeface="IBM Plex Sans"/>
                <a:cs typeface="IBM Plex Sans"/>
                <a:sym typeface="IBM Plex Sans"/>
              </a:endParaRPr>
            </a:p>
          </p:txBody>
        </p:sp>
      </p:grpSp>
      <p:grpSp>
        <p:nvGrpSpPr>
          <p:cNvPr id="7160" name="Google Shape;7160;p517"/>
          <p:cNvGrpSpPr/>
          <p:nvPr/>
        </p:nvGrpSpPr>
        <p:grpSpPr>
          <a:xfrm>
            <a:off x="595742" y="2770375"/>
            <a:ext cx="1280450" cy="719725"/>
            <a:chOff x="770754" y="1554250"/>
            <a:chExt cx="1280450" cy="719725"/>
          </a:xfrm>
        </p:grpSpPr>
        <p:sp>
          <p:nvSpPr>
            <p:cNvPr id="7161" name="Google Shape;7161;p517"/>
            <p:cNvSpPr/>
            <p:nvPr/>
          </p:nvSpPr>
          <p:spPr>
            <a:xfrm>
              <a:off x="770754" y="1636175"/>
              <a:ext cx="1174500" cy="637800"/>
            </a:xfrm>
            <a:prstGeom prst="roundRect">
              <a:avLst>
                <a:gd name="adj" fmla="val 16667"/>
              </a:avLst>
            </a:prstGeom>
            <a:solidFill>
              <a:srgbClr val="FFFFFF"/>
            </a:solidFill>
            <a:ln w="19050" cap="flat" cmpd="sng">
              <a:solidFill>
                <a:srgbClr val="FC5D0D"/>
              </a:solidFill>
              <a:prstDash val="dash"/>
              <a:round/>
              <a:headEnd type="none" w="sm" len="sm"/>
              <a:tailEnd type="none" w="sm" len="sm"/>
            </a:ln>
          </p:spPr>
          <p:txBody>
            <a:bodyPr spcFirstLastPara="1" wrap="square" lIns="121900" tIns="121900" rIns="121900" bIns="121900" anchor="ctr" anchorCtr="0">
              <a:noAutofit/>
            </a:bodyPr>
            <a:lstStyle/>
            <a:p>
              <a:pPr marL="0" marR="0" lvl="0" indent="0" algn="ctr" rtl="0">
                <a:lnSpc>
                  <a:spcPct val="115000"/>
                </a:lnSpc>
                <a:spcBef>
                  <a:spcPts val="0"/>
                </a:spcBef>
                <a:spcAft>
                  <a:spcPts val="0"/>
                </a:spcAft>
                <a:buClr>
                  <a:srgbClr val="000000"/>
                </a:buClr>
                <a:buSzPts val="1100"/>
                <a:buFont typeface="Arial"/>
                <a:buNone/>
              </a:pPr>
              <a:endParaRPr sz="1200" i="0" u="none" strike="noStrike" cap="none">
                <a:solidFill>
                  <a:srgbClr val="434343"/>
                </a:solidFill>
                <a:latin typeface="IBM Plex Sans"/>
                <a:ea typeface="IBM Plex Sans"/>
                <a:cs typeface="IBM Plex Sans"/>
                <a:sym typeface="IBM Plex Sans"/>
              </a:endParaRPr>
            </a:p>
          </p:txBody>
        </p:sp>
        <p:sp>
          <p:nvSpPr>
            <p:cNvPr id="7162" name="Google Shape;7162;p517"/>
            <p:cNvSpPr/>
            <p:nvPr/>
          </p:nvSpPr>
          <p:spPr>
            <a:xfrm>
              <a:off x="876704" y="1554250"/>
              <a:ext cx="1174500" cy="637800"/>
            </a:xfrm>
            <a:prstGeom prst="roundRect">
              <a:avLst>
                <a:gd name="adj" fmla="val 16667"/>
              </a:avLst>
            </a:prstGeom>
            <a:solidFill>
              <a:srgbClr val="FFFFFF"/>
            </a:solidFill>
            <a:ln w="19050" cap="flat" cmpd="sng">
              <a:solidFill>
                <a:srgbClr val="FC5D0D"/>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ctr" rtl="0">
                <a:lnSpc>
                  <a:spcPct val="115000"/>
                </a:lnSpc>
                <a:spcBef>
                  <a:spcPts val="0"/>
                </a:spcBef>
                <a:spcAft>
                  <a:spcPts val="0"/>
                </a:spcAft>
                <a:buClr>
                  <a:srgbClr val="000000"/>
                </a:buClr>
                <a:buSzPts val="1100"/>
                <a:buFont typeface="Arial"/>
                <a:buNone/>
              </a:pPr>
              <a:r>
                <a:rPr lang="en" sz="1200">
                  <a:solidFill>
                    <a:srgbClr val="434343"/>
                  </a:solidFill>
                  <a:latin typeface="IBM Plex Sans"/>
                  <a:ea typeface="IBM Plex Sans"/>
                  <a:cs typeface="IBM Plex Sans"/>
                  <a:sym typeface="IBM Plex Sans"/>
                </a:rPr>
                <a:t>Apps</a:t>
              </a:r>
              <a:endParaRPr sz="1200">
                <a:solidFill>
                  <a:srgbClr val="434343"/>
                </a:solidFill>
                <a:latin typeface="IBM Plex Sans"/>
                <a:ea typeface="IBM Plex Sans"/>
                <a:cs typeface="IBM Plex Sans"/>
                <a:sym typeface="IBM Plex Sans"/>
              </a:endParaRPr>
            </a:p>
            <a:p>
              <a:pPr marL="0" marR="0" lvl="0" indent="0" algn="ctr" rtl="0">
                <a:lnSpc>
                  <a:spcPct val="115000"/>
                </a:lnSpc>
                <a:spcBef>
                  <a:spcPts val="0"/>
                </a:spcBef>
                <a:spcAft>
                  <a:spcPts val="0"/>
                </a:spcAft>
                <a:buClr>
                  <a:srgbClr val="000000"/>
                </a:buClr>
                <a:buSzPts val="1100"/>
                <a:buFont typeface="Arial"/>
                <a:buNone/>
              </a:pPr>
              <a:r>
                <a:rPr lang="en" sz="1200">
                  <a:solidFill>
                    <a:srgbClr val="434343"/>
                  </a:solidFill>
                  <a:latin typeface="IBM Plex Sans"/>
                  <a:ea typeface="IBM Plex Sans"/>
                  <a:cs typeface="IBM Plex Sans"/>
                  <a:sym typeface="IBM Plex Sans"/>
                </a:rPr>
                <a:t>(client)</a:t>
              </a:r>
              <a:endParaRPr sz="1200">
                <a:solidFill>
                  <a:srgbClr val="434343"/>
                </a:solidFill>
                <a:latin typeface="IBM Plex Sans"/>
                <a:ea typeface="IBM Plex Sans"/>
                <a:cs typeface="IBM Plex Sans"/>
                <a:sym typeface="IBM Plex Sans"/>
              </a:endParaRPr>
            </a:p>
          </p:txBody>
        </p:sp>
      </p:grpSp>
      <p:grpSp>
        <p:nvGrpSpPr>
          <p:cNvPr id="7163" name="Google Shape;7163;p517"/>
          <p:cNvGrpSpPr/>
          <p:nvPr/>
        </p:nvGrpSpPr>
        <p:grpSpPr>
          <a:xfrm>
            <a:off x="2455725" y="1199973"/>
            <a:ext cx="702900" cy="2701647"/>
            <a:chOff x="2786050" y="1600200"/>
            <a:chExt cx="702900" cy="2322000"/>
          </a:xfrm>
        </p:grpSpPr>
        <p:sp>
          <p:nvSpPr>
            <p:cNvPr id="7164" name="Google Shape;7164;p517"/>
            <p:cNvSpPr/>
            <p:nvPr/>
          </p:nvSpPr>
          <p:spPr>
            <a:xfrm rot="-5400000">
              <a:off x="1976500" y="2409750"/>
              <a:ext cx="2322000" cy="702900"/>
            </a:xfrm>
            <a:prstGeom prst="roundRect">
              <a:avLst>
                <a:gd name="adj" fmla="val 16667"/>
              </a:avLst>
            </a:prstGeom>
            <a:solidFill>
              <a:srgbClr val="FFFFFF"/>
            </a:solidFill>
            <a:ln w="19050" cap="flat" cmpd="sng">
              <a:solidFill>
                <a:srgbClr val="FC5D0D"/>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ctr" rtl="0">
                <a:lnSpc>
                  <a:spcPct val="100000"/>
                </a:lnSpc>
                <a:spcBef>
                  <a:spcPts val="0"/>
                </a:spcBef>
                <a:spcAft>
                  <a:spcPts val="0"/>
                </a:spcAft>
                <a:buClr>
                  <a:srgbClr val="000000"/>
                </a:buClr>
                <a:buSzPts val="1100"/>
                <a:buFont typeface="Arial"/>
                <a:buNone/>
              </a:pPr>
              <a:endParaRPr sz="1100" b="1" i="0" u="none" strike="noStrike" cap="none">
                <a:solidFill>
                  <a:srgbClr val="434343"/>
                </a:solidFill>
                <a:latin typeface="IBM Plex Sans"/>
                <a:ea typeface="IBM Plex Sans"/>
                <a:cs typeface="IBM Plex Sans"/>
                <a:sym typeface="IBM Plex Sans"/>
              </a:endParaRPr>
            </a:p>
          </p:txBody>
        </p:sp>
        <p:pic>
          <p:nvPicPr>
            <p:cNvPr id="7165" name="Google Shape;7165;p517"/>
            <p:cNvPicPr preferRelativeResize="0"/>
            <p:nvPr/>
          </p:nvPicPr>
          <p:blipFill rotWithShape="1">
            <a:blip r:embed="rId3">
              <a:alphaModFix/>
            </a:blip>
            <a:srcRect l="8257" r="6787"/>
            <a:stretch/>
          </p:blipFill>
          <p:spPr>
            <a:xfrm rot="-5400000">
              <a:off x="2456400" y="2521790"/>
              <a:ext cx="1362199" cy="478825"/>
            </a:xfrm>
            <a:prstGeom prst="rect">
              <a:avLst/>
            </a:prstGeom>
            <a:noFill/>
            <a:ln>
              <a:noFill/>
            </a:ln>
          </p:spPr>
        </p:pic>
      </p:grpSp>
      <p:grpSp>
        <p:nvGrpSpPr>
          <p:cNvPr id="7166" name="Google Shape;7166;p517"/>
          <p:cNvGrpSpPr/>
          <p:nvPr/>
        </p:nvGrpSpPr>
        <p:grpSpPr>
          <a:xfrm>
            <a:off x="3666338" y="1199982"/>
            <a:ext cx="702900" cy="2701647"/>
            <a:chOff x="3564275" y="1600200"/>
            <a:chExt cx="702900" cy="2322000"/>
          </a:xfrm>
        </p:grpSpPr>
        <p:sp>
          <p:nvSpPr>
            <p:cNvPr id="7167" name="Google Shape;7167;p517"/>
            <p:cNvSpPr/>
            <p:nvPr/>
          </p:nvSpPr>
          <p:spPr>
            <a:xfrm rot="-5400000">
              <a:off x="2754725" y="2409750"/>
              <a:ext cx="2322000" cy="702900"/>
            </a:xfrm>
            <a:prstGeom prst="roundRect">
              <a:avLst>
                <a:gd name="adj" fmla="val 16667"/>
              </a:avLst>
            </a:prstGeom>
            <a:solidFill>
              <a:srgbClr val="FFFFFF"/>
            </a:solidFill>
            <a:ln w="19050" cap="flat" cmpd="sng">
              <a:solidFill>
                <a:srgbClr val="0072CE"/>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ctr" rtl="0">
                <a:lnSpc>
                  <a:spcPct val="100000"/>
                </a:lnSpc>
                <a:spcBef>
                  <a:spcPts val="0"/>
                </a:spcBef>
                <a:spcAft>
                  <a:spcPts val="0"/>
                </a:spcAft>
                <a:buClr>
                  <a:srgbClr val="000000"/>
                </a:buClr>
                <a:buSzPts val="1100"/>
                <a:buFont typeface="Arial"/>
                <a:buNone/>
              </a:pPr>
              <a:endParaRPr sz="1100" b="1" i="0" u="none" strike="noStrike" cap="none">
                <a:solidFill>
                  <a:srgbClr val="434343"/>
                </a:solidFill>
                <a:latin typeface="IBM Plex Sans"/>
                <a:ea typeface="IBM Plex Sans"/>
                <a:cs typeface="IBM Plex Sans"/>
                <a:sym typeface="IBM Plex Sans"/>
              </a:endParaRPr>
            </a:p>
          </p:txBody>
        </p:sp>
        <p:pic>
          <p:nvPicPr>
            <p:cNvPr id="7168" name="Google Shape;7168;p517"/>
            <p:cNvPicPr preferRelativeResize="0"/>
            <p:nvPr/>
          </p:nvPicPr>
          <p:blipFill>
            <a:blip r:embed="rId4">
              <a:alphaModFix/>
            </a:blip>
            <a:stretch>
              <a:fillRect/>
            </a:stretch>
          </p:blipFill>
          <p:spPr>
            <a:xfrm rot="-5400000">
              <a:off x="3049289" y="2578439"/>
              <a:ext cx="1732887" cy="365525"/>
            </a:xfrm>
            <a:prstGeom prst="rect">
              <a:avLst/>
            </a:prstGeom>
            <a:noFill/>
            <a:ln>
              <a:noFill/>
            </a:ln>
          </p:spPr>
        </p:pic>
      </p:grpSp>
      <p:sp>
        <p:nvSpPr>
          <p:cNvPr id="7169" name="Google Shape;7169;p517"/>
          <p:cNvSpPr/>
          <p:nvPr/>
        </p:nvSpPr>
        <p:spPr>
          <a:xfrm>
            <a:off x="4876938" y="1162413"/>
            <a:ext cx="1860000" cy="702900"/>
          </a:xfrm>
          <a:prstGeom prst="roundRect">
            <a:avLst>
              <a:gd name="adj" fmla="val 16667"/>
            </a:avLst>
          </a:prstGeom>
          <a:solidFill>
            <a:srgbClr val="FFFFFF"/>
          </a:solidFill>
          <a:ln w="19050" cap="flat" cmpd="sng">
            <a:solidFill>
              <a:srgbClr val="0072CE"/>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ctr" rtl="0">
              <a:lnSpc>
                <a:spcPct val="100000"/>
              </a:lnSpc>
              <a:spcBef>
                <a:spcPts val="0"/>
              </a:spcBef>
              <a:spcAft>
                <a:spcPts val="0"/>
              </a:spcAft>
              <a:buClr>
                <a:srgbClr val="000000"/>
              </a:buClr>
              <a:buSzPts val="1100"/>
              <a:buFont typeface="Arial"/>
              <a:buNone/>
            </a:pPr>
            <a:r>
              <a:rPr lang="en" sz="1200">
                <a:solidFill>
                  <a:srgbClr val="434343"/>
                </a:solidFill>
                <a:latin typeface="IBM Plex Sans"/>
                <a:ea typeface="IBM Plex Sans"/>
                <a:cs typeface="IBM Plex Sans"/>
                <a:sym typeface="IBM Plex Sans"/>
              </a:rPr>
              <a:t>Camunda </a:t>
            </a:r>
            <a:endParaRPr sz="1200">
              <a:solidFill>
                <a:srgbClr val="434343"/>
              </a:solidFill>
              <a:latin typeface="IBM Plex Sans"/>
              <a:ea typeface="IBM Plex Sans"/>
              <a:cs typeface="IBM Plex Sans"/>
              <a:sym typeface="IBM Plex Sans"/>
            </a:endParaRPr>
          </a:p>
          <a:p>
            <a:pPr marL="0" marR="0" lvl="0" indent="0" algn="ctr" rtl="0">
              <a:lnSpc>
                <a:spcPct val="100000"/>
              </a:lnSpc>
              <a:spcBef>
                <a:spcPts val="0"/>
              </a:spcBef>
              <a:spcAft>
                <a:spcPts val="0"/>
              </a:spcAft>
              <a:buClr>
                <a:srgbClr val="000000"/>
              </a:buClr>
              <a:buSzPts val="1100"/>
              <a:buFont typeface="Arial"/>
              <a:buNone/>
            </a:pPr>
            <a:r>
              <a:rPr lang="en" sz="1200">
                <a:solidFill>
                  <a:srgbClr val="434343"/>
                </a:solidFill>
                <a:latin typeface="IBM Plex Sans"/>
                <a:ea typeface="IBM Plex Sans"/>
                <a:cs typeface="IBM Plex Sans"/>
                <a:sym typeface="IBM Plex Sans"/>
              </a:rPr>
              <a:t>Console</a:t>
            </a:r>
            <a:endParaRPr sz="1200" i="0" u="none" strike="noStrike" cap="none">
              <a:solidFill>
                <a:srgbClr val="434343"/>
              </a:solidFill>
              <a:latin typeface="IBM Plex Sans"/>
              <a:ea typeface="IBM Plex Sans"/>
              <a:cs typeface="IBM Plex Sans"/>
              <a:sym typeface="IBM Plex Sans"/>
            </a:endParaRPr>
          </a:p>
        </p:txBody>
      </p:sp>
      <p:sp>
        <p:nvSpPr>
          <p:cNvPr id="7170" name="Google Shape;7170;p517"/>
          <p:cNvSpPr/>
          <p:nvPr/>
        </p:nvSpPr>
        <p:spPr>
          <a:xfrm>
            <a:off x="4876938" y="3198650"/>
            <a:ext cx="1860000" cy="702900"/>
          </a:xfrm>
          <a:prstGeom prst="roundRect">
            <a:avLst>
              <a:gd name="adj" fmla="val 16667"/>
            </a:avLst>
          </a:prstGeom>
          <a:solidFill>
            <a:srgbClr val="FFFFFF"/>
          </a:solidFill>
          <a:ln w="19050" cap="flat" cmpd="sng">
            <a:solidFill>
              <a:srgbClr val="0072CE"/>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ctr" rtl="0">
              <a:lnSpc>
                <a:spcPct val="100000"/>
              </a:lnSpc>
              <a:spcBef>
                <a:spcPts val="0"/>
              </a:spcBef>
              <a:spcAft>
                <a:spcPts val="0"/>
              </a:spcAft>
              <a:buClr>
                <a:srgbClr val="000000"/>
              </a:buClr>
              <a:buSzPts val="1100"/>
              <a:buFont typeface="Arial"/>
              <a:buNone/>
            </a:pPr>
            <a:r>
              <a:rPr lang="en" sz="1200">
                <a:solidFill>
                  <a:srgbClr val="434343"/>
                </a:solidFill>
                <a:latin typeface="IBM Plex Sans"/>
                <a:ea typeface="IBM Plex Sans"/>
                <a:cs typeface="IBM Plex Sans"/>
                <a:sym typeface="IBM Plex Sans"/>
              </a:rPr>
              <a:t>Identity &amp; access management (IAM)</a:t>
            </a:r>
            <a:endParaRPr sz="1200" i="0" u="none" strike="noStrike" cap="none">
              <a:solidFill>
                <a:srgbClr val="434343"/>
              </a:solidFill>
              <a:latin typeface="IBM Plex Sans"/>
              <a:ea typeface="IBM Plex Sans"/>
              <a:cs typeface="IBM Plex Sans"/>
              <a:sym typeface="IBM Plex Sans"/>
            </a:endParaRPr>
          </a:p>
        </p:txBody>
      </p:sp>
      <p:sp>
        <p:nvSpPr>
          <p:cNvPr id="7171" name="Google Shape;7171;p517"/>
          <p:cNvSpPr/>
          <p:nvPr/>
        </p:nvSpPr>
        <p:spPr>
          <a:xfrm>
            <a:off x="7140088" y="1162425"/>
            <a:ext cx="1369500" cy="702900"/>
          </a:xfrm>
          <a:prstGeom prst="roundRect">
            <a:avLst>
              <a:gd name="adj" fmla="val 16667"/>
            </a:avLst>
          </a:prstGeom>
          <a:solidFill>
            <a:srgbClr val="FFFFFF"/>
          </a:solidFill>
          <a:ln w="19050" cap="flat" cmpd="sng">
            <a:solidFill>
              <a:srgbClr val="0072CE"/>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ctr" rtl="0">
              <a:lnSpc>
                <a:spcPct val="100000"/>
              </a:lnSpc>
              <a:spcBef>
                <a:spcPts val="0"/>
              </a:spcBef>
              <a:spcAft>
                <a:spcPts val="0"/>
              </a:spcAft>
              <a:buClr>
                <a:srgbClr val="000000"/>
              </a:buClr>
              <a:buSzPts val="1100"/>
              <a:buFont typeface="Arial"/>
              <a:buNone/>
            </a:pPr>
            <a:r>
              <a:rPr lang="en" sz="1200">
                <a:solidFill>
                  <a:srgbClr val="434343"/>
                </a:solidFill>
                <a:latin typeface="IBM Plex Sans"/>
                <a:ea typeface="IBM Plex Sans"/>
                <a:cs typeface="IBM Plex Sans"/>
                <a:sym typeface="IBM Plex Sans"/>
              </a:rPr>
              <a:t>Logs</a:t>
            </a:r>
            <a:endParaRPr sz="1200" i="0" u="none" strike="noStrike" cap="none">
              <a:solidFill>
                <a:srgbClr val="434343"/>
              </a:solidFill>
              <a:latin typeface="IBM Plex Sans"/>
              <a:ea typeface="IBM Plex Sans"/>
              <a:cs typeface="IBM Plex Sans"/>
              <a:sym typeface="IBM Plex Sans"/>
            </a:endParaRPr>
          </a:p>
        </p:txBody>
      </p:sp>
      <p:sp>
        <p:nvSpPr>
          <p:cNvPr id="7172" name="Google Shape;7172;p517"/>
          <p:cNvSpPr/>
          <p:nvPr/>
        </p:nvSpPr>
        <p:spPr>
          <a:xfrm>
            <a:off x="7178763" y="3198650"/>
            <a:ext cx="1369500" cy="702900"/>
          </a:xfrm>
          <a:prstGeom prst="roundRect">
            <a:avLst>
              <a:gd name="adj" fmla="val 16667"/>
            </a:avLst>
          </a:prstGeom>
          <a:solidFill>
            <a:srgbClr val="FFFFFF"/>
          </a:solidFill>
          <a:ln w="19050" cap="flat" cmpd="sng">
            <a:solidFill>
              <a:srgbClr val="0072CE"/>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ctr" rtl="0">
              <a:lnSpc>
                <a:spcPct val="100000"/>
              </a:lnSpc>
              <a:spcBef>
                <a:spcPts val="0"/>
              </a:spcBef>
              <a:spcAft>
                <a:spcPts val="0"/>
              </a:spcAft>
              <a:buClr>
                <a:srgbClr val="000000"/>
              </a:buClr>
              <a:buSzPts val="1100"/>
              <a:buFont typeface="Arial"/>
              <a:buNone/>
            </a:pPr>
            <a:r>
              <a:rPr lang="en" sz="1200">
                <a:solidFill>
                  <a:srgbClr val="434343"/>
                </a:solidFill>
                <a:latin typeface="IBM Plex Sans"/>
                <a:ea typeface="IBM Plex Sans"/>
                <a:cs typeface="IBM Plex Sans"/>
                <a:sym typeface="IBM Plex Sans"/>
              </a:rPr>
              <a:t>Billing</a:t>
            </a:r>
            <a:endParaRPr sz="1200" i="0" u="none" strike="noStrike" cap="none">
              <a:solidFill>
                <a:srgbClr val="434343"/>
              </a:solidFill>
              <a:latin typeface="IBM Plex Sans"/>
              <a:ea typeface="IBM Plex Sans"/>
              <a:cs typeface="IBM Plex Sans"/>
              <a:sym typeface="IBM Plex Sans"/>
            </a:endParaRPr>
          </a:p>
        </p:txBody>
      </p:sp>
      <p:sp>
        <p:nvSpPr>
          <p:cNvPr id="7173" name="Google Shape;7173;p517"/>
          <p:cNvSpPr/>
          <p:nvPr/>
        </p:nvSpPr>
        <p:spPr>
          <a:xfrm>
            <a:off x="3666338" y="4234550"/>
            <a:ext cx="4881900" cy="488100"/>
          </a:xfrm>
          <a:prstGeom prst="roundRect">
            <a:avLst>
              <a:gd name="adj" fmla="val 16667"/>
            </a:avLst>
          </a:prstGeom>
          <a:solidFill>
            <a:srgbClr val="0072CE"/>
          </a:solidFill>
          <a:ln w="19050" cap="flat" cmpd="sng">
            <a:solidFill>
              <a:srgbClr val="0072CE"/>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ctr" rtl="0">
              <a:lnSpc>
                <a:spcPct val="100000"/>
              </a:lnSpc>
              <a:spcBef>
                <a:spcPts val="0"/>
              </a:spcBef>
              <a:spcAft>
                <a:spcPts val="0"/>
              </a:spcAft>
              <a:buClr>
                <a:srgbClr val="000000"/>
              </a:buClr>
              <a:buSzPts val="1100"/>
              <a:buFont typeface="Arial"/>
              <a:buNone/>
            </a:pPr>
            <a:r>
              <a:rPr lang="en" sz="1200" b="1">
                <a:solidFill>
                  <a:srgbClr val="FFFFFF"/>
                </a:solidFill>
                <a:latin typeface="IBM Plex Sans"/>
                <a:ea typeface="IBM Plex Sans"/>
                <a:cs typeface="IBM Plex Sans"/>
                <a:sym typeface="IBM Plex Sans"/>
              </a:rPr>
              <a:t>Kubernetes Engine</a:t>
            </a:r>
            <a:endParaRPr sz="1200" b="1" i="0" u="none" strike="noStrike" cap="none">
              <a:solidFill>
                <a:srgbClr val="FFFFFF"/>
              </a:solidFill>
              <a:latin typeface="IBM Plex Sans"/>
              <a:ea typeface="IBM Plex Sans"/>
              <a:cs typeface="IBM Plex Sans"/>
              <a:sym typeface="IBM Plex Sans"/>
            </a:endParaRPr>
          </a:p>
        </p:txBody>
      </p:sp>
      <p:grpSp>
        <p:nvGrpSpPr>
          <p:cNvPr id="7174" name="Google Shape;7174;p517"/>
          <p:cNvGrpSpPr/>
          <p:nvPr/>
        </p:nvGrpSpPr>
        <p:grpSpPr>
          <a:xfrm>
            <a:off x="7178763" y="2159875"/>
            <a:ext cx="1369500" cy="702900"/>
            <a:chOff x="7178763" y="1931275"/>
            <a:chExt cx="1369500" cy="702900"/>
          </a:xfrm>
        </p:grpSpPr>
        <p:sp>
          <p:nvSpPr>
            <p:cNvPr id="7175" name="Google Shape;7175;p517"/>
            <p:cNvSpPr/>
            <p:nvPr/>
          </p:nvSpPr>
          <p:spPr>
            <a:xfrm>
              <a:off x="7178763" y="1931275"/>
              <a:ext cx="1369500" cy="702900"/>
            </a:xfrm>
            <a:prstGeom prst="roundRect">
              <a:avLst>
                <a:gd name="adj" fmla="val 16667"/>
              </a:avLst>
            </a:prstGeom>
            <a:solidFill>
              <a:srgbClr val="FFFFFF"/>
            </a:solidFill>
            <a:ln w="19050" cap="flat" cmpd="sng">
              <a:solidFill>
                <a:srgbClr val="0072CE"/>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ctr" rtl="0">
                <a:lnSpc>
                  <a:spcPct val="100000"/>
                </a:lnSpc>
                <a:spcBef>
                  <a:spcPts val="0"/>
                </a:spcBef>
                <a:spcAft>
                  <a:spcPts val="0"/>
                </a:spcAft>
                <a:buClr>
                  <a:srgbClr val="000000"/>
                </a:buClr>
                <a:buSzPts val="1100"/>
                <a:buFont typeface="Arial"/>
                <a:buNone/>
              </a:pPr>
              <a:endParaRPr sz="1200">
                <a:solidFill>
                  <a:srgbClr val="434343"/>
                </a:solidFill>
                <a:latin typeface="IBM Plex Sans"/>
                <a:ea typeface="IBM Plex Sans"/>
                <a:cs typeface="IBM Plex Sans"/>
                <a:sym typeface="IBM Plex Sans"/>
              </a:endParaRPr>
            </a:p>
            <a:p>
              <a:pPr marL="0" marR="0" lvl="0" indent="0" algn="ctr" rtl="0">
                <a:lnSpc>
                  <a:spcPct val="100000"/>
                </a:lnSpc>
                <a:spcBef>
                  <a:spcPts val="0"/>
                </a:spcBef>
                <a:spcAft>
                  <a:spcPts val="0"/>
                </a:spcAft>
                <a:buClr>
                  <a:srgbClr val="000000"/>
                </a:buClr>
                <a:buSzPts val="1100"/>
                <a:buFont typeface="Arial"/>
                <a:buNone/>
              </a:pPr>
              <a:r>
                <a:rPr lang="en" sz="1200">
                  <a:solidFill>
                    <a:srgbClr val="434343"/>
                  </a:solidFill>
                  <a:latin typeface="IBM Plex Sans"/>
                  <a:ea typeface="IBM Plex Sans"/>
                  <a:cs typeface="IBM Plex Sans"/>
                  <a:sym typeface="IBM Plex Sans"/>
                </a:rPr>
                <a:t>Monitoring</a:t>
              </a:r>
              <a:endParaRPr sz="1200" i="0" u="none" strike="noStrike" cap="none">
                <a:solidFill>
                  <a:srgbClr val="434343"/>
                </a:solidFill>
                <a:latin typeface="IBM Plex Sans"/>
                <a:ea typeface="IBM Plex Sans"/>
                <a:cs typeface="IBM Plex Sans"/>
                <a:sym typeface="IBM Plex Sans"/>
              </a:endParaRPr>
            </a:p>
          </p:txBody>
        </p:sp>
        <p:pic>
          <p:nvPicPr>
            <p:cNvPr id="7176" name="Google Shape;7176;p517"/>
            <p:cNvPicPr preferRelativeResize="0"/>
            <p:nvPr/>
          </p:nvPicPr>
          <p:blipFill>
            <a:blip r:embed="rId5">
              <a:alphaModFix/>
            </a:blip>
            <a:stretch>
              <a:fillRect/>
            </a:stretch>
          </p:blipFill>
          <p:spPr>
            <a:xfrm>
              <a:off x="7283000" y="2057400"/>
              <a:ext cx="1161049" cy="206400"/>
            </a:xfrm>
            <a:prstGeom prst="rect">
              <a:avLst/>
            </a:prstGeom>
            <a:noFill/>
            <a:ln>
              <a:noFill/>
            </a:ln>
          </p:spPr>
        </p:pic>
      </p:grpSp>
      <p:cxnSp>
        <p:nvCxnSpPr>
          <p:cNvPr id="7177" name="Google Shape;7177;p517"/>
          <p:cNvCxnSpPr>
            <a:endCxn id="7171" idx="1"/>
          </p:cNvCxnSpPr>
          <p:nvPr/>
        </p:nvCxnSpPr>
        <p:spPr>
          <a:xfrm rot="10800000" flipH="1">
            <a:off x="6754288" y="1513875"/>
            <a:ext cx="385800" cy="3000"/>
          </a:xfrm>
          <a:prstGeom prst="straightConnector1">
            <a:avLst/>
          </a:prstGeom>
          <a:noFill/>
          <a:ln w="9525" cap="flat" cmpd="sng">
            <a:solidFill>
              <a:srgbClr val="0072CE"/>
            </a:solidFill>
            <a:prstDash val="solid"/>
            <a:round/>
            <a:headEnd type="triangle" w="med" len="med"/>
            <a:tailEnd type="triangle" w="med" len="med"/>
          </a:ln>
        </p:spPr>
      </p:cxnSp>
      <p:cxnSp>
        <p:nvCxnSpPr>
          <p:cNvPr id="7178" name="Google Shape;7178;p517"/>
          <p:cNvCxnSpPr>
            <a:stCxn id="7170" idx="3"/>
            <a:endCxn id="7172" idx="1"/>
          </p:cNvCxnSpPr>
          <p:nvPr/>
        </p:nvCxnSpPr>
        <p:spPr>
          <a:xfrm>
            <a:off x="6736938" y="3550100"/>
            <a:ext cx="441900" cy="0"/>
          </a:xfrm>
          <a:prstGeom prst="straightConnector1">
            <a:avLst/>
          </a:prstGeom>
          <a:noFill/>
          <a:ln w="9525" cap="flat" cmpd="sng">
            <a:solidFill>
              <a:srgbClr val="0072CE"/>
            </a:solidFill>
            <a:prstDash val="solid"/>
            <a:round/>
            <a:headEnd type="triangle" w="med" len="med"/>
            <a:tailEnd type="triangle" w="med" len="med"/>
          </a:ln>
        </p:spPr>
      </p:cxnSp>
      <p:grpSp>
        <p:nvGrpSpPr>
          <p:cNvPr id="7179" name="Google Shape;7179;p517"/>
          <p:cNvGrpSpPr/>
          <p:nvPr/>
        </p:nvGrpSpPr>
        <p:grpSpPr>
          <a:xfrm>
            <a:off x="5041950" y="2053163"/>
            <a:ext cx="1464088" cy="916325"/>
            <a:chOff x="4738400" y="1815425"/>
            <a:chExt cx="1464088" cy="916325"/>
          </a:xfrm>
        </p:grpSpPr>
        <p:sp>
          <p:nvSpPr>
            <p:cNvPr id="7180" name="Google Shape;7180;p517"/>
            <p:cNvSpPr/>
            <p:nvPr/>
          </p:nvSpPr>
          <p:spPr>
            <a:xfrm>
              <a:off x="4971588" y="2028850"/>
              <a:ext cx="1230900" cy="702900"/>
            </a:xfrm>
            <a:prstGeom prst="roundRect">
              <a:avLst>
                <a:gd name="adj" fmla="val 16667"/>
              </a:avLst>
            </a:prstGeom>
            <a:solidFill>
              <a:srgbClr val="FFFFFF"/>
            </a:solidFill>
            <a:ln w="19050" cap="flat" cmpd="sng">
              <a:solidFill>
                <a:srgbClr val="0072CE"/>
              </a:solidFill>
              <a:prstDash val="dash"/>
              <a:round/>
              <a:headEnd type="none" w="sm" len="sm"/>
              <a:tailEnd type="none" w="sm" len="sm"/>
            </a:ln>
          </p:spPr>
          <p:txBody>
            <a:bodyPr spcFirstLastPara="1" wrap="square" lIns="121900" tIns="121900" rIns="121900" bIns="121900" anchor="ctr" anchorCtr="0">
              <a:noAutofit/>
            </a:bodyPr>
            <a:lstStyle/>
            <a:p>
              <a:pPr marL="0" marR="0" lvl="0" indent="0" algn="ctr" rtl="0">
                <a:lnSpc>
                  <a:spcPct val="100000"/>
                </a:lnSpc>
                <a:spcBef>
                  <a:spcPts val="0"/>
                </a:spcBef>
                <a:spcAft>
                  <a:spcPts val="0"/>
                </a:spcAft>
                <a:buClr>
                  <a:srgbClr val="000000"/>
                </a:buClr>
                <a:buSzPts val="1100"/>
                <a:buFont typeface="Arial"/>
                <a:buNone/>
              </a:pPr>
              <a:endParaRPr sz="1100" i="0" u="none" strike="noStrike" cap="none">
                <a:solidFill>
                  <a:srgbClr val="434343"/>
                </a:solidFill>
                <a:latin typeface="IBM Plex Sans"/>
                <a:ea typeface="IBM Plex Sans"/>
                <a:cs typeface="IBM Plex Sans"/>
                <a:sym typeface="IBM Plex Sans"/>
              </a:endParaRPr>
            </a:p>
          </p:txBody>
        </p:sp>
        <p:sp>
          <p:nvSpPr>
            <p:cNvPr id="7181" name="Google Shape;7181;p517"/>
            <p:cNvSpPr/>
            <p:nvPr/>
          </p:nvSpPr>
          <p:spPr>
            <a:xfrm>
              <a:off x="4852075" y="1924450"/>
              <a:ext cx="1230900" cy="702900"/>
            </a:xfrm>
            <a:prstGeom prst="roundRect">
              <a:avLst>
                <a:gd name="adj" fmla="val 16667"/>
              </a:avLst>
            </a:prstGeom>
            <a:solidFill>
              <a:srgbClr val="FFFFFF"/>
            </a:solidFill>
            <a:ln w="19050" cap="flat" cmpd="sng">
              <a:solidFill>
                <a:srgbClr val="0072CE"/>
              </a:solidFill>
              <a:prstDash val="dash"/>
              <a:round/>
              <a:headEnd type="none" w="sm" len="sm"/>
              <a:tailEnd type="none" w="sm" len="sm"/>
            </a:ln>
          </p:spPr>
          <p:txBody>
            <a:bodyPr spcFirstLastPara="1" wrap="square" lIns="121900" tIns="121900" rIns="121900" bIns="121900" anchor="ctr" anchorCtr="0">
              <a:noAutofit/>
            </a:bodyPr>
            <a:lstStyle/>
            <a:p>
              <a:pPr marL="0" marR="0" lvl="0" indent="0" algn="ctr" rtl="0">
                <a:lnSpc>
                  <a:spcPct val="100000"/>
                </a:lnSpc>
                <a:spcBef>
                  <a:spcPts val="0"/>
                </a:spcBef>
                <a:spcAft>
                  <a:spcPts val="0"/>
                </a:spcAft>
                <a:buClr>
                  <a:srgbClr val="000000"/>
                </a:buClr>
                <a:buSzPts val="1100"/>
                <a:buFont typeface="Arial"/>
                <a:buNone/>
              </a:pPr>
              <a:endParaRPr sz="1100" i="0" u="none" strike="noStrike" cap="none">
                <a:solidFill>
                  <a:srgbClr val="434343"/>
                </a:solidFill>
                <a:latin typeface="IBM Plex Sans"/>
                <a:ea typeface="IBM Plex Sans"/>
                <a:cs typeface="IBM Plex Sans"/>
                <a:sym typeface="IBM Plex Sans"/>
              </a:endParaRPr>
            </a:p>
          </p:txBody>
        </p:sp>
        <p:sp>
          <p:nvSpPr>
            <p:cNvPr id="7182" name="Google Shape;7182;p517"/>
            <p:cNvSpPr/>
            <p:nvPr/>
          </p:nvSpPr>
          <p:spPr>
            <a:xfrm>
              <a:off x="4738400" y="1815425"/>
              <a:ext cx="1230900" cy="702900"/>
            </a:xfrm>
            <a:prstGeom prst="roundRect">
              <a:avLst>
                <a:gd name="adj" fmla="val 16667"/>
              </a:avLst>
            </a:prstGeom>
            <a:solidFill>
              <a:srgbClr val="FFFFFF"/>
            </a:solidFill>
            <a:ln w="19050" cap="flat" cmpd="sng">
              <a:solidFill>
                <a:srgbClr val="0072CE"/>
              </a:solidFill>
              <a:prstDash val="dash"/>
              <a:round/>
              <a:headEnd type="none" w="sm" len="sm"/>
              <a:tailEnd type="none" w="sm" len="sm"/>
            </a:ln>
          </p:spPr>
          <p:txBody>
            <a:bodyPr spcFirstLastPara="1" wrap="square" lIns="121900" tIns="121900" rIns="121900" bIns="121900" anchor="ctr" anchorCtr="0">
              <a:noAutofit/>
            </a:bodyPr>
            <a:lstStyle/>
            <a:p>
              <a:pPr marL="0" marR="0" lvl="0" indent="0" algn="ctr" rtl="0">
                <a:lnSpc>
                  <a:spcPct val="100000"/>
                </a:lnSpc>
                <a:spcBef>
                  <a:spcPts val="0"/>
                </a:spcBef>
                <a:spcAft>
                  <a:spcPts val="0"/>
                </a:spcAft>
                <a:buClr>
                  <a:srgbClr val="000000"/>
                </a:buClr>
                <a:buSzPts val="1100"/>
                <a:buFont typeface="Arial"/>
                <a:buNone/>
              </a:pPr>
              <a:r>
                <a:rPr lang="en" sz="1100">
                  <a:solidFill>
                    <a:srgbClr val="434343"/>
                  </a:solidFill>
                  <a:latin typeface="IBM Plex Sans"/>
                  <a:ea typeface="IBM Plex Sans"/>
                  <a:cs typeface="IBM Plex Sans"/>
                  <a:sym typeface="IBM Plex Sans"/>
                </a:rPr>
                <a:t>Camunda</a:t>
              </a:r>
              <a:endParaRPr sz="1100">
                <a:solidFill>
                  <a:srgbClr val="434343"/>
                </a:solidFill>
                <a:latin typeface="IBM Plex Sans"/>
                <a:ea typeface="IBM Plex Sans"/>
                <a:cs typeface="IBM Plex Sans"/>
                <a:sym typeface="IBM Plex Sans"/>
              </a:endParaRPr>
            </a:p>
            <a:p>
              <a:pPr marL="0" marR="0" lvl="0" indent="0" algn="ctr" rtl="0">
                <a:lnSpc>
                  <a:spcPct val="100000"/>
                </a:lnSpc>
                <a:spcBef>
                  <a:spcPts val="0"/>
                </a:spcBef>
                <a:spcAft>
                  <a:spcPts val="0"/>
                </a:spcAft>
                <a:buClr>
                  <a:srgbClr val="000000"/>
                </a:buClr>
                <a:buSzPts val="1100"/>
                <a:buFont typeface="Arial"/>
                <a:buNone/>
              </a:pPr>
              <a:r>
                <a:rPr lang="en" sz="1100">
                  <a:solidFill>
                    <a:srgbClr val="434343"/>
                  </a:solidFill>
                  <a:latin typeface="IBM Plex Sans"/>
                  <a:ea typeface="IBM Plex Sans"/>
                  <a:cs typeface="IBM Plex Sans"/>
                  <a:sym typeface="IBM Plex Sans"/>
                </a:rPr>
                <a:t>cluster</a:t>
              </a:r>
              <a:endParaRPr sz="1100" i="0" u="none" strike="noStrike" cap="none">
                <a:solidFill>
                  <a:srgbClr val="434343"/>
                </a:solidFill>
                <a:latin typeface="IBM Plex Sans"/>
                <a:ea typeface="IBM Plex Sans"/>
                <a:cs typeface="IBM Plex Sans"/>
                <a:sym typeface="IBM Plex Sans"/>
              </a:endParaRPr>
            </a:p>
          </p:txBody>
        </p:sp>
      </p:grpSp>
      <p:cxnSp>
        <p:nvCxnSpPr>
          <p:cNvPr id="7183" name="Google Shape;7183;p517"/>
          <p:cNvCxnSpPr/>
          <p:nvPr/>
        </p:nvCxnSpPr>
        <p:spPr>
          <a:xfrm rot="10800000" flipH="1">
            <a:off x="6754288" y="2530488"/>
            <a:ext cx="385800" cy="3000"/>
          </a:xfrm>
          <a:prstGeom prst="straightConnector1">
            <a:avLst/>
          </a:prstGeom>
          <a:noFill/>
          <a:ln w="9525" cap="flat" cmpd="sng">
            <a:solidFill>
              <a:srgbClr val="0072CE"/>
            </a:solidFill>
            <a:prstDash val="solid"/>
            <a:round/>
            <a:headEnd type="triangle" w="med" len="med"/>
            <a:tailEnd type="triangle" w="med" len="med"/>
          </a:ln>
        </p:spPr>
      </p:cxnSp>
      <p:cxnSp>
        <p:nvCxnSpPr>
          <p:cNvPr id="7184" name="Google Shape;7184;p517"/>
          <p:cNvCxnSpPr/>
          <p:nvPr/>
        </p:nvCxnSpPr>
        <p:spPr>
          <a:xfrm>
            <a:off x="6938413" y="1508760"/>
            <a:ext cx="0" cy="2042400"/>
          </a:xfrm>
          <a:prstGeom prst="straightConnector1">
            <a:avLst/>
          </a:prstGeom>
          <a:noFill/>
          <a:ln w="9525" cap="flat" cmpd="sng">
            <a:solidFill>
              <a:srgbClr val="0072CE"/>
            </a:solidFill>
            <a:prstDash val="solid"/>
            <a:round/>
            <a:headEnd type="none" w="med" len="med"/>
            <a:tailEnd type="none" w="med" len="med"/>
          </a:ln>
        </p:spPr>
      </p:cxnSp>
      <p:cxnSp>
        <p:nvCxnSpPr>
          <p:cNvPr id="7185" name="Google Shape;7185;p517"/>
          <p:cNvCxnSpPr/>
          <p:nvPr/>
        </p:nvCxnSpPr>
        <p:spPr>
          <a:xfrm rot="10800000" flipH="1">
            <a:off x="4430188" y="1512375"/>
            <a:ext cx="385800" cy="3000"/>
          </a:xfrm>
          <a:prstGeom prst="straightConnector1">
            <a:avLst/>
          </a:prstGeom>
          <a:noFill/>
          <a:ln w="9525" cap="flat" cmpd="sng">
            <a:solidFill>
              <a:srgbClr val="0072CE"/>
            </a:solidFill>
            <a:prstDash val="solid"/>
            <a:round/>
            <a:headEnd type="triangle" w="med" len="med"/>
            <a:tailEnd type="triangle" w="med" len="med"/>
          </a:ln>
        </p:spPr>
      </p:cxnSp>
      <p:cxnSp>
        <p:nvCxnSpPr>
          <p:cNvPr id="7186" name="Google Shape;7186;p517"/>
          <p:cNvCxnSpPr/>
          <p:nvPr/>
        </p:nvCxnSpPr>
        <p:spPr>
          <a:xfrm rot="10800000" flipH="1">
            <a:off x="4430188" y="2509825"/>
            <a:ext cx="385800" cy="3000"/>
          </a:xfrm>
          <a:prstGeom prst="straightConnector1">
            <a:avLst/>
          </a:prstGeom>
          <a:noFill/>
          <a:ln w="9525" cap="flat" cmpd="sng">
            <a:solidFill>
              <a:srgbClr val="0072CE"/>
            </a:solidFill>
            <a:prstDash val="solid"/>
            <a:round/>
            <a:headEnd type="triangle" w="med" len="med"/>
            <a:tailEnd type="triangle" w="med" len="med"/>
          </a:ln>
        </p:spPr>
      </p:cxnSp>
      <p:cxnSp>
        <p:nvCxnSpPr>
          <p:cNvPr id="7187" name="Google Shape;7187;p517"/>
          <p:cNvCxnSpPr/>
          <p:nvPr/>
        </p:nvCxnSpPr>
        <p:spPr>
          <a:xfrm rot="10800000" flipH="1">
            <a:off x="4430188" y="3548600"/>
            <a:ext cx="385800" cy="3000"/>
          </a:xfrm>
          <a:prstGeom prst="straightConnector1">
            <a:avLst/>
          </a:prstGeom>
          <a:noFill/>
          <a:ln w="9525" cap="flat" cmpd="sng">
            <a:solidFill>
              <a:srgbClr val="0072CE"/>
            </a:solidFill>
            <a:prstDash val="solid"/>
            <a:round/>
            <a:headEnd type="triangle" w="med" len="med"/>
            <a:tailEnd type="triangle" w="med" len="med"/>
          </a:ln>
        </p:spPr>
      </p:cxnSp>
      <p:cxnSp>
        <p:nvCxnSpPr>
          <p:cNvPr id="7188" name="Google Shape;7188;p517"/>
          <p:cNvCxnSpPr/>
          <p:nvPr/>
        </p:nvCxnSpPr>
        <p:spPr>
          <a:xfrm rot="10800000" flipH="1">
            <a:off x="3219588" y="1513875"/>
            <a:ext cx="385800" cy="3000"/>
          </a:xfrm>
          <a:prstGeom prst="straightConnector1">
            <a:avLst/>
          </a:prstGeom>
          <a:noFill/>
          <a:ln w="9525" cap="flat" cmpd="sng">
            <a:solidFill>
              <a:srgbClr val="FC5D0D"/>
            </a:solidFill>
            <a:prstDash val="solid"/>
            <a:round/>
            <a:headEnd type="triangle" w="med" len="med"/>
            <a:tailEnd type="triangle" w="med" len="med"/>
          </a:ln>
        </p:spPr>
      </p:cxnSp>
      <p:cxnSp>
        <p:nvCxnSpPr>
          <p:cNvPr id="7189" name="Google Shape;7189;p517"/>
          <p:cNvCxnSpPr/>
          <p:nvPr/>
        </p:nvCxnSpPr>
        <p:spPr>
          <a:xfrm rot="10800000" flipH="1">
            <a:off x="3219588" y="2509838"/>
            <a:ext cx="385800" cy="3000"/>
          </a:xfrm>
          <a:prstGeom prst="straightConnector1">
            <a:avLst/>
          </a:prstGeom>
          <a:noFill/>
          <a:ln w="9525" cap="flat" cmpd="sng">
            <a:solidFill>
              <a:srgbClr val="FC5D0D"/>
            </a:solidFill>
            <a:prstDash val="solid"/>
            <a:round/>
            <a:headEnd type="triangle" w="med" len="med"/>
            <a:tailEnd type="triangle" w="med" len="med"/>
          </a:ln>
        </p:spPr>
      </p:cxnSp>
      <p:cxnSp>
        <p:nvCxnSpPr>
          <p:cNvPr id="7190" name="Google Shape;7190;p517"/>
          <p:cNvCxnSpPr/>
          <p:nvPr/>
        </p:nvCxnSpPr>
        <p:spPr>
          <a:xfrm rot="10800000" flipH="1">
            <a:off x="3219588" y="3548600"/>
            <a:ext cx="385800" cy="3000"/>
          </a:xfrm>
          <a:prstGeom prst="straightConnector1">
            <a:avLst/>
          </a:prstGeom>
          <a:noFill/>
          <a:ln w="9525" cap="flat" cmpd="sng">
            <a:solidFill>
              <a:srgbClr val="FC5D0D"/>
            </a:solidFill>
            <a:prstDash val="solid"/>
            <a:round/>
            <a:headEnd type="triangle" w="med" len="med"/>
            <a:tailEnd type="triangle" w="med" len="med"/>
          </a:ln>
        </p:spPr>
      </p:cxnSp>
      <p:cxnSp>
        <p:nvCxnSpPr>
          <p:cNvPr id="7191" name="Google Shape;7191;p517"/>
          <p:cNvCxnSpPr/>
          <p:nvPr/>
        </p:nvCxnSpPr>
        <p:spPr>
          <a:xfrm rot="10800000" flipH="1">
            <a:off x="1973063" y="1692350"/>
            <a:ext cx="385800" cy="3000"/>
          </a:xfrm>
          <a:prstGeom prst="straightConnector1">
            <a:avLst/>
          </a:prstGeom>
          <a:noFill/>
          <a:ln w="9525" cap="flat" cmpd="sng">
            <a:solidFill>
              <a:srgbClr val="FC5D0D"/>
            </a:solidFill>
            <a:prstDash val="solid"/>
            <a:round/>
            <a:headEnd type="triangle" w="med" len="med"/>
            <a:tailEnd type="triangle" w="med" len="med"/>
          </a:ln>
        </p:spPr>
      </p:cxnSp>
      <p:cxnSp>
        <p:nvCxnSpPr>
          <p:cNvPr id="7192" name="Google Shape;7192;p517"/>
          <p:cNvCxnSpPr/>
          <p:nvPr/>
        </p:nvCxnSpPr>
        <p:spPr>
          <a:xfrm rot="10800000" flipH="1">
            <a:off x="1973063" y="3128738"/>
            <a:ext cx="385800" cy="3000"/>
          </a:xfrm>
          <a:prstGeom prst="straightConnector1">
            <a:avLst/>
          </a:prstGeom>
          <a:noFill/>
          <a:ln w="9525" cap="flat" cmpd="sng">
            <a:solidFill>
              <a:srgbClr val="FC5D0D"/>
            </a:solidFill>
            <a:prstDash val="solid"/>
            <a:round/>
            <a:headEnd type="triangle" w="med" len="med"/>
            <a:tailEnd type="triangle" w="med" len="med"/>
          </a:ln>
        </p:spPr>
      </p:cxn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Shape 7196"/>
        <p:cNvGrpSpPr/>
        <p:nvPr/>
      </p:nvGrpSpPr>
      <p:grpSpPr>
        <a:xfrm>
          <a:off x="0" y="0"/>
          <a:ext cx="0" cy="0"/>
          <a:chOff x="0" y="0"/>
          <a:chExt cx="0" cy="0"/>
        </a:xfrm>
      </p:grpSpPr>
      <p:sp>
        <p:nvSpPr>
          <p:cNvPr id="7197" name="Google Shape;7197;p518"/>
          <p:cNvSpPr txBox="1">
            <a:spLocks noGrp="1"/>
          </p:cNvSpPr>
          <p:nvPr>
            <p:ph type="title"/>
          </p:nvPr>
        </p:nvSpPr>
        <p:spPr>
          <a:xfrm>
            <a:off x="457201" y="114300"/>
            <a:ext cx="8229600" cy="369300"/>
          </a:xfrm>
          <a:prstGeom prst="rect">
            <a:avLst/>
          </a:prstGeom>
        </p:spPr>
        <p:txBody>
          <a:bodyPr spcFirstLastPara="1" wrap="square" lIns="0" tIns="0" rIns="0" bIns="0" anchor="t" anchorCtr="0">
            <a:spAutoFit/>
          </a:bodyPr>
          <a:lstStyle/>
          <a:p>
            <a:pPr marL="0" lvl="0" indent="0" algn="l" rtl="0">
              <a:spcBef>
                <a:spcPts val="0"/>
              </a:spcBef>
              <a:spcAft>
                <a:spcPts val="0"/>
              </a:spcAft>
              <a:buNone/>
            </a:pPr>
            <a:r>
              <a:rPr lang="en" sz="2400"/>
              <a:t>Camunda SaaS Security and Compliance</a:t>
            </a:r>
            <a:endParaRPr sz="2400"/>
          </a:p>
        </p:txBody>
      </p:sp>
      <p:sp>
        <p:nvSpPr>
          <p:cNvPr id="7198" name="Google Shape;7198;p518"/>
          <p:cNvSpPr/>
          <p:nvPr/>
        </p:nvSpPr>
        <p:spPr>
          <a:xfrm>
            <a:off x="2410750" y="3002750"/>
            <a:ext cx="983400" cy="853800"/>
          </a:xfrm>
          <a:prstGeom prst="roundRect">
            <a:avLst>
              <a:gd name="adj" fmla="val 16667"/>
            </a:avLst>
          </a:prstGeom>
          <a:solidFill>
            <a:srgbClr val="FFFFF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BM Plex Sans"/>
              <a:ea typeface="IBM Plex Sans"/>
              <a:cs typeface="IBM Plex Sans"/>
              <a:sym typeface="IBM Plex Sans"/>
            </a:endParaRPr>
          </a:p>
        </p:txBody>
      </p:sp>
      <p:sp>
        <p:nvSpPr>
          <p:cNvPr id="7199" name="Google Shape;7199;p518"/>
          <p:cNvSpPr/>
          <p:nvPr/>
        </p:nvSpPr>
        <p:spPr>
          <a:xfrm>
            <a:off x="7397496" y="1173300"/>
            <a:ext cx="983400" cy="853800"/>
          </a:xfrm>
          <a:prstGeom prst="roundRect">
            <a:avLst>
              <a:gd name="adj" fmla="val 16667"/>
            </a:avLst>
          </a:prstGeom>
          <a:solidFill>
            <a:srgbClr val="FFFFF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BM Plex Sans"/>
              <a:ea typeface="IBM Plex Sans"/>
              <a:cs typeface="IBM Plex Sans"/>
              <a:sym typeface="IBM Plex Sans"/>
            </a:endParaRPr>
          </a:p>
        </p:txBody>
      </p:sp>
      <p:sp>
        <p:nvSpPr>
          <p:cNvPr id="7200" name="Google Shape;7200;p518"/>
          <p:cNvSpPr/>
          <p:nvPr/>
        </p:nvSpPr>
        <p:spPr>
          <a:xfrm>
            <a:off x="4073425" y="1173300"/>
            <a:ext cx="983400" cy="853800"/>
          </a:xfrm>
          <a:prstGeom prst="roundRect">
            <a:avLst>
              <a:gd name="adj" fmla="val 16667"/>
            </a:avLst>
          </a:prstGeom>
          <a:solidFill>
            <a:srgbClr val="FFFFF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BM Plex Sans"/>
              <a:ea typeface="IBM Plex Sans"/>
              <a:cs typeface="IBM Plex Sans"/>
              <a:sym typeface="IBM Plex Sans"/>
            </a:endParaRPr>
          </a:p>
        </p:txBody>
      </p:sp>
      <p:sp>
        <p:nvSpPr>
          <p:cNvPr id="7201" name="Google Shape;7201;p518"/>
          <p:cNvSpPr/>
          <p:nvPr/>
        </p:nvSpPr>
        <p:spPr>
          <a:xfrm>
            <a:off x="762725" y="1173300"/>
            <a:ext cx="983400" cy="853800"/>
          </a:xfrm>
          <a:prstGeom prst="roundRect">
            <a:avLst>
              <a:gd name="adj" fmla="val 16667"/>
            </a:avLst>
          </a:prstGeom>
          <a:solidFill>
            <a:srgbClr val="FFFFF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BM Plex Sans"/>
              <a:ea typeface="IBM Plex Sans"/>
              <a:cs typeface="IBM Plex Sans"/>
              <a:sym typeface="IBM Plex Sans"/>
            </a:endParaRPr>
          </a:p>
        </p:txBody>
      </p:sp>
      <p:sp>
        <p:nvSpPr>
          <p:cNvPr id="7202" name="Google Shape;7202;p518"/>
          <p:cNvSpPr txBox="1"/>
          <p:nvPr/>
        </p:nvSpPr>
        <p:spPr>
          <a:xfrm>
            <a:off x="313175" y="2112875"/>
            <a:ext cx="1882500" cy="369300"/>
          </a:xfrm>
          <a:prstGeom prst="rect">
            <a:avLst/>
          </a:prstGeom>
          <a:noFill/>
          <a:ln>
            <a:noFill/>
          </a:ln>
        </p:spPr>
        <p:txBody>
          <a:bodyPr spcFirstLastPara="1" wrap="square" lIns="0" tIns="0" rIns="0" bIns="0" anchor="t" anchorCtr="0">
            <a:spAutoFit/>
          </a:bodyPr>
          <a:lstStyle/>
          <a:p>
            <a:pPr marL="0" lvl="0" indent="0" algn="ctr" rtl="0">
              <a:lnSpc>
                <a:spcPct val="100000"/>
              </a:lnSpc>
              <a:spcBef>
                <a:spcPts val="0"/>
              </a:spcBef>
              <a:spcAft>
                <a:spcPts val="0"/>
              </a:spcAft>
              <a:buNone/>
            </a:pPr>
            <a:r>
              <a:rPr lang="en" sz="1200">
                <a:solidFill>
                  <a:srgbClr val="FFFFFF"/>
                </a:solidFill>
                <a:latin typeface="IBM Plex Sans"/>
                <a:ea typeface="IBM Plex Sans"/>
                <a:cs typeface="IBM Plex Sans"/>
                <a:sym typeface="IBM Plex Sans"/>
              </a:rPr>
              <a:t>ISO/IEC 27001</a:t>
            </a:r>
            <a:br>
              <a:rPr lang="en" sz="1200">
                <a:solidFill>
                  <a:srgbClr val="FFFFFF"/>
                </a:solidFill>
                <a:latin typeface="IBM Plex Sans"/>
                <a:ea typeface="IBM Plex Sans"/>
                <a:cs typeface="IBM Plex Sans"/>
                <a:sym typeface="IBM Plex Sans"/>
              </a:rPr>
            </a:br>
            <a:r>
              <a:rPr lang="en" sz="1200">
                <a:solidFill>
                  <a:srgbClr val="FFFFFF"/>
                </a:solidFill>
                <a:latin typeface="IBM Plex Sans"/>
                <a:ea typeface="IBM Plex Sans"/>
                <a:cs typeface="IBM Plex Sans"/>
                <a:sym typeface="IBM Plex Sans"/>
              </a:rPr>
              <a:t>certified</a:t>
            </a:r>
            <a:endParaRPr sz="1200">
              <a:solidFill>
                <a:srgbClr val="FFFFFF"/>
              </a:solidFill>
              <a:latin typeface="IBM Plex Sans"/>
              <a:ea typeface="IBM Plex Sans"/>
              <a:cs typeface="IBM Plex Sans"/>
              <a:sym typeface="IBM Plex Sans"/>
            </a:endParaRPr>
          </a:p>
        </p:txBody>
      </p:sp>
      <p:sp>
        <p:nvSpPr>
          <p:cNvPr id="7203" name="Google Shape;7203;p518"/>
          <p:cNvSpPr txBox="1"/>
          <p:nvPr/>
        </p:nvSpPr>
        <p:spPr>
          <a:xfrm>
            <a:off x="3630738" y="2112869"/>
            <a:ext cx="1882500" cy="369300"/>
          </a:xfrm>
          <a:prstGeom prst="rect">
            <a:avLst/>
          </a:prstGeom>
          <a:noFill/>
          <a:ln>
            <a:noFill/>
          </a:ln>
        </p:spPr>
        <p:txBody>
          <a:bodyPr spcFirstLastPara="1" wrap="square" lIns="0" tIns="0" rIns="0" bIns="0" anchor="t" anchorCtr="0">
            <a:spAutoFit/>
          </a:bodyPr>
          <a:lstStyle/>
          <a:p>
            <a:pPr marL="0" lvl="0" indent="0" algn="ctr" rtl="0">
              <a:lnSpc>
                <a:spcPct val="100000"/>
              </a:lnSpc>
              <a:spcBef>
                <a:spcPts val="0"/>
              </a:spcBef>
              <a:spcAft>
                <a:spcPts val="0"/>
              </a:spcAft>
              <a:buNone/>
            </a:pPr>
            <a:r>
              <a:rPr lang="en" sz="1200">
                <a:solidFill>
                  <a:srgbClr val="FFFFFF"/>
                </a:solidFill>
                <a:latin typeface="IBM Plex Sans"/>
                <a:ea typeface="IBM Plex Sans"/>
                <a:cs typeface="IBM Plex Sans"/>
                <a:sym typeface="IBM Plex Sans"/>
              </a:rPr>
              <a:t>SOC 2 Type 1 &amp; 2 </a:t>
            </a:r>
            <a:br>
              <a:rPr lang="en" sz="1200">
                <a:solidFill>
                  <a:srgbClr val="FFFFFF"/>
                </a:solidFill>
                <a:latin typeface="IBM Plex Sans"/>
                <a:ea typeface="IBM Plex Sans"/>
                <a:cs typeface="IBM Plex Sans"/>
                <a:sym typeface="IBM Plex Sans"/>
              </a:rPr>
            </a:br>
            <a:r>
              <a:rPr lang="en" sz="1200">
                <a:solidFill>
                  <a:srgbClr val="FFFFFF"/>
                </a:solidFill>
                <a:latin typeface="IBM Plex Sans"/>
                <a:ea typeface="IBM Plex Sans"/>
                <a:cs typeface="IBM Plex Sans"/>
                <a:sym typeface="IBM Plex Sans"/>
              </a:rPr>
              <a:t>certified </a:t>
            </a:r>
            <a:endParaRPr sz="1200">
              <a:solidFill>
                <a:srgbClr val="FFFFFF"/>
              </a:solidFill>
              <a:latin typeface="IBM Plex Sans"/>
              <a:ea typeface="IBM Plex Sans"/>
              <a:cs typeface="IBM Plex Sans"/>
              <a:sym typeface="IBM Plex Sans"/>
            </a:endParaRPr>
          </a:p>
        </p:txBody>
      </p:sp>
      <p:sp>
        <p:nvSpPr>
          <p:cNvPr id="7204" name="Google Shape;7204;p518"/>
          <p:cNvSpPr txBox="1"/>
          <p:nvPr/>
        </p:nvSpPr>
        <p:spPr>
          <a:xfrm>
            <a:off x="6948328" y="2112869"/>
            <a:ext cx="1882500" cy="369300"/>
          </a:xfrm>
          <a:prstGeom prst="rect">
            <a:avLst/>
          </a:prstGeom>
          <a:noFill/>
          <a:ln>
            <a:noFill/>
          </a:ln>
        </p:spPr>
        <p:txBody>
          <a:bodyPr spcFirstLastPara="1" wrap="square" lIns="0" tIns="0" rIns="0" bIns="0" anchor="t" anchorCtr="0">
            <a:spAutoFit/>
          </a:bodyPr>
          <a:lstStyle/>
          <a:p>
            <a:pPr marL="0" lvl="0" indent="0" algn="ctr" rtl="0">
              <a:lnSpc>
                <a:spcPct val="100000"/>
              </a:lnSpc>
              <a:spcBef>
                <a:spcPts val="0"/>
              </a:spcBef>
              <a:spcAft>
                <a:spcPts val="0"/>
              </a:spcAft>
              <a:buNone/>
            </a:pPr>
            <a:r>
              <a:rPr lang="en" sz="1200">
                <a:solidFill>
                  <a:srgbClr val="FFFFFF"/>
                </a:solidFill>
                <a:latin typeface="IBM Plex Sans"/>
                <a:ea typeface="IBM Plex Sans"/>
                <a:cs typeface="IBM Plex Sans"/>
                <a:sym typeface="IBM Plex Sans"/>
              </a:rPr>
              <a:t>Cloud Security Alliance member</a:t>
            </a:r>
            <a:endParaRPr sz="1200">
              <a:solidFill>
                <a:srgbClr val="FFFFFF"/>
              </a:solidFill>
              <a:latin typeface="IBM Plex Sans"/>
              <a:ea typeface="IBM Plex Sans"/>
              <a:cs typeface="IBM Plex Sans"/>
              <a:sym typeface="IBM Plex Sans"/>
            </a:endParaRPr>
          </a:p>
        </p:txBody>
      </p:sp>
      <p:sp>
        <p:nvSpPr>
          <p:cNvPr id="7205" name="Google Shape;7205;p518"/>
          <p:cNvSpPr txBox="1"/>
          <p:nvPr/>
        </p:nvSpPr>
        <p:spPr>
          <a:xfrm>
            <a:off x="5296330" y="3899626"/>
            <a:ext cx="1882500" cy="554100"/>
          </a:xfrm>
          <a:prstGeom prst="rect">
            <a:avLst/>
          </a:prstGeom>
          <a:noFill/>
          <a:ln>
            <a:noFill/>
          </a:ln>
        </p:spPr>
        <p:txBody>
          <a:bodyPr spcFirstLastPara="1" wrap="square" lIns="0" tIns="0" rIns="0" bIns="0" anchor="t" anchorCtr="0">
            <a:spAutoFit/>
          </a:bodyPr>
          <a:lstStyle/>
          <a:p>
            <a:pPr marL="0" lvl="0" indent="0" algn="ctr" rtl="0">
              <a:lnSpc>
                <a:spcPct val="100000"/>
              </a:lnSpc>
              <a:spcBef>
                <a:spcPts val="0"/>
              </a:spcBef>
              <a:spcAft>
                <a:spcPts val="0"/>
              </a:spcAft>
              <a:buNone/>
            </a:pPr>
            <a:r>
              <a:rPr lang="en" sz="1200">
                <a:solidFill>
                  <a:srgbClr val="FFFFFF"/>
                </a:solidFill>
                <a:latin typeface="IBM Plex Sans"/>
                <a:ea typeface="IBM Plex Sans"/>
                <a:cs typeface="IBM Plex Sans"/>
                <a:sym typeface="IBM Plex Sans"/>
              </a:rPr>
              <a:t>Assessed by the Trusted Information Security Assessment Exchange</a:t>
            </a:r>
            <a:endParaRPr sz="1200">
              <a:solidFill>
                <a:srgbClr val="FFFFFF"/>
              </a:solidFill>
              <a:latin typeface="IBM Plex Sans"/>
              <a:ea typeface="IBM Plex Sans"/>
              <a:cs typeface="IBM Plex Sans"/>
              <a:sym typeface="IBM Plex Sans"/>
            </a:endParaRPr>
          </a:p>
        </p:txBody>
      </p:sp>
      <p:sp>
        <p:nvSpPr>
          <p:cNvPr id="7206" name="Google Shape;7206;p518"/>
          <p:cNvSpPr txBox="1"/>
          <p:nvPr/>
        </p:nvSpPr>
        <p:spPr>
          <a:xfrm>
            <a:off x="1961189" y="3899626"/>
            <a:ext cx="1882500" cy="369300"/>
          </a:xfrm>
          <a:prstGeom prst="rect">
            <a:avLst/>
          </a:prstGeom>
          <a:noFill/>
          <a:ln>
            <a:noFill/>
          </a:ln>
        </p:spPr>
        <p:txBody>
          <a:bodyPr spcFirstLastPara="1" wrap="square" lIns="0" tIns="0" rIns="0" bIns="0" anchor="t" anchorCtr="0">
            <a:spAutoFit/>
          </a:bodyPr>
          <a:lstStyle/>
          <a:p>
            <a:pPr marL="0" lvl="0" indent="0" algn="ctr" rtl="0">
              <a:lnSpc>
                <a:spcPct val="100000"/>
              </a:lnSpc>
              <a:spcBef>
                <a:spcPts val="0"/>
              </a:spcBef>
              <a:spcAft>
                <a:spcPts val="0"/>
              </a:spcAft>
              <a:buNone/>
            </a:pPr>
            <a:r>
              <a:rPr lang="en" sz="1200">
                <a:solidFill>
                  <a:srgbClr val="FFFFFF"/>
                </a:solidFill>
                <a:latin typeface="IBM Plex Sans"/>
                <a:ea typeface="IBM Plex Sans"/>
                <a:cs typeface="IBM Plex Sans"/>
                <a:sym typeface="IBM Plex Sans"/>
              </a:rPr>
              <a:t>General Data Protection Regulation compliant</a:t>
            </a:r>
            <a:endParaRPr sz="1200">
              <a:solidFill>
                <a:srgbClr val="FFFFFF"/>
              </a:solidFill>
              <a:latin typeface="IBM Plex Sans"/>
              <a:ea typeface="IBM Plex Sans"/>
              <a:cs typeface="IBM Plex Sans"/>
              <a:sym typeface="IBM Plex Sans"/>
            </a:endParaRPr>
          </a:p>
        </p:txBody>
      </p:sp>
      <p:pic>
        <p:nvPicPr>
          <p:cNvPr id="7207" name="Google Shape;7207;p518"/>
          <p:cNvPicPr preferRelativeResize="0"/>
          <p:nvPr/>
        </p:nvPicPr>
        <p:blipFill>
          <a:blip r:embed="rId3">
            <a:alphaModFix/>
          </a:blip>
          <a:stretch>
            <a:fillRect/>
          </a:stretch>
        </p:blipFill>
        <p:spPr>
          <a:xfrm>
            <a:off x="886088" y="1231625"/>
            <a:ext cx="736671" cy="737125"/>
          </a:xfrm>
          <a:prstGeom prst="rect">
            <a:avLst/>
          </a:prstGeom>
          <a:noFill/>
          <a:ln>
            <a:noFill/>
          </a:ln>
        </p:spPr>
      </p:pic>
      <p:pic>
        <p:nvPicPr>
          <p:cNvPr id="7208" name="Google Shape;7208;p518"/>
          <p:cNvPicPr preferRelativeResize="0"/>
          <p:nvPr/>
        </p:nvPicPr>
        <p:blipFill>
          <a:blip r:embed="rId4">
            <a:alphaModFix/>
          </a:blip>
          <a:stretch>
            <a:fillRect/>
          </a:stretch>
        </p:blipFill>
        <p:spPr>
          <a:xfrm>
            <a:off x="4201281" y="1231613"/>
            <a:ext cx="741067" cy="737125"/>
          </a:xfrm>
          <a:prstGeom prst="rect">
            <a:avLst/>
          </a:prstGeom>
          <a:noFill/>
          <a:ln>
            <a:noFill/>
          </a:ln>
        </p:spPr>
      </p:pic>
      <p:pic>
        <p:nvPicPr>
          <p:cNvPr id="7209" name="Google Shape;7209;p518"/>
          <p:cNvPicPr preferRelativeResize="0"/>
          <p:nvPr/>
        </p:nvPicPr>
        <p:blipFill>
          <a:blip r:embed="rId5">
            <a:alphaModFix/>
          </a:blip>
          <a:stretch>
            <a:fillRect/>
          </a:stretch>
        </p:blipFill>
        <p:spPr>
          <a:xfrm>
            <a:off x="7500302" y="1248255"/>
            <a:ext cx="777798" cy="720485"/>
          </a:xfrm>
          <a:prstGeom prst="rect">
            <a:avLst/>
          </a:prstGeom>
          <a:noFill/>
          <a:ln>
            <a:noFill/>
          </a:ln>
        </p:spPr>
      </p:pic>
      <p:sp>
        <p:nvSpPr>
          <p:cNvPr id="7210" name="Google Shape;7210;p518"/>
          <p:cNvSpPr/>
          <p:nvPr/>
        </p:nvSpPr>
        <p:spPr>
          <a:xfrm>
            <a:off x="5745900" y="2930688"/>
            <a:ext cx="983400" cy="853800"/>
          </a:xfrm>
          <a:prstGeom prst="roundRect">
            <a:avLst>
              <a:gd name="adj" fmla="val 16667"/>
            </a:avLst>
          </a:prstGeom>
          <a:solidFill>
            <a:srgbClr val="FFFFF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BM Plex Sans"/>
              <a:ea typeface="IBM Plex Sans"/>
              <a:cs typeface="IBM Plex Sans"/>
              <a:sym typeface="IBM Plex Sans"/>
            </a:endParaRPr>
          </a:p>
        </p:txBody>
      </p:sp>
      <p:pic>
        <p:nvPicPr>
          <p:cNvPr id="7211" name="Google Shape;7211;p518"/>
          <p:cNvPicPr preferRelativeResize="0"/>
          <p:nvPr/>
        </p:nvPicPr>
        <p:blipFill>
          <a:blip r:embed="rId6">
            <a:alphaModFix/>
          </a:blip>
          <a:stretch>
            <a:fillRect/>
          </a:stretch>
        </p:blipFill>
        <p:spPr>
          <a:xfrm>
            <a:off x="5827222" y="3157501"/>
            <a:ext cx="820766" cy="400200"/>
          </a:xfrm>
          <a:prstGeom prst="rect">
            <a:avLst/>
          </a:prstGeom>
          <a:noFill/>
          <a:ln>
            <a:noFill/>
          </a:ln>
        </p:spPr>
      </p:pic>
      <p:pic>
        <p:nvPicPr>
          <p:cNvPr id="7212" name="Google Shape;7212;p518"/>
          <p:cNvPicPr preferRelativeResize="0"/>
          <p:nvPr/>
        </p:nvPicPr>
        <p:blipFill>
          <a:blip r:embed="rId7">
            <a:alphaModFix/>
          </a:blip>
          <a:stretch>
            <a:fillRect/>
          </a:stretch>
        </p:blipFill>
        <p:spPr>
          <a:xfrm>
            <a:off x="2547748" y="3069404"/>
            <a:ext cx="709402" cy="720501"/>
          </a:xfrm>
          <a:prstGeom prst="rect">
            <a:avLst/>
          </a:prstGeom>
          <a:noFill/>
          <a:ln>
            <a:noFill/>
          </a:ln>
        </p:spPr>
      </p:pic>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Shape 7216"/>
        <p:cNvGrpSpPr/>
        <p:nvPr/>
      </p:nvGrpSpPr>
      <p:grpSpPr>
        <a:xfrm>
          <a:off x="0" y="0"/>
          <a:ext cx="0" cy="0"/>
          <a:chOff x="0" y="0"/>
          <a:chExt cx="0" cy="0"/>
        </a:xfrm>
      </p:grpSpPr>
      <p:sp>
        <p:nvSpPr>
          <p:cNvPr id="7217" name="Google Shape;7217;p519"/>
          <p:cNvSpPr txBox="1">
            <a:spLocks noGrp="1"/>
          </p:cNvSpPr>
          <p:nvPr>
            <p:ph type="title"/>
          </p:nvPr>
        </p:nvSpPr>
        <p:spPr>
          <a:xfrm>
            <a:off x="1476301" y="1789950"/>
            <a:ext cx="5915700" cy="996300"/>
          </a:xfrm>
          <a:prstGeom prst="rect">
            <a:avLst/>
          </a:prstGeom>
        </p:spPr>
        <p:txBody>
          <a:bodyPr spcFirstLastPara="1" wrap="square" lIns="0" tIns="0" rIns="0" bIns="0" anchor="ctr" anchorCtr="0">
            <a:normAutofit/>
          </a:bodyPr>
          <a:lstStyle/>
          <a:p>
            <a:pPr marL="0" lvl="0" indent="0" algn="ctr" rtl="0">
              <a:spcBef>
                <a:spcPts val="0"/>
              </a:spcBef>
              <a:spcAft>
                <a:spcPts val="0"/>
              </a:spcAft>
              <a:buNone/>
            </a:pPr>
            <a:r>
              <a:rPr lang="en" sz="2200"/>
              <a:t>Camunda consulting and </a:t>
            </a:r>
            <a:br>
              <a:rPr lang="en" sz="2200"/>
            </a:br>
            <a:r>
              <a:rPr lang="en" sz="2200"/>
              <a:t>education services</a:t>
            </a:r>
            <a:endParaRPr sz="2200"/>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Shape 7221"/>
        <p:cNvGrpSpPr/>
        <p:nvPr/>
      </p:nvGrpSpPr>
      <p:grpSpPr>
        <a:xfrm>
          <a:off x="0" y="0"/>
          <a:ext cx="0" cy="0"/>
          <a:chOff x="0" y="0"/>
          <a:chExt cx="0" cy="0"/>
        </a:xfrm>
      </p:grpSpPr>
      <p:sp>
        <p:nvSpPr>
          <p:cNvPr id="7222" name="Google Shape;7222;p520"/>
          <p:cNvSpPr txBox="1">
            <a:spLocks noGrp="1"/>
          </p:cNvSpPr>
          <p:nvPr>
            <p:ph type="title"/>
          </p:nvPr>
        </p:nvSpPr>
        <p:spPr>
          <a:xfrm>
            <a:off x="457201" y="114300"/>
            <a:ext cx="8229600" cy="369300"/>
          </a:xfrm>
          <a:prstGeom prst="rect">
            <a:avLst/>
          </a:prstGeom>
        </p:spPr>
        <p:txBody>
          <a:bodyPr spcFirstLastPara="1" wrap="square" lIns="0" tIns="0" rIns="0" bIns="0" anchor="t" anchorCtr="0">
            <a:spAutoFit/>
          </a:bodyPr>
          <a:lstStyle/>
          <a:p>
            <a:pPr marL="0" lvl="0" indent="0" algn="l" rtl="0">
              <a:spcBef>
                <a:spcPts val="0"/>
              </a:spcBef>
              <a:spcAft>
                <a:spcPts val="0"/>
              </a:spcAft>
              <a:buNone/>
            </a:pPr>
            <a:r>
              <a:rPr lang="en" sz="2400"/>
              <a:t>Expert guidance on your process orchestration journey</a:t>
            </a:r>
            <a:endParaRPr sz="2400"/>
          </a:p>
        </p:txBody>
      </p:sp>
      <p:sp>
        <p:nvSpPr>
          <p:cNvPr id="7223" name="Google Shape;7223;p520"/>
          <p:cNvSpPr txBox="1">
            <a:spLocks noGrp="1"/>
          </p:cNvSpPr>
          <p:nvPr>
            <p:ph type="subTitle" idx="1"/>
          </p:nvPr>
        </p:nvSpPr>
        <p:spPr>
          <a:xfrm>
            <a:off x="476075" y="1158725"/>
            <a:ext cx="3862500" cy="441600"/>
          </a:xfrm>
          <a:prstGeom prst="rect">
            <a:avLst/>
          </a:prstGeom>
        </p:spPr>
        <p:txBody>
          <a:bodyPr spcFirstLastPara="1" wrap="square" lIns="0" tIns="0" rIns="0" bIns="0" anchor="t" anchorCtr="0">
            <a:normAutofit/>
          </a:bodyPr>
          <a:lstStyle/>
          <a:p>
            <a:pPr marL="0" lvl="0" indent="0" algn="l" rtl="0">
              <a:spcBef>
                <a:spcPts val="0"/>
              </a:spcBef>
              <a:spcAft>
                <a:spcPts val="0"/>
              </a:spcAft>
              <a:buNone/>
            </a:pPr>
            <a:r>
              <a:rPr lang="en"/>
              <a:t>Camunda Service Offering</a:t>
            </a:r>
            <a:endParaRPr/>
          </a:p>
        </p:txBody>
      </p:sp>
      <p:sp>
        <p:nvSpPr>
          <p:cNvPr id="7224" name="Google Shape;7224;p520"/>
          <p:cNvSpPr txBox="1">
            <a:spLocks noGrp="1"/>
          </p:cNvSpPr>
          <p:nvPr>
            <p:ph type="body" idx="2"/>
          </p:nvPr>
        </p:nvSpPr>
        <p:spPr>
          <a:xfrm>
            <a:off x="476075" y="1724600"/>
            <a:ext cx="4070400" cy="3090000"/>
          </a:xfrm>
          <a:prstGeom prst="rect">
            <a:avLst/>
          </a:prstGeom>
        </p:spPr>
        <p:txBody>
          <a:bodyPr spcFirstLastPara="1" wrap="square" lIns="0" tIns="0" rIns="0" bIns="0" anchor="t" anchorCtr="0">
            <a:normAutofit/>
          </a:bodyPr>
          <a:lstStyle/>
          <a:p>
            <a:pPr marL="457200" lvl="0" indent="-323850" algn="l" rtl="0">
              <a:lnSpc>
                <a:spcPct val="100000"/>
              </a:lnSpc>
              <a:spcBef>
                <a:spcPts val="0"/>
              </a:spcBef>
              <a:spcAft>
                <a:spcPts val="0"/>
              </a:spcAft>
              <a:buSzPts val="1500"/>
              <a:buFont typeface="IBM Plex Sans"/>
              <a:buChar char="■"/>
            </a:pPr>
            <a:r>
              <a:rPr lang="en" sz="1500"/>
              <a:t>Education Services</a:t>
            </a:r>
            <a:endParaRPr sz="1500"/>
          </a:p>
          <a:p>
            <a:pPr marL="457200" lvl="0" indent="-323850" algn="l" rtl="0">
              <a:lnSpc>
                <a:spcPct val="100000"/>
              </a:lnSpc>
              <a:spcBef>
                <a:spcPts val="2000"/>
              </a:spcBef>
              <a:spcAft>
                <a:spcPts val="0"/>
              </a:spcAft>
              <a:buSzPts val="1500"/>
              <a:buFont typeface="IBM Plex Sans"/>
              <a:buChar char="■"/>
            </a:pPr>
            <a:r>
              <a:rPr lang="en" sz="1500"/>
              <a:t>Project Success Acceleration (ProSA)</a:t>
            </a:r>
            <a:endParaRPr sz="1500"/>
          </a:p>
          <a:p>
            <a:pPr marL="457200" lvl="0" indent="-323850" algn="l" rtl="0">
              <a:lnSpc>
                <a:spcPct val="100000"/>
              </a:lnSpc>
              <a:spcBef>
                <a:spcPts val="2000"/>
              </a:spcBef>
              <a:spcAft>
                <a:spcPts val="0"/>
              </a:spcAft>
              <a:buSzPts val="1500"/>
              <a:buFont typeface="IBM Plex Sans"/>
              <a:buChar char="■"/>
            </a:pPr>
            <a:r>
              <a:rPr lang="en" sz="1500"/>
              <a:t>Technical Account Management</a:t>
            </a:r>
            <a:endParaRPr sz="1500"/>
          </a:p>
          <a:p>
            <a:pPr marL="457200" lvl="0" indent="-323850" algn="l" rtl="0">
              <a:lnSpc>
                <a:spcPct val="100000"/>
              </a:lnSpc>
              <a:spcBef>
                <a:spcPts val="2000"/>
              </a:spcBef>
              <a:spcAft>
                <a:spcPts val="0"/>
              </a:spcAft>
              <a:buSzPts val="1500"/>
              <a:buFont typeface="IBM Plex Sans"/>
              <a:buChar char="■"/>
            </a:pPr>
            <a:r>
              <a:rPr lang="en" sz="1500"/>
              <a:t>Camunda 7 to 8 Migration Guidance</a:t>
            </a:r>
            <a:endParaRPr sz="1500"/>
          </a:p>
          <a:p>
            <a:pPr marL="457200" lvl="0" indent="-323850" algn="l" rtl="0">
              <a:lnSpc>
                <a:spcPct val="100000"/>
              </a:lnSpc>
              <a:spcBef>
                <a:spcPts val="2000"/>
              </a:spcBef>
              <a:spcAft>
                <a:spcPts val="2000"/>
              </a:spcAft>
              <a:buSzPts val="1500"/>
              <a:buFont typeface="IBM Plex Sans"/>
              <a:buChar char="■"/>
            </a:pPr>
            <a:r>
              <a:rPr lang="en" sz="1500"/>
              <a:t>Process Orchestration Adoption Framework</a:t>
            </a:r>
            <a:endParaRPr sz="1500"/>
          </a:p>
        </p:txBody>
      </p:sp>
      <p:sp>
        <p:nvSpPr>
          <p:cNvPr id="7225" name="Google Shape;7225;p520"/>
          <p:cNvSpPr txBox="1">
            <a:spLocks noGrp="1"/>
          </p:cNvSpPr>
          <p:nvPr>
            <p:ph type="subTitle" idx="3"/>
          </p:nvPr>
        </p:nvSpPr>
        <p:spPr>
          <a:xfrm>
            <a:off x="5802575" y="1441000"/>
            <a:ext cx="2884200" cy="461700"/>
          </a:xfrm>
          <a:prstGeom prst="rect">
            <a:avLst/>
          </a:prstGeom>
        </p:spPr>
        <p:txBody>
          <a:bodyPr spcFirstLastPara="1" wrap="square" lIns="0" tIns="0" rIns="0" bIns="0" anchor="t" anchorCtr="0">
            <a:spAutoFit/>
          </a:bodyPr>
          <a:lstStyle/>
          <a:p>
            <a:pPr marL="0" lvl="0" indent="0" algn="l" rtl="0">
              <a:spcBef>
                <a:spcPts val="0"/>
              </a:spcBef>
              <a:spcAft>
                <a:spcPts val="0"/>
              </a:spcAft>
              <a:buNone/>
            </a:pPr>
            <a:r>
              <a:rPr lang="en" sz="1500"/>
              <a:t>Introduce Camunda to your organization seamlessly</a:t>
            </a:r>
            <a:endParaRPr sz="1500"/>
          </a:p>
        </p:txBody>
      </p:sp>
      <p:sp>
        <p:nvSpPr>
          <p:cNvPr id="7226" name="Google Shape;7226;p520"/>
          <p:cNvSpPr txBox="1">
            <a:spLocks noGrp="1"/>
          </p:cNvSpPr>
          <p:nvPr>
            <p:ph type="subTitle" idx="5"/>
          </p:nvPr>
        </p:nvSpPr>
        <p:spPr>
          <a:xfrm>
            <a:off x="5802575" y="2549532"/>
            <a:ext cx="2884200" cy="692700"/>
          </a:xfrm>
          <a:prstGeom prst="rect">
            <a:avLst/>
          </a:prstGeom>
        </p:spPr>
        <p:txBody>
          <a:bodyPr spcFirstLastPara="1" wrap="square" lIns="0" tIns="0" rIns="0" bIns="0" anchor="t" anchorCtr="0">
            <a:spAutoFit/>
          </a:bodyPr>
          <a:lstStyle/>
          <a:p>
            <a:pPr marL="0" lvl="0" indent="0" algn="l" rtl="0">
              <a:spcBef>
                <a:spcPts val="0"/>
              </a:spcBef>
              <a:spcAft>
                <a:spcPts val="0"/>
              </a:spcAft>
              <a:buNone/>
            </a:pPr>
            <a:r>
              <a:rPr lang="en" sz="1500"/>
              <a:t>Successfully adopt Camunda process orchestration and automation at scale</a:t>
            </a:r>
            <a:endParaRPr sz="1500"/>
          </a:p>
        </p:txBody>
      </p:sp>
      <p:sp>
        <p:nvSpPr>
          <p:cNvPr id="7227" name="Google Shape;7227;p520"/>
          <p:cNvSpPr txBox="1">
            <a:spLocks noGrp="1"/>
          </p:cNvSpPr>
          <p:nvPr>
            <p:ph type="subTitle" idx="7"/>
          </p:nvPr>
        </p:nvSpPr>
        <p:spPr>
          <a:xfrm>
            <a:off x="5802575" y="3904349"/>
            <a:ext cx="2884200" cy="692700"/>
          </a:xfrm>
          <a:prstGeom prst="rect">
            <a:avLst/>
          </a:prstGeom>
        </p:spPr>
        <p:txBody>
          <a:bodyPr spcFirstLastPara="1" wrap="square" lIns="0" tIns="0" rIns="0" bIns="0" anchor="t" anchorCtr="0">
            <a:spAutoFit/>
          </a:bodyPr>
          <a:lstStyle/>
          <a:p>
            <a:pPr marL="0" lvl="0" indent="0" algn="l" rtl="0">
              <a:spcBef>
                <a:spcPts val="0"/>
              </a:spcBef>
              <a:spcAft>
                <a:spcPts val="0"/>
              </a:spcAft>
              <a:buNone/>
            </a:pPr>
            <a:r>
              <a:rPr lang="en" sz="1500"/>
              <a:t>Maximize the value of process orchestration and automation for your organization</a:t>
            </a:r>
            <a:endParaRPr sz="1500"/>
          </a:p>
        </p:txBody>
      </p:sp>
      <p:sp>
        <p:nvSpPr>
          <p:cNvPr id="7228" name="Google Shape;7228;p520"/>
          <p:cNvSpPr txBox="1"/>
          <p:nvPr/>
        </p:nvSpPr>
        <p:spPr>
          <a:xfrm>
            <a:off x="451675" y="602975"/>
            <a:ext cx="8229600" cy="1848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n" sz="1200" i="1">
                <a:solidFill>
                  <a:schemeClr val="dk1"/>
                </a:solidFill>
                <a:latin typeface="IBM Plex Sans"/>
                <a:ea typeface="IBM Plex Sans"/>
                <a:cs typeface="IBM Plex Sans"/>
                <a:sym typeface="IBM Plex Sans"/>
              </a:rPr>
              <a:t>Camunda post-sales consulting services are here to guide you from day one</a:t>
            </a:r>
            <a:endParaRPr sz="1200" i="1">
              <a:solidFill>
                <a:schemeClr val="dk1"/>
              </a:solidFill>
              <a:latin typeface="IBM Plex Sans"/>
              <a:ea typeface="IBM Plex Sans"/>
              <a:cs typeface="IBM Plex Sans"/>
              <a:sym typeface="IBM Plex Sans"/>
            </a:endParaRPr>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Shape 7232"/>
        <p:cNvGrpSpPr/>
        <p:nvPr/>
      </p:nvGrpSpPr>
      <p:grpSpPr>
        <a:xfrm>
          <a:off x="0" y="0"/>
          <a:ext cx="0" cy="0"/>
          <a:chOff x="0" y="0"/>
          <a:chExt cx="0" cy="0"/>
        </a:xfrm>
      </p:grpSpPr>
      <p:sp>
        <p:nvSpPr>
          <p:cNvPr id="7233" name="Google Shape;7233;p521"/>
          <p:cNvSpPr/>
          <p:nvPr/>
        </p:nvSpPr>
        <p:spPr>
          <a:xfrm>
            <a:off x="1809845" y="2328984"/>
            <a:ext cx="5521500" cy="751500"/>
          </a:xfrm>
          <a:prstGeom prst="chevron">
            <a:avLst>
              <a:gd name="adj" fmla="val 50000"/>
            </a:avLst>
          </a:prstGeom>
          <a:solidFill>
            <a:srgbClr val="E3E3E3"/>
          </a:solidFill>
          <a:ln w="9525" cap="flat" cmpd="sng">
            <a:solidFill>
              <a:srgbClr val="D5D6D6"/>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400" b="1" i="0" u="none" strike="noStrike" cap="none">
              <a:solidFill>
                <a:schemeClr val="dk1"/>
              </a:solidFill>
              <a:latin typeface="IBM Plex Sans"/>
              <a:ea typeface="IBM Plex Sans"/>
              <a:cs typeface="IBM Plex Sans"/>
              <a:sym typeface="IBM Plex Sans"/>
            </a:endParaRPr>
          </a:p>
        </p:txBody>
      </p:sp>
      <p:sp>
        <p:nvSpPr>
          <p:cNvPr id="7234" name="Google Shape;7234;p521"/>
          <p:cNvSpPr/>
          <p:nvPr/>
        </p:nvSpPr>
        <p:spPr>
          <a:xfrm>
            <a:off x="1769214" y="2379727"/>
            <a:ext cx="5521500" cy="751500"/>
          </a:xfrm>
          <a:prstGeom prst="chevron">
            <a:avLst>
              <a:gd name="adj" fmla="val 50000"/>
            </a:avLst>
          </a:prstGeom>
          <a:solidFill>
            <a:srgbClr val="E3E3E3"/>
          </a:solidFill>
          <a:ln w="9525" cap="flat" cmpd="sng">
            <a:solidFill>
              <a:srgbClr val="D5D6D6"/>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400" b="1" i="0" u="none" strike="noStrike" cap="none">
              <a:solidFill>
                <a:schemeClr val="dk1"/>
              </a:solidFill>
              <a:latin typeface="IBM Plex Sans"/>
              <a:ea typeface="IBM Plex Sans"/>
              <a:cs typeface="IBM Plex Sans"/>
              <a:sym typeface="IBM Plex Sans"/>
            </a:endParaRPr>
          </a:p>
        </p:txBody>
      </p:sp>
      <p:sp>
        <p:nvSpPr>
          <p:cNvPr id="7235" name="Google Shape;7235;p521"/>
          <p:cNvSpPr/>
          <p:nvPr/>
        </p:nvSpPr>
        <p:spPr>
          <a:xfrm>
            <a:off x="1730633" y="2426204"/>
            <a:ext cx="5521500" cy="751500"/>
          </a:xfrm>
          <a:prstGeom prst="chevron">
            <a:avLst>
              <a:gd name="adj" fmla="val 50000"/>
            </a:avLst>
          </a:prstGeom>
          <a:solidFill>
            <a:srgbClr val="E3E3E3"/>
          </a:solidFill>
          <a:ln w="9525" cap="flat" cmpd="sng">
            <a:solidFill>
              <a:srgbClr val="D5D6D6"/>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r>
              <a:rPr lang="en" sz="1200" b="1" i="0" u="none" strike="noStrike" cap="none">
                <a:solidFill>
                  <a:srgbClr val="B7B8B9"/>
                </a:solidFill>
                <a:latin typeface="IBM Plex Sans"/>
                <a:ea typeface="IBM Plex Sans"/>
                <a:cs typeface="IBM Plex Sans"/>
                <a:sym typeface="IBM Plex Sans"/>
              </a:rPr>
              <a:t>Project</a:t>
            </a:r>
            <a:endParaRPr/>
          </a:p>
          <a:p>
            <a:pPr marL="0" marR="0" lvl="0" indent="0" algn="l" rtl="0">
              <a:lnSpc>
                <a:spcPct val="100000"/>
              </a:lnSpc>
              <a:spcBef>
                <a:spcPts val="0"/>
              </a:spcBef>
              <a:spcAft>
                <a:spcPts val="0"/>
              </a:spcAft>
              <a:buNone/>
            </a:pPr>
            <a:r>
              <a:rPr lang="en" sz="1200" b="1" i="0" u="none" strike="noStrike" cap="none">
                <a:solidFill>
                  <a:srgbClr val="B7B8B9"/>
                </a:solidFill>
                <a:latin typeface="IBM Plex Sans"/>
                <a:ea typeface="IBM Plex Sans"/>
                <a:cs typeface="IBM Plex Sans"/>
                <a:sym typeface="IBM Plex Sans"/>
              </a:rPr>
              <a:t>Scope</a:t>
            </a:r>
            <a:endParaRPr sz="1200" b="1" i="0" u="none" strike="noStrike" cap="none">
              <a:solidFill>
                <a:srgbClr val="B7B8B9"/>
              </a:solidFill>
              <a:latin typeface="IBM Plex Sans"/>
              <a:ea typeface="IBM Plex Sans"/>
              <a:cs typeface="IBM Plex Sans"/>
              <a:sym typeface="IBM Plex Sans"/>
            </a:endParaRPr>
          </a:p>
        </p:txBody>
      </p:sp>
      <p:sp>
        <p:nvSpPr>
          <p:cNvPr id="7236" name="Google Shape;7236;p521"/>
          <p:cNvSpPr txBox="1">
            <a:spLocks noGrp="1"/>
          </p:cNvSpPr>
          <p:nvPr>
            <p:ph type="title"/>
          </p:nvPr>
        </p:nvSpPr>
        <p:spPr>
          <a:xfrm>
            <a:off x="457200" y="114300"/>
            <a:ext cx="8229600" cy="903300"/>
          </a:xfrm>
          <a:prstGeom prst="rect">
            <a:avLst/>
          </a:prstGeom>
          <a:noFill/>
          <a:ln>
            <a:noFill/>
          </a:ln>
        </p:spPr>
        <p:txBody>
          <a:bodyPr spcFirstLastPara="1" wrap="square" lIns="0" tIns="0" rIns="0" bIns="0" anchor="t" anchorCtr="0">
            <a:normAutofit/>
          </a:bodyPr>
          <a:lstStyle/>
          <a:p>
            <a:pPr marL="0" lvl="0" indent="0" algn="l" rtl="0">
              <a:lnSpc>
                <a:spcPct val="100000"/>
              </a:lnSpc>
              <a:spcBef>
                <a:spcPts val="0"/>
              </a:spcBef>
              <a:spcAft>
                <a:spcPts val="0"/>
              </a:spcAft>
              <a:buSzPts val="3400"/>
              <a:buNone/>
            </a:pPr>
            <a:r>
              <a:rPr lang="en"/>
              <a:t>Consulting Services Overview</a:t>
            </a:r>
            <a:endParaRPr/>
          </a:p>
        </p:txBody>
      </p:sp>
      <p:sp>
        <p:nvSpPr>
          <p:cNvPr id="7237" name="Google Shape;7237;p521"/>
          <p:cNvSpPr txBox="1">
            <a:spLocks noGrp="1"/>
          </p:cNvSpPr>
          <p:nvPr>
            <p:ph type="subTitle" idx="1"/>
          </p:nvPr>
        </p:nvSpPr>
        <p:spPr>
          <a:xfrm>
            <a:off x="467075" y="4814525"/>
            <a:ext cx="2326500" cy="206400"/>
          </a:xfrm>
          <a:prstGeom prst="rect">
            <a:avLst/>
          </a:prstGeom>
          <a:noFill/>
          <a:ln>
            <a:noFill/>
          </a:ln>
        </p:spPr>
        <p:txBody>
          <a:bodyPr spcFirstLastPara="1" wrap="square" lIns="0" tIns="0" rIns="0" bIns="0" anchor="b" anchorCtr="0">
            <a:normAutofit/>
          </a:bodyPr>
          <a:lstStyle/>
          <a:p>
            <a:pPr marL="457200" lvl="0" indent="-330200" algn="l" rtl="0">
              <a:lnSpc>
                <a:spcPct val="115000"/>
              </a:lnSpc>
              <a:spcBef>
                <a:spcPts val="0"/>
              </a:spcBef>
              <a:spcAft>
                <a:spcPts val="0"/>
              </a:spcAft>
              <a:buClr>
                <a:schemeClr val="dk2"/>
              </a:buClr>
              <a:buSzPts val="700"/>
              <a:buNone/>
            </a:pPr>
            <a:endParaRPr/>
          </a:p>
        </p:txBody>
      </p:sp>
      <p:grpSp>
        <p:nvGrpSpPr>
          <p:cNvPr id="7238" name="Google Shape;7238;p521"/>
          <p:cNvGrpSpPr/>
          <p:nvPr/>
        </p:nvGrpSpPr>
        <p:grpSpPr>
          <a:xfrm>
            <a:off x="2890221" y="1792234"/>
            <a:ext cx="899933" cy="1812600"/>
            <a:chOff x="3157634" y="1224477"/>
            <a:chExt cx="1466883" cy="3061307"/>
          </a:xfrm>
        </p:grpSpPr>
        <p:sp>
          <p:nvSpPr>
            <p:cNvPr id="7239" name="Google Shape;7239;p521"/>
            <p:cNvSpPr/>
            <p:nvPr/>
          </p:nvSpPr>
          <p:spPr>
            <a:xfrm>
              <a:off x="3157634" y="1224477"/>
              <a:ext cx="1466883" cy="3061307"/>
            </a:xfrm>
            <a:custGeom>
              <a:avLst/>
              <a:gdLst/>
              <a:ahLst/>
              <a:cxnLst/>
              <a:rect l="l" t="t" r="r" b="b"/>
              <a:pathLst>
                <a:path w="10657" h="22241" extrusionOk="0">
                  <a:moveTo>
                    <a:pt x="4548" y="22241"/>
                  </a:moveTo>
                  <a:cubicBezTo>
                    <a:pt x="2048" y="22241"/>
                    <a:pt x="0" y="20193"/>
                    <a:pt x="0" y="17693"/>
                  </a:cubicBezTo>
                  <a:lnTo>
                    <a:pt x="0" y="13026"/>
                  </a:lnTo>
                  <a:cubicBezTo>
                    <a:pt x="881" y="12847"/>
                    <a:pt x="1548" y="12061"/>
                    <a:pt x="1548" y="11121"/>
                  </a:cubicBezTo>
                  <a:cubicBezTo>
                    <a:pt x="1548" y="10180"/>
                    <a:pt x="881" y="9394"/>
                    <a:pt x="0" y="9216"/>
                  </a:cubicBezTo>
                  <a:lnTo>
                    <a:pt x="0" y="4548"/>
                  </a:lnTo>
                  <a:cubicBezTo>
                    <a:pt x="0" y="2048"/>
                    <a:pt x="2048" y="0"/>
                    <a:pt x="4548" y="0"/>
                  </a:cubicBezTo>
                  <a:cubicBezTo>
                    <a:pt x="7061" y="0"/>
                    <a:pt x="9108" y="2048"/>
                    <a:pt x="9108" y="4548"/>
                  </a:cubicBezTo>
                  <a:lnTo>
                    <a:pt x="9108" y="9966"/>
                  </a:lnTo>
                  <a:lnTo>
                    <a:pt x="9501" y="9966"/>
                  </a:lnTo>
                  <a:cubicBezTo>
                    <a:pt x="10144" y="9966"/>
                    <a:pt x="10656" y="10478"/>
                    <a:pt x="10656" y="11121"/>
                  </a:cubicBezTo>
                  <a:cubicBezTo>
                    <a:pt x="10656" y="11763"/>
                    <a:pt x="10144" y="12287"/>
                    <a:pt x="9501" y="12287"/>
                  </a:cubicBezTo>
                  <a:lnTo>
                    <a:pt x="9108" y="12287"/>
                  </a:lnTo>
                  <a:lnTo>
                    <a:pt x="9108" y="17693"/>
                  </a:lnTo>
                  <a:cubicBezTo>
                    <a:pt x="9108" y="20193"/>
                    <a:pt x="7061" y="22241"/>
                    <a:pt x="4548" y="22241"/>
                  </a:cubicBez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240" name="Google Shape;7240;p521"/>
            <p:cNvSpPr/>
            <p:nvPr/>
          </p:nvSpPr>
          <p:spPr>
            <a:xfrm>
              <a:off x="3264748" y="1348503"/>
              <a:ext cx="1011278" cy="1012911"/>
            </a:xfrm>
            <a:custGeom>
              <a:avLst/>
              <a:gdLst/>
              <a:ahLst/>
              <a:cxnLst/>
              <a:rect l="l" t="t" r="r" b="b"/>
              <a:pathLst>
                <a:path w="7347" h="7359" extrusionOk="0">
                  <a:moveTo>
                    <a:pt x="7346" y="3680"/>
                  </a:moveTo>
                  <a:cubicBezTo>
                    <a:pt x="7346" y="5716"/>
                    <a:pt x="5703" y="7359"/>
                    <a:pt x="3679" y="7359"/>
                  </a:cubicBezTo>
                  <a:cubicBezTo>
                    <a:pt x="1643" y="7359"/>
                    <a:pt x="0" y="5716"/>
                    <a:pt x="0" y="3680"/>
                  </a:cubicBezTo>
                  <a:cubicBezTo>
                    <a:pt x="0" y="1656"/>
                    <a:pt x="1643" y="1"/>
                    <a:pt x="3679" y="1"/>
                  </a:cubicBezTo>
                  <a:cubicBezTo>
                    <a:pt x="5703" y="1"/>
                    <a:pt x="7346" y="1656"/>
                    <a:pt x="7346" y="3680"/>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241" name="Google Shape;7241;p521"/>
            <p:cNvSpPr txBox="1"/>
            <p:nvPr/>
          </p:nvSpPr>
          <p:spPr>
            <a:xfrm>
              <a:off x="3179150" y="2795575"/>
              <a:ext cx="1209000" cy="4296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100"/>
                <a:buFont typeface="Arial"/>
                <a:buNone/>
              </a:pPr>
              <a:r>
                <a:rPr lang="en" sz="1100" b="1" i="0" u="none" strike="noStrike" cap="none">
                  <a:solidFill>
                    <a:schemeClr val="lt1"/>
                  </a:solidFill>
                  <a:latin typeface="IBM Plex Sans"/>
                  <a:ea typeface="IBM Plex Sans"/>
                  <a:cs typeface="IBM Plex Sans"/>
                  <a:sym typeface="IBM Plex Sans"/>
                </a:rPr>
                <a:t>Enable</a:t>
              </a:r>
              <a:endParaRPr sz="1400" b="1" i="0" u="none" strike="noStrike" cap="none">
                <a:solidFill>
                  <a:schemeClr val="lt1"/>
                </a:solidFill>
                <a:latin typeface="IBM Plex Sans"/>
                <a:ea typeface="IBM Plex Sans"/>
                <a:cs typeface="IBM Plex Sans"/>
                <a:sym typeface="IBM Plex Sans"/>
              </a:endParaRPr>
            </a:p>
          </p:txBody>
        </p:sp>
        <p:sp>
          <p:nvSpPr>
            <p:cNvPr id="7242" name="Google Shape;7242;p521"/>
            <p:cNvSpPr txBox="1"/>
            <p:nvPr/>
          </p:nvSpPr>
          <p:spPr>
            <a:xfrm>
              <a:off x="3179160" y="3022311"/>
              <a:ext cx="1209000" cy="1182900"/>
            </a:xfrm>
            <a:prstGeom prst="rect">
              <a:avLst/>
            </a:prstGeom>
            <a:noFill/>
            <a:ln>
              <a:noFill/>
            </a:ln>
          </p:spPr>
          <p:txBody>
            <a:bodyPr spcFirstLastPara="1" wrap="square" lIns="36000" tIns="91425" rIns="36000" bIns="91425" anchor="t" anchorCtr="0">
              <a:noAutofit/>
            </a:bodyPr>
            <a:lstStyle/>
            <a:p>
              <a:pPr marL="0" marR="0" lvl="0" indent="0" algn="ctr" rtl="0">
                <a:lnSpc>
                  <a:spcPct val="100000"/>
                </a:lnSpc>
                <a:spcBef>
                  <a:spcPts val="0"/>
                </a:spcBef>
                <a:spcAft>
                  <a:spcPts val="0"/>
                </a:spcAft>
                <a:buClr>
                  <a:srgbClr val="000000"/>
                </a:buClr>
                <a:buSzPts val="700"/>
                <a:buFont typeface="Arial"/>
                <a:buNone/>
              </a:pPr>
              <a:r>
                <a:rPr lang="en" sz="700" b="0" i="0" u="none" strike="noStrike" cap="none">
                  <a:solidFill>
                    <a:schemeClr val="lt1"/>
                  </a:solidFill>
                  <a:latin typeface="IBM Plex Sans Light"/>
                  <a:ea typeface="IBM Plex Sans Light"/>
                  <a:cs typeface="IBM Plex Sans Light"/>
                  <a:sym typeface="IBM Plex Sans Light"/>
                </a:rPr>
                <a:t>Build </a:t>
              </a:r>
              <a:br>
                <a:rPr lang="en" sz="700" b="0" i="0" u="none" strike="noStrike" cap="none">
                  <a:solidFill>
                    <a:schemeClr val="lt1"/>
                  </a:solidFill>
                  <a:latin typeface="IBM Plex Sans Light"/>
                  <a:ea typeface="IBM Plex Sans Light"/>
                  <a:cs typeface="IBM Plex Sans Light"/>
                  <a:sym typeface="IBM Plex Sans Light"/>
                </a:rPr>
              </a:br>
              <a:r>
                <a:rPr lang="en" sz="700" b="0" i="0" u="none" strike="noStrike" cap="none">
                  <a:solidFill>
                    <a:schemeClr val="lt1"/>
                  </a:solidFill>
                  <a:latin typeface="IBM Plex Sans Light"/>
                  <a:ea typeface="IBM Plex Sans Light"/>
                  <a:cs typeface="IBM Plex Sans Light"/>
                  <a:sym typeface="IBM Plex Sans Light"/>
                </a:rPr>
                <a:t>foundation &amp; Empowerment through Knowledge</a:t>
              </a:r>
              <a:endParaRPr sz="700" b="0" i="0" u="none" strike="noStrike" cap="none">
                <a:solidFill>
                  <a:schemeClr val="lt1"/>
                </a:solidFill>
                <a:latin typeface="IBM Plex Sans Light"/>
                <a:ea typeface="IBM Plex Sans Light"/>
                <a:cs typeface="IBM Plex Sans Light"/>
                <a:sym typeface="IBM Plex Sans Light"/>
              </a:endParaRPr>
            </a:p>
          </p:txBody>
        </p:sp>
      </p:grpSp>
      <p:pic>
        <p:nvPicPr>
          <p:cNvPr id="7243" name="Google Shape;7243;p521" descr="Glühlampe mit einfarbiger Füllung"/>
          <p:cNvPicPr preferRelativeResize="0"/>
          <p:nvPr/>
        </p:nvPicPr>
        <p:blipFill rotWithShape="1">
          <a:blip r:embed="rId3">
            <a:alphaModFix/>
          </a:blip>
          <a:srcRect/>
          <a:stretch/>
        </p:blipFill>
        <p:spPr>
          <a:xfrm>
            <a:off x="3051916" y="1959744"/>
            <a:ext cx="419311" cy="419311"/>
          </a:xfrm>
          <a:prstGeom prst="rect">
            <a:avLst/>
          </a:prstGeom>
          <a:noFill/>
          <a:ln>
            <a:noFill/>
          </a:ln>
        </p:spPr>
      </p:pic>
      <p:grpSp>
        <p:nvGrpSpPr>
          <p:cNvPr id="7244" name="Google Shape;7244;p521"/>
          <p:cNvGrpSpPr/>
          <p:nvPr/>
        </p:nvGrpSpPr>
        <p:grpSpPr>
          <a:xfrm>
            <a:off x="4590013" y="1785433"/>
            <a:ext cx="900562" cy="1811920"/>
            <a:chOff x="5395597" y="1265138"/>
            <a:chExt cx="1047653" cy="2070056"/>
          </a:xfrm>
        </p:grpSpPr>
        <p:grpSp>
          <p:nvGrpSpPr>
            <p:cNvPr id="7245" name="Google Shape;7245;p521"/>
            <p:cNvGrpSpPr/>
            <p:nvPr/>
          </p:nvGrpSpPr>
          <p:grpSpPr>
            <a:xfrm>
              <a:off x="5395597" y="1265138"/>
              <a:ext cx="1047653" cy="2070056"/>
              <a:chOff x="5889174" y="1224477"/>
              <a:chExt cx="1468535" cy="3061307"/>
            </a:xfrm>
          </p:grpSpPr>
          <p:sp>
            <p:nvSpPr>
              <p:cNvPr id="7246" name="Google Shape;7246;p521"/>
              <p:cNvSpPr/>
              <p:nvPr/>
            </p:nvSpPr>
            <p:spPr>
              <a:xfrm>
                <a:off x="5889174" y="1224477"/>
                <a:ext cx="1468535" cy="3061307"/>
              </a:xfrm>
              <a:custGeom>
                <a:avLst/>
                <a:gdLst/>
                <a:ahLst/>
                <a:cxnLst/>
                <a:rect l="l" t="t" r="r" b="b"/>
                <a:pathLst>
                  <a:path w="10669" h="22241" extrusionOk="0">
                    <a:moveTo>
                      <a:pt x="4560" y="22241"/>
                    </a:moveTo>
                    <a:cubicBezTo>
                      <a:pt x="2048" y="22241"/>
                      <a:pt x="0" y="20193"/>
                      <a:pt x="0" y="17693"/>
                    </a:cubicBezTo>
                    <a:lnTo>
                      <a:pt x="0" y="13026"/>
                    </a:lnTo>
                    <a:cubicBezTo>
                      <a:pt x="893" y="12847"/>
                      <a:pt x="1560" y="12061"/>
                      <a:pt x="1560" y="11121"/>
                    </a:cubicBezTo>
                    <a:cubicBezTo>
                      <a:pt x="1560" y="10180"/>
                      <a:pt x="893" y="9394"/>
                      <a:pt x="0" y="9216"/>
                    </a:cubicBezTo>
                    <a:lnTo>
                      <a:pt x="0" y="4548"/>
                    </a:lnTo>
                    <a:cubicBezTo>
                      <a:pt x="0" y="2048"/>
                      <a:pt x="2048" y="0"/>
                      <a:pt x="4560" y="0"/>
                    </a:cubicBezTo>
                    <a:cubicBezTo>
                      <a:pt x="7073" y="0"/>
                      <a:pt x="9109" y="2048"/>
                      <a:pt x="9109" y="4548"/>
                    </a:cubicBezTo>
                    <a:lnTo>
                      <a:pt x="9109" y="9966"/>
                    </a:lnTo>
                    <a:lnTo>
                      <a:pt x="9502" y="9966"/>
                    </a:lnTo>
                    <a:cubicBezTo>
                      <a:pt x="10145" y="9966"/>
                      <a:pt x="10668" y="10478"/>
                      <a:pt x="10668" y="11121"/>
                    </a:cubicBezTo>
                    <a:cubicBezTo>
                      <a:pt x="10668" y="11763"/>
                      <a:pt x="10145" y="12287"/>
                      <a:pt x="9502" y="12287"/>
                    </a:cubicBezTo>
                    <a:lnTo>
                      <a:pt x="9109" y="12287"/>
                    </a:lnTo>
                    <a:lnTo>
                      <a:pt x="9109" y="17693"/>
                    </a:lnTo>
                    <a:cubicBezTo>
                      <a:pt x="9109" y="20193"/>
                      <a:pt x="7073" y="22241"/>
                      <a:pt x="4560" y="22241"/>
                    </a:cubicBezTo>
                    <a:close/>
                  </a:path>
                </a:pathLst>
              </a:custGeom>
              <a:solidFill>
                <a:srgbClr val="FFC00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247" name="Google Shape;7247;p521"/>
              <p:cNvSpPr/>
              <p:nvPr/>
            </p:nvSpPr>
            <p:spPr>
              <a:xfrm>
                <a:off x="5999286" y="1337481"/>
                <a:ext cx="1012930" cy="1012911"/>
              </a:xfrm>
              <a:custGeom>
                <a:avLst/>
                <a:gdLst/>
                <a:ahLst/>
                <a:cxnLst/>
                <a:rect l="l" t="t" r="r" b="b"/>
                <a:pathLst>
                  <a:path w="7359" h="7359" extrusionOk="0">
                    <a:moveTo>
                      <a:pt x="7359" y="3680"/>
                    </a:moveTo>
                    <a:cubicBezTo>
                      <a:pt x="7359" y="5716"/>
                      <a:pt x="5716" y="7359"/>
                      <a:pt x="3680" y="7359"/>
                    </a:cubicBezTo>
                    <a:cubicBezTo>
                      <a:pt x="1656" y="7359"/>
                      <a:pt x="1" y="5716"/>
                      <a:pt x="1" y="3680"/>
                    </a:cubicBezTo>
                    <a:cubicBezTo>
                      <a:pt x="1" y="1656"/>
                      <a:pt x="1656" y="1"/>
                      <a:pt x="3680" y="1"/>
                    </a:cubicBezTo>
                    <a:cubicBezTo>
                      <a:pt x="5716" y="1"/>
                      <a:pt x="7359" y="1656"/>
                      <a:pt x="7359" y="3680"/>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248" name="Google Shape;7248;p521"/>
              <p:cNvSpPr txBox="1"/>
              <p:nvPr/>
            </p:nvSpPr>
            <p:spPr>
              <a:xfrm>
                <a:off x="5974654" y="2788298"/>
                <a:ext cx="1209000" cy="4296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100"/>
                  <a:buFont typeface="Arial"/>
                  <a:buNone/>
                </a:pPr>
                <a:r>
                  <a:rPr lang="en" sz="1100" b="1" i="0" u="none" strike="noStrike" cap="none">
                    <a:solidFill>
                      <a:schemeClr val="lt1"/>
                    </a:solidFill>
                    <a:latin typeface="IBM Plex Sans"/>
                    <a:ea typeface="IBM Plex Sans"/>
                    <a:cs typeface="IBM Plex Sans"/>
                    <a:sym typeface="IBM Plex Sans"/>
                  </a:rPr>
                  <a:t>Operate</a:t>
                </a:r>
                <a:endParaRPr sz="1400" b="1" i="0" u="none" strike="noStrike" cap="none">
                  <a:solidFill>
                    <a:schemeClr val="lt1"/>
                  </a:solidFill>
                  <a:latin typeface="IBM Plex Sans"/>
                  <a:ea typeface="IBM Plex Sans"/>
                  <a:cs typeface="IBM Plex Sans"/>
                  <a:sym typeface="IBM Plex Sans"/>
                </a:endParaRPr>
              </a:p>
            </p:txBody>
          </p:sp>
          <p:sp>
            <p:nvSpPr>
              <p:cNvPr id="7249" name="Google Shape;7249;p521"/>
              <p:cNvSpPr txBox="1"/>
              <p:nvPr/>
            </p:nvSpPr>
            <p:spPr>
              <a:xfrm>
                <a:off x="5902078" y="3034091"/>
                <a:ext cx="1209000" cy="1161000"/>
              </a:xfrm>
              <a:prstGeom prst="rect">
                <a:avLst/>
              </a:prstGeom>
              <a:noFill/>
              <a:ln>
                <a:noFill/>
              </a:ln>
            </p:spPr>
            <p:txBody>
              <a:bodyPr spcFirstLastPara="1" wrap="square" lIns="36000" tIns="91425" rIns="36000" bIns="91425" anchor="t" anchorCtr="0">
                <a:noAutofit/>
              </a:bodyPr>
              <a:lstStyle/>
              <a:p>
                <a:pPr marL="0" marR="0" lvl="0" indent="0" algn="ctr" rtl="0">
                  <a:lnSpc>
                    <a:spcPct val="100000"/>
                  </a:lnSpc>
                  <a:spcBef>
                    <a:spcPts val="0"/>
                  </a:spcBef>
                  <a:spcAft>
                    <a:spcPts val="0"/>
                  </a:spcAft>
                  <a:buClr>
                    <a:srgbClr val="000000"/>
                  </a:buClr>
                  <a:buSzPts val="700"/>
                  <a:buFont typeface="Arial"/>
                  <a:buNone/>
                </a:pPr>
                <a:r>
                  <a:rPr lang="en" sz="700" b="0" i="0" u="none" strike="noStrike" cap="none">
                    <a:solidFill>
                      <a:schemeClr val="lt1"/>
                    </a:solidFill>
                    <a:latin typeface="IBM Plex Sans"/>
                    <a:ea typeface="IBM Plex Sans"/>
                    <a:cs typeface="IBM Plex Sans"/>
                    <a:sym typeface="IBM Plex Sans"/>
                  </a:rPr>
                  <a:t>Ensure stability &amp; efficiency through Continuous Oversight</a:t>
                </a:r>
                <a:endParaRPr sz="700" b="0" i="0" u="none" strike="noStrike" cap="none">
                  <a:solidFill>
                    <a:schemeClr val="lt1"/>
                  </a:solidFill>
                  <a:latin typeface="IBM Plex Sans"/>
                  <a:ea typeface="IBM Plex Sans"/>
                  <a:cs typeface="IBM Plex Sans"/>
                  <a:sym typeface="IBM Plex Sans"/>
                </a:endParaRPr>
              </a:p>
            </p:txBody>
          </p:sp>
        </p:grpSp>
        <p:pic>
          <p:nvPicPr>
            <p:cNvPr id="7250" name="Google Shape;7250;p521" descr="Kopfhörer mit einfarbiger Füllung"/>
            <p:cNvPicPr preferRelativeResize="0"/>
            <p:nvPr/>
          </p:nvPicPr>
          <p:blipFill rotWithShape="1">
            <a:blip r:embed="rId4">
              <a:alphaModFix/>
            </a:blip>
            <a:srcRect/>
            <a:stretch/>
          </p:blipFill>
          <p:spPr>
            <a:xfrm>
              <a:off x="5584212" y="1383029"/>
              <a:ext cx="525600" cy="525600"/>
            </a:xfrm>
            <a:prstGeom prst="rect">
              <a:avLst/>
            </a:prstGeom>
            <a:noFill/>
            <a:ln>
              <a:noFill/>
            </a:ln>
          </p:spPr>
        </p:pic>
      </p:grpSp>
      <p:grpSp>
        <p:nvGrpSpPr>
          <p:cNvPr id="7251" name="Google Shape;7251;p521"/>
          <p:cNvGrpSpPr/>
          <p:nvPr/>
        </p:nvGrpSpPr>
        <p:grpSpPr>
          <a:xfrm>
            <a:off x="3739712" y="1789277"/>
            <a:ext cx="900505" cy="1811988"/>
            <a:chOff x="4516176" y="1224477"/>
            <a:chExt cx="1468535" cy="3061307"/>
          </a:xfrm>
        </p:grpSpPr>
        <p:sp>
          <p:nvSpPr>
            <p:cNvPr id="7252" name="Google Shape;7252;p521"/>
            <p:cNvSpPr/>
            <p:nvPr/>
          </p:nvSpPr>
          <p:spPr>
            <a:xfrm>
              <a:off x="4516176" y="1224477"/>
              <a:ext cx="1468535" cy="3061307"/>
            </a:xfrm>
            <a:custGeom>
              <a:avLst/>
              <a:gdLst/>
              <a:ahLst/>
              <a:cxnLst/>
              <a:rect l="l" t="t" r="r" b="b"/>
              <a:pathLst>
                <a:path w="10669" h="22241" extrusionOk="0">
                  <a:moveTo>
                    <a:pt x="4560" y="22241"/>
                  </a:moveTo>
                  <a:cubicBezTo>
                    <a:pt x="2048" y="22241"/>
                    <a:pt x="0" y="20193"/>
                    <a:pt x="0" y="17693"/>
                  </a:cubicBezTo>
                  <a:lnTo>
                    <a:pt x="0" y="13026"/>
                  </a:lnTo>
                  <a:cubicBezTo>
                    <a:pt x="893" y="12847"/>
                    <a:pt x="1560" y="12061"/>
                    <a:pt x="1560" y="11121"/>
                  </a:cubicBezTo>
                  <a:cubicBezTo>
                    <a:pt x="1560" y="10180"/>
                    <a:pt x="893" y="9394"/>
                    <a:pt x="0" y="9216"/>
                  </a:cubicBezTo>
                  <a:lnTo>
                    <a:pt x="0" y="4548"/>
                  </a:lnTo>
                  <a:cubicBezTo>
                    <a:pt x="0" y="2048"/>
                    <a:pt x="2048" y="0"/>
                    <a:pt x="4560" y="0"/>
                  </a:cubicBezTo>
                  <a:cubicBezTo>
                    <a:pt x="7073" y="0"/>
                    <a:pt x="9109" y="2048"/>
                    <a:pt x="9109" y="4548"/>
                  </a:cubicBezTo>
                  <a:lnTo>
                    <a:pt x="9109" y="9966"/>
                  </a:lnTo>
                  <a:lnTo>
                    <a:pt x="9502" y="9966"/>
                  </a:lnTo>
                  <a:cubicBezTo>
                    <a:pt x="10145" y="9966"/>
                    <a:pt x="10668" y="10478"/>
                    <a:pt x="10668" y="11121"/>
                  </a:cubicBezTo>
                  <a:cubicBezTo>
                    <a:pt x="10668" y="11763"/>
                    <a:pt x="10145" y="12287"/>
                    <a:pt x="9502" y="12287"/>
                  </a:cubicBezTo>
                  <a:lnTo>
                    <a:pt x="9109" y="12287"/>
                  </a:lnTo>
                  <a:lnTo>
                    <a:pt x="9109" y="17693"/>
                  </a:lnTo>
                  <a:cubicBezTo>
                    <a:pt x="9109" y="20193"/>
                    <a:pt x="7073" y="22241"/>
                    <a:pt x="4560" y="22241"/>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253" name="Google Shape;7253;p521"/>
            <p:cNvSpPr/>
            <p:nvPr/>
          </p:nvSpPr>
          <p:spPr>
            <a:xfrm>
              <a:off x="4639092" y="1352508"/>
              <a:ext cx="1011278" cy="1012911"/>
            </a:xfrm>
            <a:custGeom>
              <a:avLst/>
              <a:gdLst/>
              <a:ahLst/>
              <a:cxnLst/>
              <a:rect l="l" t="t" r="r" b="b"/>
              <a:pathLst>
                <a:path w="7347" h="7359" extrusionOk="0">
                  <a:moveTo>
                    <a:pt x="7347" y="3680"/>
                  </a:moveTo>
                  <a:cubicBezTo>
                    <a:pt x="7347" y="5716"/>
                    <a:pt x="5703" y="7359"/>
                    <a:pt x="3667" y="7359"/>
                  </a:cubicBezTo>
                  <a:cubicBezTo>
                    <a:pt x="1643" y="7359"/>
                    <a:pt x="0" y="5716"/>
                    <a:pt x="0" y="3680"/>
                  </a:cubicBezTo>
                  <a:cubicBezTo>
                    <a:pt x="0" y="1656"/>
                    <a:pt x="1643" y="1"/>
                    <a:pt x="3667" y="1"/>
                  </a:cubicBezTo>
                  <a:cubicBezTo>
                    <a:pt x="5703" y="1"/>
                    <a:pt x="7347" y="1656"/>
                    <a:pt x="7347" y="3680"/>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254" name="Google Shape;7254;p521"/>
            <p:cNvSpPr txBox="1"/>
            <p:nvPr/>
          </p:nvSpPr>
          <p:spPr>
            <a:xfrm>
              <a:off x="4540600" y="2795575"/>
              <a:ext cx="1209000" cy="4296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100"/>
                <a:buFont typeface="Arial"/>
                <a:buNone/>
              </a:pPr>
              <a:r>
                <a:rPr lang="en" sz="1100" b="1" i="0" u="none" strike="noStrike" cap="none">
                  <a:solidFill>
                    <a:schemeClr val="lt1"/>
                  </a:solidFill>
                  <a:latin typeface="IBM Plex Sans"/>
                  <a:ea typeface="IBM Plex Sans"/>
                  <a:cs typeface="IBM Plex Sans"/>
                  <a:sym typeface="IBM Plex Sans"/>
                </a:rPr>
                <a:t>Guide</a:t>
              </a:r>
              <a:endParaRPr sz="1400" b="1" i="0" u="none" strike="noStrike" cap="none">
                <a:solidFill>
                  <a:schemeClr val="lt1"/>
                </a:solidFill>
                <a:latin typeface="IBM Plex Sans"/>
                <a:ea typeface="IBM Plex Sans"/>
                <a:cs typeface="IBM Plex Sans"/>
                <a:sym typeface="IBM Plex Sans"/>
              </a:endParaRPr>
            </a:p>
          </p:txBody>
        </p:sp>
        <p:sp>
          <p:nvSpPr>
            <p:cNvPr id="7255" name="Google Shape;7255;p521"/>
            <p:cNvSpPr txBox="1"/>
            <p:nvPr/>
          </p:nvSpPr>
          <p:spPr>
            <a:xfrm>
              <a:off x="4540607" y="3027640"/>
              <a:ext cx="1209000" cy="1122600"/>
            </a:xfrm>
            <a:prstGeom prst="rect">
              <a:avLst/>
            </a:prstGeom>
            <a:noFill/>
            <a:ln>
              <a:noFill/>
            </a:ln>
          </p:spPr>
          <p:txBody>
            <a:bodyPr spcFirstLastPara="1" wrap="square" lIns="36000" tIns="91425" rIns="36000" bIns="91425" anchor="t" anchorCtr="0">
              <a:noAutofit/>
            </a:bodyPr>
            <a:lstStyle/>
            <a:p>
              <a:pPr marL="0" marR="0" lvl="0" indent="0" algn="ctr" rtl="0">
                <a:lnSpc>
                  <a:spcPct val="100000"/>
                </a:lnSpc>
                <a:spcBef>
                  <a:spcPts val="0"/>
                </a:spcBef>
                <a:spcAft>
                  <a:spcPts val="0"/>
                </a:spcAft>
                <a:buClr>
                  <a:srgbClr val="000000"/>
                </a:buClr>
                <a:buSzPts val="700"/>
                <a:buFont typeface="Arial"/>
                <a:buNone/>
              </a:pPr>
              <a:r>
                <a:rPr lang="en" sz="700" b="0" i="0" u="none" strike="noStrike" cap="none">
                  <a:solidFill>
                    <a:schemeClr val="lt1"/>
                  </a:solidFill>
                  <a:latin typeface="IBM Plex Sans"/>
                  <a:ea typeface="IBM Plex Sans"/>
                  <a:cs typeface="IBM Plex Sans"/>
                  <a:sym typeface="IBM Plex Sans"/>
                </a:rPr>
                <a:t>Accelerate through tailored expertise and navigation</a:t>
              </a:r>
              <a:endParaRPr sz="700" b="0" i="0" u="none" strike="noStrike" cap="none">
                <a:solidFill>
                  <a:schemeClr val="lt1"/>
                </a:solidFill>
                <a:latin typeface="IBM Plex Sans"/>
                <a:ea typeface="IBM Plex Sans"/>
                <a:cs typeface="IBM Plex Sans"/>
                <a:sym typeface="IBM Plex Sans"/>
              </a:endParaRPr>
            </a:p>
          </p:txBody>
        </p:sp>
      </p:grpSp>
      <p:sp>
        <p:nvSpPr>
          <p:cNvPr id="7256" name="Google Shape;7256;p521"/>
          <p:cNvSpPr/>
          <p:nvPr/>
        </p:nvSpPr>
        <p:spPr>
          <a:xfrm>
            <a:off x="1366897" y="1419651"/>
            <a:ext cx="4811700" cy="2665800"/>
          </a:xfrm>
          <a:prstGeom prst="roundRect">
            <a:avLst>
              <a:gd name="adj" fmla="val 16667"/>
            </a:avLst>
          </a:prstGeom>
          <a:noFill/>
          <a:ln w="215900" cap="flat" cmpd="sng">
            <a:solidFill>
              <a:srgbClr val="E3E3E3"/>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7257" name="Google Shape;7257;p521"/>
          <p:cNvSpPr/>
          <p:nvPr/>
        </p:nvSpPr>
        <p:spPr>
          <a:xfrm>
            <a:off x="2561342" y="3816073"/>
            <a:ext cx="2675400" cy="538800"/>
          </a:xfrm>
          <a:prstGeom prst="roundRect">
            <a:avLst>
              <a:gd name="adj" fmla="val 16667"/>
            </a:avLst>
          </a:prstGeom>
          <a:solidFill>
            <a:srgbClr val="E3E3E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 sz="1200" b="1" i="0" u="none" strike="noStrike" cap="none">
                <a:solidFill>
                  <a:srgbClr val="B7B8B9"/>
                </a:solidFill>
                <a:latin typeface="IBM Plex Sans"/>
                <a:ea typeface="IBM Plex Sans"/>
                <a:cs typeface="IBM Plex Sans"/>
                <a:sym typeface="IBM Plex Sans"/>
              </a:rPr>
              <a:t>Company-wide Scope</a:t>
            </a:r>
            <a:endParaRPr sz="1200" b="1" i="0" u="none" strike="noStrike" cap="none">
              <a:solidFill>
                <a:srgbClr val="B7B8B9"/>
              </a:solidFill>
              <a:latin typeface="IBM Plex Sans"/>
              <a:ea typeface="IBM Plex Sans"/>
              <a:cs typeface="IBM Plex Sans"/>
              <a:sym typeface="IBM Plex Sans"/>
            </a:endParaRPr>
          </a:p>
        </p:txBody>
      </p:sp>
      <p:grpSp>
        <p:nvGrpSpPr>
          <p:cNvPr id="7258" name="Google Shape;7258;p521"/>
          <p:cNvGrpSpPr/>
          <p:nvPr/>
        </p:nvGrpSpPr>
        <p:grpSpPr>
          <a:xfrm>
            <a:off x="5797429" y="1786073"/>
            <a:ext cx="900505" cy="1811988"/>
            <a:chOff x="7130408" y="1941222"/>
            <a:chExt cx="900505" cy="1811988"/>
          </a:xfrm>
        </p:grpSpPr>
        <p:grpSp>
          <p:nvGrpSpPr>
            <p:cNvPr id="7259" name="Google Shape;7259;p521"/>
            <p:cNvGrpSpPr/>
            <p:nvPr/>
          </p:nvGrpSpPr>
          <p:grpSpPr>
            <a:xfrm>
              <a:off x="7130408" y="1941222"/>
              <a:ext cx="900505" cy="1811988"/>
              <a:chOff x="5889174" y="1224477"/>
              <a:chExt cx="1468535" cy="3061307"/>
            </a:xfrm>
          </p:grpSpPr>
          <p:sp>
            <p:nvSpPr>
              <p:cNvPr id="7260" name="Google Shape;7260;p521"/>
              <p:cNvSpPr/>
              <p:nvPr/>
            </p:nvSpPr>
            <p:spPr>
              <a:xfrm>
                <a:off x="5889174" y="1224477"/>
                <a:ext cx="1468535" cy="3061307"/>
              </a:xfrm>
              <a:custGeom>
                <a:avLst/>
                <a:gdLst/>
                <a:ahLst/>
                <a:cxnLst/>
                <a:rect l="l" t="t" r="r" b="b"/>
                <a:pathLst>
                  <a:path w="10669" h="22241" extrusionOk="0">
                    <a:moveTo>
                      <a:pt x="4560" y="22241"/>
                    </a:moveTo>
                    <a:cubicBezTo>
                      <a:pt x="2048" y="22241"/>
                      <a:pt x="0" y="20193"/>
                      <a:pt x="0" y="17693"/>
                    </a:cubicBezTo>
                    <a:lnTo>
                      <a:pt x="0" y="13026"/>
                    </a:lnTo>
                    <a:cubicBezTo>
                      <a:pt x="893" y="12847"/>
                      <a:pt x="1560" y="12061"/>
                      <a:pt x="1560" y="11121"/>
                    </a:cubicBezTo>
                    <a:cubicBezTo>
                      <a:pt x="1560" y="10180"/>
                      <a:pt x="893" y="9394"/>
                      <a:pt x="0" y="9216"/>
                    </a:cubicBezTo>
                    <a:lnTo>
                      <a:pt x="0" y="4548"/>
                    </a:lnTo>
                    <a:cubicBezTo>
                      <a:pt x="0" y="2048"/>
                      <a:pt x="2048" y="0"/>
                      <a:pt x="4560" y="0"/>
                    </a:cubicBezTo>
                    <a:cubicBezTo>
                      <a:pt x="7073" y="0"/>
                      <a:pt x="9109" y="2048"/>
                      <a:pt x="9109" y="4548"/>
                    </a:cubicBezTo>
                    <a:lnTo>
                      <a:pt x="9109" y="9966"/>
                    </a:lnTo>
                    <a:lnTo>
                      <a:pt x="9502" y="9966"/>
                    </a:lnTo>
                    <a:cubicBezTo>
                      <a:pt x="10145" y="9966"/>
                      <a:pt x="10668" y="10478"/>
                      <a:pt x="10668" y="11121"/>
                    </a:cubicBezTo>
                    <a:cubicBezTo>
                      <a:pt x="10668" y="11763"/>
                      <a:pt x="10145" y="12287"/>
                      <a:pt x="9502" y="12287"/>
                    </a:cubicBezTo>
                    <a:lnTo>
                      <a:pt x="9109" y="12287"/>
                    </a:lnTo>
                    <a:lnTo>
                      <a:pt x="9109" y="17693"/>
                    </a:lnTo>
                    <a:cubicBezTo>
                      <a:pt x="9109" y="20193"/>
                      <a:pt x="7073" y="22241"/>
                      <a:pt x="4560" y="22241"/>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261" name="Google Shape;7261;p521"/>
              <p:cNvSpPr/>
              <p:nvPr/>
            </p:nvSpPr>
            <p:spPr>
              <a:xfrm>
                <a:off x="5999285" y="1337482"/>
                <a:ext cx="1012930" cy="1012911"/>
              </a:xfrm>
              <a:custGeom>
                <a:avLst/>
                <a:gdLst/>
                <a:ahLst/>
                <a:cxnLst/>
                <a:rect l="l" t="t" r="r" b="b"/>
                <a:pathLst>
                  <a:path w="7359" h="7359" extrusionOk="0">
                    <a:moveTo>
                      <a:pt x="7359" y="3680"/>
                    </a:moveTo>
                    <a:cubicBezTo>
                      <a:pt x="7359" y="5716"/>
                      <a:pt x="5716" y="7359"/>
                      <a:pt x="3680" y="7359"/>
                    </a:cubicBezTo>
                    <a:cubicBezTo>
                      <a:pt x="1656" y="7359"/>
                      <a:pt x="1" y="5716"/>
                      <a:pt x="1" y="3680"/>
                    </a:cubicBezTo>
                    <a:cubicBezTo>
                      <a:pt x="1" y="1656"/>
                      <a:pt x="1656" y="1"/>
                      <a:pt x="3680" y="1"/>
                    </a:cubicBezTo>
                    <a:cubicBezTo>
                      <a:pt x="5716" y="1"/>
                      <a:pt x="7359" y="1656"/>
                      <a:pt x="7359" y="3680"/>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262" name="Google Shape;7262;p521"/>
              <p:cNvSpPr txBox="1"/>
              <p:nvPr/>
            </p:nvSpPr>
            <p:spPr>
              <a:xfrm>
                <a:off x="5974654" y="2788298"/>
                <a:ext cx="1209000" cy="4296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100"/>
                  <a:buFont typeface="Arial"/>
                  <a:buNone/>
                </a:pPr>
                <a:r>
                  <a:rPr lang="en" sz="1100" b="1" i="0" u="none" strike="noStrike" cap="none">
                    <a:solidFill>
                      <a:schemeClr val="lt1"/>
                    </a:solidFill>
                    <a:latin typeface="IBM Plex Sans"/>
                    <a:ea typeface="IBM Plex Sans"/>
                    <a:cs typeface="IBM Plex Sans"/>
                    <a:sym typeface="IBM Plex Sans"/>
                  </a:rPr>
                  <a:t>Scale</a:t>
                </a:r>
                <a:endParaRPr sz="1400" b="1" i="0" u="none" strike="noStrike" cap="none">
                  <a:solidFill>
                    <a:schemeClr val="lt1"/>
                  </a:solidFill>
                  <a:latin typeface="IBM Plex Sans"/>
                  <a:ea typeface="IBM Plex Sans"/>
                  <a:cs typeface="IBM Plex Sans"/>
                  <a:sym typeface="IBM Plex Sans"/>
                </a:endParaRPr>
              </a:p>
            </p:txBody>
          </p:sp>
          <p:sp>
            <p:nvSpPr>
              <p:cNvPr id="7263" name="Google Shape;7263;p521"/>
              <p:cNvSpPr txBox="1"/>
              <p:nvPr/>
            </p:nvSpPr>
            <p:spPr>
              <a:xfrm>
                <a:off x="5902078" y="3033053"/>
                <a:ext cx="1209000" cy="1055100"/>
              </a:xfrm>
              <a:prstGeom prst="rect">
                <a:avLst/>
              </a:prstGeom>
              <a:noFill/>
              <a:ln>
                <a:noFill/>
              </a:ln>
            </p:spPr>
            <p:txBody>
              <a:bodyPr spcFirstLastPara="1" wrap="square" lIns="36000" tIns="91425" rIns="36000" bIns="91425" anchor="t" anchorCtr="0">
                <a:noAutofit/>
              </a:bodyPr>
              <a:lstStyle/>
              <a:p>
                <a:pPr marL="0" marR="0" lvl="0" indent="0" algn="ctr" rtl="0">
                  <a:lnSpc>
                    <a:spcPct val="100000"/>
                  </a:lnSpc>
                  <a:spcBef>
                    <a:spcPts val="0"/>
                  </a:spcBef>
                  <a:spcAft>
                    <a:spcPts val="0"/>
                  </a:spcAft>
                  <a:buClr>
                    <a:srgbClr val="000000"/>
                  </a:buClr>
                  <a:buSzPts val="700"/>
                  <a:buFont typeface="Arial"/>
                  <a:buNone/>
                </a:pPr>
                <a:r>
                  <a:rPr lang="en" sz="700" b="0" i="0" u="none" strike="noStrike" cap="none">
                    <a:solidFill>
                      <a:schemeClr val="lt1"/>
                    </a:solidFill>
                    <a:latin typeface="IBM Plex Sans"/>
                    <a:ea typeface="IBM Plex Sans"/>
                    <a:cs typeface="IBM Plex Sans"/>
                    <a:sym typeface="IBM Plex Sans"/>
                  </a:rPr>
                  <a:t>Adopt &amp; grow through Methodological Excellence</a:t>
                </a:r>
                <a:endParaRPr/>
              </a:p>
            </p:txBody>
          </p:sp>
        </p:grpSp>
        <p:pic>
          <p:nvPicPr>
            <p:cNvPr id="7264" name="Google Shape;7264;p521" descr="Balkendiagramm mit Aufwärtstrend mit einfarbiger Füllung"/>
            <p:cNvPicPr preferRelativeResize="0"/>
            <p:nvPr/>
          </p:nvPicPr>
          <p:blipFill rotWithShape="1">
            <a:blip r:embed="rId5">
              <a:alphaModFix/>
            </a:blip>
            <a:srcRect/>
            <a:stretch/>
          </p:blipFill>
          <p:spPr>
            <a:xfrm>
              <a:off x="7307224" y="2100644"/>
              <a:ext cx="385721" cy="385721"/>
            </a:xfrm>
            <a:prstGeom prst="rect">
              <a:avLst/>
            </a:prstGeom>
            <a:noFill/>
            <a:ln>
              <a:noFill/>
            </a:ln>
          </p:spPr>
        </p:pic>
      </p:grpSp>
      <p:pic>
        <p:nvPicPr>
          <p:cNvPr id="7265" name="Google Shape;7265;p521" descr="Raute mit einfarbiger Füllung"/>
          <p:cNvPicPr preferRelativeResize="0"/>
          <p:nvPr/>
        </p:nvPicPr>
        <p:blipFill rotWithShape="1">
          <a:blip r:embed="rId6">
            <a:alphaModFix/>
          </a:blip>
          <a:srcRect/>
          <a:stretch/>
        </p:blipFill>
        <p:spPr>
          <a:xfrm>
            <a:off x="7499165" y="2451796"/>
            <a:ext cx="723998" cy="723998"/>
          </a:xfrm>
          <a:prstGeom prst="rect">
            <a:avLst/>
          </a:prstGeom>
          <a:noFill/>
          <a:ln>
            <a:noFill/>
          </a:ln>
        </p:spPr>
      </p:pic>
      <p:sp>
        <p:nvSpPr>
          <p:cNvPr id="7266" name="Google Shape;7266;p521"/>
          <p:cNvSpPr txBox="1"/>
          <p:nvPr/>
        </p:nvSpPr>
        <p:spPr>
          <a:xfrm>
            <a:off x="7486060" y="2184457"/>
            <a:ext cx="724800" cy="4002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 sz="1000" b="1" i="0" u="none" strike="noStrike" cap="none">
                <a:solidFill>
                  <a:srgbClr val="007E89"/>
                </a:solidFill>
                <a:latin typeface="IBM Plex Sans"/>
                <a:ea typeface="IBM Plex Sans"/>
                <a:cs typeface="IBM Plex Sans"/>
                <a:sym typeface="IBM Plex Sans"/>
              </a:rPr>
              <a:t>Business</a:t>
            </a:r>
            <a:endParaRPr/>
          </a:p>
          <a:p>
            <a:pPr marL="0" marR="0" lvl="0" indent="0" algn="ctr" rtl="0">
              <a:lnSpc>
                <a:spcPct val="100000"/>
              </a:lnSpc>
              <a:spcBef>
                <a:spcPts val="0"/>
              </a:spcBef>
              <a:spcAft>
                <a:spcPts val="0"/>
              </a:spcAft>
              <a:buNone/>
            </a:pPr>
            <a:r>
              <a:rPr lang="en" sz="1000" b="1" i="0" u="none" strike="noStrike" cap="none">
                <a:solidFill>
                  <a:srgbClr val="007E89"/>
                </a:solidFill>
                <a:latin typeface="IBM Plex Sans"/>
                <a:ea typeface="IBM Plex Sans"/>
                <a:cs typeface="IBM Plex Sans"/>
                <a:sym typeface="IBM Plex Sans"/>
              </a:rPr>
              <a:t>Value</a:t>
            </a:r>
            <a:endParaRPr sz="1000" b="1" i="0" u="none" strike="noStrike" cap="none">
              <a:solidFill>
                <a:srgbClr val="007E89"/>
              </a:solidFill>
              <a:latin typeface="IBM Plex Sans"/>
              <a:ea typeface="IBM Plex Sans"/>
              <a:cs typeface="IBM Plex Sans"/>
              <a:sym typeface="IBM Plex Sans"/>
            </a:endParaRPr>
          </a:p>
        </p:txBody>
      </p:sp>
      <p:pic>
        <p:nvPicPr>
          <p:cNvPr id="7267" name="Google Shape;7267;p521" descr="Schneller Vorlauf mit einfarbiger Füllung"/>
          <p:cNvPicPr preferRelativeResize="0"/>
          <p:nvPr/>
        </p:nvPicPr>
        <p:blipFill rotWithShape="1">
          <a:blip r:embed="rId7">
            <a:alphaModFix/>
          </a:blip>
          <a:srcRect/>
          <a:stretch/>
        </p:blipFill>
        <p:spPr>
          <a:xfrm>
            <a:off x="3956530" y="1981061"/>
            <a:ext cx="360000" cy="360000"/>
          </a:xfrm>
          <a:prstGeom prst="rect">
            <a:avLst/>
          </a:prstGeom>
          <a:noFill/>
          <a:ln>
            <a:noFill/>
          </a:ln>
        </p:spPr>
      </p:pic>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Shape 7271"/>
        <p:cNvGrpSpPr/>
        <p:nvPr/>
      </p:nvGrpSpPr>
      <p:grpSpPr>
        <a:xfrm>
          <a:off x="0" y="0"/>
          <a:ext cx="0" cy="0"/>
          <a:chOff x="0" y="0"/>
          <a:chExt cx="0" cy="0"/>
        </a:xfrm>
      </p:grpSpPr>
      <p:sp>
        <p:nvSpPr>
          <p:cNvPr id="7272" name="Google Shape;7272;p522"/>
          <p:cNvSpPr/>
          <p:nvPr/>
        </p:nvSpPr>
        <p:spPr>
          <a:xfrm>
            <a:off x="488252" y="1146677"/>
            <a:ext cx="6867000" cy="3366000"/>
          </a:xfrm>
          <a:prstGeom prst="rect">
            <a:avLst/>
          </a:prstGeom>
          <a:solidFill>
            <a:srgbClr val="F9F9F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7273" name="Google Shape;7273;p522"/>
          <p:cNvSpPr/>
          <p:nvPr/>
        </p:nvSpPr>
        <p:spPr>
          <a:xfrm>
            <a:off x="880641" y="1834660"/>
            <a:ext cx="6934500" cy="2046300"/>
          </a:xfrm>
          <a:prstGeom prst="chevron">
            <a:avLst>
              <a:gd name="adj" fmla="val 50000"/>
            </a:avLst>
          </a:prstGeom>
          <a:solidFill>
            <a:srgbClr val="F1F1F1"/>
          </a:solidFill>
          <a:ln w="9525" cap="flat" cmpd="sng">
            <a:solidFill>
              <a:srgbClr val="E7E7E7"/>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7274" name="Google Shape;7274;p522"/>
          <p:cNvSpPr/>
          <p:nvPr/>
        </p:nvSpPr>
        <p:spPr>
          <a:xfrm>
            <a:off x="826457" y="1895623"/>
            <a:ext cx="6934500" cy="2046300"/>
          </a:xfrm>
          <a:prstGeom prst="chevron">
            <a:avLst>
              <a:gd name="adj" fmla="val 50000"/>
            </a:avLst>
          </a:prstGeom>
          <a:solidFill>
            <a:srgbClr val="F1F1F1"/>
          </a:solidFill>
          <a:ln w="9525" cap="flat" cmpd="sng">
            <a:solidFill>
              <a:srgbClr val="E7E7E7"/>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7275" name="Google Shape;7275;p522"/>
          <p:cNvSpPr/>
          <p:nvPr/>
        </p:nvSpPr>
        <p:spPr>
          <a:xfrm>
            <a:off x="777093" y="1953195"/>
            <a:ext cx="6934500" cy="2046300"/>
          </a:xfrm>
          <a:prstGeom prst="chevron">
            <a:avLst>
              <a:gd name="adj" fmla="val 50000"/>
            </a:avLst>
          </a:prstGeom>
          <a:solidFill>
            <a:srgbClr val="F1F1F1"/>
          </a:solidFill>
          <a:ln w="9525" cap="flat" cmpd="sng">
            <a:solidFill>
              <a:srgbClr val="E7E7E7"/>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7276" name="Google Shape;7276;p522"/>
          <p:cNvSpPr/>
          <p:nvPr/>
        </p:nvSpPr>
        <p:spPr>
          <a:xfrm>
            <a:off x="2979538" y="2072281"/>
            <a:ext cx="3780900" cy="259200"/>
          </a:xfrm>
          <a:prstGeom prst="roundRect">
            <a:avLst>
              <a:gd name="adj" fmla="val 16667"/>
            </a:avLst>
          </a:prstGeom>
          <a:noFill/>
          <a:ln w="12700" cap="flat" cmpd="sng">
            <a:solidFill>
              <a:schemeClr val="accent6"/>
            </a:solidFill>
            <a:prstDash val="dash"/>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cxnSp>
        <p:nvCxnSpPr>
          <p:cNvPr id="7277" name="Google Shape;7277;p522"/>
          <p:cNvCxnSpPr/>
          <p:nvPr/>
        </p:nvCxnSpPr>
        <p:spPr>
          <a:xfrm rot="10800000">
            <a:off x="5701614" y="1983820"/>
            <a:ext cx="0" cy="1624800"/>
          </a:xfrm>
          <a:prstGeom prst="straightConnector1">
            <a:avLst/>
          </a:prstGeom>
          <a:noFill/>
          <a:ln w="9525" cap="flat" cmpd="sng">
            <a:solidFill>
              <a:schemeClr val="accent5"/>
            </a:solidFill>
            <a:prstDash val="dash"/>
            <a:round/>
            <a:headEnd type="none" w="sm" len="sm"/>
            <a:tailEnd type="none" w="sm" len="sm"/>
          </a:ln>
        </p:spPr>
      </p:cxnSp>
      <p:cxnSp>
        <p:nvCxnSpPr>
          <p:cNvPr id="7278" name="Google Shape;7278;p522"/>
          <p:cNvCxnSpPr>
            <a:stCxn id="7279" idx="0"/>
          </p:cNvCxnSpPr>
          <p:nvPr/>
        </p:nvCxnSpPr>
        <p:spPr>
          <a:xfrm rot="10800000">
            <a:off x="1774879" y="1969195"/>
            <a:ext cx="0" cy="1613400"/>
          </a:xfrm>
          <a:prstGeom prst="straightConnector1">
            <a:avLst/>
          </a:prstGeom>
          <a:noFill/>
          <a:ln w="9525" cap="flat" cmpd="sng">
            <a:solidFill>
              <a:schemeClr val="accent5"/>
            </a:solidFill>
            <a:prstDash val="dash"/>
            <a:round/>
            <a:headEnd type="none" w="sm" len="sm"/>
            <a:tailEnd type="none" w="sm" len="sm"/>
          </a:ln>
        </p:spPr>
      </p:cxnSp>
      <p:cxnSp>
        <p:nvCxnSpPr>
          <p:cNvPr id="7280" name="Google Shape;7280;p522"/>
          <p:cNvCxnSpPr>
            <a:stCxn id="7281" idx="0"/>
          </p:cNvCxnSpPr>
          <p:nvPr/>
        </p:nvCxnSpPr>
        <p:spPr>
          <a:xfrm rot="10800000">
            <a:off x="2501621" y="1959219"/>
            <a:ext cx="0" cy="1621500"/>
          </a:xfrm>
          <a:prstGeom prst="straightConnector1">
            <a:avLst/>
          </a:prstGeom>
          <a:noFill/>
          <a:ln w="9525" cap="flat" cmpd="sng">
            <a:solidFill>
              <a:schemeClr val="accent5"/>
            </a:solidFill>
            <a:prstDash val="dash"/>
            <a:round/>
            <a:headEnd type="none" w="sm" len="sm"/>
            <a:tailEnd type="none" w="sm" len="sm"/>
          </a:ln>
        </p:spPr>
      </p:cxnSp>
      <p:sp>
        <p:nvSpPr>
          <p:cNvPr id="7282" name="Google Shape;7282;p522"/>
          <p:cNvSpPr txBox="1">
            <a:spLocks noGrp="1"/>
          </p:cNvSpPr>
          <p:nvPr>
            <p:ph type="title"/>
          </p:nvPr>
        </p:nvSpPr>
        <p:spPr>
          <a:xfrm>
            <a:off x="457200" y="107554"/>
            <a:ext cx="8229600" cy="903300"/>
          </a:xfrm>
          <a:prstGeom prst="rect">
            <a:avLst/>
          </a:prstGeom>
          <a:noFill/>
          <a:ln>
            <a:noFill/>
          </a:ln>
        </p:spPr>
        <p:txBody>
          <a:bodyPr spcFirstLastPara="1" wrap="square" lIns="0" tIns="0" rIns="0" bIns="0" anchor="t" anchorCtr="0">
            <a:normAutofit/>
          </a:bodyPr>
          <a:lstStyle/>
          <a:p>
            <a:pPr marL="0" lvl="0" indent="0" algn="l" rtl="0">
              <a:lnSpc>
                <a:spcPct val="100000"/>
              </a:lnSpc>
              <a:spcBef>
                <a:spcPts val="0"/>
              </a:spcBef>
              <a:spcAft>
                <a:spcPts val="0"/>
              </a:spcAft>
              <a:buSzPts val="3400"/>
              <a:buNone/>
            </a:pPr>
            <a:r>
              <a:rPr lang="en"/>
              <a:t>Consulting Services in Detail</a:t>
            </a:r>
            <a:endParaRPr/>
          </a:p>
        </p:txBody>
      </p:sp>
      <p:sp>
        <p:nvSpPr>
          <p:cNvPr id="7283" name="Google Shape;7283;p522"/>
          <p:cNvSpPr/>
          <p:nvPr/>
        </p:nvSpPr>
        <p:spPr>
          <a:xfrm>
            <a:off x="1271449" y="3615604"/>
            <a:ext cx="5354700" cy="63900"/>
          </a:xfrm>
          <a:prstGeom prst="homePlate">
            <a:avLst>
              <a:gd name="adj" fmla="val 50000"/>
            </a:avLst>
          </a:prstGeom>
          <a:gradFill>
            <a:gsLst>
              <a:gs pos="0">
                <a:srgbClr val="F7F7F7"/>
              </a:gs>
              <a:gs pos="31000">
                <a:schemeClr val="accent5"/>
              </a:gs>
              <a:gs pos="100000">
                <a:schemeClr val="accent4"/>
              </a:gs>
            </a:gsLst>
            <a:lin ang="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7284" name="Google Shape;7284;p522"/>
          <p:cNvSpPr txBox="1"/>
          <p:nvPr/>
        </p:nvSpPr>
        <p:spPr>
          <a:xfrm>
            <a:off x="1387790" y="3750547"/>
            <a:ext cx="752100" cy="230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900"/>
              <a:buFont typeface="Arial"/>
              <a:buNone/>
            </a:pPr>
            <a:r>
              <a:rPr lang="en" sz="900" b="0" i="0" u="none" strike="noStrike" cap="none">
                <a:solidFill>
                  <a:schemeClr val="accent4"/>
                </a:solidFill>
                <a:latin typeface="IBM Plex Sans SemiBold"/>
                <a:ea typeface="IBM Plex Sans SemiBold"/>
                <a:cs typeface="IBM Plex Sans SemiBold"/>
                <a:sym typeface="IBM Plex Sans SemiBold"/>
              </a:rPr>
              <a:t>Evaluation</a:t>
            </a:r>
            <a:endParaRPr sz="900" b="0" i="0" u="none" strike="noStrike" cap="none">
              <a:solidFill>
                <a:schemeClr val="accent4"/>
              </a:solidFill>
              <a:latin typeface="IBM Plex Sans SemiBold"/>
              <a:ea typeface="IBM Plex Sans SemiBold"/>
              <a:cs typeface="IBM Plex Sans SemiBold"/>
              <a:sym typeface="IBM Plex Sans SemiBold"/>
            </a:endParaRPr>
          </a:p>
        </p:txBody>
      </p:sp>
      <p:sp>
        <p:nvSpPr>
          <p:cNvPr id="7281" name="Google Shape;7281;p522"/>
          <p:cNvSpPr/>
          <p:nvPr/>
        </p:nvSpPr>
        <p:spPr>
          <a:xfrm>
            <a:off x="2432171" y="3580719"/>
            <a:ext cx="138900" cy="138900"/>
          </a:xfrm>
          <a:prstGeom prst="diamond">
            <a:avLst/>
          </a:prstGeom>
          <a:solidFill>
            <a:schemeClr val="dk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7285" name="Google Shape;7285;p522"/>
          <p:cNvSpPr txBox="1"/>
          <p:nvPr/>
        </p:nvSpPr>
        <p:spPr>
          <a:xfrm>
            <a:off x="2188328" y="3750877"/>
            <a:ext cx="627000" cy="230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900"/>
              <a:buFont typeface="Arial"/>
              <a:buNone/>
            </a:pPr>
            <a:r>
              <a:rPr lang="en" sz="900" b="0" i="0" u="none" strike="noStrike" cap="none">
                <a:solidFill>
                  <a:schemeClr val="accent4"/>
                </a:solidFill>
                <a:latin typeface="IBM Plex Sans SemiBold"/>
                <a:ea typeface="IBM Plex Sans SemiBold"/>
                <a:cs typeface="IBM Plex Sans SemiBold"/>
                <a:sym typeface="IBM Plex Sans SemiBold"/>
              </a:rPr>
              <a:t>Kick-Off</a:t>
            </a:r>
            <a:endParaRPr sz="900" b="0" i="0" u="none" strike="noStrike" cap="none">
              <a:solidFill>
                <a:schemeClr val="accent4"/>
              </a:solidFill>
              <a:latin typeface="IBM Plex Sans SemiBold"/>
              <a:ea typeface="IBM Plex Sans SemiBold"/>
              <a:cs typeface="IBM Plex Sans SemiBold"/>
              <a:sym typeface="IBM Plex Sans SemiBold"/>
            </a:endParaRPr>
          </a:p>
        </p:txBody>
      </p:sp>
      <p:sp>
        <p:nvSpPr>
          <p:cNvPr id="7279" name="Google Shape;7279;p522"/>
          <p:cNvSpPr/>
          <p:nvPr/>
        </p:nvSpPr>
        <p:spPr>
          <a:xfrm>
            <a:off x="1705429" y="3582595"/>
            <a:ext cx="138900" cy="138900"/>
          </a:xfrm>
          <a:prstGeom prst="diamond">
            <a:avLst/>
          </a:prstGeom>
          <a:solidFill>
            <a:schemeClr val="dk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7286" name="Google Shape;7286;p522"/>
          <p:cNvSpPr/>
          <p:nvPr/>
        </p:nvSpPr>
        <p:spPr>
          <a:xfrm>
            <a:off x="5629509" y="3582595"/>
            <a:ext cx="138900" cy="138900"/>
          </a:xfrm>
          <a:prstGeom prst="diamond">
            <a:avLst/>
          </a:prstGeom>
          <a:solidFill>
            <a:schemeClr val="dk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7287" name="Google Shape;7287;p522"/>
          <p:cNvSpPr txBox="1"/>
          <p:nvPr/>
        </p:nvSpPr>
        <p:spPr>
          <a:xfrm>
            <a:off x="5571993" y="3750877"/>
            <a:ext cx="577500" cy="230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900"/>
              <a:buFont typeface="Arial"/>
              <a:buNone/>
            </a:pPr>
            <a:r>
              <a:rPr lang="en" sz="900" b="0" i="0" u="none" strike="noStrike" cap="none">
                <a:solidFill>
                  <a:schemeClr val="accent4"/>
                </a:solidFill>
                <a:latin typeface="IBM Plex Sans SemiBold"/>
                <a:ea typeface="IBM Plex Sans SemiBold"/>
                <a:cs typeface="IBM Plex Sans SemiBold"/>
                <a:sym typeface="IBM Plex Sans SemiBold"/>
              </a:rPr>
              <a:t>Go Live</a:t>
            </a:r>
            <a:endParaRPr sz="900" b="0" i="0" u="none" strike="noStrike" cap="none">
              <a:solidFill>
                <a:schemeClr val="accent4"/>
              </a:solidFill>
              <a:latin typeface="IBM Plex Sans SemiBold"/>
              <a:ea typeface="IBM Plex Sans SemiBold"/>
              <a:cs typeface="IBM Plex Sans SemiBold"/>
              <a:sym typeface="IBM Plex Sans SemiBold"/>
            </a:endParaRPr>
          </a:p>
        </p:txBody>
      </p:sp>
      <p:sp>
        <p:nvSpPr>
          <p:cNvPr id="7288" name="Google Shape;7288;p522"/>
          <p:cNvSpPr/>
          <p:nvPr/>
        </p:nvSpPr>
        <p:spPr>
          <a:xfrm>
            <a:off x="1818725" y="3188711"/>
            <a:ext cx="5046600" cy="288000"/>
          </a:xfrm>
          <a:prstGeom prst="roundRect">
            <a:avLst>
              <a:gd name="adj" fmla="val 16667"/>
            </a:avLst>
          </a:prstGeom>
          <a:solidFill>
            <a:schemeClr val="accent5"/>
          </a:solidFill>
          <a:ln>
            <a:noFill/>
          </a:ln>
        </p:spPr>
        <p:txBody>
          <a:bodyPr spcFirstLastPara="1" wrap="square" lIns="360000" tIns="45700" rIns="360000" bIns="45700" anchor="ctr" anchorCtr="0">
            <a:noAutofit/>
          </a:bodyPr>
          <a:lstStyle/>
          <a:p>
            <a:pPr marL="0" marR="0" lvl="0" indent="0" algn="ctr" rtl="0">
              <a:lnSpc>
                <a:spcPct val="100000"/>
              </a:lnSpc>
              <a:spcBef>
                <a:spcPts val="0"/>
              </a:spcBef>
              <a:spcAft>
                <a:spcPts val="0"/>
              </a:spcAft>
              <a:buClr>
                <a:srgbClr val="000000"/>
              </a:buClr>
              <a:buSzPts val="800"/>
              <a:buFont typeface="Arial"/>
              <a:buNone/>
            </a:pPr>
            <a:r>
              <a:rPr lang="en" sz="800" b="0" i="0" u="none" strike="noStrike" cap="none">
                <a:solidFill>
                  <a:schemeClr val="lt1"/>
                </a:solidFill>
                <a:latin typeface="IBM Plex Sans SemiBold"/>
                <a:ea typeface="IBM Plex Sans SemiBold"/>
                <a:cs typeface="IBM Plex Sans SemiBold"/>
                <a:sym typeface="IBM Plex Sans SemiBold"/>
              </a:rPr>
              <a:t>Camunda Partner Services</a:t>
            </a:r>
            <a:endParaRPr sz="800" b="0" i="0" u="none" strike="noStrike" cap="none">
              <a:solidFill>
                <a:schemeClr val="lt1"/>
              </a:solidFill>
              <a:latin typeface="IBM Plex Sans SemiBold"/>
              <a:ea typeface="IBM Plex Sans SemiBold"/>
              <a:cs typeface="IBM Plex Sans SemiBold"/>
              <a:sym typeface="IBM Plex Sans SemiBold"/>
            </a:endParaRPr>
          </a:p>
        </p:txBody>
      </p:sp>
      <p:sp>
        <p:nvSpPr>
          <p:cNvPr id="7289" name="Google Shape;7289;p522"/>
          <p:cNvSpPr/>
          <p:nvPr/>
        </p:nvSpPr>
        <p:spPr>
          <a:xfrm>
            <a:off x="630028" y="1572218"/>
            <a:ext cx="6558900" cy="2692500"/>
          </a:xfrm>
          <a:prstGeom prst="roundRect">
            <a:avLst>
              <a:gd name="adj" fmla="val 16667"/>
            </a:avLst>
          </a:prstGeom>
          <a:noFill/>
          <a:ln w="107950" cap="flat" cmpd="sng">
            <a:solidFill>
              <a:srgbClr val="E3E3E3"/>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grpSp>
        <p:nvGrpSpPr>
          <p:cNvPr id="7290" name="Google Shape;7290;p522"/>
          <p:cNvGrpSpPr/>
          <p:nvPr/>
        </p:nvGrpSpPr>
        <p:grpSpPr>
          <a:xfrm>
            <a:off x="5742410" y="2800634"/>
            <a:ext cx="1106100" cy="288000"/>
            <a:chOff x="5677799" y="2591239"/>
            <a:chExt cx="1106100" cy="288000"/>
          </a:xfrm>
        </p:grpSpPr>
        <p:sp>
          <p:nvSpPr>
            <p:cNvPr id="7291" name="Google Shape;7291;p522"/>
            <p:cNvSpPr/>
            <p:nvPr/>
          </p:nvSpPr>
          <p:spPr>
            <a:xfrm>
              <a:off x="5677799" y="2591239"/>
              <a:ext cx="1106100" cy="288000"/>
            </a:xfrm>
            <a:prstGeom prst="roundRect">
              <a:avLst>
                <a:gd name="adj" fmla="val 16667"/>
              </a:avLst>
            </a:prstGeom>
            <a:solidFill>
              <a:srgbClr val="FFC000"/>
            </a:solidFill>
            <a:ln>
              <a:noFill/>
            </a:ln>
          </p:spPr>
          <p:txBody>
            <a:bodyPr spcFirstLastPara="1" wrap="square" lIns="288000" tIns="45700" rIns="0" bIns="45700" anchor="ctr" anchorCtr="0">
              <a:noAutofit/>
            </a:bodyPr>
            <a:lstStyle/>
            <a:p>
              <a:pPr marL="0" marR="0" lvl="0" indent="0" algn="l" rtl="0">
                <a:lnSpc>
                  <a:spcPct val="100000"/>
                </a:lnSpc>
                <a:spcBef>
                  <a:spcPts val="0"/>
                </a:spcBef>
                <a:spcAft>
                  <a:spcPts val="0"/>
                </a:spcAft>
                <a:buClr>
                  <a:srgbClr val="000000"/>
                </a:buClr>
                <a:buSzPts val="800"/>
                <a:buFont typeface="Arial"/>
                <a:buNone/>
              </a:pPr>
              <a:r>
                <a:rPr lang="en" sz="800" b="0" i="0" u="none" strike="noStrike" cap="none">
                  <a:solidFill>
                    <a:schemeClr val="lt1"/>
                  </a:solidFill>
                  <a:latin typeface="IBM Plex Sans SemiBold"/>
                  <a:ea typeface="IBM Plex Sans SemiBold"/>
                  <a:cs typeface="IBM Plex Sans SemiBold"/>
                  <a:sym typeface="IBM Plex Sans SemiBold"/>
                </a:rPr>
                <a:t>Expert On Demand</a:t>
              </a:r>
              <a:endParaRPr sz="800" b="0" i="0" u="none" strike="noStrike" cap="none">
                <a:solidFill>
                  <a:schemeClr val="lt1"/>
                </a:solidFill>
                <a:latin typeface="IBM Plex Sans SemiBold"/>
                <a:ea typeface="IBM Plex Sans SemiBold"/>
                <a:cs typeface="IBM Plex Sans SemiBold"/>
                <a:sym typeface="IBM Plex Sans SemiBold"/>
              </a:endParaRPr>
            </a:p>
          </p:txBody>
        </p:sp>
        <p:pic>
          <p:nvPicPr>
            <p:cNvPr id="7292" name="Google Shape;7292;p522" descr="Kopfhörer mit einfarbiger Füllung"/>
            <p:cNvPicPr preferRelativeResize="0"/>
            <p:nvPr/>
          </p:nvPicPr>
          <p:blipFill rotWithShape="1">
            <a:blip r:embed="rId3">
              <a:alphaModFix/>
            </a:blip>
            <a:srcRect/>
            <a:stretch/>
          </p:blipFill>
          <p:spPr>
            <a:xfrm>
              <a:off x="5695209" y="2620213"/>
              <a:ext cx="212126" cy="216000"/>
            </a:xfrm>
            <a:prstGeom prst="rect">
              <a:avLst/>
            </a:prstGeom>
            <a:noFill/>
            <a:ln>
              <a:noFill/>
            </a:ln>
          </p:spPr>
        </p:pic>
      </p:grpSp>
      <p:grpSp>
        <p:nvGrpSpPr>
          <p:cNvPr id="7293" name="Google Shape;7293;p522"/>
          <p:cNvGrpSpPr/>
          <p:nvPr/>
        </p:nvGrpSpPr>
        <p:grpSpPr>
          <a:xfrm>
            <a:off x="2048257" y="1440773"/>
            <a:ext cx="4007135" cy="288000"/>
            <a:chOff x="2195146" y="3903549"/>
            <a:chExt cx="4159800" cy="288000"/>
          </a:xfrm>
        </p:grpSpPr>
        <p:sp>
          <p:nvSpPr>
            <p:cNvPr id="7294" name="Google Shape;7294;p522"/>
            <p:cNvSpPr/>
            <p:nvPr/>
          </p:nvSpPr>
          <p:spPr>
            <a:xfrm>
              <a:off x="2195146" y="3903549"/>
              <a:ext cx="4159800" cy="288000"/>
            </a:xfrm>
            <a:prstGeom prst="roundRect">
              <a:avLst>
                <a:gd name="adj" fmla="val 16667"/>
              </a:avLst>
            </a:prstGeom>
            <a:solidFill>
              <a:schemeClr val="accent3"/>
            </a:solidFill>
            <a:ln>
              <a:noFill/>
            </a:ln>
          </p:spPr>
          <p:txBody>
            <a:bodyPr spcFirstLastPara="1" wrap="square" lIns="360000" tIns="45700" rIns="91425" bIns="45700" anchor="ctr" anchorCtr="0">
              <a:noAutofit/>
            </a:bodyPr>
            <a:lstStyle/>
            <a:p>
              <a:pPr marL="0" marR="0" lvl="0" indent="0" algn="l" rtl="0">
                <a:lnSpc>
                  <a:spcPct val="100000"/>
                </a:lnSpc>
                <a:spcBef>
                  <a:spcPts val="0"/>
                </a:spcBef>
                <a:spcAft>
                  <a:spcPts val="0"/>
                </a:spcAft>
                <a:buClr>
                  <a:srgbClr val="000000"/>
                </a:buClr>
                <a:buSzPts val="800"/>
                <a:buFont typeface="Arial"/>
                <a:buNone/>
              </a:pPr>
              <a:r>
                <a:rPr lang="en" sz="800" b="0" i="0" u="none" strike="noStrike" cap="none">
                  <a:solidFill>
                    <a:schemeClr val="lt1"/>
                  </a:solidFill>
                  <a:latin typeface="IBM Plex Sans SemiBold"/>
                  <a:ea typeface="IBM Plex Sans SemiBold"/>
                  <a:cs typeface="IBM Plex Sans SemiBold"/>
                  <a:sym typeface="IBM Plex Sans SemiBold"/>
                </a:rPr>
                <a:t>Technical Account Management</a:t>
              </a:r>
              <a:endParaRPr sz="800" b="0" i="0" u="none" strike="noStrike" cap="none">
                <a:solidFill>
                  <a:schemeClr val="lt1"/>
                </a:solidFill>
                <a:latin typeface="IBM Plex Sans SemiBold"/>
                <a:ea typeface="IBM Plex Sans SemiBold"/>
                <a:cs typeface="IBM Plex Sans SemiBold"/>
                <a:sym typeface="IBM Plex Sans SemiBold"/>
              </a:endParaRPr>
            </a:p>
          </p:txBody>
        </p:sp>
        <p:pic>
          <p:nvPicPr>
            <p:cNvPr id="7295" name="Google Shape;7295;p522" descr="Route zwei Stecknadeln mit Weg mit einfarbiger Füllung"/>
            <p:cNvPicPr preferRelativeResize="0"/>
            <p:nvPr/>
          </p:nvPicPr>
          <p:blipFill rotWithShape="1">
            <a:blip r:embed="rId4">
              <a:alphaModFix/>
            </a:blip>
            <a:srcRect/>
            <a:stretch/>
          </p:blipFill>
          <p:spPr>
            <a:xfrm>
              <a:off x="2291105" y="3934191"/>
              <a:ext cx="216000" cy="216000"/>
            </a:xfrm>
            <a:prstGeom prst="rect">
              <a:avLst/>
            </a:prstGeom>
            <a:noFill/>
            <a:ln>
              <a:noFill/>
            </a:ln>
          </p:spPr>
        </p:pic>
      </p:grpSp>
      <p:grpSp>
        <p:nvGrpSpPr>
          <p:cNvPr id="7296" name="Google Shape;7296;p522"/>
          <p:cNvGrpSpPr/>
          <p:nvPr/>
        </p:nvGrpSpPr>
        <p:grpSpPr>
          <a:xfrm>
            <a:off x="2549730" y="2444940"/>
            <a:ext cx="3128400" cy="288000"/>
            <a:chOff x="2103427" y="2235545"/>
            <a:chExt cx="3128400" cy="288000"/>
          </a:xfrm>
        </p:grpSpPr>
        <p:sp>
          <p:nvSpPr>
            <p:cNvPr id="7297" name="Google Shape;7297;p522"/>
            <p:cNvSpPr/>
            <p:nvPr/>
          </p:nvSpPr>
          <p:spPr>
            <a:xfrm>
              <a:off x="2103427" y="2235545"/>
              <a:ext cx="3128400" cy="288000"/>
            </a:xfrm>
            <a:prstGeom prst="roundRect">
              <a:avLst>
                <a:gd name="adj" fmla="val 16667"/>
              </a:avLst>
            </a:prstGeom>
            <a:solidFill>
              <a:schemeClr val="accent2"/>
            </a:solidFill>
            <a:ln>
              <a:noFill/>
            </a:ln>
          </p:spPr>
          <p:txBody>
            <a:bodyPr spcFirstLastPara="1" wrap="square" lIns="360000" tIns="45700" rIns="91425" bIns="45700" anchor="ctr" anchorCtr="0">
              <a:noAutofit/>
            </a:bodyPr>
            <a:lstStyle/>
            <a:p>
              <a:pPr marL="0" marR="0" lvl="0" indent="0" algn="l" rtl="0">
                <a:lnSpc>
                  <a:spcPct val="100000"/>
                </a:lnSpc>
                <a:spcBef>
                  <a:spcPts val="0"/>
                </a:spcBef>
                <a:spcAft>
                  <a:spcPts val="0"/>
                </a:spcAft>
                <a:buClr>
                  <a:srgbClr val="000000"/>
                </a:buClr>
                <a:buSzPts val="800"/>
                <a:buFont typeface="Arial"/>
                <a:buNone/>
              </a:pPr>
              <a:r>
                <a:rPr lang="en" sz="800" b="0" i="0" u="none" strike="noStrike" cap="none">
                  <a:solidFill>
                    <a:schemeClr val="lt1"/>
                  </a:solidFill>
                  <a:latin typeface="IBM Plex Sans SemiBold"/>
                  <a:ea typeface="IBM Plex Sans SemiBold"/>
                  <a:cs typeface="IBM Plex Sans SemiBold"/>
                  <a:sym typeface="IBM Plex Sans SemiBold"/>
                </a:rPr>
                <a:t>„Project Success Acceleration“ Onboarding</a:t>
              </a:r>
              <a:endParaRPr sz="800" b="0" i="0" u="none" strike="noStrike" cap="none">
                <a:solidFill>
                  <a:schemeClr val="lt1"/>
                </a:solidFill>
                <a:latin typeface="IBM Plex Sans SemiBold"/>
                <a:ea typeface="IBM Plex Sans SemiBold"/>
                <a:cs typeface="IBM Plex Sans SemiBold"/>
                <a:sym typeface="IBM Plex Sans SemiBold"/>
              </a:endParaRPr>
            </a:p>
          </p:txBody>
        </p:sp>
        <p:pic>
          <p:nvPicPr>
            <p:cNvPr id="7298" name="Google Shape;7298;p522" descr="Schneller Vorlauf mit einfarbiger Füllung"/>
            <p:cNvPicPr preferRelativeResize="0"/>
            <p:nvPr/>
          </p:nvPicPr>
          <p:blipFill rotWithShape="1">
            <a:blip r:embed="rId5">
              <a:alphaModFix/>
            </a:blip>
            <a:srcRect/>
            <a:stretch/>
          </p:blipFill>
          <p:spPr>
            <a:xfrm>
              <a:off x="2160862" y="2273723"/>
              <a:ext cx="216000" cy="216000"/>
            </a:xfrm>
            <a:prstGeom prst="rect">
              <a:avLst/>
            </a:prstGeom>
            <a:noFill/>
            <a:ln>
              <a:noFill/>
            </a:ln>
          </p:spPr>
        </p:pic>
      </p:grpSp>
      <p:sp>
        <p:nvSpPr>
          <p:cNvPr id="7299" name="Google Shape;7299;p522"/>
          <p:cNvSpPr txBox="1"/>
          <p:nvPr/>
        </p:nvSpPr>
        <p:spPr>
          <a:xfrm>
            <a:off x="1094274" y="1962919"/>
            <a:ext cx="636600" cy="4155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50"/>
              <a:buFont typeface="Arial"/>
              <a:buNone/>
            </a:pPr>
            <a:r>
              <a:rPr lang="en" sz="1050" b="1" i="0" u="none" strike="noStrike" cap="none">
                <a:solidFill>
                  <a:srgbClr val="B7B8B9"/>
                </a:solidFill>
                <a:latin typeface="IBM Plex Sans"/>
                <a:ea typeface="IBM Plex Sans"/>
                <a:cs typeface="IBM Plex Sans"/>
                <a:sym typeface="IBM Plex Sans"/>
              </a:rPr>
              <a:t>Project</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050"/>
              <a:buFont typeface="Arial"/>
              <a:buNone/>
            </a:pPr>
            <a:r>
              <a:rPr lang="en" sz="1050" b="1" i="0" u="none" strike="noStrike" cap="none">
                <a:solidFill>
                  <a:srgbClr val="B7B8B9"/>
                </a:solidFill>
                <a:latin typeface="IBM Plex Sans"/>
                <a:ea typeface="IBM Plex Sans"/>
                <a:cs typeface="IBM Plex Sans"/>
                <a:sym typeface="IBM Plex Sans"/>
              </a:rPr>
              <a:t>Scope</a:t>
            </a:r>
            <a:endParaRPr sz="1050" b="1" i="0" u="none" strike="noStrike" cap="none">
              <a:solidFill>
                <a:srgbClr val="B7B8B9"/>
              </a:solidFill>
              <a:latin typeface="IBM Plex Sans"/>
              <a:ea typeface="IBM Plex Sans"/>
              <a:cs typeface="IBM Plex Sans"/>
              <a:sym typeface="IBM Plex Sans"/>
            </a:endParaRPr>
          </a:p>
        </p:txBody>
      </p:sp>
      <p:sp>
        <p:nvSpPr>
          <p:cNvPr id="7300" name="Google Shape;7300;p522"/>
          <p:cNvSpPr/>
          <p:nvPr/>
        </p:nvSpPr>
        <p:spPr>
          <a:xfrm rot="-5400000">
            <a:off x="-67198" y="2767670"/>
            <a:ext cx="1398900" cy="288000"/>
          </a:xfrm>
          <a:prstGeom prst="roundRect">
            <a:avLst>
              <a:gd name="adj" fmla="val 16667"/>
            </a:avLst>
          </a:prstGeom>
          <a:solidFill>
            <a:srgbClr val="E3E3E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050"/>
              <a:buFont typeface="Arial"/>
              <a:buNone/>
            </a:pPr>
            <a:r>
              <a:rPr lang="en" sz="1050" b="1" i="0" u="none" strike="noStrike" cap="none">
                <a:solidFill>
                  <a:srgbClr val="B7B8B9"/>
                </a:solidFill>
                <a:latin typeface="IBM Plex Sans"/>
                <a:ea typeface="IBM Plex Sans"/>
                <a:cs typeface="IBM Plex Sans"/>
                <a:sym typeface="IBM Plex Sans"/>
              </a:rPr>
              <a:t>Company Scope</a:t>
            </a:r>
            <a:endParaRPr sz="1050" b="1" i="0" u="none" strike="noStrike" cap="none">
              <a:solidFill>
                <a:srgbClr val="B7B8B9"/>
              </a:solidFill>
              <a:latin typeface="IBM Plex Sans"/>
              <a:ea typeface="IBM Plex Sans"/>
              <a:cs typeface="IBM Plex Sans"/>
              <a:sym typeface="IBM Plex Sans"/>
            </a:endParaRPr>
          </a:p>
        </p:txBody>
      </p:sp>
      <p:grpSp>
        <p:nvGrpSpPr>
          <p:cNvPr id="7301" name="Google Shape;7301;p522"/>
          <p:cNvGrpSpPr/>
          <p:nvPr/>
        </p:nvGrpSpPr>
        <p:grpSpPr>
          <a:xfrm>
            <a:off x="2048186" y="2055346"/>
            <a:ext cx="1101900" cy="288000"/>
            <a:chOff x="1966799" y="1845951"/>
            <a:chExt cx="1101900" cy="288000"/>
          </a:xfrm>
        </p:grpSpPr>
        <p:sp>
          <p:nvSpPr>
            <p:cNvPr id="7302" name="Google Shape;7302;p522"/>
            <p:cNvSpPr/>
            <p:nvPr/>
          </p:nvSpPr>
          <p:spPr>
            <a:xfrm>
              <a:off x="1966799" y="1845951"/>
              <a:ext cx="1101900" cy="288000"/>
            </a:xfrm>
            <a:prstGeom prst="roundRect">
              <a:avLst>
                <a:gd name="adj" fmla="val 16667"/>
              </a:avLst>
            </a:prstGeom>
            <a:solidFill>
              <a:schemeClr val="accent6"/>
            </a:solidFill>
            <a:ln>
              <a:noFill/>
            </a:ln>
          </p:spPr>
          <p:txBody>
            <a:bodyPr spcFirstLastPara="1" wrap="square" lIns="180000" tIns="45700" rIns="91425" bIns="45700" anchor="ctr" anchorCtr="0">
              <a:noAutofit/>
            </a:bodyPr>
            <a:lstStyle/>
            <a:p>
              <a:pPr marL="0" marR="0" lvl="0" indent="0" algn="ctr" rtl="0">
                <a:lnSpc>
                  <a:spcPct val="100000"/>
                </a:lnSpc>
                <a:spcBef>
                  <a:spcPts val="0"/>
                </a:spcBef>
                <a:spcAft>
                  <a:spcPts val="0"/>
                </a:spcAft>
                <a:buClr>
                  <a:srgbClr val="000000"/>
                </a:buClr>
                <a:buSzPts val="800"/>
                <a:buFont typeface="Arial"/>
                <a:buNone/>
              </a:pPr>
              <a:r>
                <a:rPr lang="en" sz="800" b="0" i="0" u="none" strike="noStrike" cap="none">
                  <a:solidFill>
                    <a:schemeClr val="lt1"/>
                  </a:solidFill>
                  <a:latin typeface="IBM Plex Sans SemiBold"/>
                  <a:ea typeface="IBM Plex Sans SemiBold"/>
                  <a:cs typeface="IBM Plex Sans SemiBold"/>
                  <a:sym typeface="IBM Plex Sans SemiBold"/>
                </a:rPr>
                <a:t>Education </a:t>
              </a:r>
              <a:br>
                <a:rPr lang="en" sz="800" b="0" i="0" u="none" strike="noStrike" cap="none">
                  <a:solidFill>
                    <a:schemeClr val="lt1"/>
                  </a:solidFill>
                  <a:latin typeface="IBM Plex Sans SemiBold"/>
                  <a:ea typeface="IBM Plex Sans SemiBold"/>
                  <a:cs typeface="IBM Plex Sans SemiBold"/>
                  <a:sym typeface="IBM Plex Sans SemiBold"/>
                </a:rPr>
              </a:br>
              <a:r>
                <a:rPr lang="en" sz="800" b="0" i="0" u="none" strike="noStrike" cap="none">
                  <a:solidFill>
                    <a:schemeClr val="lt1"/>
                  </a:solidFill>
                  <a:latin typeface="IBM Plex Sans SemiBold"/>
                  <a:ea typeface="IBM Plex Sans SemiBold"/>
                  <a:cs typeface="IBM Plex Sans SemiBold"/>
                  <a:sym typeface="IBM Plex Sans SemiBold"/>
                </a:rPr>
                <a:t>Services</a:t>
              </a:r>
              <a:endParaRPr sz="800" b="0" i="0" u="none" strike="noStrike" cap="none">
                <a:solidFill>
                  <a:schemeClr val="lt1"/>
                </a:solidFill>
                <a:latin typeface="IBM Plex Sans SemiBold"/>
                <a:ea typeface="IBM Plex Sans SemiBold"/>
                <a:cs typeface="IBM Plex Sans SemiBold"/>
                <a:sym typeface="IBM Plex Sans SemiBold"/>
              </a:endParaRPr>
            </a:p>
          </p:txBody>
        </p:sp>
        <p:pic>
          <p:nvPicPr>
            <p:cNvPr id="7303" name="Google Shape;7303;p522" descr="Glühlampe mit einfarbiger Füllung"/>
            <p:cNvPicPr preferRelativeResize="0"/>
            <p:nvPr/>
          </p:nvPicPr>
          <p:blipFill rotWithShape="1">
            <a:blip r:embed="rId6">
              <a:alphaModFix/>
            </a:blip>
            <a:srcRect/>
            <a:stretch/>
          </p:blipFill>
          <p:spPr>
            <a:xfrm>
              <a:off x="1999224" y="1887550"/>
              <a:ext cx="198000" cy="198000"/>
            </a:xfrm>
            <a:prstGeom prst="rect">
              <a:avLst/>
            </a:prstGeom>
            <a:noFill/>
            <a:ln>
              <a:noFill/>
            </a:ln>
          </p:spPr>
        </p:pic>
      </p:grpSp>
      <p:cxnSp>
        <p:nvCxnSpPr>
          <p:cNvPr id="7304" name="Google Shape;7304;p522"/>
          <p:cNvCxnSpPr/>
          <p:nvPr/>
        </p:nvCxnSpPr>
        <p:spPr>
          <a:xfrm>
            <a:off x="539987" y="1356719"/>
            <a:ext cx="6732000" cy="0"/>
          </a:xfrm>
          <a:prstGeom prst="straightConnector1">
            <a:avLst/>
          </a:prstGeom>
          <a:noFill/>
          <a:ln w="15875" cap="flat" cmpd="sng">
            <a:solidFill>
              <a:srgbClr val="E3E3E3"/>
            </a:solidFill>
            <a:prstDash val="solid"/>
            <a:round/>
            <a:headEnd type="none" w="sm" len="sm"/>
            <a:tailEnd type="none" w="sm" len="sm"/>
          </a:ln>
        </p:spPr>
      </p:cxnSp>
      <p:sp>
        <p:nvSpPr>
          <p:cNvPr id="7305" name="Google Shape;7305;p522"/>
          <p:cNvSpPr/>
          <p:nvPr/>
        </p:nvSpPr>
        <p:spPr>
          <a:xfrm>
            <a:off x="424787" y="861307"/>
            <a:ext cx="7002000" cy="455100"/>
          </a:xfrm>
          <a:prstGeom prst="triangle">
            <a:avLst>
              <a:gd name="adj" fmla="val 50000"/>
            </a:avLst>
          </a:prstGeom>
          <a:solidFill>
            <a:srgbClr val="E3E3E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7306" name="Google Shape;7306;p522"/>
          <p:cNvSpPr/>
          <p:nvPr/>
        </p:nvSpPr>
        <p:spPr>
          <a:xfrm>
            <a:off x="426547" y="4482708"/>
            <a:ext cx="7000200" cy="271200"/>
          </a:xfrm>
          <a:prstGeom prst="roundRect">
            <a:avLst>
              <a:gd name="adj" fmla="val 16667"/>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 sz="1100" b="1" i="0" u="none" strike="noStrike" cap="none">
                <a:solidFill>
                  <a:schemeClr val="lt1"/>
                </a:solidFill>
                <a:latin typeface="IBM Plex Sans"/>
                <a:ea typeface="IBM Plex Sans"/>
                <a:cs typeface="IBM Plex Sans"/>
                <a:sym typeface="IBM Plex Sans"/>
              </a:rPr>
              <a:t>Process Orchestration Adoption Framework</a:t>
            </a:r>
            <a:endParaRPr sz="1100" b="1" i="0" u="none" strike="noStrike" cap="none">
              <a:solidFill>
                <a:schemeClr val="lt1"/>
              </a:solidFill>
              <a:latin typeface="IBM Plex Sans"/>
              <a:ea typeface="IBM Plex Sans"/>
              <a:cs typeface="IBM Plex Sans"/>
              <a:sym typeface="IBM Plex Sans"/>
            </a:endParaRPr>
          </a:p>
        </p:txBody>
      </p:sp>
      <p:sp>
        <p:nvSpPr>
          <p:cNvPr id="7307" name="Google Shape;7307;p522"/>
          <p:cNvSpPr/>
          <p:nvPr/>
        </p:nvSpPr>
        <p:spPr>
          <a:xfrm>
            <a:off x="573217" y="4385934"/>
            <a:ext cx="6732000" cy="77700"/>
          </a:xfrm>
          <a:prstGeom prst="roundRect">
            <a:avLst>
              <a:gd name="adj" fmla="val 16667"/>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pic>
        <p:nvPicPr>
          <p:cNvPr id="7308" name="Google Shape;7308;p522" descr="Raute mit einfarbiger Füllung"/>
          <p:cNvPicPr preferRelativeResize="0"/>
          <p:nvPr/>
        </p:nvPicPr>
        <p:blipFill rotWithShape="1">
          <a:blip r:embed="rId7">
            <a:alphaModFix/>
          </a:blip>
          <a:srcRect/>
          <a:stretch/>
        </p:blipFill>
        <p:spPr>
          <a:xfrm>
            <a:off x="7962802" y="2610938"/>
            <a:ext cx="723998" cy="723998"/>
          </a:xfrm>
          <a:prstGeom prst="rect">
            <a:avLst/>
          </a:prstGeom>
          <a:noFill/>
          <a:ln>
            <a:noFill/>
          </a:ln>
        </p:spPr>
      </p:pic>
      <p:sp>
        <p:nvSpPr>
          <p:cNvPr id="7309" name="Google Shape;7309;p522"/>
          <p:cNvSpPr txBox="1"/>
          <p:nvPr/>
        </p:nvSpPr>
        <p:spPr>
          <a:xfrm>
            <a:off x="7949697" y="2343599"/>
            <a:ext cx="724800" cy="4002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 sz="1000" b="1" i="0" u="none" strike="noStrike" cap="none">
                <a:solidFill>
                  <a:srgbClr val="007E89"/>
                </a:solidFill>
                <a:latin typeface="IBM Plex Sans"/>
                <a:ea typeface="IBM Plex Sans"/>
                <a:cs typeface="IBM Plex Sans"/>
                <a:sym typeface="IBM Plex Sans"/>
              </a:rPr>
              <a:t>Business</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000"/>
              <a:buFont typeface="Arial"/>
              <a:buNone/>
            </a:pPr>
            <a:r>
              <a:rPr lang="en" sz="1000" b="1" i="0" u="none" strike="noStrike" cap="none">
                <a:solidFill>
                  <a:srgbClr val="007E89"/>
                </a:solidFill>
                <a:latin typeface="IBM Plex Sans"/>
                <a:ea typeface="IBM Plex Sans"/>
                <a:cs typeface="IBM Plex Sans"/>
                <a:sym typeface="IBM Plex Sans"/>
              </a:rPr>
              <a:t>Value</a:t>
            </a:r>
            <a:endParaRPr sz="1000" b="1" i="0" u="none" strike="noStrike" cap="none">
              <a:solidFill>
                <a:srgbClr val="007E89"/>
              </a:solidFill>
              <a:latin typeface="IBM Plex Sans"/>
              <a:ea typeface="IBM Plex Sans"/>
              <a:cs typeface="IBM Plex Sans"/>
              <a:sym typeface="IBM Plex Sans"/>
            </a:endParaRPr>
          </a:p>
        </p:txBody>
      </p:sp>
      <p:sp>
        <p:nvSpPr>
          <p:cNvPr id="7310" name="Google Shape;7310;p522"/>
          <p:cNvSpPr txBox="1"/>
          <p:nvPr/>
        </p:nvSpPr>
        <p:spPr>
          <a:xfrm>
            <a:off x="3480113" y="3619039"/>
            <a:ext cx="1612200" cy="292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700" b="1">
                <a:solidFill>
                  <a:srgbClr val="888B8D"/>
                </a:solidFill>
                <a:latin typeface="IBM Plex Sans"/>
                <a:ea typeface="IBM Plex Sans"/>
                <a:cs typeface="IBM Plex Sans"/>
                <a:sym typeface="IBM Plex Sans"/>
              </a:rPr>
              <a:t>Typically 6-9 months</a:t>
            </a:r>
            <a:endParaRPr sz="700" b="1">
              <a:solidFill>
                <a:srgbClr val="888B8D"/>
              </a:solidFill>
              <a:latin typeface="IBM Plex Sans"/>
              <a:ea typeface="IBM Plex Sans"/>
              <a:cs typeface="IBM Plex Sans"/>
              <a:sym typeface="IBM Plex Sans"/>
            </a:endParaRPr>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Shape 7314"/>
        <p:cNvGrpSpPr/>
        <p:nvPr/>
      </p:nvGrpSpPr>
      <p:grpSpPr>
        <a:xfrm>
          <a:off x="0" y="0"/>
          <a:ext cx="0" cy="0"/>
          <a:chOff x="0" y="0"/>
          <a:chExt cx="0" cy="0"/>
        </a:xfrm>
      </p:grpSpPr>
      <p:sp>
        <p:nvSpPr>
          <p:cNvPr id="7315" name="Google Shape;7315;p523"/>
          <p:cNvSpPr txBox="1">
            <a:spLocks noGrp="1"/>
          </p:cNvSpPr>
          <p:nvPr>
            <p:ph type="subTitle" idx="1"/>
          </p:nvPr>
        </p:nvSpPr>
        <p:spPr>
          <a:xfrm>
            <a:off x="304800" y="1218199"/>
            <a:ext cx="2466600" cy="523200"/>
          </a:xfrm>
          <a:prstGeom prst="rect">
            <a:avLst/>
          </a:prstGeom>
        </p:spPr>
        <p:txBody>
          <a:bodyPr spcFirstLastPara="1" wrap="square" lIns="0" tIns="0" rIns="0" bIns="0" anchor="ctr" anchorCtr="0">
            <a:spAutoFit/>
          </a:bodyPr>
          <a:lstStyle/>
          <a:p>
            <a:pPr marL="0" lvl="0" indent="0" algn="ctr" rtl="0">
              <a:spcBef>
                <a:spcPts val="0"/>
              </a:spcBef>
              <a:spcAft>
                <a:spcPts val="0"/>
              </a:spcAft>
              <a:buNone/>
            </a:pPr>
            <a:r>
              <a:rPr lang="en" sz="1700" b="1">
                <a:solidFill>
                  <a:schemeClr val="accent6"/>
                </a:solidFill>
                <a:latin typeface="IBM Plex Sans"/>
                <a:ea typeface="IBM Plex Sans"/>
                <a:cs typeface="IBM Plex Sans"/>
                <a:sym typeface="IBM Plex Sans"/>
              </a:rPr>
              <a:t>Education</a:t>
            </a:r>
            <a:br>
              <a:rPr lang="en" sz="1700" b="1">
                <a:solidFill>
                  <a:schemeClr val="accent6"/>
                </a:solidFill>
                <a:latin typeface="IBM Plex Sans"/>
                <a:ea typeface="IBM Plex Sans"/>
                <a:cs typeface="IBM Plex Sans"/>
                <a:sym typeface="IBM Plex Sans"/>
              </a:rPr>
            </a:br>
            <a:r>
              <a:rPr lang="en" sz="1700" b="1">
                <a:solidFill>
                  <a:schemeClr val="accent6"/>
                </a:solidFill>
                <a:latin typeface="IBM Plex Sans"/>
                <a:ea typeface="IBM Plex Sans"/>
                <a:cs typeface="IBM Plex Sans"/>
                <a:sym typeface="IBM Plex Sans"/>
              </a:rPr>
              <a:t>Services</a:t>
            </a:r>
            <a:endParaRPr sz="1700" b="1">
              <a:solidFill>
                <a:schemeClr val="accent6"/>
              </a:solidFill>
              <a:latin typeface="IBM Plex Sans"/>
              <a:ea typeface="IBM Plex Sans"/>
              <a:cs typeface="IBM Plex Sans"/>
              <a:sym typeface="IBM Plex Sans"/>
            </a:endParaRPr>
          </a:p>
        </p:txBody>
      </p:sp>
      <p:sp>
        <p:nvSpPr>
          <p:cNvPr id="7316" name="Google Shape;7316;p523"/>
          <p:cNvSpPr txBox="1">
            <a:spLocks noGrp="1"/>
          </p:cNvSpPr>
          <p:nvPr>
            <p:ph type="body" idx="2"/>
          </p:nvPr>
        </p:nvSpPr>
        <p:spPr>
          <a:xfrm>
            <a:off x="304800" y="2513825"/>
            <a:ext cx="2467800" cy="2444400"/>
          </a:xfrm>
          <a:prstGeom prst="rect">
            <a:avLst/>
          </a:prstGeom>
        </p:spPr>
        <p:txBody>
          <a:bodyPr spcFirstLastPara="1" wrap="square" lIns="0" tIns="0" rIns="0" bIns="0" anchor="t" anchorCtr="0">
            <a:normAutofit/>
          </a:bodyPr>
          <a:lstStyle/>
          <a:p>
            <a:pPr marL="457200" lvl="0" indent="-298450" algn="l" rtl="0">
              <a:spcBef>
                <a:spcPts val="0"/>
              </a:spcBef>
              <a:spcAft>
                <a:spcPts val="0"/>
              </a:spcAft>
              <a:buClr>
                <a:schemeClr val="lt1"/>
              </a:buClr>
              <a:buSzPts val="1100"/>
              <a:buChar char="■"/>
            </a:pPr>
            <a:r>
              <a:rPr lang="en" sz="1100"/>
              <a:t>On demand (24/7)</a:t>
            </a:r>
            <a:endParaRPr sz="1100"/>
          </a:p>
          <a:p>
            <a:pPr marL="457200" lvl="0" indent="-298450" algn="l" rtl="0">
              <a:spcBef>
                <a:spcPts val="600"/>
              </a:spcBef>
              <a:spcAft>
                <a:spcPts val="0"/>
              </a:spcAft>
              <a:buClr>
                <a:schemeClr val="lt1"/>
              </a:buClr>
              <a:buSzPts val="1100"/>
              <a:buChar char="■"/>
            </a:pPr>
            <a:r>
              <a:rPr lang="en" sz="1100"/>
              <a:t>Instructor-led (bespoke)</a:t>
            </a:r>
            <a:endParaRPr sz="1100"/>
          </a:p>
          <a:p>
            <a:pPr marL="457200" lvl="0" indent="-298450" algn="l" rtl="0">
              <a:spcBef>
                <a:spcPts val="600"/>
              </a:spcBef>
              <a:spcAft>
                <a:spcPts val="0"/>
              </a:spcAft>
              <a:buClr>
                <a:schemeClr val="lt1"/>
              </a:buClr>
              <a:buSzPts val="1100"/>
              <a:buChar char="■"/>
            </a:pPr>
            <a:r>
              <a:rPr lang="en" sz="1100"/>
              <a:t>Courses for all stakeholders</a:t>
            </a:r>
            <a:endParaRPr sz="1100"/>
          </a:p>
          <a:p>
            <a:pPr marL="457200" lvl="0" indent="-298450" algn="l" rtl="0">
              <a:spcBef>
                <a:spcPts val="600"/>
              </a:spcBef>
              <a:spcAft>
                <a:spcPts val="600"/>
              </a:spcAft>
              <a:buClr>
                <a:schemeClr val="lt1"/>
              </a:buClr>
              <a:buSzPts val="1100"/>
              <a:buChar char="■"/>
            </a:pPr>
            <a:r>
              <a:rPr lang="en" sz="1100"/>
              <a:t>Multiple languages available</a:t>
            </a:r>
            <a:endParaRPr sz="1100"/>
          </a:p>
        </p:txBody>
      </p:sp>
      <p:sp>
        <p:nvSpPr>
          <p:cNvPr id="7317" name="Google Shape;7317;p523"/>
          <p:cNvSpPr txBox="1">
            <a:spLocks noGrp="1"/>
          </p:cNvSpPr>
          <p:nvPr>
            <p:ph type="subTitle" idx="3"/>
          </p:nvPr>
        </p:nvSpPr>
        <p:spPr>
          <a:xfrm>
            <a:off x="3332317" y="1218199"/>
            <a:ext cx="2466600" cy="523200"/>
          </a:xfrm>
          <a:prstGeom prst="rect">
            <a:avLst/>
          </a:prstGeom>
        </p:spPr>
        <p:txBody>
          <a:bodyPr spcFirstLastPara="1" wrap="square" lIns="0" tIns="0" rIns="0" bIns="0" anchor="ctr" anchorCtr="0">
            <a:spAutoFit/>
          </a:bodyPr>
          <a:lstStyle/>
          <a:p>
            <a:pPr marL="0" lvl="0" indent="0" algn="ctr" rtl="0">
              <a:spcBef>
                <a:spcPts val="0"/>
              </a:spcBef>
              <a:spcAft>
                <a:spcPts val="0"/>
              </a:spcAft>
              <a:buNone/>
            </a:pPr>
            <a:r>
              <a:rPr lang="en" sz="1700" b="1">
                <a:solidFill>
                  <a:schemeClr val="accent2"/>
                </a:solidFill>
                <a:latin typeface="IBM Plex Sans"/>
                <a:ea typeface="IBM Plex Sans"/>
                <a:cs typeface="IBM Plex Sans"/>
                <a:sym typeface="IBM Plex Sans"/>
              </a:rPr>
              <a:t>Consulting</a:t>
            </a:r>
            <a:br>
              <a:rPr lang="en" sz="1700" b="1">
                <a:solidFill>
                  <a:schemeClr val="accent2"/>
                </a:solidFill>
                <a:latin typeface="IBM Plex Sans"/>
                <a:ea typeface="IBM Plex Sans"/>
                <a:cs typeface="IBM Plex Sans"/>
                <a:sym typeface="IBM Plex Sans"/>
              </a:rPr>
            </a:br>
            <a:r>
              <a:rPr lang="en" sz="1700" b="1">
                <a:solidFill>
                  <a:schemeClr val="accent2"/>
                </a:solidFill>
                <a:latin typeface="IBM Plex Sans"/>
                <a:ea typeface="IBM Plex Sans"/>
                <a:cs typeface="IBM Plex Sans"/>
                <a:sym typeface="IBM Plex Sans"/>
              </a:rPr>
              <a:t>Services</a:t>
            </a:r>
            <a:endParaRPr sz="1700" b="1">
              <a:solidFill>
                <a:schemeClr val="accent2"/>
              </a:solidFill>
              <a:latin typeface="IBM Plex Sans"/>
              <a:ea typeface="IBM Plex Sans"/>
              <a:cs typeface="IBM Plex Sans"/>
              <a:sym typeface="IBM Plex Sans"/>
            </a:endParaRPr>
          </a:p>
        </p:txBody>
      </p:sp>
      <p:sp>
        <p:nvSpPr>
          <p:cNvPr id="7318" name="Google Shape;7318;p523"/>
          <p:cNvSpPr txBox="1">
            <a:spLocks noGrp="1"/>
          </p:cNvSpPr>
          <p:nvPr>
            <p:ph type="body" idx="4"/>
          </p:nvPr>
        </p:nvSpPr>
        <p:spPr>
          <a:xfrm>
            <a:off x="3332318" y="2513825"/>
            <a:ext cx="2467800" cy="2444400"/>
          </a:xfrm>
          <a:prstGeom prst="rect">
            <a:avLst/>
          </a:prstGeom>
        </p:spPr>
        <p:txBody>
          <a:bodyPr spcFirstLastPara="1" wrap="square" lIns="0" tIns="0" rIns="0" bIns="0" anchor="t" anchorCtr="0">
            <a:normAutofit/>
          </a:bodyPr>
          <a:lstStyle/>
          <a:p>
            <a:pPr marL="0" marR="0" lvl="0" indent="0" algn="l" rtl="0">
              <a:lnSpc>
                <a:spcPct val="115000"/>
              </a:lnSpc>
              <a:spcBef>
                <a:spcPts val="0"/>
              </a:spcBef>
              <a:spcAft>
                <a:spcPts val="0"/>
              </a:spcAft>
              <a:buNone/>
            </a:pPr>
            <a:r>
              <a:rPr lang="en" sz="1100"/>
              <a:t>Project Success Acceleration (ProSA)</a:t>
            </a:r>
            <a:endParaRPr sz="1100"/>
          </a:p>
          <a:p>
            <a:pPr marL="457200" marR="0" lvl="0" indent="-298450" algn="l" rtl="0">
              <a:lnSpc>
                <a:spcPct val="115000"/>
              </a:lnSpc>
              <a:spcBef>
                <a:spcPts val="600"/>
              </a:spcBef>
              <a:spcAft>
                <a:spcPts val="0"/>
              </a:spcAft>
              <a:buClr>
                <a:schemeClr val="lt1"/>
              </a:buClr>
              <a:buSzPts val="1100"/>
              <a:buChar char="■"/>
            </a:pPr>
            <a:r>
              <a:rPr lang="en" sz="1100"/>
              <a:t>Technical onboarding</a:t>
            </a:r>
            <a:endParaRPr sz="1100"/>
          </a:p>
          <a:p>
            <a:pPr marL="457200" marR="0" lvl="0" indent="-298450" algn="l" rtl="0">
              <a:lnSpc>
                <a:spcPct val="115000"/>
              </a:lnSpc>
              <a:spcBef>
                <a:spcPts val="600"/>
              </a:spcBef>
              <a:spcAft>
                <a:spcPts val="0"/>
              </a:spcAft>
              <a:buClr>
                <a:schemeClr val="lt1"/>
              </a:buClr>
              <a:buSzPts val="1100"/>
              <a:buChar char="■"/>
            </a:pPr>
            <a:r>
              <a:rPr lang="en" sz="1100"/>
              <a:t>Implementation guidance</a:t>
            </a:r>
            <a:endParaRPr sz="1100"/>
          </a:p>
          <a:p>
            <a:pPr marL="457200" marR="0" lvl="0" indent="-298450" algn="l" rtl="0">
              <a:lnSpc>
                <a:spcPct val="115000"/>
              </a:lnSpc>
              <a:spcBef>
                <a:spcPts val="600"/>
              </a:spcBef>
              <a:spcAft>
                <a:spcPts val="0"/>
              </a:spcAft>
              <a:buClr>
                <a:schemeClr val="lt1"/>
              </a:buClr>
              <a:buSzPts val="1100"/>
              <a:buChar char="■"/>
            </a:pPr>
            <a:r>
              <a:rPr lang="en" sz="1100"/>
              <a:t>Risk mitigation</a:t>
            </a:r>
            <a:endParaRPr sz="1100"/>
          </a:p>
          <a:p>
            <a:pPr marL="457200" marR="0" lvl="0" indent="-298450" algn="l" rtl="0">
              <a:lnSpc>
                <a:spcPct val="115000"/>
              </a:lnSpc>
              <a:spcBef>
                <a:spcPts val="600"/>
              </a:spcBef>
              <a:spcAft>
                <a:spcPts val="0"/>
              </a:spcAft>
              <a:buClr>
                <a:schemeClr val="lt1"/>
              </a:buClr>
              <a:buSzPts val="1100"/>
              <a:buChar char="■"/>
            </a:pPr>
            <a:r>
              <a:rPr lang="en" sz="1100"/>
              <a:t>Go-live check</a:t>
            </a:r>
            <a:endParaRPr sz="1100"/>
          </a:p>
          <a:p>
            <a:pPr marL="0" marR="0" lvl="0" indent="0" algn="l" rtl="0">
              <a:lnSpc>
                <a:spcPct val="115000"/>
              </a:lnSpc>
              <a:spcBef>
                <a:spcPts val="600"/>
              </a:spcBef>
              <a:spcAft>
                <a:spcPts val="0"/>
              </a:spcAft>
              <a:buNone/>
            </a:pPr>
            <a:endParaRPr sz="1100"/>
          </a:p>
          <a:p>
            <a:pPr marL="0" marR="0" lvl="0" indent="0" algn="l" rtl="0">
              <a:lnSpc>
                <a:spcPct val="115000"/>
              </a:lnSpc>
              <a:spcBef>
                <a:spcPts val="600"/>
              </a:spcBef>
              <a:spcAft>
                <a:spcPts val="0"/>
              </a:spcAft>
              <a:buNone/>
            </a:pPr>
            <a:r>
              <a:rPr lang="en" sz="1100"/>
              <a:t>Expert On Demand (EoD)</a:t>
            </a:r>
            <a:endParaRPr sz="1100"/>
          </a:p>
          <a:p>
            <a:pPr marL="457200" marR="0" lvl="0" indent="-298450" algn="l" rtl="0">
              <a:lnSpc>
                <a:spcPct val="115000"/>
              </a:lnSpc>
              <a:spcBef>
                <a:spcPts val="600"/>
              </a:spcBef>
              <a:spcAft>
                <a:spcPts val="600"/>
              </a:spcAft>
              <a:buClr>
                <a:schemeClr val="lt1"/>
              </a:buClr>
              <a:buSzPts val="1100"/>
              <a:buChar char="■"/>
            </a:pPr>
            <a:r>
              <a:rPr lang="en" sz="1100"/>
              <a:t>Custom scope consulting</a:t>
            </a:r>
            <a:endParaRPr sz="1100"/>
          </a:p>
        </p:txBody>
      </p:sp>
      <p:sp>
        <p:nvSpPr>
          <p:cNvPr id="7319" name="Google Shape;7319;p523"/>
          <p:cNvSpPr txBox="1">
            <a:spLocks noGrp="1"/>
          </p:cNvSpPr>
          <p:nvPr>
            <p:ph type="subTitle" idx="5"/>
          </p:nvPr>
        </p:nvSpPr>
        <p:spPr>
          <a:xfrm>
            <a:off x="6394996" y="1218199"/>
            <a:ext cx="2466600" cy="523200"/>
          </a:xfrm>
          <a:prstGeom prst="rect">
            <a:avLst/>
          </a:prstGeom>
        </p:spPr>
        <p:txBody>
          <a:bodyPr spcFirstLastPara="1" wrap="square" lIns="0" tIns="0" rIns="0" bIns="0" anchor="ctr" anchorCtr="0">
            <a:spAutoFit/>
          </a:bodyPr>
          <a:lstStyle/>
          <a:p>
            <a:pPr marL="0" lvl="0" indent="0" algn="ctr" rtl="0">
              <a:spcBef>
                <a:spcPts val="0"/>
              </a:spcBef>
              <a:spcAft>
                <a:spcPts val="0"/>
              </a:spcAft>
              <a:buNone/>
            </a:pPr>
            <a:r>
              <a:rPr lang="en" sz="1700" b="1">
                <a:solidFill>
                  <a:schemeClr val="accent3"/>
                </a:solidFill>
                <a:latin typeface="IBM Plex Sans"/>
                <a:ea typeface="IBM Plex Sans"/>
                <a:cs typeface="IBM Plex Sans"/>
                <a:sym typeface="IBM Plex Sans"/>
              </a:rPr>
              <a:t>Technical Account Management</a:t>
            </a:r>
            <a:endParaRPr sz="1700" b="1">
              <a:solidFill>
                <a:schemeClr val="accent3"/>
              </a:solidFill>
              <a:latin typeface="IBM Plex Sans"/>
              <a:ea typeface="IBM Plex Sans"/>
              <a:cs typeface="IBM Plex Sans"/>
              <a:sym typeface="IBM Plex Sans"/>
            </a:endParaRPr>
          </a:p>
        </p:txBody>
      </p:sp>
      <p:sp>
        <p:nvSpPr>
          <p:cNvPr id="7320" name="Google Shape;7320;p523"/>
          <p:cNvSpPr txBox="1">
            <a:spLocks noGrp="1"/>
          </p:cNvSpPr>
          <p:nvPr>
            <p:ph type="body" idx="6"/>
          </p:nvPr>
        </p:nvSpPr>
        <p:spPr>
          <a:xfrm>
            <a:off x="6395000" y="2513825"/>
            <a:ext cx="2467800" cy="2444400"/>
          </a:xfrm>
          <a:prstGeom prst="rect">
            <a:avLst/>
          </a:prstGeom>
        </p:spPr>
        <p:txBody>
          <a:bodyPr spcFirstLastPara="1" wrap="square" lIns="0" tIns="0" rIns="0" bIns="0" anchor="t" anchorCtr="0">
            <a:normAutofit/>
          </a:bodyPr>
          <a:lstStyle/>
          <a:p>
            <a:pPr marL="457200" lvl="0" indent="-298450" algn="l" rtl="0">
              <a:spcBef>
                <a:spcPts val="0"/>
              </a:spcBef>
              <a:spcAft>
                <a:spcPts val="0"/>
              </a:spcAft>
              <a:buClr>
                <a:schemeClr val="lt1"/>
              </a:buClr>
              <a:buSzPts val="1100"/>
              <a:buChar char="■"/>
            </a:pPr>
            <a:r>
              <a:rPr lang="en" sz="1100"/>
              <a:t>Technical program management</a:t>
            </a:r>
            <a:endParaRPr sz="1100"/>
          </a:p>
          <a:p>
            <a:pPr marL="457200" lvl="0" indent="-298450" algn="l" rtl="0">
              <a:spcBef>
                <a:spcPts val="600"/>
              </a:spcBef>
              <a:spcAft>
                <a:spcPts val="0"/>
              </a:spcAft>
              <a:buClr>
                <a:schemeClr val="lt1"/>
              </a:buClr>
              <a:buSzPts val="1100"/>
              <a:buChar char="■"/>
            </a:pPr>
            <a:r>
              <a:rPr lang="en" sz="1100"/>
              <a:t>Technical centralization and evolution guidance</a:t>
            </a:r>
            <a:endParaRPr sz="1100"/>
          </a:p>
          <a:p>
            <a:pPr marL="457200" lvl="0" indent="-298450" algn="l" rtl="0">
              <a:spcBef>
                <a:spcPts val="600"/>
              </a:spcBef>
              <a:spcAft>
                <a:spcPts val="0"/>
              </a:spcAft>
              <a:buClr>
                <a:schemeClr val="lt1"/>
              </a:buClr>
              <a:buSzPts val="1100"/>
              <a:buChar char="■"/>
            </a:pPr>
            <a:r>
              <a:rPr lang="en" sz="1100"/>
              <a:t>Use case discovery and evolution guidance</a:t>
            </a:r>
            <a:endParaRPr sz="1100"/>
          </a:p>
          <a:p>
            <a:pPr marL="457200" lvl="0" indent="-298450" algn="l" rtl="0">
              <a:spcBef>
                <a:spcPts val="600"/>
              </a:spcBef>
              <a:spcAft>
                <a:spcPts val="600"/>
              </a:spcAft>
              <a:buClr>
                <a:schemeClr val="lt1"/>
              </a:buClr>
              <a:buSzPts val="1100"/>
              <a:buChar char="■"/>
            </a:pPr>
            <a:r>
              <a:rPr lang="en" sz="1100"/>
              <a:t>Value management advisory</a:t>
            </a:r>
            <a:endParaRPr sz="1100"/>
          </a:p>
        </p:txBody>
      </p:sp>
      <p:sp>
        <p:nvSpPr>
          <p:cNvPr id="7321" name="Google Shape;7321;p523"/>
          <p:cNvSpPr txBox="1">
            <a:spLocks noGrp="1"/>
          </p:cNvSpPr>
          <p:nvPr>
            <p:ph type="title"/>
          </p:nvPr>
        </p:nvSpPr>
        <p:spPr>
          <a:xfrm>
            <a:off x="457201" y="114300"/>
            <a:ext cx="8229600" cy="369300"/>
          </a:xfrm>
          <a:prstGeom prst="rect">
            <a:avLst/>
          </a:prstGeom>
        </p:spPr>
        <p:txBody>
          <a:bodyPr spcFirstLastPara="1" wrap="square" lIns="0" tIns="0" rIns="0" bIns="0" anchor="t" anchorCtr="0">
            <a:spAutoFit/>
          </a:bodyPr>
          <a:lstStyle/>
          <a:p>
            <a:pPr marL="0" lvl="0" indent="0" algn="l" rtl="0">
              <a:spcBef>
                <a:spcPts val="0"/>
              </a:spcBef>
              <a:spcAft>
                <a:spcPts val="0"/>
              </a:spcAft>
              <a:buNone/>
            </a:pPr>
            <a:r>
              <a:rPr lang="en" sz="2400"/>
              <a:t>Camunda Service Offerings</a:t>
            </a:r>
            <a:endParaRPr sz="2400"/>
          </a:p>
        </p:txBody>
      </p:sp>
      <p:sp>
        <p:nvSpPr>
          <p:cNvPr id="7322" name="Google Shape;7322;p523"/>
          <p:cNvSpPr txBox="1"/>
          <p:nvPr/>
        </p:nvSpPr>
        <p:spPr>
          <a:xfrm>
            <a:off x="451675" y="602975"/>
            <a:ext cx="8229600" cy="1848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n" sz="1200" i="1">
                <a:solidFill>
                  <a:schemeClr val="dk1"/>
                </a:solidFill>
                <a:latin typeface="IBM Plex Sans"/>
                <a:ea typeface="IBM Plex Sans"/>
                <a:cs typeface="IBM Plex Sans"/>
                <a:sym typeface="IBM Plex Sans"/>
              </a:rPr>
              <a:t>Camunda post-sales consulting services are here to guide you from day one</a:t>
            </a:r>
            <a:endParaRPr sz="1200" i="1">
              <a:solidFill>
                <a:schemeClr val="dk1"/>
              </a:solidFill>
              <a:latin typeface="IBM Plex Sans"/>
              <a:ea typeface="IBM Plex Sans"/>
              <a:cs typeface="IBM Plex Sans"/>
              <a:sym typeface="IBM Plex Sans"/>
            </a:endParaRPr>
          </a:p>
        </p:txBody>
      </p:sp>
      <p:sp>
        <p:nvSpPr>
          <p:cNvPr id="7323" name="Google Shape;7323;p523"/>
          <p:cNvSpPr txBox="1">
            <a:spLocks noGrp="1"/>
          </p:cNvSpPr>
          <p:nvPr>
            <p:ph type="body" idx="2"/>
          </p:nvPr>
        </p:nvSpPr>
        <p:spPr>
          <a:xfrm>
            <a:off x="304800" y="1885950"/>
            <a:ext cx="2469000" cy="363900"/>
          </a:xfrm>
          <a:prstGeom prst="rect">
            <a:avLst/>
          </a:prstGeom>
        </p:spPr>
        <p:txBody>
          <a:bodyPr spcFirstLastPara="1" wrap="square" lIns="0" tIns="0" rIns="0" bIns="0" anchor="t" anchorCtr="0">
            <a:spAutoFit/>
          </a:bodyPr>
          <a:lstStyle/>
          <a:p>
            <a:pPr marL="0" lvl="0" indent="0" algn="ctr" rtl="0">
              <a:spcBef>
                <a:spcPts val="0"/>
              </a:spcBef>
              <a:spcAft>
                <a:spcPts val="600"/>
              </a:spcAft>
              <a:buNone/>
            </a:pPr>
            <a:r>
              <a:rPr lang="en" sz="1100" i="1"/>
              <a:t>Seamless enablement for all Camunda adopters anytime, anywhere</a:t>
            </a:r>
            <a:endParaRPr sz="1100" i="1"/>
          </a:p>
        </p:txBody>
      </p:sp>
      <p:sp>
        <p:nvSpPr>
          <p:cNvPr id="7324" name="Google Shape;7324;p523"/>
          <p:cNvSpPr txBox="1">
            <a:spLocks noGrp="1"/>
          </p:cNvSpPr>
          <p:nvPr>
            <p:ph type="body" idx="2"/>
          </p:nvPr>
        </p:nvSpPr>
        <p:spPr>
          <a:xfrm>
            <a:off x="3331125" y="1885950"/>
            <a:ext cx="2469000" cy="363900"/>
          </a:xfrm>
          <a:prstGeom prst="rect">
            <a:avLst/>
          </a:prstGeom>
        </p:spPr>
        <p:txBody>
          <a:bodyPr spcFirstLastPara="1" wrap="square" lIns="0" tIns="0" rIns="0" bIns="0" anchor="t" anchorCtr="0">
            <a:spAutoFit/>
          </a:bodyPr>
          <a:lstStyle/>
          <a:p>
            <a:pPr marL="0" lvl="0" indent="0" algn="ctr" rtl="0">
              <a:spcBef>
                <a:spcPts val="0"/>
              </a:spcBef>
              <a:spcAft>
                <a:spcPts val="600"/>
              </a:spcAft>
              <a:buNone/>
            </a:pPr>
            <a:r>
              <a:rPr lang="en" sz="1100" i="1"/>
              <a:t>Maximize outcomes for your Camunda project through expert guidance</a:t>
            </a:r>
            <a:endParaRPr sz="1100" i="1"/>
          </a:p>
        </p:txBody>
      </p:sp>
      <p:sp>
        <p:nvSpPr>
          <p:cNvPr id="7325" name="Google Shape;7325;p523"/>
          <p:cNvSpPr txBox="1">
            <a:spLocks noGrp="1"/>
          </p:cNvSpPr>
          <p:nvPr>
            <p:ph type="body" idx="2"/>
          </p:nvPr>
        </p:nvSpPr>
        <p:spPr>
          <a:xfrm>
            <a:off x="6394400" y="1885950"/>
            <a:ext cx="2469000" cy="363900"/>
          </a:xfrm>
          <a:prstGeom prst="rect">
            <a:avLst/>
          </a:prstGeom>
        </p:spPr>
        <p:txBody>
          <a:bodyPr spcFirstLastPara="1" wrap="square" lIns="0" tIns="0" rIns="0" bIns="0" anchor="t" anchorCtr="0">
            <a:spAutoFit/>
          </a:bodyPr>
          <a:lstStyle/>
          <a:p>
            <a:pPr marL="0" lvl="0" indent="0" algn="ctr" rtl="0">
              <a:spcBef>
                <a:spcPts val="0"/>
              </a:spcBef>
              <a:spcAft>
                <a:spcPts val="600"/>
              </a:spcAft>
              <a:buNone/>
            </a:pPr>
            <a:r>
              <a:rPr lang="en" sz="1100" i="1"/>
              <a:t>Your trusted advisor for organisation-wide adoption</a:t>
            </a:r>
            <a:endParaRPr sz="1100" i="1"/>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Shape 7329"/>
        <p:cNvGrpSpPr/>
        <p:nvPr/>
      </p:nvGrpSpPr>
      <p:grpSpPr>
        <a:xfrm>
          <a:off x="0" y="0"/>
          <a:ext cx="0" cy="0"/>
          <a:chOff x="0" y="0"/>
          <a:chExt cx="0" cy="0"/>
        </a:xfrm>
      </p:grpSpPr>
      <p:sp>
        <p:nvSpPr>
          <p:cNvPr id="7330" name="Google Shape;7330;p524"/>
          <p:cNvSpPr txBox="1">
            <a:spLocks noGrp="1"/>
          </p:cNvSpPr>
          <p:nvPr>
            <p:ph type="title"/>
          </p:nvPr>
        </p:nvSpPr>
        <p:spPr>
          <a:xfrm>
            <a:off x="457200" y="114300"/>
            <a:ext cx="8229600" cy="903300"/>
          </a:xfrm>
          <a:prstGeom prst="rect">
            <a:avLst/>
          </a:prstGeom>
          <a:noFill/>
          <a:ln>
            <a:noFill/>
          </a:ln>
        </p:spPr>
        <p:txBody>
          <a:bodyPr spcFirstLastPara="1" wrap="square" lIns="0" tIns="0" rIns="0" bIns="0" anchor="t" anchorCtr="0">
            <a:normAutofit/>
          </a:bodyPr>
          <a:lstStyle/>
          <a:p>
            <a:pPr marL="0" lvl="0" indent="0" algn="l" rtl="0">
              <a:lnSpc>
                <a:spcPct val="100000"/>
              </a:lnSpc>
              <a:spcBef>
                <a:spcPts val="0"/>
              </a:spcBef>
              <a:spcAft>
                <a:spcPts val="0"/>
              </a:spcAft>
              <a:buClr>
                <a:schemeClr val="lt2"/>
              </a:buClr>
              <a:buSzPts val="3400"/>
              <a:buNone/>
            </a:pPr>
            <a:r>
              <a:rPr lang="en"/>
              <a:t>Customer &amp; Partner voices about ProSA</a:t>
            </a:r>
            <a:endParaRPr/>
          </a:p>
        </p:txBody>
      </p:sp>
      <p:sp>
        <p:nvSpPr>
          <p:cNvPr id="7331" name="Google Shape;7331;p524"/>
          <p:cNvSpPr txBox="1">
            <a:spLocks noGrp="1"/>
          </p:cNvSpPr>
          <p:nvPr>
            <p:ph type="sldNum" idx="12"/>
          </p:nvPr>
        </p:nvSpPr>
        <p:spPr>
          <a:xfrm>
            <a:off x="8366700" y="4805546"/>
            <a:ext cx="548700" cy="215400"/>
          </a:xfrm>
          <a:prstGeom prst="rect">
            <a:avLst/>
          </a:prstGeom>
          <a:noFill/>
          <a:ln>
            <a:noFill/>
          </a:ln>
        </p:spPr>
        <p:txBody>
          <a:bodyPr spcFirstLastPara="1" wrap="square" lIns="0" tIns="0" rIns="0" bIns="0" anchor="b" anchorCtr="0">
            <a:normAutofit/>
          </a:bodyPr>
          <a:lstStyle/>
          <a:p>
            <a:pPr marL="0" lvl="0" indent="0" algn="l" rtl="0">
              <a:lnSpc>
                <a:spcPct val="100000"/>
              </a:lnSpc>
              <a:spcBef>
                <a:spcPts val="0"/>
              </a:spcBef>
              <a:spcAft>
                <a:spcPts val="0"/>
              </a:spcAft>
              <a:buSzPts val="800"/>
              <a:buNone/>
            </a:pPr>
            <a:fld id="{00000000-1234-1234-1234-123412341234}" type="slidenum">
              <a:rPr lang="en"/>
              <a:t>99</a:t>
            </a:fld>
            <a:endParaRPr/>
          </a:p>
        </p:txBody>
      </p:sp>
      <p:sp>
        <p:nvSpPr>
          <p:cNvPr id="7332" name="Google Shape;7332;p524"/>
          <p:cNvSpPr txBox="1">
            <a:spLocks noGrp="1"/>
          </p:cNvSpPr>
          <p:nvPr>
            <p:ph type="subTitle" idx="1"/>
          </p:nvPr>
        </p:nvSpPr>
        <p:spPr>
          <a:xfrm>
            <a:off x="467075" y="4814525"/>
            <a:ext cx="2326500" cy="206400"/>
          </a:xfrm>
          <a:prstGeom prst="rect">
            <a:avLst/>
          </a:prstGeom>
          <a:noFill/>
          <a:ln>
            <a:noFill/>
          </a:ln>
        </p:spPr>
        <p:txBody>
          <a:bodyPr spcFirstLastPara="1" wrap="square" lIns="0" tIns="0" rIns="0" bIns="0" anchor="b" anchorCtr="0">
            <a:normAutofit/>
          </a:bodyPr>
          <a:lstStyle/>
          <a:p>
            <a:pPr marL="457200" lvl="0" indent="-330200" algn="l" rtl="0">
              <a:lnSpc>
                <a:spcPct val="115000"/>
              </a:lnSpc>
              <a:spcBef>
                <a:spcPts val="0"/>
              </a:spcBef>
              <a:spcAft>
                <a:spcPts val="0"/>
              </a:spcAft>
              <a:buClr>
                <a:schemeClr val="accent5"/>
              </a:buClr>
              <a:buSzPts val="700"/>
              <a:buNone/>
            </a:pPr>
            <a:endParaRPr/>
          </a:p>
        </p:txBody>
      </p:sp>
      <p:sp>
        <p:nvSpPr>
          <p:cNvPr id="7333" name="Google Shape;7333;p524"/>
          <p:cNvSpPr/>
          <p:nvPr/>
        </p:nvSpPr>
        <p:spPr>
          <a:xfrm>
            <a:off x="0" y="3474720"/>
            <a:ext cx="9144000" cy="1668900"/>
          </a:xfrm>
          <a:prstGeom prst="rect">
            <a:avLst/>
          </a:prstGeom>
          <a:solidFill>
            <a:schemeClr val="l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7334" name="Google Shape;7334;p524"/>
          <p:cNvSpPr/>
          <p:nvPr/>
        </p:nvSpPr>
        <p:spPr>
          <a:xfrm>
            <a:off x="859487" y="1584193"/>
            <a:ext cx="2326500" cy="2025900"/>
          </a:xfrm>
          <a:prstGeom prst="rect">
            <a:avLst/>
          </a:prstGeom>
          <a:noFill/>
          <a:ln w="9525" cap="flat" cmpd="sng">
            <a:solidFill>
              <a:srgbClr val="F7F7F7"/>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7335" name="Google Shape;7335;p524"/>
          <p:cNvSpPr/>
          <p:nvPr/>
        </p:nvSpPr>
        <p:spPr>
          <a:xfrm>
            <a:off x="1517718" y="1352461"/>
            <a:ext cx="1048200" cy="488400"/>
          </a:xfrm>
          <a:prstGeom prst="rect">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7336" name="Google Shape;7336;p524"/>
          <p:cNvSpPr/>
          <p:nvPr/>
        </p:nvSpPr>
        <p:spPr>
          <a:xfrm>
            <a:off x="1599794" y="1371805"/>
            <a:ext cx="883800" cy="424800"/>
          </a:xfrm>
          <a:prstGeom prst="roundRect">
            <a:avLst>
              <a:gd name="adj" fmla="val 16667"/>
            </a:avLst>
          </a:prstGeom>
          <a:solidFill>
            <a:srgbClr val="F7F7F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pic>
        <p:nvPicPr>
          <p:cNvPr id="7337" name="Google Shape;7337;p524" descr="capbpm logo"/>
          <p:cNvPicPr preferRelativeResize="0"/>
          <p:nvPr/>
        </p:nvPicPr>
        <p:blipFill rotWithShape="1">
          <a:blip r:embed="rId3">
            <a:alphaModFix/>
          </a:blip>
          <a:srcRect/>
          <a:stretch/>
        </p:blipFill>
        <p:spPr>
          <a:xfrm>
            <a:off x="1773189" y="1415989"/>
            <a:ext cx="510034" cy="318771"/>
          </a:xfrm>
          <a:prstGeom prst="rect">
            <a:avLst/>
          </a:prstGeom>
          <a:noFill/>
          <a:ln>
            <a:noFill/>
          </a:ln>
        </p:spPr>
      </p:pic>
      <p:sp>
        <p:nvSpPr>
          <p:cNvPr id="7338" name="Google Shape;7338;p524"/>
          <p:cNvSpPr/>
          <p:nvPr/>
        </p:nvSpPr>
        <p:spPr>
          <a:xfrm>
            <a:off x="879809" y="1908641"/>
            <a:ext cx="2304000" cy="2595600"/>
          </a:xfrm>
          <a:prstGeom prst="rect">
            <a:avLst/>
          </a:prstGeom>
          <a:solidFill>
            <a:schemeClr val="dk1"/>
          </a:solid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950"/>
              <a:buFont typeface="Arial"/>
              <a:buNone/>
            </a:pPr>
            <a:r>
              <a:rPr lang="en" sz="950" b="0" i="0" u="none" strike="noStrike" cap="none">
                <a:solidFill>
                  <a:schemeClr val="lt1"/>
                </a:solidFill>
                <a:latin typeface="IBM Plex Sans Light"/>
                <a:ea typeface="IBM Plex Sans Light"/>
                <a:cs typeface="IBM Plex Sans Light"/>
                <a:sym typeface="IBM Plex Sans Light"/>
              </a:rPr>
              <a:t>“We have teamed with Camunda's ProSA (Project Success Acceleration) program on three separate clients across the financial, retail, and transportation industries. </a:t>
            </a:r>
            <a:r>
              <a:rPr lang="en" sz="950" b="0" i="0" u="none" strike="noStrike" cap="none">
                <a:solidFill>
                  <a:schemeClr val="lt1"/>
                </a:solidFill>
                <a:latin typeface="IBM Plex Sans SemiBold"/>
                <a:ea typeface="IBM Plex Sans SemiBold"/>
                <a:cs typeface="IBM Plex Sans SemiBold"/>
                <a:sym typeface="IBM Plex Sans SemiBold"/>
              </a:rPr>
              <a:t>Our experience has been overwhelmingly positive.</a:t>
            </a:r>
            <a:r>
              <a:rPr lang="en" sz="950" b="0" i="0" u="none" strike="noStrike" cap="none">
                <a:solidFill>
                  <a:schemeClr val="lt1"/>
                </a:solidFill>
                <a:latin typeface="IBM Plex Sans Light"/>
                <a:ea typeface="IBM Plex Sans Light"/>
                <a:cs typeface="IBM Plex Sans Light"/>
                <a:sym typeface="IBM Plex Sans Light"/>
              </a:rPr>
              <a:t> [...] </a:t>
            </a:r>
            <a:r>
              <a:rPr lang="en" sz="950" b="0" i="0" u="none" strike="noStrike" cap="none">
                <a:solidFill>
                  <a:schemeClr val="lt1"/>
                </a:solidFill>
                <a:latin typeface="IBM Plex Sans SemiBold"/>
                <a:ea typeface="IBM Plex Sans SemiBold"/>
                <a:cs typeface="IBM Plex Sans SemiBold"/>
                <a:sym typeface="IBM Plex Sans SemiBold"/>
              </a:rPr>
              <a:t>We actively request our clients to utilize their ProSA consulting hours </a:t>
            </a:r>
            <a:r>
              <a:rPr lang="en" sz="950" b="0" i="0" u="none" strike="noStrike" cap="none">
                <a:solidFill>
                  <a:schemeClr val="lt1"/>
                </a:solidFill>
                <a:latin typeface="IBM Plex Sans Light"/>
                <a:ea typeface="IBM Plex Sans Light"/>
                <a:cs typeface="IBM Plex Sans Light"/>
                <a:sym typeface="IBM Plex Sans Light"/>
              </a:rPr>
              <a:t>at various, strategic checkpoints during our projects. [...] By doing so we </a:t>
            </a:r>
            <a:r>
              <a:rPr lang="en" sz="950" b="0" i="0" u="none" strike="noStrike" cap="none">
                <a:solidFill>
                  <a:schemeClr val="lt1"/>
                </a:solidFill>
                <a:latin typeface="IBM Plex Sans SemiBold"/>
                <a:ea typeface="IBM Plex Sans SemiBold"/>
                <a:cs typeface="IBM Plex Sans SemiBold"/>
                <a:sym typeface="IBM Plex Sans SemiBold"/>
              </a:rPr>
              <a:t>de-risk the process for our clients</a:t>
            </a:r>
            <a:r>
              <a:rPr lang="en" sz="950" b="0" i="0" u="none" strike="noStrike" cap="none">
                <a:solidFill>
                  <a:schemeClr val="lt1"/>
                </a:solidFill>
                <a:latin typeface="IBM Plex Sans Light"/>
                <a:ea typeface="IBM Plex Sans Light"/>
                <a:cs typeface="IBM Plex Sans Light"/>
                <a:sym typeface="IBM Plex Sans Light"/>
              </a:rPr>
              <a:t>. Often we uncover techniques that allow us to </a:t>
            </a:r>
            <a:r>
              <a:rPr lang="en" sz="950" b="0" i="0" u="none" strike="noStrike" cap="none">
                <a:solidFill>
                  <a:schemeClr val="lt1"/>
                </a:solidFill>
                <a:latin typeface="IBM Plex Sans SemiBold"/>
                <a:ea typeface="IBM Plex Sans SemiBold"/>
                <a:cs typeface="IBM Plex Sans SemiBold"/>
                <a:sym typeface="IBM Plex Sans SemiBold"/>
              </a:rPr>
              <a:t>compress project timelines</a:t>
            </a:r>
            <a:r>
              <a:rPr lang="en" sz="950" b="0" i="0" u="none" strike="noStrike" cap="none">
                <a:solidFill>
                  <a:schemeClr val="lt1"/>
                </a:solidFill>
                <a:latin typeface="IBM Plex Sans Light"/>
                <a:ea typeface="IBM Plex Sans Light"/>
                <a:cs typeface="IBM Plex Sans Light"/>
                <a:sym typeface="IBM Plex Sans Light"/>
              </a:rPr>
              <a:t> and allow the inclusion of new features within the same delivery windows” </a:t>
            </a:r>
            <a:endParaRPr sz="950" b="0" i="0" u="none" strike="noStrike" cap="none">
              <a:solidFill>
                <a:schemeClr val="lt1"/>
              </a:solidFill>
              <a:latin typeface="Arial"/>
              <a:ea typeface="Arial"/>
              <a:cs typeface="Arial"/>
              <a:sym typeface="Arial"/>
            </a:endParaRPr>
          </a:p>
        </p:txBody>
      </p:sp>
      <p:sp>
        <p:nvSpPr>
          <p:cNvPr id="7339" name="Google Shape;7339;p524"/>
          <p:cNvSpPr/>
          <p:nvPr/>
        </p:nvSpPr>
        <p:spPr>
          <a:xfrm>
            <a:off x="3370752" y="1584193"/>
            <a:ext cx="2326500" cy="2025900"/>
          </a:xfrm>
          <a:prstGeom prst="rect">
            <a:avLst/>
          </a:prstGeom>
          <a:noFill/>
          <a:ln w="9525" cap="flat" cmpd="sng">
            <a:solidFill>
              <a:srgbClr val="F7F7F7"/>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7340" name="Google Shape;7340;p524"/>
          <p:cNvSpPr/>
          <p:nvPr/>
        </p:nvSpPr>
        <p:spPr>
          <a:xfrm>
            <a:off x="4028983" y="1352461"/>
            <a:ext cx="1048200" cy="488400"/>
          </a:xfrm>
          <a:prstGeom prst="rect">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7341" name="Google Shape;7341;p524"/>
          <p:cNvSpPr/>
          <p:nvPr/>
        </p:nvSpPr>
        <p:spPr>
          <a:xfrm>
            <a:off x="4111059" y="1371805"/>
            <a:ext cx="883800" cy="424800"/>
          </a:xfrm>
          <a:prstGeom prst="roundRect">
            <a:avLst>
              <a:gd name="adj" fmla="val 16667"/>
            </a:avLst>
          </a:prstGeom>
          <a:solidFill>
            <a:srgbClr val="F7F7F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7342" name="Google Shape;7342;p524"/>
          <p:cNvSpPr/>
          <p:nvPr/>
        </p:nvSpPr>
        <p:spPr>
          <a:xfrm>
            <a:off x="3391074" y="1908641"/>
            <a:ext cx="2304000" cy="2595600"/>
          </a:xfrm>
          <a:prstGeom prst="rect">
            <a:avLst/>
          </a:prstGeom>
          <a:solidFill>
            <a:schemeClr val="dk1"/>
          </a:solid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950"/>
              <a:buFont typeface="Arial"/>
              <a:buNone/>
            </a:pPr>
            <a:r>
              <a:rPr lang="en" sz="950" b="0" i="0" u="none" strike="noStrike" cap="none">
                <a:solidFill>
                  <a:schemeClr val="lt1"/>
                </a:solidFill>
                <a:latin typeface="IBM Plex Sans Light"/>
                <a:ea typeface="IBM Plex Sans Light"/>
                <a:cs typeface="IBM Plex Sans Light"/>
                <a:sym typeface="IBM Plex Sans Light"/>
              </a:rPr>
              <a:t>“</a:t>
            </a:r>
            <a:r>
              <a:rPr lang="en" sz="950" b="0" i="0" u="none" strike="noStrike" cap="none">
                <a:solidFill>
                  <a:srgbClr val="FFFFFF"/>
                </a:solidFill>
                <a:latin typeface="IBM Plex Sans Light"/>
                <a:ea typeface="IBM Plex Sans Light"/>
                <a:cs typeface="IBM Plex Sans Light"/>
                <a:sym typeface="IBM Plex Sans Light"/>
              </a:rPr>
              <a:t>Overall, our </a:t>
            </a:r>
            <a:r>
              <a:rPr lang="en" sz="950" b="0" i="0" u="none" strike="noStrike" cap="none">
                <a:solidFill>
                  <a:srgbClr val="FFFFFF"/>
                </a:solidFill>
                <a:latin typeface="IBM Plex Sans SemiBold"/>
                <a:ea typeface="IBM Plex Sans SemiBold"/>
                <a:cs typeface="IBM Plex Sans SemiBold"/>
                <a:sym typeface="IBM Plex Sans SemiBold"/>
              </a:rPr>
              <a:t>experience has been very positive</a:t>
            </a:r>
            <a:r>
              <a:rPr lang="en" sz="950" b="0" i="0" u="none" strike="noStrike" cap="none">
                <a:solidFill>
                  <a:srgbClr val="FFFFFF"/>
                </a:solidFill>
                <a:latin typeface="IBM Plex Sans Light"/>
                <a:ea typeface="IBM Plex Sans Light"/>
                <a:cs typeface="IBM Plex Sans Light"/>
                <a:sym typeface="IBM Plex Sans Light"/>
              </a:rPr>
              <a:t>. Specifically, the</a:t>
            </a:r>
            <a:r>
              <a:rPr lang="en" sz="950" b="0" i="0" u="none" strike="noStrike" cap="none">
                <a:solidFill>
                  <a:srgbClr val="FFFFFF"/>
                </a:solidFill>
                <a:latin typeface="IBM Plex Sans SemiBold"/>
                <a:ea typeface="IBM Plex Sans SemiBold"/>
                <a:cs typeface="IBM Plex Sans SemiBold"/>
                <a:sym typeface="IBM Plex Sans SemiBold"/>
              </a:rPr>
              <a:t> sound expertise</a:t>
            </a:r>
            <a:r>
              <a:rPr lang="en" sz="950" b="0" i="0" u="none" strike="noStrike" cap="none">
                <a:solidFill>
                  <a:srgbClr val="FFFFFF"/>
                </a:solidFill>
                <a:latin typeface="IBM Plex Sans Light"/>
                <a:ea typeface="IBM Plex Sans Light"/>
                <a:cs typeface="IBM Plex Sans Light"/>
                <a:sym typeface="IBM Plex Sans Light"/>
              </a:rPr>
              <a:t> related to application configuration, system sizing and related scalability was directly and efficiently assisting the internal team’s efforts to provide an appropriate Camunda set-up which balances the overall D7 scalability requirements versus the costs for the related cloud consumption. In that sense </a:t>
            </a:r>
            <a:r>
              <a:rPr lang="en" sz="950" b="0" i="0" u="none" strike="noStrike" cap="none">
                <a:solidFill>
                  <a:srgbClr val="FFFFFF"/>
                </a:solidFill>
                <a:latin typeface="IBM Plex Sans SemiBold"/>
                <a:ea typeface="IBM Plex Sans SemiBold"/>
                <a:cs typeface="IBM Plex Sans SemiBold"/>
                <a:sym typeface="IBM Plex Sans SemiBold"/>
              </a:rPr>
              <a:t>our partnership with ProSA significantly contributed to the know-how build-up of the internal team and lowered the pressure on this team to a large exten</a:t>
            </a:r>
            <a:r>
              <a:rPr lang="en" sz="950">
                <a:solidFill>
                  <a:srgbClr val="FFFFFF"/>
                </a:solidFill>
                <a:latin typeface="IBM Plex Sans SemiBold"/>
                <a:ea typeface="IBM Plex Sans SemiBold"/>
                <a:cs typeface="IBM Plex Sans SemiBold"/>
                <a:sym typeface="IBM Plex Sans SemiBold"/>
              </a:rPr>
              <a:t>t</a:t>
            </a:r>
            <a:r>
              <a:rPr lang="en" sz="950" b="0" i="0" u="none" strike="noStrike" cap="none">
                <a:solidFill>
                  <a:schemeClr val="lt1"/>
                </a:solidFill>
                <a:latin typeface="IBM Plex Sans Light"/>
                <a:ea typeface="IBM Plex Sans Light"/>
                <a:cs typeface="IBM Plex Sans Light"/>
                <a:sym typeface="IBM Plex Sans Light"/>
              </a:rPr>
              <a:t>” </a:t>
            </a:r>
            <a:endParaRPr sz="950" b="0" i="0" u="none" strike="noStrike" cap="none">
              <a:solidFill>
                <a:schemeClr val="lt1"/>
              </a:solidFill>
              <a:latin typeface="IBM Plex Sans Light"/>
              <a:ea typeface="IBM Plex Sans Light"/>
              <a:cs typeface="IBM Plex Sans Light"/>
              <a:sym typeface="IBM Plex Sans Light"/>
            </a:endParaRPr>
          </a:p>
        </p:txBody>
      </p:sp>
      <p:sp>
        <p:nvSpPr>
          <p:cNvPr id="7343" name="Google Shape;7343;p524"/>
          <p:cNvSpPr/>
          <p:nvPr/>
        </p:nvSpPr>
        <p:spPr>
          <a:xfrm>
            <a:off x="5882017" y="1584193"/>
            <a:ext cx="2326500" cy="2025900"/>
          </a:xfrm>
          <a:prstGeom prst="rect">
            <a:avLst/>
          </a:prstGeom>
          <a:noFill/>
          <a:ln w="9525" cap="flat" cmpd="sng">
            <a:solidFill>
              <a:srgbClr val="F7F7F7"/>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7344" name="Google Shape;7344;p524"/>
          <p:cNvSpPr/>
          <p:nvPr/>
        </p:nvSpPr>
        <p:spPr>
          <a:xfrm>
            <a:off x="6540248" y="1352461"/>
            <a:ext cx="1048200" cy="488400"/>
          </a:xfrm>
          <a:prstGeom prst="rect">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7345" name="Google Shape;7345;p524"/>
          <p:cNvSpPr/>
          <p:nvPr/>
        </p:nvSpPr>
        <p:spPr>
          <a:xfrm>
            <a:off x="6622324" y="1371805"/>
            <a:ext cx="883800" cy="424800"/>
          </a:xfrm>
          <a:prstGeom prst="roundRect">
            <a:avLst>
              <a:gd name="adj" fmla="val 16667"/>
            </a:avLst>
          </a:prstGeom>
          <a:solidFill>
            <a:srgbClr val="F7F7F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7346" name="Google Shape;7346;p524"/>
          <p:cNvSpPr/>
          <p:nvPr/>
        </p:nvSpPr>
        <p:spPr>
          <a:xfrm>
            <a:off x="5902339" y="1908641"/>
            <a:ext cx="2304000" cy="2595600"/>
          </a:xfrm>
          <a:prstGeom prst="rect">
            <a:avLst/>
          </a:prstGeom>
          <a:solidFill>
            <a:schemeClr val="dk1"/>
          </a:solid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950"/>
              <a:buFont typeface="Arial"/>
              <a:buNone/>
            </a:pPr>
            <a:r>
              <a:rPr lang="en" sz="950" b="0" i="0" u="none" strike="noStrike" cap="none">
                <a:solidFill>
                  <a:schemeClr val="lt1"/>
                </a:solidFill>
                <a:latin typeface="IBM Plex Sans Light"/>
                <a:ea typeface="IBM Plex Sans Light"/>
                <a:cs typeface="IBM Plex Sans Light"/>
                <a:sym typeface="IBM Plex Sans Light"/>
              </a:rPr>
              <a:t>“</a:t>
            </a:r>
            <a:r>
              <a:rPr lang="en" sz="900" b="0" i="0" u="none" strike="noStrike" cap="none">
                <a:solidFill>
                  <a:schemeClr val="lt1"/>
                </a:solidFill>
                <a:latin typeface="IBM Plex Sans"/>
                <a:ea typeface="IBM Plex Sans"/>
                <a:cs typeface="IBM Plex Sans"/>
                <a:sym typeface="IBM Plex Sans"/>
              </a:rPr>
              <a:t>Overall, the partnership with Camunda Consulting h</a:t>
            </a:r>
            <a:r>
              <a:rPr lang="en" sz="900" b="0" i="0" u="none" strike="noStrike" cap="none">
                <a:solidFill>
                  <a:schemeClr val="lt1"/>
                </a:solidFill>
                <a:latin typeface="IBM Plex Sans SemiBold"/>
                <a:ea typeface="IBM Plex Sans SemiBold"/>
                <a:cs typeface="IBM Plex Sans SemiBold"/>
                <a:sym typeface="IBM Plex Sans SemiBold"/>
              </a:rPr>
              <a:t>elped us significantly in the design of new processes and increasing their efficienc</a:t>
            </a:r>
            <a:r>
              <a:rPr lang="en" sz="900" b="0" i="0" u="none" strike="noStrike" cap="none">
                <a:solidFill>
                  <a:schemeClr val="lt1"/>
                </a:solidFill>
                <a:latin typeface="IBM Plex Sans"/>
                <a:ea typeface="IBM Plex Sans"/>
                <a:cs typeface="IBM Plex Sans"/>
                <a:sym typeface="IBM Plex Sans"/>
              </a:rPr>
              <a:t>y. Furthermore, it enabled us to considerably expand the expertise of our Camunda and IT teams to find new innovative solutions.</a:t>
            </a:r>
            <a:r>
              <a:rPr lang="en" sz="950" b="0" i="0" u="none" strike="noStrike" cap="none">
                <a:solidFill>
                  <a:schemeClr val="lt1"/>
                </a:solidFill>
                <a:latin typeface="IBM Plex Sans Light"/>
                <a:ea typeface="IBM Plex Sans Light"/>
                <a:cs typeface="IBM Plex Sans Light"/>
                <a:sym typeface="IBM Plex Sans Light"/>
              </a:rPr>
              <a:t>” </a:t>
            </a:r>
            <a:endParaRPr sz="950" b="0" i="0" u="none" strike="noStrike" cap="none">
              <a:solidFill>
                <a:schemeClr val="lt1"/>
              </a:solidFill>
              <a:latin typeface="Arial"/>
              <a:ea typeface="Arial"/>
              <a:cs typeface="Arial"/>
              <a:sym typeface="Arial"/>
            </a:endParaRPr>
          </a:p>
        </p:txBody>
      </p:sp>
      <p:pic>
        <p:nvPicPr>
          <p:cNvPr id="7347" name="Google Shape;7347;p524"/>
          <p:cNvPicPr preferRelativeResize="0"/>
          <p:nvPr/>
        </p:nvPicPr>
        <p:blipFill rotWithShape="1">
          <a:blip r:embed="rId4">
            <a:alphaModFix/>
          </a:blip>
          <a:srcRect/>
          <a:stretch/>
        </p:blipFill>
        <p:spPr>
          <a:xfrm>
            <a:off x="4143375" y="1487552"/>
            <a:ext cx="829186" cy="183532"/>
          </a:xfrm>
          <a:prstGeom prst="rect">
            <a:avLst/>
          </a:prstGeom>
          <a:noFill/>
          <a:ln>
            <a:noFill/>
          </a:ln>
        </p:spPr>
      </p:pic>
      <p:pic>
        <p:nvPicPr>
          <p:cNvPr id="7348" name="Google Shape;7348;p524" descr="Ein Bild, das Text, Schrift, Grafiken, Screenshot enthält.&#10;&#10;Automatisch generierte Beschreibung"/>
          <p:cNvPicPr preferRelativeResize="0"/>
          <p:nvPr/>
        </p:nvPicPr>
        <p:blipFill rotWithShape="1">
          <a:blip r:embed="rId5">
            <a:alphaModFix/>
          </a:blip>
          <a:srcRect/>
          <a:stretch/>
        </p:blipFill>
        <p:spPr>
          <a:xfrm>
            <a:off x="6700847" y="1414800"/>
            <a:ext cx="712142" cy="320400"/>
          </a:xfrm>
          <a:prstGeom prst="rect">
            <a:avLst/>
          </a:prstGeom>
          <a:noFill/>
          <a:ln>
            <a:noFill/>
          </a:ln>
        </p:spPr>
      </p:pic>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Shape 7352"/>
        <p:cNvGrpSpPr/>
        <p:nvPr/>
      </p:nvGrpSpPr>
      <p:grpSpPr>
        <a:xfrm>
          <a:off x="0" y="0"/>
          <a:ext cx="0" cy="0"/>
          <a:chOff x="0" y="0"/>
          <a:chExt cx="0" cy="0"/>
        </a:xfrm>
      </p:grpSpPr>
      <p:sp>
        <p:nvSpPr>
          <p:cNvPr id="7353" name="Google Shape;7353;p525"/>
          <p:cNvSpPr txBox="1">
            <a:spLocks noGrp="1"/>
          </p:cNvSpPr>
          <p:nvPr>
            <p:ph type="title"/>
          </p:nvPr>
        </p:nvSpPr>
        <p:spPr>
          <a:xfrm>
            <a:off x="1476301" y="1789950"/>
            <a:ext cx="5915700" cy="996300"/>
          </a:xfrm>
          <a:prstGeom prst="rect">
            <a:avLst/>
          </a:prstGeom>
        </p:spPr>
        <p:txBody>
          <a:bodyPr spcFirstLastPara="1" wrap="square" lIns="0" tIns="0" rIns="0" bIns="0" anchor="ctr" anchorCtr="0">
            <a:normAutofit/>
          </a:bodyPr>
          <a:lstStyle/>
          <a:p>
            <a:pPr marL="0" lvl="0" indent="0" algn="ctr" rtl="0">
              <a:spcBef>
                <a:spcPts val="0"/>
              </a:spcBef>
              <a:spcAft>
                <a:spcPts val="0"/>
              </a:spcAft>
              <a:buNone/>
            </a:pPr>
            <a:r>
              <a:rPr lang="en" sz="2200"/>
              <a:t>Camunda use cases</a:t>
            </a:r>
            <a:endParaRPr sz="2200"/>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Shape 7357"/>
        <p:cNvGrpSpPr/>
        <p:nvPr/>
      </p:nvGrpSpPr>
      <p:grpSpPr>
        <a:xfrm>
          <a:off x="0" y="0"/>
          <a:ext cx="0" cy="0"/>
          <a:chOff x="0" y="0"/>
          <a:chExt cx="0" cy="0"/>
        </a:xfrm>
      </p:grpSpPr>
      <p:sp>
        <p:nvSpPr>
          <p:cNvPr id="7358" name="Google Shape;7358;p526"/>
          <p:cNvSpPr/>
          <p:nvPr/>
        </p:nvSpPr>
        <p:spPr>
          <a:xfrm>
            <a:off x="457101" y="1152475"/>
            <a:ext cx="2497200" cy="2311200"/>
          </a:xfrm>
          <a:prstGeom prst="roundRect">
            <a:avLst>
              <a:gd name="adj" fmla="val 11313"/>
            </a:avLst>
          </a:prstGeom>
          <a:solidFill>
            <a:schemeClr val="accent1"/>
          </a:solidFill>
          <a:ln>
            <a:noFill/>
          </a:ln>
        </p:spPr>
        <p:txBody>
          <a:bodyPr spcFirstLastPara="1" wrap="square" lIns="57150" tIns="57150" rIns="57150" bIns="57150" anchor="t" anchorCtr="0">
            <a:noAutofit/>
          </a:bodyPr>
          <a:lstStyle/>
          <a:p>
            <a:pPr marL="0" lvl="0" indent="0" algn="ctr" rtl="0">
              <a:spcBef>
                <a:spcPts val="0"/>
              </a:spcBef>
              <a:spcAft>
                <a:spcPts val="0"/>
              </a:spcAft>
              <a:buNone/>
            </a:pPr>
            <a:endParaRPr sz="900"/>
          </a:p>
        </p:txBody>
      </p:sp>
      <p:sp>
        <p:nvSpPr>
          <p:cNvPr id="7359" name="Google Shape;7359;p526"/>
          <p:cNvSpPr/>
          <p:nvPr/>
        </p:nvSpPr>
        <p:spPr>
          <a:xfrm>
            <a:off x="457101" y="1592005"/>
            <a:ext cx="2497200" cy="2883900"/>
          </a:xfrm>
          <a:prstGeom prst="roundRect">
            <a:avLst>
              <a:gd name="adj" fmla="val 8673"/>
            </a:avLst>
          </a:prstGeom>
          <a:solidFill>
            <a:srgbClr val="000000"/>
          </a:solidFill>
          <a:ln>
            <a:noFill/>
          </a:ln>
        </p:spPr>
        <p:txBody>
          <a:bodyPr spcFirstLastPara="1" wrap="square" lIns="57150" tIns="57150" rIns="57150" bIns="57150" anchor="t" anchorCtr="0">
            <a:noAutofit/>
          </a:bodyPr>
          <a:lstStyle/>
          <a:p>
            <a:pPr marL="0" lvl="0" indent="0" algn="l" rtl="0">
              <a:spcBef>
                <a:spcPts val="0"/>
              </a:spcBef>
              <a:spcAft>
                <a:spcPts val="0"/>
              </a:spcAft>
              <a:buNone/>
            </a:pPr>
            <a:endParaRPr sz="900" b="1"/>
          </a:p>
        </p:txBody>
      </p:sp>
      <p:sp>
        <p:nvSpPr>
          <p:cNvPr id="7360" name="Google Shape;7360;p526"/>
          <p:cNvSpPr/>
          <p:nvPr/>
        </p:nvSpPr>
        <p:spPr>
          <a:xfrm>
            <a:off x="6189601" y="1152475"/>
            <a:ext cx="2497200" cy="2311200"/>
          </a:xfrm>
          <a:prstGeom prst="roundRect">
            <a:avLst>
              <a:gd name="adj" fmla="val 10000"/>
            </a:avLst>
          </a:prstGeom>
          <a:solidFill>
            <a:schemeClr val="dk2"/>
          </a:solidFill>
          <a:ln>
            <a:noFill/>
          </a:ln>
        </p:spPr>
        <p:txBody>
          <a:bodyPr spcFirstLastPara="1" wrap="square" lIns="57150" tIns="57150" rIns="57150" bIns="57150" anchor="t" anchorCtr="0">
            <a:noAutofit/>
          </a:bodyPr>
          <a:lstStyle/>
          <a:p>
            <a:pPr marL="0" lvl="0" indent="0" algn="ctr" rtl="0">
              <a:spcBef>
                <a:spcPts val="0"/>
              </a:spcBef>
              <a:spcAft>
                <a:spcPts val="0"/>
              </a:spcAft>
              <a:buNone/>
            </a:pPr>
            <a:endParaRPr sz="900"/>
          </a:p>
        </p:txBody>
      </p:sp>
      <p:sp>
        <p:nvSpPr>
          <p:cNvPr id="7361" name="Google Shape;7361;p526"/>
          <p:cNvSpPr/>
          <p:nvPr/>
        </p:nvSpPr>
        <p:spPr>
          <a:xfrm>
            <a:off x="6189601" y="1592005"/>
            <a:ext cx="2497200" cy="2883900"/>
          </a:xfrm>
          <a:prstGeom prst="roundRect">
            <a:avLst>
              <a:gd name="adj" fmla="val 7882"/>
            </a:avLst>
          </a:prstGeom>
          <a:solidFill>
            <a:srgbClr val="000000"/>
          </a:solidFill>
          <a:ln>
            <a:noFill/>
          </a:ln>
        </p:spPr>
        <p:txBody>
          <a:bodyPr spcFirstLastPara="1" wrap="square" lIns="57150" tIns="57150" rIns="57150" bIns="57150" anchor="t" anchorCtr="0">
            <a:noAutofit/>
          </a:bodyPr>
          <a:lstStyle/>
          <a:p>
            <a:pPr marL="0" lvl="0" indent="0" algn="l" rtl="0">
              <a:spcBef>
                <a:spcPts val="0"/>
              </a:spcBef>
              <a:spcAft>
                <a:spcPts val="0"/>
              </a:spcAft>
              <a:buNone/>
            </a:pPr>
            <a:endParaRPr sz="900" b="1"/>
          </a:p>
        </p:txBody>
      </p:sp>
      <p:sp>
        <p:nvSpPr>
          <p:cNvPr id="7362" name="Google Shape;7362;p526"/>
          <p:cNvSpPr/>
          <p:nvPr/>
        </p:nvSpPr>
        <p:spPr>
          <a:xfrm>
            <a:off x="3317138" y="1152475"/>
            <a:ext cx="2497200" cy="2311200"/>
          </a:xfrm>
          <a:prstGeom prst="roundRect">
            <a:avLst>
              <a:gd name="adj" fmla="val 11544"/>
            </a:avLst>
          </a:prstGeom>
          <a:solidFill>
            <a:schemeClr val="accent6"/>
          </a:solidFill>
          <a:ln>
            <a:noFill/>
          </a:ln>
        </p:spPr>
        <p:txBody>
          <a:bodyPr spcFirstLastPara="1" wrap="square" lIns="57150" tIns="57150" rIns="57150" bIns="57150" anchor="t" anchorCtr="0">
            <a:noAutofit/>
          </a:bodyPr>
          <a:lstStyle/>
          <a:p>
            <a:pPr marL="0" lvl="0" indent="0" algn="ctr" rtl="0">
              <a:spcBef>
                <a:spcPts val="0"/>
              </a:spcBef>
              <a:spcAft>
                <a:spcPts val="0"/>
              </a:spcAft>
              <a:buNone/>
            </a:pPr>
            <a:endParaRPr sz="900"/>
          </a:p>
        </p:txBody>
      </p:sp>
      <p:sp>
        <p:nvSpPr>
          <p:cNvPr id="7363" name="Google Shape;7363;p526"/>
          <p:cNvSpPr/>
          <p:nvPr/>
        </p:nvSpPr>
        <p:spPr>
          <a:xfrm>
            <a:off x="3317138" y="1592005"/>
            <a:ext cx="2497200" cy="2883900"/>
          </a:xfrm>
          <a:prstGeom prst="roundRect">
            <a:avLst>
              <a:gd name="adj" fmla="val 8167"/>
            </a:avLst>
          </a:prstGeom>
          <a:solidFill>
            <a:srgbClr val="000000"/>
          </a:solidFill>
          <a:ln>
            <a:noFill/>
          </a:ln>
        </p:spPr>
        <p:txBody>
          <a:bodyPr spcFirstLastPara="1" wrap="square" lIns="57150" tIns="57150" rIns="57150" bIns="57150" anchor="t" anchorCtr="0">
            <a:noAutofit/>
          </a:bodyPr>
          <a:lstStyle/>
          <a:p>
            <a:pPr marL="0" lvl="0" indent="0" algn="l" rtl="0">
              <a:spcBef>
                <a:spcPts val="0"/>
              </a:spcBef>
              <a:spcAft>
                <a:spcPts val="0"/>
              </a:spcAft>
              <a:buNone/>
            </a:pPr>
            <a:endParaRPr sz="900" b="1"/>
          </a:p>
        </p:txBody>
      </p:sp>
      <p:sp>
        <p:nvSpPr>
          <p:cNvPr id="7364" name="Google Shape;7364;p526"/>
          <p:cNvSpPr txBox="1">
            <a:spLocks noGrp="1"/>
          </p:cNvSpPr>
          <p:nvPr>
            <p:ph type="body" idx="1"/>
          </p:nvPr>
        </p:nvSpPr>
        <p:spPr>
          <a:xfrm>
            <a:off x="578100" y="1741675"/>
            <a:ext cx="2215500" cy="2586600"/>
          </a:xfrm>
          <a:prstGeom prst="rect">
            <a:avLst/>
          </a:prstGeom>
        </p:spPr>
        <p:txBody>
          <a:bodyPr spcFirstLastPara="1" wrap="square" lIns="0" tIns="0" rIns="0" bIns="0" anchor="t" anchorCtr="0">
            <a:noAutofit/>
          </a:bodyPr>
          <a:lstStyle/>
          <a:p>
            <a:pPr marL="457200" lvl="0" indent="-304800" algn="l" rtl="0">
              <a:lnSpc>
                <a:spcPct val="100000"/>
              </a:lnSpc>
              <a:spcBef>
                <a:spcPts val="0"/>
              </a:spcBef>
              <a:spcAft>
                <a:spcPts val="0"/>
              </a:spcAft>
              <a:buSzPts val="1200"/>
              <a:buChar char="■"/>
            </a:pPr>
            <a:r>
              <a:rPr lang="en" sz="1200">
                <a:solidFill>
                  <a:schemeClr val="lt1"/>
                </a:solidFill>
              </a:rPr>
              <a:t>Building a centralized process automation platform</a:t>
            </a:r>
            <a:endParaRPr sz="1200">
              <a:solidFill>
                <a:schemeClr val="lt1"/>
              </a:solidFill>
            </a:endParaRPr>
          </a:p>
          <a:p>
            <a:pPr marL="457200" lvl="0" indent="-304800" algn="l" rtl="0">
              <a:lnSpc>
                <a:spcPct val="100000"/>
              </a:lnSpc>
              <a:spcBef>
                <a:spcPts val="1000"/>
              </a:spcBef>
              <a:spcAft>
                <a:spcPts val="0"/>
              </a:spcAft>
              <a:buSzPts val="1200"/>
              <a:buChar char="■"/>
            </a:pPr>
            <a:r>
              <a:rPr lang="en" sz="1200">
                <a:solidFill>
                  <a:schemeClr val="lt1"/>
                </a:solidFill>
              </a:rPr>
              <a:t>Replacing a legacy business process management suite (BPMS)</a:t>
            </a:r>
            <a:endParaRPr sz="1200">
              <a:solidFill>
                <a:schemeClr val="lt1"/>
              </a:solidFill>
            </a:endParaRPr>
          </a:p>
          <a:p>
            <a:pPr marL="457200" lvl="0" indent="-304800" algn="l" rtl="0">
              <a:lnSpc>
                <a:spcPct val="100000"/>
              </a:lnSpc>
              <a:spcBef>
                <a:spcPts val="1000"/>
              </a:spcBef>
              <a:spcAft>
                <a:spcPts val="0"/>
              </a:spcAft>
              <a:buSzPts val="1200"/>
              <a:buChar char="■"/>
            </a:pPr>
            <a:r>
              <a:rPr lang="en" sz="1200">
                <a:solidFill>
                  <a:schemeClr val="lt1"/>
                </a:solidFill>
              </a:rPr>
              <a:t>Replacing homegrown workflow technology </a:t>
            </a:r>
            <a:endParaRPr sz="1200">
              <a:solidFill>
                <a:schemeClr val="lt1"/>
              </a:solidFill>
            </a:endParaRPr>
          </a:p>
          <a:p>
            <a:pPr marL="457200" lvl="0" indent="-304800" algn="l" rtl="0">
              <a:lnSpc>
                <a:spcPct val="100000"/>
              </a:lnSpc>
              <a:spcBef>
                <a:spcPts val="1000"/>
              </a:spcBef>
              <a:spcAft>
                <a:spcPts val="1000"/>
              </a:spcAft>
              <a:buSzPts val="1200"/>
              <a:buChar char="■"/>
            </a:pPr>
            <a:r>
              <a:rPr lang="en" sz="1200">
                <a:solidFill>
                  <a:schemeClr val="lt1"/>
                </a:solidFill>
              </a:rPr>
              <a:t>Moving applications to the cloud </a:t>
            </a:r>
            <a:endParaRPr sz="1200">
              <a:solidFill>
                <a:schemeClr val="lt1"/>
              </a:solidFill>
            </a:endParaRPr>
          </a:p>
        </p:txBody>
      </p:sp>
      <p:sp>
        <p:nvSpPr>
          <p:cNvPr id="7365" name="Google Shape;7365;p526"/>
          <p:cNvSpPr txBox="1">
            <a:spLocks noGrp="1"/>
          </p:cNvSpPr>
          <p:nvPr>
            <p:ph type="body" idx="4294967295"/>
          </p:nvPr>
        </p:nvSpPr>
        <p:spPr>
          <a:xfrm>
            <a:off x="3430600" y="1741675"/>
            <a:ext cx="2282700" cy="2586600"/>
          </a:xfrm>
          <a:prstGeom prst="rect">
            <a:avLst/>
          </a:prstGeom>
        </p:spPr>
        <p:txBody>
          <a:bodyPr spcFirstLastPara="1" wrap="square" lIns="0" tIns="0" rIns="0" bIns="0" anchor="t" anchorCtr="0">
            <a:noAutofit/>
          </a:bodyPr>
          <a:lstStyle/>
          <a:p>
            <a:pPr marL="457200" lvl="0" indent="-304800" algn="l" rtl="0">
              <a:lnSpc>
                <a:spcPct val="100000"/>
              </a:lnSpc>
              <a:spcBef>
                <a:spcPts val="0"/>
              </a:spcBef>
              <a:spcAft>
                <a:spcPts val="0"/>
              </a:spcAft>
              <a:buSzPts val="1200"/>
              <a:buChar char="■"/>
            </a:pPr>
            <a:r>
              <a:rPr lang="en" sz="1200">
                <a:solidFill>
                  <a:schemeClr val="lt1"/>
                </a:solidFill>
              </a:rPr>
              <a:t>Human workflow automation</a:t>
            </a:r>
            <a:endParaRPr sz="1200">
              <a:solidFill>
                <a:schemeClr val="lt1"/>
              </a:solidFill>
            </a:endParaRPr>
          </a:p>
          <a:p>
            <a:pPr marL="457200" lvl="0" indent="-304800" algn="l" rtl="0">
              <a:lnSpc>
                <a:spcPct val="100000"/>
              </a:lnSpc>
              <a:spcBef>
                <a:spcPts val="1000"/>
              </a:spcBef>
              <a:spcAft>
                <a:spcPts val="0"/>
              </a:spcAft>
              <a:buSzPts val="1200"/>
              <a:buChar char="■"/>
            </a:pPr>
            <a:r>
              <a:rPr lang="en" sz="1200">
                <a:solidFill>
                  <a:schemeClr val="lt1"/>
                </a:solidFill>
              </a:rPr>
              <a:t>Microservices orchestration </a:t>
            </a:r>
            <a:endParaRPr sz="1200">
              <a:solidFill>
                <a:schemeClr val="lt1"/>
              </a:solidFill>
            </a:endParaRPr>
          </a:p>
          <a:p>
            <a:pPr marL="457200" lvl="0" indent="-304800" algn="l" rtl="0">
              <a:lnSpc>
                <a:spcPct val="100000"/>
              </a:lnSpc>
              <a:spcBef>
                <a:spcPts val="1000"/>
              </a:spcBef>
              <a:spcAft>
                <a:spcPts val="0"/>
              </a:spcAft>
              <a:buSzPts val="1200"/>
              <a:buChar char="■"/>
            </a:pPr>
            <a:r>
              <a:rPr lang="en" sz="1200">
                <a:solidFill>
                  <a:schemeClr val="lt1"/>
                </a:solidFill>
              </a:rPr>
              <a:t>RPA bot orchestration</a:t>
            </a:r>
            <a:endParaRPr sz="1200">
              <a:solidFill>
                <a:schemeClr val="lt1"/>
              </a:solidFill>
            </a:endParaRPr>
          </a:p>
          <a:p>
            <a:pPr marL="457200" lvl="0" indent="-304800" algn="l" rtl="0">
              <a:lnSpc>
                <a:spcPct val="100000"/>
              </a:lnSpc>
              <a:spcBef>
                <a:spcPts val="1000"/>
              </a:spcBef>
              <a:spcAft>
                <a:spcPts val="0"/>
              </a:spcAft>
              <a:buSzPts val="1200"/>
              <a:buChar char="■"/>
            </a:pPr>
            <a:r>
              <a:rPr lang="en" sz="1200">
                <a:solidFill>
                  <a:schemeClr val="lt1"/>
                </a:solidFill>
              </a:rPr>
              <a:t>Decision automation</a:t>
            </a:r>
            <a:endParaRPr sz="1200">
              <a:solidFill>
                <a:schemeClr val="lt1"/>
              </a:solidFill>
            </a:endParaRPr>
          </a:p>
          <a:p>
            <a:pPr marL="457200" lvl="0" indent="-304800" algn="l" rtl="0">
              <a:lnSpc>
                <a:spcPct val="100000"/>
              </a:lnSpc>
              <a:spcBef>
                <a:spcPts val="1000"/>
              </a:spcBef>
              <a:spcAft>
                <a:spcPts val="1000"/>
              </a:spcAft>
              <a:buSzPts val="1200"/>
              <a:buChar char="■"/>
            </a:pPr>
            <a:r>
              <a:rPr lang="en" sz="1200">
                <a:solidFill>
                  <a:schemeClr val="lt1"/>
                </a:solidFill>
              </a:rPr>
              <a:t>Document management</a:t>
            </a:r>
            <a:endParaRPr sz="1200">
              <a:solidFill>
                <a:schemeClr val="lt1"/>
              </a:solidFill>
            </a:endParaRPr>
          </a:p>
        </p:txBody>
      </p:sp>
      <p:sp>
        <p:nvSpPr>
          <p:cNvPr id="7366" name="Google Shape;7366;p526"/>
          <p:cNvSpPr txBox="1">
            <a:spLocks noGrp="1"/>
          </p:cNvSpPr>
          <p:nvPr>
            <p:ph type="body" idx="4294967295"/>
          </p:nvPr>
        </p:nvSpPr>
        <p:spPr>
          <a:xfrm>
            <a:off x="6296850" y="1741675"/>
            <a:ext cx="2165100" cy="2586600"/>
          </a:xfrm>
          <a:prstGeom prst="rect">
            <a:avLst/>
          </a:prstGeom>
        </p:spPr>
        <p:txBody>
          <a:bodyPr spcFirstLastPara="1" wrap="square" lIns="0" tIns="0" rIns="0" bIns="0" anchor="t" anchorCtr="0">
            <a:noAutofit/>
          </a:bodyPr>
          <a:lstStyle/>
          <a:p>
            <a:pPr marL="457200" lvl="0" indent="-304800" algn="l" rtl="0">
              <a:lnSpc>
                <a:spcPct val="100000"/>
              </a:lnSpc>
              <a:spcBef>
                <a:spcPts val="0"/>
              </a:spcBef>
              <a:spcAft>
                <a:spcPts val="0"/>
              </a:spcAft>
              <a:buSzPts val="1200"/>
              <a:buChar char="■"/>
            </a:pPr>
            <a:r>
              <a:rPr lang="en" sz="1200">
                <a:solidFill>
                  <a:schemeClr val="lt1"/>
                </a:solidFill>
              </a:rPr>
              <a:t>Customer onboarding and data management</a:t>
            </a:r>
            <a:endParaRPr sz="1200">
              <a:solidFill>
                <a:schemeClr val="lt1"/>
              </a:solidFill>
            </a:endParaRPr>
          </a:p>
          <a:p>
            <a:pPr marL="457200" lvl="0" indent="-304800" algn="l" rtl="0">
              <a:lnSpc>
                <a:spcPct val="100000"/>
              </a:lnSpc>
              <a:spcBef>
                <a:spcPts val="1000"/>
              </a:spcBef>
              <a:spcAft>
                <a:spcPts val="0"/>
              </a:spcAft>
              <a:buSzPts val="1200"/>
              <a:buChar char="■"/>
            </a:pPr>
            <a:r>
              <a:rPr lang="en" sz="1200">
                <a:solidFill>
                  <a:schemeClr val="lt1"/>
                </a:solidFill>
              </a:rPr>
              <a:t>Order management</a:t>
            </a:r>
            <a:endParaRPr sz="1200">
              <a:solidFill>
                <a:schemeClr val="lt1"/>
              </a:solidFill>
            </a:endParaRPr>
          </a:p>
          <a:p>
            <a:pPr marL="457200" lvl="0" indent="-304800" algn="l" rtl="0">
              <a:lnSpc>
                <a:spcPct val="100000"/>
              </a:lnSpc>
              <a:spcBef>
                <a:spcPts val="1000"/>
              </a:spcBef>
              <a:spcAft>
                <a:spcPts val="0"/>
              </a:spcAft>
              <a:buSzPts val="1200"/>
              <a:buChar char="■"/>
            </a:pPr>
            <a:r>
              <a:rPr lang="en" sz="1200">
                <a:solidFill>
                  <a:schemeClr val="lt1"/>
                </a:solidFill>
              </a:rPr>
              <a:t>Claims management</a:t>
            </a:r>
            <a:endParaRPr sz="1200">
              <a:solidFill>
                <a:schemeClr val="lt1"/>
              </a:solidFill>
            </a:endParaRPr>
          </a:p>
          <a:p>
            <a:pPr marL="457200" lvl="0" indent="-304800" algn="l" rtl="0">
              <a:lnSpc>
                <a:spcPct val="100000"/>
              </a:lnSpc>
              <a:spcBef>
                <a:spcPts val="1000"/>
              </a:spcBef>
              <a:spcAft>
                <a:spcPts val="0"/>
              </a:spcAft>
              <a:buSzPts val="1200"/>
              <a:buChar char="■"/>
            </a:pPr>
            <a:r>
              <a:rPr lang="en" sz="1200">
                <a:solidFill>
                  <a:schemeClr val="lt1"/>
                </a:solidFill>
              </a:rPr>
              <a:t>Loan origination</a:t>
            </a:r>
            <a:endParaRPr sz="1200">
              <a:solidFill>
                <a:schemeClr val="lt1"/>
              </a:solidFill>
            </a:endParaRPr>
          </a:p>
          <a:p>
            <a:pPr marL="457200" lvl="0" indent="-304800" algn="l" rtl="0">
              <a:lnSpc>
                <a:spcPct val="100000"/>
              </a:lnSpc>
              <a:spcBef>
                <a:spcPts val="1000"/>
              </a:spcBef>
              <a:spcAft>
                <a:spcPts val="1000"/>
              </a:spcAft>
              <a:buSzPts val="1200"/>
              <a:buChar char="■"/>
            </a:pPr>
            <a:r>
              <a:rPr lang="en" sz="1200">
                <a:solidFill>
                  <a:schemeClr val="lt1"/>
                </a:solidFill>
              </a:rPr>
              <a:t>Risk management and underwriting</a:t>
            </a:r>
            <a:endParaRPr sz="1200">
              <a:solidFill>
                <a:schemeClr val="lt1"/>
              </a:solidFill>
            </a:endParaRPr>
          </a:p>
        </p:txBody>
      </p:sp>
      <p:sp>
        <p:nvSpPr>
          <p:cNvPr id="7367" name="Google Shape;7367;p526"/>
          <p:cNvSpPr txBox="1">
            <a:spLocks noGrp="1"/>
          </p:cNvSpPr>
          <p:nvPr>
            <p:ph type="subTitle" idx="4294967295"/>
          </p:nvPr>
        </p:nvSpPr>
        <p:spPr>
          <a:xfrm>
            <a:off x="444675" y="1163575"/>
            <a:ext cx="2497200" cy="436500"/>
          </a:xfrm>
          <a:prstGeom prst="rect">
            <a:avLst/>
          </a:prstGeom>
        </p:spPr>
        <p:txBody>
          <a:bodyPr spcFirstLastPara="1" wrap="square" lIns="0" tIns="0" rIns="0" bIns="0" anchor="ctr" anchorCtr="0">
            <a:normAutofit/>
          </a:bodyPr>
          <a:lstStyle/>
          <a:p>
            <a:pPr marL="0" lvl="0" indent="0" algn="ctr" rtl="0">
              <a:spcBef>
                <a:spcPts val="0"/>
              </a:spcBef>
              <a:spcAft>
                <a:spcPts val="1200"/>
              </a:spcAft>
              <a:buNone/>
            </a:pPr>
            <a:r>
              <a:rPr lang="en" sz="1400">
                <a:solidFill>
                  <a:schemeClr val="lt1"/>
                </a:solidFill>
                <a:latin typeface="IBM Plex Sans SemiBold"/>
                <a:ea typeface="IBM Plex Sans SemiBold"/>
                <a:cs typeface="IBM Plex Sans SemiBold"/>
                <a:sym typeface="IBM Plex Sans SemiBold"/>
              </a:rPr>
              <a:t>IT Initiatives</a:t>
            </a:r>
            <a:endParaRPr sz="1400">
              <a:solidFill>
                <a:schemeClr val="lt1"/>
              </a:solidFill>
              <a:latin typeface="IBM Plex Sans SemiBold"/>
              <a:ea typeface="IBM Plex Sans SemiBold"/>
              <a:cs typeface="IBM Plex Sans SemiBold"/>
              <a:sym typeface="IBM Plex Sans SemiBold"/>
            </a:endParaRPr>
          </a:p>
        </p:txBody>
      </p:sp>
      <p:sp>
        <p:nvSpPr>
          <p:cNvPr id="7368" name="Google Shape;7368;p526"/>
          <p:cNvSpPr txBox="1">
            <a:spLocks noGrp="1"/>
          </p:cNvSpPr>
          <p:nvPr>
            <p:ph type="subTitle" idx="4294967295"/>
          </p:nvPr>
        </p:nvSpPr>
        <p:spPr>
          <a:xfrm>
            <a:off x="3304713" y="1163575"/>
            <a:ext cx="2497200" cy="436500"/>
          </a:xfrm>
          <a:prstGeom prst="rect">
            <a:avLst/>
          </a:prstGeom>
        </p:spPr>
        <p:txBody>
          <a:bodyPr spcFirstLastPara="1" wrap="square" lIns="0" tIns="0" rIns="0" bIns="0" anchor="ctr" anchorCtr="0">
            <a:normAutofit/>
          </a:bodyPr>
          <a:lstStyle/>
          <a:p>
            <a:pPr marL="0" lvl="0" indent="0" algn="ctr" rtl="0">
              <a:spcBef>
                <a:spcPts val="0"/>
              </a:spcBef>
              <a:spcAft>
                <a:spcPts val="1200"/>
              </a:spcAft>
              <a:buNone/>
            </a:pPr>
            <a:r>
              <a:rPr lang="en" sz="1400">
                <a:solidFill>
                  <a:schemeClr val="lt1"/>
                </a:solidFill>
                <a:latin typeface="IBM Plex Sans SemiBold"/>
                <a:ea typeface="IBM Plex Sans SemiBold"/>
                <a:cs typeface="IBM Plex Sans SemiBold"/>
                <a:sym typeface="IBM Plex Sans SemiBold"/>
              </a:rPr>
              <a:t>Technical Use Cases</a:t>
            </a:r>
            <a:endParaRPr sz="1400">
              <a:solidFill>
                <a:schemeClr val="lt1"/>
              </a:solidFill>
              <a:latin typeface="IBM Plex Sans SemiBold"/>
              <a:ea typeface="IBM Plex Sans SemiBold"/>
              <a:cs typeface="IBM Plex Sans SemiBold"/>
              <a:sym typeface="IBM Plex Sans SemiBold"/>
            </a:endParaRPr>
          </a:p>
        </p:txBody>
      </p:sp>
      <p:sp>
        <p:nvSpPr>
          <p:cNvPr id="7369" name="Google Shape;7369;p526"/>
          <p:cNvSpPr txBox="1">
            <a:spLocks noGrp="1"/>
          </p:cNvSpPr>
          <p:nvPr>
            <p:ph type="subTitle" idx="4294967295"/>
          </p:nvPr>
        </p:nvSpPr>
        <p:spPr>
          <a:xfrm>
            <a:off x="6177175" y="1163575"/>
            <a:ext cx="2497200" cy="436500"/>
          </a:xfrm>
          <a:prstGeom prst="rect">
            <a:avLst/>
          </a:prstGeom>
        </p:spPr>
        <p:txBody>
          <a:bodyPr spcFirstLastPara="1" wrap="square" lIns="0" tIns="0" rIns="0" bIns="0" anchor="ctr" anchorCtr="0">
            <a:normAutofit/>
          </a:bodyPr>
          <a:lstStyle/>
          <a:p>
            <a:pPr marL="0" lvl="0" indent="0" algn="ctr" rtl="0">
              <a:spcBef>
                <a:spcPts val="0"/>
              </a:spcBef>
              <a:spcAft>
                <a:spcPts val="1200"/>
              </a:spcAft>
              <a:buNone/>
            </a:pPr>
            <a:r>
              <a:rPr lang="en" sz="1400">
                <a:solidFill>
                  <a:schemeClr val="lt1"/>
                </a:solidFill>
                <a:latin typeface="IBM Plex Sans SemiBold"/>
                <a:ea typeface="IBM Plex Sans SemiBold"/>
                <a:cs typeface="IBM Plex Sans SemiBold"/>
                <a:sym typeface="IBM Plex Sans SemiBold"/>
              </a:rPr>
              <a:t>Business Processes</a:t>
            </a:r>
            <a:endParaRPr sz="1400">
              <a:solidFill>
                <a:schemeClr val="lt1"/>
              </a:solidFill>
              <a:latin typeface="IBM Plex Sans SemiBold"/>
              <a:ea typeface="IBM Plex Sans SemiBold"/>
              <a:cs typeface="IBM Plex Sans SemiBold"/>
              <a:sym typeface="IBM Plex Sans SemiBold"/>
            </a:endParaRPr>
          </a:p>
        </p:txBody>
      </p:sp>
      <p:sp>
        <p:nvSpPr>
          <p:cNvPr id="7370" name="Google Shape;7370;p526"/>
          <p:cNvSpPr txBox="1">
            <a:spLocks noGrp="1"/>
          </p:cNvSpPr>
          <p:nvPr>
            <p:ph type="title"/>
          </p:nvPr>
        </p:nvSpPr>
        <p:spPr>
          <a:xfrm>
            <a:off x="457200" y="114300"/>
            <a:ext cx="8229600" cy="431100"/>
          </a:xfrm>
          <a:prstGeom prst="rect">
            <a:avLst/>
          </a:prstGeom>
        </p:spPr>
        <p:txBody>
          <a:bodyPr spcFirstLastPara="1" wrap="square" lIns="0" tIns="0" rIns="0" bIns="0" anchor="t" anchorCtr="0">
            <a:spAutoFit/>
          </a:bodyPr>
          <a:lstStyle/>
          <a:p>
            <a:pPr marL="0" lvl="0" indent="0" algn="l" rtl="0">
              <a:spcBef>
                <a:spcPts val="0"/>
              </a:spcBef>
              <a:spcAft>
                <a:spcPts val="0"/>
              </a:spcAft>
              <a:buNone/>
            </a:pPr>
            <a:r>
              <a:rPr lang="en" sz="2800"/>
              <a:t>Popular Camunda use cases</a:t>
            </a:r>
            <a:endParaRPr sz="2800"/>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Shape 7374"/>
        <p:cNvGrpSpPr/>
        <p:nvPr/>
      </p:nvGrpSpPr>
      <p:grpSpPr>
        <a:xfrm>
          <a:off x="0" y="0"/>
          <a:ext cx="0" cy="0"/>
          <a:chOff x="0" y="0"/>
          <a:chExt cx="0" cy="0"/>
        </a:xfrm>
      </p:grpSpPr>
      <p:pic>
        <p:nvPicPr>
          <p:cNvPr id="7375" name="Google Shape;7375;p527"/>
          <p:cNvPicPr preferRelativeResize="0"/>
          <p:nvPr/>
        </p:nvPicPr>
        <p:blipFill rotWithShape="1">
          <a:blip r:embed="rId3">
            <a:alphaModFix/>
          </a:blip>
          <a:srcRect l="21488" r="20976"/>
          <a:stretch/>
        </p:blipFill>
        <p:spPr>
          <a:xfrm>
            <a:off x="3563303" y="1998875"/>
            <a:ext cx="2391839" cy="2571750"/>
          </a:xfrm>
          <a:prstGeom prst="rect">
            <a:avLst/>
          </a:prstGeom>
          <a:noFill/>
          <a:ln>
            <a:noFill/>
          </a:ln>
        </p:spPr>
      </p:pic>
      <p:sp>
        <p:nvSpPr>
          <p:cNvPr id="7376" name="Google Shape;7376;p527"/>
          <p:cNvSpPr txBox="1">
            <a:spLocks noGrp="1"/>
          </p:cNvSpPr>
          <p:nvPr>
            <p:ph type="body" idx="4294967295"/>
          </p:nvPr>
        </p:nvSpPr>
        <p:spPr>
          <a:xfrm>
            <a:off x="457100" y="738700"/>
            <a:ext cx="3785400" cy="424500"/>
          </a:xfrm>
          <a:prstGeom prst="rect">
            <a:avLst/>
          </a:prstGeom>
        </p:spPr>
        <p:txBody>
          <a:bodyPr spcFirstLastPara="1" wrap="square" lIns="0" tIns="0" rIns="0" bIns="0" anchor="t" anchorCtr="0">
            <a:noAutofit/>
          </a:bodyPr>
          <a:lstStyle/>
          <a:p>
            <a:pPr marL="0" lvl="0" indent="0" algn="l" rtl="0">
              <a:lnSpc>
                <a:spcPct val="95000"/>
              </a:lnSpc>
              <a:spcBef>
                <a:spcPts val="0"/>
              </a:spcBef>
              <a:spcAft>
                <a:spcPts val="1200"/>
              </a:spcAft>
              <a:buNone/>
            </a:pPr>
            <a:r>
              <a:rPr lang="en" sz="1400">
                <a:solidFill>
                  <a:schemeClr val="accent4"/>
                </a:solidFill>
              </a:rPr>
              <a:t>Use Camunda as the engine to power modernization and centralization</a:t>
            </a:r>
            <a:endParaRPr sz="1400">
              <a:solidFill>
                <a:schemeClr val="accent4"/>
              </a:solidFill>
            </a:endParaRPr>
          </a:p>
        </p:txBody>
      </p:sp>
      <p:cxnSp>
        <p:nvCxnSpPr>
          <p:cNvPr id="7377" name="Google Shape;7377;p527"/>
          <p:cNvCxnSpPr/>
          <p:nvPr/>
        </p:nvCxnSpPr>
        <p:spPr>
          <a:xfrm>
            <a:off x="2980538" y="4201100"/>
            <a:ext cx="831600" cy="0"/>
          </a:xfrm>
          <a:prstGeom prst="straightConnector1">
            <a:avLst/>
          </a:prstGeom>
          <a:noFill/>
          <a:ln w="28575" cap="flat" cmpd="sng">
            <a:solidFill>
              <a:schemeClr val="dk2"/>
            </a:solidFill>
            <a:prstDash val="solid"/>
            <a:round/>
            <a:headEnd type="none" w="med" len="med"/>
            <a:tailEnd type="none" w="med" len="med"/>
          </a:ln>
        </p:spPr>
      </p:cxnSp>
      <p:cxnSp>
        <p:nvCxnSpPr>
          <p:cNvPr id="7378" name="Google Shape;7378;p527"/>
          <p:cNvCxnSpPr/>
          <p:nvPr/>
        </p:nvCxnSpPr>
        <p:spPr>
          <a:xfrm>
            <a:off x="6058559" y="3286711"/>
            <a:ext cx="353400" cy="0"/>
          </a:xfrm>
          <a:prstGeom prst="straightConnector1">
            <a:avLst/>
          </a:prstGeom>
          <a:noFill/>
          <a:ln w="28575" cap="flat" cmpd="sng">
            <a:solidFill>
              <a:schemeClr val="dk2"/>
            </a:solidFill>
            <a:prstDash val="solid"/>
            <a:round/>
            <a:headEnd type="none" w="med" len="med"/>
            <a:tailEnd type="none" w="med" len="med"/>
          </a:ln>
        </p:spPr>
      </p:cxnSp>
      <p:sp>
        <p:nvSpPr>
          <p:cNvPr id="7379" name="Google Shape;7379;p527"/>
          <p:cNvSpPr txBox="1"/>
          <p:nvPr/>
        </p:nvSpPr>
        <p:spPr>
          <a:xfrm>
            <a:off x="3718369" y="4757869"/>
            <a:ext cx="2095500" cy="277200"/>
          </a:xfrm>
          <a:prstGeom prst="rect">
            <a:avLst/>
          </a:prstGeom>
          <a:noFill/>
          <a:ln>
            <a:noFill/>
          </a:ln>
        </p:spPr>
        <p:txBody>
          <a:bodyPr spcFirstLastPara="1" wrap="square" lIns="68575" tIns="68575" rIns="68575" bIns="68575" anchor="ctr" anchorCtr="0">
            <a:spAutoFit/>
          </a:bodyPr>
          <a:lstStyle/>
          <a:p>
            <a:pPr marL="0" lvl="0" indent="0" algn="l" rtl="0">
              <a:spcBef>
                <a:spcPts val="0"/>
              </a:spcBef>
              <a:spcAft>
                <a:spcPts val="0"/>
              </a:spcAft>
              <a:buNone/>
            </a:pPr>
            <a:r>
              <a:rPr lang="en" sz="900">
                <a:solidFill>
                  <a:schemeClr val="accent4"/>
                </a:solidFill>
                <a:latin typeface="IBM Plex Sans"/>
                <a:ea typeface="IBM Plex Sans"/>
                <a:cs typeface="IBM Plex Sans"/>
                <a:sym typeface="IBM Plex Sans"/>
              </a:rPr>
              <a:t>Survey of customer projects, n = 864</a:t>
            </a:r>
            <a:endParaRPr sz="900">
              <a:solidFill>
                <a:schemeClr val="accent4"/>
              </a:solidFill>
              <a:latin typeface="IBM Plex Sans"/>
              <a:ea typeface="IBM Plex Sans"/>
              <a:cs typeface="IBM Plex Sans"/>
              <a:sym typeface="IBM Plex Sans"/>
            </a:endParaRPr>
          </a:p>
        </p:txBody>
      </p:sp>
      <p:grpSp>
        <p:nvGrpSpPr>
          <p:cNvPr id="7380" name="Google Shape;7380;p527"/>
          <p:cNvGrpSpPr/>
          <p:nvPr/>
        </p:nvGrpSpPr>
        <p:grpSpPr>
          <a:xfrm>
            <a:off x="5842350" y="100"/>
            <a:ext cx="2592900" cy="2060100"/>
            <a:chOff x="5689950" y="100"/>
            <a:chExt cx="2592900" cy="2060100"/>
          </a:xfrm>
        </p:grpSpPr>
        <p:sp>
          <p:nvSpPr>
            <p:cNvPr id="7381" name="Google Shape;7381;p527"/>
            <p:cNvSpPr/>
            <p:nvPr/>
          </p:nvSpPr>
          <p:spPr>
            <a:xfrm rot="10800000">
              <a:off x="5689950" y="100"/>
              <a:ext cx="2592900" cy="2060100"/>
            </a:xfrm>
            <a:prstGeom prst="round2SameRect">
              <a:avLst>
                <a:gd name="adj1" fmla="val 10061"/>
                <a:gd name="adj2" fmla="val 0"/>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82" name="Google Shape;7382;p527"/>
            <p:cNvSpPr txBox="1"/>
            <p:nvPr/>
          </p:nvSpPr>
          <p:spPr>
            <a:xfrm>
              <a:off x="5864750" y="628100"/>
              <a:ext cx="2292000" cy="1323600"/>
            </a:xfrm>
            <a:prstGeom prst="rect">
              <a:avLst/>
            </a:prstGeom>
            <a:noFill/>
            <a:ln>
              <a:noFill/>
            </a:ln>
          </p:spPr>
          <p:txBody>
            <a:bodyPr spcFirstLastPara="1" wrap="square" lIns="68575" tIns="68575" rIns="68575" bIns="68575" anchor="t" anchorCtr="0">
              <a:spAutoFit/>
            </a:bodyPr>
            <a:lstStyle/>
            <a:p>
              <a:pPr marL="0" lvl="0" indent="0" algn="l" rtl="0">
                <a:spcBef>
                  <a:spcPts val="0"/>
                </a:spcBef>
                <a:spcAft>
                  <a:spcPts val="0"/>
                </a:spcAft>
                <a:buNone/>
              </a:pPr>
              <a:r>
                <a:rPr lang="en" sz="1100" b="1">
                  <a:solidFill>
                    <a:schemeClr val="dk1"/>
                  </a:solidFill>
                  <a:latin typeface="IBM Plex Sans"/>
                  <a:ea typeface="IBM Plex Sans"/>
                  <a:cs typeface="IBM Plex Sans"/>
                  <a:sym typeface="IBM Plex Sans"/>
                </a:rPr>
                <a:t>British Telecom</a:t>
              </a:r>
              <a:r>
                <a:rPr lang="en" sz="1100">
                  <a:solidFill>
                    <a:schemeClr val="dk1"/>
                  </a:solidFill>
                  <a:latin typeface="IBM Plex Sans"/>
                  <a:ea typeface="IBM Plex Sans"/>
                  <a:cs typeface="IBM Plex Sans"/>
                  <a:sym typeface="IBM Plex Sans"/>
                </a:rPr>
                <a:t> processes 5x more orders every week with a 20% reduction in costs and a 20% increase in NPS score after replacing a complex and limiting homegrown process automation system with Camunda.</a:t>
              </a:r>
              <a:endParaRPr sz="1100">
                <a:solidFill>
                  <a:schemeClr val="dk1"/>
                </a:solidFill>
                <a:latin typeface="IBM Plex Sans"/>
                <a:ea typeface="IBM Plex Sans"/>
                <a:cs typeface="IBM Plex Sans"/>
                <a:sym typeface="IBM Plex Sans"/>
              </a:endParaRPr>
            </a:p>
          </p:txBody>
        </p:sp>
        <p:sp>
          <p:nvSpPr>
            <p:cNvPr id="7383" name="Google Shape;7383;p527"/>
            <p:cNvSpPr txBox="1"/>
            <p:nvPr/>
          </p:nvSpPr>
          <p:spPr>
            <a:xfrm>
              <a:off x="5864750" y="141800"/>
              <a:ext cx="2292000" cy="482700"/>
            </a:xfrm>
            <a:prstGeom prst="rect">
              <a:avLst/>
            </a:prstGeom>
            <a:noFill/>
            <a:ln>
              <a:noFill/>
            </a:ln>
          </p:spPr>
          <p:txBody>
            <a:bodyPr spcFirstLastPara="1" wrap="square" lIns="68575" tIns="68575" rIns="68575" bIns="68575" anchor="t" anchorCtr="0">
              <a:spAutoFit/>
            </a:bodyPr>
            <a:lstStyle/>
            <a:p>
              <a:pPr marL="0" lvl="0" indent="0" algn="l" rtl="0">
                <a:lnSpc>
                  <a:spcPct val="70000"/>
                </a:lnSpc>
                <a:spcBef>
                  <a:spcPts val="0"/>
                </a:spcBef>
                <a:spcAft>
                  <a:spcPts val="0"/>
                </a:spcAft>
                <a:buNone/>
              </a:pPr>
              <a:r>
                <a:rPr lang="en" sz="1300" b="1">
                  <a:solidFill>
                    <a:schemeClr val="dk1"/>
                  </a:solidFill>
                  <a:latin typeface="IBM Plex Sans"/>
                  <a:ea typeface="IBM Plex Sans"/>
                  <a:cs typeface="IBM Plex Sans"/>
                  <a:sym typeface="IBM Plex Sans"/>
                </a:rPr>
                <a:t>How Camunda</a:t>
              </a:r>
              <a:endParaRPr sz="1300" b="1">
                <a:solidFill>
                  <a:schemeClr val="dk1"/>
                </a:solidFill>
                <a:latin typeface="IBM Plex Sans"/>
                <a:ea typeface="IBM Plex Sans"/>
                <a:cs typeface="IBM Plex Sans"/>
                <a:sym typeface="IBM Plex Sans"/>
              </a:endParaRPr>
            </a:p>
            <a:p>
              <a:pPr marL="0" lvl="0" indent="0" algn="l" rtl="0">
                <a:lnSpc>
                  <a:spcPct val="70000"/>
                </a:lnSpc>
                <a:spcBef>
                  <a:spcPts val="500"/>
                </a:spcBef>
                <a:spcAft>
                  <a:spcPts val="500"/>
                </a:spcAft>
                <a:buNone/>
              </a:pPr>
              <a:r>
                <a:rPr lang="en" sz="1300" b="1">
                  <a:solidFill>
                    <a:schemeClr val="dk1"/>
                  </a:solidFill>
                  <a:latin typeface="IBM Plex Sans"/>
                  <a:ea typeface="IBM Plex Sans"/>
                  <a:cs typeface="IBM Plex Sans"/>
                  <a:sym typeface="IBM Plex Sans"/>
                </a:rPr>
                <a:t>changed the game:</a:t>
              </a:r>
              <a:endParaRPr sz="1300" b="1">
                <a:solidFill>
                  <a:schemeClr val="dk1"/>
                </a:solidFill>
                <a:latin typeface="IBM Plex Sans"/>
                <a:ea typeface="IBM Plex Sans"/>
                <a:cs typeface="IBM Plex Sans"/>
                <a:sym typeface="IBM Plex Sans"/>
              </a:endParaRPr>
            </a:p>
          </p:txBody>
        </p:sp>
      </p:grpSp>
      <p:cxnSp>
        <p:nvCxnSpPr>
          <p:cNvPr id="7384" name="Google Shape;7384;p527"/>
          <p:cNvCxnSpPr/>
          <p:nvPr/>
        </p:nvCxnSpPr>
        <p:spPr>
          <a:xfrm>
            <a:off x="2980538" y="2617106"/>
            <a:ext cx="610500" cy="0"/>
          </a:xfrm>
          <a:prstGeom prst="straightConnector1">
            <a:avLst/>
          </a:prstGeom>
          <a:noFill/>
          <a:ln w="28575" cap="flat" cmpd="sng">
            <a:solidFill>
              <a:schemeClr val="dk2"/>
            </a:solidFill>
            <a:prstDash val="solid"/>
            <a:round/>
            <a:headEnd type="none" w="med" len="med"/>
            <a:tailEnd type="none" w="med" len="med"/>
          </a:ln>
        </p:spPr>
      </p:cxnSp>
      <p:sp>
        <p:nvSpPr>
          <p:cNvPr id="7385" name="Google Shape;7385;p527"/>
          <p:cNvSpPr/>
          <p:nvPr/>
        </p:nvSpPr>
        <p:spPr>
          <a:xfrm>
            <a:off x="6524825" y="2911467"/>
            <a:ext cx="2481600" cy="750600"/>
          </a:xfrm>
          <a:prstGeom prst="roundRect">
            <a:avLst>
              <a:gd name="adj" fmla="val 16667"/>
            </a:avLst>
          </a:prstGeom>
          <a:solidFill>
            <a:srgbClr val="D1D3D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b="1">
                <a:solidFill>
                  <a:schemeClr val="dk1"/>
                </a:solidFill>
                <a:latin typeface="IBM Plex Sans"/>
                <a:ea typeface="IBM Plex Sans"/>
                <a:cs typeface="IBM Plex Sans"/>
                <a:sym typeface="IBM Plex Sans"/>
              </a:rPr>
              <a:t>Moving to the cloud, modernizing applications, </a:t>
            </a:r>
            <a:br>
              <a:rPr lang="en" b="1">
                <a:solidFill>
                  <a:schemeClr val="dk1"/>
                </a:solidFill>
                <a:latin typeface="IBM Plex Sans"/>
                <a:ea typeface="IBM Plex Sans"/>
                <a:cs typeface="IBM Plex Sans"/>
                <a:sym typeface="IBM Plex Sans"/>
              </a:rPr>
            </a:br>
            <a:r>
              <a:rPr lang="en">
                <a:solidFill>
                  <a:schemeClr val="dk1"/>
                </a:solidFill>
                <a:latin typeface="IBM Plex Sans"/>
                <a:ea typeface="IBM Plex Sans"/>
                <a:cs typeface="IBM Plex Sans"/>
                <a:sym typeface="IBM Plex Sans"/>
              </a:rPr>
              <a:t>and other initiatives</a:t>
            </a:r>
            <a:endParaRPr>
              <a:solidFill>
                <a:schemeClr val="dk1"/>
              </a:solidFill>
              <a:latin typeface="IBM Plex Sans"/>
              <a:ea typeface="IBM Plex Sans"/>
              <a:cs typeface="IBM Plex Sans"/>
              <a:sym typeface="IBM Plex Sans"/>
            </a:endParaRPr>
          </a:p>
        </p:txBody>
      </p:sp>
      <p:sp>
        <p:nvSpPr>
          <p:cNvPr id="7386" name="Google Shape;7386;p527"/>
          <p:cNvSpPr/>
          <p:nvPr/>
        </p:nvSpPr>
        <p:spPr>
          <a:xfrm>
            <a:off x="371475" y="3811029"/>
            <a:ext cx="2481600" cy="750600"/>
          </a:xfrm>
          <a:prstGeom prst="roundRect">
            <a:avLst>
              <a:gd name="adj" fmla="val 16667"/>
            </a:avLst>
          </a:prstGeom>
          <a:solidFill>
            <a:srgbClr val="D1D3D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b="1">
                <a:solidFill>
                  <a:schemeClr val="dk1"/>
                </a:solidFill>
                <a:latin typeface="IBM Plex Sans"/>
                <a:ea typeface="IBM Plex Sans"/>
                <a:cs typeface="IBM Plex Sans"/>
                <a:sym typeface="IBM Plex Sans"/>
              </a:rPr>
              <a:t>Replacing homegrown workflow technology</a:t>
            </a:r>
            <a:endParaRPr b="1">
              <a:solidFill>
                <a:schemeClr val="dk1"/>
              </a:solidFill>
              <a:latin typeface="IBM Plex Sans"/>
              <a:ea typeface="IBM Plex Sans"/>
              <a:cs typeface="IBM Plex Sans"/>
              <a:sym typeface="IBM Plex Sans"/>
            </a:endParaRPr>
          </a:p>
        </p:txBody>
      </p:sp>
      <p:sp>
        <p:nvSpPr>
          <p:cNvPr id="7387" name="Google Shape;7387;p527"/>
          <p:cNvSpPr/>
          <p:nvPr/>
        </p:nvSpPr>
        <p:spPr>
          <a:xfrm>
            <a:off x="371475" y="2240629"/>
            <a:ext cx="2481600" cy="750600"/>
          </a:xfrm>
          <a:prstGeom prst="roundRect">
            <a:avLst>
              <a:gd name="adj" fmla="val 16667"/>
            </a:avLst>
          </a:prstGeom>
          <a:solidFill>
            <a:srgbClr val="D1D3D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b="1">
                <a:solidFill>
                  <a:schemeClr val="dk1"/>
                </a:solidFill>
                <a:latin typeface="IBM Plex Sans"/>
                <a:ea typeface="IBM Plex Sans"/>
                <a:cs typeface="IBM Plex Sans"/>
                <a:sym typeface="IBM Plex Sans"/>
              </a:rPr>
              <a:t>Building a centralized process automation platform</a:t>
            </a:r>
            <a:endParaRPr b="1">
              <a:solidFill>
                <a:schemeClr val="dk1"/>
              </a:solidFill>
              <a:latin typeface="IBM Plex Sans"/>
              <a:ea typeface="IBM Plex Sans"/>
              <a:cs typeface="IBM Plex Sans"/>
              <a:sym typeface="IBM Plex Sans"/>
            </a:endParaRPr>
          </a:p>
        </p:txBody>
      </p:sp>
      <p:sp>
        <p:nvSpPr>
          <p:cNvPr id="7388" name="Google Shape;7388;p527"/>
          <p:cNvSpPr txBox="1"/>
          <p:nvPr/>
        </p:nvSpPr>
        <p:spPr>
          <a:xfrm>
            <a:off x="3831350" y="2429145"/>
            <a:ext cx="610500" cy="3693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200" b="1">
                <a:solidFill>
                  <a:schemeClr val="lt1"/>
                </a:solidFill>
                <a:latin typeface="IBM Plex Sans"/>
                <a:ea typeface="IBM Plex Sans"/>
                <a:cs typeface="IBM Plex Sans"/>
                <a:sym typeface="IBM Plex Sans"/>
              </a:rPr>
              <a:t>28%</a:t>
            </a:r>
            <a:endParaRPr sz="1200" b="1">
              <a:solidFill>
                <a:schemeClr val="lt1"/>
              </a:solidFill>
              <a:latin typeface="IBM Plex Sans"/>
              <a:ea typeface="IBM Plex Sans"/>
              <a:cs typeface="IBM Plex Sans"/>
              <a:sym typeface="IBM Plex Sans"/>
            </a:endParaRPr>
          </a:p>
        </p:txBody>
      </p:sp>
      <p:sp>
        <p:nvSpPr>
          <p:cNvPr id="7389" name="Google Shape;7389;p527"/>
          <p:cNvSpPr txBox="1"/>
          <p:nvPr/>
        </p:nvSpPr>
        <p:spPr>
          <a:xfrm>
            <a:off x="5349190" y="3100102"/>
            <a:ext cx="610500" cy="3693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200" b="1">
                <a:solidFill>
                  <a:schemeClr val="lt1"/>
                </a:solidFill>
                <a:latin typeface="IBM Plex Sans"/>
                <a:ea typeface="IBM Plex Sans"/>
                <a:cs typeface="IBM Plex Sans"/>
                <a:sym typeface="IBM Plex Sans"/>
              </a:rPr>
              <a:t>32%</a:t>
            </a:r>
            <a:endParaRPr sz="1200" b="1">
              <a:solidFill>
                <a:schemeClr val="lt1"/>
              </a:solidFill>
              <a:latin typeface="IBM Plex Sans"/>
              <a:ea typeface="IBM Plex Sans"/>
              <a:cs typeface="IBM Plex Sans"/>
              <a:sym typeface="IBM Plex Sans"/>
            </a:endParaRPr>
          </a:p>
        </p:txBody>
      </p:sp>
      <p:sp>
        <p:nvSpPr>
          <p:cNvPr id="7390" name="Google Shape;7390;p527"/>
          <p:cNvSpPr txBox="1"/>
          <p:nvPr/>
        </p:nvSpPr>
        <p:spPr>
          <a:xfrm>
            <a:off x="3984468" y="3839298"/>
            <a:ext cx="610500" cy="3693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200" b="1">
                <a:solidFill>
                  <a:schemeClr val="lt1"/>
                </a:solidFill>
                <a:latin typeface="IBM Plex Sans"/>
                <a:ea typeface="IBM Plex Sans"/>
                <a:cs typeface="IBM Plex Sans"/>
                <a:sym typeface="IBM Plex Sans"/>
              </a:rPr>
              <a:t>23%</a:t>
            </a:r>
            <a:endParaRPr sz="1200" b="1">
              <a:solidFill>
                <a:schemeClr val="lt1"/>
              </a:solidFill>
              <a:latin typeface="IBM Plex Sans"/>
              <a:ea typeface="IBM Plex Sans"/>
              <a:cs typeface="IBM Plex Sans"/>
              <a:sym typeface="IBM Plex Sans"/>
            </a:endParaRPr>
          </a:p>
        </p:txBody>
      </p:sp>
      <p:sp>
        <p:nvSpPr>
          <p:cNvPr id="7391" name="Google Shape;7391;p527"/>
          <p:cNvSpPr txBox="1"/>
          <p:nvPr/>
        </p:nvSpPr>
        <p:spPr>
          <a:xfrm>
            <a:off x="4905270" y="3831812"/>
            <a:ext cx="610500" cy="3693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200" b="1">
                <a:solidFill>
                  <a:schemeClr val="lt1"/>
                </a:solidFill>
                <a:latin typeface="IBM Plex Sans"/>
                <a:ea typeface="IBM Plex Sans"/>
                <a:cs typeface="IBM Plex Sans"/>
                <a:sym typeface="IBM Plex Sans"/>
              </a:rPr>
              <a:t>17%</a:t>
            </a:r>
            <a:endParaRPr sz="1200" b="1">
              <a:solidFill>
                <a:schemeClr val="lt1"/>
              </a:solidFill>
              <a:latin typeface="IBM Plex Sans"/>
              <a:ea typeface="IBM Plex Sans"/>
              <a:cs typeface="IBM Plex Sans"/>
              <a:sym typeface="IBM Plex Sans"/>
            </a:endParaRPr>
          </a:p>
        </p:txBody>
      </p:sp>
      <p:cxnSp>
        <p:nvCxnSpPr>
          <p:cNvPr id="7392" name="Google Shape;7392;p527"/>
          <p:cNvCxnSpPr/>
          <p:nvPr/>
        </p:nvCxnSpPr>
        <p:spPr>
          <a:xfrm>
            <a:off x="5591975" y="4353500"/>
            <a:ext cx="819900" cy="0"/>
          </a:xfrm>
          <a:prstGeom prst="straightConnector1">
            <a:avLst/>
          </a:prstGeom>
          <a:noFill/>
          <a:ln w="28575" cap="flat" cmpd="sng">
            <a:solidFill>
              <a:schemeClr val="dk2"/>
            </a:solidFill>
            <a:prstDash val="solid"/>
            <a:round/>
            <a:headEnd type="none" w="med" len="med"/>
            <a:tailEnd type="none" w="med" len="med"/>
          </a:ln>
        </p:spPr>
      </p:cxnSp>
      <p:sp>
        <p:nvSpPr>
          <p:cNvPr id="7393" name="Google Shape;7393;p527"/>
          <p:cNvSpPr/>
          <p:nvPr/>
        </p:nvSpPr>
        <p:spPr>
          <a:xfrm>
            <a:off x="6524825" y="3963429"/>
            <a:ext cx="2481600" cy="750600"/>
          </a:xfrm>
          <a:prstGeom prst="roundRect">
            <a:avLst>
              <a:gd name="adj" fmla="val 16667"/>
            </a:avLst>
          </a:prstGeom>
          <a:solidFill>
            <a:srgbClr val="D1D3D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b="1">
                <a:solidFill>
                  <a:schemeClr val="dk1"/>
                </a:solidFill>
                <a:latin typeface="IBM Plex Sans"/>
                <a:ea typeface="IBM Plex Sans"/>
                <a:cs typeface="IBM Plex Sans"/>
                <a:sym typeface="IBM Plex Sans"/>
              </a:rPr>
              <a:t>Replacing a legacy BPMS</a:t>
            </a:r>
            <a:endParaRPr b="1">
              <a:solidFill>
                <a:schemeClr val="dk1"/>
              </a:solidFill>
              <a:latin typeface="IBM Plex Sans"/>
              <a:ea typeface="IBM Plex Sans"/>
              <a:cs typeface="IBM Plex Sans"/>
              <a:sym typeface="IBM Plex Sans"/>
            </a:endParaRPr>
          </a:p>
        </p:txBody>
      </p:sp>
      <p:sp>
        <p:nvSpPr>
          <p:cNvPr id="7394" name="Google Shape;7394;p527"/>
          <p:cNvSpPr txBox="1">
            <a:spLocks noGrp="1"/>
          </p:cNvSpPr>
          <p:nvPr>
            <p:ph type="title"/>
          </p:nvPr>
        </p:nvSpPr>
        <p:spPr>
          <a:xfrm>
            <a:off x="457200" y="114300"/>
            <a:ext cx="4137900" cy="431100"/>
          </a:xfrm>
          <a:prstGeom prst="rect">
            <a:avLst/>
          </a:prstGeom>
        </p:spPr>
        <p:txBody>
          <a:bodyPr spcFirstLastPara="1" wrap="square" lIns="0" tIns="0" rIns="0" bIns="0" anchor="t" anchorCtr="0">
            <a:spAutoFit/>
          </a:bodyPr>
          <a:lstStyle/>
          <a:p>
            <a:pPr marL="0" lvl="0" indent="0" algn="l" rtl="0">
              <a:spcBef>
                <a:spcPts val="0"/>
              </a:spcBef>
              <a:spcAft>
                <a:spcPts val="0"/>
              </a:spcAft>
              <a:buNone/>
            </a:pPr>
            <a:r>
              <a:rPr lang="en" sz="2800">
                <a:solidFill>
                  <a:schemeClr val="accent1"/>
                </a:solidFill>
              </a:rPr>
              <a:t>IT initiatives</a:t>
            </a:r>
            <a:endParaRPr sz="2800">
              <a:solidFill>
                <a:schemeClr val="accent1"/>
              </a:solidFill>
            </a:endParaRPr>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Shape 7398"/>
        <p:cNvGrpSpPr/>
        <p:nvPr/>
      </p:nvGrpSpPr>
      <p:grpSpPr>
        <a:xfrm>
          <a:off x="0" y="0"/>
          <a:ext cx="0" cy="0"/>
          <a:chOff x="0" y="0"/>
          <a:chExt cx="0" cy="0"/>
        </a:xfrm>
      </p:grpSpPr>
      <p:pic>
        <p:nvPicPr>
          <p:cNvPr id="7399" name="Google Shape;7399;p528"/>
          <p:cNvPicPr preferRelativeResize="0"/>
          <p:nvPr/>
        </p:nvPicPr>
        <p:blipFill rotWithShape="1">
          <a:blip r:embed="rId3">
            <a:alphaModFix/>
          </a:blip>
          <a:srcRect l="21315" r="20636"/>
          <a:stretch/>
        </p:blipFill>
        <p:spPr>
          <a:xfrm>
            <a:off x="3556073" y="2001494"/>
            <a:ext cx="2413000" cy="2571750"/>
          </a:xfrm>
          <a:prstGeom prst="rect">
            <a:avLst/>
          </a:prstGeom>
          <a:noFill/>
          <a:ln>
            <a:noFill/>
          </a:ln>
        </p:spPr>
      </p:pic>
      <p:grpSp>
        <p:nvGrpSpPr>
          <p:cNvPr id="7400" name="Google Shape;7400;p528"/>
          <p:cNvGrpSpPr/>
          <p:nvPr/>
        </p:nvGrpSpPr>
        <p:grpSpPr>
          <a:xfrm>
            <a:off x="5842350" y="100"/>
            <a:ext cx="2592900" cy="2060100"/>
            <a:chOff x="5689950" y="100"/>
            <a:chExt cx="2592900" cy="2060100"/>
          </a:xfrm>
        </p:grpSpPr>
        <p:sp>
          <p:nvSpPr>
            <p:cNvPr id="7401" name="Google Shape;7401;p528"/>
            <p:cNvSpPr/>
            <p:nvPr/>
          </p:nvSpPr>
          <p:spPr>
            <a:xfrm rot="10800000">
              <a:off x="5689950" y="100"/>
              <a:ext cx="2592900" cy="2060100"/>
            </a:xfrm>
            <a:prstGeom prst="round2SameRect">
              <a:avLst>
                <a:gd name="adj1" fmla="val 10061"/>
                <a:gd name="adj2" fmla="val 0"/>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02" name="Google Shape;7402;p528"/>
            <p:cNvSpPr txBox="1"/>
            <p:nvPr/>
          </p:nvSpPr>
          <p:spPr>
            <a:xfrm>
              <a:off x="5864750" y="628100"/>
              <a:ext cx="2221800" cy="1323600"/>
            </a:xfrm>
            <a:prstGeom prst="rect">
              <a:avLst/>
            </a:prstGeom>
            <a:noFill/>
            <a:ln>
              <a:noFill/>
            </a:ln>
          </p:spPr>
          <p:txBody>
            <a:bodyPr spcFirstLastPara="1" wrap="square" lIns="68575" tIns="68575" rIns="68575" bIns="68575" anchor="t" anchorCtr="0">
              <a:spAutoFit/>
            </a:bodyPr>
            <a:lstStyle/>
            <a:p>
              <a:pPr marL="0" lvl="0" indent="0" algn="l" rtl="0">
                <a:spcBef>
                  <a:spcPts val="0"/>
                </a:spcBef>
                <a:spcAft>
                  <a:spcPts val="0"/>
                </a:spcAft>
                <a:buNone/>
              </a:pPr>
              <a:r>
                <a:rPr lang="en" sz="1100" b="1">
                  <a:solidFill>
                    <a:schemeClr val="dk1"/>
                  </a:solidFill>
                  <a:latin typeface="IBM Plex Sans"/>
                  <a:ea typeface="IBM Plex Sans"/>
                  <a:cs typeface="IBM Plex Sans"/>
                  <a:sym typeface="IBM Plex Sans"/>
                </a:rPr>
                <a:t>Barclays</a:t>
              </a:r>
              <a:r>
                <a:rPr lang="en" sz="1100">
                  <a:solidFill>
                    <a:schemeClr val="dk1"/>
                  </a:solidFill>
                  <a:latin typeface="IBM Plex Sans"/>
                  <a:ea typeface="IBM Plex Sans"/>
                  <a:cs typeface="IBM Plex Sans"/>
                  <a:sym typeface="IBM Plex Sans"/>
                </a:rPr>
                <a:t> replaced a legacy platform with microservices orchestrated by Camunda and now processes tens of millions of transactions daily while ensuring compliance with international banking regulations.</a:t>
              </a:r>
              <a:endParaRPr sz="1100">
                <a:solidFill>
                  <a:schemeClr val="dk1"/>
                </a:solidFill>
                <a:latin typeface="IBM Plex Sans"/>
                <a:ea typeface="IBM Plex Sans"/>
                <a:cs typeface="IBM Plex Sans"/>
                <a:sym typeface="IBM Plex Sans"/>
              </a:endParaRPr>
            </a:p>
          </p:txBody>
        </p:sp>
        <p:sp>
          <p:nvSpPr>
            <p:cNvPr id="7403" name="Google Shape;7403;p528"/>
            <p:cNvSpPr txBox="1"/>
            <p:nvPr/>
          </p:nvSpPr>
          <p:spPr>
            <a:xfrm>
              <a:off x="5864750" y="141800"/>
              <a:ext cx="2221800" cy="482700"/>
            </a:xfrm>
            <a:prstGeom prst="rect">
              <a:avLst/>
            </a:prstGeom>
            <a:noFill/>
            <a:ln>
              <a:noFill/>
            </a:ln>
          </p:spPr>
          <p:txBody>
            <a:bodyPr spcFirstLastPara="1" wrap="square" lIns="68575" tIns="68575" rIns="68575" bIns="68575" anchor="t" anchorCtr="0">
              <a:spAutoFit/>
            </a:bodyPr>
            <a:lstStyle/>
            <a:p>
              <a:pPr marL="0" lvl="0" indent="0" algn="l" rtl="0">
                <a:lnSpc>
                  <a:spcPct val="70000"/>
                </a:lnSpc>
                <a:spcBef>
                  <a:spcPts val="0"/>
                </a:spcBef>
                <a:spcAft>
                  <a:spcPts val="0"/>
                </a:spcAft>
                <a:buNone/>
              </a:pPr>
              <a:r>
                <a:rPr lang="en" sz="1300" b="1">
                  <a:solidFill>
                    <a:schemeClr val="dk1"/>
                  </a:solidFill>
                  <a:latin typeface="IBM Plex Sans"/>
                  <a:ea typeface="IBM Plex Sans"/>
                  <a:cs typeface="IBM Plex Sans"/>
                  <a:sym typeface="IBM Plex Sans"/>
                </a:rPr>
                <a:t>How Camunda</a:t>
              </a:r>
              <a:endParaRPr sz="1300" b="1">
                <a:solidFill>
                  <a:schemeClr val="dk1"/>
                </a:solidFill>
                <a:latin typeface="IBM Plex Sans"/>
                <a:ea typeface="IBM Plex Sans"/>
                <a:cs typeface="IBM Plex Sans"/>
                <a:sym typeface="IBM Plex Sans"/>
              </a:endParaRPr>
            </a:p>
            <a:p>
              <a:pPr marL="0" lvl="0" indent="0" algn="l" rtl="0">
                <a:lnSpc>
                  <a:spcPct val="70000"/>
                </a:lnSpc>
                <a:spcBef>
                  <a:spcPts val="500"/>
                </a:spcBef>
                <a:spcAft>
                  <a:spcPts val="500"/>
                </a:spcAft>
                <a:buNone/>
              </a:pPr>
              <a:r>
                <a:rPr lang="en" sz="1300" b="1">
                  <a:solidFill>
                    <a:schemeClr val="dk1"/>
                  </a:solidFill>
                  <a:latin typeface="IBM Plex Sans"/>
                  <a:ea typeface="IBM Plex Sans"/>
                  <a:cs typeface="IBM Plex Sans"/>
                  <a:sym typeface="IBM Plex Sans"/>
                </a:rPr>
                <a:t>changed the game:</a:t>
              </a:r>
              <a:endParaRPr sz="1300" b="1">
                <a:solidFill>
                  <a:schemeClr val="dk1"/>
                </a:solidFill>
                <a:latin typeface="IBM Plex Sans"/>
                <a:ea typeface="IBM Plex Sans"/>
                <a:cs typeface="IBM Plex Sans"/>
                <a:sym typeface="IBM Plex Sans"/>
              </a:endParaRPr>
            </a:p>
          </p:txBody>
        </p:sp>
      </p:grpSp>
      <p:cxnSp>
        <p:nvCxnSpPr>
          <p:cNvPr id="7404" name="Google Shape;7404;p528"/>
          <p:cNvCxnSpPr/>
          <p:nvPr/>
        </p:nvCxnSpPr>
        <p:spPr>
          <a:xfrm>
            <a:off x="3184516" y="2845706"/>
            <a:ext cx="269400" cy="0"/>
          </a:xfrm>
          <a:prstGeom prst="straightConnector1">
            <a:avLst/>
          </a:prstGeom>
          <a:noFill/>
          <a:ln w="28575" cap="flat" cmpd="sng">
            <a:solidFill>
              <a:schemeClr val="dk2"/>
            </a:solidFill>
            <a:prstDash val="solid"/>
            <a:round/>
            <a:headEnd type="none" w="med" len="med"/>
            <a:tailEnd type="none" w="med" len="med"/>
          </a:ln>
        </p:spPr>
      </p:cxnSp>
      <p:cxnSp>
        <p:nvCxnSpPr>
          <p:cNvPr id="7405" name="Google Shape;7405;p528"/>
          <p:cNvCxnSpPr/>
          <p:nvPr/>
        </p:nvCxnSpPr>
        <p:spPr>
          <a:xfrm>
            <a:off x="5879275" y="2609275"/>
            <a:ext cx="499200" cy="0"/>
          </a:xfrm>
          <a:prstGeom prst="straightConnector1">
            <a:avLst/>
          </a:prstGeom>
          <a:noFill/>
          <a:ln w="28575" cap="flat" cmpd="sng">
            <a:solidFill>
              <a:schemeClr val="dk2"/>
            </a:solidFill>
            <a:prstDash val="solid"/>
            <a:round/>
            <a:headEnd type="none" w="med" len="med"/>
            <a:tailEnd type="none" w="med" len="med"/>
          </a:ln>
        </p:spPr>
      </p:cxnSp>
      <p:cxnSp>
        <p:nvCxnSpPr>
          <p:cNvPr id="7406" name="Google Shape;7406;p528"/>
          <p:cNvCxnSpPr/>
          <p:nvPr/>
        </p:nvCxnSpPr>
        <p:spPr>
          <a:xfrm>
            <a:off x="6064406" y="3036344"/>
            <a:ext cx="244500" cy="0"/>
          </a:xfrm>
          <a:prstGeom prst="straightConnector1">
            <a:avLst/>
          </a:prstGeom>
          <a:noFill/>
          <a:ln w="28575" cap="flat" cmpd="sng">
            <a:solidFill>
              <a:schemeClr val="dk2"/>
            </a:solidFill>
            <a:prstDash val="solid"/>
            <a:round/>
            <a:headEnd type="none" w="med" len="med"/>
            <a:tailEnd type="none" w="med" len="med"/>
          </a:ln>
        </p:spPr>
      </p:cxnSp>
      <p:cxnSp>
        <p:nvCxnSpPr>
          <p:cNvPr id="7407" name="Google Shape;7407;p528"/>
          <p:cNvCxnSpPr/>
          <p:nvPr/>
        </p:nvCxnSpPr>
        <p:spPr>
          <a:xfrm>
            <a:off x="6299397" y="3033638"/>
            <a:ext cx="0" cy="510900"/>
          </a:xfrm>
          <a:prstGeom prst="straightConnector1">
            <a:avLst/>
          </a:prstGeom>
          <a:noFill/>
          <a:ln w="28575" cap="flat" cmpd="sng">
            <a:solidFill>
              <a:schemeClr val="dk2"/>
            </a:solidFill>
            <a:prstDash val="solid"/>
            <a:round/>
            <a:headEnd type="none" w="med" len="med"/>
            <a:tailEnd type="none" w="med" len="med"/>
          </a:ln>
        </p:spPr>
      </p:cxnSp>
      <p:cxnSp>
        <p:nvCxnSpPr>
          <p:cNvPr id="7408" name="Google Shape;7408;p528"/>
          <p:cNvCxnSpPr/>
          <p:nvPr/>
        </p:nvCxnSpPr>
        <p:spPr>
          <a:xfrm>
            <a:off x="6294758" y="3535110"/>
            <a:ext cx="83400" cy="0"/>
          </a:xfrm>
          <a:prstGeom prst="straightConnector1">
            <a:avLst/>
          </a:prstGeom>
          <a:noFill/>
          <a:ln w="28575" cap="flat" cmpd="sng">
            <a:solidFill>
              <a:schemeClr val="dk2"/>
            </a:solidFill>
            <a:prstDash val="solid"/>
            <a:round/>
            <a:headEnd type="none" w="med" len="med"/>
            <a:tailEnd type="none" w="med" len="med"/>
          </a:ln>
        </p:spPr>
      </p:cxnSp>
      <p:sp>
        <p:nvSpPr>
          <p:cNvPr id="7409" name="Google Shape;7409;p528"/>
          <p:cNvSpPr txBox="1"/>
          <p:nvPr/>
        </p:nvSpPr>
        <p:spPr>
          <a:xfrm>
            <a:off x="3718369" y="4757869"/>
            <a:ext cx="2095500" cy="277200"/>
          </a:xfrm>
          <a:prstGeom prst="rect">
            <a:avLst/>
          </a:prstGeom>
          <a:noFill/>
          <a:ln>
            <a:noFill/>
          </a:ln>
        </p:spPr>
        <p:txBody>
          <a:bodyPr spcFirstLastPara="1" wrap="square" lIns="68575" tIns="68575" rIns="68575" bIns="68575" anchor="ctr" anchorCtr="0">
            <a:spAutoFit/>
          </a:bodyPr>
          <a:lstStyle/>
          <a:p>
            <a:pPr marL="0" lvl="0" indent="0" algn="l" rtl="0">
              <a:spcBef>
                <a:spcPts val="0"/>
              </a:spcBef>
              <a:spcAft>
                <a:spcPts val="0"/>
              </a:spcAft>
              <a:buNone/>
            </a:pPr>
            <a:r>
              <a:rPr lang="en" sz="900">
                <a:solidFill>
                  <a:schemeClr val="accent4"/>
                </a:solidFill>
                <a:latin typeface="IBM Plex Sans"/>
                <a:ea typeface="IBM Plex Sans"/>
                <a:cs typeface="IBM Plex Sans"/>
                <a:sym typeface="IBM Plex Sans"/>
              </a:rPr>
              <a:t>Survey of customer projects, n = 875</a:t>
            </a:r>
            <a:endParaRPr sz="900">
              <a:solidFill>
                <a:schemeClr val="accent4"/>
              </a:solidFill>
              <a:latin typeface="IBM Plex Sans"/>
              <a:ea typeface="IBM Plex Sans"/>
              <a:cs typeface="IBM Plex Sans"/>
              <a:sym typeface="IBM Plex Sans"/>
            </a:endParaRPr>
          </a:p>
        </p:txBody>
      </p:sp>
      <p:sp>
        <p:nvSpPr>
          <p:cNvPr id="7410" name="Google Shape;7410;p528"/>
          <p:cNvSpPr/>
          <p:nvPr/>
        </p:nvSpPr>
        <p:spPr>
          <a:xfrm>
            <a:off x="6530800" y="3214680"/>
            <a:ext cx="2481600" cy="750600"/>
          </a:xfrm>
          <a:prstGeom prst="roundRect">
            <a:avLst>
              <a:gd name="adj" fmla="val 16667"/>
            </a:avLst>
          </a:prstGeom>
          <a:solidFill>
            <a:srgbClr val="D1D3D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b="1">
                <a:solidFill>
                  <a:schemeClr val="dk1"/>
                </a:solidFill>
                <a:latin typeface="IBM Plex Sans"/>
                <a:ea typeface="IBM Plex Sans"/>
                <a:cs typeface="IBM Plex Sans"/>
                <a:sym typeface="IBM Plex Sans"/>
              </a:rPr>
              <a:t>Decision automation</a:t>
            </a:r>
            <a:endParaRPr b="1">
              <a:solidFill>
                <a:schemeClr val="dk1"/>
              </a:solidFill>
              <a:latin typeface="IBM Plex Sans"/>
              <a:ea typeface="IBM Plex Sans"/>
              <a:cs typeface="IBM Plex Sans"/>
              <a:sym typeface="IBM Plex Sans"/>
            </a:endParaRPr>
          </a:p>
        </p:txBody>
      </p:sp>
      <p:sp>
        <p:nvSpPr>
          <p:cNvPr id="7411" name="Google Shape;7411;p528"/>
          <p:cNvSpPr/>
          <p:nvPr/>
        </p:nvSpPr>
        <p:spPr>
          <a:xfrm>
            <a:off x="6530800" y="2207849"/>
            <a:ext cx="2481600" cy="857700"/>
          </a:xfrm>
          <a:prstGeom prst="roundRect">
            <a:avLst>
              <a:gd name="adj" fmla="val 16667"/>
            </a:avLst>
          </a:prstGeom>
          <a:solidFill>
            <a:srgbClr val="D1D3D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b="1">
                <a:solidFill>
                  <a:schemeClr val="dk1"/>
                </a:solidFill>
                <a:latin typeface="IBM Plex Sans"/>
                <a:ea typeface="IBM Plex Sans"/>
                <a:cs typeface="IBM Plex Sans"/>
                <a:sym typeface="IBM Plex Sans"/>
              </a:rPr>
              <a:t>Document management, scientific data processing, </a:t>
            </a:r>
            <a:r>
              <a:rPr lang="en">
                <a:solidFill>
                  <a:schemeClr val="dk1"/>
                </a:solidFill>
                <a:latin typeface="IBM Plex Sans"/>
                <a:ea typeface="IBM Plex Sans"/>
                <a:cs typeface="IBM Plex Sans"/>
                <a:sym typeface="IBM Plex Sans"/>
              </a:rPr>
              <a:t>and other use cases</a:t>
            </a:r>
            <a:endParaRPr b="1">
              <a:solidFill>
                <a:schemeClr val="dk1"/>
              </a:solidFill>
              <a:latin typeface="IBM Plex Sans"/>
              <a:ea typeface="IBM Plex Sans"/>
              <a:cs typeface="IBM Plex Sans"/>
              <a:sym typeface="IBM Plex Sans"/>
            </a:endParaRPr>
          </a:p>
        </p:txBody>
      </p:sp>
      <p:sp>
        <p:nvSpPr>
          <p:cNvPr id="7412" name="Google Shape;7412;p528"/>
          <p:cNvSpPr/>
          <p:nvPr/>
        </p:nvSpPr>
        <p:spPr>
          <a:xfrm>
            <a:off x="371475" y="3953694"/>
            <a:ext cx="2729400" cy="750600"/>
          </a:xfrm>
          <a:prstGeom prst="roundRect">
            <a:avLst>
              <a:gd name="adj" fmla="val 16667"/>
            </a:avLst>
          </a:prstGeom>
          <a:solidFill>
            <a:srgbClr val="D1D3D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b="1">
                <a:solidFill>
                  <a:schemeClr val="dk1"/>
                </a:solidFill>
                <a:latin typeface="IBM Plex Sans"/>
                <a:ea typeface="IBM Plex Sans"/>
                <a:cs typeface="IBM Plex Sans"/>
                <a:sym typeface="IBM Plex Sans"/>
              </a:rPr>
              <a:t>Human task orchestration</a:t>
            </a:r>
            <a:endParaRPr b="1">
              <a:solidFill>
                <a:schemeClr val="dk1"/>
              </a:solidFill>
              <a:latin typeface="IBM Plex Sans"/>
              <a:ea typeface="IBM Plex Sans"/>
              <a:cs typeface="IBM Plex Sans"/>
              <a:sym typeface="IBM Plex Sans"/>
            </a:endParaRPr>
          </a:p>
        </p:txBody>
      </p:sp>
      <p:sp>
        <p:nvSpPr>
          <p:cNvPr id="7413" name="Google Shape;7413;p528"/>
          <p:cNvSpPr/>
          <p:nvPr/>
        </p:nvSpPr>
        <p:spPr>
          <a:xfrm>
            <a:off x="371475" y="2460475"/>
            <a:ext cx="2729400" cy="750600"/>
          </a:xfrm>
          <a:prstGeom prst="roundRect">
            <a:avLst>
              <a:gd name="adj" fmla="val 16667"/>
            </a:avLst>
          </a:prstGeom>
          <a:solidFill>
            <a:srgbClr val="D1D3D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b="1">
                <a:solidFill>
                  <a:schemeClr val="dk1"/>
                </a:solidFill>
                <a:latin typeface="IBM Plex Sans"/>
                <a:ea typeface="IBM Plex Sans"/>
                <a:cs typeface="IBM Plex Sans"/>
                <a:sym typeface="IBM Plex Sans"/>
              </a:rPr>
              <a:t>Service orchestration </a:t>
            </a:r>
            <a:r>
              <a:rPr lang="en">
                <a:solidFill>
                  <a:schemeClr val="dk1"/>
                </a:solidFill>
                <a:latin typeface="IBM Plex Sans"/>
                <a:ea typeface="IBM Plex Sans"/>
                <a:cs typeface="IBM Plex Sans"/>
                <a:sym typeface="IBM Plex Sans"/>
              </a:rPr>
              <a:t>(including orchestration of microservices and RPA bots)</a:t>
            </a:r>
            <a:endParaRPr b="1">
              <a:solidFill>
                <a:schemeClr val="dk1"/>
              </a:solidFill>
              <a:latin typeface="IBM Plex Sans"/>
              <a:ea typeface="IBM Plex Sans"/>
              <a:cs typeface="IBM Plex Sans"/>
              <a:sym typeface="IBM Plex Sans"/>
            </a:endParaRPr>
          </a:p>
        </p:txBody>
      </p:sp>
      <p:sp>
        <p:nvSpPr>
          <p:cNvPr id="7414" name="Google Shape;7414;p528"/>
          <p:cNvSpPr txBox="1"/>
          <p:nvPr/>
        </p:nvSpPr>
        <p:spPr>
          <a:xfrm>
            <a:off x="3669075" y="2651120"/>
            <a:ext cx="610500" cy="3693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200" b="1">
                <a:solidFill>
                  <a:schemeClr val="lt1"/>
                </a:solidFill>
                <a:latin typeface="IBM Plex Sans"/>
                <a:ea typeface="IBM Plex Sans"/>
                <a:cs typeface="IBM Plex Sans"/>
                <a:sym typeface="IBM Plex Sans"/>
              </a:rPr>
              <a:t>39%</a:t>
            </a:r>
            <a:endParaRPr sz="1200" b="1">
              <a:solidFill>
                <a:schemeClr val="lt1"/>
              </a:solidFill>
              <a:latin typeface="IBM Plex Sans"/>
              <a:ea typeface="IBM Plex Sans"/>
              <a:cs typeface="IBM Plex Sans"/>
              <a:sym typeface="IBM Plex Sans"/>
            </a:endParaRPr>
          </a:p>
        </p:txBody>
      </p:sp>
      <p:sp>
        <p:nvSpPr>
          <p:cNvPr id="7415" name="Google Shape;7415;p528"/>
          <p:cNvSpPr txBox="1"/>
          <p:nvPr/>
        </p:nvSpPr>
        <p:spPr>
          <a:xfrm>
            <a:off x="4986418" y="2387098"/>
            <a:ext cx="610500" cy="3693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200" b="1">
                <a:solidFill>
                  <a:schemeClr val="lt1"/>
                </a:solidFill>
                <a:latin typeface="IBM Plex Sans"/>
                <a:ea typeface="IBM Plex Sans"/>
                <a:cs typeface="IBM Plex Sans"/>
                <a:sym typeface="IBM Plex Sans"/>
              </a:rPr>
              <a:t>20%</a:t>
            </a:r>
            <a:endParaRPr sz="1200" b="1">
              <a:solidFill>
                <a:schemeClr val="lt1"/>
              </a:solidFill>
              <a:latin typeface="IBM Plex Sans"/>
              <a:ea typeface="IBM Plex Sans"/>
              <a:cs typeface="IBM Plex Sans"/>
              <a:sym typeface="IBM Plex Sans"/>
            </a:endParaRPr>
          </a:p>
        </p:txBody>
      </p:sp>
      <p:sp>
        <p:nvSpPr>
          <p:cNvPr id="7416" name="Google Shape;7416;p528"/>
          <p:cNvSpPr txBox="1"/>
          <p:nvPr/>
        </p:nvSpPr>
        <p:spPr>
          <a:xfrm>
            <a:off x="4266745" y="3953712"/>
            <a:ext cx="610500" cy="3693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200" b="1">
                <a:solidFill>
                  <a:schemeClr val="lt1"/>
                </a:solidFill>
                <a:latin typeface="IBM Plex Sans"/>
                <a:ea typeface="IBM Plex Sans"/>
                <a:cs typeface="IBM Plex Sans"/>
                <a:sym typeface="IBM Plex Sans"/>
              </a:rPr>
              <a:t>33%</a:t>
            </a:r>
            <a:endParaRPr sz="1200" b="1">
              <a:solidFill>
                <a:schemeClr val="lt1"/>
              </a:solidFill>
              <a:latin typeface="IBM Plex Sans"/>
              <a:ea typeface="IBM Plex Sans"/>
              <a:cs typeface="IBM Plex Sans"/>
              <a:sym typeface="IBM Plex Sans"/>
            </a:endParaRPr>
          </a:p>
        </p:txBody>
      </p:sp>
      <p:cxnSp>
        <p:nvCxnSpPr>
          <p:cNvPr id="7417" name="Google Shape;7417;p528"/>
          <p:cNvCxnSpPr/>
          <p:nvPr/>
        </p:nvCxnSpPr>
        <p:spPr>
          <a:xfrm>
            <a:off x="3184516" y="4524665"/>
            <a:ext cx="1104000" cy="0"/>
          </a:xfrm>
          <a:prstGeom prst="straightConnector1">
            <a:avLst/>
          </a:prstGeom>
          <a:noFill/>
          <a:ln w="28575" cap="flat" cmpd="sng">
            <a:solidFill>
              <a:srgbClr val="434343"/>
            </a:solidFill>
            <a:prstDash val="solid"/>
            <a:round/>
            <a:headEnd type="none" w="med" len="med"/>
            <a:tailEnd type="none" w="med" len="med"/>
          </a:ln>
        </p:spPr>
      </p:cxnSp>
      <p:cxnSp>
        <p:nvCxnSpPr>
          <p:cNvPr id="7418" name="Google Shape;7418;p528"/>
          <p:cNvCxnSpPr/>
          <p:nvPr/>
        </p:nvCxnSpPr>
        <p:spPr>
          <a:xfrm>
            <a:off x="4273757" y="4395375"/>
            <a:ext cx="0" cy="129300"/>
          </a:xfrm>
          <a:prstGeom prst="straightConnector1">
            <a:avLst/>
          </a:prstGeom>
          <a:noFill/>
          <a:ln w="28575" cap="flat" cmpd="sng">
            <a:solidFill>
              <a:srgbClr val="434343"/>
            </a:solidFill>
            <a:prstDash val="solid"/>
            <a:round/>
            <a:headEnd type="none" w="med" len="med"/>
            <a:tailEnd type="none" w="med" len="med"/>
          </a:ln>
        </p:spPr>
      </p:cxnSp>
      <p:sp>
        <p:nvSpPr>
          <p:cNvPr id="7419" name="Google Shape;7419;p528"/>
          <p:cNvSpPr txBox="1"/>
          <p:nvPr/>
        </p:nvSpPr>
        <p:spPr>
          <a:xfrm>
            <a:off x="5349190" y="2963573"/>
            <a:ext cx="610500" cy="3693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200" b="1">
                <a:solidFill>
                  <a:srgbClr val="FFFFFF"/>
                </a:solidFill>
                <a:latin typeface="IBM Plex Sans"/>
                <a:ea typeface="IBM Plex Sans"/>
                <a:cs typeface="IBM Plex Sans"/>
                <a:sym typeface="IBM Plex Sans"/>
              </a:rPr>
              <a:t>8%</a:t>
            </a:r>
            <a:endParaRPr sz="1200" b="1">
              <a:solidFill>
                <a:srgbClr val="FFFFFF"/>
              </a:solidFill>
              <a:latin typeface="IBM Plex Sans"/>
              <a:ea typeface="IBM Plex Sans"/>
              <a:cs typeface="IBM Plex Sans"/>
              <a:sym typeface="IBM Plex Sans"/>
            </a:endParaRPr>
          </a:p>
        </p:txBody>
      </p:sp>
      <p:sp>
        <p:nvSpPr>
          <p:cNvPr id="7420" name="Google Shape;7420;p528"/>
          <p:cNvSpPr txBox="1">
            <a:spLocks noGrp="1"/>
          </p:cNvSpPr>
          <p:nvPr>
            <p:ph type="body" idx="4294967295"/>
          </p:nvPr>
        </p:nvSpPr>
        <p:spPr>
          <a:xfrm>
            <a:off x="457100" y="738700"/>
            <a:ext cx="3785400" cy="424500"/>
          </a:xfrm>
          <a:prstGeom prst="rect">
            <a:avLst/>
          </a:prstGeom>
        </p:spPr>
        <p:txBody>
          <a:bodyPr spcFirstLastPara="1" wrap="square" lIns="0" tIns="0" rIns="0" bIns="0" anchor="t" anchorCtr="0">
            <a:noAutofit/>
          </a:bodyPr>
          <a:lstStyle/>
          <a:p>
            <a:pPr marL="0" lvl="0" indent="0" algn="l" rtl="0">
              <a:lnSpc>
                <a:spcPct val="95000"/>
              </a:lnSpc>
              <a:spcBef>
                <a:spcPts val="0"/>
              </a:spcBef>
              <a:spcAft>
                <a:spcPts val="1200"/>
              </a:spcAft>
              <a:buNone/>
            </a:pPr>
            <a:r>
              <a:rPr lang="en" sz="1400">
                <a:solidFill>
                  <a:schemeClr val="accent4"/>
                </a:solidFill>
              </a:rPr>
              <a:t>Orchestrate complex business processes across people, systems, and devices</a:t>
            </a:r>
            <a:endParaRPr sz="1400">
              <a:solidFill>
                <a:schemeClr val="accent4"/>
              </a:solidFill>
            </a:endParaRPr>
          </a:p>
        </p:txBody>
      </p:sp>
      <p:sp>
        <p:nvSpPr>
          <p:cNvPr id="7421" name="Google Shape;7421;p528"/>
          <p:cNvSpPr txBox="1">
            <a:spLocks noGrp="1"/>
          </p:cNvSpPr>
          <p:nvPr>
            <p:ph type="title"/>
          </p:nvPr>
        </p:nvSpPr>
        <p:spPr>
          <a:xfrm>
            <a:off x="457200" y="114300"/>
            <a:ext cx="4104300" cy="431100"/>
          </a:xfrm>
          <a:prstGeom prst="rect">
            <a:avLst/>
          </a:prstGeom>
        </p:spPr>
        <p:txBody>
          <a:bodyPr spcFirstLastPara="1" wrap="square" lIns="0" tIns="0" rIns="0" bIns="0" anchor="t" anchorCtr="0">
            <a:spAutoFit/>
          </a:bodyPr>
          <a:lstStyle/>
          <a:p>
            <a:pPr marL="0" lvl="0" indent="0" algn="l" rtl="0">
              <a:spcBef>
                <a:spcPts val="0"/>
              </a:spcBef>
              <a:spcAft>
                <a:spcPts val="0"/>
              </a:spcAft>
              <a:buNone/>
            </a:pPr>
            <a:r>
              <a:rPr lang="en" sz="2800">
                <a:solidFill>
                  <a:schemeClr val="accent6"/>
                </a:solidFill>
              </a:rPr>
              <a:t>Technical use cases</a:t>
            </a:r>
            <a:endParaRPr sz="2800">
              <a:solidFill>
                <a:schemeClr val="accent6"/>
              </a:solidFill>
            </a:endParaRPr>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Shape 7425"/>
        <p:cNvGrpSpPr/>
        <p:nvPr/>
      </p:nvGrpSpPr>
      <p:grpSpPr>
        <a:xfrm>
          <a:off x="0" y="0"/>
          <a:ext cx="0" cy="0"/>
          <a:chOff x="0" y="0"/>
          <a:chExt cx="0" cy="0"/>
        </a:xfrm>
      </p:grpSpPr>
      <p:pic>
        <p:nvPicPr>
          <p:cNvPr id="7426" name="Google Shape;7426;p529"/>
          <p:cNvPicPr preferRelativeResize="0"/>
          <p:nvPr/>
        </p:nvPicPr>
        <p:blipFill rotWithShape="1">
          <a:blip r:embed="rId3">
            <a:alphaModFix/>
          </a:blip>
          <a:srcRect l="21490" r="20972"/>
          <a:stretch/>
        </p:blipFill>
        <p:spPr>
          <a:xfrm rot="-2700000">
            <a:off x="3561046" y="1993729"/>
            <a:ext cx="2391830" cy="2571747"/>
          </a:xfrm>
          <a:prstGeom prst="rect">
            <a:avLst/>
          </a:prstGeom>
          <a:noFill/>
          <a:ln>
            <a:noFill/>
          </a:ln>
        </p:spPr>
      </p:pic>
      <p:grpSp>
        <p:nvGrpSpPr>
          <p:cNvPr id="7427" name="Google Shape;7427;p529"/>
          <p:cNvGrpSpPr/>
          <p:nvPr/>
        </p:nvGrpSpPr>
        <p:grpSpPr>
          <a:xfrm>
            <a:off x="5842350" y="100"/>
            <a:ext cx="2592900" cy="2060100"/>
            <a:chOff x="5689950" y="100"/>
            <a:chExt cx="2592900" cy="2060100"/>
          </a:xfrm>
        </p:grpSpPr>
        <p:sp>
          <p:nvSpPr>
            <p:cNvPr id="7428" name="Google Shape;7428;p529"/>
            <p:cNvSpPr/>
            <p:nvPr/>
          </p:nvSpPr>
          <p:spPr>
            <a:xfrm rot="10800000">
              <a:off x="5689950" y="100"/>
              <a:ext cx="2592900" cy="2060100"/>
            </a:xfrm>
            <a:prstGeom prst="round2SameRect">
              <a:avLst>
                <a:gd name="adj1" fmla="val 10061"/>
                <a:gd name="adj2" fmla="val 0"/>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29" name="Google Shape;7429;p529"/>
            <p:cNvSpPr txBox="1"/>
            <p:nvPr/>
          </p:nvSpPr>
          <p:spPr>
            <a:xfrm>
              <a:off x="5864750" y="628103"/>
              <a:ext cx="2250000" cy="1323600"/>
            </a:xfrm>
            <a:prstGeom prst="rect">
              <a:avLst/>
            </a:prstGeom>
            <a:noFill/>
            <a:ln>
              <a:noFill/>
            </a:ln>
          </p:spPr>
          <p:txBody>
            <a:bodyPr spcFirstLastPara="1" wrap="square" lIns="68575" tIns="68575" rIns="68575" bIns="68575" anchor="t" anchorCtr="0">
              <a:spAutoFit/>
            </a:bodyPr>
            <a:lstStyle/>
            <a:p>
              <a:pPr marL="0" lvl="0" indent="0" algn="l" rtl="0">
                <a:spcBef>
                  <a:spcPts val="0"/>
                </a:spcBef>
                <a:spcAft>
                  <a:spcPts val="0"/>
                </a:spcAft>
                <a:buNone/>
              </a:pPr>
              <a:r>
                <a:rPr lang="en" sz="1100" b="1">
                  <a:solidFill>
                    <a:schemeClr val="dk1"/>
                  </a:solidFill>
                  <a:latin typeface="IBM Plex Sans"/>
                  <a:ea typeface="IBM Plex Sans"/>
                  <a:cs typeface="IBM Plex Sans"/>
                  <a:sym typeface="IBM Plex Sans"/>
                </a:rPr>
                <a:t>Intuit</a:t>
              </a:r>
              <a:r>
                <a:rPr lang="en" sz="1100">
                  <a:solidFill>
                    <a:schemeClr val="dk1"/>
                  </a:solidFill>
                  <a:latin typeface="IBM Plex Sans"/>
                  <a:ea typeface="IBM Plex Sans"/>
                  <a:cs typeface="IBM Plex Sans"/>
                  <a:sym typeface="IBM Plex Sans"/>
                </a:rPr>
                <a:t> has implemented 70+ Camunda-powered offerings for QuickBooks and TurboTax customers — including high-</a:t>
              </a:r>
              <a:br>
                <a:rPr lang="en" sz="1100">
                  <a:solidFill>
                    <a:schemeClr val="dk1"/>
                  </a:solidFill>
                  <a:latin typeface="IBM Plex Sans"/>
                  <a:ea typeface="IBM Plex Sans"/>
                  <a:cs typeface="IBM Plex Sans"/>
                  <a:sym typeface="IBM Plex Sans"/>
                </a:rPr>
              </a:br>
              <a:r>
                <a:rPr lang="en" sz="1100">
                  <a:solidFill>
                    <a:schemeClr val="dk1"/>
                  </a:solidFill>
                  <a:latin typeface="IBM Plex Sans"/>
                  <a:ea typeface="IBM Plex Sans"/>
                  <a:cs typeface="IBM Plex Sans"/>
                  <a:sym typeface="IBM Plex Sans"/>
                </a:rPr>
                <a:t>volume notifications, complex approval workflows, and automated tax filings in the US.</a:t>
              </a:r>
              <a:endParaRPr sz="1100">
                <a:solidFill>
                  <a:schemeClr val="dk1"/>
                </a:solidFill>
                <a:latin typeface="IBM Plex Sans"/>
                <a:ea typeface="IBM Plex Sans"/>
                <a:cs typeface="IBM Plex Sans"/>
                <a:sym typeface="IBM Plex Sans"/>
              </a:endParaRPr>
            </a:p>
          </p:txBody>
        </p:sp>
        <p:sp>
          <p:nvSpPr>
            <p:cNvPr id="7430" name="Google Shape;7430;p529"/>
            <p:cNvSpPr txBox="1"/>
            <p:nvPr/>
          </p:nvSpPr>
          <p:spPr>
            <a:xfrm>
              <a:off x="5864750" y="141800"/>
              <a:ext cx="2250000" cy="482700"/>
            </a:xfrm>
            <a:prstGeom prst="rect">
              <a:avLst/>
            </a:prstGeom>
            <a:noFill/>
            <a:ln>
              <a:noFill/>
            </a:ln>
          </p:spPr>
          <p:txBody>
            <a:bodyPr spcFirstLastPara="1" wrap="square" lIns="68575" tIns="68575" rIns="68575" bIns="68575" anchor="t" anchorCtr="0">
              <a:spAutoFit/>
            </a:bodyPr>
            <a:lstStyle/>
            <a:p>
              <a:pPr marL="0" lvl="0" indent="0" algn="l" rtl="0">
                <a:lnSpc>
                  <a:spcPct val="70000"/>
                </a:lnSpc>
                <a:spcBef>
                  <a:spcPts val="0"/>
                </a:spcBef>
                <a:spcAft>
                  <a:spcPts val="0"/>
                </a:spcAft>
                <a:buNone/>
              </a:pPr>
              <a:r>
                <a:rPr lang="en" sz="1300" b="1">
                  <a:solidFill>
                    <a:schemeClr val="dk1"/>
                  </a:solidFill>
                  <a:latin typeface="IBM Plex Sans"/>
                  <a:ea typeface="IBM Plex Sans"/>
                  <a:cs typeface="IBM Plex Sans"/>
                  <a:sym typeface="IBM Plex Sans"/>
                </a:rPr>
                <a:t>How Camunda</a:t>
              </a:r>
              <a:endParaRPr sz="1300" b="1">
                <a:solidFill>
                  <a:schemeClr val="dk1"/>
                </a:solidFill>
                <a:latin typeface="IBM Plex Sans"/>
                <a:ea typeface="IBM Plex Sans"/>
                <a:cs typeface="IBM Plex Sans"/>
                <a:sym typeface="IBM Plex Sans"/>
              </a:endParaRPr>
            </a:p>
            <a:p>
              <a:pPr marL="0" lvl="0" indent="0" algn="l" rtl="0">
                <a:lnSpc>
                  <a:spcPct val="70000"/>
                </a:lnSpc>
                <a:spcBef>
                  <a:spcPts val="500"/>
                </a:spcBef>
                <a:spcAft>
                  <a:spcPts val="500"/>
                </a:spcAft>
                <a:buNone/>
              </a:pPr>
              <a:r>
                <a:rPr lang="en" sz="1300" b="1">
                  <a:solidFill>
                    <a:schemeClr val="dk1"/>
                  </a:solidFill>
                  <a:latin typeface="IBM Plex Sans"/>
                  <a:ea typeface="IBM Plex Sans"/>
                  <a:cs typeface="IBM Plex Sans"/>
                  <a:sym typeface="IBM Plex Sans"/>
                </a:rPr>
                <a:t>changed the game:</a:t>
              </a:r>
              <a:endParaRPr sz="1300" b="1">
                <a:solidFill>
                  <a:schemeClr val="dk1"/>
                </a:solidFill>
                <a:latin typeface="IBM Plex Sans"/>
                <a:ea typeface="IBM Plex Sans"/>
                <a:cs typeface="IBM Plex Sans"/>
                <a:sym typeface="IBM Plex Sans"/>
              </a:endParaRPr>
            </a:p>
          </p:txBody>
        </p:sp>
      </p:grpSp>
      <p:cxnSp>
        <p:nvCxnSpPr>
          <p:cNvPr id="7431" name="Google Shape;7431;p529"/>
          <p:cNvCxnSpPr/>
          <p:nvPr/>
        </p:nvCxnSpPr>
        <p:spPr>
          <a:xfrm>
            <a:off x="3005213" y="2732256"/>
            <a:ext cx="610500" cy="0"/>
          </a:xfrm>
          <a:prstGeom prst="straightConnector1">
            <a:avLst/>
          </a:prstGeom>
          <a:noFill/>
          <a:ln w="28575" cap="flat" cmpd="sng">
            <a:solidFill>
              <a:schemeClr val="dk2"/>
            </a:solidFill>
            <a:prstDash val="solid"/>
            <a:round/>
            <a:headEnd type="none" w="med" len="med"/>
            <a:tailEnd type="none" w="med" len="med"/>
          </a:ln>
        </p:spPr>
      </p:cxnSp>
      <p:cxnSp>
        <p:nvCxnSpPr>
          <p:cNvPr id="7432" name="Google Shape;7432;p529"/>
          <p:cNvCxnSpPr/>
          <p:nvPr/>
        </p:nvCxnSpPr>
        <p:spPr>
          <a:xfrm>
            <a:off x="3194600" y="3383280"/>
            <a:ext cx="360000" cy="0"/>
          </a:xfrm>
          <a:prstGeom prst="straightConnector1">
            <a:avLst/>
          </a:prstGeom>
          <a:noFill/>
          <a:ln w="28575" cap="flat" cmpd="sng">
            <a:solidFill>
              <a:schemeClr val="dk2"/>
            </a:solidFill>
            <a:prstDash val="solid"/>
            <a:round/>
            <a:headEnd type="none" w="med" len="med"/>
            <a:tailEnd type="none" w="med" len="med"/>
          </a:ln>
        </p:spPr>
      </p:cxnSp>
      <p:cxnSp>
        <p:nvCxnSpPr>
          <p:cNvPr id="7433" name="Google Shape;7433;p529"/>
          <p:cNvCxnSpPr/>
          <p:nvPr/>
        </p:nvCxnSpPr>
        <p:spPr>
          <a:xfrm>
            <a:off x="5991400" y="2843950"/>
            <a:ext cx="391500" cy="0"/>
          </a:xfrm>
          <a:prstGeom prst="straightConnector1">
            <a:avLst/>
          </a:prstGeom>
          <a:noFill/>
          <a:ln w="28575" cap="flat" cmpd="sng">
            <a:solidFill>
              <a:schemeClr val="dk2"/>
            </a:solidFill>
            <a:prstDash val="solid"/>
            <a:round/>
            <a:headEnd type="none" w="med" len="med"/>
            <a:tailEnd type="none" w="med" len="med"/>
          </a:ln>
        </p:spPr>
      </p:cxnSp>
      <p:cxnSp>
        <p:nvCxnSpPr>
          <p:cNvPr id="7434" name="Google Shape;7434;p529"/>
          <p:cNvCxnSpPr/>
          <p:nvPr/>
        </p:nvCxnSpPr>
        <p:spPr>
          <a:xfrm>
            <a:off x="5374750" y="4393025"/>
            <a:ext cx="1008000" cy="0"/>
          </a:xfrm>
          <a:prstGeom prst="straightConnector1">
            <a:avLst/>
          </a:prstGeom>
          <a:noFill/>
          <a:ln w="28575" cap="flat" cmpd="sng">
            <a:solidFill>
              <a:schemeClr val="dk2"/>
            </a:solidFill>
            <a:prstDash val="solid"/>
            <a:round/>
            <a:headEnd type="none" w="med" len="med"/>
            <a:tailEnd type="none" w="med" len="med"/>
          </a:ln>
        </p:spPr>
      </p:cxnSp>
      <p:sp>
        <p:nvSpPr>
          <p:cNvPr id="7435" name="Google Shape;7435;p529"/>
          <p:cNvSpPr/>
          <p:nvPr/>
        </p:nvSpPr>
        <p:spPr>
          <a:xfrm>
            <a:off x="457200" y="3513567"/>
            <a:ext cx="2481600" cy="750600"/>
          </a:xfrm>
          <a:prstGeom prst="roundRect">
            <a:avLst>
              <a:gd name="adj" fmla="val 16667"/>
            </a:avLst>
          </a:prstGeom>
          <a:solidFill>
            <a:srgbClr val="D1D3D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b="1">
                <a:solidFill>
                  <a:schemeClr val="dk1"/>
                </a:solidFill>
                <a:latin typeface="IBM Plex Sans"/>
                <a:ea typeface="IBM Plex Sans"/>
                <a:cs typeface="IBM Plex Sans"/>
                <a:sym typeface="IBM Plex Sans"/>
              </a:rPr>
              <a:t>Customer onboarding and data management</a:t>
            </a:r>
            <a:endParaRPr/>
          </a:p>
        </p:txBody>
      </p:sp>
      <p:sp>
        <p:nvSpPr>
          <p:cNvPr id="7436" name="Google Shape;7436;p529"/>
          <p:cNvSpPr/>
          <p:nvPr/>
        </p:nvSpPr>
        <p:spPr>
          <a:xfrm>
            <a:off x="6511850" y="2468654"/>
            <a:ext cx="2481600" cy="750600"/>
          </a:xfrm>
          <a:prstGeom prst="roundRect">
            <a:avLst>
              <a:gd name="adj" fmla="val 16667"/>
            </a:avLst>
          </a:prstGeom>
          <a:solidFill>
            <a:srgbClr val="D1D3D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b="1">
                <a:solidFill>
                  <a:schemeClr val="dk1"/>
                </a:solidFill>
                <a:latin typeface="IBM Plex Sans"/>
                <a:ea typeface="IBM Plex Sans"/>
                <a:cs typeface="IBM Plex Sans"/>
                <a:sym typeface="IBM Plex Sans"/>
              </a:rPr>
              <a:t>Loan origination</a:t>
            </a:r>
            <a:endParaRPr/>
          </a:p>
        </p:txBody>
      </p:sp>
      <p:sp>
        <p:nvSpPr>
          <p:cNvPr id="7437" name="Google Shape;7437;p529"/>
          <p:cNvSpPr/>
          <p:nvPr/>
        </p:nvSpPr>
        <p:spPr>
          <a:xfrm>
            <a:off x="457200" y="2624979"/>
            <a:ext cx="2481600" cy="750600"/>
          </a:xfrm>
          <a:prstGeom prst="roundRect">
            <a:avLst>
              <a:gd name="adj" fmla="val 16667"/>
            </a:avLst>
          </a:prstGeom>
          <a:solidFill>
            <a:srgbClr val="D1D3D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b="1">
                <a:solidFill>
                  <a:schemeClr val="dk1"/>
                </a:solidFill>
                <a:latin typeface="IBM Plex Sans"/>
                <a:ea typeface="IBM Plex Sans"/>
                <a:cs typeface="IBM Plex Sans"/>
                <a:sym typeface="IBM Plex Sans"/>
              </a:rPr>
              <a:t>Order management</a:t>
            </a:r>
            <a:endParaRPr/>
          </a:p>
        </p:txBody>
      </p:sp>
      <p:sp>
        <p:nvSpPr>
          <p:cNvPr id="7438" name="Google Shape;7438;p529"/>
          <p:cNvSpPr/>
          <p:nvPr/>
        </p:nvSpPr>
        <p:spPr>
          <a:xfrm>
            <a:off x="457200" y="1736375"/>
            <a:ext cx="2481600" cy="750600"/>
          </a:xfrm>
          <a:prstGeom prst="roundRect">
            <a:avLst>
              <a:gd name="adj" fmla="val 16667"/>
            </a:avLst>
          </a:prstGeom>
          <a:solidFill>
            <a:srgbClr val="D1D3D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b="1">
                <a:solidFill>
                  <a:schemeClr val="dk1"/>
                </a:solidFill>
                <a:latin typeface="IBM Plex Sans"/>
                <a:ea typeface="IBM Plex Sans"/>
                <a:cs typeface="IBM Plex Sans"/>
                <a:sym typeface="IBM Plex Sans"/>
              </a:rPr>
              <a:t>Claims management, </a:t>
            </a:r>
            <a:br>
              <a:rPr lang="en" b="1">
                <a:solidFill>
                  <a:schemeClr val="dk1"/>
                </a:solidFill>
                <a:latin typeface="IBM Plex Sans"/>
                <a:ea typeface="IBM Plex Sans"/>
                <a:cs typeface="IBM Plex Sans"/>
                <a:sym typeface="IBM Plex Sans"/>
              </a:rPr>
            </a:br>
            <a:r>
              <a:rPr lang="en" b="1">
                <a:solidFill>
                  <a:schemeClr val="dk1"/>
                </a:solidFill>
                <a:latin typeface="IBM Plex Sans"/>
                <a:ea typeface="IBM Plex Sans"/>
                <a:cs typeface="IBM Plex Sans"/>
                <a:sym typeface="IBM Plex Sans"/>
              </a:rPr>
              <a:t>risk management, and underwriting</a:t>
            </a:r>
            <a:endParaRPr b="1">
              <a:solidFill>
                <a:schemeClr val="dk1"/>
              </a:solidFill>
              <a:latin typeface="IBM Plex Sans"/>
              <a:ea typeface="IBM Plex Sans"/>
              <a:cs typeface="IBM Plex Sans"/>
              <a:sym typeface="IBM Plex Sans"/>
            </a:endParaRPr>
          </a:p>
        </p:txBody>
      </p:sp>
      <p:sp>
        <p:nvSpPr>
          <p:cNvPr id="7439" name="Google Shape;7439;p529"/>
          <p:cNvSpPr/>
          <p:nvPr/>
        </p:nvSpPr>
        <p:spPr>
          <a:xfrm>
            <a:off x="6511850" y="3810781"/>
            <a:ext cx="2481600" cy="1062000"/>
          </a:xfrm>
          <a:prstGeom prst="roundRect">
            <a:avLst>
              <a:gd name="adj" fmla="val 11954"/>
            </a:avLst>
          </a:prstGeom>
          <a:solidFill>
            <a:srgbClr val="D1D3D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b="1">
                <a:solidFill>
                  <a:schemeClr val="dk1"/>
                </a:solidFill>
                <a:latin typeface="IBM Plex Sans"/>
                <a:ea typeface="IBM Plex Sans"/>
                <a:cs typeface="IBM Plex Sans"/>
                <a:sym typeface="IBM Plex Sans"/>
              </a:rPr>
              <a:t>Compliance data collection, medical records management, </a:t>
            </a:r>
            <a:endParaRPr b="1">
              <a:solidFill>
                <a:schemeClr val="dk1"/>
              </a:solidFill>
              <a:latin typeface="IBM Plex Sans"/>
              <a:ea typeface="IBM Plex Sans"/>
              <a:cs typeface="IBM Plex Sans"/>
              <a:sym typeface="IBM Plex Sans"/>
            </a:endParaRPr>
          </a:p>
          <a:p>
            <a:pPr marL="0" lvl="0" indent="0" algn="l" rtl="0">
              <a:spcBef>
                <a:spcPts val="0"/>
              </a:spcBef>
              <a:spcAft>
                <a:spcPts val="0"/>
              </a:spcAft>
              <a:buNone/>
            </a:pPr>
            <a:r>
              <a:rPr lang="en">
                <a:solidFill>
                  <a:schemeClr val="dk1"/>
                </a:solidFill>
                <a:latin typeface="IBM Plex Sans"/>
                <a:ea typeface="IBM Plex Sans"/>
                <a:cs typeface="IBM Plex Sans"/>
                <a:sym typeface="IBM Plex Sans"/>
              </a:rPr>
              <a:t>and other processes</a:t>
            </a:r>
            <a:endParaRPr b="1">
              <a:solidFill>
                <a:schemeClr val="dk1"/>
              </a:solidFill>
              <a:latin typeface="IBM Plex Sans"/>
              <a:ea typeface="IBM Plex Sans"/>
              <a:cs typeface="IBM Plex Sans"/>
              <a:sym typeface="IBM Plex Sans"/>
            </a:endParaRPr>
          </a:p>
        </p:txBody>
      </p:sp>
      <p:sp>
        <p:nvSpPr>
          <p:cNvPr id="7440" name="Google Shape;7440;p529"/>
          <p:cNvSpPr txBox="1"/>
          <p:nvPr/>
        </p:nvSpPr>
        <p:spPr>
          <a:xfrm>
            <a:off x="4836386" y="3916252"/>
            <a:ext cx="610500" cy="3693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200" b="1">
                <a:solidFill>
                  <a:schemeClr val="lt1"/>
                </a:solidFill>
                <a:latin typeface="IBM Plex Sans"/>
                <a:ea typeface="IBM Plex Sans"/>
                <a:cs typeface="IBM Plex Sans"/>
                <a:sym typeface="IBM Plex Sans"/>
              </a:rPr>
              <a:t>52%</a:t>
            </a:r>
            <a:endParaRPr sz="1200" b="1">
              <a:solidFill>
                <a:schemeClr val="lt1"/>
              </a:solidFill>
              <a:latin typeface="IBM Plex Sans"/>
              <a:ea typeface="IBM Plex Sans"/>
              <a:cs typeface="IBM Plex Sans"/>
              <a:sym typeface="IBM Plex Sans"/>
            </a:endParaRPr>
          </a:p>
        </p:txBody>
      </p:sp>
      <p:sp>
        <p:nvSpPr>
          <p:cNvPr id="7441" name="Google Shape;7441;p529"/>
          <p:cNvSpPr txBox="1"/>
          <p:nvPr/>
        </p:nvSpPr>
        <p:spPr>
          <a:xfrm>
            <a:off x="4383738" y="2290007"/>
            <a:ext cx="610500" cy="3693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200" b="1">
                <a:solidFill>
                  <a:schemeClr val="lt1"/>
                </a:solidFill>
                <a:latin typeface="IBM Plex Sans"/>
                <a:ea typeface="IBM Plex Sans"/>
                <a:cs typeface="IBM Plex Sans"/>
                <a:sym typeface="IBM Plex Sans"/>
              </a:rPr>
              <a:t>10%</a:t>
            </a:r>
            <a:endParaRPr sz="1200" b="1">
              <a:solidFill>
                <a:schemeClr val="lt1"/>
              </a:solidFill>
              <a:latin typeface="IBM Plex Sans"/>
              <a:ea typeface="IBM Plex Sans"/>
              <a:cs typeface="IBM Plex Sans"/>
              <a:sym typeface="IBM Plex Sans"/>
            </a:endParaRPr>
          </a:p>
        </p:txBody>
      </p:sp>
      <p:sp>
        <p:nvSpPr>
          <p:cNvPr id="7442" name="Google Shape;7442;p529"/>
          <p:cNvSpPr txBox="1"/>
          <p:nvPr/>
        </p:nvSpPr>
        <p:spPr>
          <a:xfrm>
            <a:off x="5238894" y="2773307"/>
            <a:ext cx="610500" cy="3693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200" b="1">
                <a:solidFill>
                  <a:schemeClr val="lt1"/>
                </a:solidFill>
                <a:latin typeface="IBM Plex Sans"/>
                <a:ea typeface="IBM Plex Sans"/>
                <a:cs typeface="IBM Plex Sans"/>
                <a:sym typeface="IBM Plex Sans"/>
              </a:rPr>
              <a:t>9%</a:t>
            </a:r>
            <a:endParaRPr sz="1200" b="1">
              <a:solidFill>
                <a:schemeClr val="lt1"/>
              </a:solidFill>
              <a:latin typeface="IBM Plex Sans"/>
              <a:ea typeface="IBM Plex Sans"/>
              <a:cs typeface="IBM Plex Sans"/>
              <a:sym typeface="IBM Plex Sans"/>
            </a:endParaRPr>
          </a:p>
        </p:txBody>
      </p:sp>
      <p:sp>
        <p:nvSpPr>
          <p:cNvPr id="7443" name="Google Shape;7443;p529"/>
          <p:cNvSpPr txBox="1"/>
          <p:nvPr/>
        </p:nvSpPr>
        <p:spPr>
          <a:xfrm>
            <a:off x="3542444" y="3094970"/>
            <a:ext cx="610500" cy="3693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200" b="1">
                <a:solidFill>
                  <a:schemeClr val="lt1"/>
                </a:solidFill>
                <a:latin typeface="IBM Plex Sans"/>
                <a:ea typeface="IBM Plex Sans"/>
                <a:cs typeface="IBM Plex Sans"/>
                <a:sym typeface="IBM Plex Sans"/>
              </a:rPr>
              <a:t>17%</a:t>
            </a:r>
            <a:endParaRPr sz="1200" b="1">
              <a:solidFill>
                <a:schemeClr val="lt1"/>
              </a:solidFill>
              <a:latin typeface="IBM Plex Sans"/>
              <a:ea typeface="IBM Plex Sans"/>
              <a:cs typeface="IBM Plex Sans"/>
              <a:sym typeface="IBM Plex Sans"/>
            </a:endParaRPr>
          </a:p>
        </p:txBody>
      </p:sp>
      <p:sp>
        <p:nvSpPr>
          <p:cNvPr id="7444" name="Google Shape;7444;p529"/>
          <p:cNvSpPr txBox="1"/>
          <p:nvPr/>
        </p:nvSpPr>
        <p:spPr>
          <a:xfrm>
            <a:off x="3682158" y="2624963"/>
            <a:ext cx="610500" cy="3693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200" b="1">
                <a:solidFill>
                  <a:schemeClr val="lt1"/>
                </a:solidFill>
                <a:latin typeface="IBM Plex Sans"/>
                <a:ea typeface="IBM Plex Sans"/>
                <a:cs typeface="IBM Plex Sans"/>
                <a:sym typeface="IBM Plex Sans"/>
              </a:rPr>
              <a:t>12%</a:t>
            </a:r>
            <a:endParaRPr sz="1200" b="1">
              <a:solidFill>
                <a:schemeClr val="lt1"/>
              </a:solidFill>
              <a:latin typeface="IBM Plex Sans"/>
              <a:ea typeface="IBM Plex Sans"/>
              <a:cs typeface="IBM Plex Sans"/>
              <a:sym typeface="IBM Plex Sans"/>
            </a:endParaRPr>
          </a:p>
        </p:txBody>
      </p:sp>
      <p:sp>
        <p:nvSpPr>
          <p:cNvPr id="7445" name="Google Shape;7445;p529"/>
          <p:cNvSpPr txBox="1"/>
          <p:nvPr/>
        </p:nvSpPr>
        <p:spPr>
          <a:xfrm>
            <a:off x="3718369" y="4757869"/>
            <a:ext cx="2095500" cy="277200"/>
          </a:xfrm>
          <a:prstGeom prst="rect">
            <a:avLst/>
          </a:prstGeom>
          <a:noFill/>
          <a:ln>
            <a:noFill/>
          </a:ln>
        </p:spPr>
        <p:txBody>
          <a:bodyPr spcFirstLastPara="1" wrap="square" lIns="68575" tIns="68575" rIns="68575" bIns="68575" anchor="ctr" anchorCtr="0">
            <a:spAutoFit/>
          </a:bodyPr>
          <a:lstStyle/>
          <a:p>
            <a:pPr marL="0" lvl="0" indent="0" algn="l" rtl="0">
              <a:spcBef>
                <a:spcPts val="0"/>
              </a:spcBef>
              <a:spcAft>
                <a:spcPts val="0"/>
              </a:spcAft>
              <a:buNone/>
            </a:pPr>
            <a:r>
              <a:rPr lang="en" sz="900">
                <a:solidFill>
                  <a:schemeClr val="accent4"/>
                </a:solidFill>
                <a:latin typeface="IBM Plex Sans"/>
                <a:ea typeface="IBM Plex Sans"/>
                <a:cs typeface="IBM Plex Sans"/>
                <a:sym typeface="IBM Plex Sans"/>
              </a:rPr>
              <a:t>Survey of customer projects, n = 895</a:t>
            </a:r>
            <a:endParaRPr sz="900">
              <a:solidFill>
                <a:schemeClr val="accent4"/>
              </a:solidFill>
              <a:latin typeface="IBM Plex Sans"/>
              <a:ea typeface="IBM Plex Sans"/>
              <a:cs typeface="IBM Plex Sans"/>
              <a:sym typeface="IBM Plex Sans"/>
            </a:endParaRPr>
          </a:p>
        </p:txBody>
      </p:sp>
      <p:cxnSp>
        <p:nvCxnSpPr>
          <p:cNvPr id="7446" name="Google Shape;7446;p529"/>
          <p:cNvCxnSpPr/>
          <p:nvPr/>
        </p:nvCxnSpPr>
        <p:spPr>
          <a:xfrm>
            <a:off x="3002063" y="2111663"/>
            <a:ext cx="1357200" cy="0"/>
          </a:xfrm>
          <a:prstGeom prst="straightConnector1">
            <a:avLst/>
          </a:prstGeom>
          <a:noFill/>
          <a:ln w="28575" cap="flat" cmpd="sng">
            <a:solidFill>
              <a:srgbClr val="434343"/>
            </a:solidFill>
            <a:prstDash val="solid"/>
            <a:round/>
            <a:headEnd type="none" w="med" len="med"/>
            <a:tailEnd type="none" w="med" len="med"/>
          </a:ln>
        </p:spPr>
      </p:cxnSp>
      <p:cxnSp>
        <p:nvCxnSpPr>
          <p:cNvPr id="7447" name="Google Shape;7447;p529"/>
          <p:cNvCxnSpPr/>
          <p:nvPr/>
        </p:nvCxnSpPr>
        <p:spPr>
          <a:xfrm>
            <a:off x="3200400" y="3375575"/>
            <a:ext cx="0" cy="520200"/>
          </a:xfrm>
          <a:prstGeom prst="straightConnector1">
            <a:avLst/>
          </a:prstGeom>
          <a:noFill/>
          <a:ln w="28575" cap="flat" cmpd="sng">
            <a:solidFill>
              <a:srgbClr val="434343"/>
            </a:solidFill>
            <a:prstDash val="solid"/>
            <a:round/>
            <a:headEnd type="none" w="med" len="med"/>
            <a:tailEnd type="none" w="med" len="med"/>
          </a:ln>
        </p:spPr>
      </p:cxnSp>
      <p:cxnSp>
        <p:nvCxnSpPr>
          <p:cNvPr id="7448" name="Google Shape;7448;p529"/>
          <p:cNvCxnSpPr/>
          <p:nvPr/>
        </p:nvCxnSpPr>
        <p:spPr>
          <a:xfrm>
            <a:off x="3008376" y="3888880"/>
            <a:ext cx="198300" cy="0"/>
          </a:xfrm>
          <a:prstGeom prst="straightConnector1">
            <a:avLst/>
          </a:prstGeom>
          <a:noFill/>
          <a:ln w="28575" cap="flat" cmpd="sng">
            <a:solidFill>
              <a:schemeClr val="dk2"/>
            </a:solidFill>
            <a:prstDash val="solid"/>
            <a:round/>
            <a:headEnd type="none" w="med" len="med"/>
            <a:tailEnd type="none" w="med" len="med"/>
          </a:ln>
        </p:spPr>
      </p:cxnSp>
      <p:sp>
        <p:nvSpPr>
          <p:cNvPr id="7449" name="Google Shape;7449;p529"/>
          <p:cNvSpPr txBox="1">
            <a:spLocks noGrp="1"/>
          </p:cNvSpPr>
          <p:nvPr>
            <p:ph type="body" idx="4294967295"/>
          </p:nvPr>
        </p:nvSpPr>
        <p:spPr>
          <a:xfrm>
            <a:off x="457100" y="738700"/>
            <a:ext cx="3785400" cy="424500"/>
          </a:xfrm>
          <a:prstGeom prst="rect">
            <a:avLst/>
          </a:prstGeom>
        </p:spPr>
        <p:txBody>
          <a:bodyPr spcFirstLastPara="1" wrap="square" lIns="0" tIns="0" rIns="0" bIns="0" anchor="t" anchorCtr="0">
            <a:noAutofit/>
          </a:bodyPr>
          <a:lstStyle/>
          <a:p>
            <a:pPr marL="0" lvl="0" indent="0" algn="l" rtl="0">
              <a:lnSpc>
                <a:spcPct val="95000"/>
              </a:lnSpc>
              <a:spcBef>
                <a:spcPts val="0"/>
              </a:spcBef>
              <a:spcAft>
                <a:spcPts val="1200"/>
              </a:spcAft>
              <a:buNone/>
            </a:pPr>
            <a:r>
              <a:rPr lang="en" sz="1400">
                <a:solidFill>
                  <a:schemeClr val="accent4"/>
                </a:solidFill>
              </a:rPr>
              <a:t>Across industries and functional groups, Camunda makes work happen</a:t>
            </a:r>
            <a:endParaRPr sz="1400">
              <a:solidFill>
                <a:schemeClr val="accent4"/>
              </a:solidFill>
            </a:endParaRPr>
          </a:p>
        </p:txBody>
      </p:sp>
      <p:sp>
        <p:nvSpPr>
          <p:cNvPr id="7450" name="Google Shape;7450;p529"/>
          <p:cNvSpPr txBox="1">
            <a:spLocks noGrp="1"/>
          </p:cNvSpPr>
          <p:nvPr>
            <p:ph type="title"/>
          </p:nvPr>
        </p:nvSpPr>
        <p:spPr>
          <a:xfrm>
            <a:off x="457200" y="114300"/>
            <a:ext cx="4138500" cy="431100"/>
          </a:xfrm>
          <a:prstGeom prst="rect">
            <a:avLst/>
          </a:prstGeom>
        </p:spPr>
        <p:txBody>
          <a:bodyPr spcFirstLastPara="1" wrap="square" lIns="0" tIns="0" rIns="0" bIns="0" anchor="t" anchorCtr="0">
            <a:spAutoFit/>
          </a:bodyPr>
          <a:lstStyle/>
          <a:p>
            <a:pPr marL="0" lvl="0" indent="0" algn="l" rtl="0">
              <a:spcBef>
                <a:spcPts val="0"/>
              </a:spcBef>
              <a:spcAft>
                <a:spcPts val="0"/>
              </a:spcAft>
              <a:buNone/>
            </a:pPr>
            <a:r>
              <a:rPr lang="en" sz="2800">
                <a:solidFill>
                  <a:schemeClr val="dk2"/>
                </a:solidFill>
              </a:rPr>
              <a:t>Business processes</a:t>
            </a:r>
            <a:endParaRPr sz="2800">
              <a:solidFill>
                <a:schemeClr val="dk2"/>
              </a:solidFill>
            </a:endParaRPr>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Shape 7454"/>
        <p:cNvGrpSpPr/>
        <p:nvPr/>
      </p:nvGrpSpPr>
      <p:grpSpPr>
        <a:xfrm>
          <a:off x="0" y="0"/>
          <a:ext cx="0" cy="0"/>
          <a:chOff x="0" y="0"/>
          <a:chExt cx="0" cy="0"/>
        </a:xfrm>
      </p:grpSpPr>
      <p:sp>
        <p:nvSpPr>
          <p:cNvPr id="7455" name="Google Shape;7455;p530"/>
          <p:cNvSpPr txBox="1">
            <a:spLocks noGrp="1"/>
          </p:cNvSpPr>
          <p:nvPr>
            <p:ph type="title"/>
          </p:nvPr>
        </p:nvSpPr>
        <p:spPr>
          <a:xfrm>
            <a:off x="1476301" y="1789950"/>
            <a:ext cx="5915700" cy="996300"/>
          </a:xfrm>
          <a:prstGeom prst="rect">
            <a:avLst/>
          </a:prstGeom>
        </p:spPr>
        <p:txBody>
          <a:bodyPr spcFirstLastPara="1" wrap="square" lIns="0" tIns="0" rIns="0" bIns="0" anchor="ctr" anchorCtr="0">
            <a:normAutofit/>
          </a:bodyPr>
          <a:lstStyle/>
          <a:p>
            <a:pPr marL="0" lvl="0" indent="0" algn="ctr" rtl="0">
              <a:spcBef>
                <a:spcPts val="0"/>
              </a:spcBef>
              <a:spcAft>
                <a:spcPts val="0"/>
              </a:spcAft>
              <a:buNone/>
            </a:pPr>
            <a:r>
              <a:rPr lang="en" sz="2200"/>
              <a:t>Miscellaneous slides</a:t>
            </a:r>
            <a:endParaRPr sz="2200"/>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Shape 7459"/>
        <p:cNvGrpSpPr/>
        <p:nvPr/>
      </p:nvGrpSpPr>
      <p:grpSpPr>
        <a:xfrm>
          <a:off x="0" y="0"/>
          <a:ext cx="0" cy="0"/>
          <a:chOff x="0" y="0"/>
          <a:chExt cx="0" cy="0"/>
        </a:xfrm>
      </p:grpSpPr>
      <p:sp>
        <p:nvSpPr>
          <p:cNvPr id="7460" name="Google Shape;7460;p531"/>
          <p:cNvSpPr txBox="1"/>
          <p:nvPr/>
        </p:nvSpPr>
        <p:spPr>
          <a:xfrm>
            <a:off x="1567474" y="1118126"/>
            <a:ext cx="2573700" cy="373500"/>
          </a:xfrm>
          <a:prstGeom prst="rect">
            <a:avLst/>
          </a:prstGeom>
          <a:noFill/>
          <a:ln>
            <a:noFill/>
          </a:ln>
        </p:spPr>
        <p:txBody>
          <a:bodyPr spcFirstLastPara="1" wrap="square" lIns="0" tIns="0" rIns="0" bIns="0" anchor="t" anchorCtr="0">
            <a:normAutofit fontScale="85000" lnSpcReduction="20000"/>
          </a:bodyPr>
          <a:lstStyle/>
          <a:p>
            <a:pPr marL="0" lvl="0" indent="0" algn="r" rtl="0">
              <a:lnSpc>
                <a:spcPct val="115000"/>
              </a:lnSpc>
              <a:spcBef>
                <a:spcPts val="0"/>
              </a:spcBef>
              <a:spcAft>
                <a:spcPts val="1200"/>
              </a:spcAft>
              <a:buNone/>
            </a:pPr>
            <a:r>
              <a:rPr lang="en" sz="1800" b="1">
                <a:solidFill>
                  <a:srgbClr val="FFFFFF"/>
                </a:solidFill>
                <a:latin typeface="IBM Plex Sans"/>
                <a:ea typeface="IBM Plex Sans"/>
                <a:cs typeface="IBM Plex Sans"/>
                <a:sym typeface="IBM Plex Sans"/>
              </a:rPr>
              <a:t>Traditional approach</a:t>
            </a:r>
            <a:endParaRPr sz="1600">
              <a:solidFill>
                <a:srgbClr val="FFFFFF"/>
              </a:solidFill>
              <a:latin typeface="IBM Plex Sans"/>
              <a:ea typeface="IBM Plex Sans"/>
              <a:cs typeface="IBM Plex Sans"/>
              <a:sym typeface="IBM Plex Sans"/>
            </a:endParaRPr>
          </a:p>
        </p:txBody>
      </p:sp>
      <p:sp>
        <p:nvSpPr>
          <p:cNvPr id="7461" name="Google Shape;7461;p531"/>
          <p:cNvSpPr/>
          <p:nvPr/>
        </p:nvSpPr>
        <p:spPr>
          <a:xfrm>
            <a:off x="3640174" y="4055375"/>
            <a:ext cx="501000" cy="501000"/>
          </a:xfrm>
          <a:prstGeom prst="roundRect">
            <a:avLst>
              <a:gd name="adj" fmla="val 16667"/>
            </a:avLst>
          </a:prstGeom>
          <a:solidFill>
            <a:srgbClr val="888B8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462" name="Google Shape;7462;p531"/>
          <p:cNvGrpSpPr/>
          <p:nvPr/>
        </p:nvGrpSpPr>
        <p:grpSpPr>
          <a:xfrm>
            <a:off x="3704568" y="4208259"/>
            <a:ext cx="372230" cy="199714"/>
            <a:chOff x="3838295" y="3738620"/>
            <a:chExt cx="372230" cy="199714"/>
          </a:xfrm>
        </p:grpSpPr>
        <p:sp>
          <p:nvSpPr>
            <p:cNvPr id="7463" name="Google Shape;7463;p531"/>
            <p:cNvSpPr/>
            <p:nvPr/>
          </p:nvSpPr>
          <p:spPr>
            <a:xfrm>
              <a:off x="3838295" y="3738620"/>
              <a:ext cx="82953" cy="199714"/>
            </a:xfrm>
            <a:custGeom>
              <a:avLst/>
              <a:gdLst/>
              <a:ahLst/>
              <a:cxnLst/>
              <a:rect l="l" t="t" r="r" b="b"/>
              <a:pathLst>
                <a:path w="5902" h="14212" extrusionOk="0">
                  <a:moveTo>
                    <a:pt x="2135" y="0"/>
                  </a:moveTo>
                  <a:lnTo>
                    <a:pt x="2135" y="930"/>
                  </a:lnTo>
                  <a:lnTo>
                    <a:pt x="1884" y="1002"/>
                  </a:lnTo>
                  <a:lnTo>
                    <a:pt x="1646" y="1085"/>
                  </a:lnTo>
                  <a:lnTo>
                    <a:pt x="1431" y="1193"/>
                  </a:lnTo>
                  <a:lnTo>
                    <a:pt x="1228" y="1312"/>
                  </a:lnTo>
                  <a:lnTo>
                    <a:pt x="1038" y="1443"/>
                  </a:lnTo>
                  <a:lnTo>
                    <a:pt x="871" y="1598"/>
                  </a:lnTo>
                  <a:lnTo>
                    <a:pt x="716" y="1765"/>
                  </a:lnTo>
                  <a:lnTo>
                    <a:pt x="573" y="1956"/>
                  </a:lnTo>
                  <a:lnTo>
                    <a:pt x="454" y="2158"/>
                  </a:lnTo>
                  <a:lnTo>
                    <a:pt x="346" y="2373"/>
                  </a:lnTo>
                  <a:lnTo>
                    <a:pt x="251" y="2611"/>
                  </a:lnTo>
                  <a:lnTo>
                    <a:pt x="179" y="2862"/>
                  </a:lnTo>
                  <a:lnTo>
                    <a:pt x="120" y="3124"/>
                  </a:lnTo>
                  <a:lnTo>
                    <a:pt x="84" y="3398"/>
                  </a:lnTo>
                  <a:lnTo>
                    <a:pt x="60" y="3696"/>
                  </a:lnTo>
                  <a:lnTo>
                    <a:pt x="48" y="4006"/>
                  </a:lnTo>
                  <a:lnTo>
                    <a:pt x="60" y="4328"/>
                  </a:lnTo>
                  <a:lnTo>
                    <a:pt x="96" y="4638"/>
                  </a:lnTo>
                  <a:lnTo>
                    <a:pt x="144" y="4936"/>
                  </a:lnTo>
                  <a:lnTo>
                    <a:pt x="215" y="5210"/>
                  </a:lnTo>
                  <a:lnTo>
                    <a:pt x="299" y="5461"/>
                  </a:lnTo>
                  <a:lnTo>
                    <a:pt x="406" y="5699"/>
                  </a:lnTo>
                  <a:lnTo>
                    <a:pt x="525" y="5926"/>
                  </a:lnTo>
                  <a:lnTo>
                    <a:pt x="656" y="6152"/>
                  </a:lnTo>
                  <a:lnTo>
                    <a:pt x="799" y="6355"/>
                  </a:lnTo>
                  <a:lnTo>
                    <a:pt x="942" y="6546"/>
                  </a:lnTo>
                  <a:lnTo>
                    <a:pt x="1109" y="6724"/>
                  </a:lnTo>
                  <a:lnTo>
                    <a:pt x="1276" y="6903"/>
                  </a:lnTo>
                  <a:lnTo>
                    <a:pt x="1443" y="7070"/>
                  </a:lnTo>
                  <a:lnTo>
                    <a:pt x="1622" y="7237"/>
                  </a:lnTo>
                  <a:lnTo>
                    <a:pt x="1980" y="7547"/>
                  </a:lnTo>
                  <a:lnTo>
                    <a:pt x="2337" y="7833"/>
                  </a:lnTo>
                  <a:lnTo>
                    <a:pt x="2695" y="8131"/>
                  </a:lnTo>
                  <a:lnTo>
                    <a:pt x="2862" y="8286"/>
                  </a:lnTo>
                  <a:lnTo>
                    <a:pt x="3017" y="8429"/>
                  </a:lnTo>
                  <a:lnTo>
                    <a:pt x="3172" y="8584"/>
                  </a:lnTo>
                  <a:lnTo>
                    <a:pt x="3315" y="8751"/>
                  </a:lnTo>
                  <a:lnTo>
                    <a:pt x="3446" y="8918"/>
                  </a:lnTo>
                  <a:lnTo>
                    <a:pt x="3553" y="9085"/>
                  </a:lnTo>
                  <a:lnTo>
                    <a:pt x="3661" y="9264"/>
                  </a:lnTo>
                  <a:lnTo>
                    <a:pt x="3744" y="9455"/>
                  </a:lnTo>
                  <a:lnTo>
                    <a:pt x="3816" y="9657"/>
                  </a:lnTo>
                  <a:lnTo>
                    <a:pt x="3875" y="9860"/>
                  </a:lnTo>
                  <a:lnTo>
                    <a:pt x="3899" y="10086"/>
                  </a:lnTo>
                  <a:lnTo>
                    <a:pt x="3911" y="10325"/>
                  </a:lnTo>
                  <a:lnTo>
                    <a:pt x="3911" y="10480"/>
                  </a:lnTo>
                  <a:lnTo>
                    <a:pt x="3899" y="10635"/>
                  </a:lnTo>
                  <a:lnTo>
                    <a:pt x="3875" y="10766"/>
                  </a:lnTo>
                  <a:lnTo>
                    <a:pt x="3839" y="10897"/>
                  </a:lnTo>
                  <a:lnTo>
                    <a:pt x="3804" y="11004"/>
                  </a:lnTo>
                  <a:lnTo>
                    <a:pt x="3756" y="11100"/>
                  </a:lnTo>
                  <a:lnTo>
                    <a:pt x="3708" y="11195"/>
                  </a:lnTo>
                  <a:lnTo>
                    <a:pt x="3637" y="11267"/>
                  </a:lnTo>
                  <a:lnTo>
                    <a:pt x="3577" y="11338"/>
                  </a:lnTo>
                  <a:lnTo>
                    <a:pt x="3494" y="11398"/>
                  </a:lnTo>
                  <a:lnTo>
                    <a:pt x="3410" y="11446"/>
                  </a:lnTo>
                  <a:lnTo>
                    <a:pt x="3315" y="11481"/>
                  </a:lnTo>
                  <a:lnTo>
                    <a:pt x="3219" y="11505"/>
                  </a:lnTo>
                  <a:lnTo>
                    <a:pt x="3124" y="11529"/>
                  </a:lnTo>
                  <a:lnTo>
                    <a:pt x="3005" y="11541"/>
                  </a:lnTo>
                  <a:lnTo>
                    <a:pt x="2778" y="11541"/>
                  </a:lnTo>
                  <a:lnTo>
                    <a:pt x="2671" y="11529"/>
                  </a:lnTo>
                  <a:lnTo>
                    <a:pt x="2564" y="11505"/>
                  </a:lnTo>
                  <a:lnTo>
                    <a:pt x="2468" y="11481"/>
                  </a:lnTo>
                  <a:lnTo>
                    <a:pt x="2373" y="11446"/>
                  </a:lnTo>
                  <a:lnTo>
                    <a:pt x="2290" y="11398"/>
                  </a:lnTo>
                  <a:lnTo>
                    <a:pt x="2218" y="11338"/>
                  </a:lnTo>
                  <a:lnTo>
                    <a:pt x="2146" y="11267"/>
                  </a:lnTo>
                  <a:lnTo>
                    <a:pt x="2087" y="11195"/>
                  </a:lnTo>
                  <a:lnTo>
                    <a:pt x="2027" y="11100"/>
                  </a:lnTo>
                  <a:lnTo>
                    <a:pt x="1980" y="11004"/>
                  </a:lnTo>
                  <a:lnTo>
                    <a:pt x="1944" y="10897"/>
                  </a:lnTo>
                  <a:lnTo>
                    <a:pt x="1908" y="10766"/>
                  </a:lnTo>
                  <a:lnTo>
                    <a:pt x="1884" y="10635"/>
                  </a:lnTo>
                  <a:lnTo>
                    <a:pt x="1872" y="10480"/>
                  </a:lnTo>
                  <a:lnTo>
                    <a:pt x="1872" y="10325"/>
                  </a:lnTo>
                  <a:lnTo>
                    <a:pt x="1872" y="9335"/>
                  </a:lnTo>
                  <a:lnTo>
                    <a:pt x="0" y="9335"/>
                  </a:lnTo>
                  <a:lnTo>
                    <a:pt x="0" y="10194"/>
                  </a:lnTo>
                  <a:lnTo>
                    <a:pt x="12" y="10516"/>
                  </a:lnTo>
                  <a:lnTo>
                    <a:pt x="36" y="10814"/>
                  </a:lnTo>
                  <a:lnTo>
                    <a:pt x="72" y="11088"/>
                  </a:lnTo>
                  <a:lnTo>
                    <a:pt x="132" y="11362"/>
                  </a:lnTo>
                  <a:lnTo>
                    <a:pt x="215" y="11612"/>
                  </a:lnTo>
                  <a:lnTo>
                    <a:pt x="299" y="11851"/>
                  </a:lnTo>
                  <a:lnTo>
                    <a:pt x="418" y="12077"/>
                  </a:lnTo>
                  <a:lnTo>
                    <a:pt x="537" y="12280"/>
                  </a:lnTo>
                  <a:lnTo>
                    <a:pt x="680" y="12471"/>
                  </a:lnTo>
                  <a:lnTo>
                    <a:pt x="835" y="12638"/>
                  </a:lnTo>
                  <a:lnTo>
                    <a:pt x="1014" y="12793"/>
                  </a:lnTo>
                  <a:lnTo>
                    <a:pt x="1205" y="12924"/>
                  </a:lnTo>
                  <a:lnTo>
                    <a:pt x="1419" y="13043"/>
                  </a:lnTo>
                  <a:lnTo>
                    <a:pt x="1646" y="13150"/>
                  </a:lnTo>
                  <a:lnTo>
                    <a:pt x="1884" y="13234"/>
                  </a:lnTo>
                  <a:lnTo>
                    <a:pt x="2146" y="13293"/>
                  </a:lnTo>
                  <a:lnTo>
                    <a:pt x="2146" y="14211"/>
                  </a:lnTo>
                  <a:lnTo>
                    <a:pt x="3756" y="14211"/>
                  </a:lnTo>
                  <a:lnTo>
                    <a:pt x="3756" y="13293"/>
                  </a:lnTo>
                  <a:lnTo>
                    <a:pt x="4018" y="13222"/>
                  </a:lnTo>
                  <a:lnTo>
                    <a:pt x="4257" y="13150"/>
                  </a:lnTo>
                  <a:lnTo>
                    <a:pt x="4471" y="13043"/>
                  </a:lnTo>
                  <a:lnTo>
                    <a:pt x="4686" y="12924"/>
                  </a:lnTo>
                  <a:lnTo>
                    <a:pt x="4877" y="12793"/>
                  </a:lnTo>
                  <a:lnTo>
                    <a:pt x="5055" y="12638"/>
                  </a:lnTo>
                  <a:lnTo>
                    <a:pt x="5210" y="12459"/>
                  </a:lnTo>
                  <a:lnTo>
                    <a:pt x="5354" y="12280"/>
                  </a:lnTo>
                  <a:lnTo>
                    <a:pt x="5485" y="12065"/>
                  </a:lnTo>
                  <a:lnTo>
                    <a:pt x="5592" y="11851"/>
                  </a:lnTo>
                  <a:lnTo>
                    <a:pt x="5687" y="11612"/>
                  </a:lnTo>
                  <a:lnTo>
                    <a:pt x="5759" y="11362"/>
                  </a:lnTo>
                  <a:lnTo>
                    <a:pt x="5818" y="11088"/>
                  </a:lnTo>
                  <a:lnTo>
                    <a:pt x="5866" y="10814"/>
                  </a:lnTo>
                  <a:lnTo>
                    <a:pt x="5890" y="10516"/>
                  </a:lnTo>
                  <a:lnTo>
                    <a:pt x="5902" y="10194"/>
                  </a:lnTo>
                  <a:lnTo>
                    <a:pt x="5890" y="9872"/>
                  </a:lnTo>
                  <a:lnTo>
                    <a:pt x="5854" y="9562"/>
                  </a:lnTo>
                  <a:lnTo>
                    <a:pt x="5807" y="9276"/>
                  </a:lnTo>
                  <a:lnTo>
                    <a:pt x="5735" y="9001"/>
                  </a:lnTo>
                  <a:lnTo>
                    <a:pt x="5652" y="8739"/>
                  </a:lnTo>
                  <a:lnTo>
                    <a:pt x="5544" y="8501"/>
                  </a:lnTo>
                  <a:lnTo>
                    <a:pt x="5425" y="8274"/>
                  </a:lnTo>
                  <a:lnTo>
                    <a:pt x="5294" y="8060"/>
                  </a:lnTo>
                  <a:lnTo>
                    <a:pt x="5151" y="7857"/>
                  </a:lnTo>
                  <a:lnTo>
                    <a:pt x="5008" y="7666"/>
                  </a:lnTo>
                  <a:lnTo>
                    <a:pt x="4841" y="7475"/>
                  </a:lnTo>
                  <a:lnTo>
                    <a:pt x="4674" y="7297"/>
                  </a:lnTo>
                  <a:lnTo>
                    <a:pt x="4507" y="7130"/>
                  </a:lnTo>
                  <a:lnTo>
                    <a:pt x="4328" y="6975"/>
                  </a:lnTo>
                  <a:lnTo>
                    <a:pt x="3971" y="6665"/>
                  </a:lnTo>
                  <a:lnTo>
                    <a:pt x="3601" y="6367"/>
                  </a:lnTo>
                  <a:lnTo>
                    <a:pt x="3255" y="6069"/>
                  </a:lnTo>
                  <a:lnTo>
                    <a:pt x="3088" y="5926"/>
                  </a:lnTo>
                  <a:lnTo>
                    <a:pt x="2933" y="5771"/>
                  </a:lnTo>
                  <a:lnTo>
                    <a:pt x="2778" y="5616"/>
                  </a:lnTo>
                  <a:lnTo>
                    <a:pt x="2635" y="5461"/>
                  </a:lnTo>
                  <a:lnTo>
                    <a:pt x="2504" y="5294"/>
                  </a:lnTo>
                  <a:lnTo>
                    <a:pt x="2385" y="5115"/>
                  </a:lnTo>
                  <a:lnTo>
                    <a:pt x="2290" y="4936"/>
                  </a:lnTo>
                  <a:lnTo>
                    <a:pt x="2194" y="4745"/>
                  </a:lnTo>
                  <a:lnTo>
                    <a:pt x="2123" y="4555"/>
                  </a:lnTo>
                  <a:lnTo>
                    <a:pt x="2075" y="4340"/>
                  </a:lnTo>
                  <a:lnTo>
                    <a:pt x="2039" y="4113"/>
                  </a:lnTo>
                  <a:lnTo>
                    <a:pt x="2027" y="3887"/>
                  </a:lnTo>
                  <a:lnTo>
                    <a:pt x="2039" y="3720"/>
                  </a:lnTo>
                  <a:lnTo>
                    <a:pt x="2051" y="3577"/>
                  </a:lnTo>
                  <a:lnTo>
                    <a:pt x="2075" y="3434"/>
                  </a:lnTo>
                  <a:lnTo>
                    <a:pt x="2099" y="3315"/>
                  </a:lnTo>
                  <a:lnTo>
                    <a:pt x="2135" y="3195"/>
                  </a:lnTo>
                  <a:lnTo>
                    <a:pt x="2182" y="3100"/>
                  </a:lnTo>
                  <a:lnTo>
                    <a:pt x="2230" y="3005"/>
                  </a:lnTo>
                  <a:lnTo>
                    <a:pt x="2290" y="2921"/>
                  </a:lnTo>
                  <a:lnTo>
                    <a:pt x="2361" y="2862"/>
                  </a:lnTo>
                  <a:lnTo>
                    <a:pt x="2433" y="2802"/>
                  </a:lnTo>
                  <a:lnTo>
                    <a:pt x="2516" y="2754"/>
                  </a:lnTo>
                  <a:lnTo>
                    <a:pt x="2600" y="2707"/>
                  </a:lnTo>
                  <a:lnTo>
                    <a:pt x="2695" y="2683"/>
                  </a:lnTo>
                  <a:lnTo>
                    <a:pt x="2802" y="2659"/>
                  </a:lnTo>
                  <a:lnTo>
                    <a:pt x="2909" y="2647"/>
                  </a:lnTo>
                  <a:lnTo>
                    <a:pt x="3136" y="2647"/>
                  </a:lnTo>
                  <a:lnTo>
                    <a:pt x="3243" y="2659"/>
                  </a:lnTo>
                  <a:lnTo>
                    <a:pt x="3339" y="2683"/>
                  </a:lnTo>
                  <a:lnTo>
                    <a:pt x="3434" y="2707"/>
                  </a:lnTo>
                  <a:lnTo>
                    <a:pt x="3529" y="2754"/>
                  </a:lnTo>
                  <a:lnTo>
                    <a:pt x="3613" y="2802"/>
                  </a:lnTo>
                  <a:lnTo>
                    <a:pt x="3684" y="2862"/>
                  </a:lnTo>
                  <a:lnTo>
                    <a:pt x="3744" y="2921"/>
                  </a:lnTo>
                  <a:lnTo>
                    <a:pt x="3804" y="3005"/>
                  </a:lnTo>
                  <a:lnTo>
                    <a:pt x="3863" y="3100"/>
                  </a:lnTo>
                  <a:lnTo>
                    <a:pt x="3899" y="3195"/>
                  </a:lnTo>
                  <a:lnTo>
                    <a:pt x="3947" y="3315"/>
                  </a:lnTo>
                  <a:lnTo>
                    <a:pt x="3971" y="3434"/>
                  </a:lnTo>
                  <a:lnTo>
                    <a:pt x="3994" y="3565"/>
                  </a:lnTo>
                  <a:lnTo>
                    <a:pt x="4006" y="3720"/>
                  </a:lnTo>
                  <a:lnTo>
                    <a:pt x="4006" y="3887"/>
                  </a:lnTo>
                  <a:lnTo>
                    <a:pt x="4006" y="4412"/>
                  </a:lnTo>
                  <a:lnTo>
                    <a:pt x="5878" y="4412"/>
                  </a:lnTo>
                  <a:lnTo>
                    <a:pt x="5878" y="4006"/>
                  </a:lnTo>
                  <a:lnTo>
                    <a:pt x="5866" y="3696"/>
                  </a:lnTo>
                  <a:lnTo>
                    <a:pt x="5842" y="3398"/>
                  </a:lnTo>
                  <a:lnTo>
                    <a:pt x="5795" y="3124"/>
                  </a:lnTo>
                  <a:lnTo>
                    <a:pt x="5747" y="2850"/>
                  </a:lnTo>
                  <a:lnTo>
                    <a:pt x="5664" y="2599"/>
                  </a:lnTo>
                  <a:lnTo>
                    <a:pt x="5580" y="2361"/>
                  </a:lnTo>
                  <a:lnTo>
                    <a:pt x="5461" y="2146"/>
                  </a:lnTo>
                  <a:lnTo>
                    <a:pt x="5342" y="1944"/>
                  </a:lnTo>
                  <a:lnTo>
                    <a:pt x="5199" y="1753"/>
                  </a:lnTo>
                  <a:lnTo>
                    <a:pt x="5044" y="1586"/>
                  </a:lnTo>
                  <a:lnTo>
                    <a:pt x="4865" y="1431"/>
                  </a:lnTo>
                  <a:lnTo>
                    <a:pt x="4674" y="1300"/>
                  </a:lnTo>
                  <a:lnTo>
                    <a:pt x="4471" y="1181"/>
                  </a:lnTo>
                  <a:lnTo>
                    <a:pt x="4245" y="1085"/>
                  </a:lnTo>
                  <a:lnTo>
                    <a:pt x="4006" y="1002"/>
                  </a:lnTo>
                  <a:lnTo>
                    <a:pt x="3756" y="930"/>
                  </a:lnTo>
                  <a:lnTo>
                    <a:pt x="3756" y="0"/>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64" name="Google Shape;7464;p531"/>
            <p:cNvSpPr/>
            <p:nvPr/>
          </p:nvSpPr>
          <p:spPr>
            <a:xfrm>
              <a:off x="3838295" y="3738620"/>
              <a:ext cx="82953" cy="199714"/>
            </a:xfrm>
            <a:custGeom>
              <a:avLst/>
              <a:gdLst/>
              <a:ahLst/>
              <a:cxnLst/>
              <a:rect l="l" t="t" r="r" b="b"/>
              <a:pathLst>
                <a:path w="5902" h="14212" extrusionOk="0">
                  <a:moveTo>
                    <a:pt x="2135" y="0"/>
                  </a:moveTo>
                  <a:lnTo>
                    <a:pt x="2135" y="930"/>
                  </a:lnTo>
                  <a:lnTo>
                    <a:pt x="1884" y="1002"/>
                  </a:lnTo>
                  <a:lnTo>
                    <a:pt x="1646" y="1085"/>
                  </a:lnTo>
                  <a:lnTo>
                    <a:pt x="1431" y="1193"/>
                  </a:lnTo>
                  <a:lnTo>
                    <a:pt x="1228" y="1312"/>
                  </a:lnTo>
                  <a:lnTo>
                    <a:pt x="1038" y="1443"/>
                  </a:lnTo>
                  <a:lnTo>
                    <a:pt x="871" y="1598"/>
                  </a:lnTo>
                  <a:lnTo>
                    <a:pt x="716" y="1765"/>
                  </a:lnTo>
                  <a:lnTo>
                    <a:pt x="573" y="1956"/>
                  </a:lnTo>
                  <a:lnTo>
                    <a:pt x="454" y="2158"/>
                  </a:lnTo>
                  <a:lnTo>
                    <a:pt x="346" y="2373"/>
                  </a:lnTo>
                  <a:lnTo>
                    <a:pt x="251" y="2611"/>
                  </a:lnTo>
                  <a:lnTo>
                    <a:pt x="179" y="2862"/>
                  </a:lnTo>
                  <a:lnTo>
                    <a:pt x="120" y="3124"/>
                  </a:lnTo>
                  <a:lnTo>
                    <a:pt x="84" y="3398"/>
                  </a:lnTo>
                  <a:lnTo>
                    <a:pt x="60" y="3696"/>
                  </a:lnTo>
                  <a:lnTo>
                    <a:pt x="48" y="4006"/>
                  </a:lnTo>
                  <a:lnTo>
                    <a:pt x="60" y="4328"/>
                  </a:lnTo>
                  <a:lnTo>
                    <a:pt x="96" y="4638"/>
                  </a:lnTo>
                  <a:lnTo>
                    <a:pt x="144" y="4936"/>
                  </a:lnTo>
                  <a:lnTo>
                    <a:pt x="215" y="5210"/>
                  </a:lnTo>
                  <a:lnTo>
                    <a:pt x="299" y="5461"/>
                  </a:lnTo>
                  <a:lnTo>
                    <a:pt x="406" y="5699"/>
                  </a:lnTo>
                  <a:lnTo>
                    <a:pt x="525" y="5926"/>
                  </a:lnTo>
                  <a:lnTo>
                    <a:pt x="656" y="6152"/>
                  </a:lnTo>
                  <a:lnTo>
                    <a:pt x="799" y="6355"/>
                  </a:lnTo>
                  <a:lnTo>
                    <a:pt x="942" y="6546"/>
                  </a:lnTo>
                  <a:lnTo>
                    <a:pt x="1109" y="6724"/>
                  </a:lnTo>
                  <a:lnTo>
                    <a:pt x="1276" y="6903"/>
                  </a:lnTo>
                  <a:lnTo>
                    <a:pt x="1443" y="7070"/>
                  </a:lnTo>
                  <a:lnTo>
                    <a:pt x="1622" y="7237"/>
                  </a:lnTo>
                  <a:lnTo>
                    <a:pt x="1980" y="7547"/>
                  </a:lnTo>
                  <a:lnTo>
                    <a:pt x="2337" y="7833"/>
                  </a:lnTo>
                  <a:lnTo>
                    <a:pt x="2695" y="8131"/>
                  </a:lnTo>
                  <a:lnTo>
                    <a:pt x="2862" y="8286"/>
                  </a:lnTo>
                  <a:lnTo>
                    <a:pt x="3017" y="8429"/>
                  </a:lnTo>
                  <a:lnTo>
                    <a:pt x="3172" y="8584"/>
                  </a:lnTo>
                  <a:lnTo>
                    <a:pt x="3315" y="8751"/>
                  </a:lnTo>
                  <a:lnTo>
                    <a:pt x="3446" y="8918"/>
                  </a:lnTo>
                  <a:lnTo>
                    <a:pt x="3553" y="9085"/>
                  </a:lnTo>
                  <a:lnTo>
                    <a:pt x="3661" y="9264"/>
                  </a:lnTo>
                  <a:lnTo>
                    <a:pt x="3744" y="9455"/>
                  </a:lnTo>
                  <a:lnTo>
                    <a:pt x="3816" y="9657"/>
                  </a:lnTo>
                  <a:lnTo>
                    <a:pt x="3875" y="9860"/>
                  </a:lnTo>
                  <a:lnTo>
                    <a:pt x="3899" y="10086"/>
                  </a:lnTo>
                  <a:lnTo>
                    <a:pt x="3911" y="10325"/>
                  </a:lnTo>
                  <a:lnTo>
                    <a:pt x="3911" y="10480"/>
                  </a:lnTo>
                  <a:lnTo>
                    <a:pt x="3899" y="10635"/>
                  </a:lnTo>
                  <a:lnTo>
                    <a:pt x="3875" y="10766"/>
                  </a:lnTo>
                  <a:lnTo>
                    <a:pt x="3839" y="10897"/>
                  </a:lnTo>
                  <a:lnTo>
                    <a:pt x="3804" y="11004"/>
                  </a:lnTo>
                  <a:lnTo>
                    <a:pt x="3756" y="11100"/>
                  </a:lnTo>
                  <a:lnTo>
                    <a:pt x="3708" y="11195"/>
                  </a:lnTo>
                  <a:lnTo>
                    <a:pt x="3637" y="11267"/>
                  </a:lnTo>
                  <a:lnTo>
                    <a:pt x="3577" y="11338"/>
                  </a:lnTo>
                  <a:lnTo>
                    <a:pt x="3494" y="11398"/>
                  </a:lnTo>
                  <a:lnTo>
                    <a:pt x="3410" y="11446"/>
                  </a:lnTo>
                  <a:lnTo>
                    <a:pt x="3315" y="11481"/>
                  </a:lnTo>
                  <a:lnTo>
                    <a:pt x="3219" y="11505"/>
                  </a:lnTo>
                  <a:lnTo>
                    <a:pt x="3124" y="11529"/>
                  </a:lnTo>
                  <a:lnTo>
                    <a:pt x="3005" y="11541"/>
                  </a:lnTo>
                  <a:lnTo>
                    <a:pt x="2778" y="11541"/>
                  </a:lnTo>
                  <a:lnTo>
                    <a:pt x="2671" y="11529"/>
                  </a:lnTo>
                  <a:lnTo>
                    <a:pt x="2564" y="11505"/>
                  </a:lnTo>
                  <a:lnTo>
                    <a:pt x="2468" y="11481"/>
                  </a:lnTo>
                  <a:lnTo>
                    <a:pt x="2373" y="11446"/>
                  </a:lnTo>
                  <a:lnTo>
                    <a:pt x="2290" y="11398"/>
                  </a:lnTo>
                  <a:lnTo>
                    <a:pt x="2218" y="11338"/>
                  </a:lnTo>
                  <a:lnTo>
                    <a:pt x="2146" y="11267"/>
                  </a:lnTo>
                  <a:lnTo>
                    <a:pt x="2087" y="11195"/>
                  </a:lnTo>
                  <a:lnTo>
                    <a:pt x="2027" y="11100"/>
                  </a:lnTo>
                  <a:lnTo>
                    <a:pt x="1980" y="11004"/>
                  </a:lnTo>
                  <a:lnTo>
                    <a:pt x="1944" y="10897"/>
                  </a:lnTo>
                  <a:lnTo>
                    <a:pt x="1908" y="10766"/>
                  </a:lnTo>
                  <a:lnTo>
                    <a:pt x="1884" y="10635"/>
                  </a:lnTo>
                  <a:lnTo>
                    <a:pt x="1872" y="10480"/>
                  </a:lnTo>
                  <a:lnTo>
                    <a:pt x="1872" y="10325"/>
                  </a:lnTo>
                  <a:lnTo>
                    <a:pt x="1872" y="9335"/>
                  </a:lnTo>
                  <a:lnTo>
                    <a:pt x="0" y="9335"/>
                  </a:lnTo>
                  <a:lnTo>
                    <a:pt x="0" y="10194"/>
                  </a:lnTo>
                  <a:lnTo>
                    <a:pt x="12" y="10516"/>
                  </a:lnTo>
                  <a:lnTo>
                    <a:pt x="36" y="10814"/>
                  </a:lnTo>
                  <a:lnTo>
                    <a:pt x="72" y="11088"/>
                  </a:lnTo>
                  <a:lnTo>
                    <a:pt x="132" y="11362"/>
                  </a:lnTo>
                  <a:lnTo>
                    <a:pt x="215" y="11612"/>
                  </a:lnTo>
                  <a:lnTo>
                    <a:pt x="299" y="11851"/>
                  </a:lnTo>
                  <a:lnTo>
                    <a:pt x="418" y="12077"/>
                  </a:lnTo>
                  <a:lnTo>
                    <a:pt x="537" y="12280"/>
                  </a:lnTo>
                  <a:lnTo>
                    <a:pt x="680" y="12471"/>
                  </a:lnTo>
                  <a:lnTo>
                    <a:pt x="835" y="12638"/>
                  </a:lnTo>
                  <a:lnTo>
                    <a:pt x="1014" y="12793"/>
                  </a:lnTo>
                  <a:lnTo>
                    <a:pt x="1205" y="12924"/>
                  </a:lnTo>
                  <a:lnTo>
                    <a:pt x="1419" y="13043"/>
                  </a:lnTo>
                  <a:lnTo>
                    <a:pt x="1646" y="13150"/>
                  </a:lnTo>
                  <a:lnTo>
                    <a:pt x="1884" y="13234"/>
                  </a:lnTo>
                  <a:lnTo>
                    <a:pt x="2146" y="13293"/>
                  </a:lnTo>
                  <a:lnTo>
                    <a:pt x="2146" y="14211"/>
                  </a:lnTo>
                  <a:lnTo>
                    <a:pt x="3756" y="14211"/>
                  </a:lnTo>
                  <a:lnTo>
                    <a:pt x="3756" y="13293"/>
                  </a:lnTo>
                  <a:lnTo>
                    <a:pt x="4018" y="13222"/>
                  </a:lnTo>
                  <a:lnTo>
                    <a:pt x="4257" y="13150"/>
                  </a:lnTo>
                  <a:lnTo>
                    <a:pt x="4471" y="13043"/>
                  </a:lnTo>
                  <a:lnTo>
                    <a:pt x="4686" y="12924"/>
                  </a:lnTo>
                  <a:lnTo>
                    <a:pt x="4877" y="12793"/>
                  </a:lnTo>
                  <a:lnTo>
                    <a:pt x="5055" y="12638"/>
                  </a:lnTo>
                  <a:lnTo>
                    <a:pt x="5210" y="12459"/>
                  </a:lnTo>
                  <a:lnTo>
                    <a:pt x="5354" y="12280"/>
                  </a:lnTo>
                  <a:lnTo>
                    <a:pt x="5485" y="12065"/>
                  </a:lnTo>
                  <a:lnTo>
                    <a:pt x="5592" y="11851"/>
                  </a:lnTo>
                  <a:lnTo>
                    <a:pt x="5687" y="11612"/>
                  </a:lnTo>
                  <a:lnTo>
                    <a:pt x="5759" y="11362"/>
                  </a:lnTo>
                  <a:lnTo>
                    <a:pt x="5818" y="11088"/>
                  </a:lnTo>
                  <a:lnTo>
                    <a:pt x="5866" y="10814"/>
                  </a:lnTo>
                  <a:lnTo>
                    <a:pt x="5890" y="10516"/>
                  </a:lnTo>
                  <a:lnTo>
                    <a:pt x="5902" y="10194"/>
                  </a:lnTo>
                  <a:lnTo>
                    <a:pt x="5890" y="9872"/>
                  </a:lnTo>
                  <a:lnTo>
                    <a:pt x="5854" y="9562"/>
                  </a:lnTo>
                  <a:lnTo>
                    <a:pt x="5807" y="9276"/>
                  </a:lnTo>
                  <a:lnTo>
                    <a:pt x="5735" y="9001"/>
                  </a:lnTo>
                  <a:lnTo>
                    <a:pt x="5652" y="8739"/>
                  </a:lnTo>
                  <a:lnTo>
                    <a:pt x="5544" y="8501"/>
                  </a:lnTo>
                  <a:lnTo>
                    <a:pt x="5425" y="8274"/>
                  </a:lnTo>
                  <a:lnTo>
                    <a:pt x="5294" y="8060"/>
                  </a:lnTo>
                  <a:lnTo>
                    <a:pt x="5151" y="7857"/>
                  </a:lnTo>
                  <a:lnTo>
                    <a:pt x="5008" y="7666"/>
                  </a:lnTo>
                  <a:lnTo>
                    <a:pt x="4841" y="7475"/>
                  </a:lnTo>
                  <a:lnTo>
                    <a:pt x="4674" y="7297"/>
                  </a:lnTo>
                  <a:lnTo>
                    <a:pt x="4507" y="7130"/>
                  </a:lnTo>
                  <a:lnTo>
                    <a:pt x="4328" y="6975"/>
                  </a:lnTo>
                  <a:lnTo>
                    <a:pt x="3971" y="6665"/>
                  </a:lnTo>
                  <a:lnTo>
                    <a:pt x="3601" y="6367"/>
                  </a:lnTo>
                  <a:lnTo>
                    <a:pt x="3255" y="6069"/>
                  </a:lnTo>
                  <a:lnTo>
                    <a:pt x="3088" y="5926"/>
                  </a:lnTo>
                  <a:lnTo>
                    <a:pt x="2933" y="5771"/>
                  </a:lnTo>
                  <a:lnTo>
                    <a:pt x="2778" y="5616"/>
                  </a:lnTo>
                  <a:lnTo>
                    <a:pt x="2635" y="5461"/>
                  </a:lnTo>
                  <a:lnTo>
                    <a:pt x="2504" y="5294"/>
                  </a:lnTo>
                  <a:lnTo>
                    <a:pt x="2385" y="5115"/>
                  </a:lnTo>
                  <a:lnTo>
                    <a:pt x="2290" y="4936"/>
                  </a:lnTo>
                  <a:lnTo>
                    <a:pt x="2194" y="4745"/>
                  </a:lnTo>
                  <a:lnTo>
                    <a:pt x="2123" y="4555"/>
                  </a:lnTo>
                  <a:lnTo>
                    <a:pt x="2075" y="4340"/>
                  </a:lnTo>
                  <a:lnTo>
                    <a:pt x="2039" y="4113"/>
                  </a:lnTo>
                  <a:lnTo>
                    <a:pt x="2027" y="3887"/>
                  </a:lnTo>
                  <a:lnTo>
                    <a:pt x="2039" y="3720"/>
                  </a:lnTo>
                  <a:lnTo>
                    <a:pt x="2051" y="3577"/>
                  </a:lnTo>
                  <a:lnTo>
                    <a:pt x="2075" y="3434"/>
                  </a:lnTo>
                  <a:lnTo>
                    <a:pt x="2099" y="3315"/>
                  </a:lnTo>
                  <a:lnTo>
                    <a:pt x="2135" y="3195"/>
                  </a:lnTo>
                  <a:lnTo>
                    <a:pt x="2182" y="3100"/>
                  </a:lnTo>
                  <a:lnTo>
                    <a:pt x="2230" y="3005"/>
                  </a:lnTo>
                  <a:lnTo>
                    <a:pt x="2290" y="2921"/>
                  </a:lnTo>
                  <a:lnTo>
                    <a:pt x="2361" y="2862"/>
                  </a:lnTo>
                  <a:lnTo>
                    <a:pt x="2433" y="2802"/>
                  </a:lnTo>
                  <a:lnTo>
                    <a:pt x="2516" y="2754"/>
                  </a:lnTo>
                  <a:lnTo>
                    <a:pt x="2600" y="2707"/>
                  </a:lnTo>
                  <a:lnTo>
                    <a:pt x="2695" y="2683"/>
                  </a:lnTo>
                  <a:lnTo>
                    <a:pt x="2802" y="2659"/>
                  </a:lnTo>
                  <a:lnTo>
                    <a:pt x="2909" y="2647"/>
                  </a:lnTo>
                  <a:lnTo>
                    <a:pt x="3136" y="2647"/>
                  </a:lnTo>
                  <a:lnTo>
                    <a:pt x="3243" y="2659"/>
                  </a:lnTo>
                  <a:lnTo>
                    <a:pt x="3339" y="2683"/>
                  </a:lnTo>
                  <a:lnTo>
                    <a:pt x="3434" y="2707"/>
                  </a:lnTo>
                  <a:lnTo>
                    <a:pt x="3529" y="2754"/>
                  </a:lnTo>
                  <a:lnTo>
                    <a:pt x="3613" y="2802"/>
                  </a:lnTo>
                  <a:lnTo>
                    <a:pt x="3684" y="2862"/>
                  </a:lnTo>
                  <a:lnTo>
                    <a:pt x="3744" y="2921"/>
                  </a:lnTo>
                  <a:lnTo>
                    <a:pt x="3804" y="3005"/>
                  </a:lnTo>
                  <a:lnTo>
                    <a:pt x="3863" y="3100"/>
                  </a:lnTo>
                  <a:lnTo>
                    <a:pt x="3899" y="3195"/>
                  </a:lnTo>
                  <a:lnTo>
                    <a:pt x="3947" y="3315"/>
                  </a:lnTo>
                  <a:lnTo>
                    <a:pt x="3971" y="3434"/>
                  </a:lnTo>
                  <a:lnTo>
                    <a:pt x="3994" y="3565"/>
                  </a:lnTo>
                  <a:lnTo>
                    <a:pt x="4006" y="3720"/>
                  </a:lnTo>
                  <a:lnTo>
                    <a:pt x="4006" y="3887"/>
                  </a:lnTo>
                  <a:lnTo>
                    <a:pt x="4006" y="4412"/>
                  </a:lnTo>
                  <a:lnTo>
                    <a:pt x="5878" y="4412"/>
                  </a:lnTo>
                  <a:lnTo>
                    <a:pt x="5878" y="4006"/>
                  </a:lnTo>
                  <a:lnTo>
                    <a:pt x="5866" y="3696"/>
                  </a:lnTo>
                  <a:lnTo>
                    <a:pt x="5842" y="3398"/>
                  </a:lnTo>
                  <a:lnTo>
                    <a:pt x="5795" y="3124"/>
                  </a:lnTo>
                  <a:lnTo>
                    <a:pt x="5747" y="2850"/>
                  </a:lnTo>
                  <a:lnTo>
                    <a:pt x="5664" y="2599"/>
                  </a:lnTo>
                  <a:lnTo>
                    <a:pt x="5580" y="2361"/>
                  </a:lnTo>
                  <a:lnTo>
                    <a:pt x="5461" y="2146"/>
                  </a:lnTo>
                  <a:lnTo>
                    <a:pt x="5342" y="1944"/>
                  </a:lnTo>
                  <a:lnTo>
                    <a:pt x="5199" y="1753"/>
                  </a:lnTo>
                  <a:lnTo>
                    <a:pt x="5044" y="1586"/>
                  </a:lnTo>
                  <a:lnTo>
                    <a:pt x="4865" y="1431"/>
                  </a:lnTo>
                  <a:lnTo>
                    <a:pt x="4674" y="1300"/>
                  </a:lnTo>
                  <a:lnTo>
                    <a:pt x="4471" y="1181"/>
                  </a:lnTo>
                  <a:lnTo>
                    <a:pt x="4245" y="1085"/>
                  </a:lnTo>
                  <a:lnTo>
                    <a:pt x="4006" y="1002"/>
                  </a:lnTo>
                  <a:lnTo>
                    <a:pt x="3756" y="930"/>
                  </a:lnTo>
                  <a:lnTo>
                    <a:pt x="3756" y="0"/>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65" name="Google Shape;7465;p531"/>
            <p:cNvSpPr/>
            <p:nvPr/>
          </p:nvSpPr>
          <p:spPr>
            <a:xfrm>
              <a:off x="3838295" y="3738620"/>
              <a:ext cx="82953" cy="199714"/>
            </a:xfrm>
            <a:custGeom>
              <a:avLst/>
              <a:gdLst/>
              <a:ahLst/>
              <a:cxnLst/>
              <a:rect l="l" t="t" r="r" b="b"/>
              <a:pathLst>
                <a:path w="5902" h="14212" extrusionOk="0">
                  <a:moveTo>
                    <a:pt x="2135" y="0"/>
                  </a:moveTo>
                  <a:lnTo>
                    <a:pt x="2135" y="930"/>
                  </a:lnTo>
                  <a:lnTo>
                    <a:pt x="1884" y="1002"/>
                  </a:lnTo>
                  <a:lnTo>
                    <a:pt x="1646" y="1085"/>
                  </a:lnTo>
                  <a:lnTo>
                    <a:pt x="1431" y="1193"/>
                  </a:lnTo>
                  <a:lnTo>
                    <a:pt x="1228" y="1312"/>
                  </a:lnTo>
                  <a:lnTo>
                    <a:pt x="1038" y="1443"/>
                  </a:lnTo>
                  <a:lnTo>
                    <a:pt x="871" y="1598"/>
                  </a:lnTo>
                  <a:lnTo>
                    <a:pt x="716" y="1765"/>
                  </a:lnTo>
                  <a:lnTo>
                    <a:pt x="573" y="1956"/>
                  </a:lnTo>
                  <a:lnTo>
                    <a:pt x="454" y="2158"/>
                  </a:lnTo>
                  <a:lnTo>
                    <a:pt x="346" y="2373"/>
                  </a:lnTo>
                  <a:lnTo>
                    <a:pt x="251" y="2611"/>
                  </a:lnTo>
                  <a:lnTo>
                    <a:pt x="179" y="2862"/>
                  </a:lnTo>
                  <a:lnTo>
                    <a:pt x="120" y="3124"/>
                  </a:lnTo>
                  <a:lnTo>
                    <a:pt x="84" y="3398"/>
                  </a:lnTo>
                  <a:lnTo>
                    <a:pt x="60" y="3696"/>
                  </a:lnTo>
                  <a:lnTo>
                    <a:pt x="48" y="4006"/>
                  </a:lnTo>
                  <a:lnTo>
                    <a:pt x="60" y="4328"/>
                  </a:lnTo>
                  <a:lnTo>
                    <a:pt x="96" y="4638"/>
                  </a:lnTo>
                  <a:lnTo>
                    <a:pt x="144" y="4936"/>
                  </a:lnTo>
                  <a:lnTo>
                    <a:pt x="215" y="5210"/>
                  </a:lnTo>
                  <a:lnTo>
                    <a:pt x="299" y="5461"/>
                  </a:lnTo>
                  <a:lnTo>
                    <a:pt x="406" y="5699"/>
                  </a:lnTo>
                  <a:lnTo>
                    <a:pt x="525" y="5926"/>
                  </a:lnTo>
                  <a:lnTo>
                    <a:pt x="656" y="6152"/>
                  </a:lnTo>
                  <a:lnTo>
                    <a:pt x="799" y="6355"/>
                  </a:lnTo>
                  <a:lnTo>
                    <a:pt x="942" y="6546"/>
                  </a:lnTo>
                  <a:lnTo>
                    <a:pt x="1109" y="6724"/>
                  </a:lnTo>
                  <a:lnTo>
                    <a:pt x="1276" y="6903"/>
                  </a:lnTo>
                  <a:lnTo>
                    <a:pt x="1443" y="7070"/>
                  </a:lnTo>
                  <a:lnTo>
                    <a:pt x="1622" y="7237"/>
                  </a:lnTo>
                  <a:lnTo>
                    <a:pt x="1980" y="7547"/>
                  </a:lnTo>
                  <a:lnTo>
                    <a:pt x="2337" y="7833"/>
                  </a:lnTo>
                  <a:lnTo>
                    <a:pt x="2695" y="8131"/>
                  </a:lnTo>
                  <a:lnTo>
                    <a:pt x="2862" y="8286"/>
                  </a:lnTo>
                  <a:lnTo>
                    <a:pt x="3017" y="8429"/>
                  </a:lnTo>
                  <a:lnTo>
                    <a:pt x="3172" y="8584"/>
                  </a:lnTo>
                  <a:lnTo>
                    <a:pt x="3315" y="8751"/>
                  </a:lnTo>
                  <a:lnTo>
                    <a:pt x="3446" y="8918"/>
                  </a:lnTo>
                  <a:lnTo>
                    <a:pt x="3553" y="9085"/>
                  </a:lnTo>
                  <a:lnTo>
                    <a:pt x="3661" y="9264"/>
                  </a:lnTo>
                  <a:lnTo>
                    <a:pt x="3744" y="9455"/>
                  </a:lnTo>
                  <a:lnTo>
                    <a:pt x="3816" y="9657"/>
                  </a:lnTo>
                  <a:lnTo>
                    <a:pt x="3875" y="9860"/>
                  </a:lnTo>
                  <a:lnTo>
                    <a:pt x="3899" y="10086"/>
                  </a:lnTo>
                  <a:lnTo>
                    <a:pt x="3911" y="10325"/>
                  </a:lnTo>
                  <a:lnTo>
                    <a:pt x="3911" y="10480"/>
                  </a:lnTo>
                  <a:lnTo>
                    <a:pt x="3899" y="10635"/>
                  </a:lnTo>
                  <a:lnTo>
                    <a:pt x="3875" y="10766"/>
                  </a:lnTo>
                  <a:lnTo>
                    <a:pt x="3839" y="10897"/>
                  </a:lnTo>
                  <a:lnTo>
                    <a:pt x="3804" y="11004"/>
                  </a:lnTo>
                  <a:lnTo>
                    <a:pt x="3756" y="11100"/>
                  </a:lnTo>
                  <a:lnTo>
                    <a:pt x="3708" y="11195"/>
                  </a:lnTo>
                  <a:lnTo>
                    <a:pt x="3637" y="11267"/>
                  </a:lnTo>
                  <a:lnTo>
                    <a:pt x="3577" y="11338"/>
                  </a:lnTo>
                  <a:lnTo>
                    <a:pt x="3494" y="11398"/>
                  </a:lnTo>
                  <a:lnTo>
                    <a:pt x="3410" y="11446"/>
                  </a:lnTo>
                  <a:lnTo>
                    <a:pt x="3315" y="11481"/>
                  </a:lnTo>
                  <a:lnTo>
                    <a:pt x="3219" y="11505"/>
                  </a:lnTo>
                  <a:lnTo>
                    <a:pt x="3124" y="11529"/>
                  </a:lnTo>
                  <a:lnTo>
                    <a:pt x="3005" y="11541"/>
                  </a:lnTo>
                  <a:lnTo>
                    <a:pt x="2778" y="11541"/>
                  </a:lnTo>
                  <a:lnTo>
                    <a:pt x="2671" y="11529"/>
                  </a:lnTo>
                  <a:lnTo>
                    <a:pt x="2564" y="11505"/>
                  </a:lnTo>
                  <a:lnTo>
                    <a:pt x="2468" y="11481"/>
                  </a:lnTo>
                  <a:lnTo>
                    <a:pt x="2373" y="11446"/>
                  </a:lnTo>
                  <a:lnTo>
                    <a:pt x="2290" y="11398"/>
                  </a:lnTo>
                  <a:lnTo>
                    <a:pt x="2218" y="11338"/>
                  </a:lnTo>
                  <a:lnTo>
                    <a:pt x="2146" y="11267"/>
                  </a:lnTo>
                  <a:lnTo>
                    <a:pt x="2087" y="11195"/>
                  </a:lnTo>
                  <a:lnTo>
                    <a:pt x="2027" y="11100"/>
                  </a:lnTo>
                  <a:lnTo>
                    <a:pt x="1980" y="11004"/>
                  </a:lnTo>
                  <a:lnTo>
                    <a:pt x="1944" y="10897"/>
                  </a:lnTo>
                  <a:lnTo>
                    <a:pt x="1908" y="10766"/>
                  </a:lnTo>
                  <a:lnTo>
                    <a:pt x="1884" y="10635"/>
                  </a:lnTo>
                  <a:lnTo>
                    <a:pt x="1872" y="10480"/>
                  </a:lnTo>
                  <a:lnTo>
                    <a:pt x="1872" y="10325"/>
                  </a:lnTo>
                  <a:lnTo>
                    <a:pt x="1872" y="9335"/>
                  </a:lnTo>
                  <a:lnTo>
                    <a:pt x="0" y="9335"/>
                  </a:lnTo>
                  <a:lnTo>
                    <a:pt x="0" y="10194"/>
                  </a:lnTo>
                  <a:lnTo>
                    <a:pt x="12" y="10516"/>
                  </a:lnTo>
                  <a:lnTo>
                    <a:pt x="36" y="10814"/>
                  </a:lnTo>
                  <a:lnTo>
                    <a:pt x="72" y="11088"/>
                  </a:lnTo>
                  <a:lnTo>
                    <a:pt x="132" y="11362"/>
                  </a:lnTo>
                  <a:lnTo>
                    <a:pt x="215" y="11612"/>
                  </a:lnTo>
                  <a:lnTo>
                    <a:pt x="299" y="11851"/>
                  </a:lnTo>
                  <a:lnTo>
                    <a:pt x="418" y="12077"/>
                  </a:lnTo>
                  <a:lnTo>
                    <a:pt x="537" y="12280"/>
                  </a:lnTo>
                  <a:lnTo>
                    <a:pt x="680" y="12471"/>
                  </a:lnTo>
                  <a:lnTo>
                    <a:pt x="835" y="12638"/>
                  </a:lnTo>
                  <a:lnTo>
                    <a:pt x="1014" y="12793"/>
                  </a:lnTo>
                  <a:lnTo>
                    <a:pt x="1205" y="12924"/>
                  </a:lnTo>
                  <a:lnTo>
                    <a:pt x="1419" y="13043"/>
                  </a:lnTo>
                  <a:lnTo>
                    <a:pt x="1646" y="13150"/>
                  </a:lnTo>
                  <a:lnTo>
                    <a:pt x="1884" y="13234"/>
                  </a:lnTo>
                  <a:lnTo>
                    <a:pt x="2146" y="13293"/>
                  </a:lnTo>
                  <a:lnTo>
                    <a:pt x="2146" y="14211"/>
                  </a:lnTo>
                  <a:lnTo>
                    <a:pt x="3756" y="14211"/>
                  </a:lnTo>
                  <a:lnTo>
                    <a:pt x="3756" y="13293"/>
                  </a:lnTo>
                  <a:lnTo>
                    <a:pt x="4018" y="13222"/>
                  </a:lnTo>
                  <a:lnTo>
                    <a:pt x="4257" y="13150"/>
                  </a:lnTo>
                  <a:lnTo>
                    <a:pt x="4471" y="13043"/>
                  </a:lnTo>
                  <a:lnTo>
                    <a:pt x="4686" y="12924"/>
                  </a:lnTo>
                  <a:lnTo>
                    <a:pt x="4877" y="12793"/>
                  </a:lnTo>
                  <a:lnTo>
                    <a:pt x="5055" y="12638"/>
                  </a:lnTo>
                  <a:lnTo>
                    <a:pt x="5210" y="12459"/>
                  </a:lnTo>
                  <a:lnTo>
                    <a:pt x="5354" y="12280"/>
                  </a:lnTo>
                  <a:lnTo>
                    <a:pt x="5485" y="12065"/>
                  </a:lnTo>
                  <a:lnTo>
                    <a:pt x="5592" y="11851"/>
                  </a:lnTo>
                  <a:lnTo>
                    <a:pt x="5687" y="11612"/>
                  </a:lnTo>
                  <a:lnTo>
                    <a:pt x="5759" y="11362"/>
                  </a:lnTo>
                  <a:lnTo>
                    <a:pt x="5818" y="11088"/>
                  </a:lnTo>
                  <a:lnTo>
                    <a:pt x="5866" y="10814"/>
                  </a:lnTo>
                  <a:lnTo>
                    <a:pt x="5890" y="10516"/>
                  </a:lnTo>
                  <a:lnTo>
                    <a:pt x="5902" y="10194"/>
                  </a:lnTo>
                  <a:lnTo>
                    <a:pt x="5890" y="9872"/>
                  </a:lnTo>
                  <a:lnTo>
                    <a:pt x="5854" y="9562"/>
                  </a:lnTo>
                  <a:lnTo>
                    <a:pt x="5807" y="9276"/>
                  </a:lnTo>
                  <a:lnTo>
                    <a:pt x="5735" y="9001"/>
                  </a:lnTo>
                  <a:lnTo>
                    <a:pt x="5652" y="8739"/>
                  </a:lnTo>
                  <a:lnTo>
                    <a:pt x="5544" y="8501"/>
                  </a:lnTo>
                  <a:lnTo>
                    <a:pt x="5425" y="8274"/>
                  </a:lnTo>
                  <a:lnTo>
                    <a:pt x="5294" y="8060"/>
                  </a:lnTo>
                  <a:lnTo>
                    <a:pt x="5151" y="7857"/>
                  </a:lnTo>
                  <a:lnTo>
                    <a:pt x="5008" y="7666"/>
                  </a:lnTo>
                  <a:lnTo>
                    <a:pt x="4841" y="7475"/>
                  </a:lnTo>
                  <a:lnTo>
                    <a:pt x="4674" y="7297"/>
                  </a:lnTo>
                  <a:lnTo>
                    <a:pt x="4507" y="7130"/>
                  </a:lnTo>
                  <a:lnTo>
                    <a:pt x="4328" y="6975"/>
                  </a:lnTo>
                  <a:lnTo>
                    <a:pt x="3971" y="6665"/>
                  </a:lnTo>
                  <a:lnTo>
                    <a:pt x="3601" y="6367"/>
                  </a:lnTo>
                  <a:lnTo>
                    <a:pt x="3255" y="6069"/>
                  </a:lnTo>
                  <a:lnTo>
                    <a:pt x="3088" y="5926"/>
                  </a:lnTo>
                  <a:lnTo>
                    <a:pt x="2933" y="5771"/>
                  </a:lnTo>
                  <a:lnTo>
                    <a:pt x="2778" y="5616"/>
                  </a:lnTo>
                  <a:lnTo>
                    <a:pt x="2635" y="5461"/>
                  </a:lnTo>
                  <a:lnTo>
                    <a:pt x="2504" y="5294"/>
                  </a:lnTo>
                  <a:lnTo>
                    <a:pt x="2385" y="5115"/>
                  </a:lnTo>
                  <a:lnTo>
                    <a:pt x="2290" y="4936"/>
                  </a:lnTo>
                  <a:lnTo>
                    <a:pt x="2194" y="4745"/>
                  </a:lnTo>
                  <a:lnTo>
                    <a:pt x="2123" y="4555"/>
                  </a:lnTo>
                  <a:lnTo>
                    <a:pt x="2075" y="4340"/>
                  </a:lnTo>
                  <a:lnTo>
                    <a:pt x="2039" y="4113"/>
                  </a:lnTo>
                  <a:lnTo>
                    <a:pt x="2027" y="3887"/>
                  </a:lnTo>
                  <a:lnTo>
                    <a:pt x="2039" y="3720"/>
                  </a:lnTo>
                  <a:lnTo>
                    <a:pt x="2051" y="3577"/>
                  </a:lnTo>
                  <a:lnTo>
                    <a:pt x="2075" y="3434"/>
                  </a:lnTo>
                  <a:lnTo>
                    <a:pt x="2099" y="3315"/>
                  </a:lnTo>
                  <a:lnTo>
                    <a:pt x="2135" y="3195"/>
                  </a:lnTo>
                  <a:lnTo>
                    <a:pt x="2182" y="3100"/>
                  </a:lnTo>
                  <a:lnTo>
                    <a:pt x="2230" y="3005"/>
                  </a:lnTo>
                  <a:lnTo>
                    <a:pt x="2290" y="2921"/>
                  </a:lnTo>
                  <a:lnTo>
                    <a:pt x="2361" y="2862"/>
                  </a:lnTo>
                  <a:lnTo>
                    <a:pt x="2433" y="2802"/>
                  </a:lnTo>
                  <a:lnTo>
                    <a:pt x="2516" y="2754"/>
                  </a:lnTo>
                  <a:lnTo>
                    <a:pt x="2600" y="2707"/>
                  </a:lnTo>
                  <a:lnTo>
                    <a:pt x="2695" y="2683"/>
                  </a:lnTo>
                  <a:lnTo>
                    <a:pt x="2802" y="2659"/>
                  </a:lnTo>
                  <a:lnTo>
                    <a:pt x="2909" y="2647"/>
                  </a:lnTo>
                  <a:lnTo>
                    <a:pt x="3136" y="2647"/>
                  </a:lnTo>
                  <a:lnTo>
                    <a:pt x="3243" y="2659"/>
                  </a:lnTo>
                  <a:lnTo>
                    <a:pt x="3339" y="2683"/>
                  </a:lnTo>
                  <a:lnTo>
                    <a:pt x="3434" y="2707"/>
                  </a:lnTo>
                  <a:lnTo>
                    <a:pt x="3529" y="2754"/>
                  </a:lnTo>
                  <a:lnTo>
                    <a:pt x="3613" y="2802"/>
                  </a:lnTo>
                  <a:lnTo>
                    <a:pt x="3684" y="2862"/>
                  </a:lnTo>
                  <a:lnTo>
                    <a:pt x="3744" y="2921"/>
                  </a:lnTo>
                  <a:lnTo>
                    <a:pt x="3804" y="3005"/>
                  </a:lnTo>
                  <a:lnTo>
                    <a:pt x="3863" y="3100"/>
                  </a:lnTo>
                  <a:lnTo>
                    <a:pt x="3899" y="3195"/>
                  </a:lnTo>
                  <a:lnTo>
                    <a:pt x="3947" y="3315"/>
                  </a:lnTo>
                  <a:lnTo>
                    <a:pt x="3971" y="3434"/>
                  </a:lnTo>
                  <a:lnTo>
                    <a:pt x="3994" y="3565"/>
                  </a:lnTo>
                  <a:lnTo>
                    <a:pt x="4006" y="3720"/>
                  </a:lnTo>
                  <a:lnTo>
                    <a:pt x="4006" y="3887"/>
                  </a:lnTo>
                  <a:lnTo>
                    <a:pt x="4006" y="4412"/>
                  </a:lnTo>
                  <a:lnTo>
                    <a:pt x="5878" y="4412"/>
                  </a:lnTo>
                  <a:lnTo>
                    <a:pt x="5878" y="4006"/>
                  </a:lnTo>
                  <a:lnTo>
                    <a:pt x="5866" y="3696"/>
                  </a:lnTo>
                  <a:lnTo>
                    <a:pt x="5842" y="3398"/>
                  </a:lnTo>
                  <a:lnTo>
                    <a:pt x="5795" y="3124"/>
                  </a:lnTo>
                  <a:lnTo>
                    <a:pt x="5747" y="2850"/>
                  </a:lnTo>
                  <a:lnTo>
                    <a:pt x="5664" y="2599"/>
                  </a:lnTo>
                  <a:lnTo>
                    <a:pt x="5580" y="2361"/>
                  </a:lnTo>
                  <a:lnTo>
                    <a:pt x="5461" y="2146"/>
                  </a:lnTo>
                  <a:lnTo>
                    <a:pt x="5342" y="1944"/>
                  </a:lnTo>
                  <a:lnTo>
                    <a:pt x="5199" y="1753"/>
                  </a:lnTo>
                  <a:lnTo>
                    <a:pt x="5044" y="1586"/>
                  </a:lnTo>
                  <a:lnTo>
                    <a:pt x="4865" y="1431"/>
                  </a:lnTo>
                  <a:lnTo>
                    <a:pt x="4674" y="1300"/>
                  </a:lnTo>
                  <a:lnTo>
                    <a:pt x="4471" y="1181"/>
                  </a:lnTo>
                  <a:lnTo>
                    <a:pt x="4245" y="1085"/>
                  </a:lnTo>
                  <a:lnTo>
                    <a:pt x="4006" y="1002"/>
                  </a:lnTo>
                  <a:lnTo>
                    <a:pt x="3756" y="930"/>
                  </a:lnTo>
                  <a:lnTo>
                    <a:pt x="3756" y="0"/>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66" name="Google Shape;7466;p531"/>
            <p:cNvSpPr/>
            <p:nvPr/>
          </p:nvSpPr>
          <p:spPr>
            <a:xfrm>
              <a:off x="3838295" y="3738620"/>
              <a:ext cx="82953" cy="199714"/>
            </a:xfrm>
            <a:custGeom>
              <a:avLst/>
              <a:gdLst/>
              <a:ahLst/>
              <a:cxnLst/>
              <a:rect l="l" t="t" r="r" b="b"/>
              <a:pathLst>
                <a:path w="5902" h="14212" extrusionOk="0">
                  <a:moveTo>
                    <a:pt x="2135" y="0"/>
                  </a:moveTo>
                  <a:lnTo>
                    <a:pt x="2135" y="930"/>
                  </a:lnTo>
                  <a:lnTo>
                    <a:pt x="1884" y="1002"/>
                  </a:lnTo>
                  <a:lnTo>
                    <a:pt x="1646" y="1085"/>
                  </a:lnTo>
                  <a:lnTo>
                    <a:pt x="1431" y="1193"/>
                  </a:lnTo>
                  <a:lnTo>
                    <a:pt x="1228" y="1312"/>
                  </a:lnTo>
                  <a:lnTo>
                    <a:pt x="1038" y="1443"/>
                  </a:lnTo>
                  <a:lnTo>
                    <a:pt x="871" y="1598"/>
                  </a:lnTo>
                  <a:lnTo>
                    <a:pt x="716" y="1765"/>
                  </a:lnTo>
                  <a:lnTo>
                    <a:pt x="573" y="1956"/>
                  </a:lnTo>
                  <a:lnTo>
                    <a:pt x="454" y="2158"/>
                  </a:lnTo>
                  <a:lnTo>
                    <a:pt x="346" y="2373"/>
                  </a:lnTo>
                  <a:lnTo>
                    <a:pt x="251" y="2611"/>
                  </a:lnTo>
                  <a:lnTo>
                    <a:pt x="179" y="2862"/>
                  </a:lnTo>
                  <a:lnTo>
                    <a:pt x="120" y="3124"/>
                  </a:lnTo>
                  <a:lnTo>
                    <a:pt x="84" y="3398"/>
                  </a:lnTo>
                  <a:lnTo>
                    <a:pt x="60" y="3696"/>
                  </a:lnTo>
                  <a:lnTo>
                    <a:pt x="48" y="4006"/>
                  </a:lnTo>
                  <a:lnTo>
                    <a:pt x="60" y="4328"/>
                  </a:lnTo>
                  <a:lnTo>
                    <a:pt x="96" y="4638"/>
                  </a:lnTo>
                  <a:lnTo>
                    <a:pt x="144" y="4936"/>
                  </a:lnTo>
                  <a:lnTo>
                    <a:pt x="215" y="5210"/>
                  </a:lnTo>
                  <a:lnTo>
                    <a:pt x="299" y="5461"/>
                  </a:lnTo>
                  <a:lnTo>
                    <a:pt x="406" y="5699"/>
                  </a:lnTo>
                  <a:lnTo>
                    <a:pt x="525" y="5926"/>
                  </a:lnTo>
                  <a:lnTo>
                    <a:pt x="656" y="6152"/>
                  </a:lnTo>
                  <a:lnTo>
                    <a:pt x="799" y="6355"/>
                  </a:lnTo>
                  <a:lnTo>
                    <a:pt x="942" y="6546"/>
                  </a:lnTo>
                  <a:lnTo>
                    <a:pt x="1109" y="6724"/>
                  </a:lnTo>
                  <a:lnTo>
                    <a:pt x="1276" y="6903"/>
                  </a:lnTo>
                  <a:lnTo>
                    <a:pt x="1443" y="7070"/>
                  </a:lnTo>
                  <a:lnTo>
                    <a:pt x="1622" y="7237"/>
                  </a:lnTo>
                  <a:lnTo>
                    <a:pt x="1980" y="7547"/>
                  </a:lnTo>
                  <a:lnTo>
                    <a:pt x="2337" y="7833"/>
                  </a:lnTo>
                  <a:lnTo>
                    <a:pt x="2695" y="8131"/>
                  </a:lnTo>
                  <a:lnTo>
                    <a:pt x="2862" y="8286"/>
                  </a:lnTo>
                  <a:lnTo>
                    <a:pt x="3017" y="8429"/>
                  </a:lnTo>
                  <a:lnTo>
                    <a:pt x="3172" y="8584"/>
                  </a:lnTo>
                  <a:lnTo>
                    <a:pt x="3315" y="8751"/>
                  </a:lnTo>
                  <a:lnTo>
                    <a:pt x="3446" y="8918"/>
                  </a:lnTo>
                  <a:lnTo>
                    <a:pt x="3553" y="9085"/>
                  </a:lnTo>
                  <a:lnTo>
                    <a:pt x="3661" y="9264"/>
                  </a:lnTo>
                  <a:lnTo>
                    <a:pt x="3744" y="9455"/>
                  </a:lnTo>
                  <a:lnTo>
                    <a:pt x="3816" y="9657"/>
                  </a:lnTo>
                  <a:lnTo>
                    <a:pt x="3875" y="9860"/>
                  </a:lnTo>
                  <a:lnTo>
                    <a:pt x="3899" y="10086"/>
                  </a:lnTo>
                  <a:lnTo>
                    <a:pt x="3911" y="10325"/>
                  </a:lnTo>
                  <a:lnTo>
                    <a:pt x="3911" y="10480"/>
                  </a:lnTo>
                  <a:lnTo>
                    <a:pt x="3899" y="10635"/>
                  </a:lnTo>
                  <a:lnTo>
                    <a:pt x="3875" y="10766"/>
                  </a:lnTo>
                  <a:lnTo>
                    <a:pt x="3839" y="10897"/>
                  </a:lnTo>
                  <a:lnTo>
                    <a:pt x="3804" y="11004"/>
                  </a:lnTo>
                  <a:lnTo>
                    <a:pt x="3756" y="11100"/>
                  </a:lnTo>
                  <a:lnTo>
                    <a:pt x="3708" y="11195"/>
                  </a:lnTo>
                  <a:lnTo>
                    <a:pt x="3637" y="11267"/>
                  </a:lnTo>
                  <a:lnTo>
                    <a:pt x="3577" y="11338"/>
                  </a:lnTo>
                  <a:lnTo>
                    <a:pt x="3494" y="11398"/>
                  </a:lnTo>
                  <a:lnTo>
                    <a:pt x="3410" y="11446"/>
                  </a:lnTo>
                  <a:lnTo>
                    <a:pt x="3315" y="11481"/>
                  </a:lnTo>
                  <a:lnTo>
                    <a:pt x="3219" y="11505"/>
                  </a:lnTo>
                  <a:lnTo>
                    <a:pt x="3124" y="11529"/>
                  </a:lnTo>
                  <a:lnTo>
                    <a:pt x="3005" y="11541"/>
                  </a:lnTo>
                  <a:lnTo>
                    <a:pt x="2778" y="11541"/>
                  </a:lnTo>
                  <a:lnTo>
                    <a:pt x="2671" y="11529"/>
                  </a:lnTo>
                  <a:lnTo>
                    <a:pt x="2564" y="11505"/>
                  </a:lnTo>
                  <a:lnTo>
                    <a:pt x="2468" y="11481"/>
                  </a:lnTo>
                  <a:lnTo>
                    <a:pt x="2373" y="11446"/>
                  </a:lnTo>
                  <a:lnTo>
                    <a:pt x="2290" y="11398"/>
                  </a:lnTo>
                  <a:lnTo>
                    <a:pt x="2218" y="11338"/>
                  </a:lnTo>
                  <a:lnTo>
                    <a:pt x="2146" y="11267"/>
                  </a:lnTo>
                  <a:lnTo>
                    <a:pt x="2087" y="11195"/>
                  </a:lnTo>
                  <a:lnTo>
                    <a:pt x="2027" y="11100"/>
                  </a:lnTo>
                  <a:lnTo>
                    <a:pt x="1980" y="11004"/>
                  </a:lnTo>
                  <a:lnTo>
                    <a:pt x="1944" y="10897"/>
                  </a:lnTo>
                  <a:lnTo>
                    <a:pt x="1908" y="10766"/>
                  </a:lnTo>
                  <a:lnTo>
                    <a:pt x="1884" y="10635"/>
                  </a:lnTo>
                  <a:lnTo>
                    <a:pt x="1872" y="10480"/>
                  </a:lnTo>
                  <a:lnTo>
                    <a:pt x="1872" y="10325"/>
                  </a:lnTo>
                  <a:lnTo>
                    <a:pt x="1872" y="9335"/>
                  </a:lnTo>
                  <a:lnTo>
                    <a:pt x="0" y="9335"/>
                  </a:lnTo>
                  <a:lnTo>
                    <a:pt x="0" y="10194"/>
                  </a:lnTo>
                  <a:lnTo>
                    <a:pt x="12" y="10516"/>
                  </a:lnTo>
                  <a:lnTo>
                    <a:pt x="36" y="10814"/>
                  </a:lnTo>
                  <a:lnTo>
                    <a:pt x="72" y="11088"/>
                  </a:lnTo>
                  <a:lnTo>
                    <a:pt x="132" y="11362"/>
                  </a:lnTo>
                  <a:lnTo>
                    <a:pt x="215" y="11612"/>
                  </a:lnTo>
                  <a:lnTo>
                    <a:pt x="299" y="11851"/>
                  </a:lnTo>
                  <a:lnTo>
                    <a:pt x="418" y="12077"/>
                  </a:lnTo>
                  <a:lnTo>
                    <a:pt x="537" y="12280"/>
                  </a:lnTo>
                  <a:lnTo>
                    <a:pt x="680" y="12471"/>
                  </a:lnTo>
                  <a:lnTo>
                    <a:pt x="835" y="12638"/>
                  </a:lnTo>
                  <a:lnTo>
                    <a:pt x="1014" y="12793"/>
                  </a:lnTo>
                  <a:lnTo>
                    <a:pt x="1205" y="12924"/>
                  </a:lnTo>
                  <a:lnTo>
                    <a:pt x="1419" y="13043"/>
                  </a:lnTo>
                  <a:lnTo>
                    <a:pt x="1646" y="13150"/>
                  </a:lnTo>
                  <a:lnTo>
                    <a:pt x="1884" y="13234"/>
                  </a:lnTo>
                  <a:lnTo>
                    <a:pt x="2146" y="13293"/>
                  </a:lnTo>
                  <a:lnTo>
                    <a:pt x="2146" y="14211"/>
                  </a:lnTo>
                  <a:lnTo>
                    <a:pt x="3756" y="14211"/>
                  </a:lnTo>
                  <a:lnTo>
                    <a:pt x="3756" y="13293"/>
                  </a:lnTo>
                  <a:lnTo>
                    <a:pt x="4018" y="13222"/>
                  </a:lnTo>
                  <a:lnTo>
                    <a:pt x="4257" y="13150"/>
                  </a:lnTo>
                  <a:lnTo>
                    <a:pt x="4471" y="13043"/>
                  </a:lnTo>
                  <a:lnTo>
                    <a:pt x="4686" y="12924"/>
                  </a:lnTo>
                  <a:lnTo>
                    <a:pt x="4877" y="12793"/>
                  </a:lnTo>
                  <a:lnTo>
                    <a:pt x="5055" y="12638"/>
                  </a:lnTo>
                  <a:lnTo>
                    <a:pt x="5210" y="12459"/>
                  </a:lnTo>
                  <a:lnTo>
                    <a:pt x="5354" y="12280"/>
                  </a:lnTo>
                  <a:lnTo>
                    <a:pt x="5485" y="12065"/>
                  </a:lnTo>
                  <a:lnTo>
                    <a:pt x="5592" y="11851"/>
                  </a:lnTo>
                  <a:lnTo>
                    <a:pt x="5687" y="11612"/>
                  </a:lnTo>
                  <a:lnTo>
                    <a:pt x="5759" y="11362"/>
                  </a:lnTo>
                  <a:lnTo>
                    <a:pt x="5818" y="11088"/>
                  </a:lnTo>
                  <a:lnTo>
                    <a:pt x="5866" y="10814"/>
                  </a:lnTo>
                  <a:lnTo>
                    <a:pt x="5890" y="10516"/>
                  </a:lnTo>
                  <a:lnTo>
                    <a:pt x="5902" y="10194"/>
                  </a:lnTo>
                  <a:lnTo>
                    <a:pt x="5890" y="9872"/>
                  </a:lnTo>
                  <a:lnTo>
                    <a:pt x="5854" y="9562"/>
                  </a:lnTo>
                  <a:lnTo>
                    <a:pt x="5807" y="9276"/>
                  </a:lnTo>
                  <a:lnTo>
                    <a:pt x="5735" y="9001"/>
                  </a:lnTo>
                  <a:lnTo>
                    <a:pt x="5652" y="8739"/>
                  </a:lnTo>
                  <a:lnTo>
                    <a:pt x="5544" y="8501"/>
                  </a:lnTo>
                  <a:lnTo>
                    <a:pt x="5425" y="8274"/>
                  </a:lnTo>
                  <a:lnTo>
                    <a:pt x="5294" y="8060"/>
                  </a:lnTo>
                  <a:lnTo>
                    <a:pt x="5151" y="7857"/>
                  </a:lnTo>
                  <a:lnTo>
                    <a:pt x="5008" y="7666"/>
                  </a:lnTo>
                  <a:lnTo>
                    <a:pt x="4841" y="7475"/>
                  </a:lnTo>
                  <a:lnTo>
                    <a:pt x="4674" y="7297"/>
                  </a:lnTo>
                  <a:lnTo>
                    <a:pt x="4507" y="7130"/>
                  </a:lnTo>
                  <a:lnTo>
                    <a:pt x="4328" y="6975"/>
                  </a:lnTo>
                  <a:lnTo>
                    <a:pt x="3971" y="6665"/>
                  </a:lnTo>
                  <a:lnTo>
                    <a:pt x="3601" y="6367"/>
                  </a:lnTo>
                  <a:lnTo>
                    <a:pt x="3255" y="6069"/>
                  </a:lnTo>
                  <a:lnTo>
                    <a:pt x="3088" y="5926"/>
                  </a:lnTo>
                  <a:lnTo>
                    <a:pt x="2933" y="5771"/>
                  </a:lnTo>
                  <a:lnTo>
                    <a:pt x="2778" y="5616"/>
                  </a:lnTo>
                  <a:lnTo>
                    <a:pt x="2635" y="5461"/>
                  </a:lnTo>
                  <a:lnTo>
                    <a:pt x="2504" y="5294"/>
                  </a:lnTo>
                  <a:lnTo>
                    <a:pt x="2385" y="5115"/>
                  </a:lnTo>
                  <a:lnTo>
                    <a:pt x="2290" y="4936"/>
                  </a:lnTo>
                  <a:lnTo>
                    <a:pt x="2194" y="4745"/>
                  </a:lnTo>
                  <a:lnTo>
                    <a:pt x="2123" y="4555"/>
                  </a:lnTo>
                  <a:lnTo>
                    <a:pt x="2075" y="4340"/>
                  </a:lnTo>
                  <a:lnTo>
                    <a:pt x="2039" y="4113"/>
                  </a:lnTo>
                  <a:lnTo>
                    <a:pt x="2027" y="3887"/>
                  </a:lnTo>
                  <a:lnTo>
                    <a:pt x="2039" y="3720"/>
                  </a:lnTo>
                  <a:lnTo>
                    <a:pt x="2051" y="3577"/>
                  </a:lnTo>
                  <a:lnTo>
                    <a:pt x="2075" y="3434"/>
                  </a:lnTo>
                  <a:lnTo>
                    <a:pt x="2099" y="3315"/>
                  </a:lnTo>
                  <a:lnTo>
                    <a:pt x="2135" y="3195"/>
                  </a:lnTo>
                  <a:lnTo>
                    <a:pt x="2182" y="3100"/>
                  </a:lnTo>
                  <a:lnTo>
                    <a:pt x="2230" y="3005"/>
                  </a:lnTo>
                  <a:lnTo>
                    <a:pt x="2290" y="2921"/>
                  </a:lnTo>
                  <a:lnTo>
                    <a:pt x="2361" y="2862"/>
                  </a:lnTo>
                  <a:lnTo>
                    <a:pt x="2433" y="2802"/>
                  </a:lnTo>
                  <a:lnTo>
                    <a:pt x="2516" y="2754"/>
                  </a:lnTo>
                  <a:lnTo>
                    <a:pt x="2600" y="2707"/>
                  </a:lnTo>
                  <a:lnTo>
                    <a:pt x="2695" y="2683"/>
                  </a:lnTo>
                  <a:lnTo>
                    <a:pt x="2802" y="2659"/>
                  </a:lnTo>
                  <a:lnTo>
                    <a:pt x="2909" y="2647"/>
                  </a:lnTo>
                  <a:lnTo>
                    <a:pt x="3136" y="2647"/>
                  </a:lnTo>
                  <a:lnTo>
                    <a:pt x="3243" y="2659"/>
                  </a:lnTo>
                  <a:lnTo>
                    <a:pt x="3339" y="2683"/>
                  </a:lnTo>
                  <a:lnTo>
                    <a:pt x="3434" y="2707"/>
                  </a:lnTo>
                  <a:lnTo>
                    <a:pt x="3529" y="2754"/>
                  </a:lnTo>
                  <a:lnTo>
                    <a:pt x="3613" y="2802"/>
                  </a:lnTo>
                  <a:lnTo>
                    <a:pt x="3684" y="2862"/>
                  </a:lnTo>
                  <a:lnTo>
                    <a:pt x="3744" y="2921"/>
                  </a:lnTo>
                  <a:lnTo>
                    <a:pt x="3804" y="3005"/>
                  </a:lnTo>
                  <a:lnTo>
                    <a:pt x="3863" y="3100"/>
                  </a:lnTo>
                  <a:lnTo>
                    <a:pt x="3899" y="3195"/>
                  </a:lnTo>
                  <a:lnTo>
                    <a:pt x="3947" y="3315"/>
                  </a:lnTo>
                  <a:lnTo>
                    <a:pt x="3971" y="3434"/>
                  </a:lnTo>
                  <a:lnTo>
                    <a:pt x="3994" y="3565"/>
                  </a:lnTo>
                  <a:lnTo>
                    <a:pt x="4006" y="3720"/>
                  </a:lnTo>
                  <a:lnTo>
                    <a:pt x="4006" y="3887"/>
                  </a:lnTo>
                  <a:lnTo>
                    <a:pt x="4006" y="4412"/>
                  </a:lnTo>
                  <a:lnTo>
                    <a:pt x="5878" y="4412"/>
                  </a:lnTo>
                  <a:lnTo>
                    <a:pt x="5878" y="4006"/>
                  </a:lnTo>
                  <a:lnTo>
                    <a:pt x="5866" y="3696"/>
                  </a:lnTo>
                  <a:lnTo>
                    <a:pt x="5842" y="3398"/>
                  </a:lnTo>
                  <a:lnTo>
                    <a:pt x="5795" y="3124"/>
                  </a:lnTo>
                  <a:lnTo>
                    <a:pt x="5747" y="2850"/>
                  </a:lnTo>
                  <a:lnTo>
                    <a:pt x="5664" y="2599"/>
                  </a:lnTo>
                  <a:lnTo>
                    <a:pt x="5580" y="2361"/>
                  </a:lnTo>
                  <a:lnTo>
                    <a:pt x="5461" y="2146"/>
                  </a:lnTo>
                  <a:lnTo>
                    <a:pt x="5342" y="1944"/>
                  </a:lnTo>
                  <a:lnTo>
                    <a:pt x="5199" y="1753"/>
                  </a:lnTo>
                  <a:lnTo>
                    <a:pt x="5044" y="1586"/>
                  </a:lnTo>
                  <a:lnTo>
                    <a:pt x="4865" y="1431"/>
                  </a:lnTo>
                  <a:lnTo>
                    <a:pt x="4674" y="1300"/>
                  </a:lnTo>
                  <a:lnTo>
                    <a:pt x="4471" y="1181"/>
                  </a:lnTo>
                  <a:lnTo>
                    <a:pt x="4245" y="1085"/>
                  </a:lnTo>
                  <a:lnTo>
                    <a:pt x="4006" y="1002"/>
                  </a:lnTo>
                  <a:lnTo>
                    <a:pt x="3756" y="930"/>
                  </a:lnTo>
                  <a:lnTo>
                    <a:pt x="3756" y="0"/>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67" name="Google Shape;7467;p531"/>
            <p:cNvSpPr/>
            <p:nvPr/>
          </p:nvSpPr>
          <p:spPr>
            <a:xfrm>
              <a:off x="3935662" y="3738620"/>
              <a:ext cx="82953" cy="199714"/>
            </a:xfrm>
            <a:custGeom>
              <a:avLst/>
              <a:gdLst/>
              <a:ahLst/>
              <a:cxnLst/>
              <a:rect l="l" t="t" r="r" b="b"/>
              <a:pathLst>
                <a:path w="5902" h="14212" extrusionOk="0">
                  <a:moveTo>
                    <a:pt x="2135" y="0"/>
                  </a:moveTo>
                  <a:lnTo>
                    <a:pt x="2135" y="930"/>
                  </a:lnTo>
                  <a:lnTo>
                    <a:pt x="1884" y="1002"/>
                  </a:lnTo>
                  <a:lnTo>
                    <a:pt x="1646" y="1085"/>
                  </a:lnTo>
                  <a:lnTo>
                    <a:pt x="1431" y="1193"/>
                  </a:lnTo>
                  <a:lnTo>
                    <a:pt x="1228" y="1312"/>
                  </a:lnTo>
                  <a:lnTo>
                    <a:pt x="1038" y="1443"/>
                  </a:lnTo>
                  <a:lnTo>
                    <a:pt x="871" y="1598"/>
                  </a:lnTo>
                  <a:lnTo>
                    <a:pt x="716" y="1765"/>
                  </a:lnTo>
                  <a:lnTo>
                    <a:pt x="573" y="1956"/>
                  </a:lnTo>
                  <a:lnTo>
                    <a:pt x="454" y="2158"/>
                  </a:lnTo>
                  <a:lnTo>
                    <a:pt x="346" y="2373"/>
                  </a:lnTo>
                  <a:lnTo>
                    <a:pt x="251" y="2611"/>
                  </a:lnTo>
                  <a:lnTo>
                    <a:pt x="179" y="2862"/>
                  </a:lnTo>
                  <a:lnTo>
                    <a:pt x="120" y="3124"/>
                  </a:lnTo>
                  <a:lnTo>
                    <a:pt x="84" y="3398"/>
                  </a:lnTo>
                  <a:lnTo>
                    <a:pt x="60" y="3696"/>
                  </a:lnTo>
                  <a:lnTo>
                    <a:pt x="48" y="4006"/>
                  </a:lnTo>
                  <a:lnTo>
                    <a:pt x="60" y="4328"/>
                  </a:lnTo>
                  <a:lnTo>
                    <a:pt x="96" y="4638"/>
                  </a:lnTo>
                  <a:lnTo>
                    <a:pt x="144" y="4936"/>
                  </a:lnTo>
                  <a:lnTo>
                    <a:pt x="215" y="5210"/>
                  </a:lnTo>
                  <a:lnTo>
                    <a:pt x="299" y="5461"/>
                  </a:lnTo>
                  <a:lnTo>
                    <a:pt x="406" y="5699"/>
                  </a:lnTo>
                  <a:lnTo>
                    <a:pt x="525" y="5926"/>
                  </a:lnTo>
                  <a:lnTo>
                    <a:pt x="656" y="6152"/>
                  </a:lnTo>
                  <a:lnTo>
                    <a:pt x="799" y="6355"/>
                  </a:lnTo>
                  <a:lnTo>
                    <a:pt x="942" y="6546"/>
                  </a:lnTo>
                  <a:lnTo>
                    <a:pt x="1109" y="6724"/>
                  </a:lnTo>
                  <a:lnTo>
                    <a:pt x="1276" y="6903"/>
                  </a:lnTo>
                  <a:lnTo>
                    <a:pt x="1443" y="7070"/>
                  </a:lnTo>
                  <a:lnTo>
                    <a:pt x="1622" y="7237"/>
                  </a:lnTo>
                  <a:lnTo>
                    <a:pt x="1980" y="7547"/>
                  </a:lnTo>
                  <a:lnTo>
                    <a:pt x="2337" y="7833"/>
                  </a:lnTo>
                  <a:lnTo>
                    <a:pt x="2695" y="8131"/>
                  </a:lnTo>
                  <a:lnTo>
                    <a:pt x="2862" y="8286"/>
                  </a:lnTo>
                  <a:lnTo>
                    <a:pt x="3017" y="8429"/>
                  </a:lnTo>
                  <a:lnTo>
                    <a:pt x="3172" y="8584"/>
                  </a:lnTo>
                  <a:lnTo>
                    <a:pt x="3315" y="8751"/>
                  </a:lnTo>
                  <a:lnTo>
                    <a:pt x="3446" y="8918"/>
                  </a:lnTo>
                  <a:lnTo>
                    <a:pt x="3553" y="9085"/>
                  </a:lnTo>
                  <a:lnTo>
                    <a:pt x="3661" y="9264"/>
                  </a:lnTo>
                  <a:lnTo>
                    <a:pt x="3744" y="9455"/>
                  </a:lnTo>
                  <a:lnTo>
                    <a:pt x="3816" y="9657"/>
                  </a:lnTo>
                  <a:lnTo>
                    <a:pt x="3875" y="9860"/>
                  </a:lnTo>
                  <a:lnTo>
                    <a:pt x="3899" y="10086"/>
                  </a:lnTo>
                  <a:lnTo>
                    <a:pt x="3911" y="10325"/>
                  </a:lnTo>
                  <a:lnTo>
                    <a:pt x="3911" y="10480"/>
                  </a:lnTo>
                  <a:lnTo>
                    <a:pt x="3899" y="10635"/>
                  </a:lnTo>
                  <a:lnTo>
                    <a:pt x="3875" y="10766"/>
                  </a:lnTo>
                  <a:lnTo>
                    <a:pt x="3839" y="10897"/>
                  </a:lnTo>
                  <a:lnTo>
                    <a:pt x="3804" y="11004"/>
                  </a:lnTo>
                  <a:lnTo>
                    <a:pt x="3756" y="11100"/>
                  </a:lnTo>
                  <a:lnTo>
                    <a:pt x="3708" y="11195"/>
                  </a:lnTo>
                  <a:lnTo>
                    <a:pt x="3637" y="11267"/>
                  </a:lnTo>
                  <a:lnTo>
                    <a:pt x="3577" y="11338"/>
                  </a:lnTo>
                  <a:lnTo>
                    <a:pt x="3494" y="11398"/>
                  </a:lnTo>
                  <a:lnTo>
                    <a:pt x="3410" y="11446"/>
                  </a:lnTo>
                  <a:lnTo>
                    <a:pt x="3315" y="11481"/>
                  </a:lnTo>
                  <a:lnTo>
                    <a:pt x="3219" y="11505"/>
                  </a:lnTo>
                  <a:lnTo>
                    <a:pt x="3124" y="11529"/>
                  </a:lnTo>
                  <a:lnTo>
                    <a:pt x="3005" y="11541"/>
                  </a:lnTo>
                  <a:lnTo>
                    <a:pt x="2778" y="11541"/>
                  </a:lnTo>
                  <a:lnTo>
                    <a:pt x="2671" y="11529"/>
                  </a:lnTo>
                  <a:lnTo>
                    <a:pt x="2564" y="11505"/>
                  </a:lnTo>
                  <a:lnTo>
                    <a:pt x="2468" y="11481"/>
                  </a:lnTo>
                  <a:lnTo>
                    <a:pt x="2373" y="11446"/>
                  </a:lnTo>
                  <a:lnTo>
                    <a:pt x="2290" y="11398"/>
                  </a:lnTo>
                  <a:lnTo>
                    <a:pt x="2218" y="11338"/>
                  </a:lnTo>
                  <a:lnTo>
                    <a:pt x="2146" y="11267"/>
                  </a:lnTo>
                  <a:lnTo>
                    <a:pt x="2087" y="11195"/>
                  </a:lnTo>
                  <a:lnTo>
                    <a:pt x="2027" y="11100"/>
                  </a:lnTo>
                  <a:lnTo>
                    <a:pt x="1980" y="11004"/>
                  </a:lnTo>
                  <a:lnTo>
                    <a:pt x="1944" y="10897"/>
                  </a:lnTo>
                  <a:lnTo>
                    <a:pt x="1908" y="10766"/>
                  </a:lnTo>
                  <a:lnTo>
                    <a:pt x="1884" y="10635"/>
                  </a:lnTo>
                  <a:lnTo>
                    <a:pt x="1872" y="10480"/>
                  </a:lnTo>
                  <a:lnTo>
                    <a:pt x="1872" y="10325"/>
                  </a:lnTo>
                  <a:lnTo>
                    <a:pt x="1872" y="9335"/>
                  </a:lnTo>
                  <a:lnTo>
                    <a:pt x="0" y="9335"/>
                  </a:lnTo>
                  <a:lnTo>
                    <a:pt x="0" y="10194"/>
                  </a:lnTo>
                  <a:lnTo>
                    <a:pt x="12" y="10516"/>
                  </a:lnTo>
                  <a:lnTo>
                    <a:pt x="36" y="10814"/>
                  </a:lnTo>
                  <a:lnTo>
                    <a:pt x="72" y="11088"/>
                  </a:lnTo>
                  <a:lnTo>
                    <a:pt x="132" y="11362"/>
                  </a:lnTo>
                  <a:lnTo>
                    <a:pt x="215" y="11612"/>
                  </a:lnTo>
                  <a:lnTo>
                    <a:pt x="299" y="11851"/>
                  </a:lnTo>
                  <a:lnTo>
                    <a:pt x="418" y="12077"/>
                  </a:lnTo>
                  <a:lnTo>
                    <a:pt x="537" y="12280"/>
                  </a:lnTo>
                  <a:lnTo>
                    <a:pt x="680" y="12471"/>
                  </a:lnTo>
                  <a:lnTo>
                    <a:pt x="835" y="12638"/>
                  </a:lnTo>
                  <a:lnTo>
                    <a:pt x="1014" y="12793"/>
                  </a:lnTo>
                  <a:lnTo>
                    <a:pt x="1205" y="12924"/>
                  </a:lnTo>
                  <a:lnTo>
                    <a:pt x="1419" y="13043"/>
                  </a:lnTo>
                  <a:lnTo>
                    <a:pt x="1646" y="13150"/>
                  </a:lnTo>
                  <a:lnTo>
                    <a:pt x="1884" y="13234"/>
                  </a:lnTo>
                  <a:lnTo>
                    <a:pt x="2146" y="13293"/>
                  </a:lnTo>
                  <a:lnTo>
                    <a:pt x="2146" y="14211"/>
                  </a:lnTo>
                  <a:lnTo>
                    <a:pt x="3756" y="14211"/>
                  </a:lnTo>
                  <a:lnTo>
                    <a:pt x="3756" y="13293"/>
                  </a:lnTo>
                  <a:lnTo>
                    <a:pt x="4018" y="13222"/>
                  </a:lnTo>
                  <a:lnTo>
                    <a:pt x="4257" y="13150"/>
                  </a:lnTo>
                  <a:lnTo>
                    <a:pt x="4471" y="13043"/>
                  </a:lnTo>
                  <a:lnTo>
                    <a:pt x="4686" y="12924"/>
                  </a:lnTo>
                  <a:lnTo>
                    <a:pt x="4877" y="12793"/>
                  </a:lnTo>
                  <a:lnTo>
                    <a:pt x="5055" y="12638"/>
                  </a:lnTo>
                  <a:lnTo>
                    <a:pt x="5210" y="12459"/>
                  </a:lnTo>
                  <a:lnTo>
                    <a:pt x="5354" y="12280"/>
                  </a:lnTo>
                  <a:lnTo>
                    <a:pt x="5485" y="12065"/>
                  </a:lnTo>
                  <a:lnTo>
                    <a:pt x="5592" y="11851"/>
                  </a:lnTo>
                  <a:lnTo>
                    <a:pt x="5687" y="11612"/>
                  </a:lnTo>
                  <a:lnTo>
                    <a:pt x="5759" y="11362"/>
                  </a:lnTo>
                  <a:lnTo>
                    <a:pt x="5818" y="11088"/>
                  </a:lnTo>
                  <a:lnTo>
                    <a:pt x="5866" y="10814"/>
                  </a:lnTo>
                  <a:lnTo>
                    <a:pt x="5890" y="10516"/>
                  </a:lnTo>
                  <a:lnTo>
                    <a:pt x="5902" y="10194"/>
                  </a:lnTo>
                  <a:lnTo>
                    <a:pt x="5890" y="9872"/>
                  </a:lnTo>
                  <a:lnTo>
                    <a:pt x="5854" y="9562"/>
                  </a:lnTo>
                  <a:lnTo>
                    <a:pt x="5807" y="9276"/>
                  </a:lnTo>
                  <a:lnTo>
                    <a:pt x="5735" y="9001"/>
                  </a:lnTo>
                  <a:lnTo>
                    <a:pt x="5652" y="8739"/>
                  </a:lnTo>
                  <a:lnTo>
                    <a:pt x="5544" y="8501"/>
                  </a:lnTo>
                  <a:lnTo>
                    <a:pt x="5425" y="8274"/>
                  </a:lnTo>
                  <a:lnTo>
                    <a:pt x="5294" y="8060"/>
                  </a:lnTo>
                  <a:lnTo>
                    <a:pt x="5151" y="7857"/>
                  </a:lnTo>
                  <a:lnTo>
                    <a:pt x="5008" y="7666"/>
                  </a:lnTo>
                  <a:lnTo>
                    <a:pt x="4841" y="7475"/>
                  </a:lnTo>
                  <a:lnTo>
                    <a:pt x="4674" y="7297"/>
                  </a:lnTo>
                  <a:lnTo>
                    <a:pt x="4507" y="7130"/>
                  </a:lnTo>
                  <a:lnTo>
                    <a:pt x="4328" y="6975"/>
                  </a:lnTo>
                  <a:lnTo>
                    <a:pt x="3971" y="6665"/>
                  </a:lnTo>
                  <a:lnTo>
                    <a:pt x="3601" y="6367"/>
                  </a:lnTo>
                  <a:lnTo>
                    <a:pt x="3255" y="6069"/>
                  </a:lnTo>
                  <a:lnTo>
                    <a:pt x="3088" y="5926"/>
                  </a:lnTo>
                  <a:lnTo>
                    <a:pt x="2933" y="5771"/>
                  </a:lnTo>
                  <a:lnTo>
                    <a:pt x="2778" y="5616"/>
                  </a:lnTo>
                  <a:lnTo>
                    <a:pt x="2635" y="5461"/>
                  </a:lnTo>
                  <a:lnTo>
                    <a:pt x="2504" y="5294"/>
                  </a:lnTo>
                  <a:lnTo>
                    <a:pt x="2385" y="5115"/>
                  </a:lnTo>
                  <a:lnTo>
                    <a:pt x="2290" y="4936"/>
                  </a:lnTo>
                  <a:lnTo>
                    <a:pt x="2194" y="4745"/>
                  </a:lnTo>
                  <a:lnTo>
                    <a:pt x="2123" y="4555"/>
                  </a:lnTo>
                  <a:lnTo>
                    <a:pt x="2075" y="4340"/>
                  </a:lnTo>
                  <a:lnTo>
                    <a:pt x="2039" y="4113"/>
                  </a:lnTo>
                  <a:lnTo>
                    <a:pt x="2027" y="3887"/>
                  </a:lnTo>
                  <a:lnTo>
                    <a:pt x="2039" y="3720"/>
                  </a:lnTo>
                  <a:lnTo>
                    <a:pt x="2051" y="3577"/>
                  </a:lnTo>
                  <a:lnTo>
                    <a:pt x="2075" y="3434"/>
                  </a:lnTo>
                  <a:lnTo>
                    <a:pt x="2099" y="3315"/>
                  </a:lnTo>
                  <a:lnTo>
                    <a:pt x="2135" y="3195"/>
                  </a:lnTo>
                  <a:lnTo>
                    <a:pt x="2182" y="3100"/>
                  </a:lnTo>
                  <a:lnTo>
                    <a:pt x="2230" y="3005"/>
                  </a:lnTo>
                  <a:lnTo>
                    <a:pt x="2290" y="2921"/>
                  </a:lnTo>
                  <a:lnTo>
                    <a:pt x="2361" y="2862"/>
                  </a:lnTo>
                  <a:lnTo>
                    <a:pt x="2433" y="2802"/>
                  </a:lnTo>
                  <a:lnTo>
                    <a:pt x="2516" y="2754"/>
                  </a:lnTo>
                  <a:lnTo>
                    <a:pt x="2600" y="2707"/>
                  </a:lnTo>
                  <a:lnTo>
                    <a:pt x="2695" y="2683"/>
                  </a:lnTo>
                  <a:lnTo>
                    <a:pt x="2802" y="2659"/>
                  </a:lnTo>
                  <a:lnTo>
                    <a:pt x="2909" y="2647"/>
                  </a:lnTo>
                  <a:lnTo>
                    <a:pt x="3136" y="2647"/>
                  </a:lnTo>
                  <a:lnTo>
                    <a:pt x="3243" y="2659"/>
                  </a:lnTo>
                  <a:lnTo>
                    <a:pt x="3339" y="2683"/>
                  </a:lnTo>
                  <a:lnTo>
                    <a:pt x="3434" y="2707"/>
                  </a:lnTo>
                  <a:lnTo>
                    <a:pt x="3529" y="2754"/>
                  </a:lnTo>
                  <a:lnTo>
                    <a:pt x="3613" y="2802"/>
                  </a:lnTo>
                  <a:lnTo>
                    <a:pt x="3684" y="2862"/>
                  </a:lnTo>
                  <a:lnTo>
                    <a:pt x="3744" y="2921"/>
                  </a:lnTo>
                  <a:lnTo>
                    <a:pt x="3804" y="3005"/>
                  </a:lnTo>
                  <a:lnTo>
                    <a:pt x="3863" y="3100"/>
                  </a:lnTo>
                  <a:lnTo>
                    <a:pt x="3899" y="3195"/>
                  </a:lnTo>
                  <a:lnTo>
                    <a:pt x="3947" y="3315"/>
                  </a:lnTo>
                  <a:lnTo>
                    <a:pt x="3971" y="3434"/>
                  </a:lnTo>
                  <a:lnTo>
                    <a:pt x="3994" y="3565"/>
                  </a:lnTo>
                  <a:lnTo>
                    <a:pt x="4006" y="3720"/>
                  </a:lnTo>
                  <a:lnTo>
                    <a:pt x="4006" y="3887"/>
                  </a:lnTo>
                  <a:lnTo>
                    <a:pt x="4006" y="4412"/>
                  </a:lnTo>
                  <a:lnTo>
                    <a:pt x="5878" y="4412"/>
                  </a:lnTo>
                  <a:lnTo>
                    <a:pt x="5878" y="4006"/>
                  </a:lnTo>
                  <a:lnTo>
                    <a:pt x="5866" y="3696"/>
                  </a:lnTo>
                  <a:lnTo>
                    <a:pt x="5842" y="3398"/>
                  </a:lnTo>
                  <a:lnTo>
                    <a:pt x="5795" y="3124"/>
                  </a:lnTo>
                  <a:lnTo>
                    <a:pt x="5747" y="2850"/>
                  </a:lnTo>
                  <a:lnTo>
                    <a:pt x="5664" y="2599"/>
                  </a:lnTo>
                  <a:lnTo>
                    <a:pt x="5580" y="2361"/>
                  </a:lnTo>
                  <a:lnTo>
                    <a:pt x="5461" y="2146"/>
                  </a:lnTo>
                  <a:lnTo>
                    <a:pt x="5342" y="1944"/>
                  </a:lnTo>
                  <a:lnTo>
                    <a:pt x="5199" y="1753"/>
                  </a:lnTo>
                  <a:lnTo>
                    <a:pt x="5044" y="1586"/>
                  </a:lnTo>
                  <a:lnTo>
                    <a:pt x="4865" y="1431"/>
                  </a:lnTo>
                  <a:lnTo>
                    <a:pt x="4674" y="1300"/>
                  </a:lnTo>
                  <a:lnTo>
                    <a:pt x="4471" y="1181"/>
                  </a:lnTo>
                  <a:lnTo>
                    <a:pt x="4245" y="1085"/>
                  </a:lnTo>
                  <a:lnTo>
                    <a:pt x="4006" y="1002"/>
                  </a:lnTo>
                  <a:lnTo>
                    <a:pt x="3756" y="930"/>
                  </a:lnTo>
                  <a:lnTo>
                    <a:pt x="3756" y="0"/>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68" name="Google Shape;7468;p531"/>
            <p:cNvSpPr/>
            <p:nvPr/>
          </p:nvSpPr>
          <p:spPr>
            <a:xfrm>
              <a:off x="4031617" y="3738620"/>
              <a:ext cx="82953" cy="199714"/>
            </a:xfrm>
            <a:custGeom>
              <a:avLst/>
              <a:gdLst/>
              <a:ahLst/>
              <a:cxnLst/>
              <a:rect l="l" t="t" r="r" b="b"/>
              <a:pathLst>
                <a:path w="5902" h="14212" extrusionOk="0">
                  <a:moveTo>
                    <a:pt x="2135" y="0"/>
                  </a:moveTo>
                  <a:lnTo>
                    <a:pt x="2135" y="930"/>
                  </a:lnTo>
                  <a:lnTo>
                    <a:pt x="1884" y="1002"/>
                  </a:lnTo>
                  <a:lnTo>
                    <a:pt x="1646" y="1085"/>
                  </a:lnTo>
                  <a:lnTo>
                    <a:pt x="1431" y="1193"/>
                  </a:lnTo>
                  <a:lnTo>
                    <a:pt x="1228" y="1312"/>
                  </a:lnTo>
                  <a:lnTo>
                    <a:pt x="1038" y="1443"/>
                  </a:lnTo>
                  <a:lnTo>
                    <a:pt x="871" y="1598"/>
                  </a:lnTo>
                  <a:lnTo>
                    <a:pt x="716" y="1765"/>
                  </a:lnTo>
                  <a:lnTo>
                    <a:pt x="573" y="1956"/>
                  </a:lnTo>
                  <a:lnTo>
                    <a:pt x="454" y="2158"/>
                  </a:lnTo>
                  <a:lnTo>
                    <a:pt x="346" y="2373"/>
                  </a:lnTo>
                  <a:lnTo>
                    <a:pt x="251" y="2611"/>
                  </a:lnTo>
                  <a:lnTo>
                    <a:pt x="179" y="2862"/>
                  </a:lnTo>
                  <a:lnTo>
                    <a:pt x="120" y="3124"/>
                  </a:lnTo>
                  <a:lnTo>
                    <a:pt x="84" y="3398"/>
                  </a:lnTo>
                  <a:lnTo>
                    <a:pt x="60" y="3696"/>
                  </a:lnTo>
                  <a:lnTo>
                    <a:pt x="48" y="4006"/>
                  </a:lnTo>
                  <a:lnTo>
                    <a:pt x="60" y="4328"/>
                  </a:lnTo>
                  <a:lnTo>
                    <a:pt x="96" y="4638"/>
                  </a:lnTo>
                  <a:lnTo>
                    <a:pt x="144" y="4936"/>
                  </a:lnTo>
                  <a:lnTo>
                    <a:pt x="215" y="5210"/>
                  </a:lnTo>
                  <a:lnTo>
                    <a:pt x="299" y="5461"/>
                  </a:lnTo>
                  <a:lnTo>
                    <a:pt x="406" y="5699"/>
                  </a:lnTo>
                  <a:lnTo>
                    <a:pt x="525" y="5926"/>
                  </a:lnTo>
                  <a:lnTo>
                    <a:pt x="656" y="6152"/>
                  </a:lnTo>
                  <a:lnTo>
                    <a:pt x="799" y="6355"/>
                  </a:lnTo>
                  <a:lnTo>
                    <a:pt x="942" y="6546"/>
                  </a:lnTo>
                  <a:lnTo>
                    <a:pt x="1109" y="6724"/>
                  </a:lnTo>
                  <a:lnTo>
                    <a:pt x="1276" y="6903"/>
                  </a:lnTo>
                  <a:lnTo>
                    <a:pt x="1443" y="7070"/>
                  </a:lnTo>
                  <a:lnTo>
                    <a:pt x="1622" y="7237"/>
                  </a:lnTo>
                  <a:lnTo>
                    <a:pt x="1980" y="7547"/>
                  </a:lnTo>
                  <a:lnTo>
                    <a:pt x="2337" y="7833"/>
                  </a:lnTo>
                  <a:lnTo>
                    <a:pt x="2695" y="8131"/>
                  </a:lnTo>
                  <a:lnTo>
                    <a:pt x="2862" y="8286"/>
                  </a:lnTo>
                  <a:lnTo>
                    <a:pt x="3017" y="8429"/>
                  </a:lnTo>
                  <a:lnTo>
                    <a:pt x="3172" y="8584"/>
                  </a:lnTo>
                  <a:lnTo>
                    <a:pt x="3315" y="8751"/>
                  </a:lnTo>
                  <a:lnTo>
                    <a:pt x="3446" y="8918"/>
                  </a:lnTo>
                  <a:lnTo>
                    <a:pt x="3553" y="9085"/>
                  </a:lnTo>
                  <a:lnTo>
                    <a:pt x="3661" y="9264"/>
                  </a:lnTo>
                  <a:lnTo>
                    <a:pt x="3744" y="9455"/>
                  </a:lnTo>
                  <a:lnTo>
                    <a:pt x="3816" y="9657"/>
                  </a:lnTo>
                  <a:lnTo>
                    <a:pt x="3875" y="9860"/>
                  </a:lnTo>
                  <a:lnTo>
                    <a:pt x="3899" y="10086"/>
                  </a:lnTo>
                  <a:lnTo>
                    <a:pt x="3911" y="10325"/>
                  </a:lnTo>
                  <a:lnTo>
                    <a:pt x="3911" y="10480"/>
                  </a:lnTo>
                  <a:lnTo>
                    <a:pt x="3899" y="10635"/>
                  </a:lnTo>
                  <a:lnTo>
                    <a:pt x="3875" y="10766"/>
                  </a:lnTo>
                  <a:lnTo>
                    <a:pt x="3839" y="10897"/>
                  </a:lnTo>
                  <a:lnTo>
                    <a:pt x="3804" y="11004"/>
                  </a:lnTo>
                  <a:lnTo>
                    <a:pt x="3756" y="11100"/>
                  </a:lnTo>
                  <a:lnTo>
                    <a:pt x="3708" y="11195"/>
                  </a:lnTo>
                  <a:lnTo>
                    <a:pt x="3637" y="11267"/>
                  </a:lnTo>
                  <a:lnTo>
                    <a:pt x="3577" y="11338"/>
                  </a:lnTo>
                  <a:lnTo>
                    <a:pt x="3494" y="11398"/>
                  </a:lnTo>
                  <a:lnTo>
                    <a:pt x="3410" y="11446"/>
                  </a:lnTo>
                  <a:lnTo>
                    <a:pt x="3315" y="11481"/>
                  </a:lnTo>
                  <a:lnTo>
                    <a:pt x="3219" y="11505"/>
                  </a:lnTo>
                  <a:lnTo>
                    <a:pt x="3124" y="11529"/>
                  </a:lnTo>
                  <a:lnTo>
                    <a:pt x="3005" y="11541"/>
                  </a:lnTo>
                  <a:lnTo>
                    <a:pt x="2778" y="11541"/>
                  </a:lnTo>
                  <a:lnTo>
                    <a:pt x="2671" y="11529"/>
                  </a:lnTo>
                  <a:lnTo>
                    <a:pt x="2564" y="11505"/>
                  </a:lnTo>
                  <a:lnTo>
                    <a:pt x="2468" y="11481"/>
                  </a:lnTo>
                  <a:lnTo>
                    <a:pt x="2373" y="11446"/>
                  </a:lnTo>
                  <a:lnTo>
                    <a:pt x="2290" y="11398"/>
                  </a:lnTo>
                  <a:lnTo>
                    <a:pt x="2218" y="11338"/>
                  </a:lnTo>
                  <a:lnTo>
                    <a:pt x="2146" y="11267"/>
                  </a:lnTo>
                  <a:lnTo>
                    <a:pt x="2087" y="11195"/>
                  </a:lnTo>
                  <a:lnTo>
                    <a:pt x="2027" y="11100"/>
                  </a:lnTo>
                  <a:lnTo>
                    <a:pt x="1980" y="11004"/>
                  </a:lnTo>
                  <a:lnTo>
                    <a:pt x="1944" y="10897"/>
                  </a:lnTo>
                  <a:lnTo>
                    <a:pt x="1908" y="10766"/>
                  </a:lnTo>
                  <a:lnTo>
                    <a:pt x="1884" y="10635"/>
                  </a:lnTo>
                  <a:lnTo>
                    <a:pt x="1872" y="10480"/>
                  </a:lnTo>
                  <a:lnTo>
                    <a:pt x="1872" y="10325"/>
                  </a:lnTo>
                  <a:lnTo>
                    <a:pt x="1872" y="9335"/>
                  </a:lnTo>
                  <a:lnTo>
                    <a:pt x="0" y="9335"/>
                  </a:lnTo>
                  <a:lnTo>
                    <a:pt x="0" y="10194"/>
                  </a:lnTo>
                  <a:lnTo>
                    <a:pt x="12" y="10516"/>
                  </a:lnTo>
                  <a:lnTo>
                    <a:pt x="36" y="10814"/>
                  </a:lnTo>
                  <a:lnTo>
                    <a:pt x="72" y="11088"/>
                  </a:lnTo>
                  <a:lnTo>
                    <a:pt x="132" y="11362"/>
                  </a:lnTo>
                  <a:lnTo>
                    <a:pt x="215" y="11612"/>
                  </a:lnTo>
                  <a:lnTo>
                    <a:pt x="299" y="11851"/>
                  </a:lnTo>
                  <a:lnTo>
                    <a:pt x="418" y="12077"/>
                  </a:lnTo>
                  <a:lnTo>
                    <a:pt x="537" y="12280"/>
                  </a:lnTo>
                  <a:lnTo>
                    <a:pt x="680" y="12471"/>
                  </a:lnTo>
                  <a:lnTo>
                    <a:pt x="835" y="12638"/>
                  </a:lnTo>
                  <a:lnTo>
                    <a:pt x="1014" y="12793"/>
                  </a:lnTo>
                  <a:lnTo>
                    <a:pt x="1205" y="12924"/>
                  </a:lnTo>
                  <a:lnTo>
                    <a:pt x="1419" y="13043"/>
                  </a:lnTo>
                  <a:lnTo>
                    <a:pt x="1646" y="13150"/>
                  </a:lnTo>
                  <a:lnTo>
                    <a:pt x="1884" y="13234"/>
                  </a:lnTo>
                  <a:lnTo>
                    <a:pt x="2146" y="13293"/>
                  </a:lnTo>
                  <a:lnTo>
                    <a:pt x="2146" y="14211"/>
                  </a:lnTo>
                  <a:lnTo>
                    <a:pt x="3756" y="14211"/>
                  </a:lnTo>
                  <a:lnTo>
                    <a:pt x="3756" y="13293"/>
                  </a:lnTo>
                  <a:lnTo>
                    <a:pt x="4018" y="13222"/>
                  </a:lnTo>
                  <a:lnTo>
                    <a:pt x="4257" y="13150"/>
                  </a:lnTo>
                  <a:lnTo>
                    <a:pt x="4471" y="13043"/>
                  </a:lnTo>
                  <a:lnTo>
                    <a:pt x="4686" y="12924"/>
                  </a:lnTo>
                  <a:lnTo>
                    <a:pt x="4877" y="12793"/>
                  </a:lnTo>
                  <a:lnTo>
                    <a:pt x="5055" y="12638"/>
                  </a:lnTo>
                  <a:lnTo>
                    <a:pt x="5210" y="12459"/>
                  </a:lnTo>
                  <a:lnTo>
                    <a:pt x="5354" y="12280"/>
                  </a:lnTo>
                  <a:lnTo>
                    <a:pt x="5485" y="12065"/>
                  </a:lnTo>
                  <a:lnTo>
                    <a:pt x="5592" y="11851"/>
                  </a:lnTo>
                  <a:lnTo>
                    <a:pt x="5687" y="11612"/>
                  </a:lnTo>
                  <a:lnTo>
                    <a:pt x="5759" y="11362"/>
                  </a:lnTo>
                  <a:lnTo>
                    <a:pt x="5818" y="11088"/>
                  </a:lnTo>
                  <a:lnTo>
                    <a:pt x="5866" y="10814"/>
                  </a:lnTo>
                  <a:lnTo>
                    <a:pt x="5890" y="10516"/>
                  </a:lnTo>
                  <a:lnTo>
                    <a:pt x="5902" y="10194"/>
                  </a:lnTo>
                  <a:lnTo>
                    <a:pt x="5890" y="9872"/>
                  </a:lnTo>
                  <a:lnTo>
                    <a:pt x="5854" y="9562"/>
                  </a:lnTo>
                  <a:lnTo>
                    <a:pt x="5807" y="9276"/>
                  </a:lnTo>
                  <a:lnTo>
                    <a:pt x="5735" y="9001"/>
                  </a:lnTo>
                  <a:lnTo>
                    <a:pt x="5652" y="8739"/>
                  </a:lnTo>
                  <a:lnTo>
                    <a:pt x="5544" y="8501"/>
                  </a:lnTo>
                  <a:lnTo>
                    <a:pt x="5425" y="8274"/>
                  </a:lnTo>
                  <a:lnTo>
                    <a:pt x="5294" y="8060"/>
                  </a:lnTo>
                  <a:lnTo>
                    <a:pt x="5151" y="7857"/>
                  </a:lnTo>
                  <a:lnTo>
                    <a:pt x="5008" y="7666"/>
                  </a:lnTo>
                  <a:lnTo>
                    <a:pt x="4841" y="7475"/>
                  </a:lnTo>
                  <a:lnTo>
                    <a:pt x="4674" y="7297"/>
                  </a:lnTo>
                  <a:lnTo>
                    <a:pt x="4507" y="7130"/>
                  </a:lnTo>
                  <a:lnTo>
                    <a:pt x="4328" y="6975"/>
                  </a:lnTo>
                  <a:lnTo>
                    <a:pt x="3971" y="6665"/>
                  </a:lnTo>
                  <a:lnTo>
                    <a:pt x="3601" y="6367"/>
                  </a:lnTo>
                  <a:lnTo>
                    <a:pt x="3255" y="6069"/>
                  </a:lnTo>
                  <a:lnTo>
                    <a:pt x="3088" y="5926"/>
                  </a:lnTo>
                  <a:lnTo>
                    <a:pt x="2933" y="5771"/>
                  </a:lnTo>
                  <a:lnTo>
                    <a:pt x="2778" y="5616"/>
                  </a:lnTo>
                  <a:lnTo>
                    <a:pt x="2635" y="5461"/>
                  </a:lnTo>
                  <a:lnTo>
                    <a:pt x="2504" y="5294"/>
                  </a:lnTo>
                  <a:lnTo>
                    <a:pt x="2385" y="5115"/>
                  </a:lnTo>
                  <a:lnTo>
                    <a:pt x="2290" y="4936"/>
                  </a:lnTo>
                  <a:lnTo>
                    <a:pt x="2194" y="4745"/>
                  </a:lnTo>
                  <a:lnTo>
                    <a:pt x="2123" y="4555"/>
                  </a:lnTo>
                  <a:lnTo>
                    <a:pt x="2075" y="4340"/>
                  </a:lnTo>
                  <a:lnTo>
                    <a:pt x="2039" y="4113"/>
                  </a:lnTo>
                  <a:lnTo>
                    <a:pt x="2027" y="3887"/>
                  </a:lnTo>
                  <a:lnTo>
                    <a:pt x="2039" y="3720"/>
                  </a:lnTo>
                  <a:lnTo>
                    <a:pt x="2051" y="3577"/>
                  </a:lnTo>
                  <a:lnTo>
                    <a:pt x="2075" y="3434"/>
                  </a:lnTo>
                  <a:lnTo>
                    <a:pt x="2099" y="3315"/>
                  </a:lnTo>
                  <a:lnTo>
                    <a:pt x="2135" y="3195"/>
                  </a:lnTo>
                  <a:lnTo>
                    <a:pt x="2182" y="3100"/>
                  </a:lnTo>
                  <a:lnTo>
                    <a:pt x="2230" y="3005"/>
                  </a:lnTo>
                  <a:lnTo>
                    <a:pt x="2290" y="2921"/>
                  </a:lnTo>
                  <a:lnTo>
                    <a:pt x="2361" y="2862"/>
                  </a:lnTo>
                  <a:lnTo>
                    <a:pt x="2433" y="2802"/>
                  </a:lnTo>
                  <a:lnTo>
                    <a:pt x="2516" y="2754"/>
                  </a:lnTo>
                  <a:lnTo>
                    <a:pt x="2600" y="2707"/>
                  </a:lnTo>
                  <a:lnTo>
                    <a:pt x="2695" y="2683"/>
                  </a:lnTo>
                  <a:lnTo>
                    <a:pt x="2802" y="2659"/>
                  </a:lnTo>
                  <a:lnTo>
                    <a:pt x="2909" y="2647"/>
                  </a:lnTo>
                  <a:lnTo>
                    <a:pt x="3136" y="2647"/>
                  </a:lnTo>
                  <a:lnTo>
                    <a:pt x="3243" y="2659"/>
                  </a:lnTo>
                  <a:lnTo>
                    <a:pt x="3339" y="2683"/>
                  </a:lnTo>
                  <a:lnTo>
                    <a:pt x="3434" y="2707"/>
                  </a:lnTo>
                  <a:lnTo>
                    <a:pt x="3529" y="2754"/>
                  </a:lnTo>
                  <a:lnTo>
                    <a:pt x="3613" y="2802"/>
                  </a:lnTo>
                  <a:lnTo>
                    <a:pt x="3684" y="2862"/>
                  </a:lnTo>
                  <a:lnTo>
                    <a:pt x="3744" y="2921"/>
                  </a:lnTo>
                  <a:lnTo>
                    <a:pt x="3804" y="3005"/>
                  </a:lnTo>
                  <a:lnTo>
                    <a:pt x="3863" y="3100"/>
                  </a:lnTo>
                  <a:lnTo>
                    <a:pt x="3899" y="3195"/>
                  </a:lnTo>
                  <a:lnTo>
                    <a:pt x="3947" y="3315"/>
                  </a:lnTo>
                  <a:lnTo>
                    <a:pt x="3971" y="3434"/>
                  </a:lnTo>
                  <a:lnTo>
                    <a:pt x="3994" y="3565"/>
                  </a:lnTo>
                  <a:lnTo>
                    <a:pt x="4006" y="3720"/>
                  </a:lnTo>
                  <a:lnTo>
                    <a:pt x="4006" y="3887"/>
                  </a:lnTo>
                  <a:lnTo>
                    <a:pt x="4006" y="4412"/>
                  </a:lnTo>
                  <a:lnTo>
                    <a:pt x="5878" y="4412"/>
                  </a:lnTo>
                  <a:lnTo>
                    <a:pt x="5878" y="4006"/>
                  </a:lnTo>
                  <a:lnTo>
                    <a:pt x="5866" y="3696"/>
                  </a:lnTo>
                  <a:lnTo>
                    <a:pt x="5842" y="3398"/>
                  </a:lnTo>
                  <a:lnTo>
                    <a:pt x="5795" y="3124"/>
                  </a:lnTo>
                  <a:lnTo>
                    <a:pt x="5747" y="2850"/>
                  </a:lnTo>
                  <a:lnTo>
                    <a:pt x="5664" y="2599"/>
                  </a:lnTo>
                  <a:lnTo>
                    <a:pt x="5580" y="2361"/>
                  </a:lnTo>
                  <a:lnTo>
                    <a:pt x="5461" y="2146"/>
                  </a:lnTo>
                  <a:lnTo>
                    <a:pt x="5342" y="1944"/>
                  </a:lnTo>
                  <a:lnTo>
                    <a:pt x="5199" y="1753"/>
                  </a:lnTo>
                  <a:lnTo>
                    <a:pt x="5044" y="1586"/>
                  </a:lnTo>
                  <a:lnTo>
                    <a:pt x="4865" y="1431"/>
                  </a:lnTo>
                  <a:lnTo>
                    <a:pt x="4674" y="1300"/>
                  </a:lnTo>
                  <a:lnTo>
                    <a:pt x="4471" y="1181"/>
                  </a:lnTo>
                  <a:lnTo>
                    <a:pt x="4245" y="1085"/>
                  </a:lnTo>
                  <a:lnTo>
                    <a:pt x="4006" y="1002"/>
                  </a:lnTo>
                  <a:lnTo>
                    <a:pt x="3756" y="930"/>
                  </a:lnTo>
                  <a:lnTo>
                    <a:pt x="3756" y="0"/>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69" name="Google Shape;7469;p531"/>
            <p:cNvSpPr/>
            <p:nvPr/>
          </p:nvSpPr>
          <p:spPr>
            <a:xfrm>
              <a:off x="4127573" y="3738620"/>
              <a:ext cx="82953" cy="199714"/>
            </a:xfrm>
            <a:custGeom>
              <a:avLst/>
              <a:gdLst/>
              <a:ahLst/>
              <a:cxnLst/>
              <a:rect l="l" t="t" r="r" b="b"/>
              <a:pathLst>
                <a:path w="5902" h="14212" extrusionOk="0">
                  <a:moveTo>
                    <a:pt x="2135" y="0"/>
                  </a:moveTo>
                  <a:lnTo>
                    <a:pt x="2135" y="930"/>
                  </a:lnTo>
                  <a:lnTo>
                    <a:pt x="1884" y="1002"/>
                  </a:lnTo>
                  <a:lnTo>
                    <a:pt x="1646" y="1085"/>
                  </a:lnTo>
                  <a:lnTo>
                    <a:pt x="1431" y="1193"/>
                  </a:lnTo>
                  <a:lnTo>
                    <a:pt x="1228" y="1312"/>
                  </a:lnTo>
                  <a:lnTo>
                    <a:pt x="1038" y="1443"/>
                  </a:lnTo>
                  <a:lnTo>
                    <a:pt x="871" y="1598"/>
                  </a:lnTo>
                  <a:lnTo>
                    <a:pt x="716" y="1765"/>
                  </a:lnTo>
                  <a:lnTo>
                    <a:pt x="573" y="1956"/>
                  </a:lnTo>
                  <a:lnTo>
                    <a:pt x="454" y="2158"/>
                  </a:lnTo>
                  <a:lnTo>
                    <a:pt x="346" y="2373"/>
                  </a:lnTo>
                  <a:lnTo>
                    <a:pt x="251" y="2611"/>
                  </a:lnTo>
                  <a:lnTo>
                    <a:pt x="179" y="2862"/>
                  </a:lnTo>
                  <a:lnTo>
                    <a:pt x="120" y="3124"/>
                  </a:lnTo>
                  <a:lnTo>
                    <a:pt x="84" y="3398"/>
                  </a:lnTo>
                  <a:lnTo>
                    <a:pt x="60" y="3696"/>
                  </a:lnTo>
                  <a:lnTo>
                    <a:pt x="48" y="4006"/>
                  </a:lnTo>
                  <a:lnTo>
                    <a:pt x="60" y="4328"/>
                  </a:lnTo>
                  <a:lnTo>
                    <a:pt x="96" y="4638"/>
                  </a:lnTo>
                  <a:lnTo>
                    <a:pt x="144" y="4936"/>
                  </a:lnTo>
                  <a:lnTo>
                    <a:pt x="215" y="5210"/>
                  </a:lnTo>
                  <a:lnTo>
                    <a:pt x="299" y="5461"/>
                  </a:lnTo>
                  <a:lnTo>
                    <a:pt x="406" y="5699"/>
                  </a:lnTo>
                  <a:lnTo>
                    <a:pt x="525" y="5926"/>
                  </a:lnTo>
                  <a:lnTo>
                    <a:pt x="656" y="6152"/>
                  </a:lnTo>
                  <a:lnTo>
                    <a:pt x="799" y="6355"/>
                  </a:lnTo>
                  <a:lnTo>
                    <a:pt x="942" y="6546"/>
                  </a:lnTo>
                  <a:lnTo>
                    <a:pt x="1109" y="6724"/>
                  </a:lnTo>
                  <a:lnTo>
                    <a:pt x="1276" y="6903"/>
                  </a:lnTo>
                  <a:lnTo>
                    <a:pt x="1443" y="7070"/>
                  </a:lnTo>
                  <a:lnTo>
                    <a:pt x="1622" y="7237"/>
                  </a:lnTo>
                  <a:lnTo>
                    <a:pt x="1980" y="7547"/>
                  </a:lnTo>
                  <a:lnTo>
                    <a:pt x="2337" y="7833"/>
                  </a:lnTo>
                  <a:lnTo>
                    <a:pt x="2695" y="8131"/>
                  </a:lnTo>
                  <a:lnTo>
                    <a:pt x="2862" y="8286"/>
                  </a:lnTo>
                  <a:lnTo>
                    <a:pt x="3017" y="8429"/>
                  </a:lnTo>
                  <a:lnTo>
                    <a:pt x="3172" y="8584"/>
                  </a:lnTo>
                  <a:lnTo>
                    <a:pt x="3315" y="8751"/>
                  </a:lnTo>
                  <a:lnTo>
                    <a:pt x="3446" y="8918"/>
                  </a:lnTo>
                  <a:lnTo>
                    <a:pt x="3553" y="9085"/>
                  </a:lnTo>
                  <a:lnTo>
                    <a:pt x="3661" y="9264"/>
                  </a:lnTo>
                  <a:lnTo>
                    <a:pt x="3744" y="9455"/>
                  </a:lnTo>
                  <a:lnTo>
                    <a:pt x="3816" y="9657"/>
                  </a:lnTo>
                  <a:lnTo>
                    <a:pt x="3875" y="9860"/>
                  </a:lnTo>
                  <a:lnTo>
                    <a:pt x="3899" y="10086"/>
                  </a:lnTo>
                  <a:lnTo>
                    <a:pt x="3911" y="10325"/>
                  </a:lnTo>
                  <a:lnTo>
                    <a:pt x="3911" y="10480"/>
                  </a:lnTo>
                  <a:lnTo>
                    <a:pt x="3899" y="10635"/>
                  </a:lnTo>
                  <a:lnTo>
                    <a:pt x="3875" y="10766"/>
                  </a:lnTo>
                  <a:lnTo>
                    <a:pt x="3839" y="10897"/>
                  </a:lnTo>
                  <a:lnTo>
                    <a:pt x="3804" y="11004"/>
                  </a:lnTo>
                  <a:lnTo>
                    <a:pt x="3756" y="11100"/>
                  </a:lnTo>
                  <a:lnTo>
                    <a:pt x="3708" y="11195"/>
                  </a:lnTo>
                  <a:lnTo>
                    <a:pt x="3637" y="11267"/>
                  </a:lnTo>
                  <a:lnTo>
                    <a:pt x="3577" y="11338"/>
                  </a:lnTo>
                  <a:lnTo>
                    <a:pt x="3494" y="11398"/>
                  </a:lnTo>
                  <a:lnTo>
                    <a:pt x="3410" y="11446"/>
                  </a:lnTo>
                  <a:lnTo>
                    <a:pt x="3315" y="11481"/>
                  </a:lnTo>
                  <a:lnTo>
                    <a:pt x="3219" y="11505"/>
                  </a:lnTo>
                  <a:lnTo>
                    <a:pt x="3124" y="11529"/>
                  </a:lnTo>
                  <a:lnTo>
                    <a:pt x="3005" y="11541"/>
                  </a:lnTo>
                  <a:lnTo>
                    <a:pt x="2778" y="11541"/>
                  </a:lnTo>
                  <a:lnTo>
                    <a:pt x="2671" y="11529"/>
                  </a:lnTo>
                  <a:lnTo>
                    <a:pt x="2564" y="11505"/>
                  </a:lnTo>
                  <a:lnTo>
                    <a:pt x="2468" y="11481"/>
                  </a:lnTo>
                  <a:lnTo>
                    <a:pt x="2373" y="11446"/>
                  </a:lnTo>
                  <a:lnTo>
                    <a:pt x="2290" y="11398"/>
                  </a:lnTo>
                  <a:lnTo>
                    <a:pt x="2218" y="11338"/>
                  </a:lnTo>
                  <a:lnTo>
                    <a:pt x="2146" y="11267"/>
                  </a:lnTo>
                  <a:lnTo>
                    <a:pt x="2087" y="11195"/>
                  </a:lnTo>
                  <a:lnTo>
                    <a:pt x="2027" y="11100"/>
                  </a:lnTo>
                  <a:lnTo>
                    <a:pt x="1980" y="11004"/>
                  </a:lnTo>
                  <a:lnTo>
                    <a:pt x="1944" y="10897"/>
                  </a:lnTo>
                  <a:lnTo>
                    <a:pt x="1908" y="10766"/>
                  </a:lnTo>
                  <a:lnTo>
                    <a:pt x="1884" y="10635"/>
                  </a:lnTo>
                  <a:lnTo>
                    <a:pt x="1872" y="10480"/>
                  </a:lnTo>
                  <a:lnTo>
                    <a:pt x="1872" y="10325"/>
                  </a:lnTo>
                  <a:lnTo>
                    <a:pt x="1872" y="9335"/>
                  </a:lnTo>
                  <a:lnTo>
                    <a:pt x="0" y="9335"/>
                  </a:lnTo>
                  <a:lnTo>
                    <a:pt x="0" y="10194"/>
                  </a:lnTo>
                  <a:lnTo>
                    <a:pt x="12" y="10516"/>
                  </a:lnTo>
                  <a:lnTo>
                    <a:pt x="36" y="10814"/>
                  </a:lnTo>
                  <a:lnTo>
                    <a:pt x="72" y="11088"/>
                  </a:lnTo>
                  <a:lnTo>
                    <a:pt x="132" y="11362"/>
                  </a:lnTo>
                  <a:lnTo>
                    <a:pt x="215" y="11612"/>
                  </a:lnTo>
                  <a:lnTo>
                    <a:pt x="299" y="11851"/>
                  </a:lnTo>
                  <a:lnTo>
                    <a:pt x="418" y="12077"/>
                  </a:lnTo>
                  <a:lnTo>
                    <a:pt x="537" y="12280"/>
                  </a:lnTo>
                  <a:lnTo>
                    <a:pt x="680" y="12471"/>
                  </a:lnTo>
                  <a:lnTo>
                    <a:pt x="835" y="12638"/>
                  </a:lnTo>
                  <a:lnTo>
                    <a:pt x="1014" y="12793"/>
                  </a:lnTo>
                  <a:lnTo>
                    <a:pt x="1205" y="12924"/>
                  </a:lnTo>
                  <a:lnTo>
                    <a:pt x="1419" y="13043"/>
                  </a:lnTo>
                  <a:lnTo>
                    <a:pt x="1646" y="13150"/>
                  </a:lnTo>
                  <a:lnTo>
                    <a:pt x="1884" y="13234"/>
                  </a:lnTo>
                  <a:lnTo>
                    <a:pt x="2146" y="13293"/>
                  </a:lnTo>
                  <a:lnTo>
                    <a:pt x="2146" y="14211"/>
                  </a:lnTo>
                  <a:lnTo>
                    <a:pt x="3756" y="14211"/>
                  </a:lnTo>
                  <a:lnTo>
                    <a:pt x="3756" y="13293"/>
                  </a:lnTo>
                  <a:lnTo>
                    <a:pt x="4018" y="13222"/>
                  </a:lnTo>
                  <a:lnTo>
                    <a:pt x="4257" y="13150"/>
                  </a:lnTo>
                  <a:lnTo>
                    <a:pt x="4471" y="13043"/>
                  </a:lnTo>
                  <a:lnTo>
                    <a:pt x="4686" y="12924"/>
                  </a:lnTo>
                  <a:lnTo>
                    <a:pt x="4877" y="12793"/>
                  </a:lnTo>
                  <a:lnTo>
                    <a:pt x="5055" y="12638"/>
                  </a:lnTo>
                  <a:lnTo>
                    <a:pt x="5210" y="12459"/>
                  </a:lnTo>
                  <a:lnTo>
                    <a:pt x="5354" y="12280"/>
                  </a:lnTo>
                  <a:lnTo>
                    <a:pt x="5485" y="12065"/>
                  </a:lnTo>
                  <a:lnTo>
                    <a:pt x="5592" y="11851"/>
                  </a:lnTo>
                  <a:lnTo>
                    <a:pt x="5687" y="11612"/>
                  </a:lnTo>
                  <a:lnTo>
                    <a:pt x="5759" y="11362"/>
                  </a:lnTo>
                  <a:lnTo>
                    <a:pt x="5818" y="11088"/>
                  </a:lnTo>
                  <a:lnTo>
                    <a:pt x="5866" y="10814"/>
                  </a:lnTo>
                  <a:lnTo>
                    <a:pt x="5890" y="10516"/>
                  </a:lnTo>
                  <a:lnTo>
                    <a:pt x="5902" y="10194"/>
                  </a:lnTo>
                  <a:lnTo>
                    <a:pt x="5890" y="9872"/>
                  </a:lnTo>
                  <a:lnTo>
                    <a:pt x="5854" y="9562"/>
                  </a:lnTo>
                  <a:lnTo>
                    <a:pt x="5807" y="9276"/>
                  </a:lnTo>
                  <a:lnTo>
                    <a:pt x="5735" y="9001"/>
                  </a:lnTo>
                  <a:lnTo>
                    <a:pt x="5652" y="8739"/>
                  </a:lnTo>
                  <a:lnTo>
                    <a:pt x="5544" y="8501"/>
                  </a:lnTo>
                  <a:lnTo>
                    <a:pt x="5425" y="8274"/>
                  </a:lnTo>
                  <a:lnTo>
                    <a:pt x="5294" y="8060"/>
                  </a:lnTo>
                  <a:lnTo>
                    <a:pt x="5151" y="7857"/>
                  </a:lnTo>
                  <a:lnTo>
                    <a:pt x="5008" y="7666"/>
                  </a:lnTo>
                  <a:lnTo>
                    <a:pt x="4841" y="7475"/>
                  </a:lnTo>
                  <a:lnTo>
                    <a:pt x="4674" y="7297"/>
                  </a:lnTo>
                  <a:lnTo>
                    <a:pt x="4507" y="7130"/>
                  </a:lnTo>
                  <a:lnTo>
                    <a:pt x="4328" y="6975"/>
                  </a:lnTo>
                  <a:lnTo>
                    <a:pt x="3971" y="6665"/>
                  </a:lnTo>
                  <a:lnTo>
                    <a:pt x="3601" y="6367"/>
                  </a:lnTo>
                  <a:lnTo>
                    <a:pt x="3255" y="6069"/>
                  </a:lnTo>
                  <a:lnTo>
                    <a:pt x="3088" y="5926"/>
                  </a:lnTo>
                  <a:lnTo>
                    <a:pt x="2933" y="5771"/>
                  </a:lnTo>
                  <a:lnTo>
                    <a:pt x="2778" y="5616"/>
                  </a:lnTo>
                  <a:lnTo>
                    <a:pt x="2635" y="5461"/>
                  </a:lnTo>
                  <a:lnTo>
                    <a:pt x="2504" y="5294"/>
                  </a:lnTo>
                  <a:lnTo>
                    <a:pt x="2385" y="5115"/>
                  </a:lnTo>
                  <a:lnTo>
                    <a:pt x="2290" y="4936"/>
                  </a:lnTo>
                  <a:lnTo>
                    <a:pt x="2194" y="4745"/>
                  </a:lnTo>
                  <a:lnTo>
                    <a:pt x="2123" y="4555"/>
                  </a:lnTo>
                  <a:lnTo>
                    <a:pt x="2075" y="4340"/>
                  </a:lnTo>
                  <a:lnTo>
                    <a:pt x="2039" y="4113"/>
                  </a:lnTo>
                  <a:lnTo>
                    <a:pt x="2027" y="3887"/>
                  </a:lnTo>
                  <a:lnTo>
                    <a:pt x="2039" y="3720"/>
                  </a:lnTo>
                  <a:lnTo>
                    <a:pt x="2051" y="3577"/>
                  </a:lnTo>
                  <a:lnTo>
                    <a:pt x="2075" y="3434"/>
                  </a:lnTo>
                  <a:lnTo>
                    <a:pt x="2099" y="3315"/>
                  </a:lnTo>
                  <a:lnTo>
                    <a:pt x="2135" y="3195"/>
                  </a:lnTo>
                  <a:lnTo>
                    <a:pt x="2182" y="3100"/>
                  </a:lnTo>
                  <a:lnTo>
                    <a:pt x="2230" y="3005"/>
                  </a:lnTo>
                  <a:lnTo>
                    <a:pt x="2290" y="2921"/>
                  </a:lnTo>
                  <a:lnTo>
                    <a:pt x="2361" y="2862"/>
                  </a:lnTo>
                  <a:lnTo>
                    <a:pt x="2433" y="2802"/>
                  </a:lnTo>
                  <a:lnTo>
                    <a:pt x="2516" y="2754"/>
                  </a:lnTo>
                  <a:lnTo>
                    <a:pt x="2600" y="2707"/>
                  </a:lnTo>
                  <a:lnTo>
                    <a:pt x="2695" y="2683"/>
                  </a:lnTo>
                  <a:lnTo>
                    <a:pt x="2802" y="2659"/>
                  </a:lnTo>
                  <a:lnTo>
                    <a:pt x="2909" y="2647"/>
                  </a:lnTo>
                  <a:lnTo>
                    <a:pt x="3136" y="2647"/>
                  </a:lnTo>
                  <a:lnTo>
                    <a:pt x="3243" y="2659"/>
                  </a:lnTo>
                  <a:lnTo>
                    <a:pt x="3339" y="2683"/>
                  </a:lnTo>
                  <a:lnTo>
                    <a:pt x="3434" y="2707"/>
                  </a:lnTo>
                  <a:lnTo>
                    <a:pt x="3529" y="2754"/>
                  </a:lnTo>
                  <a:lnTo>
                    <a:pt x="3613" y="2802"/>
                  </a:lnTo>
                  <a:lnTo>
                    <a:pt x="3684" y="2862"/>
                  </a:lnTo>
                  <a:lnTo>
                    <a:pt x="3744" y="2921"/>
                  </a:lnTo>
                  <a:lnTo>
                    <a:pt x="3804" y="3005"/>
                  </a:lnTo>
                  <a:lnTo>
                    <a:pt x="3863" y="3100"/>
                  </a:lnTo>
                  <a:lnTo>
                    <a:pt x="3899" y="3195"/>
                  </a:lnTo>
                  <a:lnTo>
                    <a:pt x="3947" y="3315"/>
                  </a:lnTo>
                  <a:lnTo>
                    <a:pt x="3971" y="3434"/>
                  </a:lnTo>
                  <a:lnTo>
                    <a:pt x="3994" y="3565"/>
                  </a:lnTo>
                  <a:lnTo>
                    <a:pt x="4006" y="3720"/>
                  </a:lnTo>
                  <a:lnTo>
                    <a:pt x="4006" y="3887"/>
                  </a:lnTo>
                  <a:lnTo>
                    <a:pt x="4006" y="4412"/>
                  </a:lnTo>
                  <a:lnTo>
                    <a:pt x="5878" y="4412"/>
                  </a:lnTo>
                  <a:lnTo>
                    <a:pt x="5878" y="4006"/>
                  </a:lnTo>
                  <a:lnTo>
                    <a:pt x="5866" y="3696"/>
                  </a:lnTo>
                  <a:lnTo>
                    <a:pt x="5842" y="3398"/>
                  </a:lnTo>
                  <a:lnTo>
                    <a:pt x="5795" y="3124"/>
                  </a:lnTo>
                  <a:lnTo>
                    <a:pt x="5747" y="2850"/>
                  </a:lnTo>
                  <a:lnTo>
                    <a:pt x="5664" y="2599"/>
                  </a:lnTo>
                  <a:lnTo>
                    <a:pt x="5580" y="2361"/>
                  </a:lnTo>
                  <a:lnTo>
                    <a:pt x="5461" y="2146"/>
                  </a:lnTo>
                  <a:lnTo>
                    <a:pt x="5342" y="1944"/>
                  </a:lnTo>
                  <a:lnTo>
                    <a:pt x="5199" y="1753"/>
                  </a:lnTo>
                  <a:lnTo>
                    <a:pt x="5044" y="1586"/>
                  </a:lnTo>
                  <a:lnTo>
                    <a:pt x="4865" y="1431"/>
                  </a:lnTo>
                  <a:lnTo>
                    <a:pt x="4674" y="1300"/>
                  </a:lnTo>
                  <a:lnTo>
                    <a:pt x="4471" y="1181"/>
                  </a:lnTo>
                  <a:lnTo>
                    <a:pt x="4245" y="1085"/>
                  </a:lnTo>
                  <a:lnTo>
                    <a:pt x="4006" y="1002"/>
                  </a:lnTo>
                  <a:lnTo>
                    <a:pt x="3756" y="930"/>
                  </a:lnTo>
                  <a:lnTo>
                    <a:pt x="3756" y="0"/>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470" name="Google Shape;7470;p531"/>
          <p:cNvSpPr/>
          <p:nvPr/>
        </p:nvSpPr>
        <p:spPr>
          <a:xfrm>
            <a:off x="3640174" y="3449144"/>
            <a:ext cx="501000" cy="501000"/>
          </a:xfrm>
          <a:prstGeom prst="roundRect">
            <a:avLst>
              <a:gd name="adj" fmla="val 16667"/>
            </a:avLst>
          </a:prstGeom>
          <a:solidFill>
            <a:srgbClr val="888B8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71" name="Google Shape;7471;p531"/>
          <p:cNvSpPr/>
          <p:nvPr/>
        </p:nvSpPr>
        <p:spPr>
          <a:xfrm>
            <a:off x="3640174" y="2842913"/>
            <a:ext cx="501000" cy="501000"/>
          </a:xfrm>
          <a:prstGeom prst="roundRect">
            <a:avLst>
              <a:gd name="adj" fmla="val 16667"/>
            </a:avLst>
          </a:prstGeom>
          <a:solidFill>
            <a:srgbClr val="888B8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72" name="Google Shape;7472;p531"/>
          <p:cNvSpPr/>
          <p:nvPr/>
        </p:nvSpPr>
        <p:spPr>
          <a:xfrm>
            <a:off x="3640174" y="2236681"/>
            <a:ext cx="501000" cy="501000"/>
          </a:xfrm>
          <a:prstGeom prst="roundRect">
            <a:avLst>
              <a:gd name="adj" fmla="val 16667"/>
            </a:avLst>
          </a:prstGeom>
          <a:solidFill>
            <a:srgbClr val="888B8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73" name="Google Shape;7473;p531"/>
          <p:cNvSpPr/>
          <p:nvPr/>
        </p:nvSpPr>
        <p:spPr>
          <a:xfrm>
            <a:off x="3640174" y="1630450"/>
            <a:ext cx="501000" cy="501000"/>
          </a:xfrm>
          <a:prstGeom prst="roundRect">
            <a:avLst>
              <a:gd name="adj" fmla="val 16667"/>
            </a:avLst>
          </a:prstGeom>
          <a:solidFill>
            <a:srgbClr val="888B8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474" name="Google Shape;7474;p531"/>
          <p:cNvGrpSpPr/>
          <p:nvPr/>
        </p:nvGrpSpPr>
        <p:grpSpPr>
          <a:xfrm>
            <a:off x="3849206" y="2376473"/>
            <a:ext cx="82955" cy="199382"/>
            <a:chOff x="5046700" y="1959325"/>
            <a:chExt cx="187300" cy="450275"/>
          </a:xfrm>
        </p:grpSpPr>
        <p:sp>
          <p:nvSpPr>
            <p:cNvPr id="7475" name="Google Shape;7475;p531"/>
            <p:cNvSpPr/>
            <p:nvPr/>
          </p:nvSpPr>
          <p:spPr>
            <a:xfrm>
              <a:off x="5062575" y="1959325"/>
              <a:ext cx="155525" cy="155525"/>
            </a:xfrm>
            <a:custGeom>
              <a:avLst/>
              <a:gdLst/>
              <a:ahLst/>
              <a:cxnLst/>
              <a:rect l="l" t="t" r="r" b="b"/>
              <a:pathLst>
                <a:path w="6221" h="6221" extrusionOk="0">
                  <a:moveTo>
                    <a:pt x="2949" y="0"/>
                  </a:moveTo>
                  <a:lnTo>
                    <a:pt x="2786" y="14"/>
                  </a:lnTo>
                  <a:lnTo>
                    <a:pt x="2475" y="68"/>
                  </a:lnTo>
                  <a:lnTo>
                    <a:pt x="2178" y="135"/>
                  </a:lnTo>
                  <a:lnTo>
                    <a:pt x="1894" y="244"/>
                  </a:lnTo>
                  <a:lnTo>
                    <a:pt x="1624" y="379"/>
                  </a:lnTo>
                  <a:lnTo>
                    <a:pt x="1367" y="528"/>
                  </a:lnTo>
                  <a:lnTo>
                    <a:pt x="1137" y="717"/>
                  </a:lnTo>
                  <a:lnTo>
                    <a:pt x="907" y="920"/>
                  </a:lnTo>
                  <a:lnTo>
                    <a:pt x="704" y="1136"/>
                  </a:lnTo>
                  <a:lnTo>
                    <a:pt x="528" y="1379"/>
                  </a:lnTo>
                  <a:lnTo>
                    <a:pt x="380" y="1623"/>
                  </a:lnTo>
                  <a:lnTo>
                    <a:pt x="244" y="1907"/>
                  </a:lnTo>
                  <a:lnTo>
                    <a:pt x="136" y="2191"/>
                  </a:lnTo>
                  <a:lnTo>
                    <a:pt x="69" y="2488"/>
                  </a:lnTo>
                  <a:lnTo>
                    <a:pt x="14" y="2786"/>
                  </a:lnTo>
                  <a:lnTo>
                    <a:pt x="1" y="2948"/>
                  </a:lnTo>
                  <a:lnTo>
                    <a:pt x="1" y="3110"/>
                  </a:lnTo>
                  <a:lnTo>
                    <a:pt x="1" y="3272"/>
                  </a:lnTo>
                  <a:lnTo>
                    <a:pt x="14" y="3421"/>
                  </a:lnTo>
                  <a:lnTo>
                    <a:pt x="69" y="3732"/>
                  </a:lnTo>
                  <a:lnTo>
                    <a:pt x="136" y="4030"/>
                  </a:lnTo>
                  <a:lnTo>
                    <a:pt x="244" y="4314"/>
                  </a:lnTo>
                  <a:lnTo>
                    <a:pt x="380" y="4584"/>
                  </a:lnTo>
                  <a:lnTo>
                    <a:pt x="528" y="4841"/>
                  </a:lnTo>
                  <a:lnTo>
                    <a:pt x="704" y="5084"/>
                  </a:lnTo>
                  <a:lnTo>
                    <a:pt x="907" y="5301"/>
                  </a:lnTo>
                  <a:lnTo>
                    <a:pt x="1137" y="5503"/>
                  </a:lnTo>
                  <a:lnTo>
                    <a:pt x="1367" y="5679"/>
                  </a:lnTo>
                  <a:lnTo>
                    <a:pt x="1624" y="5841"/>
                  </a:lnTo>
                  <a:lnTo>
                    <a:pt x="1894" y="5977"/>
                  </a:lnTo>
                  <a:lnTo>
                    <a:pt x="2178" y="6071"/>
                  </a:lnTo>
                  <a:lnTo>
                    <a:pt x="2475" y="6152"/>
                  </a:lnTo>
                  <a:lnTo>
                    <a:pt x="2786" y="6207"/>
                  </a:lnTo>
                  <a:lnTo>
                    <a:pt x="2949" y="6207"/>
                  </a:lnTo>
                  <a:lnTo>
                    <a:pt x="3111" y="6220"/>
                  </a:lnTo>
                  <a:lnTo>
                    <a:pt x="3273" y="6207"/>
                  </a:lnTo>
                  <a:lnTo>
                    <a:pt x="3422" y="6207"/>
                  </a:lnTo>
                  <a:lnTo>
                    <a:pt x="3733" y="6152"/>
                  </a:lnTo>
                  <a:lnTo>
                    <a:pt x="4030" y="6071"/>
                  </a:lnTo>
                  <a:lnTo>
                    <a:pt x="4314" y="5977"/>
                  </a:lnTo>
                  <a:lnTo>
                    <a:pt x="4585" y="5841"/>
                  </a:lnTo>
                  <a:lnTo>
                    <a:pt x="4842" y="5679"/>
                  </a:lnTo>
                  <a:lnTo>
                    <a:pt x="5085" y="5503"/>
                  </a:lnTo>
                  <a:lnTo>
                    <a:pt x="5301" y="5301"/>
                  </a:lnTo>
                  <a:lnTo>
                    <a:pt x="5504" y="5084"/>
                  </a:lnTo>
                  <a:lnTo>
                    <a:pt x="5680" y="4841"/>
                  </a:lnTo>
                  <a:lnTo>
                    <a:pt x="5842" y="4584"/>
                  </a:lnTo>
                  <a:lnTo>
                    <a:pt x="5964" y="4314"/>
                  </a:lnTo>
                  <a:lnTo>
                    <a:pt x="6072" y="4030"/>
                  </a:lnTo>
                  <a:lnTo>
                    <a:pt x="6153" y="3732"/>
                  </a:lnTo>
                  <a:lnTo>
                    <a:pt x="6194" y="3421"/>
                  </a:lnTo>
                  <a:lnTo>
                    <a:pt x="6207" y="3272"/>
                  </a:lnTo>
                  <a:lnTo>
                    <a:pt x="6221" y="3110"/>
                  </a:lnTo>
                  <a:lnTo>
                    <a:pt x="6207" y="2948"/>
                  </a:lnTo>
                  <a:lnTo>
                    <a:pt x="6194" y="2786"/>
                  </a:lnTo>
                  <a:lnTo>
                    <a:pt x="6153" y="2488"/>
                  </a:lnTo>
                  <a:lnTo>
                    <a:pt x="6072" y="2191"/>
                  </a:lnTo>
                  <a:lnTo>
                    <a:pt x="5964" y="1907"/>
                  </a:lnTo>
                  <a:lnTo>
                    <a:pt x="5842" y="1623"/>
                  </a:lnTo>
                  <a:lnTo>
                    <a:pt x="5680" y="1379"/>
                  </a:lnTo>
                  <a:lnTo>
                    <a:pt x="5504" y="1136"/>
                  </a:lnTo>
                  <a:lnTo>
                    <a:pt x="5301" y="920"/>
                  </a:lnTo>
                  <a:lnTo>
                    <a:pt x="5085" y="717"/>
                  </a:lnTo>
                  <a:lnTo>
                    <a:pt x="4842" y="528"/>
                  </a:lnTo>
                  <a:lnTo>
                    <a:pt x="4585" y="379"/>
                  </a:lnTo>
                  <a:lnTo>
                    <a:pt x="4314" y="244"/>
                  </a:lnTo>
                  <a:lnTo>
                    <a:pt x="4030" y="135"/>
                  </a:lnTo>
                  <a:lnTo>
                    <a:pt x="3733" y="68"/>
                  </a:lnTo>
                  <a:lnTo>
                    <a:pt x="3422" y="14"/>
                  </a:lnTo>
                  <a:lnTo>
                    <a:pt x="3273" y="0"/>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76" name="Google Shape;7476;p531"/>
            <p:cNvSpPr/>
            <p:nvPr/>
          </p:nvSpPr>
          <p:spPr>
            <a:xfrm>
              <a:off x="5046700" y="2152675"/>
              <a:ext cx="187300" cy="256925"/>
            </a:xfrm>
            <a:custGeom>
              <a:avLst/>
              <a:gdLst/>
              <a:ahLst/>
              <a:cxnLst/>
              <a:rect l="l" t="t" r="r" b="b"/>
              <a:pathLst>
                <a:path w="7492" h="10277" extrusionOk="0">
                  <a:moveTo>
                    <a:pt x="947" y="0"/>
                  </a:moveTo>
                  <a:lnTo>
                    <a:pt x="0" y="1285"/>
                  </a:lnTo>
                  <a:lnTo>
                    <a:pt x="0" y="10277"/>
                  </a:lnTo>
                  <a:lnTo>
                    <a:pt x="7491" y="10277"/>
                  </a:lnTo>
                  <a:lnTo>
                    <a:pt x="7491" y="1285"/>
                  </a:lnTo>
                  <a:lnTo>
                    <a:pt x="6545" y="0"/>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477" name="Google Shape;7477;p531"/>
          <p:cNvSpPr/>
          <p:nvPr/>
        </p:nvSpPr>
        <p:spPr>
          <a:xfrm rot="5400000">
            <a:off x="3778040" y="2992902"/>
            <a:ext cx="225288" cy="225407"/>
          </a:xfrm>
          <a:custGeom>
            <a:avLst/>
            <a:gdLst/>
            <a:ahLst/>
            <a:cxnLst/>
            <a:rect l="l" t="t" r="r" b="b"/>
            <a:pathLst>
              <a:path w="16800" h="16812" extrusionOk="0">
                <a:moveTo>
                  <a:pt x="11683" y="1144"/>
                </a:moveTo>
                <a:lnTo>
                  <a:pt x="11943" y="1168"/>
                </a:lnTo>
                <a:lnTo>
                  <a:pt x="9184" y="3926"/>
                </a:lnTo>
                <a:lnTo>
                  <a:pt x="12874" y="7616"/>
                </a:lnTo>
                <a:lnTo>
                  <a:pt x="15633" y="4858"/>
                </a:lnTo>
                <a:lnTo>
                  <a:pt x="15656" y="5117"/>
                </a:lnTo>
                <a:lnTo>
                  <a:pt x="15656" y="5376"/>
                </a:lnTo>
                <a:lnTo>
                  <a:pt x="15656" y="5589"/>
                </a:lnTo>
                <a:lnTo>
                  <a:pt x="15645" y="5801"/>
                </a:lnTo>
                <a:lnTo>
                  <a:pt x="15609" y="6013"/>
                </a:lnTo>
                <a:lnTo>
                  <a:pt x="15574" y="6225"/>
                </a:lnTo>
                <a:lnTo>
                  <a:pt x="15527" y="6426"/>
                </a:lnTo>
                <a:lnTo>
                  <a:pt x="15468" y="6626"/>
                </a:lnTo>
                <a:lnTo>
                  <a:pt x="15409" y="6827"/>
                </a:lnTo>
                <a:lnTo>
                  <a:pt x="15326" y="7015"/>
                </a:lnTo>
                <a:lnTo>
                  <a:pt x="15244" y="7204"/>
                </a:lnTo>
                <a:lnTo>
                  <a:pt x="15150" y="7392"/>
                </a:lnTo>
                <a:lnTo>
                  <a:pt x="15043" y="7569"/>
                </a:lnTo>
                <a:lnTo>
                  <a:pt x="14937" y="7734"/>
                </a:lnTo>
                <a:lnTo>
                  <a:pt x="14819" y="7899"/>
                </a:lnTo>
                <a:lnTo>
                  <a:pt x="14690" y="8064"/>
                </a:lnTo>
                <a:lnTo>
                  <a:pt x="14560" y="8218"/>
                </a:lnTo>
                <a:lnTo>
                  <a:pt x="14419" y="8371"/>
                </a:lnTo>
                <a:lnTo>
                  <a:pt x="14277" y="8501"/>
                </a:lnTo>
                <a:lnTo>
                  <a:pt x="14124" y="8642"/>
                </a:lnTo>
                <a:lnTo>
                  <a:pt x="13959" y="8760"/>
                </a:lnTo>
                <a:lnTo>
                  <a:pt x="13794" y="8878"/>
                </a:lnTo>
                <a:lnTo>
                  <a:pt x="13617" y="8996"/>
                </a:lnTo>
                <a:lnTo>
                  <a:pt x="13440" y="9090"/>
                </a:lnTo>
                <a:lnTo>
                  <a:pt x="13263" y="9184"/>
                </a:lnTo>
                <a:lnTo>
                  <a:pt x="13075" y="9279"/>
                </a:lnTo>
                <a:lnTo>
                  <a:pt x="12886" y="9349"/>
                </a:lnTo>
                <a:lnTo>
                  <a:pt x="12686" y="9420"/>
                </a:lnTo>
                <a:lnTo>
                  <a:pt x="12485" y="9479"/>
                </a:lnTo>
                <a:lnTo>
                  <a:pt x="12285" y="9526"/>
                </a:lnTo>
                <a:lnTo>
                  <a:pt x="12072" y="9562"/>
                </a:lnTo>
                <a:lnTo>
                  <a:pt x="11860" y="9585"/>
                </a:lnTo>
                <a:lnTo>
                  <a:pt x="11648" y="9597"/>
                </a:lnTo>
                <a:lnTo>
                  <a:pt x="11424" y="9609"/>
                </a:lnTo>
                <a:lnTo>
                  <a:pt x="11212" y="9597"/>
                </a:lnTo>
                <a:lnTo>
                  <a:pt x="11000" y="9585"/>
                </a:lnTo>
                <a:lnTo>
                  <a:pt x="10787" y="9562"/>
                </a:lnTo>
                <a:lnTo>
                  <a:pt x="10575" y="9526"/>
                </a:lnTo>
                <a:lnTo>
                  <a:pt x="10375" y="9479"/>
                </a:lnTo>
                <a:lnTo>
                  <a:pt x="10174" y="9420"/>
                </a:lnTo>
                <a:lnTo>
                  <a:pt x="9974" y="9349"/>
                </a:lnTo>
                <a:lnTo>
                  <a:pt x="9785" y="9279"/>
                </a:lnTo>
                <a:lnTo>
                  <a:pt x="9597" y="9184"/>
                </a:lnTo>
                <a:lnTo>
                  <a:pt x="9408" y="9090"/>
                </a:lnTo>
                <a:lnTo>
                  <a:pt x="9231" y="8996"/>
                </a:lnTo>
                <a:lnTo>
                  <a:pt x="9066" y="8878"/>
                </a:lnTo>
                <a:lnTo>
                  <a:pt x="8901" y="8760"/>
                </a:lnTo>
                <a:lnTo>
                  <a:pt x="8736" y="8642"/>
                </a:lnTo>
                <a:lnTo>
                  <a:pt x="8583" y="8501"/>
                </a:lnTo>
                <a:lnTo>
                  <a:pt x="8441" y="8371"/>
                </a:lnTo>
                <a:lnTo>
                  <a:pt x="8300" y="8218"/>
                </a:lnTo>
                <a:lnTo>
                  <a:pt x="8158" y="8064"/>
                </a:lnTo>
                <a:lnTo>
                  <a:pt x="8041" y="7899"/>
                </a:lnTo>
                <a:lnTo>
                  <a:pt x="7923" y="7734"/>
                </a:lnTo>
                <a:lnTo>
                  <a:pt x="7805" y="7569"/>
                </a:lnTo>
                <a:lnTo>
                  <a:pt x="7710" y="7392"/>
                </a:lnTo>
                <a:lnTo>
                  <a:pt x="7616" y="7204"/>
                </a:lnTo>
                <a:lnTo>
                  <a:pt x="7534" y="7015"/>
                </a:lnTo>
                <a:lnTo>
                  <a:pt x="7451" y="6827"/>
                </a:lnTo>
                <a:lnTo>
                  <a:pt x="7380" y="6626"/>
                </a:lnTo>
                <a:lnTo>
                  <a:pt x="7333" y="6426"/>
                </a:lnTo>
                <a:lnTo>
                  <a:pt x="7286" y="6225"/>
                </a:lnTo>
                <a:lnTo>
                  <a:pt x="7239" y="6013"/>
                </a:lnTo>
                <a:lnTo>
                  <a:pt x="7215" y="5801"/>
                </a:lnTo>
                <a:lnTo>
                  <a:pt x="7203" y="5589"/>
                </a:lnTo>
                <a:lnTo>
                  <a:pt x="7192" y="5376"/>
                </a:lnTo>
                <a:lnTo>
                  <a:pt x="7203" y="5152"/>
                </a:lnTo>
                <a:lnTo>
                  <a:pt x="7215" y="4940"/>
                </a:lnTo>
                <a:lnTo>
                  <a:pt x="7239" y="4728"/>
                </a:lnTo>
                <a:lnTo>
                  <a:pt x="7286" y="4516"/>
                </a:lnTo>
                <a:lnTo>
                  <a:pt x="7333" y="4315"/>
                </a:lnTo>
                <a:lnTo>
                  <a:pt x="7380" y="4115"/>
                </a:lnTo>
                <a:lnTo>
                  <a:pt x="7451" y="3915"/>
                </a:lnTo>
                <a:lnTo>
                  <a:pt x="7534" y="3726"/>
                </a:lnTo>
                <a:lnTo>
                  <a:pt x="7616" y="3537"/>
                </a:lnTo>
                <a:lnTo>
                  <a:pt x="7710" y="3361"/>
                </a:lnTo>
                <a:lnTo>
                  <a:pt x="7805" y="3184"/>
                </a:lnTo>
                <a:lnTo>
                  <a:pt x="7923" y="3007"/>
                </a:lnTo>
                <a:lnTo>
                  <a:pt x="8041" y="2842"/>
                </a:lnTo>
                <a:lnTo>
                  <a:pt x="8158" y="2677"/>
                </a:lnTo>
                <a:lnTo>
                  <a:pt x="8300" y="2523"/>
                </a:lnTo>
                <a:lnTo>
                  <a:pt x="8441" y="2382"/>
                </a:lnTo>
                <a:lnTo>
                  <a:pt x="8583" y="2241"/>
                </a:lnTo>
                <a:lnTo>
                  <a:pt x="8736" y="2111"/>
                </a:lnTo>
                <a:lnTo>
                  <a:pt x="8901" y="1981"/>
                </a:lnTo>
                <a:lnTo>
                  <a:pt x="9066" y="1863"/>
                </a:lnTo>
                <a:lnTo>
                  <a:pt x="9231" y="1757"/>
                </a:lnTo>
                <a:lnTo>
                  <a:pt x="9408" y="1651"/>
                </a:lnTo>
                <a:lnTo>
                  <a:pt x="9597" y="1557"/>
                </a:lnTo>
                <a:lnTo>
                  <a:pt x="9785" y="1474"/>
                </a:lnTo>
                <a:lnTo>
                  <a:pt x="9974" y="1392"/>
                </a:lnTo>
                <a:lnTo>
                  <a:pt x="10174" y="1333"/>
                </a:lnTo>
                <a:lnTo>
                  <a:pt x="10375" y="1274"/>
                </a:lnTo>
                <a:lnTo>
                  <a:pt x="10575" y="1227"/>
                </a:lnTo>
                <a:lnTo>
                  <a:pt x="10787" y="1191"/>
                </a:lnTo>
                <a:lnTo>
                  <a:pt x="11000" y="1168"/>
                </a:lnTo>
                <a:lnTo>
                  <a:pt x="11212" y="1144"/>
                </a:lnTo>
                <a:close/>
                <a:moveTo>
                  <a:pt x="6590" y="8135"/>
                </a:moveTo>
                <a:lnTo>
                  <a:pt x="8665" y="10210"/>
                </a:lnTo>
                <a:lnTo>
                  <a:pt x="3690" y="15197"/>
                </a:lnTo>
                <a:lnTo>
                  <a:pt x="1604" y="13122"/>
                </a:lnTo>
                <a:lnTo>
                  <a:pt x="6590" y="8135"/>
                </a:lnTo>
                <a:close/>
                <a:moveTo>
                  <a:pt x="11153" y="1"/>
                </a:moveTo>
                <a:lnTo>
                  <a:pt x="10882" y="24"/>
                </a:lnTo>
                <a:lnTo>
                  <a:pt x="10611" y="60"/>
                </a:lnTo>
                <a:lnTo>
                  <a:pt x="10351" y="107"/>
                </a:lnTo>
                <a:lnTo>
                  <a:pt x="10092" y="166"/>
                </a:lnTo>
                <a:lnTo>
                  <a:pt x="9833" y="236"/>
                </a:lnTo>
                <a:lnTo>
                  <a:pt x="9585" y="331"/>
                </a:lnTo>
                <a:lnTo>
                  <a:pt x="9337" y="425"/>
                </a:lnTo>
                <a:lnTo>
                  <a:pt x="9102" y="531"/>
                </a:lnTo>
                <a:lnTo>
                  <a:pt x="8866" y="649"/>
                </a:lnTo>
                <a:lnTo>
                  <a:pt x="8642" y="779"/>
                </a:lnTo>
                <a:lnTo>
                  <a:pt x="8430" y="920"/>
                </a:lnTo>
                <a:lnTo>
                  <a:pt x="8217" y="1073"/>
                </a:lnTo>
                <a:lnTo>
                  <a:pt x="8017" y="1227"/>
                </a:lnTo>
                <a:lnTo>
                  <a:pt x="7817" y="1392"/>
                </a:lnTo>
                <a:lnTo>
                  <a:pt x="7628" y="1580"/>
                </a:lnTo>
                <a:lnTo>
                  <a:pt x="7451" y="1757"/>
                </a:lnTo>
                <a:lnTo>
                  <a:pt x="7286" y="1958"/>
                </a:lnTo>
                <a:lnTo>
                  <a:pt x="7121" y="2158"/>
                </a:lnTo>
                <a:lnTo>
                  <a:pt x="6968" y="2370"/>
                </a:lnTo>
                <a:lnTo>
                  <a:pt x="6838" y="2594"/>
                </a:lnTo>
                <a:lnTo>
                  <a:pt x="6708" y="2818"/>
                </a:lnTo>
                <a:lnTo>
                  <a:pt x="6590" y="3042"/>
                </a:lnTo>
                <a:lnTo>
                  <a:pt x="6473" y="3278"/>
                </a:lnTo>
                <a:lnTo>
                  <a:pt x="6378" y="3526"/>
                </a:lnTo>
                <a:lnTo>
                  <a:pt x="6296" y="3773"/>
                </a:lnTo>
                <a:lnTo>
                  <a:pt x="6225" y="4032"/>
                </a:lnTo>
                <a:lnTo>
                  <a:pt x="6166" y="4292"/>
                </a:lnTo>
                <a:lnTo>
                  <a:pt x="6119" y="4551"/>
                </a:lnTo>
                <a:lnTo>
                  <a:pt x="6084" y="4822"/>
                </a:lnTo>
                <a:lnTo>
                  <a:pt x="6060" y="5094"/>
                </a:lnTo>
                <a:lnTo>
                  <a:pt x="6060" y="5376"/>
                </a:lnTo>
                <a:lnTo>
                  <a:pt x="6072" y="5754"/>
                </a:lnTo>
                <a:lnTo>
                  <a:pt x="6107" y="6131"/>
                </a:lnTo>
                <a:lnTo>
                  <a:pt x="6178" y="6496"/>
                </a:lnTo>
                <a:lnTo>
                  <a:pt x="6260" y="6850"/>
                </a:lnTo>
                <a:lnTo>
                  <a:pt x="0" y="13122"/>
                </a:lnTo>
                <a:lnTo>
                  <a:pt x="3690" y="16812"/>
                </a:lnTo>
                <a:lnTo>
                  <a:pt x="9950" y="10540"/>
                </a:lnTo>
                <a:lnTo>
                  <a:pt x="10304" y="10634"/>
                </a:lnTo>
                <a:lnTo>
                  <a:pt x="10670" y="10693"/>
                </a:lnTo>
                <a:lnTo>
                  <a:pt x="11047" y="10729"/>
                </a:lnTo>
                <a:lnTo>
                  <a:pt x="11424" y="10752"/>
                </a:lnTo>
                <a:lnTo>
                  <a:pt x="11707" y="10741"/>
                </a:lnTo>
                <a:lnTo>
                  <a:pt x="11978" y="10717"/>
                </a:lnTo>
                <a:lnTo>
                  <a:pt x="12249" y="10682"/>
                </a:lnTo>
                <a:lnTo>
                  <a:pt x="12509" y="10634"/>
                </a:lnTo>
                <a:lnTo>
                  <a:pt x="12768" y="10575"/>
                </a:lnTo>
                <a:lnTo>
                  <a:pt x="13027" y="10505"/>
                </a:lnTo>
                <a:lnTo>
                  <a:pt x="13275" y="10422"/>
                </a:lnTo>
                <a:lnTo>
                  <a:pt x="13523" y="10328"/>
                </a:lnTo>
                <a:lnTo>
                  <a:pt x="13758" y="10222"/>
                </a:lnTo>
                <a:lnTo>
                  <a:pt x="13982" y="10092"/>
                </a:lnTo>
                <a:lnTo>
                  <a:pt x="14218" y="9974"/>
                </a:lnTo>
                <a:lnTo>
                  <a:pt x="14430" y="9833"/>
                </a:lnTo>
                <a:lnTo>
                  <a:pt x="14643" y="9680"/>
                </a:lnTo>
                <a:lnTo>
                  <a:pt x="14843" y="9514"/>
                </a:lnTo>
                <a:lnTo>
                  <a:pt x="15043" y="9349"/>
                </a:lnTo>
                <a:lnTo>
                  <a:pt x="15232" y="9173"/>
                </a:lnTo>
                <a:lnTo>
                  <a:pt x="15409" y="8984"/>
                </a:lnTo>
                <a:lnTo>
                  <a:pt x="15574" y="8795"/>
                </a:lnTo>
                <a:lnTo>
                  <a:pt x="15739" y="8583"/>
                </a:lnTo>
                <a:lnTo>
                  <a:pt x="15880" y="8371"/>
                </a:lnTo>
                <a:lnTo>
                  <a:pt x="16022" y="8159"/>
                </a:lnTo>
                <a:lnTo>
                  <a:pt x="16152" y="7935"/>
                </a:lnTo>
                <a:lnTo>
                  <a:pt x="16269" y="7699"/>
                </a:lnTo>
                <a:lnTo>
                  <a:pt x="16376" y="7463"/>
                </a:lnTo>
                <a:lnTo>
                  <a:pt x="16482" y="7216"/>
                </a:lnTo>
                <a:lnTo>
                  <a:pt x="16564" y="6968"/>
                </a:lnTo>
                <a:lnTo>
                  <a:pt x="16635" y="6720"/>
                </a:lnTo>
                <a:lnTo>
                  <a:pt x="16694" y="6449"/>
                </a:lnTo>
                <a:lnTo>
                  <a:pt x="16741" y="6190"/>
                </a:lnTo>
                <a:lnTo>
                  <a:pt x="16776" y="5919"/>
                </a:lnTo>
                <a:lnTo>
                  <a:pt x="16800" y="5648"/>
                </a:lnTo>
                <a:lnTo>
                  <a:pt x="16800" y="5376"/>
                </a:lnTo>
                <a:lnTo>
                  <a:pt x="16788" y="4987"/>
                </a:lnTo>
                <a:lnTo>
                  <a:pt x="16753" y="4622"/>
                </a:lnTo>
                <a:lnTo>
                  <a:pt x="16682" y="4256"/>
                </a:lnTo>
                <a:lnTo>
                  <a:pt x="16600" y="3891"/>
                </a:lnTo>
                <a:lnTo>
                  <a:pt x="16505" y="3596"/>
                </a:lnTo>
                <a:lnTo>
                  <a:pt x="16387" y="3313"/>
                </a:lnTo>
                <a:lnTo>
                  <a:pt x="16269" y="3030"/>
                </a:lnTo>
                <a:lnTo>
                  <a:pt x="16116" y="2759"/>
                </a:lnTo>
                <a:lnTo>
                  <a:pt x="15279" y="3608"/>
                </a:lnTo>
                <a:lnTo>
                  <a:pt x="12874" y="6001"/>
                </a:lnTo>
                <a:lnTo>
                  <a:pt x="10799" y="3926"/>
                </a:lnTo>
                <a:lnTo>
                  <a:pt x="13192" y="1533"/>
                </a:lnTo>
                <a:lnTo>
                  <a:pt x="14041" y="684"/>
                </a:lnTo>
                <a:lnTo>
                  <a:pt x="13770" y="543"/>
                </a:lnTo>
                <a:lnTo>
                  <a:pt x="13487" y="413"/>
                </a:lnTo>
                <a:lnTo>
                  <a:pt x="13204" y="295"/>
                </a:lnTo>
                <a:lnTo>
                  <a:pt x="12910" y="201"/>
                </a:lnTo>
                <a:lnTo>
                  <a:pt x="12544" y="118"/>
                </a:lnTo>
                <a:lnTo>
                  <a:pt x="12179" y="48"/>
                </a:lnTo>
                <a:lnTo>
                  <a:pt x="11813" y="12"/>
                </a:lnTo>
                <a:lnTo>
                  <a:pt x="11424" y="1"/>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78" name="Google Shape;7478;p531"/>
          <p:cNvSpPr/>
          <p:nvPr/>
        </p:nvSpPr>
        <p:spPr>
          <a:xfrm>
            <a:off x="5011774" y="4055375"/>
            <a:ext cx="501000" cy="501000"/>
          </a:xfrm>
          <a:prstGeom prst="roundRect">
            <a:avLst>
              <a:gd name="adj" fmla="val 16667"/>
            </a:avLst>
          </a:prstGeom>
          <a:solidFill>
            <a:srgbClr val="FC5D0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79" name="Google Shape;7479;p531"/>
          <p:cNvSpPr/>
          <p:nvPr/>
        </p:nvSpPr>
        <p:spPr>
          <a:xfrm>
            <a:off x="5011774" y="3449144"/>
            <a:ext cx="501000" cy="501000"/>
          </a:xfrm>
          <a:prstGeom prst="roundRect">
            <a:avLst>
              <a:gd name="adj" fmla="val 16667"/>
            </a:avLst>
          </a:prstGeom>
          <a:solidFill>
            <a:srgbClr val="FC5D0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80" name="Google Shape;7480;p531"/>
          <p:cNvSpPr/>
          <p:nvPr/>
        </p:nvSpPr>
        <p:spPr>
          <a:xfrm>
            <a:off x="5011774" y="2842913"/>
            <a:ext cx="501000" cy="501000"/>
          </a:xfrm>
          <a:prstGeom prst="roundRect">
            <a:avLst>
              <a:gd name="adj" fmla="val 16667"/>
            </a:avLst>
          </a:prstGeom>
          <a:solidFill>
            <a:srgbClr val="FC5D0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81" name="Google Shape;7481;p531"/>
          <p:cNvSpPr/>
          <p:nvPr/>
        </p:nvSpPr>
        <p:spPr>
          <a:xfrm>
            <a:off x="5011774" y="2236681"/>
            <a:ext cx="501000" cy="501000"/>
          </a:xfrm>
          <a:prstGeom prst="roundRect">
            <a:avLst>
              <a:gd name="adj" fmla="val 16667"/>
            </a:avLst>
          </a:prstGeom>
          <a:solidFill>
            <a:srgbClr val="FC5D0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82" name="Google Shape;7482;p531"/>
          <p:cNvSpPr/>
          <p:nvPr/>
        </p:nvSpPr>
        <p:spPr>
          <a:xfrm>
            <a:off x="5011774" y="1630450"/>
            <a:ext cx="501000" cy="501000"/>
          </a:xfrm>
          <a:prstGeom prst="roundRect">
            <a:avLst>
              <a:gd name="adj" fmla="val 16667"/>
            </a:avLst>
          </a:prstGeom>
          <a:solidFill>
            <a:srgbClr val="FC5D0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483" name="Google Shape;7483;p531"/>
          <p:cNvGrpSpPr/>
          <p:nvPr/>
        </p:nvGrpSpPr>
        <p:grpSpPr>
          <a:xfrm>
            <a:off x="5103544" y="2351590"/>
            <a:ext cx="304751" cy="271191"/>
            <a:chOff x="5989150" y="3335800"/>
            <a:chExt cx="432700" cy="385050"/>
          </a:xfrm>
        </p:grpSpPr>
        <p:sp>
          <p:nvSpPr>
            <p:cNvPr id="7484" name="Google Shape;7484;p531"/>
            <p:cNvSpPr/>
            <p:nvPr/>
          </p:nvSpPr>
          <p:spPr>
            <a:xfrm>
              <a:off x="5989150" y="3335800"/>
              <a:ext cx="157875" cy="269775"/>
            </a:xfrm>
            <a:custGeom>
              <a:avLst/>
              <a:gdLst/>
              <a:ahLst/>
              <a:cxnLst/>
              <a:rect l="l" t="t" r="r" b="b"/>
              <a:pathLst>
                <a:path w="6315" h="10791" extrusionOk="0">
                  <a:moveTo>
                    <a:pt x="3151" y="0"/>
                  </a:moveTo>
                  <a:lnTo>
                    <a:pt x="2880" y="14"/>
                  </a:lnTo>
                  <a:lnTo>
                    <a:pt x="2624" y="54"/>
                  </a:lnTo>
                  <a:lnTo>
                    <a:pt x="2380" y="122"/>
                  </a:lnTo>
                  <a:lnTo>
                    <a:pt x="2137" y="217"/>
                  </a:lnTo>
                  <a:lnTo>
                    <a:pt x="1907" y="325"/>
                  </a:lnTo>
                  <a:lnTo>
                    <a:pt x="1691" y="446"/>
                  </a:lnTo>
                  <a:lnTo>
                    <a:pt x="1488" y="609"/>
                  </a:lnTo>
                  <a:lnTo>
                    <a:pt x="1298" y="771"/>
                  </a:lnTo>
                  <a:lnTo>
                    <a:pt x="1136" y="960"/>
                  </a:lnTo>
                  <a:lnTo>
                    <a:pt x="974" y="1163"/>
                  </a:lnTo>
                  <a:lnTo>
                    <a:pt x="852" y="1379"/>
                  </a:lnTo>
                  <a:lnTo>
                    <a:pt x="744" y="1609"/>
                  </a:lnTo>
                  <a:lnTo>
                    <a:pt x="649" y="1853"/>
                  </a:lnTo>
                  <a:lnTo>
                    <a:pt x="582" y="2096"/>
                  </a:lnTo>
                  <a:lnTo>
                    <a:pt x="541" y="2366"/>
                  </a:lnTo>
                  <a:lnTo>
                    <a:pt x="528" y="2623"/>
                  </a:lnTo>
                  <a:lnTo>
                    <a:pt x="541" y="2894"/>
                  </a:lnTo>
                  <a:lnTo>
                    <a:pt x="582" y="3151"/>
                  </a:lnTo>
                  <a:lnTo>
                    <a:pt x="649" y="3408"/>
                  </a:lnTo>
                  <a:lnTo>
                    <a:pt x="744" y="3651"/>
                  </a:lnTo>
                  <a:lnTo>
                    <a:pt x="852" y="3881"/>
                  </a:lnTo>
                  <a:lnTo>
                    <a:pt x="974" y="4097"/>
                  </a:lnTo>
                  <a:lnTo>
                    <a:pt x="1136" y="4300"/>
                  </a:lnTo>
                  <a:lnTo>
                    <a:pt x="1298" y="4476"/>
                  </a:lnTo>
                  <a:lnTo>
                    <a:pt x="1488" y="4652"/>
                  </a:lnTo>
                  <a:lnTo>
                    <a:pt x="1691" y="4800"/>
                  </a:lnTo>
                  <a:lnTo>
                    <a:pt x="1907" y="4936"/>
                  </a:lnTo>
                  <a:lnTo>
                    <a:pt x="2137" y="5044"/>
                  </a:lnTo>
                  <a:lnTo>
                    <a:pt x="2380" y="5138"/>
                  </a:lnTo>
                  <a:lnTo>
                    <a:pt x="2624" y="5192"/>
                  </a:lnTo>
                  <a:lnTo>
                    <a:pt x="2880" y="5233"/>
                  </a:lnTo>
                  <a:lnTo>
                    <a:pt x="3151" y="5247"/>
                  </a:lnTo>
                  <a:lnTo>
                    <a:pt x="3421" y="5233"/>
                  </a:lnTo>
                  <a:lnTo>
                    <a:pt x="3678" y="5192"/>
                  </a:lnTo>
                  <a:lnTo>
                    <a:pt x="3935" y="5138"/>
                  </a:lnTo>
                  <a:lnTo>
                    <a:pt x="4179" y="5044"/>
                  </a:lnTo>
                  <a:lnTo>
                    <a:pt x="4408" y="4936"/>
                  </a:lnTo>
                  <a:lnTo>
                    <a:pt x="4625" y="4800"/>
                  </a:lnTo>
                  <a:lnTo>
                    <a:pt x="4828" y="4652"/>
                  </a:lnTo>
                  <a:lnTo>
                    <a:pt x="5003" y="4476"/>
                  </a:lnTo>
                  <a:lnTo>
                    <a:pt x="5179" y="4300"/>
                  </a:lnTo>
                  <a:lnTo>
                    <a:pt x="5328" y="4097"/>
                  </a:lnTo>
                  <a:lnTo>
                    <a:pt x="5463" y="3881"/>
                  </a:lnTo>
                  <a:lnTo>
                    <a:pt x="5571" y="3651"/>
                  </a:lnTo>
                  <a:lnTo>
                    <a:pt x="5666" y="3408"/>
                  </a:lnTo>
                  <a:lnTo>
                    <a:pt x="5720" y="3151"/>
                  </a:lnTo>
                  <a:lnTo>
                    <a:pt x="5761" y="2894"/>
                  </a:lnTo>
                  <a:lnTo>
                    <a:pt x="5774" y="2623"/>
                  </a:lnTo>
                  <a:lnTo>
                    <a:pt x="5761" y="2366"/>
                  </a:lnTo>
                  <a:lnTo>
                    <a:pt x="5720" y="2096"/>
                  </a:lnTo>
                  <a:lnTo>
                    <a:pt x="5666" y="1853"/>
                  </a:lnTo>
                  <a:lnTo>
                    <a:pt x="5571" y="1609"/>
                  </a:lnTo>
                  <a:lnTo>
                    <a:pt x="5463" y="1379"/>
                  </a:lnTo>
                  <a:lnTo>
                    <a:pt x="5328" y="1163"/>
                  </a:lnTo>
                  <a:lnTo>
                    <a:pt x="5179" y="960"/>
                  </a:lnTo>
                  <a:lnTo>
                    <a:pt x="5003" y="771"/>
                  </a:lnTo>
                  <a:lnTo>
                    <a:pt x="4828" y="609"/>
                  </a:lnTo>
                  <a:lnTo>
                    <a:pt x="4625" y="446"/>
                  </a:lnTo>
                  <a:lnTo>
                    <a:pt x="4408" y="325"/>
                  </a:lnTo>
                  <a:lnTo>
                    <a:pt x="4179" y="217"/>
                  </a:lnTo>
                  <a:lnTo>
                    <a:pt x="3935" y="122"/>
                  </a:lnTo>
                  <a:lnTo>
                    <a:pt x="3678" y="54"/>
                  </a:lnTo>
                  <a:lnTo>
                    <a:pt x="3421" y="14"/>
                  </a:lnTo>
                  <a:lnTo>
                    <a:pt x="3151" y="0"/>
                  </a:lnTo>
                  <a:close/>
                  <a:moveTo>
                    <a:pt x="785" y="6531"/>
                  </a:moveTo>
                  <a:lnTo>
                    <a:pt x="0" y="7613"/>
                  </a:lnTo>
                  <a:lnTo>
                    <a:pt x="0" y="10790"/>
                  </a:lnTo>
                  <a:lnTo>
                    <a:pt x="6315" y="10790"/>
                  </a:lnTo>
                  <a:lnTo>
                    <a:pt x="6315" y="7613"/>
                  </a:lnTo>
                  <a:lnTo>
                    <a:pt x="5517" y="653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85" name="Google Shape;7485;p531"/>
            <p:cNvSpPr/>
            <p:nvPr/>
          </p:nvSpPr>
          <p:spPr>
            <a:xfrm>
              <a:off x="6263625" y="3449025"/>
              <a:ext cx="158225" cy="271825"/>
            </a:xfrm>
            <a:custGeom>
              <a:avLst/>
              <a:gdLst/>
              <a:ahLst/>
              <a:cxnLst/>
              <a:rect l="l" t="t" r="r" b="b"/>
              <a:pathLst>
                <a:path w="6329" h="10873" extrusionOk="0">
                  <a:moveTo>
                    <a:pt x="3165" y="1"/>
                  </a:moveTo>
                  <a:lnTo>
                    <a:pt x="2894" y="14"/>
                  </a:lnTo>
                  <a:lnTo>
                    <a:pt x="2638" y="55"/>
                  </a:lnTo>
                  <a:lnTo>
                    <a:pt x="2381" y="123"/>
                  </a:lnTo>
                  <a:lnTo>
                    <a:pt x="2137" y="217"/>
                  </a:lnTo>
                  <a:lnTo>
                    <a:pt x="1907" y="325"/>
                  </a:lnTo>
                  <a:lnTo>
                    <a:pt x="1691" y="447"/>
                  </a:lnTo>
                  <a:lnTo>
                    <a:pt x="1488" y="609"/>
                  </a:lnTo>
                  <a:lnTo>
                    <a:pt x="1312" y="772"/>
                  </a:lnTo>
                  <a:lnTo>
                    <a:pt x="1137" y="961"/>
                  </a:lnTo>
                  <a:lnTo>
                    <a:pt x="988" y="1164"/>
                  </a:lnTo>
                  <a:lnTo>
                    <a:pt x="853" y="1380"/>
                  </a:lnTo>
                  <a:lnTo>
                    <a:pt x="745" y="1610"/>
                  </a:lnTo>
                  <a:lnTo>
                    <a:pt x="663" y="1853"/>
                  </a:lnTo>
                  <a:lnTo>
                    <a:pt x="596" y="2097"/>
                  </a:lnTo>
                  <a:lnTo>
                    <a:pt x="555" y="2354"/>
                  </a:lnTo>
                  <a:lnTo>
                    <a:pt x="542" y="2624"/>
                  </a:lnTo>
                  <a:lnTo>
                    <a:pt x="555" y="2894"/>
                  </a:lnTo>
                  <a:lnTo>
                    <a:pt x="596" y="3151"/>
                  </a:lnTo>
                  <a:lnTo>
                    <a:pt x="663" y="3408"/>
                  </a:lnTo>
                  <a:lnTo>
                    <a:pt x="745" y="3652"/>
                  </a:lnTo>
                  <a:lnTo>
                    <a:pt x="853" y="3882"/>
                  </a:lnTo>
                  <a:lnTo>
                    <a:pt x="988" y="4098"/>
                  </a:lnTo>
                  <a:lnTo>
                    <a:pt x="1137" y="4301"/>
                  </a:lnTo>
                  <a:lnTo>
                    <a:pt x="1312" y="4476"/>
                  </a:lnTo>
                  <a:lnTo>
                    <a:pt x="1488" y="4652"/>
                  </a:lnTo>
                  <a:lnTo>
                    <a:pt x="1691" y="4801"/>
                  </a:lnTo>
                  <a:lnTo>
                    <a:pt x="1907" y="4936"/>
                  </a:lnTo>
                  <a:lnTo>
                    <a:pt x="2137" y="5044"/>
                  </a:lnTo>
                  <a:lnTo>
                    <a:pt x="2381" y="5139"/>
                  </a:lnTo>
                  <a:lnTo>
                    <a:pt x="2638" y="5193"/>
                  </a:lnTo>
                  <a:lnTo>
                    <a:pt x="2894" y="5234"/>
                  </a:lnTo>
                  <a:lnTo>
                    <a:pt x="3165" y="5247"/>
                  </a:lnTo>
                  <a:lnTo>
                    <a:pt x="3435" y="5234"/>
                  </a:lnTo>
                  <a:lnTo>
                    <a:pt x="3692" y="5193"/>
                  </a:lnTo>
                  <a:lnTo>
                    <a:pt x="3936" y="5139"/>
                  </a:lnTo>
                  <a:lnTo>
                    <a:pt x="4179" y="5044"/>
                  </a:lnTo>
                  <a:lnTo>
                    <a:pt x="4409" y="4936"/>
                  </a:lnTo>
                  <a:lnTo>
                    <a:pt x="4625" y="4801"/>
                  </a:lnTo>
                  <a:lnTo>
                    <a:pt x="4828" y="4652"/>
                  </a:lnTo>
                  <a:lnTo>
                    <a:pt x="5017" y="4476"/>
                  </a:lnTo>
                  <a:lnTo>
                    <a:pt x="5193" y="4301"/>
                  </a:lnTo>
                  <a:lnTo>
                    <a:pt x="5342" y="4098"/>
                  </a:lnTo>
                  <a:lnTo>
                    <a:pt x="5464" y="3882"/>
                  </a:lnTo>
                  <a:lnTo>
                    <a:pt x="5585" y="3652"/>
                  </a:lnTo>
                  <a:lnTo>
                    <a:pt x="5666" y="3408"/>
                  </a:lnTo>
                  <a:lnTo>
                    <a:pt x="5734" y="3151"/>
                  </a:lnTo>
                  <a:lnTo>
                    <a:pt x="5775" y="2894"/>
                  </a:lnTo>
                  <a:lnTo>
                    <a:pt x="5788" y="2624"/>
                  </a:lnTo>
                  <a:lnTo>
                    <a:pt x="5775" y="2354"/>
                  </a:lnTo>
                  <a:lnTo>
                    <a:pt x="5734" y="2097"/>
                  </a:lnTo>
                  <a:lnTo>
                    <a:pt x="5666" y="1853"/>
                  </a:lnTo>
                  <a:lnTo>
                    <a:pt x="5585" y="1610"/>
                  </a:lnTo>
                  <a:lnTo>
                    <a:pt x="5464" y="1380"/>
                  </a:lnTo>
                  <a:lnTo>
                    <a:pt x="5342" y="1164"/>
                  </a:lnTo>
                  <a:lnTo>
                    <a:pt x="5193" y="961"/>
                  </a:lnTo>
                  <a:lnTo>
                    <a:pt x="5017" y="772"/>
                  </a:lnTo>
                  <a:lnTo>
                    <a:pt x="4828" y="609"/>
                  </a:lnTo>
                  <a:lnTo>
                    <a:pt x="4625" y="447"/>
                  </a:lnTo>
                  <a:lnTo>
                    <a:pt x="4409" y="325"/>
                  </a:lnTo>
                  <a:lnTo>
                    <a:pt x="4179" y="217"/>
                  </a:lnTo>
                  <a:lnTo>
                    <a:pt x="3936" y="123"/>
                  </a:lnTo>
                  <a:lnTo>
                    <a:pt x="3692" y="55"/>
                  </a:lnTo>
                  <a:lnTo>
                    <a:pt x="3435" y="14"/>
                  </a:lnTo>
                  <a:lnTo>
                    <a:pt x="3165" y="1"/>
                  </a:lnTo>
                  <a:close/>
                  <a:moveTo>
                    <a:pt x="799" y="6532"/>
                  </a:moveTo>
                  <a:lnTo>
                    <a:pt x="1" y="7613"/>
                  </a:lnTo>
                  <a:lnTo>
                    <a:pt x="1" y="10872"/>
                  </a:lnTo>
                  <a:lnTo>
                    <a:pt x="6329" y="10872"/>
                  </a:lnTo>
                  <a:lnTo>
                    <a:pt x="6329" y="7613"/>
                  </a:lnTo>
                  <a:lnTo>
                    <a:pt x="5531" y="6532"/>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86" name="Google Shape;7486;p531"/>
            <p:cNvSpPr/>
            <p:nvPr/>
          </p:nvSpPr>
          <p:spPr>
            <a:xfrm>
              <a:off x="6081100" y="3362500"/>
              <a:ext cx="247450" cy="331625"/>
            </a:xfrm>
            <a:custGeom>
              <a:avLst/>
              <a:gdLst/>
              <a:ahLst/>
              <a:cxnLst/>
              <a:rect l="l" t="t" r="r" b="b"/>
              <a:pathLst>
                <a:path w="9898" h="13265" extrusionOk="0">
                  <a:moveTo>
                    <a:pt x="4976" y="0"/>
                  </a:moveTo>
                  <a:lnTo>
                    <a:pt x="4516" y="14"/>
                  </a:lnTo>
                  <a:lnTo>
                    <a:pt x="4057" y="68"/>
                  </a:lnTo>
                  <a:lnTo>
                    <a:pt x="3610" y="149"/>
                  </a:lnTo>
                  <a:lnTo>
                    <a:pt x="3178" y="244"/>
                  </a:lnTo>
                  <a:lnTo>
                    <a:pt x="3272" y="555"/>
                  </a:lnTo>
                  <a:lnTo>
                    <a:pt x="3354" y="879"/>
                  </a:lnTo>
                  <a:lnTo>
                    <a:pt x="3394" y="1204"/>
                  </a:lnTo>
                  <a:lnTo>
                    <a:pt x="3408" y="1542"/>
                  </a:lnTo>
                  <a:lnTo>
                    <a:pt x="3786" y="1447"/>
                  </a:lnTo>
                  <a:lnTo>
                    <a:pt x="4165" y="1366"/>
                  </a:lnTo>
                  <a:lnTo>
                    <a:pt x="4571" y="1326"/>
                  </a:lnTo>
                  <a:lnTo>
                    <a:pt x="4976" y="1312"/>
                  </a:lnTo>
                  <a:lnTo>
                    <a:pt x="5220" y="1312"/>
                  </a:lnTo>
                  <a:lnTo>
                    <a:pt x="5476" y="1339"/>
                  </a:lnTo>
                  <a:lnTo>
                    <a:pt x="5720" y="1366"/>
                  </a:lnTo>
                  <a:lnTo>
                    <a:pt x="5963" y="1407"/>
                  </a:lnTo>
                  <a:lnTo>
                    <a:pt x="6207" y="1461"/>
                  </a:lnTo>
                  <a:lnTo>
                    <a:pt x="6450" y="1515"/>
                  </a:lnTo>
                  <a:lnTo>
                    <a:pt x="6680" y="1596"/>
                  </a:lnTo>
                  <a:lnTo>
                    <a:pt x="6896" y="1677"/>
                  </a:lnTo>
                  <a:lnTo>
                    <a:pt x="7126" y="1772"/>
                  </a:lnTo>
                  <a:lnTo>
                    <a:pt x="7342" y="1866"/>
                  </a:lnTo>
                  <a:lnTo>
                    <a:pt x="7559" y="1988"/>
                  </a:lnTo>
                  <a:lnTo>
                    <a:pt x="7762" y="2110"/>
                  </a:lnTo>
                  <a:lnTo>
                    <a:pt x="7964" y="2231"/>
                  </a:lnTo>
                  <a:lnTo>
                    <a:pt x="8154" y="2367"/>
                  </a:lnTo>
                  <a:lnTo>
                    <a:pt x="8343" y="2515"/>
                  </a:lnTo>
                  <a:lnTo>
                    <a:pt x="8519" y="2678"/>
                  </a:lnTo>
                  <a:lnTo>
                    <a:pt x="8681" y="2583"/>
                  </a:lnTo>
                  <a:lnTo>
                    <a:pt x="8843" y="2502"/>
                  </a:lnTo>
                  <a:lnTo>
                    <a:pt x="9006" y="2434"/>
                  </a:lnTo>
                  <a:lnTo>
                    <a:pt x="9181" y="2367"/>
                  </a:lnTo>
                  <a:lnTo>
                    <a:pt x="9357" y="2313"/>
                  </a:lnTo>
                  <a:lnTo>
                    <a:pt x="9533" y="2272"/>
                  </a:lnTo>
                  <a:lnTo>
                    <a:pt x="9709" y="2231"/>
                  </a:lnTo>
                  <a:lnTo>
                    <a:pt x="9898" y="2204"/>
                  </a:lnTo>
                  <a:lnTo>
                    <a:pt x="9655" y="1948"/>
                  </a:lnTo>
                  <a:lnTo>
                    <a:pt x="9411" y="1718"/>
                  </a:lnTo>
                  <a:lnTo>
                    <a:pt x="9154" y="1501"/>
                  </a:lnTo>
                  <a:lnTo>
                    <a:pt x="8884" y="1285"/>
                  </a:lnTo>
                  <a:lnTo>
                    <a:pt x="8613" y="1096"/>
                  </a:lnTo>
                  <a:lnTo>
                    <a:pt x="8316" y="906"/>
                  </a:lnTo>
                  <a:lnTo>
                    <a:pt x="8019" y="744"/>
                  </a:lnTo>
                  <a:lnTo>
                    <a:pt x="7708" y="595"/>
                  </a:lnTo>
                  <a:lnTo>
                    <a:pt x="7397" y="460"/>
                  </a:lnTo>
                  <a:lnTo>
                    <a:pt x="7072" y="338"/>
                  </a:lnTo>
                  <a:lnTo>
                    <a:pt x="6734" y="244"/>
                  </a:lnTo>
                  <a:lnTo>
                    <a:pt x="6396" y="163"/>
                  </a:lnTo>
                  <a:lnTo>
                    <a:pt x="6044" y="95"/>
                  </a:lnTo>
                  <a:lnTo>
                    <a:pt x="5693" y="41"/>
                  </a:lnTo>
                  <a:lnTo>
                    <a:pt x="5328" y="14"/>
                  </a:lnTo>
                  <a:lnTo>
                    <a:pt x="4976" y="0"/>
                  </a:lnTo>
                  <a:close/>
                  <a:moveTo>
                    <a:pt x="0" y="11020"/>
                  </a:moveTo>
                  <a:lnTo>
                    <a:pt x="244" y="11277"/>
                  </a:lnTo>
                  <a:lnTo>
                    <a:pt x="487" y="11521"/>
                  </a:lnTo>
                  <a:lnTo>
                    <a:pt x="744" y="11737"/>
                  </a:lnTo>
                  <a:lnTo>
                    <a:pt x="1014" y="11953"/>
                  </a:lnTo>
                  <a:lnTo>
                    <a:pt x="1298" y="12156"/>
                  </a:lnTo>
                  <a:lnTo>
                    <a:pt x="1596" y="12345"/>
                  </a:lnTo>
                  <a:lnTo>
                    <a:pt x="1893" y="12508"/>
                  </a:lnTo>
                  <a:lnTo>
                    <a:pt x="2204" y="12656"/>
                  </a:lnTo>
                  <a:lnTo>
                    <a:pt x="2529" y="12805"/>
                  </a:lnTo>
                  <a:lnTo>
                    <a:pt x="2853" y="12927"/>
                  </a:lnTo>
                  <a:lnTo>
                    <a:pt x="3191" y="13022"/>
                  </a:lnTo>
                  <a:lnTo>
                    <a:pt x="3529" y="13116"/>
                  </a:lnTo>
                  <a:lnTo>
                    <a:pt x="3881" y="13184"/>
                  </a:lnTo>
                  <a:lnTo>
                    <a:pt x="4246" y="13224"/>
                  </a:lnTo>
                  <a:lnTo>
                    <a:pt x="4598" y="13251"/>
                  </a:lnTo>
                  <a:lnTo>
                    <a:pt x="4976" y="13265"/>
                  </a:lnTo>
                  <a:lnTo>
                    <a:pt x="5233" y="13265"/>
                  </a:lnTo>
                  <a:lnTo>
                    <a:pt x="5490" y="13251"/>
                  </a:lnTo>
                  <a:lnTo>
                    <a:pt x="5747" y="13224"/>
                  </a:lnTo>
                  <a:lnTo>
                    <a:pt x="5990" y="13184"/>
                  </a:lnTo>
                  <a:lnTo>
                    <a:pt x="5990" y="11859"/>
                  </a:lnTo>
                  <a:lnTo>
                    <a:pt x="5747" y="11899"/>
                  </a:lnTo>
                  <a:lnTo>
                    <a:pt x="5490" y="11940"/>
                  </a:lnTo>
                  <a:lnTo>
                    <a:pt x="5233" y="11953"/>
                  </a:lnTo>
                  <a:lnTo>
                    <a:pt x="4976" y="11953"/>
                  </a:lnTo>
                  <a:lnTo>
                    <a:pt x="4557" y="11940"/>
                  </a:lnTo>
                  <a:lnTo>
                    <a:pt x="4151" y="11899"/>
                  </a:lnTo>
                  <a:lnTo>
                    <a:pt x="3759" y="11818"/>
                  </a:lnTo>
                  <a:lnTo>
                    <a:pt x="3367" y="11710"/>
                  </a:lnTo>
                  <a:lnTo>
                    <a:pt x="3002" y="11575"/>
                  </a:lnTo>
                  <a:lnTo>
                    <a:pt x="2637" y="11426"/>
                  </a:lnTo>
                  <a:lnTo>
                    <a:pt x="2285" y="11237"/>
                  </a:lnTo>
                  <a:lnTo>
                    <a:pt x="1961" y="1102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487" name="Google Shape;7487;p531"/>
          <p:cNvGrpSpPr/>
          <p:nvPr/>
        </p:nvGrpSpPr>
        <p:grpSpPr>
          <a:xfrm>
            <a:off x="5104277" y="2942206"/>
            <a:ext cx="303285" cy="302416"/>
            <a:chOff x="2815450" y="3022175"/>
            <a:chExt cx="349125" cy="348125"/>
          </a:xfrm>
        </p:grpSpPr>
        <p:sp>
          <p:nvSpPr>
            <p:cNvPr id="7488" name="Google Shape;7488;p531"/>
            <p:cNvSpPr/>
            <p:nvPr/>
          </p:nvSpPr>
          <p:spPr>
            <a:xfrm>
              <a:off x="2815450" y="3022175"/>
              <a:ext cx="349125" cy="348125"/>
            </a:xfrm>
            <a:custGeom>
              <a:avLst/>
              <a:gdLst/>
              <a:ahLst/>
              <a:cxnLst/>
              <a:rect l="l" t="t" r="r" b="b"/>
              <a:pathLst>
                <a:path w="13965" h="13925" extrusionOk="0">
                  <a:moveTo>
                    <a:pt x="5517" y="1"/>
                  </a:moveTo>
                  <a:lnTo>
                    <a:pt x="5527" y="1555"/>
                  </a:lnTo>
                  <a:lnTo>
                    <a:pt x="5183" y="1663"/>
                  </a:lnTo>
                  <a:lnTo>
                    <a:pt x="4859" y="1781"/>
                  </a:lnTo>
                  <a:lnTo>
                    <a:pt x="4534" y="1928"/>
                  </a:lnTo>
                  <a:lnTo>
                    <a:pt x="4219" y="2086"/>
                  </a:lnTo>
                  <a:lnTo>
                    <a:pt x="3128" y="994"/>
                  </a:lnTo>
                  <a:lnTo>
                    <a:pt x="1043" y="3039"/>
                  </a:lnTo>
                  <a:lnTo>
                    <a:pt x="2135" y="4141"/>
                  </a:lnTo>
                  <a:lnTo>
                    <a:pt x="1968" y="4455"/>
                  </a:lnTo>
                  <a:lnTo>
                    <a:pt x="1820" y="4770"/>
                  </a:lnTo>
                  <a:lnTo>
                    <a:pt x="1751" y="4927"/>
                  </a:lnTo>
                  <a:lnTo>
                    <a:pt x="1692" y="5095"/>
                  </a:lnTo>
                  <a:lnTo>
                    <a:pt x="1584" y="5439"/>
                  </a:lnTo>
                  <a:lnTo>
                    <a:pt x="1" y="5429"/>
                  </a:lnTo>
                  <a:lnTo>
                    <a:pt x="1" y="8340"/>
                  </a:lnTo>
                  <a:lnTo>
                    <a:pt x="1564" y="8349"/>
                  </a:lnTo>
                  <a:lnTo>
                    <a:pt x="1672" y="8694"/>
                  </a:lnTo>
                  <a:lnTo>
                    <a:pt x="1790" y="9018"/>
                  </a:lnTo>
                  <a:lnTo>
                    <a:pt x="1938" y="9343"/>
                  </a:lnTo>
                  <a:lnTo>
                    <a:pt x="2105" y="9657"/>
                  </a:lnTo>
                  <a:lnTo>
                    <a:pt x="955" y="10788"/>
                  </a:lnTo>
                  <a:lnTo>
                    <a:pt x="3010" y="12863"/>
                  </a:lnTo>
                  <a:lnTo>
                    <a:pt x="4160" y="11732"/>
                  </a:lnTo>
                  <a:lnTo>
                    <a:pt x="4485" y="11899"/>
                  </a:lnTo>
                  <a:lnTo>
                    <a:pt x="4800" y="12047"/>
                  </a:lnTo>
                  <a:lnTo>
                    <a:pt x="5134" y="12175"/>
                  </a:lnTo>
                  <a:lnTo>
                    <a:pt x="5478" y="12273"/>
                  </a:lnTo>
                  <a:lnTo>
                    <a:pt x="5478" y="13925"/>
                  </a:lnTo>
                  <a:lnTo>
                    <a:pt x="8408" y="13925"/>
                  </a:lnTo>
                  <a:lnTo>
                    <a:pt x="8408" y="12293"/>
                  </a:lnTo>
                  <a:lnTo>
                    <a:pt x="8753" y="12184"/>
                  </a:lnTo>
                  <a:lnTo>
                    <a:pt x="9087" y="12066"/>
                  </a:lnTo>
                  <a:lnTo>
                    <a:pt x="9411" y="11919"/>
                  </a:lnTo>
                  <a:lnTo>
                    <a:pt x="9726" y="11752"/>
                  </a:lnTo>
                  <a:lnTo>
                    <a:pt x="8497" y="10513"/>
                  </a:lnTo>
                  <a:lnTo>
                    <a:pt x="8320" y="10582"/>
                  </a:lnTo>
                  <a:lnTo>
                    <a:pt x="8143" y="10641"/>
                  </a:lnTo>
                  <a:lnTo>
                    <a:pt x="7956" y="10700"/>
                  </a:lnTo>
                  <a:lnTo>
                    <a:pt x="7769" y="10739"/>
                  </a:lnTo>
                  <a:lnTo>
                    <a:pt x="7573" y="10778"/>
                  </a:lnTo>
                  <a:lnTo>
                    <a:pt x="7386" y="10798"/>
                  </a:lnTo>
                  <a:lnTo>
                    <a:pt x="7179" y="10818"/>
                  </a:lnTo>
                  <a:lnTo>
                    <a:pt x="6786" y="10818"/>
                  </a:lnTo>
                  <a:lnTo>
                    <a:pt x="6589" y="10798"/>
                  </a:lnTo>
                  <a:lnTo>
                    <a:pt x="6393" y="10778"/>
                  </a:lnTo>
                  <a:lnTo>
                    <a:pt x="6206" y="10739"/>
                  </a:lnTo>
                  <a:lnTo>
                    <a:pt x="6019" y="10700"/>
                  </a:lnTo>
                  <a:lnTo>
                    <a:pt x="5832" y="10650"/>
                  </a:lnTo>
                  <a:lnTo>
                    <a:pt x="5655" y="10582"/>
                  </a:lnTo>
                  <a:lnTo>
                    <a:pt x="5478" y="10513"/>
                  </a:lnTo>
                  <a:lnTo>
                    <a:pt x="5311" y="10444"/>
                  </a:lnTo>
                  <a:lnTo>
                    <a:pt x="5144" y="10355"/>
                  </a:lnTo>
                  <a:lnTo>
                    <a:pt x="4986" y="10257"/>
                  </a:lnTo>
                  <a:lnTo>
                    <a:pt x="4829" y="10159"/>
                  </a:lnTo>
                  <a:lnTo>
                    <a:pt x="4672" y="10051"/>
                  </a:lnTo>
                  <a:lnTo>
                    <a:pt x="4524" y="9942"/>
                  </a:lnTo>
                  <a:lnTo>
                    <a:pt x="4387" y="9815"/>
                  </a:lnTo>
                  <a:lnTo>
                    <a:pt x="4259" y="9687"/>
                  </a:lnTo>
                  <a:lnTo>
                    <a:pt x="4131" y="9559"/>
                  </a:lnTo>
                  <a:lnTo>
                    <a:pt x="4003" y="9411"/>
                  </a:lnTo>
                  <a:lnTo>
                    <a:pt x="3895" y="9274"/>
                  </a:lnTo>
                  <a:lnTo>
                    <a:pt x="3787" y="9116"/>
                  </a:lnTo>
                  <a:lnTo>
                    <a:pt x="3679" y="8959"/>
                  </a:lnTo>
                  <a:lnTo>
                    <a:pt x="3590" y="8802"/>
                  </a:lnTo>
                  <a:lnTo>
                    <a:pt x="3502" y="8635"/>
                  </a:lnTo>
                  <a:lnTo>
                    <a:pt x="3423" y="8467"/>
                  </a:lnTo>
                  <a:lnTo>
                    <a:pt x="3354" y="8290"/>
                  </a:lnTo>
                  <a:lnTo>
                    <a:pt x="3295" y="8113"/>
                  </a:lnTo>
                  <a:lnTo>
                    <a:pt x="3246" y="7927"/>
                  </a:lnTo>
                  <a:lnTo>
                    <a:pt x="3207" y="7740"/>
                  </a:lnTo>
                  <a:lnTo>
                    <a:pt x="3167" y="7553"/>
                  </a:lnTo>
                  <a:lnTo>
                    <a:pt x="3148" y="7356"/>
                  </a:lnTo>
                  <a:lnTo>
                    <a:pt x="3128" y="7160"/>
                  </a:lnTo>
                  <a:lnTo>
                    <a:pt x="3128" y="6963"/>
                  </a:lnTo>
                  <a:lnTo>
                    <a:pt x="3128" y="6766"/>
                  </a:lnTo>
                  <a:lnTo>
                    <a:pt x="3148" y="6570"/>
                  </a:lnTo>
                  <a:lnTo>
                    <a:pt x="3167" y="6373"/>
                  </a:lnTo>
                  <a:lnTo>
                    <a:pt x="3207" y="6186"/>
                  </a:lnTo>
                  <a:lnTo>
                    <a:pt x="3246" y="5999"/>
                  </a:lnTo>
                  <a:lnTo>
                    <a:pt x="3295" y="5812"/>
                  </a:lnTo>
                  <a:lnTo>
                    <a:pt x="3354" y="5635"/>
                  </a:lnTo>
                  <a:lnTo>
                    <a:pt x="3423" y="5458"/>
                  </a:lnTo>
                  <a:lnTo>
                    <a:pt x="3502" y="5291"/>
                  </a:lnTo>
                  <a:lnTo>
                    <a:pt x="3590" y="5124"/>
                  </a:lnTo>
                  <a:lnTo>
                    <a:pt x="3679" y="4957"/>
                  </a:lnTo>
                  <a:lnTo>
                    <a:pt x="3787" y="4800"/>
                  </a:lnTo>
                  <a:lnTo>
                    <a:pt x="3895" y="4652"/>
                  </a:lnTo>
                  <a:lnTo>
                    <a:pt x="4003" y="4505"/>
                  </a:lnTo>
                  <a:lnTo>
                    <a:pt x="4131" y="4367"/>
                  </a:lnTo>
                  <a:lnTo>
                    <a:pt x="4259" y="4229"/>
                  </a:lnTo>
                  <a:lnTo>
                    <a:pt x="4387" y="4101"/>
                  </a:lnTo>
                  <a:lnTo>
                    <a:pt x="4524" y="3983"/>
                  </a:lnTo>
                  <a:lnTo>
                    <a:pt x="4672" y="3865"/>
                  </a:lnTo>
                  <a:lnTo>
                    <a:pt x="4829" y="3757"/>
                  </a:lnTo>
                  <a:lnTo>
                    <a:pt x="4986" y="3659"/>
                  </a:lnTo>
                  <a:lnTo>
                    <a:pt x="5144" y="3570"/>
                  </a:lnTo>
                  <a:lnTo>
                    <a:pt x="5311" y="3482"/>
                  </a:lnTo>
                  <a:lnTo>
                    <a:pt x="5478" y="3403"/>
                  </a:lnTo>
                  <a:lnTo>
                    <a:pt x="5655" y="3334"/>
                  </a:lnTo>
                  <a:lnTo>
                    <a:pt x="5832" y="3275"/>
                  </a:lnTo>
                  <a:lnTo>
                    <a:pt x="6019" y="3226"/>
                  </a:lnTo>
                  <a:lnTo>
                    <a:pt x="6206" y="3177"/>
                  </a:lnTo>
                  <a:lnTo>
                    <a:pt x="6393" y="3148"/>
                  </a:lnTo>
                  <a:lnTo>
                    <a:pt x="6589" y="3118"/>
                  </a:lnTo>
                  <a:lnTo>
                    <a:pt x="6786" y="3108"/>
                  </a:lnTo>
                  <a:lnTo>
                    <a:pt x="6983" y="3098"/>
                  </a:lnTo>
                  <a:lnTo>
                    <a:pt x="7179" y="3108"/>
                  </a:lnTo>
                  <a:lnTo>
                    <a:pt x="7376" y="3118"/>
                  </a:lnTo>
                  <a:lnTo>
                    <a:pt x="7573" y="3148"/>
                  </a:lnTo>
                  <a:lnTo>
                    <a:pt x="7759" y="3177"/>
                  </a:lnTo>
                  <a:lnTo>
                    <a:pt x="7946" y="3226"/>
                  </a:lnTo>
                  <a:lnTo>
                    <a:pt x="8133" y="3275"/>
                  </a:lnTo>
                  <a:lnTo>
                    <a:pt x="8310" y="3334"/>
                  </a:lnTo>
                  <a:lnTo>
                    <a:pt x="8487" y="3403"/>
                  </a:lnTo>
                  <a:lnTo>
                    <a:pt x="8654" y="3482"/>
                  </a:lnTo>
                  <a:lnTo>
                    <a:pt x="8821" y="3570"/>
                  </a:lnTo>
                  <a:lnTo>
                    <a:pt x="8989" y="3659"/>
                  </a:lnTo>
                  <a:lnTo>
                    <a:pt x="9146" y="3757"/>
                  </a:lnTo>
                  <a:lnTo>
                    <a:pt x="9293" y="3865"/>
                  </a:lnTo>
                  <a:lnTo>
                    <a:pt x="9441" y="3983"/>
                  </a:lnTo>
                  <a:lnTo>
                    <a:pt x="9579" y="4101"/>
                  </a:lnTo>
                  <a:lnTo>
                    <a:pt x="9716" y="4229"/>
                  </a:lnTo>
                  <a:lnTo>
                    <a:pt x="9844" y="4367"/>
                  </a:lnTo>
                  <a:lnTo>
                    <a:pt x="9962" y="4505"/>
                  </a:lnTo>
                  <a:lnTo>
                    <a:pt x="10080" y="4652"/>
                  </a:lnTo>
                  <a:lnTo>
                    <a:pt x="10188" y="4800"/>
                  </a:lnTo>
                  <a:lnTo>
                    <a:pt x="10287" y="4957"/>
                  </a:lnTo>
                  <a:lnTo>
                    <a:pt x="10375" y="5124"/>
                  </a:lnTo>
                  <a:lnTo>
                    <a:pt x="10464" y="5291"/>
                  </a:lnTo>
                  <a:lnTo>
                    <a:pt x="10542" y="5458"/>
                  </a:lnTo>
                  <a:lnTo>
                    <a:pt x="10611" y="5635"/>
                  </a:lnTo>
                  <a:lnTo>
                    <a:pt x="10670" y="5812"/>
                  </a:lnTo>
                  <a:lnTo>
                    <a:pt x="10719" y="5999"/>
                  </a:lnTo>
                  <a:lnTo>
                    <a:pt x="10768" y="6186"/>
                  </a:lnTo>
                  <a:lnTo>
                    <a:pt x="10798" y="6373"/>
                  </a:lnTo>
                  <a:lnTo>
                    <a:pt x="10827" y="6570"/>
                  </a:lnTo>
                  <a:lnTo>
                    <a:pt x="10837" y="6766"/>
                  </a:lnTo>
                  <a:lnTo>
                    <a:pt x="10847" y="6963"/>
                  </a:lnTo>
                  <a:lnTo>
                    <a:pt x="10837" y="7160"/>
                  </a:lnTo>
                  <a:lnTo>
                    <a:pt x="10827" y="7346"/>
                  </a:lnTo>
                  <a:lnTo>
                    <a:pt x="10798" y="7533"/>
                  </a:lnTo>
                  <a:lnTo>
                    <a:pt x="10768" y="7720"/>
                  </a:lnTo>
                  <a:lnTo>
                    <a:pt x="10729" y="7907"/>
                  </a:lnTo>
                  <a:lnTo>
                    <a:pt x="10680" y="8084"/>
                  </a:lnTo>
                  <a:lnTo>
                    <a:pt x="10621" y="8261"/>
                  </a:lnTo>
                  <a:lnTo>
                    <a:pt x="10552" y="8438"/>
                  </a:lnTo>
                  <a:lnTo>
                    <a:pt x="11811" y="9697"/>
                  </a:lnTo>
                  <a:lnTo>
                    <a:pt x="11968" y="9392"/>
                  </a:lnTo>
                  <a:lnTo>
                    <a:pt x="12116" y="9077"/>
                  </a:lnTo>
                  <a:lnTo>
                    <a:pt x="12243" y="8743"/>
                  </a:lnTo>
                  <a:lnTo>
                    <a:pt x="12352" y="8408"/>
                  </a:lnTo>
                  <a:lnTo>
                    <a:pt x="13964" y="8418"/>
                  </a:lnTo>
                  <a:lnTo>
                    <a:pt x="13964" y="5498"/>
                  </a:lnTo>
                  <a:lnTo>
                    <a:pt x="12371" y="5498"/>
                  </a:lnTo>
                  <a:lnTo>
                    <a:pt x="12263" y="5154"/>
                  </a:lnTo>
                  <a:lnTo>
                    <a:pt x="12145" y="4829"/>
                  </a:lnTo>
                  <a:lnTo>
                    <a:pt x="11998" y="4505"/>
                  </a:lnTo>
                  <a:lnTo>
                    <a:pt x="11830" y="4190"/>
                  </a:lnTo>
                  <a:lnTo>
                    <a:pt x="12961" y="3079"/>
                  </a:lnTo>
                  <a:lnTo>
                    <a:pt x="10896" y="1004"/>
                  </a:lnTo>
                  <a:lnTo>
                    <a:pt x="9765" y="2115"/>
                  </a:lnTo>
                  <a:lnTo>
                    <a:pt x="9451" y="1948"/>
                  </a:lnTo>
                  <a:lnTo>
                    <a:pt x="9136" y="1800"/>
                  </a:lnTo>
                  <a:lnTo>
                    <a:pt x="8802" y="1682"/>
                  </a:lnTo>
                  <a:lnTo>
                    <a:pt x="8458" y="1574"/>
                  </a:lnTo>
                  <a:lnTo>
                    <a:pt x="8467"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89" name="Google Shape;7489;p531"/>
            <p:cNvSpPr/>
            <p:nvPr/>
          </p:nvSpPr>
          <p:spPr>
            <a:xfrm>
              <a:off x="2953625" y="3159125"/>
              <a:ext cx="203575" cy="203575"/>
            </a:xfrm>
            <a:custGeom>
              <a:avLst/>
              <a:gdLst/>
              <a:ahLst/>
              <a:cxnLst/>
              <a:rect l="l" t="t" r="r" b="b"/>
              <a:pathLst>
                <a:path w="8143" h="8143" extrusionOk="0">
                  <a:moveTo>
                    <a:pt x="1701" y="0"/>
                  </a:moveTo>
                  <a:lnTo>
                    <a:pt x="1524" y="10"/>
                  </a:lnTo>
                  <a:lnTo>
                    <a:pt x="1357" y="30"/>
                  </a:lnTo>
                  <a:lnTo>
                    <a:pt x="1190" y="69"/>
                  </a:lnTo>
                  <a:lnTo>
                    <a:pt x="1043" y="128"/>
                  </a:lnTo>
                  <a:lnTo>
                    <a:pt x="2203" y="1298"/>
                  </a:lnTo>
                  <a:lnTo>
                    <a:pt x="1279" y="2222"/>
                  </a:lnTo>
                  <a:lnTo>
                    <a:pt x="128" y="1072"/>
                  </a:lnTo>
                  <a:lnTo>
                    <a:pt x="69" y="1219"/>
                  </a:lnTo>
                  <a:lnTo>
                    <a:pt x="40" y="1367"/>
                  </a:lnTo>
                  <a:lnTo>
                    <a:pt x="10" y="1524"/>
                  </a:lnTo>
                  <a:lnTo>
                    <a:pt x="0" y="1691"/>
                  </a:lnTo>
                  <a:lnTo>
                    <a:pt x="10" y="1859"/>
                  </a:lnTo>
                  <a:lnTo>
                    <a:pt x="40" y="2036"/>
                  </a:lnTo>
                  <a:lnTo>
                    <a:pt x="79" y="2193"/>
                  </a:lnTo>
                  <a:lnTo>
                    <a:pt x="138" y="2350"/>
                  </a:lnTo>
                  <a:lnTo>
                    <a:pt x="207" y="2498"/>
                  </a:lnTo>
                  <a:lnTo>
                    <a:pt x="295" y="2635"/>
                  </a:lnTo>
                  <a:lnTo>
                    <a:pt x="394" y="2763"/>
                  </a:lnTo>
                  <a:lnTo>
                    <a:pt x="502" y="2891"/>
                  </a:lnTo>
                  <a:lnTo>
                    <a:pt x="620" y="2999"/>
                  </a:lnTo>
                  <a:lnTo>
                    <a:pt x="748" y="3098"/>
                  </a:lnTo>
                  <a:lnTo>
                    <a:pt x="895" y="3176"/>
                  </a:lnTo>
                  <a:lnTo>
                    <a:pt x="1043" y="3255"/>
                  </a:lnTo>
                  <a:lnTo>
                    <a:pt x="1190" y="3304"/>
                  </a:lnTo>
                  <a:lnTo>
                    <a:pt x="1357" y="3353"/>
                  </a:lnTo>
                  <a:lnTo>
                    <a:pt x="1524" y="3373"/>
                  </a:lnTo>
                  <a:lnTo>
                    <a:pt x="1701" y="3383"/>
                  </a:lnTo>
                  <a:lnTo>
                    <a:pt x="1859" y="3373"/>
                  </a:lnTo>
                  <a:lnTo>
                    <a:pt x="2016" y="3353"/>
                  </a:lnTo>
                  <a:lnTo>
                    <a:pt x="2164" y="3314"/>
                  </a:lnTo>
                  <a:lnTo>
                    <a:pt x="2311" y="3275"/>
                  </a:lnTo>
                  <a:lnTo>
                    <a:pt x="4868" y="5831"/>
                  </a:lnTo>
                  <a:lnTo>
                    <a:pt x="4828" y="5979"/>
                  </a:lnTo>
                  <a:lnTo>
                    <a:pt x="4789" y="6126"/>
                  </a:lnTo>
                  <a:lnTo>
                    <a:pt x="4769" y="6284"/>
                  </a:lnTo>
                  <a:lnTo>
                    <a:pt x="4760" y="6441"/>
                  </a:lnTo>
                  <a:lnTo>
                    <a:pt x="4769" y="6618"/>
                  </a:lnTo>
                  <a:lnTo>
                    <a:pt x="4789" y="6785"/>
                  </a:lnTo>
                  <a:lnTo>
                    <a:pt x="4838" y="6952"/>
                  </a:lnTo>
                  <a:lnTo>
                    <a:pt x="4887" y="7100"/>
                  </a:lnTo>
                  <a:lnTo>
                    <a:pt x="4966" y="7247"/>
                  </a:lnTo>
                  <a:lnTo>
                    <a:pt x="5045" y="7395"/>
                  </a:lnTo>
                  <a:lnTo>
                    <a:pt x="5143" y="7523"/>
                  </a:lnTo>
                  <a:lnTo>
                    <a:pt x="5251" y="7641"/>
                  </a:lnTo>
                  <a:lnTo>
                    <a:pt x="5379" y="7749"/>
                  </a:lnTo>
                  <a:lnTo>
                    <a:pt x="5507" y="7847"/>
                  </a:lnTo>
                  <a:lnTo>
                    <a:pt x="5645" y="7936"/>
                  </a:lnTo>
                  <a:lnTo>
                    <a:pt x="5792" y="8004"/>
                  </a:lnTo>
                  <a:lnTo>
                    <a:pt x="5949" y="8063"/>
                  </a:lnTo>
                  <a:lnTo>
                    <a:pt x="6107" y="8103"/>
                  </a:lnTo>
                  <a:lnTo>
                    <a:pt x="6274" y="8132"/>
                  </a:lnTo>
                  <a:lnTo>
                    <a:pt x="6451" y="8142"/>
                  </a:lnTo>
                  <a:lnTo>
                    <a:pt x="6628" y="8132"/>
                  </a:lnTo>
                  <a:lnTo>
                    <a:pt x="6795" y="8103"/>
                  </a:lnTo>
                  <a:lnTo>
                    <a:pt x="6952" y="8063"/>
                  </a:lnTo>
                  <a:lnTo>
                    <a:pt x="7110" y="8004"/>
                  </a:lnTo>
                  <a:lnTo>
                    <a:pt x="5949" y="6844"/>
                  </a:lnTo>
                  <a:lnTo>
                    <a:pt x="6874" y="5920"/>
                  </a:lnTo>
                  <a:lnTo>
                    <a:pt x="8024" y="7070"/>
                  </a:lnTo>
                  <a:lnTo>
                    <a:pt x="8073" y="6923"/>
                  </a:lnTo>
                  <a:lnTo>
                    <a:pt x="8113" y="6765"/>
                  </a:lnTo>
                  <a:lnTo>
                    <a:pt x="8132" y="6608"/>
                  </a:lnTo>
                  <a:lnTo>
                    <a:pt x="8142" y="6441"/>
                  </a:lnTo>
                  <a:lnTo>
                    <a:pt x="8132" y="6274"/>
                  </a:lnTo>
                  <a:lnTo>
                    <a:pt x="8113" y="6107"/>
                  </a:lnTo>
                  <a:lnTo>
                    <a:pt x="8073" y="5939"/>
                  </a:lnTo>
                  <a:lnTo>
                    <a:pt x="8014" y="5782"/>
                  </a:lnTo>
                  <a:lnTo>
                    <a:pt x="7936" y="5635"/>
                  </a:lnTo>
                  <a:lnTo>
                    <a:pt x="7857" y="5497"/>
                  </a:lnTo>
                  <a:lnTo>
                    <a:pt x="7759" y="5369"/>
                  </a:lnTo>
                  <a:lnTo>
                    <a:pt x="7651" y="5251"/>
                  </a:lnTo>
                  <a:lnTo>
                    <a:pt x="7533" y="5133"/>
                  </a:lnTo>
                  <a:lnTo>
                    <a:pt x="7395" y="5045"/>
                  </a:lnTo>
                  <a:lnTo>
                    <a:pt x="7257" y="4956"/>
                  </a:lnTo>
                  <a:lnTo>
                    <a:pt x="7110" y="4887"/>
                  </a:lnTo>
                  <a:lnTo>
                    <a:pt x="6952" y="4828"/>
                  </a:lnTo>
                  <a:lnTo>
                    <a:pt x="6795" y="4789"/>
                  </a:lnTo>
                  <a:lnTo>
                    <a:pt x="6628" y="4759"/>
                  </a:lnTo>
                  <a:lnTo>
                    <a:pt x="6451" y="4750"/>
                  </a:lnTo>
                  <a:lnTo>
                    <a:pt x="6294" y="4759"/>
                  </a:lnTo>
                  <a:lnTo>
                    <a:pt x="6136" y="4779"/>
                  </a:lnTo>
                  <a:lnTo>
                    <a:pt x="5979" y="4818"/>
                  </a:lnTo>
                  <a:lnTo>
                    <a:pt x="5831" y="4868"/>
                  </a:lnTo>
                  <a:lnTo>
                    <a:pt x="3275" y="2311"/>
                  </a:lnTo>
                  <a:lnTo>
                    <a:pt x="3324" y="2163"/>
                  </a:lnTo>
                  <a:lnTo>
                    <a:pt x="3363" y="2006"/>
                  </a:lnTo>
                  <a:lnTo>
                    <a:pt x="3383" y="1849"/>
                  </a:lnTo>
                  <a:lnTo>
                    <a:pt x="3393" y="1691"/>
                  </a:lnTo>
                  <a:lnTo>
                    <a:pt x="3383" y="1514"/>
                  </a:lnTo>
                  <a:lnTo>
                    <a:pt x="3353" y="1347"/>
                  </a:lnTo>
                  <a:lnTo>
                    <a:pt x="3314" y="1190"/>
                  </a:lnTo>
                  <a:lnTo>
                    <a:pt x="3255" y="1033"/>
                  </a:lnTo>
                  <a:lnTo>
                    <a:pt x="3186" y="885"/>
                  </a:lnTo>
                  <a:lnTo>
                    <a:pt x="3098" y="747"/>
                  </a:lnTo>
                  <a:lnTo>
                    <a:pt x="3009" y="610"/>
                  </a:lnTo>
                  <a:lnTo>
                    <a:pt x="2891" y="492"/>
                  </a:lnTo>
                  <a:lnTo>
                    <a:pt x="2773" y="384"/>
                  </a:lnTo>
                  <a:lnTo>
                    <a:pt x="2645" y="285"/>
                  </a:lnTo>
                  <a:lnTo>
                    <a:pt x="2508" y="197"/>
                  </a:lnTo>
                  <a:lnTo>
                    <a:pt x="2360" y="128"/>
                  </a:lnTo>
                  <a:lnTo>
                    <a:pt x="2203" y="69"/>
                  </a:lnTo>
                  <a:lnTo>
                    <a:pt x="2036" y="30"/>
                  </a:lnTo>
                  <a:lnTo>
                    <a:pt x="1869" y="10"/>
                  </a:lnTo>
                  <a:lnTo>
                    <a:pt x="1701"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490" name="Google Shape;7490;p531"/>
          <p:cNvSpPr/>
          <p:nvPr/>
        </p:nvSpPr>
        <p:spPr>
          <a:xfrm>
            <a:off x="5214443" y="4206021"/>
            <a:ext cx="82953" cy="199714"/>
          </a:xfrm>
          <a:custGeom>
            <a:avLst/>
            <a:gdLst/>
            <a:ahLst/>
            <a:cxnLst/>
            <a:rect l="l" t="t" r="r" b="b"/>
            <a:pathLst>
              <a:path w="5902" h="14212" extrusionOk="0">
                <a:moveTo>
                  <a:pt x="2135" y="0"/>
                </a:moveTo>
                <a:lnTo>
                  <a:pt x="2135" y="930"/>
                </a:lnTo>
                <a:lnTo>
                  <a:pt x="1884" y="1002"/>
                </a:lnTo>
                <a:lnTo>
                  <a:pt x="1646" y="1085"/>
                </a:lnTo>
                <a:lnTo>
                  <a:pt x="1431" y="1193"/>
                </a:lnTo>
                <a:lnTo>
                  <a:pt x="1228" y="1312"/>
                </a:lnTo>
                <a:lnTo>
                  <a:pt x="1038" y="1443"/>
                </a:lnTo>
                <a:lnTo>
                  <a:pt x="871" y="1598"/>
                </a:lnTo>
                <a:lnTo>
                  <a:pt x="716" y="1765"/>
                </a:lnTo>
                <a:lnTo>
                  <a:pt x="573" y="1956"/>
                </a:lnTo>
                <a:lnTo>
                  <a:pt x="454" y="2158"/>
                </a:lnTo>
                <a:lnTo>
                  <a:pt x="346" y="2373"/>
                </a:lnTo>
                <a:lnTo>
                  <a:pt x="251" y="2611"/>
                </a:lnTo>
                <a:lnTo>
                  <a:pt x="179" y="2862"/>
                </a:lnTo>
                <a:lnTo>
                  <a:pt x="120" y="3124"/>
                </a:lnTo>
                <a:lnTo>
                  <a:pt x="84" y="3398"/>
                </a:lnTo>
                <a:lnTo>
                  <a:pt x="60" y="3696"/>
                </a:lnTo>
                <a:lnTo>
                  <a:pt x="48" y="4006"/>
                </a:lnTo>
                <a:lnTo>
                  <a:pt x="60" y="4328"/>
                </a:lnTo>
                <a:lnTo>
                  <a:pt x="96" y="4638"/>
                </a:lnTo>
                <a:lnTo>
                  <a:pt x="144" y="4936"/>
                </a:lnTo>
                <a:lnTo>
                  <a:pt x="215" y="5210"/>
                </a:lnTo>
                <a:lnTo>
                  <a:pt x="299" y="5461"/>
                </a:lnTo>
                <a:lnTo>
                  <a:pt x="406" y="5699"/>
                </a:lnTo>
                <a:lnTo>
                  <a:pt x="525" y="5926"/>
                </a:lnTo>
                <a:lnTo>
                  <a:pt x="656" y="6152"/>
                </a:lnTo>
                <a:lnTo>
                  <a:pt x="799" y="6355"/>
                </a:lnTo>
                <a:lnTo>
                  <a:pt x="942" y="6546"/>
                </a:lnTo>
                <a:lnTo>
                  <a:pt x="1109" y="6724"/>
                </a:lnTo>
                <a:lnTo>
                  <a:pt x="1276" y="6903"/>
                </a:lnTo>
                <a:lnTo>
                  <a:pt x="1443" y="7070"/>
                </a:lnTo>
                <a:lnTo>
                  <a:pt x="1622" y="7237"/>
                </a:lnTo>
                <a:lnTo>
                  <a:pt x="1980" y="7547"/>
                </a:lnTo>
                <a:lnTo>
                  <a:pt x="2337" y="7833"/>
                </a:lnTo>
                <a:lnTo>
                  <a:pt x="2695" y="8131"/>
                </a:lnTo>
                <a:lnTo>
                  <a:pt x="2862" y="8286"/>
                </a:lnTo>
                <a:lnTo>
                  <a:pt x="3017" y="8429"/>
                </a:lnTo>
                <a:lnTo>
                  <a:pt x="3172" y="8584"/>
                </a:lnTo>
                <a:lnTo>
                  <a:pt x="3315" y="8751"/>
                </a:lnTo>
                <a:lnTo>
                  <a:pt x="3446" y="8918"/>
                </a:lnTo>
                <a:lnTo>
                  <a:pt x="3553" y="9085"/>
                </a:lnTo>
                <a:lnTo>
                  <a:pt x="3661" y="9264"/>
                </a:lnTo>
                <a:lnTo>
                  <a:pt x="3744" y="9455"/>
                </a:lnTo>
                <a:lnTo>
                  <a:pt x="3816" y="9657"/>
                </a:lnTo>
                <a:lnTo>
                  <a:pt x="3875" y="9860"/>
                </a:lnTo>
                <a:lnTo>
                  <a:pt x="3899" y="10086"/>
                </a:lnTo>
                <a:lnTo>
                  <a:pt x="3911" y="10325"/>
                </a:lnTo>
                <a:lnTo>
                  <a:pt x="3911" y="10480"/>
                </a:lnTo>
                <a:lnTo>
                  <a:pt x="3899" y="10635"/>
                </a:lnTo>
                <a:lnTo>
                  <a:pt x="3875" y="10766"/>
                </a:lnTo>
                <a:lnTo>
                  <a:pt x="3839" y="10897"/>
                </a:lnTo>
                <a:lnTo>
                  <a:pt x="3804" y="11004"/>
                </a:lnTo>
                <a:lnTo>
                  <a:pt x="3756" y="11100"/>
                </a:lnTo>
                <a:lnTo>
                  <a:pt x="3708" y="11195"/>
                </a:lnTo>
                <a:lnTo>
                  <a:pt x="3637" y="11267"/>
                </a:lnTo>
                <a:lnTo>
                  <a:pt x="3577" y="11338"/>
                </a:lnTo>
                <a:lnTo>
                  <a:pt x="3494" y="11398"/>
                </a:lnTo>
                <a:lnTo>
                  <a:pt x="3410" y="11446"/>
                </a:lnTo>
                <a:lnTo>
                  <a:pt x="3315" y="11481"/>
                </a:lnTo>
                <a:lnTo>
                  <a:pt x="3219" y="11505"/>
                </a:lnTo>
                <a:lnTo>
                  <a:pt x="3124" y="11529"/>
                </a:lnTo>
                <a:lnTo>
                  <a:pt x="3005" y="11541"/>
                </a:lnTo>
                <a:lnTo>
                  <a:pt x="2778" y="11541"/>
                </a:lnTo>
                <a:lnTo>
                  <a:pt x="2671" y="11529"/>
                </a:lnTo>
                <a:lnTo>
                  <a:pt x="2564" y="11505"/>
                </a:lnTo>
                <a:lnTo>
                  <a:pt x="2468" y="11481"/>
                </a:lnTo>
                <a:lnTo>
                  <a:pt x="2373" y="11446"/>
                </a:lnTo>
                <a:lnTo>
                  <a:pt x="2290" y="11398"/>
                </a:lnTo>
                <a:lnTo>
                  <a:pt x="2218" y="11338"/>
                </a:lnTo>
                <a:lnTo>
                  <a:pt x="2146" y="11267"/>
                </a:lnTo>
                <a:lnTo>
                  <a:pt x="2087" y="11195"/>
                </a:lnTo>
                <a:lnTo>
                  <a:pt x="2027" y="11100"/>
                </a:lnTo>
                <a:lnTo>
                  <a:pt x="1980" y="11004"/>
                </a:lnTo>
                <a:lnTo>
                  <a:pt x="1944" y="10897"/>
                </a:lnTo>
                <a:lnTo>
                  <a:pt x="1908" y="10766"/>
                </a:lnTo>
                <a:lnTo>
                  <a:pt x="1884" y="10635"/>
                </a:lnTo>
                <a:lnTo>
                  <a:pt x="1872" y="10480"/>
                </a:lnTo>
                <a:lnTo>
                  <a:pt x="1872" y="10325"/>
                </a:lnTo>
                <a:lnTo>
                  <a:pt x="1872" y="9335"/>
                </a:lnTo>
                <a:lnTo>
                  <a:pt x="0" y="9335"/>
                </a:lnTo>
                <a:lnTo>
                  <a:pt x="0" y="10194"/>
                </a:lnTo>
                <a:lnTo>
                  <a:pt x="12" y="10516"/>
                </a:lnTo>
                <a:lnTo>
                  <a:pt x="36" y="10814"/>
                </a:lnTo>
                <a:lnTo>
                  <a:pt x="72" y="11088"/>
                </a:lnTo>
                <a:lnTo>
                  <a:pt x="132" y="11362"/>
                </a:lnTo>
                <a:lnTo>
                  <a:pt x="215" y="11612"/>
                </a:lnTo>
                <a:lnTo>
                  <a:pt x="299" y="11851"/>
                </a:lnTo>
                <a:lnTo>
                  <a:pt x="418" y="12077"/>
                </a:lnTo>
                <a:lnTo>
                  <a:pt x="537" y="12280"/>
                </a:lnTo>
                <a:lnTo>
                  <a:pt x="680" y="12471"/>
                </a:lnTo>
                <a:lnTo>
                  <a:pt x="835" y="12638"/>
                </a:lnTo>
                <a:lnTo>
                  <a:pt x="1014" y="12793"/>
                </a:lnTo>
                <a:lnTo>
                  <a:pt x="1205" y="12924"/>
                </a:lnTo>
                <a:lnTo>
                  <a:pt x="1419" y="13043"/>
                </a:lnTo>
                <a:lnTo>
                  <a:pt x="1646" y="13150"/>
                </a:lnTo>
                <a:lnTo>
                  <a:pt x="1884" y="13234"/>
                </a:lnTo>
                <a:lnTo>
                  <a:pt x="2146" y="13293"/>
                </a:lnTo>
                <a:lnTo>
                  <a:pt x="2146" y="14211"/>
                </a:lnTo>
                <a:lnTo>
                  <a:pt x="3756" y="14211"/>
                </a:lnTo>
                <a:lnTo>
                  <a:pt x="3756" y="13293"/>
                </a:lnTo>
                <a:lnTo>
                  <a:pt x="4018" y="13222"/>
                </a:lnTo>
                <a:lnTo>
                  <a:pt x="4257" y="13150"/>
                </a:lnTo>
                <a:lnTo>
                  <a:pt x="4471" y="13043"/>
                </a:lnTo>
                <a:lnTo>
                  <a:pt x="4686" y="12924"/>
                </a:lnTo>
                <a:lnTo>
                  <a:pt x="4877" y="12793"/>
                </a:lnTo>
                <a:lnTo>
                  <a:pt x="5055" y="12638"/>
                </a:lnTo>
                <a:lnTo>
                  <a:pt x="5210" y="12459"/>
                </a:lnTo>
                <a:lnTo>
                  <a:pt x="5354" y="12280"/>
                </a:lnTo>
                <a:lnTo>
                  <a:pt x="5485" y="12065"/>
                </a:lnTo>
                <a:lnTo>
                  <a:pt x="5592" y="11851"/>
                </a:lnTo>
                <a:lnTo>
                  <a:pt x="5687" y="11612"/>
                </a:lnTo>
                <a:lnTo>
                  <a:pt x="5759" y="11362"/>
                </a:lnTo>
                <a:lnTo>
                  <a:pt x="5818" y="11088"/>
                </a:lnTo>
                <a:lnTo>
                  <a:pt x="5866" y="10814"/>
                </a:lnTo>
                <a:lnTo>
                  <a:pt x="5890" y="10516"/>
                </a:lnTo>
                <a:lnTo>
                  <a:pt x="5902" y="10194"/>
                </a:lnTo>
                <a:lnTo>
                  <a:pt x="5890" y="9872"/>
                </a:lnTo>
                <a:lnTo>
                  <a:pt x="5854" y="9562"/>
                </a:lnTo>
                <a:lnTo>
                  <a:pt x="5807" y="9276"/>
                </a:lnTo>
                <a:lnTo>
                  <a:pt x="5735" y="9001"/>
                </a:lnTo>
                <a:lnTo>
                  <a:pt x="5652" y="8739"/>
                </a:lnTo>
                <a:lnTo>
                  <a:pt x="5544" y="8501"/>
                </a:lnTo>
                <a:lnTo>
                  <a:pt x="5425" y="8274"/>
                </a:lnTo>
                <a:lnTo>
                  <a:pt x="5294" y="8060"/>
                </a:lnTo>
                <a:lnTo>
                  <a:pt x="5151" y="7857"/>
                </a:lnTo>
                <a:lnTo>
                  <a:pt x="5008" y="7666"/>
                </a:lnTo>
                <a:lnTo>
                  <a:pt x="4841" y="7475"/>
                </a:lnTo>
                <a:lnTo>
                  <a:pt x="4674" y="7297"/>
                </a:lnTo>
                <a:lnTo>
                  <a:pt x="4507" y="7130"/>
                </a:lnTo>
                <a:lnTo>
                  <a:pt x="4328" y="6975"/>
                </a:lnTo>
                <a:lnTo>
                  <a:pt x="3971" y="6665"/>
                </a:lnTo>
                <a:lnTo>
                  <a:pt x="3601" y="6367"/>
                </a:lnTo>
                <a:lnTo>
                  <a:pt x="3255" y="6069"/>
                </a:lnTo>
                <a:lnTo>
                  <a:pt x="3088" y="5926"/>
                </a:lnTo>
                <a:lnTo>
                  <a:pt x="2933" y="5771"/>
                </a:lnTo>
                <a:lnTo>
                  <a:pt x="2778" y="5616"/>
                </a:lnTo>
                <a:lnTo>
                  <a:pt x="2635" y="5461"/>
                </a:lnTo>
                <a:lnTo>
                  <a:pt x="2504" y="5294"/>
                </a:lnTo>
                <a:lnTo>
                  <a:pt x="2385" y="5115"/>
                </a:lnTo>
                <a:lnTo>
                  <a:pt x="2290" y="4936"/>
                </a:lnTo>
                <a:lnTo>
                  <a:pt x="2194" y="4745"/>
                </a:lnTo>
                <a:lnTo>
                  <a:pt x="2123" y="4555"/>
                </a:lnTo>
                <a:lnTo>
                  <a:pt x="2075" y="4340"/>
                </a:lnTo>
                <a:lnTo>
                  <a:pt x="2039" y="4113"/>
                </a:lnTo>
                <a:lnTo>
                  <a:pt x="2027" y="3887"/>
                </a:lnTo>
                <a:lnTo>
                  <a:pt x="2039" y="3720"/>
                </a:lnTo>
                <a:lnTo>
                  <a:pt x="2051" y="3577"/>
                </a:lnTo>
                <a:lnTo>
                  <a:pt x="2075" y="3434"/>
                </a:lnTo>
                <a:lnTo>
                  <a:pt x="2099" y="3315"/>
                </a:lnTo>
                <a:lnTo>
                  <a:pt x="2135" y="3195"/>
                </a:lnTo>
                <a:lnTo>
                  <a:pt x="2182" y="3100"/>
                </a:lnTo>
                <a:lnTo>
                  <a:pt x="2230" y="3005"/>
                </a:lnTo>
                <a:lnTo>
                  <a:pt x="2290" y="2921"/>
                </a:lnTo>
                <a:lnTo>
                  <a:pt x="2361" y="2862"/>
                </a:lnTo>
                <a:lnTo>
                  <a:pt x="2433" y="2802"/>
                </a:lnTo>
                <a:lnTo>
                  <a:pt x="2516" y="2754"/>
                </a:lnTo>
                <a:lnTo>
                  <a:pt x="2600" y="2707"/>
                </a:lnTo>
                <a:lnTo>
                  <a:pt x="2695" y="2683"/>
                </a:lnTo>
                <a:lnTo>
                  <a:pt x="2802" y="2659"/>
                </a:lnTo>
                <a:lnTo>
                  <a:pt x="2909" y="2647"/>
                </a:lnTo>
                <a:lnTo>
                  <a:pt x="3136" y="2647"/>
                </a:lnTo>
                <a:lnTo>
                  <a:pt x="3243" y="2659"/>
                </a:lnTo>
                <a:lnTo>
                  <a:pt x="3339" y="2683"/>
                </a:lnTo>
                <a:lnTo>
                  <a:pt x="3434" y="2707"/>
                </a:lnTo>
                <a:lnTo>
                  <a:pt x="3529" y="2754"/>
                </a:lnTo>
                <a:lnTo>
                  <a:pt x="3613" y="2802"/>
                </a:lnTo>
                <a:lnTo>
                  <a:pt x="3684" y="2862"/>
                </a:lnTo>
                <a:lnTo>
                  <a:pt x="3744" y="2921"/>
                </a:lnTo>
                <a:lnTo>
                  <a:pt x="3804" y="3005"/>
                </a:lnTo>
                <a:lnTo>
                  <a:pt x="3863" y="3100"/>
                </a:lnTo>
                <a:lnTo>
                  <a:pt x="3899" y="3195"/>
                </a:lnTo>
                <a:lnTo>
                  <a:pt x="3947" y="3315"/>
                </a:lnTo>
                <a:lnTo>
                  <a:pt x="3971" y="3434"/>
                </a:lnTo>
                <a:lnTo>
                  <a:pt x="3994" y="3565"/>
                </a:lnTo>
                <a:lnTo>
                  <a:pt x="4006" y="3720"/>
                </a:lnTo>
                <a:lnTo>
                  <a:pt x="4006" y="3887"/>
                </a:lnTo>
                <a:lnTo>
                  <a:pt x="4006" y="4412"/>
                </a:lnTo>
                <a:lnTo>
                  <a:pt x="5878" y="4412"/>
                </a:lnTo>
                <a:lnTo>
                  <a:pt x="5878" y="4006"/>
                </a:lnTo>
                <a:lnTo>
                  <a:pt x="5866" y="3696"/>
                </a:lnTo>
                <a:lnTo>
                  <a:pt x="5842" y="3398"/>
                </a:lnTo>
                <a:lnTo>
                  <a:pt x="5795" y="3124"/>
                </a:lnTo>
                <a:lnTo>
                  <a:pt x="5747" y="2850"/>
                </a:lnTo>
                <a:lnTo>
                  <a:pt x="5664" y="2599"/>
                </a:lnTo>
                <a:lnTo>
                  <a:pt x="5580" y="2361"/>
                </a:lnTo>
                <a:lnTo>
                  <a:pt x="5461" y="2146"/>
                </a:lnTo>
                <a:lnTo>
                  <a:pt x="5342" y="1944"/>
                </a:lnTo>
                <a:lnTo>
                  <a:pt x="5199" y="1753"/>
                </a:lnTo>
                <a:lnTo>
                  <a:pt x="5044" y="1586"/>
                </a:lnTo>
                <a:lnTo>
                  <a:pt x="4865" y="1431"/>
                </a:lnTo>
                <a:lnTo>
                  <a:pt x="4674" y="1300"/>
                </a:lnTo>
                <a:lnTo>
                  <a:pt x="4471" y="1181"/>
                </a:lnTo>
                <a:lnTo>
                  <a:pt x="4245" y="1085"/>
                </a:lnTo>
                <a:lnTo>
                  <a:pt x="4006" y="1002"/>
                </a:lnTo>
                <a:lnTo>
                  <a:pt x="3756" y="930"/>
                </a:lnTo>
                <a:lnTo>
                  <a:pt x="3756"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491" name="Google Shape;7491;p531"/>
          <p:cNvGrpSpPr/>
          <p:nvPr/>
        </p:nvGrpSpPr>
        <p:grpSpPr>
          <a:xfrm>
            <a:off x="5131433" y="3628557"/>
            <a:ext cx="248974" cy="153608"/>
            <a:chOff x="4923500" y="1667400"/>
            <a:chExt cx="339525" cy="209475"/>
          </a:xfrm>
        </p:grpSpPr>
        <p:sp>
          <p:nvSpPr>
            <p:cNvPr id="7492" name="Google Shape;7492;p531"/>
            <p:cNvSpPr/>
            <p:nvPr/>
          </p:nvSpPr>
          <p:spPr>
            <a:xfrm>
              <a:off x="5036350" y="1667400"/>
              <a:ext cx="113850" cy="209475"/>
            </a:xfrm>
            <a:custGeom>
              <a:avLst/>
              <a:gdLst/>
              <a:ahLst/>
              <a:cxnLst/>
              <a:rect l="l" t="t" r="r" b="b"/>
              <a:pathLst>
                <a:path w="4554" h="8379" extrusionOk="0">
                  <a:moveTo>
                    <a:pt x="3186" y="0"/>
                  </a:moveTo>
                  <a:lnTo>
                    <a:pt x="0" y="8378"/>
                  </a:lnTo>
                  <a:lnTo>
                    <a:pt x="1367" y="8378"/>
                  </a:lnTo>
                  <a:lnTo>
                    <a:pt x="4553"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93" name="Google Shape;7493;p531"/>
            <p:cNvSpPr/>
            <p:nvPr/>
          </p:nvSpPr>
          <p:spPr>
            <a:xfrm>
              <a:off x="4923500" y="1684350"/>
              <a:ext cx="339525" cy="148275"/>
            </a:xfrm>
            <a:custGeom>
              <a:avLst/>
              <a:gdLst/>
              <a:ahLst/>
              <a:cxnLst/>
              <a:rect l="l" t="t" r="r" b="b"/>
              <a:pathLst>
                <a:path w="13581" h="5931" extrusionOk="0">
                  <a:moveTo>
                    <a:pt x="3777" y="1"/>
                  </a:moveTo>
                  <a:lnTo>
                    <a:pt x="1" y="2410"/>
                  </a:lnTo>
                  <a:lnTo>
                    <a:pt x="1" y="3521"/>
                  </a:lnTo>
                  <a:lnTo>
                    <a:pt x="3777" y="5930"/>
                  </a:lnTo>
                  <a:lnTo>
                    <a:pt x="3777" y="4445"/>
                  </a:lnTo>
                  <a:lnTo>
                    <a:pt x="1348" y="2980"/>
                  </a:lnTo>
                  <a:lnTo>
                    <a:pt x="1348" y="2941"/>
                  </a:lnTo>
                  <a:lnTo>
                    <a:pt x="3777" y="1485"/>
                  </a:lnTo>
                  <a:lnTo>
                    <a:pt x="3777" y="1"/>
                  </a:lnTo>
                  <a:close/>
                  <a:moveTo>
                    <a:pt x="9805" y="1"/>
                  </a:moveTo>
                  <a:lnTo>
                    <a:pt x="9805" y="1485"/>
                  </a:lnTo>
                  <a:lnTo>
                    <a:pt x="12233" y="2941"/>
                  </a:lnTo>
                  <a:lnTo>
                    <a:pt x="12233" y="2980"/>
                  </a:lnTo>
                  <a:lnTo>
                    <a:pt x="9805" y="4445"/>
                  </a:lnTo>
                  <a:lnTo>
                    <a:pt x="9805" y="5930"/>
                  </a:lnTo>
                  <a:lnTo>
                    <a:pt x="13581" y="3521"/>
                  </a:lnTo>
                  <a:lnTo>
                    <a:pt x="13581" y="2410"/>
                  </a:lnTo>
                  <a:lnTo>
                    <a:pt x="9805"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494" name="Google Shape;7494;p531"/>
          <p:cNvSpPr txBox="1"/>
          <p:nvPr/>
        </p:nvSpPr>
        <p:spPr>
          <a:xfrm>
            <a:off x="952774" y="1678388"/>
            <a:ext cx="2520000" cy="400200"/>
          </a:xfrm>
          <a:prstGeom prst="rect">
            <a:avLst/>
          </a:prstGeom>
          <a:noFill/>
          <a:ln>
            <a:noFill/>
          </a:ln>
        </p:spPr>
        <p:txBody>
          <a:bodyPr spcFirstLastPara="1" wrap="square" lIns="91425" tIns="91425" rIns="91425" bIns="91425" anchor="t" anchorCtr="0">
            <a:spAutoFit/>
          </a:bodyPr>
          <a:lstStyle/>
          <a:p>
            <a:pPr marL="0" lvl="0" indent="0" algn="r" rtl="0">
              <a:spcBef>
                <a:spcPts val="0"/>
              </a:spcBef>
              <a:spcAft>
                <a:spcPts val="0"/>
              </a:spcAft>
              <a:buNone/>
            </a:pPr>
            <a:r>
              <a:rPr lang="en">
                <a:solidFill>
                  <a:srgbClr val="FFFFFF"/>
                </a:solidFill>
                <a:latin typeface="IBM Plex Sans"/>
                <a:ea typeface="IBM Plex Sans"/>
                <a:cs typeface="IBM Plex Sans"/>
                <a:sym typeface="IBM Plex Sans"/>
              </a:rPr>
              <a:t>Fragmented processes</a:t>
            </a:r>
            <a:endParaRPr>
              <a:solidFill>
                <a:srgbClr val="FFFFFF"/>
              </a:solidFill>
              <a:latin typeface="IBM Plex Sans"/>
              <a:ea typeface="IBM Plex Sans"/>
              <a:cs typeface="IBM Plex Sans"/>
              <a:sym typeface="IBM Plex Sans"/>
            </a:endParaRPr>
          </a:p>
        </p:txBody>
      </p:sp>
      <p:sp>
        <p:nvSpPr>
          <p:cNvPr id="7495" name="Google Shape;7495;p531"/>
          <p:cNvSpPr txBox="1"/>
          <p:nvPr/>
        </p:nvSpPr>
        <p:spPr>
          <a:xfrm>
            <a:off x="952774" y="2287063"/>
            <a:ext cx="2520000" cy="400200"/>
          </a:xfrm>
          <a:prstGeom prst="rect">
            <a:avLst/>
          </a:prstGeom>
          <a:noFill/>
          <a:ln>
            <a:noFill/>
          </a:ln>
        </p:spPr>
        <p:txBody>
          <a:bodyPr spcFirstLastPara="1" wrap="square" lIns="91425" tIns="91425" rIns="91425" bIns="91425" anchor="t" anchorCtr="0">
            <a:spAutoFit/>
          </a:bodyPr>
          <a:lstStyle/>
          <a:p>
            <a:pPr marL="0" lvl="0" indent="0" algn="r" rtl="0">
              <a:spcBef>
                <a:spcPts val="0"/>
              </a:spcBef>
              <a:spcAft>
                <a:spcPts val="0"/>
              </a:spcAft>
              <a:buNone/>
            </a:pPr>
            <a:r>
              <a:rPr lang="en">
                <a:solidFill>
                  <a:srgbClr val="FFFFFF"/>
                </a:solidFill>
                <a:latin typeface="IBM Plex Sans"/>
                <a:ea typeface="IBM Plex Sans"/>
                <a:cs typeface="IBM Plex Sans"/>
                <a:sym typeface="IBM Plex Sans"/>
              </a:rPr>
              <a:t>Proprietary tooling</a:t>
            </a:r>
            <a:endParaRPr>
              <a:solidFill>
                <a:srgbClr val="FFFFFF"/>
              </a:solidFill>
              <a:latin typeface="IBM Plex Sans"/>
              <a:ea typeface="IBM Plex Sans"/>
              <a:cs typeface="IBM Plex Sans"/>
              <a:sym typeface="IBM Plex Sans"/>
            </a:endParaRPr>
          </a:p>
        </p:txBody>
      </p:sp>
      <p:sp>
        <p:nvSpPr>
          <p:cNvPr id="7496" name="Google Shape;7496;p531"/>
          <p:cNvSpPr txBox="1"/>
          <p:nvPr/>
        </p:nvSpPr>
        <p:spPr>
          <a:xfrm>
            <a:off x="952774" y="2905488"/>
            <a:ext cx="2520000" cy="400200"/>
          </a:xfrm>
          <a:prstGeom prst="rect">
            <a:avLst/>
          </a:prstGeom>
          <a:noFill/>
          <a:ln>
            <a:noFill/>
          </a:ln>
        </p:spPr>
        <p:txBody>
          <a:bodyPr spcFirstLastPara="1" wrap="square" lIns="91425" tIns="91425" rIns="91425" bIns="91425" anchor="t" anchorCtr="0">
            <a:spAutoFit/>
          </a:bodyPr>
          <a:lstStyle/>
          <a:p>
            <a:pPr marL="0" lvl="0" indent="0" algn="r" rtl="0">
              <a:spcBef>
                <a:spcPts val="0"/>
              </a:spcBef>
              <a:spcAft>
                <a:spcPts val="0"/>
              </a:spcAft>
              <a:buNone/>
            </a:pPr>
            <a:r>
              <a:rPr lang="en">
                <a:solidFill>
                  <a:srgbClr val="FFFFFF"/>
                </a:solidFill>
                <a:latin typeface="IBM Plex Sans"/>
                <a:ea typeface="IBM Plex Sans"/>
                <a:cs typeface="IBM Plex Sans"/>
                <a:sym typeface="IBM Plex Sans"/>
              </a:rPr>
              <a:t>Hard to install &amp; extend</a:t>
            </a:r>
            <a:endParaRPr>
              <a:solidFill>
                <a:srgbClr val="FFFFFF"/>
              </a:solidFill>
              <a:latin typeface="IBM Plex Sans"/>
              <a:ea typeface="IBM Plex Sans"/>
              <a:cs typeface="IBM Plex Sans"/>
              <a:sym typeface="IBM Plex Sans"/>
            </a:endParaRPr>
          </a:p>
        </p:txBody>
      </p:sp>
      <p:sp>
        <p:nvSpPr>
          <p:cNvPr id="7497" name="Google Shape;7497;p531"/>
          <p:cNvSpPr txBox="1"/>
          <p:nvPr/>
        </p:nvSpPr>
        <p:spPr>
          <a:xfrm>
            <a:off x="952774" y="3499538"/>
            <a:ext cx="2520000" cy="400200"/>
          </a:xfrm>
          <a:prstGeom prst="rect">
            <a:avLst/>
          </a:prstGeom>
          <a:noFill/>
          <a:ln>
            <a:noFill/>
          </a:ln>
        </p:spPr>
        <p:txBody>
          <a:bodyPr spcFirstLastPara="1" wrap="square" lIns="91425" tIns="91425" rIns="91425" bIns="91425" anchor="t" anchorCtr="0">
            <a:spAutoFit/>
          </a:bodyPr>
          <a:lstStyle/>
          <a:p>
            <a:pPr marL="0" lvl="0" indent="0" algn="r" rtl="0">
              <a:spcBef>
                <a:spcPts val="0"/>
              </a:spcBef>
              <a:spcAft>
                <a:spcPts val="0"/>
              </a:spcAft>
              <a:buNone/>
            </a:pPr>
            <a:r>
              <a:rPr lang="en">
                <a:solidFill>
                  <a:srgbClr val="FFFFFF"/>
                </a:solidFill>
                <a:latin typeface="IBM Plex Sans"/>
                <a:ea typeface="IBM Plex Sans"/>
                <a:cs typeface="IBM Plex Sans"/>
                <a:sym typeface="IBM Plex Sans"/>
              </a:rPr>
              <a:t>Black-box monoliths</a:t>
            </a:r>
            <a:endParaRPr>
              <a:solidFill>
                <a:srgbClr val="FFFFFF"/>
              </a:solidFill>
              <a:latin typeface="IBM Plex Sans"/>
              <a:ea typeface="IBM Plex Sans"/>
              <a:cs typeface="IBM Plex Sans"/>
              <a:sym typeface="IBM Plex Sans"/>
            </a:endParaRPr>
          </a:p>
        </p:txBody>
      </p:sp>
      <p:sp>
        <p:nvSpPr>
          <p:cNvPr id="7498" name="Google Shape;7498;p531"/>
          <p:cNvSpPr txBox="1"/>
          <p:nvPr/>
        </p:nvSpPr>
        <p:spPr>
          <a:xfrm>
            <a:off x="403149" y="4093600"/>
            <a:ext cx="3069600" cy="400200"/>
          </a:xfrm>
          <a:prstGeom prst="rect">
            <a:avLst/>
          </a:prstGeom>
          <a:noFill/>
          <a:ln>
            <a:noFill/>
          </a:ln>
        </p:spPr>
        <p:txBody>
          <a:bodyPr spcFirstLastPara="1" wrap="square" lIns="91425" tIns="91425" rIns="91425" bIns="91425" anchor="t" anchorCtr="0">
            <a:spAutoFit/>
          </a:bodyPr>
          <a:lstStyle/>
          <a:p>
            <a:pPr marL="0" lvl="0" indent="0" algn="r" rtl="0">
              <a:spcBef>
                <a:spcPts val="0"/>
              </a:spcBef>
              <a:spcAft>
                <a:spcPts val="0"/>
              </a:spcAft>
              <a:buNone/>
            </a:pPr>
            <a:r>
              <a:rPr lang="en">
                <a:solidFill>
                  <a:srgbClr val="FFFFFF"/>
                </a:solidFill>
                <a:latin typeface="IBM Plex Sans"/>
                <a:ea typeface="IBM Plex Sans"/>
                <a:cs typeface="IBM Plex Sans"/>
                <a:sym typeface="IBM Plex Sans"/>
              </a:rPr>
              <a:t>Endless expense &amp; maintenance</a:t>
            </a:r>
            <a:endParaRPr>
              <a:solidFill>
                <a:srgbClr val="FFFFFF"/>
              </a:solidFill>
              <a:latin typeface="IBM Plex Sans"/>
              <a:ea typeface="IBM Plex Sans"/>
              <a:cs typeface="IBM Plex Sans"/>
              <a:sym typeface="IBM Plex Sans"/>
            </a:endParaRPr>
          </a:p>
        </p:txBody>
      </p:sp>
      <p:sp>
        <p:nvSpPr>
          <p:cNvPr id="7499" name="Google Shape;7499;p531"/>
          <p:cNvSpPr txBox="1"/>
          <p:nvPr/>
        </p:nvSpPr>
        <p:spPr>
          <a:xfrm>
            <a:off x="5011774" y="1118126"/>
            <a:ext cx="2573700" cy="373500"/>
          </a:xfrm>
          <a:prstGeom prst="rect">
            <a:avLst/>
          </a:prstGeom>
          <a:noFill/>
          <a:ln>
            <a:noFill/>
          </a:ln>
        </p:spPr>
        <p:txBody>
          <a:bodyPr spcFirstLastPara="1" wrap="square" lIns="0" tIns="0" rIns="0" bIns="0" anchor="t" anchorCtr="0">
            <a:normAutofit fontScale="85000" lnSpcReduction="20000"/>
          </a:bodyPr>
          <a:lstStyle/>
          <a:p>
            <a:pPr marL="0" lvl="0" indent="0" algn="l" rtl="0">
              <a:lnSpc>
                <a:spcPct val="115000"/>
              </a:lnSpc>
              <a:spcBef>
                <a:spcPts val="0"/>
              </a:spcBef>
              <a:spcAft>
                <a:spcPts val="1200"/>
              </a:spcAft>
              <a:buNone/>
            </a:pPr>
            <a:r>
              <a:rPr lang="en" sz="1800" b="1">
                <a:solidFill>
                  <a:srgbClr val="FC5D0D"/>
                </a:solidFill>
                <a:latin typeface="IBM Plex Sans"/>
                <a:ea typeface="IBM Plex Sans"/>
                <a:cs typeface="IBM Plex Sans"/>
                <a:sym typeface="IBM Plex Sans"/>
              </a:rPr>
              <a:t>Camunda approach</a:t>
            </a:r>
            <a:endParaRPr sz="700" b="1">
              <a:solidFill>
                <a:srgbClr val="FC5D0D"/>
              </a:solidFill>
              <a:latin typeface="IBM Plex Sans"/>
              <a:ea typeface="IBM Plex Sans"/>
              <a:cs typeface="IBM Plex Sans"/>
              <a:sym typeface="IBM Plex Sans"/>
            </a:endParaRPr>
          </a:p>
        </p:txBody>
      </p:sp>
      <p:sp>
        <p:nvSpPr>
          <p:cNvPr id="7500" name="Google Shape;7500;p531"/>
          <p:cNvSpPr txBox="1"/>
          <p:nvPr/>
        </p:nvSpPr>
        <p:spPr>
          <a:xfrm>
            <a:off x="5677174" y="1678400"/>
            <a:ext cx="27009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a:solidFill>
                  <a:srgbClr val="FFFFFF"/>
                </a:solidFill>
                <a:latin typeface="IBM Plex Sans"/>
                <a:ea typeface="IBM Plex Sans"/>
                <a:cs typeface="IBM Plex Sans"/>
                <a:sym typeface="IBM Plex Sans"/>
              </a:rPr>
              <a:t>End-to-end orchestration</a:t>
            </a:r>
            <a:endParaRPr>
              <a:solidFill>
                <a:srgbClr val="FFFFFF"/>
              </a:solidFill>
              <a:latin typeface="IBM Plex Sans"/>
              <a:ea typeface="IBM Plex Sans"/>
              <a:cs typeface="IBM Plex Sans"/>
              <a:sym typeface="IBM Plex Sans"/>
            </a:endParaRPr>
          </a:p>
        </p:txBody>
      </p:sp>
      <p:sp>
        <p:nvSpPr>
          <p:cNvPr id="7501" name="Google Shape;7501;p531"/>
          <p:cNvSpPr txBox="1"/>
          <p:nvPr/>
        </p:nvSpPr>
        <p:spPr>
          <a:xfrm>
            <a:off x="5677174" y="2287075"/>
            <a:ext cx="27009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a:solidFill>
                  <a:srgbClr val="FFFFFF"/>
                </a:solidFill>
                <a:latin typeface="IBM Plex Sans"/>
                <a:ea typeface="IBM Plex Sans"/>
                <a:cs typeface="IBM Plex Sans"/>
                <a:sym typeface="IBM Plex Sans"/>
              </a:rPr>
              <a:t>Standards-based collaboration</a:t>
            </a:r>
            <a:endParaRPr>
              <a:solidFill>
                <a:srgbClr val="FFFFFF"/>
              </a:solidFill>
              <a:latin typeface="IBM Plex Sans"/>
              <a:ea typeface="IBM Plex Sans"/>
              <a:cs typeface="IBM Plex Sans"/>
              <a:sym typeface="IBM Plex Sans"/>
            </a:endParaRPr>
          </a:p>
        </p:txBody>
      </p:sp>
      <p:sp>
        <p:nvSpPr>
          <p:cNvPr id="7502" name="Google Shape;7502;p531"/>
          <p:cNvSpPr txBox="1"/>
          <p:nvPr/>
        </p:nvSpPr>
        <p:spPr>
          <a:xfrm>
            <a:off x="5677174" y="2905500"/>
            <a:ext cx="27009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a:solidFill>
                  <a:srgbClr val="FFFFFF"/>
                </a:solidFill>
                <a:latin typeface="IBM Plex Sans"/>
                <a:ea typeface="IBM Plex Sans"/>
                <a:cs typeface="IBM Plex Sans"/>
                <a:sym typeface="IBM Plex Sans"/>
              </a:rPr>
              <a:t>Developer-friendly</a:t>
            </a:r>
            <a:endParaRPr>
              <a:solidFill>
                <a:srgbClr val="FFFFFF"/>
              </a:solidFill>
              <a:latin typeface="IBM Plex Sans"/>
              <a:ea typeface="IBM Plex Sans"/>
              <a:cs typeface="IBM Plex Sans"/>
              <a:sym typeface="IBM Plex Sans"/>
            </a:endParaRPr>
          </a:p>
        </p:txBody>
      </p:sp>
      <p:sp>
        <p:nvSpPr>
          <p:cNvPr id="7503" name="Google Shape;7503;p531"/>
          <p:cNvSpPr txBox="1"/>
          <p:nvPr/>
        </p:nvSpPr>
        <p:spPr>
          <a:xfrm>
            <a:off x="5677174" y="3499550"/>
            <a:ext cx="27009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a:solidFill>
                  <a:srgbClr val="FFFFFF"/>
                </a:solidFill>
                <a:latin typeface="IBM Plex Sans"/>
                <a:ea typeface="IBM Plex Sans"/>
                <a:cs typeface="IBM Plex Sans"/>
                <a:sym typeface="IBM Plex Sans"/>
              </a:rPr>
              <a:t>Open architecture</a:t>
            </a:r>
            <a:endParaRPr>
              <a:solidFill>
                <a:srgbClr val="FFFFFF"/>
              </a:solidFill>
              <a:latin typeface="IBM Plex Sans"/>
              <a:ea typeface="IBM Plex Sans"/>
              <a:cs typeface="IBM Plex Sans"/>
              <a:sym typeface="IBM Plex Sans"/>
            </a:endParaRPr>
          </a:p>
        </p:txBody>
      </p:sp>
      <p:sp>
        <p:nvSpPr>
          <p:cNvPr id="7504" name="Google Shape;7504;p531"/>
          <p:cNvSpPr txBox="1"/>
          <p:nvPr/>
        </p:nvSpPr>
        <p:spPr>
          <a:xfrm>
            <a:off x="5677174" y="4093600"/>
            <a:ext cx="27009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a:solidFill>
                  <a:srgbClr val="FFFFFF"/>
                </a:solidFill>
                <a:latin typeface="IBM Plex Sans"/>
                <a:ea typeface="IBM Plex Sans"/>
                <a:cs typeface="IBM Plex Sans"/>
                <a:sym typeface="IBM Plex Sans"/>
              </a:rPr>
              <a:t>Cost-effective</a:t>
            </a:r>
            <a:endParaRPr>
              <a:solidFill>
                <a:srgbClr val="FFFFFF"/>
              </a:solidFill>
              <a:latin typeface="IBM Plex Sans"/>
              <a:ea typeface="IBM Plex Sans"/>
              <a:cs typeface="IBM Plex Sans"/>
              <a:sym typeface="IBM Plex Sans"/>
            </a:endParaRPr>
          </a:p>
        </p:txBody>
      </p:sp>
      <p:sp>
        <p:nvSpPr>
          <p:cNvPr id="7505" name="Google Shape;7505;p531"/>
          <p:cNvSpPr/>
          <p:nvPr/>
        </p:nvSpPr>
        <p:spPr>
          <a:xfrm>
            <a:off x="4705126" y="1778656"/>
            <a:ext cx="177858" cy="199677"/>
          </a:xfrm>
          <a:custGeom>
            <a:avLst/>
            <a:gdLst/>
            <a:ahLst/>
            <a:cxnLst/>
            <a:rect l="l" t="t" r="r" b="b"/>
            <a:pathLst>
              <a:path w="71717" h="80515" extrusionOk="0">
                <a:moveTo>
                  <a:pt x="7332" y="0"/>
                </a:moveTo>
                <a:lnTo>
                  <a:pt x="6399" y="134"/>
                </a:lnTo>
                <a:lnTo>
                  <a:pt x="5466" y="267"/>
                </a:lnTo>
                <a:lnTo>
                  <a:pt x="4666" y="667"/>
                </a:lnTo>
                <a:lnTo>
                  <a:pt x="3733" y="1067"/>
                </a:lnTo>
                <a:lnTo>
                  <a:pt x="2933" y="1600"/>
                </a:lnTo>
                <a:lnTo>
                  <a:pt x="2266" y="2133"/>
                </a:lnTo>
                <a:lnTo>
                  <a:pt x="1600" y="2933"/>
                </a:lnTo>
                <a:lnTo>
                  <a:pt x="1067" y="3733"/>
                </a:lnTo>
                <a:lnTo>
                  <a:pt x="667" y="4533"/>
                </a:lnTo>
                <a:lnTo>
                  <a:pt x="267" y="5466"/>
                </a:lnTo>
                <a:lnTo>
                  <a:pt x="134" y="6399"/>
                </a:lnTo>
                <a:lnTo>
                  <a:pt x="0" y="7465"/>
                </a:lnTo>
                <a:lnTo>
                  <a:pt x="0" y="73050"/>
                </a:lnTo>
                <a:lnTo>
                  <a:pt x="134" y="74116"/>
                </a:lnTo>
                <a:lnTo>
                  <a:pt x="267" y="75049"/>
                </a:lnTo>
                <a:lnTo>
                  <a:pt x="667" y="75982"/>
                </a:lnTo>
                <a:lnTo>
                  <a:pt x="1067" y="76915"/>
                </a:lnTo>
                <a:lnTo>
                  <a:pt x="1600" y="77715"/>
                </a:lnTo>
                <a:lnTo>
                  <a:pt x="2266" y="78382"/>
                </a:lnTo>
                <a:lnTo>
                  <a:pt x="2933" y="78915"/>
                </a:lnTo>
                <a:lnTo>
                  <a:pt x="3733" y="79448"/>
                </a:lnTo>
                <a:lnTo>
                  <a:pt x="4666" y="79981"/>
                </a:lnTo>
                <a:lnTo>
                  <a:pt x="5466" y="80248"/>
                </a:lnTo>
                <a:lnTo>
                  <a:pt x="6399" y="80381"/>
                </a:lnTo>
                <a:lnTo>
                  <a:pt x="7332" y="80514"/>
                </a:lnTo>
                <a:lnTo>
                  <a:pt x="8265" y="80514"/>
                </a:lnTo>
                <a:lnTo>
                  <a:pt x="9331" y="80248"/>
                </a:lnTo>
                <a:lnTo>
                  <a:pt x="10265" y="79981"/>
                </a:lnTo>
                <a:lnTo>
                  <a:pt x="11198" y="79448"/>
                </a:lnTo>
                <a:lnTo>
                  <a:pt x="67984" y="46656"/>
                </a:lnTo>
                <a:lnTo>
                  <a:pt x="68917" y="46123"/>
                </a:lnTo>
                <a:lnTo>
                  <a:pt x="69584" y="45456"/>
                </a:lnTo>
                <a:lnTo>
                  <a:pt x="70250" y="44656"/>
                </a:lnTo>
                <a:lnTo>
                  <a:pt x="70783" y="43857"/>
                </a:lnTo>
                <a:lnTo>
                  <a:pt x="71183" y="43057"/>
                </a:lnTo>
                <a:lnTo>
                  <a:pt x="71450" y="42124"/>
                </a:lnTo>
                <a:lnTo>
                  <a:pt x="71583" y="41191"/>
                </a:lnTo>
                <a:lnTo>
                  <a:pt x="71716" y="40257"/>
                </a:lnTo>
                <a:lnTo>
                  <a:pt x="71583" y="39324"/>
                </a:lnTo>
                <a:lnTo>
                  <a:pt x="71450" y="38391"/>
                </a:lnTo>
                <a:lnTo>
                  <a:pt x="71183" y="37458"/>
                </a:lnTo>
                <a:lnTo>
                  <a:pt x="70783" y="36658"/>
                </a:lnTo>
                <a:lnTo>
                  <a:pt x="70250" y="35858"/>
                </a:lnTo>
                <a:lnTo>
                  <a:pt x="69584" y="35059"/>
                </a:lnTo>
                <a:lnTo>
                  <a:pt x="68917" y="34392"/>
                </a:lnTo>
                <a:lnTo>
                  <a:pt x="67984" y="33859"/>
                </a:lnTo>
                <a:lnTo>
                  <a:pt x="11198" y="1067"/>
                </a:lnTo>
                <a:lnTo>
                  <a:pt x="10265" y="534"/>
                </a:lnTo>
                <a:lnTo>
                  <a:pt x="9331" y="267"/>
                </a:lnTo>
                <a:lnTo>
                  <a:pt x="8265" y="134"/>
                </a:lnTo>
                <a:lnTo>
                  <a:pt x="7332" y="0"/>
                </a:lnTo>
                <a:close/>
              </a:path>
            </a:pathLst>
          </a:custGeom>
          <a:solidFill>
            <a:srgbClr val="FC5D0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06" name="Google Shape;7506;p531"/>
          <p:cNvSpPr/>
          <p:nvPr/>
        </p:nvSpPr>
        <p:spPr>
          <a:xfrm>
            <a:off x="4705126" y="4193857"/>
            <a:ext cx="177858" cy="199677"/>
          </a:xfrm>
          <a:custGeom>
            <a:avLst/>
            <a:gdLst/>
            <a:ahLst/>
            <a:cxnLst/>
            <a:rect l="l" t="t" r="r" b="b"/>
            <a:pathLst>
              <a:path w="71717" h="80515" extrusionOk="0">
                <a:moveTo>
                  <a:pt x="7332" y="0"/>
                </a:moveTo>
                <a:lnTo>
                  <a:pt x="6399" y="134"/>
                </a:lnTo>
                <a:lnTo>
                  <a:pt x="5466" y="267"/>
                </a:lnTo>
                <a:lnTo>
                  <a:pt x="4666" y="667"/>
                </a:lnTo>
                <a:lnTo>
                  <a:pt x="3733" y="1067"/>
                </a:lnTo>
                <a:lnTo>
                  <a:pt x="2933" y="1600"/>
                </a:lnTo>
                <a:lnTo>
                  <a:pt x="2266" y="2133"/>
                </a:lnTo>
                <a:lnTo>
                  <a:pt x="1600" y="2933"/>
                </a:lnTo>
                <a:lnTo>
                  <a:pt x="1067" y="3733"/>
                </a:lnTo>
                <a:lnTo>
                  <a:pt x="667" y="4533"/>
                </a:lnTo>
                <a:lnTo>
                  <a:pt x="267" y="5466"/>
                </a:lnTo>
                <a:lnTo>
                  <a:pt x="134" y="6399"/>
                </a:lnTo>
                <a:lnTo>
                  <a:pt x="0" y="7465"/>
                </a:lnTo>
                <a:lnTo>
                  <a:pt x="0" y="73050"/>
                </a:lnTo>
                <a:lnTo>
                  <a:pt x="134" y="74116"/>
                </a:lnTo>
                <a:lnTo>
                  <a:pt x="267" y="75049"/>
                </a:lnTo>
                <a:lnTo>
                  <a:pt x="667" y="75982"/>
                </a:lnTo>
                <a:lnTo>
                  <a:pt x="1067" y="76915"/>
                </a:lnTo>
                <a:lnTo>
                  <a:pt x="1600" y="77715"/>
                </a:lnTo>
                <a:lnTo>
                  <a:pt x="2266" y="78382"/>
                </a:lnTo>
                <a:lnTo>
                  <a:pt x="2933" y="78915"/>
                </a:lnTo>
                <a:lnTo>
                  <a:pt x="3733" y="79448"/>
                </a:lnTo>
                <a:lnTo>
                  <a:pt x="4666" y="79981"/>
                </a:lnTo>
                <a:lnTo>
                  <a:pt x="5466" y="80248"/>
                </a:lnTo>
                <a:lnTo>
                  <a:pt x="6399" y="80381"/>
                </a:lnTo>
                <a:lnTo>
                  <a:pt x="7332" y="80514"/>
                </a:lnTo>
                <a:lnTo>
                  <a:pt x="8265" y="80514"/>
                </a:lnTo>
                <a:lnTo>
                  <a:pt x="9331" y="80248"/>
                </a:lnTo>
                <a:lnTo>
                  <a:pt x="10265" y="79981"/>
                </a:lnTo>
                <a:lnTo>
                  <a:pt x="11198" y="79448"/>
                </a:lnTo>
                <a:lnTo>
                  <a:pt x="67984" y="46656"/>
                </a:lnTo>
                <a:lnTo>
                  <a:pt x="68917" y="46123"/>
                </a:lnTo>
                <a:lnTo>
                  <a:pt x="69584" y="45456"/>
                </a:lnTo>
                <a:lnTo>
                  <a:pt x="70250" y="44656"/>
                </a:lnTo>
                <a:lnTo>
                  <a:pt x="70783" y="43857"/>
                </a:lnTo>
                <a:lnTo>
                  <a:pt x="71183" y="43057"/>
                </a:lnTo>
                <a:lnTo>
                  <a:pt x="71450" y="42124"/>
                </a:lnTo>
                <a:lnTo>
                  <a:pt x="71583" y="41191"/>
                </a:lnTo>
                <a:lnTo>
                  <a:pt x="71716" y="40257"/>
                </a:lnTo>
                <a:lnTo>
                  <a:pt x="71583" y="39324"/>
                </a:lnTo>
                <a:lnTo>
                  <a:pt x="71450" y="38391"/>
                </a:lnTo>
                <a:lnTo>
                  <a:pt x="71183" y="37458"/>
                </a:lnTo>
                <a:lnTo>
                  <a:pt x="70783" y="36658"/>
                </a:lnTo>
                <a:lnTo>
                  <a:pt x="70250" y="35858"/>
                </a:lnTo>
                <a:lnTo>
                  <a:pt x="69584" y="35059"/>
                </a:lnTo>
                <a:lnTo>
                  <a:pt x="68917" y="34392"/>
                </a:lnTo>
                <a:lnTo>
                  <a:pt x="67984" y="33859"/>
                </a:lnTo>
                <a:lnTo>
                  <a:pt x="11198" y="1067"/>
                </a:lnTo>
                <a:lnTo>
                  <a:pt x="10265" y="534"/>
                </a:lnTo>
                <a:lnTo>
                  <a:pt x="9331" y="267"/>
                </a:lnTo>
                <a:lnTo>
                  <a:pt x="8265" y="134"/>
                </a:lnTo>
                <a:lnTo>
                  <a:pt x="7332" y="0"/>
                </a:lnTo>
                <a:close/>
              </a:path>
            </a:pathLst>
          </a:custGeom>
          <a:solidFill>
            <a:srgbClr val="FC5D0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07" name="Google Shape;7507;p531"/>
          <p:cNvSpPr/>
          <p:nvPr/>
        </p:nvSpPr>
        <p:spPr>
          <a:xfrm>
            <a:off x="4705126" y="3590057"/>
            <a:ext cx="177858" cy="199677"/>
          </a:xfrm>
          <a:custGeom>
            <a:avLst/>
            <a:gdLst/>
            <a:ahLst/>
            <a:cxnLst/>
            <a:rect l="l" t="t" r="r" b="b"/>
            <a:pathLst>
              <a:path w="71717" h="80515" extrusionOk="0">
                <a:moveTo>
                  <a:pt x="7332" y="0"/>
                </a:moveTo>
                <a:lnTo>
                  <a:pt x="6399" y="134"/>
                </a:lnTo>
                <a:lnTo>
                  <a:pt x="5466" y="267"/>
                </a:lnTo>
                <a:lnTo>
                  <a:pt x="4666" y="667"/>
                </a:lnTo>
                <a:lnTo>
                  <a:pt x="3733" y="1067"/>
                </a:lnTo>
                <a:lnTo>
                  <a:pt x="2933" y="1600"/>
                </a:lnTo>
                <a:lnTo>
                  <a:pt x="2266" y="2133"/>
                </a:lnTo>
                <a:lnTo>
                  <a:pt x="1600" y="2933"/>
                </a:lnTo>
                <a:lnTo>
                  <a:pt x="1067" y="3733"/>
                </a:lnTo>
                <a:lnTo>
                  <a:pt x="667" y="4533"/>
                </a:lnTo>
                <a:lnTo>
                  <a:pt x="267" y="5466"/>
                </a:lnTo>
                <a:lnTo>
                  <a:pt x="134" y="6399"/>
                </a:lnTo>
                <a:lnTo>
                  <a:pt x="0" y="7465"/>
                </a:lnTo>
                <a:lnTo>
                  <a:pt x="0" y="73050"/>
                </a:lnTo>
                <a:lnTo>
                  <a:pt x="134" y="74116"/>
                </a:lnTo>
                <a:lnTo>
                  <a:pt x="267" y="75049"/>
                </a:lnTo>
                <a:lnTo>
                  <a:pt x="667" y="75982"/>
                </a:lnTo>
                <a:lnTo>
                  <a:pt x="1067" y="76915"/>
                </a:lnTo>
                <a:lnTo>
                  <a:pt x="1600" y="77715"/>
                </a:lnTo>
                <a:lnTo>
                  <a:pt x="2266" y="78382"/>
                </a:lnTo>
                <a:lnTo>
                  <a:pt x="2933" y="78915"/>
                </a:lnTo>
                <a:lnTo>
                  <a:pt x="3733" y="79448"/>
                </a:lnTo>
                <a:lnTo>
                  <a:pt x="4666" y="79981"/>
                </a:lnTo>
                <a:lnTo>
                  <a:pt x="5466" y="80248"/>
                </a:lnTo>
                <a:lnTo>
                  <a:pt x="6399" y="80381"/>
                </a:lnTo>
                <a:lnTo>
                  <a:pt x="7332" y="80514"/>
                </a:lnTo>
                <a:lnTo>
                  <a:pt x="8265" y="80514"/>
                </a:lnTo>
                <a:lnTo>
                  <a:pt x="9331" y="80248"/>
                </a:lnTo>
                <a:lnTo>
                  <a:pt x="10265" y="79981"/>
                </a:lnTo>
                <a:lnTo>
                  <a:pt x="11198" y="79448"/>
                </a:lnTo>
                <a:lnTo>
                  <a:pt x="67984" y="46656"/>
                </a:lnTo>
                <a:lnTo>
                  <a:pt x="68917" y="46123"/>
                </a:lnTo>
                <a:lnTo>
                  <a:pt x="69584" y="45456"/>
                </a:lnTo>
                <a:lnTo>
                  <a:pt x="70250" y="44656"/>
                </a:lnTo>
                <a:lnTo>
                  <a:pt x="70783" y="43857"/>
                </a:lnTo>
                <a:lnTo>
                  <a:pt x="71183" y="43057"/>
                </a:lnTo>
                <a:lnTo>
                  <a:pt x="71450" y="42124"/>
                </a:lnTo>
                <a:lnTo>
                  <a:pt x="71583" y="41191"/>
                </a:lnTo>
                <a:lnTo>
                  <a:pt x="71716" y="40257"/>
                </a:lnTo>
                <a:lnTo>
                  <a:pt x="71583" y="39324"/>
                </a:lnTo>
                <a:lnTo>
                  <a:pt x="71450" y="38391"/>
                </a:lnTo>
                <a:lnTo>
                  <a:pt x="71183" y="37458"/>
                </a:lnTo>
                <a:lnTo>
                  <a:pt x="70783" y="36658"/>
                </a:lnTo>
                <a:lnTo>
                  <a:pt x="70250" y="35858"/>
                </a:lnTo>
                <a:lnTo>
                  <a:pt x="69584" y="35059"/>
                </a:lnTo>
                <a:lnTo>
                  <a:pt x="68917" y="34392"/>
                </a:lnTo>
                <a:lnTo>
                  <a:pt x="67984" y="33859"/>
                </a:lnTo>
                <a:lnTo>
                  <a:pt x="11198" y="1067"/>
                </a:lnTo>
                <a:lnTo>
                  <a:pt x="10265" y="534"/>
                </a:lnTo>
                <a:lnTo>
                  <a:pt x="9331" y="267"/>
                </a:lnTo>
                <a:lnTo>
                  <a:pt x="8265" y="134"/>
                </a:lnTo>
                <a:lnTo>
                  <a:pt x="7332" y="0"/>
                </a:lnTo>
                <a:close/>
              </a:path>
            </a:pathLst>
          </a:custGeom>
          <a:solidFill>
            <a:srgbClr val="FC5D0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08" name="Google Shape;7508;p531"/>
          <p:cNvSpPr/>
          <p:nvPr/>
        </p:nvSpPr>
        <p:spPr>
          <a:xfrm>
            <a:off x="4705126" y="2986257"/>
            <a:ext cx="177858" cy="199677"/>
          </a:xfrm>
          <a:custGeom>
            <a:avLst/>
            <a:gdLst/>
            <a:ahLst/>
            <a:cxnLst/>
            <a:rect l="l" t="t" r="r" b="b"/>
            <a:pathLst>
              <a:path w="71717" h="80515" extrusionOk="0">
                <a:moveTo>
                  <a:pt x="7332" y="0"/>
                </a:moveTo>
                <a:lnTo>
                  <a:pt x="6399" y="134"/>
                </a:lnTo>
                <a:lnTo>
                  <a:pt x="5466" y="267"/>
                </a:lnTo>
                <a:lnTo>
                  <a:pt x="4666" y="667"/>
                </a:lnTo>
                <a:lnTo>
                  <a:pt x="3733" y="1067"/>
                </a:lnTo>
                <a:lnTo>
                  <a:pt x="2933" y="1600"/>
                </a:lnTo>
                <a:lnTo>
                  <a:pt x="2266" y="2133"/>
                </a:lnTo>
                <a:lnTo>
                  <a:pt x="1600" y="2933"/>
                </a:lnTo>
                <a:lnTo>
                  <a:pt x="1067" y="3733"/>
                </a:lnTo>
                <a:lnTo>
                  <a:pt x="667" y="4533"/>
                </a:lnTo>
                <a:lnTo>
                  <a:pt x="267" y="5466"/>
                </a:lnTo>
                <a:lnTo>
                  <a:pt x="134" y="6399"/>
                </a:lnTo>
                <a:lnTo>
                  <a:pt x="0" y="7465"/>
                </a:lnTo>
                <a:lnTo>
                  <a:pt x="0" y="73050"/>
                </a:lnTo>
                <a:lnTo>
                  <a:pt x="134" y="74116"/>
                </a:lnTo>
                <a:lnTo>
                  <a:pt x="267" y="75049"/>
                </a:lnTo>
                <a:lnTo>
                  <a:pt x="667" y="75982"/>
                </a:lnTo>
                <a:lnTo>
                  <a:pt x="1067" y="76915"/>
                </a:lnTo>
                <a:lnTo>
                  <a:pt x="1600" y="77715"/>
                </a:lnTo>
                <a:lnTo>
                  <a:pt x="2266" y="78382"/>
                </a:lnTo>
                <a:lnTo>
                  <a:pt x="2933" y="78915"/>
                </a:lnTo>
                <a:lnTo>
                  <a:pt x="3733" y="79448"/>
                </a:lnTo>
                <a:lnTo>
                  <a:pt x="4666" y="79981"/>
                </a:lnTo>
                <a:lnTo>
                  <a:pt x="5466" y="80248"/>
                </a:lnTo>
                <a:lnTo>
                  <a:pt x="6399" y="80381"/>
                </a:lnTo>
                <a:lnTo>
                  <a:pt x="7332" y="80514"/>
                </a:lnTo>
                <a:lnTo>
                  <a:pt x="8265" y="80514"/>
                </a:lnTo>
                <a:lnTo>
                  <a:pt x="9331" y="80248"/>
                </a:lnTo>
                <a:lnTo>
                  <a:pt x="10265" y="79981"/>
                </a:lnTo>
                <a:lnTo>
                  <a:pt x="11198" y="79448"/>
                </a:lnTo>
                <a:lnTo>
                  <a:pt x="67984" y="46656"/>
                </a:lnTo>
                <a:lnTo>
                  <a:pt x="68917" y="46123"/>
                </a:lnTo>
                <a:lnTo>
                  <a:pt x="69584" y="45456"/>
                </a:lnTo>
                <a:lnTo>
                  <a:pt x="70250" y="44656"/>
                </a:lnTo>
                <a:lnTo>
                  <a:pt x="70783" y="43857"/>
                </a:lnTo>
                <a:lnTo>
                  <a:pt x="71183" y="43057"/>
                </a:lnTo>
                <a:lnTo>
                  <a:pt x="71450" y="42124"/>
                </a:lnTo>
                <a:lnTo>
                  <a:pt x="71583" y="41191"/>
                </a:lnTo>
                <a:lnTo>
                  <a:pt x="71716" y="40257"/>
                </a:lnTo>
                <a:lnTo>
                  <a:pt x="71583" y="39324"/>
                </a:lnTo>
                <a:lnTo>
                  <a:pt x="71450" y="38391"/>
                </a:lnTo>
                <a:lnTo>
                  <a:pt x="71183" y="37458"/>
                </a:lnTo>
                <a:lnTo>
                  <a:pt x="70783" y="36658"/>
                </a:lnTo>
                <a:lnTo>
                  <a:pt x="70250" y="35858"/>
                </a:lnTo>
                <a:lnTo>
                  <a:pt x="69584" y="35059"/>
                </a:lnTo>
                <a:lnTo>
                  <a:pt x="68917" y="34392"/>
                </a:lnTo>
                <a:lnTo>
                  <a:pt x="67984" y="33859"/>
                </a:lnTo>
                <a:lnTo>
                  <a:pt x="11198" y="1067"/>
                </a:lnTo>
                <a:lnTo>
                  <a:pt x="10265" y="534"/>
                </a:lnTo>
                <a:lnTo>
                  <a:pt x="9331" y="267"/>
                </a:lnTo>
                <a:lnTo>
                  <a:pt x="8265" y="134"/>
                </a:lnTo>
                <a:lnTo>
                  <a:pt x="7332" y="0"/>
                </a:lnTo>
                <a:close/>
              </a:path>
            </a:pathLst>
          </a:custGeom>
          <a:solidFill>
            <a:srgbClr val="FC5D0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09" name="Google Shape;7509;p531"/>
          <p:cNvSpPr/>
          <p:nvPr/>
        </p:nvSpPr>
        <p:spPr>
          <a:xfrm>
            <a:off x="4705126" y="2382456"/>
            <a:ext cx="177858" cy="199677"/>
          </a:xfrm>
          <a:custGeom>
            <a:avLst/>
            <a:gdLst/>
            <a:ahLst/>
            <a:cxnLst/>
            <a:rect l="l" t="t" r="r" b="b"/>
            <a:pathLst>
              <a:path w="71717" h="80515" extrusionOk="0">
                <a:moveTo>
                  <a:pt x="7332" y="0"/>
                </a:moveTo>
                <a:lnTo>
                  <a:pt x="6399" y="134"/>
                </a:lnTo>
                <a:lnTo>
                  <a:pt x="5466" y="267"/>
                </a:lnTo>
                <a:lnTo>
                  <a:pt x="4666" y="667"/>
                </a:lnTo>
                <a:lnTo>
                  <a:pt x="3733" y="1067"/>
                </a:lnTo>
                <a:lnTo>
                  <a:pt x="2933" y="1600"/>
                </a:lnTo>
                <a:lnTo>
                  <a:pt x="2266" y="2133"/>
                </a:lnTo>
                <a:lnTo>
                  <a:pt x="1600" y="2933"/>
                </a:lnTo>
                <a:lnTo>
                  <a:pt x="1067" y="3733"/>
                </a:lnTo>
                <a:lnTo>
                  <a:pt x="667" y="4533"/>
                </a:lnTo>
                <a:lnTo>
                  <a:pt x="267" y="5466"/>
                </a:lnTo>
                <a:lnTo>
                  <a:pt x="134" y="6399"/>
                </a:lnTo>
                <a:lnTo>
                  <a:pt x="0" y="7465"/>
                </a:lnTo>
                <a:lnTo>
                  <a:pt x="0" y="73050"/>
                </a:lnTo>
                <a:lnTo>
                  <a:pt x="134" y="74116"/>
                </a:lnTo>
                <a:lnTo>
                  <a:pt x="267" y="75049"/>
                </a:lnTo>
                <a:lnTo>
                  <a:pt x="667" y="75982"/>
                </a:lnTo>
                <a:lnTo>
                  <a:pt x="1067" y="76915"/>
                </a:lnTo>
                <a:lnTo>
                  <a:pt x="1600" y="77715"/>
                </a:lnTo>
                <a:lnTo>
                  <a:pt x="2266" y="78382"/>
                </a:lnTo>
                <a:lnTo>
                  <a:pt x="2933" y="78915"/>
                </a:lnTo>
                <a:lnTo>
                  <a:pt x="3733" y="79448"/>
                </a:lnTo>
                <a:lnTo>
                  <a:pt x="4666" y="79981"/>
                </a:lnTo>
                <a:lnTo>
                  <a:pt x="5466" y="80248"/>
                </a:lnTo>
                <a:lnTo>
                  <a:pt x="6399" y="80381"/>
                </a:lnTo>
                <a:lnTo>
                  <a:pt x="7332" y="80514"/>
                </a:lnTo>
                <a:lnTo>
                  <a:pt x="8265" y="80514"/>
                </a:lnTo>
                <a:lnTo>
                  <a:pt x="9331" y="80248"/>
                </a:lnTo>
                <a:lnTo>
                  <a:pt x="10265" y="79981"/>
                </a:lnTo>
                <a:lnTo>
                  <a:pt x="11198" y="79448"/>
                </a:lnTo>
                <a:lnTo>
                  <a:pt x="67984" y="46656"/>
                </a:lnTo>
                <a:lnTo>
                  <a:pt x="68917" y="46123"/>
                </a:lnTo>
                <a:lnTo>
                  <a:pt x="69584" y="45456"/>
                </a:lnTo>
                <a:lnTo>
                  <a:pt x="70250" y="44656"/>
                </a:lnTo>
                <a:lnTo>
                  <a:pt x="70783" y="43857"/>
                </a:lnTo>
                <a:lnTo>
                  <a:pt x="71183" y="43057"/>
                </a:lnTo>
                <a:lnTo>
                  <a:pt x="71450" y="42124"/>
                </a:lnTo>
                <a:lnTo>
                  <a:pt x="71583" y="41191"/>
                </a:lnTo>
                <a:lnTo>
                  <a:pt x="71716" y="40257"/>
                </a:lnTo>
                <a:lnTo>
                  <a:pt x="71583" y="39324"/>
                </a:lnTo>
                <a:lnTo>
                  <a:pt x="71450" y="38391"/>
                </a:lnTo>
                <a:lnTo>
                  <a:pt x="71183" y="37458"/>
                </a:lnTo>
                <a:lnTo>
                  <a:pt x="70783" y="36658"/>
                </a:lnTo>
                <a:lnTo>
                  <a:pt x="70250" y="35858"/>
                </a:lnTo>
                <a:lnTo>
                  <a:pt x="69584" y="35059"/>
                </a:lnTo>
                <a:lnTo>
                  <a:pt x="68917" y="34392"/>
                </a:lnTo>
                <a:lnTo>
                  <a:pt x="67984" y="33859"/>
                </a:lnTo>
                <a:lnTo>
                  <a:pt x="11198" y="1067"/>
                </a:lnTo>
                <a:lnTo>
                  <a:pt x="10265" y="534"/>
                </a:lnTo>
                <a:lnTo>
                  <a:pt x="9331" y="267"/>
                </a:lnTo>
                <a:lnTo>
                  <a:pt x="8265" y="134"/>
                </a:lnTo>
                <a:lnTo>
                  <a:pt x="7332" y="0"/>
                </a:lnTo>
                <a:close/>
              </a:path>
            </a:pathLst>
          </a:custGeom>
          <a:solidFill>
            <a:srgbClr val="FC5D0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7510" name="Google Shape;7510;p531"/>
          <p:cNvCxnSpPr/>
          <p:nvPr/>
        </p:nvCxnSpPr>
        <p:spPr>
          <a:xfrm rot="10800000">
            <a:off x="4255728" y="1878018"/>
            <a:ext cx="392400" cy="0"/>
          </a:xfrm>
          <a:prstGeom prst="straightConnector1">
            <a:avLst/>
          </a:prstGeom>
          <a:noFill/>
          <a:ln w="28575" cap="flat" cmpd="sng">
            <a:solidFill>
              <a:srgbClr val="888B8D"/>
            </a:solidFill>
            <a:prstDash val="dot"/>
            <a:round/>
            <a:headEnd type="none" w="med" len="med"/>
            <a:tailEnd type="none" w="med" len="med"/>
          </a:ln>
        </p:spPr>
      </p:cxnSp>
      <p:cxnSp>
        <p:nvCxnSpPr>
          <p:cNvPr id="7511" name="Google Shape;7511;p531"/>
          <p:cNvCxnSpPr/>
          <p:nvPr/>
        </p:nvCxnSpPr>
        <p:spPr>
          <a:xfrm rot="10800000">
            <a:off x="4255728" y="2480610"/>
            <a:ext cx="392400" cy="0"/>
          </a:xfrm>
          <a:prstGeom prst="straightConnector1">
            <a:avLst/>
          </a:prstGeom>
          <a:noFill/>
          <a:ln w="28575" cap="flat" cmpd="sng">
            <a:solidFill>
              <a:srgbClr val="888B8D"/>
            </a:solidFill>
            <a:prstDash val="dot"/>
            <a:round/>
            <a:headEnd type="none" w="med" len="med"/>
            <a:tailEnd type="none" w="med" len="med"/>
          </a:ln>
        </p:spPr>
      </p:cxnSp>
      <p:cxnSp>
        <p:nvCxnSpPr>
          <p:cNvPr id="7512" name="Google Shape;7512;p531"/>
          <p:cNvCxnSpPr/>
          <p:nvPr/>
        </p:nvCxnSpPr>
        <p:spPr>
          <a:xfrm rot="10800000">
            <a:off x="4255728" y="3090210"/>
            <a:ext cx="392400" cy="0"/>
          </a:xfrm>
          <a:prstGeom prst="straightConnector1">
            <a:avLst/>
          </a:prstGeom>
          <a:noFill/>
          <a:ln w="28575" cap="flat" cmpd="sng">
            <a:solidFill>
              <a:srgbClr val="888B8D"/>
            </a:solidFill>
            <a:prstDash val="dot"/>
            <a:round/>
            <a:headEnd type="none" w="med" len="med"/>
            <a:tailEnd type="none" w="med" len="med"/>
          </a:ln>
        </p:spPr>
      </p:cxnSp>
      <p:cxnSp>
        <p:nvCxnSpPr>
          <p:cNvPr id="7513" name="Google Shape;7513;p531"/>
          <p:cNvCxnSpPr/>
          <p:nvPr/>
        </p:nvCxnSpPr>
        <p:spPr>
          <a:xfrm rot="10800000">
            <a:off x="4255728" y="3692803"/>
            <a:ext cx="392400" cy="0"/>
          </a:xfrm>
          <a:prstGeom prst="straightConnector1">
            <a:avLst/>
          </a:prstGeom>
          <a:noFill/>
          <a:ln w="28575" cap="flat" cmpd="sng">
            <a:solidFill>
              <a:srgbClr val="888B8D"/>
            </a:solidFill>
            <a:prstDash val="dot"/>
            <a:round/>
            <a:headEnd type="none" w="med" len="med"/>
            <a:tailEnd type="none" w="med" len="med"/>
          </a:ln>
        </p:spPr>
      </p:cxnSp>
      <p:cxnSp>
        <p:nvCxnSpPr>
          <p:cNvPr id="7514" name="Google Shape;7514;p531"/>
          <p:cNvCxnSpPr/>
          <p:nvPr/>
        </p:nvCxnSpPr>
        <p:spPr>
          <a:xfrm rot="10800000">
            <a:off x="4255728" y="4295395"/>
            <a:ext cx="392400" cy="0"/>
          </a:xfrm>
          <a:prstGeom prst="straightConnector1">
            <a:avLst/>
          </a:prstGeom>
          <a:noFill/>
          <a:ln w="28575" cap="flat" cmpd="sng">
            <a:solidFill>
              <a:srgbClr val="888B8D"/>
            </a:solidFill>
            <a:prstDash val="dot"/>
            <a:round/>
            <a:headEnd type="none" w="med" len="med"/>
            <a:tailEnd type="none" w="med" len="med"/>
          </a:ln>
        </p:spPr>
      </p:cxnSp>
      <p:sp>
        <p:nvSpPr>
          <p:cNvPr id="7515" name="Google Shape;7515;p531"/>
          <p:cNvSpPr/>
          <p:nvPr/>
        </p:nvSpPr>
        <p:spPr>
          <a:xfrm>
            <a:off x="3766249" y="3554468"/>
            <a:ext cx="248866" cy="290227"/>
          </a:xfrm>
          <a:custGeom>
            <a:avLst/>
            <a:gdLst/>
            <a:ahLst/>
            <a:cxnLst/>
            <a:rect l="l" t="t" r="r" b="b"/>
            <a:pathLst>
              <a:path w="179687" h="209550" extrusionOk="0">
                <a:moveTo>
                  <a:pt x="91253" y="16661"/>
                </a:moveTo>
                <a:lnTo>
                  <a:pt x="125345" y="40244"/>
                </a:lnTo>
                <a:lnTo>
                  <a:pt x="142263" y="52035"/>
                </a:lnTo>
                <a:lnTo>
                  <a:pt x="158796" y="63826"/>
                </a:lnTo>
                <a:lnTo>
                  <a:pt x="147518" y="72926"/>
                </a:lnTo>
                <a:lnTo>
                  <a:pt x="139571" y="79334"/>
                </a:lnTo>
                <a:lnTo>
                  <a:pt x="130472" y="86511"/>
                </a:lnTo>
                <a:lnTo>
                  <a:pt x="120603" y="94073"/>
                </a:lnTo>
                <a:lnTo>
                  <a:pt x="110478" y="101763"/>
                </a:lnTo>
                <a:lnTo>
                  <a:pt x="105223" y="105352"/>
                </a:lnTo>
                <a:lnTo>
                  <a:pt x="100097" y="108940"/>
                </a:lnTo>
                <a:lnTo>
                  <a:pt x="94970" y="112401"/>
                </a:lnTo>
                <a:lnTo>
                  <a:pt x="90100" y="115605"/>
                </a:lnTo>
                <a:lnTo>
                  <a:pt x="88434" y="114964"/>
                </a:lnTo>
                <a:lnTo>
                  <a:pt x="87024" y="114067"/>
                </a:lnTo>
                <a:lnTo>
                  <a:pt x="83948" y="112401"/>
                </a:lnTo>
                <a:lnTo>
                  <a:pt x="81128" y="110350"/>
                </a:lnTo>
                <a:lnTo>
                  <a:pt x="78309" y="108300"/>
                </a:lnTo>
                <a:lnTo>
                  <a:pt x="72669" y="103814"/>
                </a:lnTo>
                <a:lnTo>
                  <a:pt x="69850" y="101635"/>
                </a:lnTo>
                <a:lnTo>
                  <a:pt x="67030" y="99456"/>
                </a:lnTo>
                <a:lnTo>
                  <a:pt x="61519" y="95483"/>
                </a:lnTo>
                <a:lnTo>
                  <a:pt x="56008" y="91382"/>
                </a:lnTo>
                <a:lnTo>
                  <a:pt x="45242" y="83051"/>
                </a:lnTo>
                <a:lnTo>
                  <a:pt x="39475" y="78693"/>
                </a:lnTo>
                <a:lnTo>
                  <a:pt x="33707" y="74464"/>
                </a:lnTo>
                <a:lnTo>
                  <a:pt x="30888" y="72285"/>
                </a:lnTo>
                <a:lnTo>
                  <a:pt x="28068" y="70106"/>
                </a:lnTo>
                <a:lnTo>
                  <a:pt x="25248" y="67799"/>
                </a:lnTo>
                <a:lnTo>
                  <a:pt x="22557" y="65364"/>
                </a:lnTo>
                <a:lnTo>
                  <a:pt x="24864" y="63185"/>
                </a:lnTo>
                <a:lnTo>
                  <a:pt x="27684" y="60750"/>
                </a:lnTo>
                <a:lnTo>
                  <a:pt x="31016" y="57931"/>
                </a:lnTo>
                <a:lnTo>
                  <a:pt x="34861" y="54855"/>
                </a:lnTo>
                <a:lnTo>
                  <a:pt x="43448" y="48318"/>
                </a:lnTo>
                <a:lnTo>
                  <a:pt x="53188" y="41269"/>
                </a:lnTo>
                <a:lnTo>
                  <a:pt x="63313" y="34348"/>
                </a:lnTo>
                <a:lnTo>
                  <a:pt x="73310" y="27556"/>
                </a:lnTo>
                <a:lnTo>
                  <a:pt x="82794" y="21532"/>
                </a:lnTo>
                <a:lnTo>
                  <a:pt x="87152" y="18968"/>
                </a:lnTo>
                <a:lnTo>
                  <a:pt x="91253" y="16661"/>
                </a:lnTo>
                <a:close/>
                <a:moveTo>
                  <a:pt x="164948" y="78565"/>
                </a:moveTo>
                <a:lnTo>
                  <a:pt x="164820" y="89459"/>
                </a:lnTo>
                <a:lnTo>
                  <a:pt x="164948" y="99456"/>
                </a:lnTo>
                <a:lnTo>
                  <a:pt x="164948" y="109453"/>
                </a:lnTo>
                <a:lnTo>
                  <a:pt x="165076" y="129447"/>
                </a:lnTo>
                <a:lnTo>
                  <a:pt x="165076" y="131241"/>
                </a:lnTo>
                <a:lnTo>
                  <a:pt x="164820" y="133035"/>
                </a:lnTo>
                <a:lnTo>
                  <a:pt x="164435" y="134830"/>
                </a:lnTo>
                <a:lnTo>
                  <a:pt x="163795" y="136368"/>
                </a:lnTo>
                <a:lnTo>
                  <a:pt x="162897" y="137906"/>
                </a:lnTo>
                <a:lnTo>
                  <a:pt x="161872" y="139316"/>
                </a:lnTo>
                <a:lnTo>
                  <a:pt x="160590" y="140597"/>
                </a:lnTo>
                <a:lnTo>
                  <a:pt x="159181" y="141879"/>
                </a:lnTo>
                <a:lnTo>
                  <a:pt x="131497" y="162385"/>
                </a:lnTo>
                <a:lnTo>
                  <a:pt x="103813" y="183020"/>
                </a:lnTo>
                <a:lnTo>
                  <a:pt x="100738" y="184814"/>
                </a:lnTo>
                <a:lnTo>
                  <a:pt x="98174" y="186224"/>
                </a:lnTo>
                <a:lnTo>
                  <a:pt x="98174" y="129447"/>
                </a:lnTo>
                <a:lnTo>
                  <a:pt x="114067" y="117143"/>
                </a:lnTo>
                <a:lnTo>
                  <a:pt x="130728" y="104326"/>
                </a:lnTo>
                <a:lnTo>
                  <a:pt x="147774" y="91382"/>
                </a:lnTo>
                <a:lnTo>
                  <a:pt x="164948" y="78565"/>
                </a:lnTo>
                <a:close/>
                <a:moveTo>
                  <a:pt x="14611" y="82282"/>
                </a:moveTo>
                <a:lnTo>
                  <a:pt x="30760" y="93817"/>
                </a:lnTo>
                <a:lnTo>
                  <a:pt x="53445" y="109966"/>
                </a:lnTo>
                <a:lnTo>
                  <a:pt x="82154" y="130600"/>
                </a:lnTo>
                <a:lnTo>
                  <a:pt x="82666" y="186480"/>
                </a:lnTo>
                <a:lnTo>
                  <a:pt x="78052" y="183789"/>
                </a:lnTo>
                <a:lnTo>
                  <a:pt x="46524" y="160591"/>
                </a:lnTo>
                <a:lnTo>
                  <a:pt x="14739" y="137137"/>
                </a:lnTo>
                <a:lnTo>
                  <a:pt x="14611" y="109581"/>
                </a:lnTo>
                <a:lnTo>
                  <a:pt x="14611" y="82282"/>
                </a:lnTo>
                <a:close/>
                <a:moveTo>
                  <a:pt x="89331" y="0"/>
                </a:moveTo>
                <a:lnTo>
                  <a:pt x="88049" y="256"/>
                </a:lnTo>
                <a:lnTo>
                  <a:pt x="86383" y="1025"/>
                </a:lnTo>
                <a:lnTo>
                  <a:pt x="85614" y="1282"/>
                </a:lnTo>
                <a:lnTo>
                  <a:pt x="84973" y="1794"/>
                </a:lnTo>
                <a:lnTo>
                  <a:pt x="46652" y="28196"/>
                </a:lnTo>
                <a:lnTo>
                  <a:pt x="27555" y="41397"/>
                </a:lnTo>
                <a:lnTo>
                  <a:pt x="8331" y="54598"/>
                </a:lnTo>
                <a:lnTo>
                  <a:pt x="7177" y="55367"/>
                </a:lnTo>
                <a:lnTo>
                  <a:pt x="6152" y="56264"/>
                </a:lnTo>
                <a:lnTo>
                  <a:pt x="5255" y="57033"/>
                </a:lnTo>
                <a:lnTo>
                  <a:pt x="4358" y="57931"/>
                </a:lnTo>
                <a:lnTo>
                  <a:pt x="3589" y="58956"/>
                </a:lnTo>
                <a:lnTo>
                  <a:pt x="2948" y="59853"/>
                </a:lnTo>
                <a:lnTo>
                  <a:pt x="2307" y="60878"/>
                </a:lnTo>
                <a:lnTo>
                  <a:pt x="1794" y="61904"/>
                </a:lnTo>
                <a:lnTo>
                  <a:pt x="1410" y="62929"/>
                </a:lnTo>
                <a:lnTo>
                  <a:pt x="1025" y="64083"/>
                </a:lnTo>
                <a:lnTo>
                  <a:pt x="384" y="66390"/>
                </a:lnTo>
                <a:lnTo>
                  <a:pt x="128" y="68825"/>
                </a:lnTo>
                <a:lnTo>
                  <a:pt x="0" y="71516"/>
                </a:lnTo>
                <a:lnTo>
                  <a:pt x="256" y="87024"/>
                </a:lnTo>
                <a:lnTo>
                  <a:pt x="384" y="102532"/>
                </a:lnTo>
                <a:lnTo>
                  <a:pt x="256" y="118040"/>
                </a:lnTo>
                <a:lnTo>
                  <a:pt x="0" y="133548"/>
                </a:lnTo>
                <a:lnTo>
                  <a:pt x="0" y="135086"/>
                </a:lnTo>
                <a:lnTo>
                  <a:pt x="128" y="136496"/>
                </a:lnTo>
                <a:lnTo>
                  <a:pt x="256" y="137906"/>
                </a:lnTo>
                <a:lnTo>
                  <a:pt x="513" y="139316"/>
                </a:lnTo>
                <a:lnTo>
                  <a:pt x="897" y="140469"/>
                </a:lnTo>
                <a:lnTo>
                  <a:pt x="1282" y="141751"/>
                </a:lnTo>
                <a:lnTo>
                  <a:pt x="1794" y="142904"/>
                </a:lnTo>
                <a:lnTo>
                  <a:pt x="2435" y="144058"/>
                </a:lnTo>
                <a:lnTo>
                  <a:pt x="3076" y="145083"/>
                </a:lnTo>
                <a:lnTo>
                  <a:pt x="3845" y="146108"/>
                </a:lnTo>
                <a:lnTo>
                  <a:pt x="5511" y="148031"/>
                </a:lnTo>
                <a:lnTo>
                  <a:pt x="7434" y="149953"/>
                </a:lnTo>
                <a:lnTo>
                  <a:pt x="9741" y="151748"/>
                </a:lnTo>
                <a:lnTo>
                  <a:pt x="27299" y="164820"/>
                </a:lnTo>
                <a:lnTo>
                  <a:pt x="44730" y="178021"/>
                </a:lnTo>
                <a:lnTo>
                  <a:pt x="79718" y="204295"/>
                </a:lnTo>
                <a:lnTo>
                  <a:pt x="81513" y="205577"/>
                </a:lnTo>
                <a:lnTo>
                  <a:pt x="83435" y="206730"/>
                </a:lnTo>
                <a:lnTo>
                  <a:pt x="87152" y="208781"/>
                </a:lnTo>
                <a:lnTo>
                  <a:pt x="87793" y="209037"/>
                </a:lnTo>
                <a:lnTo>
                  <a:pt x="88562" y="209294"/>
                </a:lnTo>
                <a:lnTo>
                  <a:pt x="89331" y="209422"/>
                </a:lnTo>
                <a:lnTo>
                  <a:pt x="90100" y="209550"/>
                </a:lnTo>
                <a:lnTo>
                  <a:pt x="90869" y="209550"/>
                </a:lnTo>
                <a:lnTo>
                  <a:pt x="91638" y="209422"/>
                </a:lnTo>
                <a:lnTo>
                  <a:pt x="92407" y="209294"/>
                </a:lnTo>
                <a:lnTo>
                  <a:pt x="93176" y="208909"/>
                </a:lnTo>
                <a:lnTo>
                  <a:pt x="94586" y="208268"/>
                </a:lnTo>
                <a:lnTo>
                  <a:pt x="95867" y="207499"/>
                </a:lnTo>
                <a:lnTo>
                  <a:pt x="133804" y="179175"/>
                </a:lnTo>
                <a:lnTo>
                  <a:pt x="152772" y="164949"/>
                </a:lnTo>
                <a:lnTo>
                  <a:pt x="171869" y="150850"/>
                </a:lnTo>
                <a:lnTo>
                  <a:pt x="173791" y="149312"/>
                </a:lnTo>
                <a:lnTo>
                  <a:pt x="175458" y="147646"/>
                </a:lnTo>
                <a:lnTo>
                  <a:pt x="176739" y="145852"/>
                </a:lnTo>
                <a:lnTo>
                  <a:pt x="177893" y="144058"/>
                </a:lnTo>
                <a:lnTo>
                  <a:pt x="178662" y="142135"/>
                </a:lnTo>
                <a:lnTo>
                  <a:pt x="179174" y="139956"/>
                </a:lnTo>
                <a:lnTo>
                  <a:pt x="179559" y="137778"/>
                </a:lnTo>
                <a:lnTo>
                  <a:pt x="179687" y="135342"/>
                </a:lnTo>
                <a:lnTo>
                  <a:pt x="179559" y="103429"/>
                </a:lnTo>
                <a:lnTo>
                  <a:pt x="179559" y="87537"/>
                </a:lnTo>
                <a:lnTo>
                  <a:pt x="179687" y="71516"/>
                </a:lnTo>
                <a:lnTo>
                  <a:pt x="179559" y="68568"/>
                </a:lnTo>
                <a:lnTo>
                  <a:pt x="179431" y="67287"/>
                </a:lnTo>
                <a:lnTo>
                  <a:pt x="179174" y="66005"/>
                </a:lnTo>
                <a:lnTo>
                  <a:pt x="178918" y="64723"/>
                </a:lnTo>
                <a:lnTo>
                  <a:pt x="178534" y="63442"/>
                </a:lnTo>
                <a:lnTo>
                  <a:pt x="178021" y="62288"/>
                </a:lnTo>
                <a:lnTo>
                  <a:pt x="177508" y="61135"/>
                </a:lnTo>
                <a:lnTo>
                  <a:pt x="176867" y="60109"/>
                </a:lnTo>
                <a:lnTo>
                  <a:pt x="176227" y="59084"/>
                </a:lnTo>
                <a:lnTo>
                  <a:pt x="175458" y="58059"/>
                </a:lnTo>
                <a:lnTo>
                  <a:pt x="174560" y="57033"/>
                </a:lnTo>
                <a:lnTo>
                  <a:pt x="173535" y="56136"/>
                </a:lnTo>
                <a:lnTo>
                  <a:pt x="172510" y="55111"/>
                </a:lnTo>
                <a:lnTo>
                  <a:pt x="170075" y="53445"/>
                </a:lnTo>
                <a:lnTo>
                  <a:pt x="152388" y="41269"/>
                </a:lnTo>
                <a:lnTo>
                  <a:pt x="134829" y="29093"/>
                </a:lnTo>
                <a:lnTo>
                  <a:pt x="99584" y="4486"/>
                </a:lnTo>
                <a:lnTo>
                  <a:pt x="98046" y="3460"/>
                </a:lnTo>
                <a:lnTo>
                  <a:pt x="96380" y="2435"/>
                </a:lnTo>
                <a:lnTo>
                  <a:pt x="93048" y="641"/>
                </a:lnTo>
                <a:lnTo>
                  <a:pt x="91894" y="128"/>
                </a:lnTo>
                <a:lnTo>
                  <a:pt x="90612" y="0"/>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516" name="Google Shape;7516;p531"/>
          <p:cNvGrpSpPr/>
          <p:nvPr/>
        </p:nvGrpSpPr>
        <p:grpSpPr>
          <a:xfrm>
            <a:off x="5100379" y="1682882"/>
            <a:ext cx="311050" cy="362522"/>
            <a:chOff x="1532900" y="238125"/>
            <a:chExt cx="4554175" cy="5238750"/>
          </a:xfrm>
        </p:grpSpPr>
        <p:sp>
          <p:nvSpPr>
            <p:cNvPr id="7517" name="Google Shape;7517;p531"/>
            <p:cNvSpPr/>
            <p:nvPr/>
          </p:nvSpPr>
          <p:spPr>
            <a:xfrm>
              <a:off x="2622425" y="1649050"/>
              <a:ext cx="2381550" cy="2371925"/>
            </a:xfrm>
            <a:custGeom>
              <a:avLst/>
              <a:gdLst/>
              <a:ahLst/>
              <a:cxnLst/>
              <a:rect l="l" t="t" r="r" b="b"/>
              <a:pathLst>
                <a:path w="95262" h="94877" extrusionOk="0">
                  <a:moveTo>
                    <a:pt x="47695" y="21212"/>
                  </a:moveTo>
                  <a:lnTo>
                    <a:pt x="50395" y="21341"/>
                  </a:lnTo>
                  <a:lnTo>
                    <a:pt x="52966" y="21726"/>
                  </a:lnTo>
                  <a:lnTo>
                    <a:pt x="55537" y="22369"/>
                  </a:lnTo>
                  <a:lnTo>
                    <a:pt x="57980" y="23269"/>
                  </a:lnTo>
                  <a:lnTo>
                    <a:pt x="60294" y="24426"/>
                  </a:lnTo>
                  <a:lnTo>
                    <a:pt x="62351" y="25712"/>
                  </a:lnTo>
                  <a:lnTo>
                    <a:pt x="64408" y="27254"/>
                  </a:lnTo>
                  <a:lnTo>
                    <a:pt x="66336" y="28926"/>
                  </a:lnTo>
                  <a:lnTo>
                    <a:pt x="68008" y="30726"/>
                  </a:lnTo>
                  <a:lnTo>
                    <a:pt x="69550" y="32782"/>
                  </a:lnTo>
                  <a:lnTo>
                    <a:pt x="70836" y="34968"/>
                  </a:lnTo>
                  <a:lnTo>
                    <a:pt x="71864" y="37282"/>
                  </a:lnTo>
                  <a:lnTo>
                    <a:pt x="72764" y="39725"/>
                  </a:lnTo>
                  <a:lnTo>
                    <a:pt x="73407" y="42167"/>
                  </a:lnTo>
                  <a:lnTo>
                    <a:pt x="73921" y="44867"/>
                  </a:lnTo>
                  <a:lnTo>
                    <a:pt x="74050" y="47438"/>
                  </a:lnTo>
                  <a:lnTo>
                    <a:pt x="73921" y="50138"/>
                  </a:lnTo>
                  <a:lnTo>
                    <a:pt x="73407" y="52838"/>
                  </a:lnTo>
                  <a:lnTo>
                    <a:pt x="72764" y="55280"/>
                  </a:lnTo>
                  <a:lnTo>
                    <a:pt x="71864" y="57723"/>
                  </a:lnTo>
                  <a:lnTo>
                    <a:pt x="70836" y="60037"/>
                  </a:lnTo>
                  <a:lnTo>
                    <a:pt x="69550" y="62222"/>
                  </a:lnTo>
                  <a:lnTo>
                    <a:pt x="68008" y="64279"/>
                  </a:lnTo>
                  <a:lnTo>
                    <a:pt x="66336" y="66079"/>
                  </a:lnTo>
                  <a:lnTo>
                    <a:pt x="64408" y="67750"/>
                  </a:lnTo>
                  <a:lnTo>
                    <a:pt x="62351" y="69293"/>
                  </a:lnTo>
                  <a:lnTo>
                    <a:pt x="60294" y="70579"/>
                  </a:lnTo>
                  <a:lnTo>
                    <a:pt x="57980" y="71736"/>
                  </a:lnTo>
                  <a:lnTo>
                    <a:pt x="55537" y="72636"/>
                  </a:lnTo>
                  <a:lnTo>
                    <a:pt x="52966" y="73278"/>
                  </a:lnTo>
                  <a:lnTo>
                    <a:pt x="50395" y="73664"/>
                  </a:lnTo>
                  <a:lnTo>
                    <a:pt x="47695" y="73793"/>
                  </a:lnTo>
                  <a:lnTo>
                    <a:pt x="44996" y="73664"/>
                  </a:lnTo>
                  <a:lnTo>
                    <a:pt x="42424" y="73278"/>
                  </a:lnTo>
                  <a:lnTo>
                    <a:pt x="39853" y="72636"/>
                  </a:lnTo>
                  <a:lnTo>
                    <a:pt x="37411" y="71736"/>
                  </a:lnTo>
                  <a:lnTo>
                    <a:pt x="35225" y="70579"/>
                  </a:lnTo>
                  <a:lnTo>
                    <a:pt x="33040" y="69293"/>
                  </a:lnTo>
                  <a:lnTo>
                    <a:pt x="30983" y="67750"/>
                  </a:lnTo>
                  <a:lnTo>
                    <a:pt x="29054" y="66079"/>
                  </a:lnTo>
                  <a:lnTo>
                    <a:pt x="27383" y="64279"/>
                  </a:lnTo>
                  <a:lnTo>
                    <a:pt x="25840" y="62222"/>
                  </a:lnTo>
                  <a:lnTo>
                    <a:pt x="24555" y="60037"/>
                  </a:lnTo>
                  <a:lnTo>
                    <a:pt x="23526" y="57723"/>
                  </a:lnTo>
                  <a:lnTo>
                    <a:pt x="22626" y="55280"/>
                  </a:lnTo>
                  <a:lnTo>
                    <a:pt x="21984" y="52838"/>
                  </a:lnTo>
                  <a:lnTo>
                    <a:pt x="21598" y="50138"/>
                  </a:lnTo>
                  <a:lnTo>
                    <a:pt x="21341" y="47438"/>
                  </a:lnTo>
                  <a:lnTo>
                    <a:pt x="21598" y="44867"/>
                  </a:lnTo>
                  <a:lnTo>
                    <a:pt x="21984" y="42167"/>
                  </a:lnTo>
                  <a:lnTo>
                    <a:pt x="22626" y="39725"/>
                  </a:lnTo>
                  <a:lnTo>
                    <a:pt x="23526" y="37282"/>
                  </a:lnTo>
                  <a:lnTo>
                    <a:pt x="24555" y="34968"/>
                  </a:lnTo>
                  <a:lnTo>
                    <a:pt x="25840" y="32782"/>
                  </a:lnTo>
                  <a:lnTo>
                    <a:pt x="27383" y="30726"/>
                  </a:lnTo>
                  <a:lnTo>
                    <a:pt x="29054" y="28926"/>
                  </a:lnTo>
                  <a:lnTo>
                    <a:pt x="30983" y="27254"/>
                  </a:lnTo>
                  <a:lnTo>
                    <a:pt x="33040" y="25712"/>
                  </a:lnTo>
                  <a:lnTo>
                    <a:pt x="35225" y="24426"/>
                  </a:lnTo>
                  <a:lnTo>
                    <a:pt x="37411" y="23269"/>
                  </a:lnTo>
                  <a:lnTo>
                    <a:pt x="39853" y="22369"/>
                  </a:lnTo>
                  <a:lnTo>
                    <a:pt x="42424" y="21726"/>
                  </a:lnTo>
                  <a:lnTo>
                    <a:pt x="44996" y="21341"/>
                  </a:lnTo>
                  <a:lnTo>
                    <a:pt x="47695" y="21212"/>
                  </a:lnTo>
                  <a:close/>
                  <a:moveTo>
                    <a:pt x="37668" y="0"/>
                  </a:moveTo>
                  <a:lnTo>
                    <a:pt x="37668" y="10670"/>
                  </a:lnTo>
                  <a:lnTo>
                    <a:pt x="35354" y="11313"/>
                  </a:lnTo>
                  <a:lnTo>
                    <a:pt x="33168" y="12213"/>
                  </a:lnTo>
                  <a:lnTo>
                    <a:pt x="30983" y="13242"/>
                  </a:lnTo>
                  <a:lnTo>
                    <a:pt x="28797" y="14270"/>
                  </a:lnTo>
                  <a:lnTo>
                    <a:pt x="21341" y="6814"/>
                  </a:lnTo>
                  <a:lnTo>
                    <a:pt x="7071" y="20827"/>
                  </a:lnTo>
                  <a:lnTo>
                    <a:pt x="14527" y="28283"/>
                  </a:lnTo>
                  <a:lnTo>
                    <a:pt x="13370" y="30340"/>
                  </a:lnTo>
                  <a:lnTo>
                    <a:pt x="12470" y="32525"/>
                  </a:lnTo>
                  <a:lnTo>
                    <a:pt x="11570" y="34839"/>
                  </a:lnTo>
                  <a:lnTo>
                    <a:pt x="10928" y="37153"/>
                  </a:lnTo>
                  <a:lnTo>
                    <a:pt x="0" y="37025"/>
                  </a:lnTo>
                  <a:lnTo>
                    <a:pt x="0" y="56951"/>
                  </a:lnTo>
                  <a:lnTo>
                    <a:pt x="10671" y="56951"/>
                  </a:lnTo>
                  <a:lnTo>
                    <a:pt x="11442" y="59265"/>
                  </a:lnTo>
                  <a:lnTo>
                    <a:pt x="12213" y="61580"/>
                  </a:lnTo>
                  <a:lnTo>
                    <a:pt x="13242" y="63765"/>
                  </a:lnTo>
                  <a:lnTo>
                    <a:pt x="14399" y="65822"/>
                  </a:lnTo>
                  <a:lnTo>
                    <a:pt x="6557" y="73664"/>
                  </a:lnTo>
                  <a:lnTo>
                    <a:pt x="20570" y="87677"/>
                  </a:lnTo>
                  <a:lnTo>
                    <a:pt x="28412" y="79963"/>
                  </a:lnTo>
                  <a:lnTo>
                    <a:pt x="30597" y="81120"/>
                  </a:lnTo>
                  <a:lnTo>
                    <a:pt x="32783" y="82149"/>
                  </a:lnTo>
                  <a:lnTo>
                    <a:pt x="35097" y="83049"/>
                  </a:lnTo>
                  <a:lnTo>
                    <a:pt x="37411" y="83692"/>
                  </a:lnTo>
                  <a:lnTo>
                    <a:pt x="37411" y="94876"/>
                  </a:lnTo>
                  <a:lnTo>
                    <a:pt x="57337" y="94876"/>
                  </a:lnTo>
                  <a:lnTo>
                    <a:pt x="57337" y="83820"/>
                  </a:lnTo>
                  <a:lnTo>
                    <a:pt x="59651" y="83177"/>
                  </a:lnTo>
                  <a:lnTo>
                    <a:pt x="61965" y="82277"/>
                  </a:lnTo>
                  <a:lnTo>
                    <a:pt x="64151" y="81249"/>
                  </a:lnTo>
                  <a:lnTo>
                    <a:pt x="66336" y="80220"/>
                  </a:lnTo>
                  <a:lnTo>
                    <a:pt x="74178" y="88063"/>
                  </a:lnTo>
                  <a:lnTo>
                    <a:pt x="88320" y="74050"/>
                  </a:lnTo>
                  <a:lnTo>
                    <a:pt x="80478" y="66208"/>
                  </a:lnTo>
                  <a:lnTo>
                    <a:pt x="81635" y="64022"/>
                  </a:lnTo>
                  <a:lnTo>
                    <a:pt x="82663" y="61837"/>
                  </a:lnTo>
                  <a:lnTo>
                    <a:pt x="83563" y="59651"/>
                  </a:lnTo>
                  <a:lnTo>
                    <a:pt x="84206" y="57337"/>
                  </a:lnTo>
                  <a:lnTo>
                    <a:pt x="95262" y="57337"/>
                  </a:lnTo>
                  <a:lnTo>
                    <a:pt x="95262" y="37539"/>
                  </a:lnTo>
                  <a:lnTo>
                    <a:pt x="84334" y="37411"/>
                  </a:lnTo>
                  <a:lnTo>
                    <a:pt x="83692" y="35097"/>
                  </a:lnTo>
                  <a:lnTo>
                    <a:pt x="82792" y="32911"/>
                  </a:lnTo>
                  <a:lnTo>
                    <a:pt x="81763" y="30726"/>
                  </a:lnTo>
                  <a:lnTo>
                    <a:pt x="80735" y="28540"/>
                  </a:lnTo>
                  <a:lnTo>
                    <a:pt x="88320" y="20955"/>
                  </a:lnTo>
                  <a:lnTo>
                    <a:pt x="74307" y="6814"/>
                  </a:lnTo>
                  <a:lnTo>
                    <a:pt x="66593" y="14527"/>
                  </a:lnTo>
                  <a:lnTo>
                    <a:pt x="64536" y="13370"/>
                  </a:lnTo>
                  <a:lnTo>
                    <a:pt x="62351" y="12342"/>
                  </a:lnTo>
                  <a:lnTo>
                    <a:pt x="60037" y="11442"/>
                  </a:lnTo>
                  <a:lnTo>
                    <a:pt x="57723" y="10799"/>
                  </a:lnTo>
                  <a:lnTo>
                    <a:pt x="57723"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18" name="Google Shape;7518;p531"/>
            <p:cNvSpPr/>
            <p:nvPr/>
          </p:nvSpPr>
          <p:spPr>
            <a:xfrm>
              <a:off x="1802850" y="524150"/>
              <a:ext cx="694250" cy="591400"/>
            </a:xfrm>
            <a:custGeom>
              <a:avLst/>
              <a:gdLst/>
              <a:ahLst/>
              <a:cxnLst/>
              <a:rect l="l" t="t" r="r" b="b"/>
              <a:pathLst>
                <a:path w="27770" h="23656" extrusionOk="0">
                  <a:moveTo>
                    <a:pt x="10543" y="1"/>
                  </a:moveTo>
                  <a:lnTo>
                    <a:pt x="9386" y="258"/>
                  </a:lnTo>
                  <a:lnTo>
                    <a:pt x="8229" y="515"/>
                  </a:lnTo>
                  <a:lnTo>
                    <a:pt x="7200" y="901"/>
                  </a:lnTo>
                  <a:lnTo>
                    <a:pt x="6172" y="1415"/>
                  </a:lnTo>
                  <a:lnTo>
                    <a:pt x="5143" y="1929"/>
                  </a:lnTo>
                  <a:lnTo>
                    <a:pt x="4243" y="2700"/>
                  </a:lnTo>
                  <a:lnTo>
                    <a:pt x="3472" y="3472"/>
                  </a:lnTo>
                  <a:lnTo>
                    <a:pt x="2701" y="4243"/>
                  </a:lnTo>
                  <a:lnTo>
                    <a:pt x="1929" y="5143"/>
                  </a:lnTo>
                  <a:lnTo>
                    <a:pt x="1415" y="6171"/>
                  </a:lnTo>
                  <a:lnTo>
                    <a:pt x="901" y="7200"/>
                  </a:lnTo>
                  <a:lnTo>
                    <a:pt x="515" y="8357"/>
                  </a:lnTo>
                  <a:lnTo>
                    <a:pt x="129" y="9385"/>
                  </a:lnTo>
                  <a:lnTo>
                    <a:pt x="1" y="10671"/>
                  </a:lnTo>
                  <a:lnTo>
                    <a:pt x="1" y="11828"/>
                  </a:lnTo>
                  <a:lnTo>
                    <a:pt x="1" y="12985"/>
                  </a:lnTo>
                  <a:lnTo>
                    <a:pt x="129" y="14271"/>
                  </a:lnTo>
                  <a:lnTo>
                    <a:pt x="515" y="15299"/>
                  </a:lnTo>
                  <a:lnTo>
                    <a:pt x="901" y="16456"/>
                  </a:lnTo>
                  <a:lnTo>
                    <a:pt x="1415" y="17485"/>
                  </a:lnTo>
                  <a:lnTo>
                    <a:pt x="1929" y="18513"/>
                  </a:lnTo>
                  <a:lnTo>
                    <a:pt x="2701" y="19413"/>
                  </a:lnTo>
                  <a:lnTo>
                    <a:pt x="3472" y="20184"/>
                  </a:lnTo>
                  <a:lnTo>
                    <a:pt x="4243" y="20956"/>
                  </a:lnTo>
                  <a:lnTo>
                    <a:pt x="5143" y="21598"/>
                  </a:lnTo>
                  <a:lnTo>
                    <a:pt x="6172" y="22241"/>
                  </a:lnTo>
                  <a:lnTo>
                    <a:pt x="7200" y="22756"/>
                  </a:lnTo>
                  <a:lnTo>
                    <a:pt x="8229" y="23141"/>
                  </a:lnTo>
                  <a:lnTo>
                    <a:pt x="9386" y="23398"/>
                  </a:lnTo>
                  <a:lnTo>
                    <a:pt x="10543" y="23655"/>
                  </a:lnTo>
                  <a:lnTo>
                    <a:pt x="13242" y="23655"/>
                  </a:lnTo>
                  <a:lnTo>
                    <a:pt x="14785" y="23270"/>
                  </a:lnTo>
                  <a:lnTo>
                    <a:pt x="16071" y="22884"/>
                  </a:lnTo>
                  <a:lnTo>
                    <a:pt x="17356" y="22370"/>
                  </a:lnTo>
                  <a:lnTo>
                    <a:pt x="18513" y="21598"/>
                  </a:lnTo>
                  <a:lnTo>
                    <a:pt x="19670" y="20699"/>
                  </a:lnTo>
                  <a:lnTo>
                    <a:pt x="20699" y="19799"/>
                  </a:lnTo>
                  <a:lnTo>
                    <a:pt x="21470" y="18642"/>
                  </a:lnTo>
                  <a:lnTo>
                    <a:pt x="26355" y="20956"/>
                  </a:lnTo>
                  <a:lnTo>
                    <a:pt x="27769" y="17999"/>
                  </a:lnTo>
                  <a:lnTo>
                    <a:pt x="23013" y="15813"/>
                  </a:lnTo>
                  <a:lnTo>
                    <a:pt x="23270" y="14913"/>
                  </a:lnTo>
                  <a:lnTo>
                    <a:pt x="23527" y="13885"/>
                  </a:lnTo>
                  <a:lnTo>
                    <a:pt x="23656" y="12857"/>
                  </a:lnTo>
                  <a:lnTo>
                    <a:pt x="23656" y="11828"/>
                  </a:lnTo>
                  <a:lnTo>
                    <a:pt x="23656" y="10671"/>
                  </a:lnTo>
                  <a:lnTo>
                    <a:pt x="23398" y="9385"/>
                  </a:lnTo>
                  <a:lnTo>
                    <a:pt x="23141" y="8357"/>
                  </a:lnTo>
                  <a:lnTo>
                    <a:pt x="22756" y="7200"/>
                  </a:lnTo>
                  <a:lnTo>
                    <a:pt x="22241" y="6171"/>
                  </a:lnTo>
                  <a:lnTo>
                    <a:pt x="21599" y="5143"/>
                  </a:lnTo>
                  <a:lnTo>
                    <a:pt x="20956" y="4243"/>
                  </a:lnTo>
                  <a:lnTo>
                    <a:pt x="20185" y="3472"/>
                  </a:lnTo>
                  <a:lnTo>
                    <a:pt x="19413" y="2700"/>
                  </a:lnTo>
                  <a:lnTo>
                    <a:pt x="18385" y="1929"/>
                  </a:lnTo>
                  <a:lnTo>
                    <a:pt x="17485" y="1415"/>
                  </a:lnTo>
                  <a:lnTo>
                    <a:pt x="16456" y="901"/>
                  </a:lnTo>
                  <a:lnTo>
                    <a:pt x="15299" y="515"/>
                  </a:lnTo>
                  <a:lnTo>
                    <a:pt x="14142" y="258"/>
                  </a:lnTo>
                  <a:lnTo>
                    <a:pt x="12985"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19" name="Google Shape;7519;p531"/>
            <p:cNvSpPr/>
            <p:nvPr/>
          </p:nvSpPr>
          <p:spPr>
            <a:xfrm>
              <a:off x="2587075" y="1035175"/>
              <a:ext cx="250700" cy="173575"/>
            </a:xfrm>
            <a:custGeom>
              <a:avLst/>
              <a:gdLst/>
              <a:ahLst/>
              <a:cxnLst/>
              <a:rect l="l" t="t" r="r" b="b"/>
              <a:pathLst>
                <a:path w="10028" h="6943" extrusionOk="0">
                  <a:moveTo>
                    <a:pt x="1414" y="0"/>
                  </a:moveTo>
                  <a:lnTo>
                    <a:pt x="0" y="2829"/>
                  </a:lnTo>
                  <a:lnTo>
                    <a:pt x="8742" y="6943"/>
                  </a:lnTo>
                  <a:lnTo>
                    <a:pt x="10028" y="4114"/>
                  </a:lnTo>
                  <a:lnTo>
                    <a:pt x="1414"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20" name="Google Shape;7520;p531"/>
            <p:cNvSpPr/>
            <p:nvPr/>
          </p:nvSpPr>
          <p:spPr>
            <a:xfrm>
              <a:off x="2857025" y="1263375"/>
              <a:ext cx="80375" cy="237850"/>
            </a:xfrm>
            <a:custGeom>
              <a:avLst/>
              <a:gdLst/>
              <a:ahLst/>
              <a:cxnLst/>
              <a:rect l="l" t="t" r="r" b="b"/>
              <a:pathLst>
                <a:path w="3215" h="9514" extrusionOk="0">
                  <a:moveTo>
                    <a:pt x="1" y="0"/>
                  </a:moveTo>
                  <a:lnTo>
                    <a:pt x="1" y="9513"/>
                  </a:lnTo>
                  <a:lnTo>
                    <a:pt x="3215" y="9513"/>
                  </a:lnTo>
                  <a:lnTo>
                    <a:pt x="3215"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21" name="Google Shape;7521;p531"/>
            <p:cNvSpPr/>
            <p:nvPr/>
          </p:nvSpPr>
          <p:spPr>
            <a:xfrm>
              <a:off x="2857025" y="1639400"/>
              <a:ext cx="80375" cy="241075"/>
            </a:xfrm>
            <a:custGeom>
              <a:avLst/>
              <a:gdLst/>
              <a:ahLst/>
              <a:cxnLst/>
              <a:rect l="l" t="t" r="r" b="b"/>
              <a:pathLst>
                <a:path w="3215" h="9643" extrusionOk="0">
                  <a:moveTo>
                    <a:pt x="1" y="0"/>
                  </a:moveTo>
                  <a:lnTo>
                    <a:pt x="1" y="9642"/>
                  </a:lnTo>
                  <a:lnTo>
                    <a:pt x="3215" y="9642"/>
                  </a:lnTo>
                  <a:lnTo>
                    <a:pt x="3215"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22" name="Google Shape;7522;p531"/>
            <p:cNvSpPr/>
            <p:nvPr/>
          </p:nvSpPr>
          <p:spPr>
            <a:xfrm>
              <a:off x="5132525" y="524150"/>
              <a:ext cx="652450" cy="591400"/>
            </a:xfrm>
            <a:custGeom>
              <a:avLst/>
              <a:gdLst/>
              <a:ahLst/>
              <a:cxnLst/>
              <a:rect l="l" t="t" r="r" b="b"/>
              <a:pathLst>
                <a:path w="26098" h="23656" extrusionOk="0">
                  <a:moveTo>
                    <a:pt x="12985" y="1"/>
                  </a:moveTo>
                  <a:lnTo>
                    <a:pt x="11828" y="258"/>
                  </a:lnTo>
                  <a:lnTo>
                    <a:pt x="10671" y="515"/>
                  </a:lnTo>
                  <a:lnTo>
                    <a:pt x="9642" y="901"/>
                  </a:lnTo>
                  <a:lnTo>
                    <a:pt x="8614" y="1415"/>
                  </a:lnTo>
                  <a:lnTo>
                    <a:pt x="7585" y="1929"/>
                  </a:lnTo>
                  <a:lnTo>
                    <a:pt x="6685" y="2700"/>
                  </a:lnTo>
                  <a:lnTo>
                    <a:pt x="5785" y="3472"/>
                  </a:lnTo>
                  <a:lnTo>
                    <a:pt x="5014" y="4243"/>
                  </a:lnTo>
                  <a:lnTo>
                    <a:pt x="4371" y="5143"/>
                  </a:lnTo>
                  <a:lnTo>
                    <a:pt x="3728" y="6171"/>
                  </a:lnTo>
                  <a:lnTo>
                    <a:pt x="3343" y="7200"/>
                  </a:lnTo>
                  <a:lnTo>
                    <a:pt x="2828" y="8357"/>
                  </a:lnTo>
                  <a:lnTo>
                    <a:pt x="2571" y="9385"/>
                  </a:lnTo>
                  <a:lnTo>
                    <a:pt x="2443" y="10671"/>
                  </a:lnTo>
                  <a:lnTo>
                    <a:pt x="2314" y="11828"/>
                  </a:lnTo>
                  <a:lnTo>
                    <a:pt x="2443" y="12985"/>
                  </a:lnTo>
                  <a:lnTo>
                    <a:pt x="2571" y="14142"/>
                  </a:lnTo>
                  <a:lnTo>
                    <a:pt x="2828" y="15299"/>
                  </a:lnTo>
                  <a:lnTo>
                    <a:pt x="3214" y="16328"/>
                  </a:lnTo>
                  <a:lnTo>
                    <a:pt x="0" y="17870"/>
                  </a:lnTo>
                  <a:lnTo>
                    <a:pt x="1414" y="20699"/>
                  </a:lnTo>
                  <a:lnTo>
                    <a:pt x="4885" y="19156"/>
                  </a:lnTo>
                  <a:lnTo>
                    <a:pt x="5657" y="20056"/>
                  </a:lnTo>
                  <a:lnTo>
                    <a:pt x="6685" y="20956"/>
                  </a:lnTo>
                  <a:lnTo>
                    <a:pt x="7714" y="21727"/>
                  </a:lnTo>
                  <a:lnTo>
                    <a:pt x="8871" y="22498"/>
                  </a:lnTo>
                  <a:lnTo>
                    <a:pt x="10156" y="23013"/>
                  </a:lnTo>
                  <a:lnTo>
                    <a:pt x="11442" y="23398"/>
                  </a:lnTo>
                  <a:lnTo>
                    <a:pt x="12856" y="23655"/>
                  </a:lnTo>
                  <a:lnTo>
                    <a:pt x="15427" y="23655"/>
                  </a:lnTo>
                  <a:lnTo>
                    <a:pt x="16584" y="23398"/>
                  </a:lnTo>
                  <a:lnTo>
                    <a:pt x="17741" y="23141"/>
                  </a:lnTo>
                  <a:lnTo>
                    <a:pt x="18898" y="22756"/>
                  </a:lnTo>
                  <a:lnTo>
                    <a:pt x="19927" y="22241"/>
                  </a:lnTo>
                  <a:lnTo>
                    <a:pt x="20827" y="21598"/>
                  </a:lnTo>
                  <a:lnTo>
                    <a:pt x="21727" y="20956"/>
                  </a:lnTo>
                  <a:lnTo>
                    <a:pt x="22626" y="20184"/>
                  </a:lnTo>
                  <a:lnTo>
                    <a:pt x="23398" y="19413"/>
                  </a:lnTo>
                  <a:lnTo>
                    <a:pt x="24041" y="18513"/>
                  </a:lnTo>
                  <a:lnTo>
                    <a:pt x="24683" y="17485"/>
                  </a:lnTo>
                  <a:lnTo>
                    <a:pt x="25198" y="16456"/>
                  </a:lnTo>
                  <a:lnTo>
                    <a:pt x="25583" y="15299"/>
                  </a:lnTo>
                  <a:lnTo>
                    <a:pt x="25840" y="14271"/>
                  </a:lnTo>
                  <a:lnTo>
                    <a:pt x="25969" y="12985"/>
                  </a:lnTo>
                  <a:lnTo>
                    <a:pt x="26098" y="11828"/>
                  </a:lnTo>
                  <a:lnTo>
                    <a:pt x="25969" y="10671"/>
                  </a:lnTo>
                  <a:lnTo>
                    <a:pt x="25840" y="9385"/>
                  </a:lnTo>
                  <a:lnTo>
                    <a:pt x="25583" y="8357"/>
                  </a:lnTo>
                  <a:lnTo>
                    <a:pt x="25198" y="7200"/>
                  </a:lnTo>
                  <a:lnTo>
                    <a:pt x="24683" y="6171"/>
                  </a:lnTo>
                  <a:lnTo>
                    <a:pt x="24041" y="5143"/>
                  </a:lnTo>
                  <a:lnTo>
                    <a:pt x="23398" y="4243"/>
                  </a:lnTo>
                  <a:lnTo>
                    <a:pt x="22626" y="3472"/>
                  </a:lnTo>
                  <a:lnTo>
                    <a:pt x="21727" y="2700"/>
                  </a:lnTo>
                  <a:lnTo>
                    <a:pt x="20827" y="1929"/>
                  </a:lnTo>
                  <a:lnTo>
                    <a:pt x="19927" y="1415"/>
                  </a:lnTo>
                  <a:lnTo>
                    <a:pt x="18898" y="901"/>
                  </a:lnTo>
                  <a:lnTo>
                    <a:pt x="17741" y="515"/>
                  </a:lnTo>
                  <a:lnTo>
                    <a:pt x="16584" y="258"/>
                  </a:lnTo>
                  <a:lnTo>
                    <a:pt x="15427"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23" name="Google Shape;7523;p531"/>
            <p:cNvSpPr/>
            <p:nvPr/>
          </p:nvSpPr>
          <p:spPr>
            <a:xfrm>
              <a:off x="4692200" y="1632975"/>
              <a:ext cx="80375" cy="241075"/>
            </a:xfrm>
            <a:custGeom>
              <a:avLst/>
              <a:gdLst/>
              <a:ahLst/>
              <a:cxnLst/>
              <a:rect l="l" t="t" r="r" b="b"/>
              <a:pathLst>
                <a:path w="3215" h="9643" extrusionOk="0">
                  <a:moveTo>
                    <a:pt x="1" y="0"/>
                  </a:moveTo>
                  <a:lnTo>
                    <a:pt x="1" y="9642"/>
                  </a:lnTo>
                  <a:lnTo>
                    <a:pt x="3215" y="9642"/>
                  </a:lnTo>
                  <a:lnTo>
                    <a:pt x="3215"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24" name="Google Shape;7524;p531"/>
            <p:cNvSpPr/>
            <p:nvPr/>
          </p:nvSpPr>
          <p:spPr>
            <a:xfrm>
              <a:off x="4692200" y="1256925"/>
              <a:ext cx="80375" cy="241075"/>
            </a:xfrm>
            <a:custGeom>
              <a:avLst/>
              <a:gdLst/>
              <a:ahLst/>
              <a:cxnLst/>
              <a:rect l="l" t="t" r="r" b="b"/>
              <a:pathLst>
                <a:path w="3215" h="9643" extrusionOk="0">
                  <a:moveTo>
                    <a:pt x="1" y="1"/>
                  </a:moveTo>
                  <a:lnTo>
                    <a:pt x="1" y="9643"/>
                  </a:lnTo>
                  <a:lnTo>
                    <a:pt x="3215" y="9643"/>
                  </a:lnTo>
                  <a:lnTo>
                    <a:pt x="3215"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25" name="Google Shape;7525;p531"/>
            <p:cNvSpPr/>
            <p:nvPr/>
          </p:nvSpPr>
          <p:spPr>
            <a:xfrm>
              <a:off x="4791850" y="1028750"/>
              <a:ext cx="250700" cy="176800"/>
            </a:xfrm>
            <a:custGeom>
              <a:avLst/>
              <a:gdLst/>
              <a:ahLst/>
              <a:cxnLst/>
              <a:rect l="l" t="t" r="r" b="b"/>
              <a:pathLst>
                <a:path w="10028" h="7072" extrusionOk="0">
                  <a:moveTo>
                    <a:pt x="8613" y="0"/>
                  </a:moveTo>
                  <a:lnTo>
                    <a:pt x="0" y="4114"/>
                  </a:lnTo>
                  <a:lnTo>
                    <a:pt x="1286" y="7071"/>
                  </a:lnTo>
                  <a:lnTo>
                    <a:pt x="10028" y="2957"/>
                  </a:lnTo>
                  <a:lnTo>
                    <a:pt x="8613"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26" name="Google Shape;7526;p531"/>
            <p:cNvSpPr/>
            <p:nvPr/>
          </p:nvSpPr>
          <p:spPr>
            <a:xfrm>
              <a:off x="3519100" y="4882275"/>
              <a:ext cx="594625" cy="594600"/>
            </a:xfrm>
            <a:custGeom>
              <a:avLst/>
              <a:gdLst/>
              <a:ahLst/>
              <a:cxnLst/>
              <a:rect l="l" t="t" r="r" b="b"/>
              <a:pathLst>
                <a:path w="23785" h="23784" extrusionOk="0">
                  <a:moveTo>
                    <a:pt x="11828" y="5529"/>
                  </a:moveTo>
                  <a:lnTo>
                    <a:pt x="13114" y="5657"/>
                  </a:lnTo>
                  <a:lnTo>
                    <a:pt x="14400" y="6043"/>
                  </a:lnTo>
                  <a:lnTo>
                    <a:pt x="15428" y="6686"/>
                  </a:lnTo>
                  <a:lnTo>
                    <a:pt x="16328" y="7457"/>
                  </a:lnTo>
                  <a:lnTo>
                    <a:pt x="17099" y="8357"/>
                  </a:lnTo>
                  <a:lnTo>
                    <a:pt x="17742" y="9385"/>
                  </a:lnTo>
                  <a:lnTo>
                    <a:pt x="18128" y="10671"/>
                  </a:lnTo>
                  <a:lnTo>
                    <a:pt x="18256" y="11957"/>
                  </a:lnTo>
                  <a:lnTo>
                    <a:pt x="18128" y="13114"/>
                  </a:lnTo>
                  <a:lnTo>
                    <a:pt x="17742" y="14399"/>
                  </a:lnTo>
                  <a:lnTo>
                    <a:pt x="17099" y="15428"/>
                  </a:lnTo>
                  <a:lnTo>
                    <a:pt x="16328" y="16456"/>
                  </a:lnTo>
                  <a:lnTo>
                    <a:pt x="15428" y="17228"/>
                  </a:lnTo>
                  <a:lnTo>
                    <a:pt x="14400" y="17742"/>
                  </a:lnTo>
                  <a:lnTo>
                    <a:pt x="13114" y="18127"/>
                  </a:lnTo>
                  <a:lnTo>
                    <a:pt x="11828" y="18256"/>
                  </a:lnTo>
                  <a:lnTo>
                    <a:pt x="10543" y="18127"/>
                  </a:lnTo>
                  <a:lnTo>
                    <a:pt x="9386" y="17742"/>
                  </a:lnTo>
                  <a:lnTo>
                    <a:pt x="8357" y="17228"/>
                  </a:lnTo>
                  <a:lnTo>
                    <a:pt x="7329" y="16456"/>
                  </a:lnTo>
                  <a:lnTo>
                    <a:pt x="6557" y="15428"/>
                  </a:lnTo>
                  <a:lnTo>
                    <a:pt x="6043" y="14399"/>
                  </a:lnTo>
                  <a:lnTo>
                    <a:pt x="5658" y="13114"/>
                  </a:lnTo>
                  <a:lnTo>
                    <a:pt x="5529" y="11957"/>
                  </a:lnTo>
                  <a:lnTo>
                    <a:pt x="5658" y="10671"/>
                  </a:lnTo>
                  <a:lnTo>
                    <a:pt x="6043" y="9385"/>
                  </a:lnTo>
                  <a:lnTo>
                    <a:pt x="6557" y="8357"/>
                  </a:lnTo>
                  <a:lnTo>
                    <a:pt x="7329" y="7457"/>
                  </a:lnTo>
                  <a:lnTo>
                    <a:pt x="8357" y="6686"/>
                  </a:lnTo>
                  <a:lnTo>
                    <a:pt x="9386" y="6043"/>
                  </a:lnTo>
                  <a:lnTo>
                    <a:pt x="10543" y="5657"/>
                  </a:lnTo>
                  <a:lnTo>
                    <a:pt x="11828" y="5529"/>
                  </a:lnTo>
                  <a:close/>
                  <a:moveTo>
                    <a:pt x="10671" y="1"/>
                  </a:moveTo>
                  <a:lnTo>
                    <a:pt x="9514" y="258"/>
                  </a:lnTo>
                  <a:lnTo>
                    <a:pt x="8357" y="515"/>
                  </a:lnTo>
                  <a:lnTo>
                    <a:pt x="7200" y="901"/>
                  </a:lnTo>
                  <a:lnTo>
                    <a:pt x="6172" y="1415"/>
                  </a:lnTo>
                  <a:lnTo>
                    <a:pt x="5272" y="2058"/>
                  </a:lnTo>
                  <a:lnTo>
                    <a:pt x="4372" y="2700"/>
                  </a:lnTo>
                  <a:lnTo>
                    <a:pt x="3472" y="3472"/>
                  </a:lnTo>
                  <a:lnTo>
                    <a:pt x="2701" y="4372"/>
                  </a:lnTo>
                  <a:lnTo>
                    <a:pt x="2058" y="5272"/>
                  </a:lnTo>
                  <a:lnTo>
                    <a:pt x="1415" y="6172"/>
                  </a:lnTo>
                  <a:lnTo>
                    <a:pt x="901" y="7200"/>
                  </a:lnTo>
                  <a:lnTo>
                    <a:pt x="515" y="8357"/>
                  </a:lnTo>
                  <a:lnTo>
                    <a:pt x="258" y="9514"/>
                  </a:lnTo>
                  <a:lnTo>
                    <a:pt x="130" y="10671"/>
                  </a:lnTo>
                  <a:lnTo>
                    <a:pt x="1" y="11828"/>
                  </a:lnTo>
                  <a:lnTo>
                    <a:pt x="130" y="13114"/>
                  </a:lnTo>
                  <a:lnTo>
                    <a:pt x="258" y="14271"/>
                  </a:lnTo>
                  <a:lnTo>
                    <a:pt x="515" y="15428"/>
                  </a:lnTo>
                  <a:lnTo>
                    <a:pt x="901" y="16456"/>
                  </a:lnTo>
                  <a:lnTo>
                    <a:pt x="1415" y="17485"/>
                  </a:lnTo>
                  <a:lnTo>
                    <a:pt x="2058" y="18513"/>
                  </a:lnTo>
                  <a:lnTo>
                    <a:pt x="2701" y="19413"/>
                  </a:lnTo>
                  <a:lnTo>
                    <a:pt x="3472" y="20184"/>
                  </a:lnTo>
                  <a:lnTo>
                    <a:pt x="4372" y="20956"/>
                  </a:lnTo>
                  <a:lnTo>
                    <a:pt x="5272" y="21727"/>
                  </a:lnTo>
                  <a:lnTo>
                    <a:pt x="6172" y="22241"/>
                  </a:lnTo>
                  <a:lnTo>
                    <a:pt x="7200" y="22756"/>
                  </a:lnTo>
                  <a:lnTo>
                    <a:pt x="8357" y="23141"/>
                  </a:lnTo>
                  <a:lnTo>
                    <a:pt x="9514" y="23527"/>
                  </a:lnTo>
                  <a:lnTo>
                    <a:pt x="10671" y="23655"/>
                  </a:lnTo>
                  <a:lnTo>
                    <a:pt x="11828" y="23784"/>
                  </a:lnTo>
                  <a:lnTo>
                    <a:pt x="13114" y="23655"/>
                  </a:lnTo>
                  <a:lnTo>
                    <a:pt x="14271" y="23527"/>
                  </a:lnTo>
                  <a:lnTo>
                    <a:pt x="15428" y="23141"/>
                  </a:lnTo>
                  <a:lnTo>
                    <a:pt x="16456" y="22756"/>
                  </a:lnTo>
                  <a:lnTo>
                    <a:pt x="17485" y="22241"/>
                  </a:lnTo>
                  <a:lnTo>
                    <a:pt x="18513" y="21727"/>
                  </a:lnTo>
                  <a:lnTo>
                    <a:pt x="19413" y="20956"/>
                  </a:lnTo>
                  <a:lnTo>
                    <a:pt x="20313" y="20184"/>
                  </a:lnTo>
                  <a:lnTo>
                    <a:pt x="21085" y="19413"/>
                  </a:lnTo>
                  <a:lnTo>
                    <a:pt x="21727" y="18513"/>
                  </a:lnTo>
                  <a:lnTo>
                    <a:pt x="22370" y="17485"/>
                  </a:lnTo>
                  <a:lnTo>
                    <a:pt x="22756" y="16456"/>
                  </a:lnTo>
                  <a:lnTo>
                    <a:pt x="23270" y="15428"/>
                  </a:lnTo>
                  <a:lnTo>
                    <a:pt x="23527" y="14271"/>
                  </a:lnTo>
                  <a:lnTo>
                    <a:pt x="23656" y="13114"/>
                  </a:lnTo>
                  <a:lnTo>
                    <a:pt x="23784" y="11828"/>
                  </a:lnTo>
                  <a:lnTo>
                    <a:pt x="23656" y="10671"/>
                  </a:lnTo>
                  <a:lnTo>
                    <a:pt x="23527" y="9514"/>
                  </a:lnTo>
                  <a:lnTo>
                    <a:pt x="23270" y="8357"/>
                  </a:lnTo>
                  <a:lnTo>
                    <a:pt x="22756" y="7200"/>
                  </a:lnTo>
                  <a:lnTo>
                    <a:pt x="22370" y="6172"/>
                  </a:lnTo>
                  <a:lnTo>
                    <a:pt x="21727" y="5272"/>
                  </a:lnTo>
                  <a:lnTo>
                    <a:pt x="21085" y="4372"/>
                  </a:lnTo>
                  <a:lnTo>
                    <a:pt x="20313" y="3472"/>
                  </a:lnTo>
                  <a:lnTo>
                    <a:pt x="19413" y="2700"/>
                  </a:lnTo>
                  <a:lnTo>
                    <a:pt x="18513" y="2058"/>
                  </a:lnTo>
                  <a:lnTo>
                    <a:pt x="17485" y="1415"/>
                  </a:lnTo>
                  <a:lnTo>
                    <a:pt x="16456" y="901"/>
                  </a:lnTo>
                  <a:lnTo>
                    <a:pt x="15428" y="515"/>
                  </a:lnTo>
                  <a:lnTo>
                    <a:pt x="14271" y="258"/>
                  </a:lnTo>
                  <a:lnTo>
                    <a:pt x="13114"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27" name="Google Shape;7527;p531"/>
            <p:cNvSpPr/>
            <p:nvPr/>
          </p:nvSpPr>
          <p:spPr>
            <a:xfrm>
              <a:off x="3776225" y="4188075"/>
              <a:ext cx="77175" cy="199275"/>
            </a:xfrm>
            <a:custGeom>
              <a:avLst/>
              <a:gdLst/>
              <a:ahLst/>
              <a:cxnLst/>
              <a:rect l="l" t="t" r="r" b="b"/>
              <a:pathLst>
                <a:path w="3087" h="7971" extrusionOk="0">
                  <a:moveTo>
                    <a:pt x="1" y="0"/>
                  </a:moveTo>
                  <a:lnTo>
                    <a:pt x="1" y="7971"/>
                  </a:lnTo>
                  <a:lnTo>
                    <a:pt x="3086" y="7971"/>
                  </a:lnTo>
                  <a:lnTo>
                    <a:pt x="3086"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28" name="Google Shape;7528;p531"/>
            <p:cNvSpPr/>
            <p:nvPr/>
          </p:nvSpPr>
          <p:spPr>
            <a:xfrm>
              <a:off x="3776225" y="4525525"/>
              <a:ext cx="77175" cy="241075"/>
            </a:xfrm>
            <a:custGeom>
              <a:avLst/>
              <a:gdLst/>
              <a:ahLst/>
              <a:cxnLst/>
              <a:rect l="l" t="t" r="r" b="b"/>
              <a:pathLst>
                <a:path w="3087" h="9643" extrusionOk="0">
                  <a:moveTo>
                    <a:pt x="1" y="1"/>
                  </a:moveTo>
                  <a:lnTo>
                    <a:pt x="1" y="9643"/>
                  </a:lnTo>
                  <a:lnTo>
                    <a:pt x="3086" y="9643"/>
                  </a:lnTo>
                  <a:lnTo>
                    <a:pt x="3086"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29" name="Google Shape;7529;p531"/>
            <p:cNvSpPr/>
            <p:nvPr/>
          </p:nvSpPr>
          <p:spPr>
            <a:xfrm>
              <a:off x="3519100" y="238125"/>
              <a:ext cx="594625" cy="591375"/>
            </a:xfrm>
            <a:custGeom>
              <a:avLst/>
              <a:gdLst/>
              <a:ahLst/>
              <a:cxnLst/>
              <a:rect l="l" t="t" r="r" b="b"/>
              <a:pathLst>
                <a:path w="23785" h="23655" extrusionOk="0">
                  <a:moveTo>
                    <a:pt x="11828" y="5399"/>
                  </a:moveTo>
                  <a:lnTo>
                    <a:pt x="13114" y="5528"/>
                  </a:lnTo>
                  <a:lnTo>
                    <a:pt x="14400" y="5914"/>
                  </a:lnTo>
                  <a:lnTo>
                    <a:pt x="15428" y="6556"/>
                  </a:lnTo>
                  <a:lnTo>
                    <a:pt x="16328" y="7328"/>
                  </a:lnTo>
                  <a:lnTo>
                    <a:pt x="17099" y="8228"/>
                  </a:lnTo>
                  <a:lnTo>
                    <a:pt x="17742" y="9385"/>
                  </a:lnTo>
                  <a:lnTo>
                    <a:pt x="18128" y="10542"/>
                  </a:lnTo>
                  <a:lnTo>
                    <a:pt x="18256" y="11827"/>
                  </a:lnTo>
                  <a:lnTo>
                    <a:pt x="18128" y="13113"/>
                  </a:lnTo>
                  <a:lnTo>
                    <a:pt x="17742" y="14270"/>
                  </a:lnTo>
                  <a:lnTo>
                    <a:pt x="17099" y="15427"/>
                  </a:lnTo>
                  <a:lnTo>
                    <a:pt x="16328" y="16327"/>
                  </a:lnTo>
                  <a:lnTo>
                    <a:pt x="15428" y="17098"/>
                  </a:lnTo>
                  <a:lnTo>
                    <a:pt x="14400" y="17741"/>
                  </a:lnTo>
                  <a:lnTo>
                    <a:pt x="13114" y="18127"/>
                  </a:lnTo>
                  <a:lnTo>
                    <a:pt x="11828" y="18255"/>
                  </a:lnTo>
                  <a:lnTo>
                    <a:pt x="10543" y="18127"/>
                  </a:lnTo>
                  <a:lnTo>
                    <a:pt x="9386" y="17741"/>
                  </a:lnTo>
                  <a:lnTo>
                    <a:pt x="8357" y="17098"/>
                  </a:lnTo>
                  <a:lnTo>
                    <a:pt x="7329" y="16327"/>
                  </a:lnTo>
                  <a:lnTo>
                    <a:pt x="6557" y="15427"/>
                  </a:lnTo>
                  <a:lnTo>
                    <a:pt x="6043" y="14270"/>
                  </a:lnTo>
                  <a:lnTo>
                    <a:pt x="5658" y="13113"/>
                  </a:lnTo>
                  <a:lnTo>
                    <a:pt x="5529" y="11827"/>
                  </a:lnTo>
                  <a:lnTo>
                    <a:pt x="5658" y="10542"/>
                  </a:lnTo>
                  <a:lnTo>
                    <a:pt x="6043" y="9385"/>
                  </a:lnTo>
                  <a:lnTo>
                    <a:pt x="6557" y="8356"/>
                  </a:lnTo>
                  <a:lnTo>
                    <a:pt x="7329" y="7328"/>
                  </a:lnTo>
                  <a:lnTo>
                    <a:pt x="8357" y="6556"/>
                  </a:lnTo>
                  <a:lnTo>
                    <a:pt x="9386" y="5914"/>
                  </a:lnTo>
                  <a:lnTo>
                    <a:pt x="10543" y="5528"/>
                  </a:lnTo>
                  <a:lnTo>
                    <a:pt x="11828" y="5399"/>
                  </a:lnTo>
                  <a:close/>
                  <a:moveTo>
                    <a:pt x="10671" y="0"/>
                  </a:moveTo>
                  <a:lnTo>
                    <a:pt x="9514" y="129"/>
                  </a:lnTo>
                  <a:lnTo>
                    <a:pt x="8357" y="514"/>
                  </a:lnTo>
                  <a:lnTo>
                    <a:pt x="7200" y="900"/>
                  </a:lnTo>
                  <a:lnTo>
                    <a:pt x="6172" y="1414"/>
                  </a:lnTo>
                  <a:lnTo>
                    <a:pt x="5272" y="1928"/>
                  </a:lnTo>
                  <a:lnTo>
                    <a:pt x="4372" y="2700"/>
                  </a:lnTo>
                  <a:lnTo>
                    <a:pt x="3472" y="3471"/>
                  </a:lnTo>
                  <a:lnTo>
                    <a:pt x="2701" y="4242"/>
                  </a:lnTo>
                  <a:lnTo>
                    <a:pt x="2058" y="5142"/>
                  </a:lnTo>
                  <a:lnTo>
                    <a:pt x="1415" y="6171"/>
                  </a:lnTo>
                  <a:lnTo>
                    <a:pt x="901" y="7199"/>
                  </a:lnTo>
                  <a:lnTo>
                    <a:pt x="515" y="8228"/>
                  </a:lnTo>
                  <a:lnTo>
                    <a:pt x="258" y="9385"/>
                  </a:lnTo>
                  <a:lnTo>
                    <a:pt x="130" y="10542"/>
                  </a:lnTo>
                  <a:lnTo>
                    <a:pt x="1" y="11827"/>
                  </a:lnTo>
                  <a:lnTo>
                    <a:pt x="130" y="12984"/>
                  </a:lnTo>
                  <a:lnTo>
                    <a:pt x="258" y="14141"/>
                  </a:lnTo>
                  <a:lnTo>
                    <a:pt x="515" y="15298"/>
                  </a:lnTo>
                  <a:lnTo>
                    <a:pt x="901" y="16455"/>
                  </a:lnTo>
                  <a:lnTo>
                    <a:pt x="1415" y="17484"/>
                  </a:lnTo>
                  <a:lnTo>
                    <a:pt x="2058" y="18384"/>
                  </a:lnTo>
                  <a:lnTo>
                    <a:pt x="2701" y="19412"/>
                  </a:lnTo>
                  <a:lnTo>
                    <a:pt x="3472" y="20184"/>
                  </a:lnTo>
                  <a:lnTo>
                    <a:pt x="4372" y="20955"/>
                  </a:lnTo>
                  <a:lnTo>
                    <a:pt x="5272" y="21598"/>
                  </a:lnTo>
                  <a:lnTo>
                    <a:pt x="6172" y="22241"/>
                  </a:lnTo>
                  <a:lnTo>
                    <a:pt x="7200" y="22755"/>
                  </a:lnTo>
                  <a:lnTo>
                    <a:pt x="8357" y="23140"/>
                  </a:lnTo>
                  <a:lnTo>
                    <a:pt x="9514" y="23398"/>
                  </a:lnTo>
                  <a:lnTo>
                    <a:pt x="10671" y="23655"/>
                  </a:lnTo>
                  <a:lnTo>
                    <a:pt x="13114" y="23655"/>
                  </a:lnTo>
                  <a:lnTo>
                    <a:pt x="14271" y="23398"/>
                  </a:lnTo>
                  <a:lnTo>
                    <a:pt x="15428" y="23140"/>
                  </a:lnTo>
                  <a:lnTo>
                    <a:pt x="16456" y="22755"/>
                  </a:lnTo>
                  <a:lnTo>
                    <a:pt x="17485" y="22241"/>
                  </a:lnTo>
                  <a:lnTo>
                    <a:pt x="18513" y="21598"/>
                  </a:lnTo>
                  <a:lnTo>
                    <a:pt x="19413" y="20955"/>
                  </a:lnTo>
                  <a:lnTo>
                    <a:pt x="20313" y="20184"/>
                  </a:lnTo>
                  <a:lnTo>
                    <a:pt x="21085" y="19412"/>
                  </a:lnTo>
                  <a:lnTo>
                    <a:pt x="21727" y="18512"/>
                  </a:lnTo>
                  <a:lnTo>
                    <a:pt x="22370" y="17484"/>
                  </a:lnTo>
                  <a:lnTo>
                    <a:pt x="22756" y="16455"/>
                  </a:lnTo>
                  <a:lnTo>
                    <a:pt x="23270" y="15298"/>
                  </a:lnTo>
                  <a:lnTo>
                    <a:pt x="23527" y="14270"/>
                  </a:lnTo>
                  <a:lnTo>
                    <a:pt x="23656" y="12984"/>
                  </a:lnTo>
                  <a:lnTo>
                    <a:pt x="23784" y="11827"/>
                  </a:lnTo>
                  <a:lnTo>
                    <a:pt x="23656" y="10542"/>
                  </a:lnTo>
                  <a:lnTo>
                    <a:pt x="23527" y="9385"/>
                  </a:lnTo>
                  <a:lnTo>
                    <a:pt x="23270" y="8228"/>
                  </a:lnTo>
                  <a:lnTo>
                    <a:pt x="22756" y="7199"/>
                  </a:lnTo>
                  <a:lnTo>
                    <a:pt x="22370" y="6171"/>
                  </a:lnTo>
                  <a:lnTo>
                    <a:pt x="21727" y="5142"/>
                  </a:lnTo>
                  <a:lnTo>
                    <a:pt x="21085" y="4242"/>
                  </a:lnTo>
                  <a:lnTo>
                    <a:pt x="20313" y="3343"/>
                  </a:lnTo>
                  <a:lnTo>
                    <a:pt x="19413" y="2700"/>
                  </a:lnTo>
                  <a:lnTo>
                    <a:pt x="18513" y="1928"/>
                  </a:lnTo>
                  <a:lnTo>
                    <a:pt x="17485" y="1414"/>
                  </a:lnTo>
                  <a:lnTo>
                    <a:pt x="16456" y="900"/>
                  </a:lnTo>
                  <a:lnTo>
                    <a:pt x="15428" y="514"/>
                  </a:lnTo>
                  <a:lnTo>
                    <a:pt x="14271" y="129"/>
                  </a:lnTo>
                  <a:lnTo>
                    <a:pt x="13114"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30" name="Google Shape;7530;p531"/>
            <p:cNvSpPr/>
            <p:nvPr/>
          </p:nvSpPr>
          <p:spPr>
            <a:xfrm>
              <a:off x="3776225" y="1324425"/>
              <a:ext cx="77175" cy="199300"/>
            </a:xfrm>
            <a:custGeom>
              <a:avLst/>
              <a:gdLst/>
              <a:ahLst/>
              <a:cxnLst/>
              <a:rect l="l" t="t" r="r" b="b"/>
              <a:pathLst>
                <a:path w="3087" h="7972" extrusionOk="0">
                  <a:moveTo>
                    <a:pt x="1" y="1"/>
                  </a:moveTo>
                  <a:lnTo>
                    <a:pt x="1" y="7971"/>
                  </a:lnTo>
                  <a:lnTo>
                    <a:pt x="3086" y="7971"/>
                  </a:lnTo>
                  <a:lnTo>
                    <a:pt x="3086"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31" name="Google Shape;7531;p531"/>
            <p:cNvSpPr/>
            <p:nvPr/>
          </p:nvSpPr>
          <p:spPr>
            <a:xfrm>
              <a:off x="3776225" y="945175"/>
              <a:ext cx="77175" cy="241075"/>
            </a:xfrm>
            <a:custGeom>
              <a:avLst/>
              <a:gdLst/>
              <a:ahLst/>
              <a:cxnLst/>
              <a:rect l="l" t="t" r="r" b="b"/>
              <a:pathLst>
                <a:path w="3087" h="9643" extrusionOk="0">
                  <a:moveTo>
                    <a:pt x="1" y="1"/>
                  </a:moveTo>
                  <a:lnTo>
                    <a:pt x="1" y="9643"/>
                  </a:lnTo>
                  <a:lnTo>
                    <a:pt x="3086" y="9643"/>
                  </a:lnTo>
                  <a:lnTo>
                    <a:pt x="3086"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32" name="Google Shape;7532;p531"/>
            <p:cNvSpPr/>
            <p:nvPr/>
          </p:nvSpPr>
          <p:spPr>
            <a:xfrm>
              <a:off x="1790000" y="4596250"/>
              <a:ext cx="694250" cy="591375"/>
            </a:xfrm>
            <a:custGeom>
              <a:avLst/>
              <a:gdLst/>
              <a:ahLst/>
              <a:cxnLst/>
              <a:rect l="l" t="t" r="r" b="b"/>
              <a:pathLst>
                <a:path w="27770" h="23655" extrusionOk="0">
                  <a:moveTo>
                    <a:pt x="10671" y="0"/>
                  </a:moveTo>
                  <a:lnTo>
                    <a:pt x="9514" y="257"/>
                  </a:lnTo>
                  <a:lnTo>
                    <a:pt x="8357" y="514"/>
                  </a:lnTo>
                  <a:lnTo>
                    <a:pt x="7200" y="900"/>
                  </a:lnTo>
                  <a:lnTo>
                    <a:pt x="6171" y="1414"/>
                  </a:lnTo>
                  <a:lnTo>
                    <a:pt x="5272" y="2057"/>
                  </a:lnTo>
                  <a:lnTo>
                    <a:pt x="4372" y="2700"/>
                  </a:lnTo>
                  <a:lnTo>
                    <a:pt x="3472" y="3471"/>
                  </a:lnTo>
                  <a:lnTo>
                    <a:pt x="2700" y="4242"/>
                  </a:lnTo>
                  <a:lnTo>
                    <a:pt x="2058" y="5271"/>
                  </a:lnTo>
                  <a:lnTo>
                    <a:pt x="1415" y="6171"/>
                  </a:lnTo>
                  <a:lnTo>
                    <a:pt x="901" y="7199"/>
                  </a:lnTo>
                  <a:lnTo>
                    <a:pt x="515" y="8356"/>
                  </a:lnTo>
                  <a:lnTo>
                    <a:pt x="258" y="9513"/>
                  </a:lnTo>
                  <a:lnTo>
                    <a:pt x="1" y="10670"/>
                  </a:lnTo>
                  <a:lnTo>
                    <a:pt x="1" y="11827"/>
                  </a:lnTo>
                  <a:lnTo>
                    <a:pt x="1" y="13113"/>
                  </a:lnTo>
                  <a:lnTo>
                    <a:pt x="258" y="14270"/>
                  </a:lnTo>
                  <a:lnTo>
                    <a:pt x="515" y="15427"/>
                  </a:lnTo>
                  <a:lnTo>
                    <a:pt x="901" y="16455"/>
                  </a:lnTo>
                  <a:lnTo>
                    <a:pt x="1415" y="17484"/>
                  </a:lnTo>
                  <a:lnTo>
                    <a:pt x="2058" y="18512"/>
                  </a:lnTo>
                  <a:lnTo>
                    <a:pt x="2700" y="19412"/>
                  </a:lnTo>
                  <a:lnTo>
                    <a:pt x="3472" y="20184"/>
                  </a:lnTo>
                  <a:lnTo>
                    <a:pt x="4372" y="20955"/>
                  </a:lnTo>
                  <a:lnTo>
                    <a:pt x="5272" y="21726"/>
                  </a:lnTo>
                  <a:lnTo>
                    <a:pt x="6171" y="22241"/>
                  </a:lnTo>
                  <a:lnTo>
                    <a:pt x="7200" y="22755"/>
                  </a:lnTo>
                  <a:lnTo>
                    <a:pt x="8357" y="23141"/>
                  </a:lnTo>
                  <a:lnTo>
                    <a:pt x="9514" y="23526"/>
                  </a:lnTo>
                  <a:lnTo>
                    <a:pt x="10671" y="23655"/>
                  </a:lnTo>
                  <a:lnTo>
                    <a:pt x="13114" y="23655"/>
                  </a:lnTo>
                  <a:lnTo>
                    <a:pt x="14271" y="23526"/>
                  </a:lnTo>
                  <a:lnTo>
                    <a:pt x="15428" y="23141"/>
                  </a:lnTo>
                  <a:lnTo>
                    <a:pt x="16456" y="22755"/>
                  </a:lnTo>
                  <a:lnTo>
                    <a:pt x="17485" y="22241"/>
                  </a:lnTo>
                  <a:lnTo>
                    <a:pt x="18513" y="21726"/>
                  </a:lnTo>
                  <a:lnTo>
                    <a:pt x="19413" y="20955"/>
                  </a:lnTo>
                  <a:lnTo>
                    <a:pt x="20313" y="20184"/>
                  </a:lnTo>
                  <a:lnTo>
                    <a:pt x="20956" y="19412"/>
                  </a:lnTo>
                  <a:lnTo>
                    <a:pt x="21727" y="18512"/>
                  </a:lnTo>
                  <a:lnTo>
                    <a:pt x="22241" y="17484"/>
                  </a:lnTo>
                  <a:lnTo>
                    <a:pt x="22755" y="16455"/>
                  </a:lnTo>
                  <a:lnTo>
                    <a:pt x="23141" y="15427"/>
                  </a:lnTo>
                  <a:lnTo>
                    <a:pt x="23527" y="14270"/>
                  </a:lnTo>
                  <a:lnTo>
                    <a:pt x="23655" y="13113"/>
                  </a:lnTo>
                  <a:lnTo>
                    <a:pt x="23784" y="11827"/>
                  </a:lnTo>
                  <a:lnTo>
                    <a:pt x="23655" y="10799"/>
                  </a:lnTo>
                  <a:lnTo>
                    <a:pt x="23527" y="9770"/>
                  </a:lnTo>
                  <a:lnTo>
                    <a:pt x="23398" y="8742"/>
                  </a:lnTo>
                  <a:lnTo>
                    <a:pt x="23013" y="7842"/>
                  </a:lnTo>
                  <a:lnTo>
                    <a:pt x="27769" y="5657"/>
                  </a:lnTo>
                  <a:lnTo>
                    <a:pt x="26484" y="2700"/>
                  </a:lnTo>
                  <a:lnTo>
                    <a:pt x="21598" y="5014"/>
                  </a:lnTo>
                  <a:lnTo>
                    <a:pt x="20699" y="3985"/>
                  </a:lnTo>
                  <a:lnTo>
                    <a:pt x="19670" y="2957"/>
                  </a:lnTo>
                  <a:lnTo>
                    <a:pt x="18642" y="2057"/>
                  </a:lnTo>
                  <a:lnTo>
                    <a:pt x="17485" y="1414"/>
                  </a:lnTo>
                  <a:lnTo>
                    <a:pt x="16199" y="771"/>
                  </a:lnTo>
                  <a:lnTo>
                    <a:pt x="14785" y="386"/>
                  </a:lnTo>
                  <a:lnTo>
                    <a:pt x="13371" y="129"/>
                  </a:lnTo>
                  <a:lnTo>
                    <a:pt x="11828"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33" name="Google Shape;7533;p531"/>
            <p:cNvSpPr/>
            <p:nvPr/>
          </p:nvSpPr>
          <p:spPr>
            <a:xfrm>
              <a:off x="2577425" y="4503025"/>
              <a:ext cx="250700" cy="176800"/>
            </a:xfrm>
            <a:custGeom>
              <a:avLst/>
              <a:gdLst/>
              <a:ahLst/>
              <a:cxnLst/>
              <a:rect l="l" t="t" r="r" b="b"/>
              <a:pathLst>
                <a:path w="10028" h="7072" extrusionOk="0">
                  <a:moveTo>
                    <a:pt x="8614" y="1"/>
                  </a:moveTo>
                  <a:lnTo>
                    <a:pt x="0" y="4115"/>
                  </a:lnTo>
                  <a:lnTo>
                    <a:pt x="1286" y="7072"/>
                  </a:lnTo>
                  <a:lnTo>
                    <a:pt x="10028" y="2958"/>
                  </a:lnTo>
                  <a:lnTo>
                    <a:pt x="8614"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34" name="Google Shape;7534;p531"/>
            <p:cNvSpPr/>
            <p:nvPr/>
          </p:nvSpPr>
          <p:spPr>
            <a:xfrm>
              <a:off x="2847400" y="3834525"/>
              <a:ext cx="80375" cy="237875"/>
            </a:xfrm>
            <a:custGeom>
              <a:avLst/>
              <a:gdLst/>
              <a:ahLst/>
              <a:cxnLst/>
              <a:rect l="l" t="t" r="r" b="b"/>
              <a:pathLst>
                <a:path w="3215" h="9515" extrusionOk="0">
                  <a:moveTo>
                    <a:pt x="0" y="1"/>
                  </a:moveTo>
                  <a:lnTo>
                    <a:pt x="0" y="9514"/>
                  </a:lnTo>
                  <a:lnTo>
                    <a:pt x="3214" y="9514"/>
                  </a:lnTo>
                  <a:lnTo>
                    <a:pt x="3214"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35" name="Google Shape;7535;p531"/>
            <p:cNvSpPr/>
            <p:nvPr/>
          </p:nvSpPr>
          <p:spPr>
            <a:xfrm>
              <a:off x="2847400" y="4210575"/>
              <a:ext cx="80375" cy="241050"/>
            </a:xfrm>
            <a:custGeom>
              <a:avLst/>
              <a:gdLst/>
              <a:ahLst/>
              <a:cxnLst/>
              <a:rect l="l" t="t" r="r" b="b"/>
              <a:pathLst>
                <a:path w="3215" h="9642" extrusionOk="0">
                  <a:moveTo>
                    <a:pt x="0" y="0"/>
                  </a:moveTo>
                  <a:lnTo>
                    <a:pt x="0" y="9642"/>
                  </a:lnTo>
                  <a:lnTo>
                    <a:pt x="3214" y="9642"/>
                  </a:lnTo>
                  <a:lnTo>
                    <a:pt x="3214"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36" name="Google Shape;7536;p531"/>
            <p:cNvSpPr/>
            <p:nvPr/>
          </p:nvSpPr>
          <p:spPr>
            <a:xfrm>
              <a:off x="5132525" y="4596250"/>
              <a:ext cx="652450" cy="591375"/>
            </a:xfrm>
            <a:custGeom>
              <a:avLst/>
              <a:gdLst/>
              <a:ahLst/>
              <a:cxnLst/>
              <a:rect l="l" t="t" r="r" b="b"/>
              <a:pathLst>
                <a:path w="26098" h="23655" extrusionOk="0">
                  <a:moveTo>
                    <a:pt x="12856" y="0"/>
                  </a:moveTo>
                  <a:lnTo>
                    <a:pt x="11442" y="257"/>
                  </a:lnTo>
                  <a:lnTo>
                    <a:pt x="10156" y="643"/>
                  </a:lnTo>
                  <a:lnTo>
                    <a:pt x="8871" y="1286"/>
                  </a:lnTo>
                  <a:lnTo>
                    <a:pt x="7714" y="1928"/>
                  </a:lnTo>
                  <a:lnTo>
                    <a:pt x="6685" y="2700"/>
                  </a:lnTo>
                  <a:lnTo>
                    <a:pt x="5657" y="3600"/>
                  </a:lnTo>
                  <a:lnTo>
                    <a:pt x="4885" y="4500"/>
                  </a:lnTo>
                  <a:lnTo>
                    <a:pt x="1414" y="2957"/>
                  </a:lnTo>
                  <a:lnTo>
                    <a:pt x="0" y="5785"/>
                  </a:lnTo>
                  <a:lnTo>
                    <a:pt x="3214" y="7328"/>
                  </a:lnTo>
                  <a:lnTo>
                    <a:pt x="2828" y="8356"/>
                  </a:lnTo>
                  <a:lnTo>
                    <a:pt x="2571" y="9513"/>
                  </a:lnTo>
                  <a:lnTo>
                    <a:pt x="2443" y="10670"/>
                  </a:lnTo>
                  <a:lnTo>
                    <a:pt x="2314" y="11827"/>
                  </a:lnTo>
                  <a:lnTo>
                    <a:pt x="2443" y="13113"/>
                  </a:lnTo>
                  <a:lnTo>
                    <a:pt x="2571" y="14270"/>
                  </a:lnTo>
                  <a:lnTo>
                    <a:pt x="2828" y="15427"/>
                  </a:lnTo>
                  <a:lnTo>
                    <a:pt x="3343" y="16455"/>
                  </a:lnTo>
                  <a:lnTo>
                    <a:pt x="3728" y="17484"/>
                  </a:lnTo>
                  <a:lnTo>
                    <a:pt x="4371" y="18512"/>
                  </a:lnTo>
                  <a:lnTo>
                    <a:pt x="5014" y="19412"/>
                  </a:lnTo>
                  <a:lnTo>
                    <a:pt x="5785" y="20184"/>
                  </a:lnTo>
                  <a:lnTo>
                    <a:pt x="6685" y="20955"/>
                  </a:lnTo>
                  <a:lnTo>
                    <a:pt x="7585" y="21726"/>
                  </a:lnTo>
                  <a:lnTo>
                    <a:pt x="8614" y="22241"/>
                  </a:lnTo>
                  <a:lnTo>
                    <a:pt x="9642" y="22755"/>
                  </a:lnTo>
                  <a:lnTo>
                    <a:pt x="10671" y="23141"/>
                  </a:lnTo>
                  <a:lnTo>
                    <a:pt x="11828" y="23526"/>
                  </a:lnTo>
                  <a:lnTo>
                    <a:pt x="12985" y="23655"/>
                  </a:lnTo>
                  <a:lnTo>
                    <a:pt x="15427" y="23655"/>
                  </a:lnTo>
                  <a:lnTo>
                    <a:pt x="16584" y="23526"/>
                  </a:lnTo>
                  <a:lnTo>
                    <a:pt x="17741" y="23141"/>
                  </a:lnTo>
                  <a:lnTo>
                    <a:pt x="18898" y="22755"/>
                  </a:lnTo>
                  <a:lnTo>
                    <a:pt x="19927" y="22241"/>
                  </a:lnTo>
                  <a:lnTo>
                    <a:pt x="20827" y="21726"/>
                  </a:lnTo>
                  <a:lnTo>
                    <a:pt x="21727" y="20955"/>
                  </a:lnTo>
                  <a:lnTo>
                    <a:pt x="22626" y="20184"/>
                  </a:lnTo>
                  <a:lnTo>
                    <a:pt x="23398" y="19412"/>
                  </a:lnTo>
                  <a:lnTo>
                    <a:pt x="24041" y="18512"/>
                  </a:lnTo>
                  <a:lnTo>
                    <a:pt x="24683" y="17484"/>
                  </a:lnTo>
                  <a:lnTo>
                    <a:pt x="25198" y="16455"/>
                  </a:lnTo>
                  <a:lnTo>
                    <a:pt x="25583" y="15427"/>
                  </a:lnTo>
                  <a:lnTo>
                    <a:pt x="25840" y="14270"/>
                  </a:lnTo>
                  <a:lnTo>
                    <a:pt x="25969" y="13113"/>
                  </a:lnTo>
                  <a:lnTo>
                    <a:pt x="26098" y="11827"/>
                  </a:lnTo>
                  <a:lnTo>
                    <a:pt x="25969" y="10670"/>
                  </a:lnTo>
                  <a:lnTo>
                    <a:pt x="25840" y="9513"/>
                  </a:lnTo>
                  <a:lnTo>
                    <a:pt x="25583" y="8356"/>
                  </a:lnTo>
                  <a:lnTo>
                    <a:pt x="25198" y="7199"/>
                  </a:lnTo>
                  <a:lnTo>
                    <a:pt x="24683" y="6171"/>
                  </a:lnTo>
                  <a:lnTo>
                    <a:pt x="24041" y="5271"/>
                  </a:lnTo>
                  <a:lnTo>
                    <a:pt x="23398" y="4242"/>
                  </a:lnTo>
                  <a:lnTo>
                    <a:pt x="22626" y="3471"/>
                  </a:lnTo>
                  <a:lnTo>
                    <a:pt x="21727" y="2700"/>
                  </a:lnTo>
                  <a:lnTo>
                    <a:pt x="20827" y="2057"/>
                  </a:lnTo>
                  <a:lnTo>
                    <a:pt x="19927" y="1414"/>
                  </a:lnTo>
                  <a:lnTo>
                    <a:pt x="18898" y="900"/>
                  </a:lnTo>
                  <a:lnTo>
                    <a:pt x="17741" y="514"/>
                  </a:lnTo>
                  <a:lnTo>
                    <a:pt x="16584" y="257"/>
                  </a:lnTo>
                  <a:lnTo>
                    <a:pt x="15427"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37" name="Google Shape;7537;p531"/>
            <p:cNvSpPr/>
            <p:nvPr/>
          </p:nvSpPr>
          <p:spPr>
            <a:xfrm>
              <a:off x="4692200" y="4217000"/>
              <a:ext cx="80375" cy="241075"/>
            </a:xfrm>
            <a:custGeom>
              <a:avLst/>
              <a:gdLst/>
              <a:ahLst/>
              <a:cxnLst/>
              <a:rect l="l" t="t" r="r" b="b"/>
              <a:pathLst>
                <a:path w="3215" h="9643" extrusionOk="0">
                  <a:moveTo>
                    <a:pt x="1" y="0"/>
                  </a:moveTo>
                  <a:lnTo>
                    <a:pt x="1" y="9642"/>
                  </a:lnTo>
                  <a:lnTo>
                    <a:pt x="3215" y="9642"/>
                  </a:lnTo>
                  <a:lnTo>
                    <a:pt x="3215"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38" name="Google Shape;7538;p531"/>
            <p:cNvSpPr/>
            <p:nvPr/>
          </p:nvSpPr>
          <p:spPr>
            <a:xfrm>
              <a:off x="4791850" y="4509450"/>
              <a:ext cx="250700" cy="173600"/>
            </a:xfrm>
            <a:custGeom>
              <a:avLst/>
              <a:gdLst/>
              <a:ahLst/>
              <a:cxnLst/>
              <a:rect l="l" t="t" r="r" b="b"/>
              <a:pathLst>
                <a:path w="10028" h="6944" extrusionOk="0">
                  <a:moveTo>
                    <a:pt x="1414" y="1"/>
                  </a:moveTo>
                  <a:lnTo>
                    <a:pt x="0" y="2958"/>
                  </a:lnTo>
                  <a:lnTo>
                    <a:pt x="8742" y="6943"/>
                  </a:lnTo>
                  <a:lnTo>
                    <a:pt x="10028" y="4115"/>
                  </a:lnTo>
                  <a:lnTo>
                    <a:pt x="1414"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39" name="Google Shape;7539;p531"/>
            <p:cNvSpPr/>
            <p:nvPr/>
          </p:nvSpPr>
          <p:spPr>
            <a:xfrm>
              <a:off x="4692200" y="3837750"/>
              <a:ext cx="80375" cy="241075"/>
            </a:xfrm>
            <a:custGeom>
              <a:avLst/>
              <a:gdLst/>
              <a:ahLst/>
              <a:cxnLst/>
              <a:rect l="l" t="t" r="r" b="b"/>
              <a:pathLst>
                <a:path w="3215" h="9643" extrusionOk="0">
                  <a:moveTo>
                    <a:pt x="1" y="0"/>
                  </a:moveTo>
                  <a:lnTo>
                    <a:pt x="1" y="9642"/>
                  </a:lnTo>
                  <a:lnTo>
                    <a:pt x="3215" y="9642"/>
                  </a:lnTo>
                  <a:lnTo>
                    <a:pt x="3215"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40" name="Google Shape;7540;p531"/>
            <p:cNvSpPr/>
            <p:nvPr/>
          </p:nvSpPr>
          <p:spPr>
            <a:xfrm>
              <a:off x="1532900" y="1632975"/>
              <a:ext cx="633150" cy="2378350"/>
            </a:xfrm>
            <a:custGeom>
              <a:avLst/>
              <a:gdLst/>
              <a:ahLst/>
              <a:cxnLst/>
              <a:rect l="l" t="t" r="r" b="b"/>
              <a:pathLst>
                <a:path w="25326" h="95134" extrusionOk="0">
                  <a:moveTo>
                    <a:pt x="1928" y="0"/>
                  </a:moveTo>
                  <a:lnTo>
                    <a:pt x="1928" y="5528"/>
                  </a:lnTo>
                  <a:lnTo>
                    <a:pt x="15427" y="5528"/>
                  </a:lnTo>
                  <a:lnTo>
                    <a:pt x="13499" y="7971"/>
                  </a:lnTo>
                  <a:lnTo>
                    <a:pt x="11699" y="10542"/>
                  </a:lnTo>
                  <a:lnTo>
                    <a:pt x="9899" y="13242"/>
                  </a:lnTo>
                  <a:lnTo>
                    <a:pt x="8356" y="15813"/>
                  </a:lnTo>
                  <a:lnTo>
                    <a:pt x="6942" y="18641"/>
                  </a:lnTo>
                  <a:lnTo>
                    <a:pt x="5657" y="21341"/>
                  </a:lnTo>
                  <a:lnTo>
                    <a:pt x="4500" y="24169"/>
                  </a:lnTo>
                  <a:lnTo>
                    <a:pt x="3471" y="27126"/>
                  </a:lnTo>
                  <a:lnTo>
                    <a:pt x="2571" y="29954"/>
                  </a:lnTo>
                  <a:lnTo>
                    <a:pt x="1800" y="32911"/>
                  </a:lnTo>
                  <a:lnTo>
                    <a:pt x="1157" y="35868"/>
                  </a:lnTo>
                  <a:lnTo>
                    <a:pt x="643" y="38825"/>
                  </a:lnTo>
                  <a:lnTo>
                    <a:pt x="386" y="41910"/>
                  </a:lnTo>
                  <a:lnTo>
                    <a:pt x="129" y="44867"/>
                  </a:lnTo>
                  <a:lnTo>
                    <a:pt x="0" y="47953"/>
                  </a:lnTo>
                  <a:lnTo>
                    <a:pt x="129" y="50909"/>
                  </a:lnTo>
                  <a:lnTo>
                    <a:pt x="257" y="53995"/>
                  </a:lnTo>
                  <a:lnTo>
                    <a:pt x="643" y="56952"/>
                  </a:lnTo>
                  <a:lnTo>
                    <a:pt x="1028" y="59908"/>
                  </a:lnTo>
                  <a:lnTo>
                    <a:pt x="1671" y="62865"/>
                  </a:lnTo>
                  <a:lnTo>
                    <a:pt x="2443" y="65822"/>
                  </a:lnTo>
                  <a:lnTo>
                    <a:pt x="3214" y="68779"/>
                  </a:lnTo>
                  <a:lnTo>
                    <a:pt x="4242" y="71607"/>
                  </a:lnTo>
                  <a:lnTo>
                    <a:pt x="5399" y="74436"/>
                  </a:lnTo>
                  <a:lnTo>
                    <a:pt x="6685" y="77264"/>
                  </a:lnTo>
                  <a:lnTo>
                    <a:pt x="8099" y="79964"/>
                  </a:lnTo>
                  <a:lnTo>
                    <a:pt x="9642" y="82663"/>
                  </a:lnTo>
                  <a:lnTo>
                    <a:pt x="11313" y="85363"/>
                  </a:lnTo>
                  <a:lnTo>
                    <a:pt x="13113" y="87806"/>
                  </a:lnTo>
                  <a:lnTo>
                    <a:pt x="15170" y="90377"/>
                  </a:lnTo>
                  <a:lnTo>
                    <a:pt x="17227" y="92819"/>
                  </a:lnTo>
                  <a:lnTo>
                    <a:pt x="19412" y="95133"/>
                  </a:lnTo>
                  <a:lnTo>
                    <a:pt x="23398" y="91148"/>
                  </a:lnTo>
                  <a:lnTo>
                    <a:pt x="21341" y="89091"/>
                  </a:lnTo>
                  <a:lnTo>
                    <a:pt x="19412" y="86777"/>
                  </a:lnTo>
                  <a:lnTo>
                    <a:pt x="17612" y="84592"/>
                  </a:lnTo>
                  <a:lnTo>
                    <a:pt x="15941" y="82149"/>
                  </a:lnTo>
                  <a:lnTo>
                    <a:pt x="14399" y="79835"/>
                  </a:lnTo>
                  <a:lnTo>
                    <a:pt x="12984" y="77264"/>
                  </a:lnTo>
                  <a:lnTo>
                    <a:pt x="11699" y="74821"/>
                  </a:lnTo>
                  <a:lnTo>
                    <a:pt x="10413" y="72250"/>
                  </a:lnTo>
                  <a:lnTo>
                    <a:pt x="9385" y="69679"/>
                  </a:lnTo>
                  <a:lnTo>
                    <a:pt x="8485" y="66979"/>
                  </a:lnTo>
                  <a:lnTo>
                    <a:pt x="7713" y="64279"/>
                  </a:lnTo>
                  <a:lnTo>
                    <a:pt x="7071" y="61580"/>
                  </a:lnTo>
                  <a:lnTo>
                    <a:pt x="6428" y="58880"/>
                  </a:lnTo>
                  <a:lnTo>
                    <a:pt x="6042" y="56180"/>
                  </a:lnTo>
                  <a:lnTo>
                    <a:pt x="5785" y="53352"/>
                  </a:lnTo>
                  <a:lnTo>
                    <a:pt x="5528" y="50652"/>
                  </a:lnTo>
                  <a:lnTo>
                    <a:pt x="5528" y="47824"/>
                  </a:lnTo>
                  <a:lnTo>
                    <a:pt x="5657" y="45124"/>
                  </a:lnTo>
                  <a:lnTo>
                    <a:pt x="5785" y="42296"/>
                  </a:lnTo>
                  <a:lnTo>
                    <a:pt x="6171" y="39596"/>
                  </a:lnTo>
                  <a:lnTo>
                    <a:pt x="6556" y="36768"/>
                  </a:lnTo>
                  <a:lnTo>
                    <a:pt x="7199" y="34068"/>
                  </a:lnTo>
                  <a:lnTo>
                    <a:pt x="7842" y="31369"/>
                  </a:lnTo>
                  <a:lnTo>
                    <a:pt x="8742" y="28669"/>
                  </a:lnTo>
                  <a:lnTo>
                    <a:pt x="9642" y="26098"/>
                  </a:lnTo>
                  <a:lnTo>
                    <a:pt x="10670" y="23526"/>
                  </a:lnTo>
                  <a:lnTo>
                    <a:pt x="11956" y="20955"/>
                  </a:lnTo>
                  <a:lnTo>
                    <a:pt x="13242" y="18384"/>
                  </a:lnTo>
                  <a:lnTo>
                    <a:pt x="14656" y="15942"/>
                  </a:lnTo>
                  <a:lnTo>
                    <a:pt x="16327" y="13499"/>
                  </a:lnTo>
                  <a:lnTo>
                    <a:pt x="17998" y="11185"/>
                  </a:lnTo>
                  <a:lnTo>
                    <a:pt x="19798" y="8871"/>
                  </a:lnTo>
                  <a:lnTo>
                    <a:pt x="19798" y="23398"/>
                  </a:lnTo>
                  <a:lnTo>
                    <a:pt x="25326" y="23398"/>
                  </a:lnTo>
                  <a:lnTo>
                    <a:pt x="25326"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41" name="Google Shape;7541;p531"/>
            <p:cNvSpPr/>
            <p:nvPr/>
          </p:nvSpPr>
          <p:spPr>
            <a:xfrm>
              <a:off x="5441050" y="1674750"/>
              <a:ext cx="646025" cy="2420125"/>
            </a:xfrm>
            <a:custGeom>
              <a:avLst/>
              <a:gdLst/>
              <a:ahLst/>
              <a:cxnLst/>
              <a:rect l="l" t="t" r="r" b="b"/>
              <a:pathLst>
                <a:path w="25841" h="96805" extrusionOk="0">
                  <a:moveTo>
                    <a:pt x="6429" y="1"/>
                  </a:moveTo>
                  <a:lnTo>
                    <a:pt x="2572" y="3857"/>
                  </a:lnTo>
                  <a:lnTo>
                    <a:pt x="4629" y="6043"/>
                  </a:lnTo>
                  <a:lnTo>
                    <a:pt x="6557" y="8228"/>
                  </a:lnTo>
                  <a:lnTo>
                    <a:pt x="8357" y="10542"/>
                  </a:lnTo>
                  <a:lnTo>
                    <a:pt x="10028" y="12985"/>
                  </a:lnTo>
                  <a:lnTo>
                    <a:pt x="11571" y="15428"/>
                  </a:lnTo>
                  <a:lnTo>
                    <a:pt x="12985" y="17870"/>
                  </a:lnTo>
                  <a:lnTo>
                    <a:pt x="14271" y="20441"/>
                  </a:lnTo>
                  <a:lnTo>
                    <a:pt x="15556" y="23012"/>
                  </a:lnTo>
                  <a:lnTo>
                    <a:pt x="16585" y="25712"/>
                  </a:lnTo>
                  <a:lnTo>
                    <a:pt x="17485" y="28412"/>
                  </a:lnTo>
                  <a:lnTo>
                    <a:pt x="18256" y="31112"/>
                  </a:lnTo>
                  <a:lnTo>
                    <a:pt x="18899" y="33811"/>
                  </a:lnTo>
                  <a:lnTo>
                    <a:pt x="19413" y="36511"/>
                  </a:lnTo>
                  <a:lnTo>
                    <a:pt x="19927" y="39339"/>
                  </a:lnTo>
                  <a:lnTo>
                    <a:pt x="20184" y="42168"/>
                  </a:lnTo>
                  <a:lnTo>
                    <a:pt x="20313" y="44867"/>
                  </a:lnTo>
                  <a:lnTo>
                    <a:pt x="20313" y="47696"/>
                  </a:lnTo>
                  <a:lnTo>
                    <a:pt x="20184" y="50524"/>
                  </a:lnTo>
                  <a:lnTo>
                    <a:pt x="20056" y="53352"/>
                  </a:lnTo>
                  <a:lnTo>
                    <a:pt x="19670" y="56052"/>
                  </a:lnTo>
                  <a:lnTo>
                    <a:pt x="19156" y="58880"/>
                  </a:lnTo>
                  <a:lnTo>
                    <a:pt x="18642" y="61580"/>
                  </a:lnTo>
                  <a:lnTo>
                    <a:pt x="17870" y="64280"/>
                  </a:lnTo>
                  <a:lnTo>
                    <a:pt x="16970" y="66979"/>
                  </a:lnTo>
                  <a:lnTo>
                    <a:pt x="15942" y="69679"/>
                  </a:lnTo>
                  <a:lnTo>
                    <a:pt x="14914" y="72250"/>
                  </a:lnTo>
                  <a:lnTo>
                    <a:pt x="13628" y="74821"/>
                  </a:lnTo>
                  <a:lnTo>
                    <a:pt x="12214" y="77393"/>
                  </a:lnTo>
                  <a:lnTo>
                    <a:pt x="10800" y="79835"/>
                  </a:lnTo>
                  <a:lnTo>
                    <a:pt x="9128" y="82278"/>
                  </a:lnTo>
                  <a:lnTo>
                    <a:pt x="7329" y="84592"/>
                  </a:lnTo>
                  <a:lnTo>
                    <a:pt x="5529" y="86906"/>
                  </a:lnTo>
                  <a:lnTo>
                    <a:pt x="5529" y="73536"/>
                  </a:lnTo>
                  <a:lnTo>
                    <a:pt x="1" y="73536"/>
                  </a:lnTo>
                  <a:lnTo>
                    <a:pt x="1" y="96805"/>
                  </a:lnTo>
                  <a:lnTo>
                    <a:pt x="23398" y="96805"/>
                  </a:lnTo>
                  <a:lnTo>
                    <a:pt x="23398" y="91405"/>
                  </a:lnTo>
                  <a:lnTo>
                    <a:pt x="8871" y="91405"/>
                  </a:lnTo>
                  <a:lnTo>
                    <a:pt x="10928" y="88834"/>
                  </a:lnTo>
                  <a:lnTo>
                    <a:pt x="12985" y="86263"/>
                  </a:lnTo>
                  <a:lnTo>
                    <a:pt x="14785" y="83692"/>
                  </a:lnTo>
                  <a:lnTo>
                    <a:pt x="16456" y="80992"/>
                  </a:lnTo>
                  <a:lnTo>
                    <a:pt x="18128" y="78164"/>
                  </a:lnTo>
                  <a:lnTo>
                    <a:pt x="19542" y="75464"/>
                  </a:lnTo>
                  <a:lnTo>
                    <a:pt x="20699" y="72507"/>
                  </a:lnTo>
                  <a:lnTo>
                    <a:pt x="21856" y="69679"/>
                  </a:lnTo>
                  <a:lnTo>
                    <a:pt x="22884" y="66722"/>
                  </a:lnTo>
                  <a:lnTo>
                    <a:pt x="23784" y="63637"/>
                  </a:lnTo>
                  <a:lnTo>
                    <a:pt x="24427" y="60680"/>
                  </a:lnTo>
                  <a:lnTo>
                    <a:pt x="25070" y="57595"/>
                  </a:lnTo>
                  <a:lnTo>
                    <a:pt x="25455" y="54509"/>
                  </a:lnTo>
                  <a:lnTo>
                    <a:pt x="25712" y="51424"/>
                  </a:lnTo>
                  <a:lnTo>
                    <a:pt x="25841" y="48338"/>
                  </a:lnTo>
                  <a:lnTo>
                    <a:pt x="25841" y="45253"/>
                  </a:lnTo>
                  <a:lnTo>
                    <a:pt x="25712" y="42168"/>
                  </a:lnTo>
                  <a:lnTo>
                    <a:pt x="25455" y="39082"/>
                  </a:lnTo>
                  <a:lnTo>
                    <a:pt x="24941" y="36125"/>
                  </a:lnTo>
                  <a:lnTo>
                    <a:pt x="24427" y="33040"/>
                  </a:lnTo>
                  <a:lnTo>
                    <a:pt x="23656" y="29955"/>
                  </a:lnTo>
                  <a:lnTo>
                    <a:pt x="22884" y="26998"/>
                  </a:lnTo>
                  <a:lnTo>
                    <a:pt x="21856" y="24041"/>
                  </a:lnTo>
                  <a:lnTo>
                    <a:pt x="20699" y="21213"/>
                  </a:lnTo>
                  <a:lnTo>
                    <a:pt x="19413" y="18256"/>
                  </a:lnTo>
                  <a:lnTo>
                    <a:pt x="17999" y="15428"/>
                  </a:lnTo>
                  <a:lnTo>
                    <a:pt x="16456" y="12728"/>
                  </a:lnTo>
                  <a:lnTo>
                    <a:pt x="14656" y="10028"/>
                  </a:lnTo>
                  <a:lnTo>
                    <a:pt x="12857" y="7457"/>
                  </a:lnTo>
                  <a:lnTo>
                    <a:pt x="10800" y="4886"/>
                  </a:lnTo>
                  <a:lnTo>
                    <a:pt x="8743" y="2315"/>
                  </a:lnTo>
                  <a:lnTo>
                    <a:pt x="6429"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542" name="Google Shape;7542;p531"/>
          <p:cNvGrpSpPr/>
          <p:nvPr/>
        </p:nvGrpSpPr>
        <p:grpSpPr>
          <a:xfrm>
            <a:off x="3711026" y="1749908"/>
            <a:ext cx="359331" cy="228502"/>
            <a:chOff x="238125" y="586100"/>
            <a:chExt cx="7143750" cy="4542775"/>
          </a:xfrm>
        </p:grpSpPr>
        <p:sp>
          <p:nvSpPr>
            <p:cNvPr id="7543" name="Google Shape;7543;p531"/>
            <p:cNvSpPr/>
            <p:nvPr/>
          </p:nvSpPr>
          <p:spPr>
            <a:xfrm>
              <a:off x="238125" y="586100"/>
              <a:ext cx="7143750" cy="4542775"/>
            </a:xfrm>
            <a:custGeom>
              <a:avLst/>
              <a:gdLst/>
              <a:ahLst/>
              <a:cxnLst/>
              <a:rect l="l" t="t" r="r" b="b"/>
              <a:pathLst>
                <a:path w="285750" h="181711" extrusionOk="0">
                  <a:moveTo>
                    <a:pt x="142875" y="18349"/>
                  </a:moveTo>
                  <a:lnTo>
                    <a:pt x="146616" y="18527"/>
                  </a:lnTo>
                  <a:lnTo>
                    <a:pt x="150357" y="18706"/>
                  </a:lnTo>
                  <a:lnTo>
                    <a:pt x="153920" y="19240"/>
                  </a:lnTo>
                  <a:lnTo>
                    <a:pt x="157483" y="19774"/>
                  </a:lnTo>
                  <a:lnTo>
                    <a:pt x="161046" y="20665"/>
                  </a:lnTo>
                  <a:lnTo>
                    <a:pt x="164431" y="21556"/>
                  </a:lnTo>
                  <a:lnTo>
                    <a:pt x="167816" y="22803"/>
                  </a:lnTo>
                  <a:lnTo>
                    <a:pt x="171022" y="24050"/>
                  </a:lnTo>
                  <a:lnTo>
                    <a:pt x="174229" y="25475"/>
                  </a:lnTo>
                  <a:lnTo>
                    <a:pt x="177436" y="27079"/>
                  </a:lnTo>
                  <a:lnTo>
                    <a:pt x="180464" y="28860"/>
                  </a:lnTo>
                  <a:lnTo>
                    <a:pt x="183315" y="30820"/>
                  </a:lnTo>
                  <a:lnTo>
                    <a:pt x="186165" y="32779"/>
                  </a:lnTo>
                  <a:lnTo>
                    <a:pt x="189015" y="34917"/>
                  </a:lnTo>
                  <a:lnTo>
                    <a:pt x="191510" y="37233"/>
                  </a:lnTo>
                  <a:lnTo>
                    <a:pt x="194182" y="39549"/>
                  </a:lnTo>
                  <a:lnTo>
                    <a:pt x="196498" y="42221"/>
                  </a:lnTo>
                  <a:lnTo>
                    <a:pt x="198814" y="44715"/>
                  </a:lnTo>
                  <a:lnTo>
                    <a:pt x="200951" y="47566"/>
                  </a:lnTo>
                  <a:lnTo>
                    <a:pt x="202911" y="50416"/>
                  </a:lnTo>
                  <a:lnTo>
                    <a:pt x="204871" y="53266"/>
                  </a:lnTo>
                  <a:lnTo>
                    <a:pt x="206652" y="56295"/>
                  </a:lnTo>
                  <a:lnTo>
                    <a:pt x="208255" y="59501"/>
                  </a:lnTo>
                  <a:lnTo>
                    <a:pt x="209681" y="62708"/>
                  </a:lnTo>
                  <a:lnTo>
                    <a:pt x="210928" y="65915"/>
                  </a:lnTo>
                  <a:lnTo>
                    <a:pt x="212175" y="69300"/>
                  </a:lnTo>
                  <a:lnTo>
                    <a:pt x="213065" y="72684"/>
                  </a:lnTo>
                  <a:lnTo>
                    <a:pt x="213956" y="76247"/>
                  </a:lnTo>
                  <a:lnTo>
                    <a:pt x="214491" y="79810"/>
                  </a:lnTo>
                  <a:lnTo>
                    <a:pt x="215025" y="83373"/>
                  </a:lnTo>
                  <a:lnTo>
                    <a:pt x="215203" y="87114"/>
                  </a:lnTo>
                  <a:lnTo>
                    <a:pt x="215381" y="90856"/>
                  </a:lnTo>
                  <a:lnTo>
                    <a:pt x="215203" y="94597"/>
                  </a:lnTo>
                  <a:lnTo>
                    <a:pt x="215025" y="98338"/>
                  </a:lnTo>
                  <a:lnTo>
                    <a:pt x="214491" y="101901"/>
                  </a:lnTo>
                  <a:lnTo>
                    <a:pt x="213956" y="105464"/>
                  </a:lnTo>
                  <a:lnTo>
                    <a:pt x="213065" y="109027"/>
                  </a:lnTo>
                  <a:lnTo>
                    <a:pt x="212175" y="112411"/>
                  </a:lnTo>
                  <a:lnTo>
                    <a:pt x="210928" y="115796"/>
                  </a:lnTo>
                  <a:lnTo>
                    <a:pt x="209681" y="119003"/>
                  </a:lnTo>
                  <a:lnTo>
                    <a:pt x="208255" y="122210"/>
                  </a:lnTo>
                  <a:lnTo>
                    <a:pt x="206652" y="125416"/>
                  </a:lnTo>
                  <a:lnTo>
                    <a:pt x="204871" y="128445"/>
                  </a:lnTo>
                  <a:lnTo>
                    <a:pt x="202911" y="131295"/>
                  </a:lnTo>
                  <a:lnTo>
                    <a:pt x="200951" y="134145"/>
                  </a:lnTo>
                  <a:lnTo>
                    <a:pt x="198814" y="136996"/>
                  </a:lnTo>
                  <a:lnTo>
                    <a:pt x="196498" y="139490"/>
                  </a:lnTo>
                  <a:lnTo>
                    <a:pt x="194182" y="142162"/>
                  </a:lnTo>
                  <a:lnTo>
                    <a:pt x="191510" y="144478"/>
                  </a:lnTo>
                  <a:lnTo>
                    <a:pt x="189015" y="146794"/>
                  </a:lnTo>
                  <a:lnTo>
                    <a:pt x="186165" y="148932"/>
                  </a:lnTo>
                  <a:lnTo>
                    <a:pt x="183315" y="150891"/>
                  </a:lnTo>
                  <a:lnTo>
                    <a:pt x="180464" y="152851"/>
                  </a:lnTo>
                  <a:lnTo>
                    <a:pt x="177436" y="154633"/>
                  </a:lnTo>
                  <a:lnTo>
                    <a:pt x="174229" y="156236"/>
                  </a:lnTo>
                  <a:lnTo>
                    <a:pt x="171022" y="157661"/>
                  </a:lnTo>
                  <a:lnTo>
                    <a:pt x="167816" y="158908"/>
                  </a:lnTo>
                  <a:lnTo>
                    <a:pt x="164431" y="159977"/>
                  </a:lnTo>
                  <a:lnTo>
                    <a:pt x="161046" y="161046"/>
                  </a:lnTo>
                  <a:lnTo>
                    <a:pt x="157483" y="161937"/>
                  </a:lnTo>
                  <a:lnTo>
                    <a:pt x="153920" y="162471"/>
                  </a:lnTo>
                  <a:lnTo>
                    <a:pt x="150357" y="163005"/>
                  </a:lnTo>
                  <a:lnTo>
                    <a:pt x="146616" y="163184"/>
                  </a:lnTo>
                  <a:lnTo>
                    <a:pt x="142875" y="163362"/>
                  </a:lnTo>
                  <a:lnTo>
                    <a:pt x="139134" y="163184"/>
                  </a:lnTo>
                  <a:lnTo>
                    <a:pt x="135393" y="163005"/>
                  </a:lnTo>
                  <a:lnTo>
                    <a:pt x="131830" y="162471"/>
                  </a:lnTo>
                  <a:lnTo>
                    <a:pt x="128267" y="161937"/>
                  </a:lnTo>
                  <a:lnTo>
                    <a:pt x="124704" y="161046"/>
                  </a:lnTo>
                  <a:lnTo>
                    <a:pt x="121319" y="159977"/>
                  </a:lnTo>
                  <a:lnTo>
                    <a:pt x="117934" y="158908"/>
                  </a:lnTo>
                  <a:lnTo>
                    <a:pt x="114728" y="157661"/>
                  </a:lnTo>
                  <a:lnTo>
                    <a:pt x="111521" y="156236"/>
                  </a:lnTo>
                  <a:lnTo>
                    <a:pt x="108314" y="154633"/>
                  </a:lnTo>
                  <a:lnTo>
                    <a:pt x="105286" y="152851"/>
                  </a:lnTo>
                  <a:lnTo>
                    <a:pt x="102435" y="150891"/>
                  </a:lnTo>
                  <a:lnTo>
                    <a:pt x="99585" y="148932"/>
                  </a:lnTo>
                  <a:lnTo>
                    <a:pt x="96735" y="146794"/>
                  </a:lnTo>
                  <a:lnTo>
                    <a:pt x="94240" y="144478"/>
                  </a:lnTo>
                  <a:lnTo>
                    <a:pt x="91746" y="142162"/>
                  </a:lnTo>
                  <a:lnTo>
                    <a:pt x="89252" y="139490"/>
                  </a:lnTo>
                  <a:lnTo>
                    <a:pt x="86936" y="136996"/>
                  </a:lnTo>
                  <a:lnTo>
                    <a:pt x="84799" y="134145"/>
                  </a:lnTo>
                  <a:lnTo>
                    <a:pt x="82839" y="131295"/>
                  </a:lnTo>
                  <a:lnTo>
                    <a:pt x="80879" y="128445"/>
                  </a:lnTo>
                  <a:lnTo>
                    <a:pt x="79098" y="125416"/>
                  </a:lnTo>
                  <a:lnTo>
                    <a:pt x="77495" y="122210"/>
                  </a:lnTo>
                  <a:lnTo>
                    <a:pt x="76069" y="119003"/>
                  </a:lnTo>
                  <a:lnTo>
                    <a:pt x="74822" y="115796"/>
                  </a:lnTo>
                  <a:lnTo>
                    <a:pt x="73753" y="112411"/>
                  </a:lnTo>
                  <a:lnTo>
                    <a:pt x="72685" y="109027"/>
                  </a:lnTo>
                  <a:lnTo>
                    <a:pt x="71972" y="105464"/>
                  </a:lnTo>
                  <a:lnTo>
                    <a:pt x="71259" y="101901"/>
                  </a:lnTo>
                  <a:lnTo>
                    <a:pt x="70725" y="98338"/>
                  </a:lnTo>
                  <a:lnTo>
                    <a:pt x="70547" y="94597"/>
                  </a:lnTo>
                  <a:lnTo>
                    <a:pt x="70369" y="90856"/>
                  </a:lnTo>
                  <a:lnTo>
                    <a:pt x="70547" y="87114"/>
                  </a:lnTo>
                  <a:lnTo>
                    <a:pt x="70725" y="83373"/>
                  </a:lnTo>
                  <a:lnTo>
                    <a:pt x="71259" y="79810"/>
                  </a:lnTo>
                  <a:lnTo>
                    <a:pt x="71972" y="76247"/>
                  </a:lnTo>
                  <a:lnTo>
                    <a:pt x="72685" y="72684"/>
                  </a:lnTo>
                  <a:lnTo>
                    <a:pt x="73753" y="69300"/>
                  </a:lnTo>
                  <a:lnTo>
                    <a:pt x="74822" y="65915"/>
                  </a:lnTo>
                  <a:lnTo>
                    <a:pt x="76069" y="62708"/>
                  </a:lnTo>
                  <a:lnTo>
                    <a:pt x="77495" y="59501"/>
                  </a:lnTo>
                  <a:lnTo>
                    <a:pt x="79098" y="56295"/>
                  </a:lnTo>
                  <a:lnTo>
                    <a:pt x="80879" y="53266"/>
                  </a:lnTo>
                  <a:lnTo>
                    <a:pt x="82839" y="50416"/>
                  </a:lnTo>
                  <a:lnTo>
                    <a:pt x="84799" y="47566"/>
                  </a:lnTo>
                  <a:lnTo>
                    <a:pt x="86936" y="44715"/>
                  </a:lnTo>
                  <a:lnTo>
                    <a:pt x="89252" y="42221"/>
                  </a:lnTo>
                  <a:lnTo>
                    <a:pt x="91746" y="39549"/>
                  </a:lnTo>
                  <a:lnTo>
                    <a:pt x="94240" y="37233"/>
                  </a:lnTo>
                  <a:lnTo>
                    <a:pt x="96735" y="34917"/>
                  </a:lnTo>
                  <a:lnTo>
                    <a:pt x="99585" y="32779"/>
                  </a:lnTo>
                  <a:lnTo>
                    <a:pt x="102435" y="30820"/>
                  </a:lnTo>
                  <a:lnTo>
                    <a:pt x="105286" y="28860"/>
                  </a:lnTo>
                  <a:lnTo>
                    <a:pt x="108314" y="27079"/>
                  </a:lnTo>
                  <a:lnTo>
                    <a:pt x="111521" y="25475"/>
                  </a:lnTo>
                  <a:lnTo>
                    <a:pt x="114728" y="24050"/>
                  </a:lnTo>
                  <a:lnTo>
                    <a:pt x="117934" y="22803"/>
                  </a:lnTo>
                  <a:lnTo>
                    <a:pt x="121319" y="21556"/>
                  </a:lnTo>
                  <a:lnTo>
                    <a:pt x="124704" y="20665"/>
                  </a:lnTo>
                  <a:lnTo>
                    <a:pt x="128267" y="19774"/>
                  </a:lnTo>
                  <a:lnTo>
                    <a:pt x="131830" y="19240"/>
                  </a:lnTo>
                  <a:lnTo>
                    <a:pt x="135393" y="18706"/>
                  </a:lnTo>
                  <a:lnTo>
                    <a:pt x="139134" y="18527"/>
                  </a:lnTo>
                  <a:lnTo>
                    <a:pt x="142875" y="18349"/>
                  </a:lnTo>
                  <a:close/>
                  <a:moveTo>
                    <a:pt x="139312" y="0"/>
                  </a:moveTo>
                  <a:lnTo>
                    <a:pt x="135749" y="178"/>
                  </a:lnTo>
                  <a:lnTo>
                    <a:pt x="132364" y="534"/>
                  </a:lnTo>
                  <a:lnTo>
                    <a:pt x="128979" y="891"/>
                  </a:lnTo>
                  <a:lnTo>
                    <a:pt x="122032" y="1960"/>
                  </a:lnTo>
                  <a:lnTo>
                    <a:pt x="115440" y="3385"/>
                  </a:lnTo>
                  <a:lnTo>
                    <a:pt x="108849" y="5166"/>
                  </a:lnTo>
                  <a:lnTo>
                    <a:pt x="102435" y="7304"/>
                  </a:lnTo>
                  <a:lnTo>
                    <a:pt x="96022" y="9798"/>
                  </a:lnTo>
                  <a:lnTo>
                    <a:pt x="89965" y="12470"/>
                  </a:lnTo>
                  <a:lnTo>
                    <a:pt x="83908" y="15499"/>
                  </a:lnTo>
                  <a:lnTo>
                    <a:pt x="78029" y="18527"/>
                  </a:lnTo>
                  <a:lnTo>
                    <a:pt x="72328" y="21912"/>
                  </a:lnTo>
                  <a:lnTo>
                    <a:pt x="66984" y="25297"/>
                  </a:lnTo>
                  <a:lnTo>
                    <a:pt x="61639" y="29038"/>
                  </a:lnTo>
                  <a:lnTo>
                    <a:pt x="56473" y="32601"/>
                  </a:lnTo>
                  <a:lnTo>
                    <a:pt x="51663" y="36342"/>
                  </a:lnTo>
                  <a:lnTo>
                    <a:pt x="46853" y="40261"/>
                  </a:lnTo>
                  <a:lnTo>
                    <a:pt x="42399" y="44003"/>
                  </a:lnTo>
                  <a:lnTo>
                    <a:pt x="38124" y="47744"/>
                  </a:lnTo>
                  <a:lnTo>
                    <a:pt x="34204" y="51485"/>
                  </a:lnTo>
                  <a:lnTo>
                    <a:pt x="30285" y="55226"/>
                  </a:lnTo>
                  <a:lnTo>
                    <a:pt x="23516" y="62174"/>
                  </a:lnTo>
                  <a:lnTo>
                    <a:pt x="17637" y="68587"/>
                  </a:lnTo>
                  <a:lnTo>
                    <a:pt x="13005" y="74110"/>
                  </a:lnTo>
                  <a:lnTo>
                    <a:pt x="9442" y="78385"/>
                  </a:lnTo>
                  <a:lnTo>
                    <a:pt x="5879" y="83017"/>
                  </a:lnTo>
                  <a:lnTo>
                    <a:pt x="0" y="90856"/>
                  </a:lnTo>
                  <a:lnTo>
                    <a:pt x="5879" y="98872"/>
                  </a:lnTo>
                  <a:lnTo>
                    <a:pt x="9442" y="103326"/>
                  </a:lnTo>
                  <a:lnTo>
                    <a:pt x="13005" y="107780"/>
                  </a:lnTo>
                  <a:lnTo>
                    <a:pt x="17637" y="113124"/>
                  </a:lnTo>
                  <a:lnTo>
                    <a:pt x="23516" y="119537"/>
                  </a:lnTo>
                  <a:lnTo>
                    <a:pt x="30285" y="126485"/>
                  </a:lnTo>
                  <a:lnTo>
                    <a:pt x="34204" y="130226"/>
                  </a:lnTo>
                  <a:lnTo>
                    <a:pt x="38124" y="133967"/>
                  </a:lnTo>
                  <a:lnTo>
                    <a:pt x="42399" y="137708"/>
                  </a:lnTo>
                  <a:lnTo>
                    <a:pt x="46853" y="141450"/>
                  </a:lnTo>
                  <a:lnTo>
                    <a:pt x="51663" y="145369"/>
                  </a:lnTo>
                  <a:lnTo>
                    <a:pt x="56473" y="149110"/>
                  </a:lnTo>
                  <a:lnTo>
                    <a:pt x="61639" y="152673"/>
                  </a:lnTo>
                  <a:lnTo>
                    <a:pt x="66984" y="156414"/>
                  </a:lnTo>
                  <a:lnTo>
                    <a:pt x="72328" y="159799"/>
                  </a:lnTo>
                  <a:lnTo>
                    <a:pt x="78029" y="163184"/>
                  </a:lnTo>
                  <a:lnTo>
                    <a:pt x="83908" y="166212"/>
                  </a:lnTo>
                  <a:lnTo>
                    <a:pt x="89965" y="169241"/>
                  </a:lnTo>
                  <a:lnTo>
                    <a:pt x="96022" y="171913"/>
                  </a:lnTo>
                  <a:lnTo>
                    <a:pt x="102435" y="174407"/>
                  </a:lnTo>
                  <a:lnTo>
                    <a:pt x="108849" y="176545"/>
                  </a:lnTo>
                  <a:lnTo>
                    <a:pt x="115440" y="178326"/>
                  </a:lnTo>
                  <a:lnTo>
                    <a:pt x="122032" y="179751"/>
                  </a:lnTo>
                  <a:lnTo>
                    <a:pt x="128979" y="180820"/>
                  </a:lnTo>
                  <a:lnTo>
                    <a:pt x="132364" y="181177"/>
                  </a:lnTo>
                  <a:lnTo>
                    <a:pt x="135749" y="181533"/>
                  </a:lnTo>
                  <a:lnTo>
                    <a:pt x="139312" y="181711"/>
                  </a:lnTo>
                  <a:lnTo>
                    <a:pt x="146438" y="181711"/>
                  </a:lnTo>
                  <a:lnTo>
                    <a:pt x="150001" y="181533"/>
                  </a:lnTo>
                  <a:lnTo>
                    <a:pt x="153386" y="181177"/>
                  </a:lnTo>
                  <a:lnTo>
                    <a:pt x="156771" y="180820"/>
                  </a:lnTo>
                  <a:lnTo>
                    <a:pt x="163718" y="179751"/>
                  </a:lnTo>
                  <a:lnTo>
                    <a:pt x="170310" y="178326"/>
                  </a:lnTo>
                  <a:lnTo>
                    <a:pt x="176901" y="176545"/>
                  </a:lnTo>
                  <a:lnTo>
                    <a:pt x="183315" y="174407"/>
                  </a:lnTo>
                  <a:lnTo>
                    <a:pt x="189728" y="171913"/>
                  </a:lnTo>
                  <a:lnTo>
                    <a:pt x="195785" y="169241"/>
                  </a:lnTo>
                  <a:lnTo>
                    <a:pt x="201842" y="166212"/>
                  </a:lnTo>
                  <a:lnTo>
                    <a:pt x="207721" y="163184"/>
                  </a:lnTo>
                  <a:lnTo>
                    <a:pt x="213422" y="159799"/>
                  </a:lnTo>
                  <a:lnTo>
                    <a:pt x="218766" y="156414"/>
                  </a:lnTo>
                  <a:lnTo>
                    <a:pt x="224111" y="152673"/>
                  </a:lnTo>
                  <a:lnTo>
                    <a:pt x="229277" y="149110"/>
                  </a:lnTo>
                  <a:lnTo>
                    <a:pt x="234087" y="145369"/>
                  </a:lnTo>
                  <a:lnTo>
                    <a:pt x="238897" y="141450"/>
                  </a:lnTo>
                  <a:lnTo>
                    <a:pt x="243351" y="137708"/>
                  </a:lnTo>
                  <a:lnTo>
                    <a:pt x="247626" y="133967"/>
                  </a:lnTo>
                  <a:lnTo>
                    <a:pt x="251546" y="130226"/>
                  </a:lnTo>
                  <a:lnTo>
                    <a:pt x="255465" y="126485"/>
                  </a:lnTo>
                  <a:lnTo>
                    <a:pt x="262234" y="119537"/>
                  </a:lnTo>
                  <a:lnTo>
                    <a:pt x="268113" y="113124"/>
                  </a:lnTo>
                  <a:lnTo>
                    <a:pt x="272745" y="107780"/>
                  </a:lnTo>
                  <a:lnTo>
                    <a:pt x="276486" y="103326"/>
                  </a:lnTo>
                  <a:lnTo>
                    <a:pt x="279871" y="98872"/>
                  </a:lnTo>
                  <a:lnTo>
                    <a:pt x="285750" y="90856"/>
                  </a:lnTo>
                  <a:lnTo>
                    <a:pt x="279871" y="83017"/>
                  </a:lnTo>
                  <a:lnTo>
                    <a:pt x="276486" y="78385"/>
                  </a:lnTo>
                  <a:lnTo>
                    <a:pt x="272745" y="74110"/>
                  </a:lnTo>
                  <a:lnTo>
                    <a:pt x="268113" y="68587"/>
                  </a:lnTo>
                  <a:lnTo>
                    <a:pt x="262234" y="62174"/>
                  </a:lnTo>
                  <a:lnTo>
                    <a:pt x="255465" y="55226"/>
                  </a:lnTo>
                  <a:lnTo>
                    <a:pt x="251546" y="51485"/>
                  </a:lnTo>
                  <a:lnTo>
                    <a:pt x="247626" y="47744"/>
                  </a:lnTo>
                  <a:lnTo>
                    <a:pt x="243351" y="44003"/>
                  </a:lnTo>
                  <a:lnTo>
                    <a:pt x="238897" y="40261"/>
                  </a:lnTo>
                  <a:lnTo>
                    <a:pt x="234087" y="36342"/>
                  </a:lnTo>
                  <a:lnTo>
                    <a:pt x="229277" y="32601"/>
                  </a:lnTo>
                  <a:lnTo>
                    <a:pt x="224111" y="29038"/>
                  </a:lnTo>
                  <a:lnTo>
                    <a:pt x="218766" y="25297"/>
                  </a:lnTo>
                  <a:lnTo>
                    <a:pt x="213422" y="21912"/>
                  </a:lnTo>
                  <a:lnTo>
                    <a:pt x="207721" y="18527"/>
                  </a:lnTo>
                  <a:lnTo>
                    <a:pt x="201842" y="15499"/>
                  </a:lnTo>
                  <a:lnTo>
                    <a:pt x="195785" y="12470"/>
                  </a:lnTo>
                  <a:lnTo>
                    <a:pt x="189728" y="9798"/>
                  </a:lnTo>
                  <a:lnTo>
                    <a:pt x="183493" y="7304"/>
                  </a:lnTo>
                  <a:lnTo>
                    <a:pt x="176901" y="5166"/>
                  </a:lnTo>
                  <a:lnTo>
                    <a:pt x="170310" y="3385"/>
                  </a:lnTo>
                  <a:lnTo>
                    <a:pt x="163718" y="1960"/>
                  </a:lnTo>
                  <a:lnTo>
                    <a:pt x="156771" y="891"/>
                  </a:lnTo>
                  <a:lnTo>
                    <a:pt x="153386" y="534"/>
                  </a:lnTo>
                  <a:lnTo>
                    <a:pt x="150001" y="178"/>
                  </a:lnTo>
                  <a:lnTo>
                    <a:pt x="146438" y="0"/>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44" name="Google Shape;7544;p531"/>
            <p:cNvSpPr/>
            <p:nvPr/>
          </p:nvSpPr>
          <p:spPr>
            <a:xfrm>
              <a:off x="2736650" y="1784125"/>
              <a:ext cx="2146700" cy="2146725"/>
            </a:xfrm>
            <a:custGeom>
              <a:avLst/>
              <a:gdLst/>
              <a:ahLst/>
              <a:cxnLst/>
              <a:rect l="l" t="t" r="r" b="b"/>
              <a:pathLst>
                <a:path w="85868" h="85869" extrusionOk="0">
                  <a:moveTo>
                    <a:pt x="45250" y="13540"/>
                  </a:moveTo>
                  <a:lnTo>
                    <a:pt x="47031" y="13896"/>
                  </a:lnTo>
                  <a:lnTo>
                    <a:pt x="48991" y="14253"/>
                  </a:lnTo>
                  <a:lnTo>
                    <a:pt x="50594" y="14609"/>
                  </a:lnTo>
                  <a:lnTo>
                    <a:pt x="52198" y="15322"/>
                  </a:lnTo>
                  <a:lnTo>
                    <a:pt x="53623" y="16034"/>
                  </a:lnTo>
                  <a:lnTo>
                    <a:pt x="55048" y="16925"/>
                  </a:lnTo>
                  <a:lnTo>
                    <a:pt x="56295" y="17994"/>
                  </a:lnTo>
                  <a:lnTo>
                    <a:pt x="57364" y="19063"/>
                  </a:lnTo>
                  <a:lnTo>
                    <a:pt x="58433" y="20310"/>
                  </a:lnTo>
                  <a:lnTo>
                    <a:pt x="59146" y="21557"/>
                  </a:lnTo>
                  <a:lnTo>
                    <a:pt x="59858" y="22982"/>
                  </a:lnTo>
                  <a:lnTo>
                    <a:pt x="60393" y="24585"/>
                  </a:lnTo>
                  <a:lnTo>
                    <a:pt x="60927" y="26010"/>
                  </a:lnTo>
                  <a:lnTo>
                    <a:pt x="61105" y="27792"/>
                  </a:lnTo>
                  <a:lnTo>
                    <a:pt x="61105" y="29573"/>
                  </a:lnTo>
                  <a:lnTo>
                    <a:pt x="61105" y="31355"/>
                  </a:lnTo>
                  <a:lnTo>
                    <a:pt x="60749" y="32958"/>
                  </a:lnTo>
                  <a:lnTo>
                    <a:pt x="60393" y="34562"/>
                  </a:lnTo>
                  <a:lnTo>
                    <a:pt x="59858" y="35987"/>
                  </a:lnTo>
                  <a:lnTo>
                    <a:pt x="59146" y="37412"/>
                  </a:lnTo>
                  <a:lnTo>
                    <a:pt x="58433" y="38659"/>
                  </a:lnTo>
                  <a:lnTo>
                    <a:pt x="57542" y="39906"/>
                  </a:lnTo>
                  <a:lnTo>
                    <a:pt x="56473" y="40975"/>
                  </a:lnTo>
                  <a:lnTo>
                    <a:pt x="55404" y="42044"/>
                  </a:lnTo>
                  <a:lnTo>
                    <a:pt x="54157" y="42935"/>
                  </a:lnTo>
                  <a:lnTo>
                    <a:pt x="52910" y="43647"/>
                  </a:lnTo>
                  <a:lnTo>
                    <a:pt x="51663" y="44360"/>
                  </a:lnTo>
                  <a:lnTo>
                    <a:pt x="48813" y="45429"/>
                  </a:lnTo>
                  <a:lnTo>
                    <a:pt x="45963" y="46141"/>
                  </a:lnTo>
                  <a:lnTo>
                    <a:pt x="45963" y="53267"/>
                  </a:lnTo>
                  <a:lnTo>
                    <a:pt x="37411" y="53267"/>
                  </a:lnTo>
                  <a:lnTo>
                    <a:pt x="37411" y="40619"/>
                  </a:lnTo>
                  <a:lnTo>
                    <a:pt x="40618" y="40440"/>
                  </a:lnTo>
                  <a:lnTo>
                    <a:pt x="43290" y="39906"/>
                  </a:lnTo>
                  <a:lnTo>
                    <a:pt x="45784" y="39015"/>
                  </a:lnTo>
                  <a:lnTo>
                    <a:pt x="46853" y="38659"/>
                  </a:lnTo>
                  <a:lnTo>
                    <a:pt x="47922" y="37946"/>
                  </a:lnTo>
                  <a:lnTo>
                    <a:pt x="48813" y="37412"/>
                  </a:lnTo>
                  <a:lnTo>
                    <a:pt x="49525" y="36521"/>
                  </a:lnTo>
                  <a:lnTo>
                    <a:pt x="50238" y="35809"/>
                  </a:lnTo>
                  <a:lnTo>
                    <a:pt x="50773" y="34918"/>
                  </a:lnTo>
                  <a:lnTo>
                    <a:pt x="51129" y="33849"/>
                  </a:lnTo>
                  <a:lnTo>
                    <a:pt x="51485" y="32780"/>
                  </a:lnTo>
                  <a:lnTo>
                    <a:pt x="51663" y="31711"/>
                  </a:lnTo>
                  <a:lnTo>
                    <a:pt x="51663" y="30464"/>
                  </a:lnTo>
                  <a:lnTo>
                    <a:pt x="51663" y="29217"/>
                  </a:lnTo>
                  <a:lnTo>
                    <a:pt x="51485" y="27436"/>
                  </a:lnTo>
                  <a:lnTo>
                    <a:pt x="51129" y="25832"/>
                  </a:lnTo>
                  <a:lnTo>
                    <a:pt x="50238" y="24407"/>
                  </a:lnTo>
                  <a:lnTo>
                    <a:pt x="49347" y="23338"/>
                  </a:lnTo>
                  <a:lnTo>
                    <a:pt x="48100" y="22447"/>
                  </a:lnTo>
                  <a:lnTo>
                    <a:pt x="46497" y="21735"/>
                  </a:lnTo>
                  <a:lnTo>
                    <a:pt x="44715" y="21379"/>
                  </a:lnTo>
                  <a:lnTo>
                    <a:pt x="42934" y="21379"/>
                  </a:lnTo>
                  <a:lnTo>
                    <a:pt x="40796" y="21557"/>
                  </a:lnTo>
                  <a:lnTo>
                    <a:pt x="39015" y="21913"/>
                  </a:lnTo>
                  <a:lnTo>
                    <a:pt x="37411" y="22626"/>
                  </a:lnTo>
                  <a:lnTo>
                    <a:pt x="35986" y="23695"/>
                  </a:lnTo>
                  <a:lnTo>
                    <a:pt x="34917" y="24942"/>
                  </a:lnTo>
                  <a:lnTo>
                    <a:pt x="33848" y="26367"/>
                  </a:lnTo>
                  <a:lnTo>
                    <a:pt x="32958" y="27970"/>
                  </a:lnTo>
                  <a:lnTo>
                    <a:pt x="32423" y="29752"/>
                  </a:lnTo>
                  <a:lnTo>
                    <a:pt x="24763" y="26723"/>
                  </a:lnTo>
                  <a:lnTo>
                    <a:pt x="25654" y="24229"/>
                  </a:lnTo>
                  <a:lnTo>
                    <a:pt x="26901" y="21735"/>
                  </a:lnTo>
                  <a:lnTo>
                    <a:pt x="27791" y="20666"/>
                  </a:lnTo>
                  <a:lnTo>
                    <a:pt x="28682" y="19597"/>
                  </a:lnTo>
                  <a:lnTo>
                    <a:pt x="29573" y="18528"/>
                  </a:lnTo>
                  <a:lnTo>
                    <a:pt x="30642" y="17637"/>
                  </a:lnTo>
                  <a:lnTo>
                    <a:pt x="31889" y="16747"/>
                  </a:lnTo>
                  <a:lnTo>
                    <a:pt x="33136" y="15856"/>
                  </a:lnTo>
                  <a:lnTo>
                    <a:pt x="34561" y="15143"/>
                  </a:lnTo>
                  <a:lnTo>
                    <a:pt x="35986" y="14609"/>
                  </a:lnTo>
                  <a:lnTo>
                    <a:pt x="37768" y="14253"/>
                  </a:lnTo>
                  <a:lnTo>
                    <a:pt x="39371" y="13896"/>
                  </a:lnTo>
                  <a:lnTo>
                    <a:pt x="41331" y="13540"/>
                  </a:lnTo>
                  <a:close/>
                  <a:moveTo>
                    <a:pt x="45963" y="63778"/>
                  </a:moveTo>
                  <a:lnTo>
                    <a:pt x="45963" y="72329"/>
                  </a:lnTo>
                  <a:lnTo>
                    <a:pt x="37411" y="72329"/>
                  </a:lnTo>
                  <a:lnTo>
                    <a:pt x="37411" y="63778"/>
                  </a:lnTo>
                  <a:close/>
                  <a:moveTo>
                    <a:pt x="42934" y="1"/>
                  </a:moveTo>
                  <a:lnTo>
                    <a:pt x="40796" y="179"/>
                  </a:lnTo>
                  <a:lnTo>
                    <a:pt x="38480" y="179"/>
                  </a:lnTo>
                  <a:lnTo>
                    <a:pt x="36343" y="535"/>
                  </a:lnTo>
                  <a:lnTo>
                    <a:pt x="34383" y="892"/>
                  </a:lnTo>
                  <a:lnTo>
                    <a:pt x="30107" y="1960"/>
                  </a:lnTo>
                  <a:lnTo>
                    <a:pt x="26188" y="3386"/>
                  </a:lnTo>
                  <a:lnTo>
                    <a:pt x="22447" y="5167"/>
                  </a:lnTo>
                  <a:lnTo>
                    <a:pt x="18884" y="7305"/>
                  </a:lnTo>
                  <a:lnTo>
                    <a:pt x="15677" y="9799"/>
                  </a:lnTo>
                  <a:lnTo>
                    <a:pt x="12649" y="12649"/>
                  </a:lnTo>
                  <a:lnTo>
                    <a:pt x="9798" y="15678"/>
                  </a:lnTo>
                  <a:lnTo>
                    <a:pt x="7304" y="18885"/>
                  </a:lnTo>
                  <a:lnTo>
                    <a:pt x="5167" y="22447"/>
                  </a:lnTo>
                  <a:lnTo>
                    <a:pt x="3385" y="26189"/>
                  </a:lnTo>
                  <a:lnTo>
                    <a:pt x="1960" y="30108"/>
                  </a:lnTo>
                  <a:lnTo>
                    <a:pt x="891" y="34383"/>
                  </a:lnTo>
                  <a:lnTo>
                    <a:pt x="535" y="36343"/>
                  </a:lnTo>
                  <a:lnTo>
                    <a:pt x="178" y="38481"/>
                  </a:lnTo>
                  <a:lnTo>
                    <a:pt x="178" y="40797"/>
                  </a:lnTo>
                  <a:lnTo>
                    <a:pt x="0" y="42935"/>
                  </a:lnTo>
                  <a:lnTo>
                    <a:pt x="178" y="45072"/>
                  </a:lnTo>
                  <a:lnTo>
                    <a:pt x="178" y="47388"/>
                  </a:lnTo>
                  <a:lnTo>
                    <a:pt x="535" y="49526"/>
                  </a:lnTo>
                  <a:lnTo>
                    <a:pt x="891" y="51486"/>
                  </a:lnTo>
                  <a:lnTo>
                    <a:pt x="1960" y="55761"/>
                  </a:lnTo>
                  <a:lnTo>
                    <a:pt x="3385" y="59680"/>
                  </a:lnTo>
                  <a:lnTo>
                    <a:pt x="5167" y="63422"/>
                  </a:lnTo>
                  <a:lnTo>
                    <a:pt x="7304" y="66984"/>
                  </a:lnTo>
                  <a:lnTo>
                    <a:pt x="9798" y="70191"/>
                  </a:lnTo>
                  <a:lnTo>
                    <a:pt x="12649" y="73220"/>
                  </a:lnTo>
                  <a:lnTo>
                    <a:pt x="15677" y="76070"/>
                  </a:lnTo>
                  <a:lnTo>
                    <a:pt x="18884" y="78564"/>
                  </a:lnTo>
                  <a:lnTo>
                    <a:pt x="22447" y="80702"/>
                  </a:lnTo>
                  <a:lnTo>
                    <a:pt x="26188" y="82483"/>
                  </a:lnTo>
                  <a:lnTo>
                    <a:pt x="30107" y="83909"/>
                  </a:lnTo>
                  <a:lnTo>
                    <a:pt x="34383" y="84977"/>
                  </a:lnTo>
                  <a:lnTo>
                    <a:pt x="36343" y="85334"/>
                  </a:lnTo>
                  <a:lnTo>
                    <a:pt x="38480" y="85690"/>
                  </a:lnTo>
                  <a:lnTo>
                    <a:pt x="40796" y="85690"/>
                  </a:lnTo>
                  <a:lnTo>
                    <a:pt x="42934" y="85868"/>
                  </a:lnTo>
                  <a:lnTo>
                    <a:pt x="45072" y="85690"/>
                  </a:lnTo>
                  <a:lnTo>
                    <a:pt x="47388" y="85690"/>
                  </a:lnTo>
                  <a:lnTo>
                    <a:pt x="49525" y="85334"/>
                  </a:lnTo>
                  <a:lnTo>
                    <a:pt x="51485" y="84977"/>
                  </a:lnTo>
                  <a:lnTo>
                    <a:pt x="55761" y="83909"/>
                  </a:lnTo>
                  <a:lnTo>
                    <a:pt x="59680" y="82483"/>
                  </a:lnTo>
                  <a:lnTo>
                    <a:pt x="63421" y="80702"/>
                  </a:lnTo>
                  <a:lnTo>
                    <a:pt x="66984" y="78564"/>
                  </a:lnTo>
                  <a:lnTo>
                    <a:pt x="70191" y="76070"/>
                  </a:lnTo>
                  <a:lnTo>
                    <a:pt x="73219" y="73220"/>
                  </a:lnTo>
                  <a:lnTo>
                    <a:pt x="76070" y="70191"/>
                  </a:lnTo>
                  <a:lnTo>
                    <a:pt x="78564" y="66984"/>
                  </a:lnTo>
                  <a:lnTo>
                    <a:pt x="80701" y="63422"/>
                  </a:lnTo>
                  <a:lnTo>
                    <a:pt x="82483" y="59680"/>
                  </a:lnTo>
                  <a:lnTo>
                    <a:pt x="83908" y="55761"/>
                  </a:lnTo>
                  <a:lnTo>
                    <a:pt x="84977" y="51486"/>
                  </a:lnTo>
                  <a:lnTo>
                    <a:pt x="85333" y="49526"/>
                  </a:lnTo>
                  <a:lnTo>
                    <a:pt x="85690" y="47388"/>
                  </a:lnTo>
                  <a:lnTo>
                    <a:pt x="85690" y="45072"/>
                  </a:lnTo>
                  <a:lnTo>
                    <a:pt x="85868" y="42935"/>
                  </a:lnTo>
                  <a:lnTo>
                    <a:pt x="85690" y="40797"/>
                  </a:lnTo>
                  <a:lnTo>
                    <a:pt x="85690" y="38481"/>
                  </a:lnTo>
                  <a:lnTo>
                    <a:pt x="85333" y="36343"/>
                  </a:lnTo>
                  <a:lnTo>
                    <a:pt x="84977" y="34383"/>
                  </a:lnTo>
                  <a:lnTo>
                    <a:pt x="83908" y="30108"/>
                  </a:lnTo>
                  <a:lnTo>
                    <a:pt x="82483" y="26189"/>
                  </a:lnTo>
                  <a:lnTo>
                    <a:pt x="80701" y="22447"/>
                  </a:lnTo>
                  <a:lnTo>
                    <a:pt x="78564" y="18885"/>
                  </a:lnTo>
                  <a:lnTo>
                    <a:pt x="76070" y="15678"/>
                  </a:lnTo>
                  <a:lnTo>
                    <a:pt x="73219" y="12649"/>
                  </a:lnTo>
                  <a:lnTo>
                    <a:pt x="70191" y="9799"/>
                  </a:lnTo>
                  <a:lnTo>
                    <a:pt x="66984" y="7305"/>
                  </a:lnTo>
                  <a:lnTo>
                    <a:pt x="63421" y="5167"/>
                  </a:lnTo>
                  <a:lnTo>
                    <a:pt x="59680" y="3386"/>
                  </a:lnTo>
                  <a:lnTo>
                    <a:pt x="55761" y="1960"/>
                  </a:lnTo>
                  <a:lnTo>
                    <a:pt x="51485" y="892"/>
                  </a:lnTo>
                  <a:lnTo>
                    <a:pt x="49525" y="535"/>
                  </a:lnTo>
                  <a:lnTo>
                    <a:pt x="47388" y="179"/>
                  </a:lnTo>
                  <a:lnTo>
                    <a:pt x="45072" y="179"/>
                  </a:lnTo>
                  <a:lnTo>
                    <a:pt x="42934" y="1"/>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545" name="Google Shape;7545;p531"/>
          <p:cNvSpPr txBox="1">
            <a:spLocks noGrp="1"/>
          </p:cNvSpPr>
          <p:nvPr>
            <p:ph type="title"/>
          </p:nvPr>
        </p:nvSpPr>
        <p:spPr>
          <a:xfrm>
            <a:off x="457200" y="114300"/>
            <a:ext cx="8229600" cy="369300"/>
          </a:xfrm>
          <a:prstGeom prst="rect">
            <a:avLst/>
          </a:prstGeom>
        </p:spPr>
        <p:txBody>
          <a:bodyPr spcFirstLastPara="1" wrap="square" lIns="0" tIns="0" rIns="0" bIns="0" anchor="t" anchorCtr="0">
            <a:spAutoFit/>
          </a:bodyPr>
          <a:lstStyle/>
          <a:p>
            <a:pPr marL="0" lvl="0" indent="0" algn="l" rtl="0">
              <a:spcBef>
                <a:spcPts val="0"/>
              </a:spcBef>
              <a:spcAft>
                <a:spcPts val="0"/>
              </a:spcAft>
              <a:buNone/>
            </a:pPr>
            <a:r>
              <a:rPr lang="en" sz="2400" b="0">
                <a:solidFill>
                  <a:schemeClr val="lt1"/>
                </a:solidFill>
              </a:rPr>
              <a:t>Camunda |</a:t>
            </a:r>
            <a:r>
              <a:rPr lang="en" sz="2400">
                <a:solidFill>
                  <a:schemeClr val="lt1"/>
                </a:solidFill>
              </a:rPr>
              <a:t> </a:t>
            </a:r>
            <a:r>
              <a:rPr lang="en" sz="2400">
                <a:solidFill>
                  <a:schemeClr val="accent1"/>
                </a:solidFill>
              </a:rPr>
              <a:t>Process Orchestration &amp; Automation Platform</a:t>
            </a:r>
            <a:endParaRPr/>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Shape 7549"/>
        <p:cNvGrpSpPr/>
        <p:nvPr/>
      </p:nvGrpSpPr>
      <p:grpSpPr>
        <a:xfrm>
          <a:off x="0" y="0"/>
          <a:ext cx="0" cy="0"/>
          <a:chOff x="0" y="0"/>
          <a:chExt cx="0" cy="0"/>
        </a:xfrm>
      </p:grpSpPr>
      <p:sp>
        <p:nvSpPr>
          <p:cNvPr id="7550" name="Google Shape;7550;p532"/>
          <p:cNvSpPr txBox="1">
            <a:spLocks noGrp="1"/>
          </p:cNvSpPr>
          <p:nvPr>
            <p:ph type="title"/>
          </p:nvPr>
        </p:nvSpPr>
        <p:spPr>
          <a:xfrm>
            <a:off x="457200" y="114300"/>
            <a:ext cx="8229600" cy="369300"/>
          </a:xfrm>
          <a:prstGeom prst="rect">
            <a:avLst/>
          </a:prstGeom>
        </p:spPr>
        <p:txBody>
          <a:bodyPr spcFirstLastPara="1" wrap="square" lIns="0" tIns="0" rIns="0" bIns="0" anchor="t" anchorCtr="0">
            <a:spAutoFit/>
          </a:bodyPr>
          <a:lstStyle/>
          <a:p>
            <a:pPr marL="0" lvl="0" indent="0" algn="l" rtl="0">
              <a:spcBef>
                <a:spcPts val="0"/>
              </a:spcBef>
              <a:spcAft>
                <a:spcPts val="0"/>
              </a:spcAft>
              <a:buNone/>
            </a:pPr>
            <a:r>
              <a:rPr lang="en" sz="2400"/>
              <a:t>Composability at Camunda</a:t>
            </a:r>
            <a:endParaRPr sz="2400"/>
          </a:p>
        </p:txBody>
      </p:sp>
      <p:graphicFrame>
        <p:nvGraphicFramePr>
          <p:cNvPr id="7551" name="Google Shape;7551;p532"/>
          <p:cNvGraphicFramePr/>
          <p:nvPr/>
        </p:nvGraphicFramePr>
        <p:xfrm>
          <a:off x="457200" y="864775"/>
          <a:ext cx="3000000" cy="3000000"/>
        </p:xfrm>
        <a:graphic>
          <a:graphicData uri="http://schemas.openxmlformats.org/drawingml/2006/table">
            <a:tbl>
              <a:tblPr>
                <a:noFill/>
              </a:tblPr>
              <a:tblGrid>
                <a:gridCol w="1695775">
                  <a:extLst>
                    <a:ext uri="{9D8B030D-6E8A-4147-A177-3AD203B41FA5}">
                      <a16:colId xmlns:a16="http://schemas.microsoft.com/office/drawing/2014/main" val="20000"/>
                    </a:ext>
                  </a:extLst>
                </a:gridCol>
                <a:gridCol w="3381175">
                  <a:extLst>
                    <a:ext uri="{9D8B030D-6E8A-4147-A177-3AD203B41FA5}">
                      <a16:colId xmlns:a16="http://schemas.microsoft.com/office/drawing/2014/main" val="20001"/>
                    </a:ext>
                  </a:extLst>
                </a:gridCol>
                <a:gridCol w="3381175">
                  <a:extLst>
                    <a:ext uri="{9D8B030D-6E8A-4147-A177-3AD203B41FA5}">
                      <a16:colId xmlns:a16="http://schemas.microsoft.com/office/drawing/2014/main" val="20002"/>
                    </a:ext>
                  </a:extLst>
                </a:gridCol>
              </a:tblGrid>
              <a:tr h="394900">
                <a:tc>
                  <a:txBody>
                    <a:bodyPr/>
                    <a:lstStyle/>
                    <a:p>
                      <a:pPr marL="0" lvl="0" indent="0" algn="l" rtl="0">
                        <a:spcBef>
                          <a:spcPts val="0"/>
                        </a:spcBef>
                        <a:spcAft>
                          <a:spcPts val="0"/>
                        </a:spcAft>
                        <a:buNone/>
                      </a:pPr>
                      <a:endParaRPr sz="900">
                        <a:solidFill>
                          <a:schemeClr val="dk1"/>
                        </a:solidFill>
                        <a:latin typeface="IBM Plex Sans"/>
                        <a:ea typeface="IBM Plex Sans"/>
                        <a:cs typeface="IBM Plex Sans"/>
                        <a:sym typeface="IBM Plex Sans"/>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lvl="0" indent="0" algn="ctr" rtl="0">
                        <a:spcBef>
                          <a:spcPts val="0"/>
                        </a:spcBef>
                        <a:spcAft>
                          <a:spcPts val="0"/>
                        </a:spcAft>
                        <a:buNone/>
                      </a:pPr>
                      <a:endParaRPr sz="1300" b="1">
                        <a:solidFill>
                          <a:srgbClr val="F93822"/>
                        </a:solidFill>
                        <a:latin typeface="IBM Plex Sans"/>
                        <a:ea typeface="IBM Plex Sans"/>
                        <a:cs typeface="IBM Plex Sans"/>
                        <a:sym typeface="IBM Plex Sans"/>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lvl="0" indent="0" algn="ctr" rtl="0">
                        <a:spcBef>
                          <a:spcPts val="0"/>
                        </a:spcBef>
                        <a:spcAft>
                          <a:spcPts val="0"/>
                        </a:spcAft>
                        <a:buNone/>
                      </a:pPr>
                      <a:endParaRPr sz="1300" b="1">
                        <a:solidFill>
                          <a:schemeClr val="accent2"/>
                        </a:solidFill>
                        <a:latin typeface="IBM Plex Sans"/>
                        <a:ea typeface="IBM Plex Sans"/>
                        <a:cs typeface="IBM Plex Sans"/>
                        <a:sym typeface="IBM Plex Sans"/>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extLst>
                  <a:ext uri="{0D108BD9-81ED-4DB2-BD59-A6C34878D82A}">
                    <a16:rowId xmlns:a16="http://schemas.microsoft.com/office/drawing/2014/main" val="10000"/>
                  </a:ext>
                </a:extLst>
              </a:tr>
              <a:tr h="655375">
                <a:tc>
                  <a:txBody>
                    <a:bodyPr/>
                    <a:lstStyle/>
                    <a:p>
                      <a:pPr marL="0" lvl="0" indent="0" algn="l" rtl="0">
                        <a:spcBef>
                          <a:spcPts val="0"/>
                        </a:spcBef>
                        <a:spcAft>
                          <a:spcPts val="0"/>
                        </a:spcAft>
                        <a:buNone/>
                      </a:pPr>
                      <a:r>
                        <a:rPr lang="en" sz="1100" b="1">
                          <a:solidFill>
                            <a:schemeClr val="dk1"/>
                          </a:solidFill>
                          <a:latin typeface="IBM Plex Sans"/>
                          <a:ea typeface="IBM Plex Sans"/>
                          <a:cs typeface="IBM Plex Sans"/>
                          <a:sym typeface="IBM Plex Sans"/>
                        </a:rPr>
                        <a:t>Software delivery lens</a:t>
                      </a:r>
                      <a:endParaRPr sz="1100" b="1">
                        <a:solidFill>
                          <a:schemeClr val="dk1"/>
                        </a:solidFill>
                        <a:latin typeface="IBM Plex Sans"/>
                        <a:ea typeface="IBM Plex Sans"/>
                        <a:cs typeface="IBM Plex Sans"/>
                        <a:sym typeface="IBM Plex Sans"/>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lvl="0" indent="0" algn="l" rtl="0">
                        <a:spcBef>
                          <a:spcPts val="0"/>
                        </a:spcBef>
                        <a:spcAft>
                          <a:spcPts val="0"/>
                        </a:spcAft>
                        <a:buNone/>
                      </a:pPr>
                      <a:r>
                        <a:rPr lang="en" sz="900">
                          <a:solidFill>
                            <a:schemeClr val="dk1"/>
                          </a:solidFill>
                          <a:latin typeface="IBM Plex Sans"/>
                          <a:ea typeface="IBM Plex Sans"/>
                          <a:cs typeface="IBM Plex Sans"/>
                          <a:sym typeface="IBM Plex Sans"/>
                        </a:rPr>
                        <a:t>Requires you to use proprietary source control, testing, deployment, and/or monitoring capabilities. Doesn’t work with commonly used DevOps practices or CI/CD tooling.</a:t>
                      </a:r>
                      <a:endParaRPr sz="900">
                        <a:solidFill>
                          <a:schemeClr val="dk1"/>
                        </a:solidFill>
                        <a:latin typeface="IBM Plex Sans"/>
                        <a:ea typeface="IBM Plex Sans"/>
                        <a:cs typeface="IBM Plex Sans"/>
                        <a:sym typeface="IBM Plex Sans"/>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lvl="0" indent="0" algn="l" rtl="0">
                        <a:spcBef>
                          <a:spcPts val="0"/>
                        </a:spcBef>
                        <a:spcAft>
                          <a:spcPts val="0"/>
                        </a:spcAft>
                        <a:buNone/>
                      </a:pPr>
                      <a:r>
                        <a:rPr lang="en" sz="900">
                          <a:solidFill>
                            <a:schemeClr val="dk1"/>
                          </a:solidFill>
                          <a:latin typeface="IBM Plex Sans"/>
                          <a:ea typeface="IBM Plex Sans"/>
                          <a:cs typeface="IBM Plex Sans"/>
                          <a:sym typeface="IBM Plex Sans"/>
                        </a:rPr>
                        <a:t>Works with enterprise source control, automated testing, CI/CD pipelines, system and cluster monitoring, and multiple programming languages.</a:t>
                      </a:r>
                      <a:endParaRPr sz="900">
                        <a:solidFill>
                          <a:schemeClr val="dk1"/>
                        </a:solidFill>
                        <a:latin typeface="IBM Plex Sans"/>
                        <a:ea typeface="IBM Plex Sans"/>
                        <a:cs typeface="IBM Plex Sans"/>
                        <a:sym typeface="IBM Plex Sans"/>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extLst>
                  <a:ext uri="{0D108BD9-81ED-4DB2-BD59-A6C34878D82A}">
                    <a16:rowId xmlns:a16="http://schemas.microsoft.com/office/drawing/2014/main" val="10001"/>
                  </a:ext>
                </a:extLst>
              </a:tr>
              <a:tr h="758175">
                <a:tc>
                  <a:txBody>
                    <a:bodyPr/>
                    <a:lstStyle/>
                    <a:p>
                      <a:pPr marL="0" lvl="0" indent="0" algn="l" rtl="0">
                        <a:spcBef>
                          <a:spcPts val="0"/>
                        </a:spcBef>
                        <a:spcAft>
                          <a:spcPts val="0"/>
                        </a:spcAft>
                        <a:buNone/>
                      </a:pPr>
                      <a:r>
                        <a:rPr lang="en" sz="1100" b="1">
                          <a:solidFill>
                            <a:schemeClr val="dk1"/>
                          </a:solidFill>
                          <a:latin typeface="IBM Plex Sans"/>
                          <a:ea typeface="IBM Plex Sans"/>
                          <a:cs typeface="IBM Plex Sans"/>
                          <a:sym typeface="IBM Plex Sans"/>
                        </a:rPr>
                        <a:t>Integration lens</a:t>
                      </a:r>
                      <a:endParaRPr sz="1100" b="1">
                        <a:solidFill>
                          <a:schemeClr val="dk1"/>
                        </a:solidFill>
                        <a:latin typeface="IBM Plex Sans"/>
                        <a:ea typeface="IBM Plex Sans"/>
                        <a:cs typeface="IBM Plex Sans"/>
                        <a:sym typeface="IBM Plex Sans"/>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lvl="0" indent="0" algn="l" rtl="0">
                        <a:spcBef>
                          <a:spcPts val="0"/>
                        </a:spcBef>
                        <a:spcAft>
                          <a:spcPts val="0"/>
                        </a:spcAft>
                        <a:buNone/>
                      </a:pPr>
                      <a:r>
                        <a:rPr lang="en" sz="900">
                          <a:solidFill>
                            <a:schemeClr val="dk1"/>
                          </a:solidFill>
                          <a:latin typeface="IBM Plex Sans"/>
                          <a:ea typeface="IBM Plex Sans"/>
                          <a:cs typeface="IBM Plex Sans"/>
                          <a:sym typeface="IBM Plex Sans"/>
                        </a:rPr>
                        <a:t>Users can’t customize, extend, or build their own connectors easily. APIs and SDKs are missing, poorly documented, or incomplete. Workflow engine can’t be run in a headless setup, limiting options for application architecture.</a:t>
                      </a:r>
                      <a:endParaRPr sz="900">
                        <a:solidFill>
                          <a:schemeClr val="dk1"/>
                        </a:solidFill>
                        <a:latin typeface="IBM Plex Sans"/>
                        <a:ea typeface="IBM Plex Sans"/>
                        <a:cs typeface="IBM Plex Sans"/>
                        <a:sym typeface="IBM Plex Sans"/>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lvl="0" indent="0" algn="l" rtl="0">
                        <a:spcBef>
                          <a:spcPts val="0"/>
                        </a:spcBef>
                        <a:spcAft>
                          <a:spcPts val="0"/>
                        </a:spcAft>
                        <a:buNone/>
                      </a:pPr>
                      <a:r>
                        <a:rPr lang="en" sz="900">
                          <a:solidFill>
                            <a:schemeClr val="dk1"/>
                          </a:solidFill>
                          <a:latin typeface="IBM Plex Sans"/>
                          <a:ea typeface="IBM Plex Sans"/>
                          <a:cs typeface="IBM Plex Sans"/>
                          <a:sym typeface="IBM Plex Sans"/>
                        </a:rPr>
                        <a:t>Connectors can be customized and extended by both low-code and pro-code developers, and an SDK enables creation of custom connectors. Includes well-documented APIs and SDKs in multiple languages. Zeebe can run headless.</a:t>
                      </a:r>
                      <a:endParaRPr sz="900">
                        <a:solidFill>
                          <a:schemeClr val="dk1"/>
                        </a:solidFill>
                        <a:latin typeface="IBM Plex Sans"/>
                        <a:ea typeface="IBM Plex Sans"/>
                        <a:cs typeface="IBM Plex Sans"/>
                        <a:sym typeface="IBM Plex Sans"/>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extLst>
                  <a:ext uri="{0D108BD9-81ED-4DB2-BD59-A6C34878D82A}">
                    <a16:rowId xmlns:a16="http://schemas.microsoft.com/office/drawing/2014/main" val="10002"/>
                  </a:ext>
                </a:extLst>
              </a:tr>
              <a:tr h="758175">
                <a:tc>
                  <a:txBody>
                    <a:bodyPr/>
                    <a:lstStyle/>
                    <a:p>
                      <a:pPr marL="0" lvl="0" indent="0" algn="l" rtl="0">
                        <a:spcBef>
                          <a:spcPts val="0"/>
                        </a:spcBef>
                        <a:spcAft>
                          <a:spcPts val="0"/>
                        </a:spcAft>
                        <a:buNone/>
                      </a:pPr>
                      <a:r>
                        <a:rPr lang="en" sz="1100" b="1">
                          <a:solidFill>
                            <a:schemeClr val="dk1"/>
                          </a:solidFill>
                          <a:latin typeface="IBM Plex Sans"/>
                          <a:ea typeface="IBM Plex Sans"/>
                          <a:cs typeface="IBM Plex Sans"/>
                          <a:sym typeface="IBM Plex Sans"/>
                        </a:rPr>
                        <a:t>Process design lens</a:t>
                      </a:r>
                      <a:endParaRPr sz="1100" b="1">
                        <a:solidFill>
                          <a:schemeClr val="dk1"/>
                        </a:solidFill>
                        <a:latin typeface="IBM Plex Sans"/>
                        <a:ea typeface="IBM Plex Sans"/>
                        <a:cs typeface="IBM Plex Sans"/>
                        <a:sym typeface="IBM Plex Sans"/>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lvl="0" indent="0" algn="l" rtl="0">
                        <a:spcBef>
                          <a:spcPts val="0"/>
                        </a:spcBef>
                        <a:spcAft>
                          <a:spcPts val="0"/>
                        </a:spcAft>
                        <a:buNone/>
                      </a:pPr>
                      <a:r>
                        <a:rPr lang="en" sz="900">
                          <a:solidFill>
                            <a:schemeClr val="dk1"/>
                          </a:solidFill>
                          <a:latin typeface="IBM Plex Sans"/>
                          <a:ea typeface="IBM Plex Sans"/>
                          <a:cs typeface="IBM Plex Sans"/>
                          <a:sym typeface="IBM Plex Sans"/>
                        </a:rPr>
                        <a:t>Process flow logic (what happens when) and task execution (how it happens) are tightly coupled. Task execution logic is hidden in a black box. Limited support for advanced workflow patterns. Process models can’t be ported to another tool.</a:t>
                      </a:r>
                      <a:endParaRPr sz="900">
                        <a:solidFill>
                          <a:schemeClr val="dk1"/>
                        </a:solidFill>
                        <a:latin typeface="IBM Plex Sans"/>
                        <a:ea typeface="IBM Plex Sans"/>
                        <a:cs typeface="IBM Plex Sans"/>
                        <a:sym typeface="IBM Plex Sans"/>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lvl="0" indent="0" algn="l" rtl="0">
                        <a:spcBef>
                          <a:spcPts val="0"/>
                        </a:spcBef>
                        <a:spcAft>
                          <a:spcPts val="0"/>
                        </a:spcAft>
                        <a:buNone/>
                      </a:pPr>
                      <a:r>
                        <a:rPr lang="en" sz="900">
                          <a:solidFill>
                            <a:schemeClr val="dk1"/>
                          </a:solidFill>
                          <a:latin typeface="IBM Plex Sans"/>
                          <a:ea typeface="IBM Plex Sans"/>
                          <a:cs typeface="IBM Plex Sans"/>
                          <a:sym typeface="IBM Plex Sans"/>
                        </a:rPr>
                        <a:t>Uses ISO-standard BPMN to decouple flow logic from task execution for flexibility, reusability, and future-proofing. Task execution logic is visible. BPMN enables all advanced workflow patterns. Supports import/export of process models.</a:t>
                      </a:r>
                      <a:endParaRPr sz="900">
                        <a:solidFill>
                          <a:schemeClr val="dk1"/>
                        </a:solidFill>
                        <a:latin typeface="IBM Plex Sans"/>
                        <a:ea typeface="IBM Plex Sans"/>
                        <a:cs typeface="IBM Plex Sans"/>
                        <a:sym typeface="IBM Plex Sans"/>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extLst>
                  <a:ext uri="{0D108BD9-81ED-4DB2-BD59-A6C34878D82A}">
                    <a16:rowId xmlns:a16="http://schemas.microsoft.com/office/drawing/2014/main" val="10003"/>
                  </a:ext>
                </a:extLst>
              </a:tr>
              <a:tr h="758175">
                <a:tc>
                  <a:txBody>
                    <a:bodyPr/>
                    <a:lstStyle/>
                    <a:p>
                      <a:pPr marL="0" lvl="0" indent="0" algn="l" rtl="0">
                        <a:spcBef>
                          <a:spcPts val="0"/>
                        </a:spcBef>
                        <a:spcAft>
                          <a:spcPts val="0"/>
                        </a:spcAft>
                        <a:buNone/>
                      </a:pPr>
                      <a:r>
                        <a:rPr lang="en" sz="1100" b="1">
                          <a:solidFill>
                            <a:schemeClr val="dk1"/>
                          </a:solidFill>
                          <a:latin typeface="IBM Plex Sans"/>
                          <a:ea typeface="IBM Plex Sans"/>
                          <a:cs typeface="IBM Plex Sans"/>
                          <a:sym typeface="IBM Plex Sans"/>
                        </a:rPr>
                        <a:t>Task automation lens</a:t>
                      </a:r>
                      <a:endParaRPr sz="1100" b="1">
                        <a:solidFill>
                          <a:schemeClr val="dk1"/>
                        </a:solidFill>
                        <a:latin typeface="IBM Plex Sans"/>
                        <a:ea typeface="IBM Plex Sans"/>
                        <a:cs typeface="IBM Plex Sans"/>
                        <a:sym typeface="IBM Plex Sans"/>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lvl="0" indent="0" algn="l" rtl="0">
                        <a:spcBef>
                          <a:spcPts val="0"/>
                        </a:spcBef>
                        <a:spcAft>
                          <a:spcPts val="0"/>
                        </a:spcAft>
                        <a:buNone/>
                      </a:pPr>
                      <a:r>
                        <a:rPr lang="en" sz="900">
                          <a:solidFill>
                            <a:schemeClr val="dk1"/>
                          </a:solidFill>
                          <a:latin typeface="IBM Plex Sans"/>
                          <a:ea typeface="IBM Plex Sans"/>
                          <a:cs typeface="IBM Plex Sans"/>
                          <a:sym typeface="IBM Plex Sans"/>
                        </a:rPr>
                        <a:t>Requires you to use built-in task automation capabilities such as RPA bots and document processing features. Doesn’t support combining multiple RPA tools, IDP services, etc. Limited support for custom coding.</a:t>
                      </a:r>
                      <a:endParaRPr sz="900">
                        <a:solidFill>
                          <a:schemeClr val="dk1"/>
                        </a:solidFill>
                        <a:latin typeface="IBM Plex Sans"/>
                        <a:ea typeface="IBM Plex Sans"/>
                        <a:cs typeface="IBM Plex Sans"/>
                        <a:sym typeface="IBM Plex Sans"/>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lvl="0" indent="0" algn="l" rtl="0">
                        <a:spcBef>
                          <a:spcPts val="0"/>
                        </a:spcBef>
                        <a:spcAft>
                          <a:spcPts val="0"/>
                        </a:spcAft>
                        <a:buNone/>
                      </a:pPr>
                      <a:r>
                        <a:rPr lang="en" sz="900">
                          <a:solidFill>
                            <a:schemeClr val="dk1"/>
                          </a:solidFill>
                          <a:latin typeface="IBM Plex Sans"/>
                          <a:ea typeface="IBM Plex Sans"/>
                          <a:cs typeface="IBM Plex Sans"/>
                          <a:sym typeface="IBM Plex Sans"/>
                        </a:rPr>
                        <a:t>Use ours, use others, or mix-and-match for maximum flexibility across different departments, teams, use cases. Full support for custom code in any programming language. Helps avoid being locked in with specific tools for RPA, IDP, and other tasks.</a:t>
                      </a:r>
                      <a:endParaRPr sz="900">
                        <a:solidFill>
                          <a:schemeClr val="dk1"/>
                        </a:solidFill>
                        <a:latin typeface="IBM Plex Sans"/>
                        <a:ea typeface="IBM Plex Sans"/>
                        <a:cs typeface="IBM Plex Sans"/>
                        <a:sym typeface="IBM Plex Sans"/>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extLst>
                  <a:ext uri="{0D108BD9-81ED-4DB2-BD59-A6C34878D82A}">
                    <a16:rowId xmlns:a16="http://schemas.microsoft.com/office/drawing/2014/main" val="10004"/>
                  </a:ext>
                </a:extLst>
              </a:tr>
              <a:tr h="616000">
                <a:tc>
                  <a:txBody>
                    <a:bodyPr/>
                    <a:lstStyle/>
                    <a:p>
                      <a:pPr marL="0" lvl="0" indent="0" algn="l" rtl="0">
                        <a:spcBef>
                          <a:spcPts val="0"/>
                        </a:spcBef>
                        <a:spcAft>
                          <a:spcPts val="0"/>
                        </a:spcAft>
                        <a:buNone/>
                      </a:pPr>
                      <a:r>
                        <a:rPr lang="en" sz="1100" b="1">
                          <a:solidFill>
                            <a:schemeClr val="dk1"/>
                          </a:solidFill>
                          <a:latin typeface="IBM Plex Sans"/>
                          <a:ea typeface="IBM Plex Sans"/>
                          <a:cs typeface="IBM Plex Sans"/>
                          <a:sym typeface="IBM Plex Sans"/>
                        </a:rPr>
                        <a:t>AI/ML lens</a:t>
                      </a:r>
                      <a:endParaRPr sz="1100" b="1">
                        <a:solidFill>
                          <a:schemeClr val="dk1"/>
                        </a:solidFill>
                        <a:latin typeface="IBM Plex Sans"/>
                        <a:ea typeface="IBM Plex Sans"/>
                        <a:cs typeface="IBM Plex Sans"/>
                        <a:sym typeface="IBM Plex Sans"/>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lvl="0" indent="0" algn="l" rtl="0">
                        <a:spcBef>
                          <a:spcPts val="0"/>
                        </a:spcBef>
                        <a:spcAft>
                          <a:spcPts val="0"/>
                        </a:spcAft>
                        <a:buNone/>
                      </a:pPr>
                      <a:r>
                        <a:rPr lang="en" sz="900">
                          <a:solidFill>
                            <a:schemeClr val="dk1"/>
                          </a:solidFill>
                          <a:latin typeface="IBM Plex Sans"/>
                          <a:ea typeface="IBM Plex Sans"/>
                          <a:cs typeface="IBM Plex Sans"/>
                          <a:sym typeface="IBM Plex Sans"/>
                        </a:rPr>
                        <a:t>Requires you to use built-in or pre-connected AI/ML tools such as text generators. Cannot blend deterministic and non-deterministic process execution logic.</a:t>
                      </a:r>
                      <a:endParaRPr sz="900">
                        <a:solidFill>
                          <a:schemeClr val="dk1"/>
                        </a:solidFill>
                        <a:latin typeface="IBM Plex Sans"/>
                        <a:ea typeface="IBM Plex Sans"/>
                        <a:cs typeface="IBM Plex Sans"/>
                        <a:sym typeface="IBM Plex Sans"/>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lvl="0" indent="0" algn="l" rtl="0">
                        <a:spcBef>
                          <a:spcPts val="0"/>
                        </a:spcBef>
                        <a:spcAft>
                          <a:spcPts val="0"/>
                        </a:spcAft>
                        <a:buNone/>
                      </a:pPr>
                      <a:r>
                        <a:rPr lang="en" sz="900">
                          <a:solidFill>
                            <a:schemeClr val="dk1"/>
                          </a:solidFill>
                          <a:latin typeface="IBM Plex Sans"/>
                          <a:ea typeface="IBM Plex Sans"/>
                          <a:cs typeface="IBM Plex Sans"/>
                          <a:sym typeface="IBM Plex Sans"/>
                        </a:rPr>
                        <a:t>Can orchestrate any AI/ML tool or service through pre-built and custom connectors. Supports blending deterministic and non-deterministic process execution in a single process flow.</a:t>
                      </a:r>
                      <a:endParaRPr sz="900">
                        <a:solidFill>
                          <a:schemeClr val="dk1"/>
                        </a:solidFill>
                        <a:latin typeface="IBM Plex Sans"/>
                        <a:ea typeface="IBM Plex Sans"/>
                        <a:cs typeface="IBM Plex Sans"/>
                        <a:sym typeface="IBM Plex Sans"/>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sp>
        <p:nvSpPr>
          <p:cNvPr id="7552" name="Google Shape;7552;p532"/>
          <p:cNvSpPr/>
          <p:nvPr/>
        </p:nvSpPr>
        <p:spPr>
          <a:xfrm>
            <a:off x="2152967" y="793350"/>
            <a:ext cx="3381300" cy="470700"/>
          </a:xfrm>
          <a:prstGeom prst="round2SameRect">
            <a:avLst>
              <a:gd name="adj1" fmla="val 21657"/>
              <a:gd name="adj2" fmla="val 0"/>
            </a:avLst>
          </a:prstGeom>
          <a:solidFill>
            <a:schemeClr val="accent4"/>
          </a:solidFill>
          <a:ln w="19050" cap="flat" cmpd="sng">
            <a:solidFill>
              <a:srgbClr val="F7F7F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rgbClr val="F7F7F7"/>
                </a:solidFill>
                <a:latin typeface="IBM Plex Sans SemiBold"/>
                <a:ea typeface="IBM Plex Sans SemiBold"/>
                <a:cs typeface="IBM Plex Sans SemiBold"/>
                <a:sym typeface="IBM Plex Sans SemiBold"/>
              </a:rPr>
              <a:t>Not composable</a:t>
            </a:r>
            <a:endParaRPr>
              <a:latin typeface="IBM Plex Sans SemiBold"/>
              <a:ea typeface="IBM Plex Sans SemiBold"/>
              <a:cs typeface="IBM Plex Sans SemiBold"/>
              <a:sym typeface="IBM Plex Sans SemiBold"/>
            </a:endParaRPr>
          </a:p>
        </p:txBody>
      </p:sp>
      <p:sp>
        <p:nvSpPr>
          <p:cNvPr id="7553" name="Google Shape;7553;p532"/>
          <p:cNvSpPr/>
          <p:nvPr/>
        </p:nvSpPr>
        <p:spPr>
          <a:xfrm>
            <a:off x="5534142" y="793350"/>
            <a:ext cx="3381300" cy="470700"/>
          </a:xfrm>
          <a:prstGeom prst="round2SameRect">
            <a:avLst>
              <a:gd name="adj1" fmla="val 21657"/>
              <a:gd name="adj2" fmla="val 0"/>
            </a:avLst>
          </a:prstGeom>
          <a:solidFill>
            <a:schemeClr val="accent2"/>
          </a:solidFill>
          <a:ln w="19050" cap="flat" cmpd="sng">
            <a:solidFill>
              <a:srgbClr val="F7F7F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rgbClr val="F7F7F7"/>
                </a:solidFill>
                <a:latin typeface="IBM Plex Sans SemiBold"/>
                <a:ea typeface="IBM Plex Sans SemiBold"/>
                <a:cs typeface="IBM Plex Sans SemiBold"/>
                <a:sym typeface="IBM Plex Sans SemiBold"/>
              </a:rPr>
              <a:t>Camunda composability</a:t>
            </a:r>
            <a:endParaRPr>
              <a:latin typeface="IBM Plex Sans SemiBold"/>
              <a:ea typeface="IBM Plex Sans SemiBold"/>
              <a:cs typeface="IBM Plex Sans SemiBold"/>
              <a:sym typeface="IBM Plex Sans SemiBold"/>
            </a:endParaRPr>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Shape 7557"/>
        <p:cNvGrpSpPr/>
        <p:nvPr/>
      </p:nvGrpSpPr>
      <p:grpSpPr>
        <a:xfrm>
          <a:off x="0" y="0"/>
          <a:ext cx="0" cy="0"/>
          <a:chOff x="0" y="0"/>
          <a:chExt cx="0" cy="0"/>
        </a:xfrm>
      </p:grpSpPr>
      <p:sp>
        <p:nvSpPr>
          <p:cNvPr id="7558" name="Google Shape;7558;p533"/>
          <p:cNvSpPr txBox="1">
            <a:spLocks noGrp="1"/>
          </p:cNvSpPr>
          <p:nvPr>
            <p:ph type="subTitle" idx="1"/>
          </p:nvPr>
        </p:nvSpPr>
        <p:spPr>
          <a:xfrm>
            <a:off x="304800" y="1218199"/>
            <a:ext cx="2466600" cy="400200"/>
          </a:xfrm>
          <a:prstGeom prst="rect">
            <a:avLst/>
          </a:prstGeom>
        </p:spPr>
        <p:txBody>
          <a:bodyPr spcFirstLastPara="1" wrap="square" lIns="0" tIns="0" rIns="0" bIns="0" anchor="ctr" anchorCtr="0">
            <a:normAutofit/>
          </a:bodyPr>
          <a:lstStyle/>
          <a:p>
            <a:pPr marL="0" lvl="0" indent="0" algn="ctr" rtl="0">
              <a:spcBef>
                <a:spcPts val="0"/>
              </a:spcBef>
              <a:spcAft>
                <a:spcPts val="0"/>
              </a:spcAft>
              <a:buNone/>
            </a:pPr>
            <a:r>
              <a:rPr lang="en" sz="2000" b="1">
                <a:solidFill>
                  <a:srgbClr val="FFB7C8"/>
                </a:solidFill>
                <a:latin typeface="IBM Plex Sans"/>
                <a:ea typeface="IBM Plex Sans"/>
                <a:cs typeface="IBM Plex Sans"/>
                <a:sym typeface="IBM Plex Sans"/>
              </a:rPr>
              <a:t>Design</a:t>
            </a:r>
            <a:endParaRPr sz="2000" b="1">
              <a:solidFill>
                <a:srgbClr val="FFB7C8"/>
              </a:solidFill>
              <a:latin typeface="IBM Plex Sans"/>
              <a:ea typeface="IBM Plex Sans"/>
              <a:cs typeface="IBM Plex Sans"/>
              <a:sym typeface="IBM Plex Sans"/>
            </a:endParaRPr>
          </a:p>
        </p:txBody>
      </p:sp>
      <p:sp>
        <p:nvSpPr>
          <p:cNvPr id="7559" name="Google Shape;7559;p533"/>
          <p:cNvSpPr txBox="1">
            <a:spLocks noGrp="1"/>
          </p:cNvSpPr>
          <p:nvPr>
            <p:ph type="body" idx="2"/>
          </p:nvPr>
        </p:nvSpPr>
        <p:spPr>
          <a:xfrm>
            <a:off x="304800" y="2361425"/>
            <a:ext cx="2467800" cy="2444400"/>
          </a:xfrm>
          <a:prstGeom prst="rect">
            <a:avLst/>
          </a:prstGeom>
        </p:spPr>
        <p:txBody>
          <a:bodyPr spcFirstLastPara="1" wrap="square" lIns="0" tIns="0" rIns="0" bIns="0" anchor="t" anchorCtr="0">
            <a:normAutofit/>
          </a:bodyPr>
          <a:lstStyle/>
          <a:p>
            <a:pPr marL="457200" lvl="0" indent="-298450" algn="l" rtl="0">
              <a:spcBef>
                <a:spcPts val="0"/>
              </a:spcBef>
              <a:spcAft>
                <a:spcPts val="0"/>
              </a:spcAft>
              <a:buClr>
                <a:schemeClr val="lt1"/>
              </a:buClr>
              <a:buSzPts val="1100"/>
              <a:buChar char="■"/>
            </a:pPr>
            <a:r>
              <a:rPr lang="en" sz="1100"/>
              <a:t>Process logic</a:t>
            </a:r>
            <a:endParaRPr sz="1100"/>
          </a:p>
          <a:p>
            <a:pPr marL="457200" lvl="0" indent="-298450" algn="l" rtl="0">
              <a:spcBef>
                <a:spcPts val="600"/>
              </a:spcBef>
              <a:spcAft>
                <a:spcPts val="0"/>
              </a:spcAft>
              <a:buClr>
                <a:schemeClr val="lt1"/>
              </a:buClr>
              <a:buSzPts val="1100"/>
              <a:buChar char="■"/>
            </a:pPr>
            <a:r>
              <a:rPr lang="en" sz="1100"/>
              <a:t>Advanced workflow patterns</a:t>
            </a:r>
            <a:endParaRPr sz="1100"/>
          </a:p>
          <a:p>
            <a:pPr marL="457200" lvl="0" indent="-298450" algn="l" rtl="0">
              <a:spcBef>
                <a:spcPts val="600"/>
              </a:spcBef>
              <a:spcAft>
                <a:spcPts val="0"/>
              </a:spcAft>
              <a:buClr>
                <a:schemeClr val="lt1"/>
              </a:buClr>
              <a:buSzPts val="1100"/>
              <a:buChar char="■"/>
            </a:pPr>
            <a:r>
              <a:rPr lang="en" sz="1100"/>
              <a:t>Integrated decision logic</a:t>
            </a:r>
            <a:endParaRPr sz="1100"/>
          </a:p>
          <a:p>
            <a:pPr marL="457200" lvl="0" indent="-298450" algn="l" rtl="0">
              <a:spcBef>
                <a:spcPts val="600"/>
              </a:spcBef>
              <a:spcAft>
                <a:spcPts val="0"/>
              </a:spcAft>
              <a:buClr>
                <a:schemeClr val="lt1"/>
              </a:buClr>
              <a:buSzPts val="1100"/>
              <a:buChar char="■"/>
            </a:pPr>
            <a:r>
              <a:rPr lang="en" sz="1100"/>
              <a:t>Process and decision versioning</a:t>
            </a:r>
            <a:endParaRPr sz="1100"/>
          </a:p>
          <a:p>
            <a:pPr marL="457200" lvl="0" indent="-298450" algn="l" rtl="0">
              <a:spcBef>
                <a:spcPts val="600"/>
              </a:spcBef>
              <a:spcAft>
                <a:spcPts val="0"/>
              </a:spcAft>
              <a:buClr>
                <a:schemeClr val="lt1"/>
              </a:buClr>
              <a:buSzPts val="1100"/>
              <a:buChar char="■"/>
            </a:pPr>
            <a:r>
              <a:rPr lang="en" sz="1100"/>
              <a:t>Process simulation</a:t>
            </a:r>
            <a:endParaRPr sz="1100"/>
          </a:p>
          <a:p>
            <a:pPr marL="457200" lvl="0" indent="-298450" algn="l" rtl="0">
              <a:spcBef>
                <a:spcPts val="600"/>
              </a:spcBef>
              <a:spcAft>
                <a:spcPts val="600"/>
              </a:spcAft>
              <a:buClr>
                <a:schemeClr val="lt1"/>
              </a:buClr>
              <a:buSzPts val="1100"/>
              <a:buChar char="■"/>
            </a:pPr>
            <a:r>
              <a:rPr lang="en" sz="1100"/>
              <a:t>Process testing</a:t>
            </a:r>
            <a:endParaRPr sz="1100"/>
          </a:p>
        </p:txBody>
      </p:sp>
      <p:sp>
        <p:nvSpPr>
          <p:cNvPr id="7560" name="Google Shape;7560;p533"/>
          <p:cNvSpPr txBox="1">
            <a:spLocks noGrp="1"/>
          </p:cNvSpPr>
          <p:nvPr>
            <p:ph type="subTitle" idx="3"/>
          </p:nvPr>
        </p:nvSpPr>
        <p:spPr>
          <a:xfrm>
            <a:off x="3332317" y="1218199"/>
            <a:ext cx="2466600" cy="400200"/>
          </a:xfrm>
          <a:prstGeom prst="rect">
            <a:avLst/>
          </a:prstGeom>
        </p:spPr>
        <p:txBody>
          <a:bodyPr spcFirstLastPara="1" wrap="square" lIns="0" tIns="0" rIns="0" bIns="0" anchor="ctr" anchorCtr="0">
            <a:normAutofit/>
          </a:bodyPr>
          <a:lstStyle/>
          <a:p>
            <a:pPr marL="0" lvl="0" indent="0" algn="ctr" rtl="0">
              <a:spcBef>
                <a:spcPts val="0"/>
              </a:spcBef>
              <a:spcAft>
                <a:spcPts val="0"/>
              </a:spcAft>
              <a:buNone/>
            </a:pPr>
            <a:r>
              <a:rPr lang="en" sz="2000" b="1">
                <a:solidFill>
                  <a:srgbClr val="C629CD"/>
                </a:solidFill>
                <a:latin typeface="IBM Plex Sans"/>
                <a:ea typeface="IBM Plex Sans"/>
                <a:cs typeface="IBM Plex Sans"/>
                <a:sym typeface="IBM Plex Sans"/>
              </a:rPr>
              <a:t>Runtime</a:t>
            </a:r>
            <a:endParaRPr sz="2000" b="1">
              <a:solidFill>
                <a:srgbClr val="C629CD"/>
              </a:solidFill>
              <a:latin typeface="IBM Plex Sans"/>
              <a:ea typeface="IBM Plex Sans"/>
              <a:cs typeface="IBM Plex Sans"/>
              <a:sym typeface="IBM Plex Sans"/>
            </a:endParaRPr>
          </a:p>
        </p:txBody>
      </p:sp>
      <p:sp>
        <p:nvSpPr>
          <p:cNvPr id="7561" name="Google Shape;7561;p533"/>
          <p:cNvSpPr txBox="1">
            <a:spLocks noGrp="1"/>
          </p:cNvSpPr>
          <p:nvPr>
            <p:ph type="body" idx="4"/>
          </p:nvPr>
        </p:nvSpPr>
        <p:spPr>
          <a:xfrm>
            <a:off x="3332318" y="2361425"/>
            <a:ext cx="2467800" cy="2444400"/>
          </a:xfrm>
          <a:prstGeom prst="rect">
            <a:avLst/>
          </a:prstGeom>
        </p:spPr>
        <p:txBody>
          <a:bodyPr spcFirstLastPara="1" wrap="square" lIns="0" tIns="0" rIns="0" bIns="0" anchor="t" anchorCtr="0">
            <a:normAutofit/>
          </a:bodyPr>
          <a:lstStyle/>
          <a:p>
            <a:pPr marL="457200" lvl="0" indent="-298450" algn="l" rtl="0">
              <a:spcBef>
                <a:spcPts val="0"/>
              </a:spcBef>
              <a:spcAft>
                <a:spcPts val="0"/>
              </a:spcAft>
              <a:buClr>
                <a:schemeClr val="lt1"/>
              </a:buClr>
              <a:buSzPts val="1100"/>
              <a:buChar char="■"/>
            </a:pPr>
            <a:r>
              <a:rPr lang="en" sz="1100"/>
              <a:t>Long-running process management</a:t>
            </a:r>
            <a:endParaRPr sz="1100"/>
          </a:p>
          <a:p>
            <a:pPr marL="457200" lvl="0" indent="-298450" algn="l" rtl="0">
              <a:spcBef>
                <a:spcPts val="600"/>
              </a:spcBef>
              <a:spcAft>
                <a:spcPts val="0"/>
              </a:spcAft>
              <a:buClr>
                <a:schemeClr val="lt1"/>
              </a:buClr>
              <a:buSzPts val="1100"/>
              <a:buChar char="■"/>
            </a:pPr>
            <a:r>
              <a:rPr lang="en" sz="1100"/>
              <a:t>Scalable, resilient, performant state persistence</a:t>
            </a:r>
            <a:endParaRPr sz="1100"/>
          </a:p>
          <a:p>
            <a:pPr marL="457200" lvl="0" indent="-298450" algn="l" rtl="0">
              <a:spcBef>
                <a:spcPts val="600"/>
              </a:spcBef>
              <a:spcAft>
                <a:spcPts val="0"/>
              </a:spcAft>
              <a:buClr>
                <a:schemeClr val="lt1"/>
              </a:buClr>
              <a:buSzPts val="1100"/>
              <a:buChar char="■"/>
            </a:pPr>
            <a:r>
              <a:rPr lang="en" sz="1100"/>
              <a:t>Event/message correlation</a:t>
            </a:r>
            <a:endParaRPr sz="1100"/>
          </a:p>
          <a:p>
            <a:pPr marL="457200" lvl="0" indent="-298450" algn="l" rtl="0">
              <a:spcBef>
                <a:spcPts val="600"/>
              </a:spcBef>
              <a:spcAft>
                <a:spcPts val="0"/>
              </a:spcAft>
              <a:buClr>
                <a:schemeClr val="lt1"/>
              </a:buClr>
              <a:buSzPts val="1100"/>
              <a:buChar char="■"/>
            </a:pPr>
            <a:r>
              <a:rPr lang="en" sz="1100"/>
              <a:t>Timers and timeouts</a:t>
            </a:r>
            <a:endParaRPr sz="1100"/>
          </a:p>
          <a:p>
            <a:pPr marL="457200" lvl="0" indent="-298450" algn="l" rtl="0">
              <a:spcBef>
                <a:spcPts val="600"/>
              </a:spcBef>
              <a:spcAft>
                <a:spcPts val="0"/>
              </a:spcAft>
              <a:buClr>
                <a:schemeClr val="lt1"/>
              </a:buClr>
              <a:buSzPts val="1100"/>
              <a:buChar char="■"/>
            </a:pPr>
            <a:r>
              <a:rPr lang="en" sz="1100"/>
              <a:t>Payload/data</a:t>
            </a:r>
            <a:endParaRPr sz="1100"/>
          </a:p>
          <a:p>
            <a:pPr marL="457200" lvl="0" indent="-298450" algn="l" rtl="0">
              <a:spcBef>
                <a:spcPts val="600"/>
              </a:spcBef>
              <a:spcAft>
                <a:spcPts val="600"/>
              </a:spcAft>
              <a:buClr>
                <a:schemeClr val="lt1"/>
              </a:buClr>
              <a:buSzPts val="1100"/>
              <a:buChar char="■"/>
            </a:pPr>
            <a:r>
              <a:rPr lang="en" sz="1100"/>
              <a:t>Synchronous and asynchronous endpoint integration</a:t>
            </a:r>
            <a:endParaRPr sz="1100"/>
          </a:p>
        </p:txBody>
      </p:sp>
      <p:sp>
        <p:nvSpPr>
          <p:cNvPr id="7562" name="Google Shape;7562;p533"/>
          <p:cNvSpPr txBox="1">
            <a:spLocks noGrp="1"/>
          </p:cNvSpPr>
          <p:nvPr>
            <p:ph type="subTitle" idx="5"/>
          </p:nvPr>
        </p:nvSpPr>
        <p:spPr>
          <a:xfrm>
            <a:off x="6394996" y="1218199"/>
            <a:ext cx="2466600" cy="400200"/>
          </a:xfrm>
          <a:prstGeom prst="rect">
            <a:avLst/>
          </a:prstGeom>
        </p:spPr>
        <p:txBody>
          <a:bodyPr spcFirstLastPara="1" wrap="square" lIns="0" tIns="0" rIns="0" bIns="0" anchor="ctr" anchorCtr="0">
            <a:normAutofit/>
          </a:bodyPr>
          <a:lstStyle/>
          <a:p>
            <a:pPr marL="0" lvl="0" indent="0" algn="ctr" rtl="0">
              <a:spcBef>
                <a:spcPts val="0"/>
              </a:spcBef>
              <a:spcAft>
                <a:spcPts val="0"/>
              </a:spcAft>
              <a:buNone/>
            </a:pPr>
            <a:r>
              <a:rPr lang="en" sz="2000" b="1">
                <a:solidFill>
                  <a:srgbClr val="D2FF1D"/>
                </a:solidFill>
                <a:latin typeface="IBM Plex Sans"/>
                <a:ea typeface="IBM Plex Sans"/>
                <a:cs typeface="IBM Plex Sans"/>
                <a:sym typeface="IBM Plex Sans"/>
              </a:rPr>
              <a:t>Operations</a:t>
            </a:r>
            <a:endParaRPr sz="2000" b="1">
              <a:solidFill>
                <a:srgbClr val="D2FF1D"/>
              </a:solidFill>
              <a:latin typeface="IBM Plex Sans"/>
              <a:ea typeface="IBM Plex Sans"/>
              <a:cs typeface="IBM Plex Sans"/>
              <a:sym typeface="IBM Plex Sans"/>
            </a:endParaRPr>
          </a:p>
        </p:txBody>
      </p:sp>
      <p:sp>
        <p:nvSpPr>
          <p:cNvPr id="7563" name="Google Shape;7563;p533"/>
          <p:cNvSpPr txBox="1">
            <a:spLocks noGrp="1"/>
          </p:cNvSpPr>
          <p:nvPr>
            <p:ph type="body" idx="6"/>
          </p:nvPr>
        </p:nvSpPr>
        <p:spPr>
          <a:xfrm>
            <a:off x="6395000" y="2361425"/>
            <a:ext cx="2467800" cy="2444400"/>
          </a:xfrm>
          <a:prstGeom prst="rect">
            <a:avLst/>
          </a:prstGeom>
        </p:spPr>
        <p:txBody>
          <a:bodyPr spcFirstLastPara="1" wrap="square" lIns="0" tIns="0" rIns="0" bIns="0" anchor="t" anchorCtr="0">
            <a:normAutofit/>
          </a:bodyPr>
          <a:lstStyle/>
          <a:p>
            <a:pPr marL="457200" lvl="0" indent="-298450" algn="l" rtl="0">
              <a:spcBef>
                <a:spcPts val="0"/>
              </a:spcBef>
              <a:spcAft>
                <a:spcPts val="0"/>
              </a:spcAft>
              <a:buClr>
                <a:schemeClr val="lt1"/>
              </a:buClr>
              <a:buSzPts val="1100"/>
              <a:buChar char="■"/>
            </a:pPr>
            <a:r>
              <a:rPr lang="en" sz="1100"/>
              <a:t>Open architecture</a:t>
            </a:r>
            <a:endParaRPr sz="1100"/>
          </a:p>
          <a:p>
            <a:pPr marL="457200" lvl="0" indent="-298450" algn="l" rtl="0">
              <a:spcBef>
                <a:spcPts val="600"/>
              </a:spcBef>
              <a:spcAft>
                <a:spcPts val="0"/>
              </a:spcAft>
              <a:buClr>
                <a:schemeClr val="lt1"/>
              </a:buClr>
              <a:buSzPts val="1100"/>
              <a:buChar char="■"/>
            </a:pPr>
            <a:r>
              <a:rPr lang="en" sz="1100"/>
              <a:t>Process instance modification</a:t>
            </a:r>
            <a:endParaRPr sz="1100"/>
          </a:p>
          <a:p>
            <a:pPr marL="457200" lvl="0" indent="-298450" algn="l" rtl="0">
              <a:spcBef>
                <a:spcPts val="600"/>
              </a:spcBef>
              <a:spcAft>
                <a:spcPts val="0"/>
              </a:spcAft>
              <a:buClr>
                <a:schemeClr val="lt1"/>
              </a:buClr>
              <a:buSzPts val="1100"/>
              <a:buChar char="■"/>
            </a:pPr>
            <a:r>
              <a:rPr lang="en" sz="1100"/>
              <a:t>Process instance migration</a:t>
            </a:r>
            <a:endParaRPr sz="1100"/>
          </a:p>
          <a:p>
            <a:pPr marL="457200" lvl="0" indent="-298450" algn="l" rtl="0">
              <a:spcBef>
                <a:spcPts val="600"/>
              </a:spcBef>
              <a:spcAft>
                <a:spcPts val="0"/>
              </a:spcAft>
              <a:buClr>
                <a:schemeClr val="lt1"/>
              </a:buClr>
              <a:buSzPts val="1100"/>
              <a:buChar char="■"/>
            </a:pPr>
            <a:r>
              <a:rPr lang="en" sz="1100"/>
              <a:t>High availability</a:t>
            </a:r>
            <a:endParaRPr sz="1100"/>
          </a:p>
          <a:p>
            <a:pPr marL="457200" lvl="0" indent="-298450" algn="l" rtl="0">
              <a:spcBef>
                <a:spcPts val="600"/>
              </a:spcBef>
              <a:spcAft>
                <a:spcPts val="0"/>
              </a:spcAft>
              <a:buClr>
                <a:schemeClr val="lt1"/>
              </a:buClr>
              <a:buSzPts val="1100"/>
              <a:buChar char="■"/>
            </a:pPr>
            <a:r>
              <a:rPr lang="en" sz="1100"/>
              <a:t>Uptime and upgrades</a:t>
            </a:r>
            <a:endParaRPr sz="1100"/>
          </a:p>
          <a:p>
            <a:pPr marL="457200" lvl="0" indent="-298450" algn="l" rtl="0">
              <a:spcBef>
                <a:spcPts val="600"/>
              </a:spcBef>
              <a:spcAft>
                <a:spcPts val="0"/>
              </a:spcAft>
              <a:buClr>
                <a:schemeClr val="lt1"/>
              </a:buClr>
              <a:buSzPts val="1100"/>
              <a:buChar char="■"/>
            </a:pPr>
            <a:r>
              <a:rPr lang="en" sz="1100"/>
              <a:t>Backups</a:t>
            </a:r>
            <a:endParaRPr sz="1100"/>
          </a:p>
          <a:p>
            <a:pPr marL="457200" lvl="0" indent="-298450" algn="l" rtl="0">
              <a:spcBef>
                <a:spcPts val="600"/>
              </a:spcBef>
              <a:spcAft>
                <a:spcPts val="600"/>
              </a:spcAft>
              <a:buClr>
                <a:schemeClr val="lt1"/>
              </a:buClr>
              <a:buSzPts val="1100"/>
              <a:buChar char="■"/>
            </a:pPr>
            <a:r>
              <a:rPr lang="en" sz="1100"/>
              <a:t>Auditability</a:t>
            </a:r>
            <a:endParaRPr sz="1100"/>
          </a:p>
        </p:txBody>
      </p:sp>
      <p:sp>
        <p:nvSpPr>
          <p:cNvPr id="7564" name="Google Shape;7564;p533"/>
          <p:cNvSpPr txBox="1">
            <a:spLocks noGrp="1"/>
          </p:cNvSpPr>
          <p:nvPr>
            <p:ph type="title"/>
          </p:nvPr>
        </p:nvSpPr>
        <p:spPr>
          <a:xfrm>
            <a:off x="457201" y="114300"/>
            <a:ext cx="8229600" cy="369300"/>
          </a:xfrm>
          <a:prstGeom prst="rect">
            <a:avLst/>
          </a:prstGeom>
        </p:spPr>
        <p:txBody>
          <a:bodyPr spcFirstLastPara="1" wrap="square" lIns="0" tIns="0" rIns="0" bIns="0" anchor="t" anchorCtr="0">
            <a:spAutoFit/>
          </a:bodyPr>
          <a:lstStyle/>
          <a:p>
            <a:pPr marL="0" lvl="0" indent="0" algn="l" rtl="0">
              <a:spcBef>
                <a:spcPts val="0"/>
              </a:spcBef>
              <a:spcAft>
                <a:spcPts val="0"/>
              </a:spcAft>
              <a:buNone/>
            </a:pPr>
            <a:r>
              <a:rPr lang="en" sz="2400"/>
              <a:t>What to look for in an advanced workflow engine</a:t>
            </a:r>
            <a:endParaRPr sz="2400"/>
          </a:p>
        </p:txBody>
      </p:sp>
      <p:sp>
        <p:nvSpPr>
          <p:cNvPr id="7565" name="Google Shape;7565;p533"/>
          <p:cNvSpPr txBox="1"/>
          <p:nvPr/>
        </p:nvSpPr>
        <p:spPr>
          <a:xfrm>
            <a:off x="451675" y="602975"/>
            <a:ext cx="8229600" cy="1848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n" sz="1200" i="1">
                <a:solidFill>
                  <a:schemeClr val="dk1"/>
                </a:solidFill>
                <a:latin typeface="IBM Plex Sans"/>
                <a:ea typeface="IBM Plex Sans"/>
                <a:cs typeface="IBM Plex Sans"/>
                <a:sym typeface="IBM Plex Sans"/>
              </a:rPr>
              <a:t>Ensure your most complex, mission-critical processes run reliably, every time</a:t>
            </a:r>
            <a:endParaRPr sz="1200" i="1">
              <a:solidFill>
                <a:schemeClr val="dk1"/>
              </a:solidFill>
              <a:latin typeface="IBM Plex Sans"/>
              <a:ea typeface="IBM Plex Sans"/>
              <a:cs typeface="IBM Plex Sans"/>
              <a:sym typeface="IBM Plex Sans"/>
            </a:endParaRPr>
          </a:p>
        </p:txBody>
      </p:sp>
      <p:sp>
        <p:nvSpPr>
          <p:cNvPr id="7566" name="Google Shape;7566;p533"/>
          <p:cNvSpPr txBox="1">
            <a:spLocks noGrp="1"/>
          </p:cNvSpPr>
          <p:nvPr>
            <p:ph type="body" idx="2"/>
          </p:nvPr>
        </p:nvSpPr>
        <p:spPr>
          <a:xfrm>
            <a:off x="304800" y="1733550"/>
            <a:ext cx="2469000" cy="363900"/>
          </a:xfrm>
          <a:prstGeom prst="rect">
            <a:avLst/>
          </a:prstGeom>
        </p:spPr>
        <p:txBody>
          <a:bodyPr spcFirstLastPara="1" wrap="square" lIns="0" tIns="0" rIns="0" bIns="0" anchor="t" anchorCtr="0">
            <a:spAutoFit/>
          </a:bodyPr>
          <a:lstStyle/>
          <a:p>
            <a:pPr marL="0" lvl="0" indent="0" algn="ctr" rtl="0">
              <a:spcBef>
                <a:spcPts val="0"/>
              </a:spcBef>
              <a:spcAft>
                <a:spcPts val="600"/>
              </a:spcAft>
              <a:buNone/>
            </a:pPr>
            <a:r>
              <a:rPr lang="en" sz="1100" i="1"/>
              <a:t>Features that allow users to build, test, and deploy process and decision logic.</a:t>
            </a:r>
            <a:endParaRPr sz="1100" i="1"/>
          </a:p>
        </p:txBody>
      </p:sp>
      <p:sp>
        <p:nvSpPr>
          <p:cNvPr id="7567" name="Google Shape;7567;p533"/>
          <p:cNvSpPr txBox="1">
            <a:spLocks noGrp="1"/>
          </p:cNvSpPr>
          <p:nvPr>
            <p:ph type="body" idx="2"/>
          </p:nvPr>
        </p:nvSpPr>
        <p:spPr>
          <a:xfrm>
            <a:off x="3331125" y="1733550"/>
            <a:ext cx="2469000" cy="363900"/>
          </a:xfrm>
          <a:prstGeom prst="rect">
            <a:avLst/>
          </a:prstGeom>
        </p:spPr>
        <p:txBody>
          <a:bodyPr spcFirstLastPara="1" wrap="square" lIns="0" tIns="0" rIns="0" bIns="0" anchor="t" anchorCtr="0">
            <a:spAutoFit/>
          </a:bodyPr>
          <a:lstStyle/>
          <a:p>
            <a:pPr marL="0" lvl="0" indent="0" algn="ctr" rtl="0">
              <a:spcBef>
                <a:spcPts val="0"/>
              </a:spcBef>
              <a:spcAft>
                <a:spcPts val="600"/>
              </a:spcAft>
              <a:buNone/>
            </a:pPr>
            <a:r>
              <a:rPr lang="en" sz="1100" i="1"/>
              <a:t>Features that deliver massive scale, resilience, security, and durability.</a:t>
            </a:r>
            <a:endParaRPr sz="1100" i="1"/>
          </a:p>
        </p:txBody>
      </p:sp>
      <p:sp>
        <p:nvSpPr>
          <p:cNvPr id="7568" name="Google Shape;7568;p533"/>
          <p:cNvSpPr txBox="1">
            <a:spLocks noGrp="1"/>
          </p:cNvSpPr>
          <p:nvPr>
            <p:ph type="body" idx="2"/>
          </p:nvPr>
        </p:nvSpPr>
        <p:spPr>
          <a:xfrm>
            <a:off x="6394400" y="1733550"/>
            <a:ext cx="2469000" cy="363900"/>
          </a:xfrm>
          <a:prstGeom prst="rect">
            <a:avLst/>
          </a:prstGeom>
        </p:spPr>
        <p:txBody>
          <a:bodyPr spcFirstLastPara="1" wrap="square" lIns="0" tIns="0" rIns="0" bIns="0" anchor="t" anchorCtr="0">
            <a:spAutoFit/>
          </a:bodyPr>
          <a:lstStyle/>
          <a:p>
            <a:pPr marL="0" lvl="0" indent="0" algn="ctr" rtl="0">
              <a:spcBef>
                <a:spcPts val="0"/>
              </a:spcBef>
              <a:spcAft>
                <a:spcPts val="600"/>
              </a:spcAft>
              <a:buNone/>
            </a:pPr>
            <a:r>
              <a:rPr lang="en" sz="1100" i="1"/>
              <a:t>Features that make it easy to install, run, and upgrade the workflow engine.</a:t>
            </a:r>
            <a:endParaRPr sz="1100" i="1"/>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Shape 7572"/>
        <p:cNvGrpSpPr/>
        <p:nvPr/>
      </p:nvGrpSpPr>
      <p:grpSpPr>
        <a:xfrm>
          <a:off x="0" y="0"/>
          <a:ext cx="0" cy="0"/>
          <a:chOff x="0" y="0"/>
          <a:chExt cx="0" cy="0"/>
        </a:xfrm>
      </p:grpSpPr>
      <p:sp>
        <p:nvSpPr>
          <p:cNvPr id="7573" name="Google Shape;7573;p534"/>
          <p:cNvSpPr txBox="1">
            <a:spLocks noGrp="1"/>
          </p:cNvSpPr>
          <p:nvPr>
            <p:ph type="title"/>
          </p:nvPr>
        </p:nvSpPr>
        <p:spPr>
          <a:xfrm>
            <a:off x="457201" y="114300"/>
            <a:ext cx="8229600" cy="369300"/>
          </a:xfrm>
          <a:prstGeom prst="rect">
            <a:avLst/>
          </a:prstGeom>
        </p:spPr>
        <p:txBody>
          <a:bodyPr spcFirstLastPara="1" wrap="square" lIns="0" tIns="0" rIns="0" bIns="0" anchor="t" anchorCtr="0">
            <a:spAutoFit/>
          </a:bodyPr>
          <a:lstStyle/>
          <a:p>
            <a:pPr marL="0" lvl="0" indent="0" algn="l" rtl="0">
              <a:spcBef>
                <a:spcPts val="0"/>
              </a:spcBef>
              <a:spcAft>
                <a:spcPts val="0"/>
              </a:spcAft>
              <a:buNone/>
            </a:pPr>
            <a:r>
              <a:rPr lang="en" sz="2400"/>
              <a:t>Camunda community engagement</a:t>
            </a:r>
            <a:endParaRPr sz="2400"/>
          </a:p>
        </p:txBody>
      </p:sp>
      <p:grpSp>
        <p:nvGrpSpPr>
          <p:cNvPr id="7574" name="Google Shape;7574;p534"/>
          <p:cNvGrpSpPr/>
          <p:nvPr/>
        </p:nvGrpSpPr>
        <p:grpSpPr>
          <a:xfrm>
            <a:off x="7671832" y="922526"/>
            <a:ext cx="457191" cy="565476"/>
            <a:chOff x="3041450" y="1924150"/>
            <a:chExt cx="418175" cy="520600"/>
          </a:xfrm>
        </p:grpSpPr>
        <p:sp>
          <p:nvSpPr>
            <p:cNvPr id="7575" name="Google Shape;7575;p534"/>
            <p:cNvSpPr/>
            <p:nvPr/>
          </p:nvSpPr>
          <p:spPr>
            <a:xfrm>
              <a:off x="3171275" y="2122250"/>
              <a:ext cx="158225" cy="322500"/>
            </a:xfrm>
            <a:custGeom>
              <a:avLst/>
              <a:gdLst/>
              <a:ahLst/>
              <a:cxnLst/>
              <a:rect l="l" t="t" r="r" b="b"/>
              <a:pathLst>
                <a:path w="6329" h="12900" extrusionOk="0">
                  <a:moveTo>
                    <a:pt x="3164" y="1"/>
                  </a:moveTo>
                  <a:lnTo>
                    <a:pt x="2894" y="14"/>
                  </a:lnTo>
                  <a:lnTo>
                    <a:pt x="2637" y="55"/>
                  </a:lnTo>
                  <a:lnTo>
                    <a:pt x="2380" y="122"/>
                  </a:lnTo>
                  <a:lnTo>
                    <a:pt x="2150" y="203"/>
                  </a:lnTo>
                  <a:lnTo>
                    <a:pt x="1920" y="312"/>
                  </a:lnTo>
                  <a:lnTo>
                    <a:pt x="1704" y="447"/>
                  </a:lnTo>
                  <a:lnTo>
                    <a:pt x="1501" y="595"/>
                  </a:lnTo>
                  <a:lnTo>
                    <a:pt x="1312" y="771"/>
                  </a:lnTo>
                  <a:lnTo>
                    <a:pt x="1136" y="961"/>
                  </a:lnTo>
                  <a:lnTo>
                    <a:pt x="987" y="1163"/>
                  </a:lnTo>
                  <a:lnTo>
                    <a:pt x="865" y="1380"/>
                  </a:lnTo>
                  <a:lnTo>
                    <a:pt x="744" y="1596"/>
                  </a:lnTo>
                  <a:lnTo>
                    <a:pt x="663" y="1839"/>
                  </a:lnTo>
                  <a:lnTo>
                    <a:pt x="595" y="2096"/>
                  </a:lnTo>
                  <a:lnTo>
                    <a:pt x="554" y="2353"/>
                  </a:lnTo>
                  <a:lnTo>
                    <a:pt x="541" y="2624"/>
                  </a:lnTo>
                  <a:lnTo>
                    <a:pt x="554" y="2894"/>
                  </a:lnTo>
                  <a:lnTo>
                    <a:pt x="595" y="3151"/>
                  </a:lnTo>
                  <a:lnTo>
                    <a:pt x="663" y="3408"/>
                  </a:lnTo>
                  <a:lnTo>
                    <a:pt x="744" y="3638"/>
                  </a:lnTo>
                  <a:lnTo>
                    <a:pt x="865" y="3868"/>
                  </a:lnTo>
                  <a:lnTo>
                    <a:pt x="987" y="4084"/>
                  </a:lnTo>
                  <a:lnTo>
                    <a:pt x="1136" y="4287"/>
                  </a:lnTo>
                  <a:lnTo>
                    <a:pt x="1312" y="4476"/>
                  </a:lnTo>
                  <a:lnTo>
                    <a:pt x="1501" y="4652"/>
                  </a:lnTo>
                  <a:lnTo>
                    <a:pt x="1704" y="4801"/>
                  </a:lnTo>
                  <a:lnTo>
                    <a:pt x="1920" y="4936"/>
                  </a:lnTo>
                  <a:lnTo>
                    <a:pt x="2150" y="5044"/>
                  </a:lnTo>
                  <a:lnTo>
                    <a:pt x="2380" y="5125"/>
                  </a:lnTo>
                  <a:lnTo>
                    <a:pt x="2637" y="5193"/>
                  </a:lnTo>
                  <a:lnTo>
                    <a:pt x="2894" y="5233"/>
                  </a:lnTo>
                  <a:lnTo>
                    <a:pt x="3164" y="5247"/>
                  </a:lnTo>
                  <a:lnTo>
                    <a:pt x="3435" y="5233"/>
                  </a:lnTo>
                  <a:lnTo>
                    <a:pt x="3691" y="5193"/>
                  </a:lnTo>
                  <a:lnTo>
                    <a:pt x="3948" y="5125"/>
                  </a:lnTo>
                  <a:lnTo>
                    <a:pt x="4192" y="5044"/>
                  </a:lnTo>
                  <a:lnTo>
                    <a:pt x="4422" y="4936"/>
                  </a:lnTo>
                  <a:lnTo>
                    <a:pt x="4638" y="4801"/>
                  </a:lnTo>
                  <a:lnTo>
                    <a:pt x="4827" y="4652"/>
                  </a:lnTo>
                  <a:lnTo>
                    <a:pt x="5017" y="4476"/>
                  </a:lnTo>
                  <a:lnTo>
                    <a:pt x="5192" y="4287"/>
                  </a:lnTo>
                  <a:lnTo>
                    <a:pt x="5341" y="4084"/>
                  </a:lnTo>
                  <a:lnTo>
                    <a:pt x="5476" y="3868"/>
                  </a:lnTo>
                  <a:lnTo>
                    <a:pt x="5585" y="3638"/>
                  </a:lnTo>
                  <a:lnTo>
                    <a:pt x="5666" y="3408"/>
                  </a:lnTo>
                  <a:lnTo>
                    <a:pt x="5733" y="3151"/>
                  </a:lnTo>
                  <a:lnTo>
                    <a:pt x="5774" y="2894"/>
                  </a:lnTo>
                  <a:lnTo>
                    <a:pt x="5787" y="2624"/>
                  </a:lnTo>
                  <a:lnTo>
                    <a:pt x="5774" y="2353"/>
                  </a:lnTo>
                  <a:lnTo>
                    <a:pt x="5733" y="2096"/>
                  </a:lnTo>
                  <a:lnTo>
                    <a:pt x="5666" y="1839"/>
                  </a:lnTo>
                  <a:lnTo>
                    <a:pt x="5585" y="1596"/>
                  </a:lnTo>
                  <a:lnTo>
                    <a:pt x="5476" y="1380"/>
                  </a:lnTo>
                  <a:lnTo>
                    <a:pt x="5341" y="1163"/>
                  </a:lnTo>
                  <a:lnTo>
                    <a:pt x="5192" y="961"/>
                  </a:lnTo>
                  <a:lnTo>
                    <a:pt x="5017" y="771"/>
                  </a:lnTo>
                  <a:lnTo>
                    <a:pt x="4827" y="595"/>
                  </a:lnTo>
                  <a:lnTo>
                    <a:pt x="4638" y="447"/>
                  </a:lnTo>
                  <a:lnTo>
                    <a:pt x="4422" y="312"/>
                  </a:lnTo>
                  <a:lnTo>
                    <a:pt x="4192" y="203"/>
                  </a:lnTo>
                  <a:lnTo>
                    <a:pt x="3948" y="122"/>
                  </a:lnTo>
                  <a:lnTo>
                    <a:pt x="3691" y="55"/>
                  </a:lnTo>
                  <a:lnTo>
                    <a:pt x="3435" y="14"/>
                  </a:lnTo>
                  <a:lnTo>
                    <a:pt x="3164" y="1"/>
                  </a:lnTo>
                  <a:close/>
                  <a:moveTo>
                    <a:pt x="798" y="6531"/>
                  </a:moveTo>
                  <a:lnTo>
                    <a:pt x="0" y="7613"/>
                  </a:lnTo>
                  <a:lnTo>
                    <a:pt x="0" y="12900"/>
                  </a:lnTo>
                  <a:lnTo>
                    <a:pt x="6328" y="12900"/>
                  </a:lnTo>
                  <a:lnTo>
                    <a:pt x="6328" y="7613"/>
                  </a:lnTo>
                  <a:lnTo>
                    <a:pt x="5530" y="653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1"/>
                </a:solidFill>
              </a:endParaRPr>
            </a:p>
          </p:txBody>
        </p:sp>
        <p:sp>
          <p:nvSpPr>
            <p:cNvPr id="7576" name="Google Shape;7576;p534"/>
            <p:cNvSpPr/>
            <p:nvPr/>
          </p:nvSpPr>
          <p:spPr>
            <a:xfrm>
              <a:off x="3317975" y="2071550"/>
              <a:ext cx="141650" cy="322500"/>
            </a:xfrm>
            <a:custGeom>
              <a:avLst/>
              <a:gdLst/>
              <a:ahLst/>
              <a:cxnLst/>
              <a:rect l="l" t="t" r="r" b="b"/>
              <a:pathLst>
                <a:path w="5666" h="12900" extrusionOk="0">
                  <a:moveTo>
                    <a:pt x="2286" y="0"/>
                  </a:moveTo>
                  <a:lnTo>
                    <a:pt x="2069" y="27"/>
                  </a:lnTo>
                  <a:lnTo>
                    <a:pt x="1866" y="68"/>
                  </a:lnTo>
                  <a:lnTo>
                    <a:pt x="1664" y="136"/>
                  </a:lnTo>
                  <a:lnTo>
                    <a:pt x="1474" y="203"/>
                  </a:lnTo>
                  <a:lnTo>
                    <a:pt x="1285" y="284"/>
                  </a:lnTo>
                  <a:lnTo>
                    <a:pt x="1109" y="392"/>
                  </a:lnTo>
                  <a:lnTo>
                    <a:pt x="947" y="501"/>
                  </a:lnTo>
                  <a:lnTo>
                    <a:pt x="785" y="636"/>
                  </a:lnTo>
                  <a:lnTo>
                    <a:pt x="636" y="771"/>
                  </a:lnTo>
                  <a:lnTo>
                    <a:pt x="501" y="920"/>
                  </a:lnTo>
                  <a:lnTo>
                    <a:pt x="379" y="1082"/>
                  </a:lnTo>
                  <a:lnTo>
                    <a:pt x="257" y="1244"/>
                  </a:lnTo>
                  <a:lnTo>
                    <a:pt x="163" y="1420"/>
                  </a:lnTo>
                  <a:lnTo>
                    <a:pt x="82" y="1609"/>
                  </a:lnTo>
                  <a:lnTo>
                    <a:pt x="0" y="1799"/>
                  </a:lnTo>
                  <a:lnTo>
                    <a:pt x="149" y="1947"/>
                  </a:lnTo>
                  <a:lnTo>
                    <a:pt x="271" y="2083"/>
                  </a:lnTo>
                  <a:lnTo>
                    <a:pt x="393" y="2231"/>
                  </a:lnTo>
                  <a:lnTo>
                    <a:pt x="514" y="2394"/>
                  </a:lnTo>
                  <a:lnTo>
                    <a:pt x="622" y="2556"/>
                  </a:lnTo>
                  <a:lnTo>
                    <a:pt x="731" y="2718"/>
                  </a:lnTo>
                  <a:lnTo>
                    <a:pt x="812" y="2894"/>
                  </a:lnTo>
                  <a:lnTo>
                    <a:pt x="906" y="3083"/>
                  </a:lnTo>
                  <a:lnTo>
                    <a:pt x="974" y="3259"/>
                  </a:lnTo>
                  <a:lnTo>
                    <a:pt x="1042" y="3448"/>
                  </a:lnTo>
                  <a:lnTo>
                    <a:pt x="1096" y="3638"/>
                  </a:lnTo>
                  <a:lnTo>
                    <a:pt x="1150" y="3840"/>
                  </a:lnTo>
                  <a:lnTo>
                    <a:pt x="1177" y="4030"/>
                  </a:lnTo>
                  <a:lnTo>
                    <a:pt x="1204" y="4233"/>
                  </a:lnTo>
                  <a:lnTo>
                    <a:pt x="1231" y="4449"/>
                  </a:lnTo>
                  <a:lnTo>
                    <a:pt x="1231" y="4652"/>
                  </a:lnTo>
                  <a:lnTo>
                    <a:pt x="1217" y="4909"/>
                  </a:lnTo>
                  <a:lnTo>
                    <a:pt x="1366" y="4976"/>
                  </a:lnTo>
                  <a:lnTo>
                    <a:pt x="1515" y="5044"/>
                  </a:lnTo>
                  <a:lnTo>
                    <a:pt x="1664" y="5111"/>
                  </a:lnTo>
                  <a:lnTo>
                    <a:pt x="1826" y="5152"/>
                  </a:lnTo>
                  <a:lnTo>
                    <a:pt x="1988" y="5193"/>
                  </a:lnTo>
                  <a:lnTo>
                    <a:pt x="2164" y="5220"/>
                  </a:lnTo>
                  <a:lnTo>
                    <a:pt x="2326" y="5233"/>
                  </a:lnTo>
                  <a:lnTo>
                    <a:pt x="2502" y="5247"/>
                  </a:lnTo>
                  <a:lnTo>
                    <a:pt x="2772" y="5233"/>
                  </a:lnTo>
                  <a:lnTo>
                    <a:pt x="3029" y="5193"/>
                  </a:lnTo>
                  <a:lnTo>
                    <a:pt x="3273" y="5125"/>
                  </a:lnTo>
                  <a:lnTo>
                    <a:pt x="3516" y="5030"/>
                  </a:lnTo>
                  <a:lnTo>
                    <a:pt x="3746" y="4922"/>
                  </a:lnTo>
                  <a:lnTo>
                    <a:pt x="3962" y="4787"/>
                  </a:lnTo>
                  <a:lnTo>
                    <a:pt x="4165" y="4638"/>
                  </a:lnTo>
                  <a:lnTo>
                    <a:pt x="4354" y="4476"/>
                  </a:lnTo>
                  <a:lnTo>
                    <a:pt x="4530" y="4287"/>
                  </a:lnTo>
                  <a:lnTo>
                    <a:pt x="4679" y="4084"/>
                  </a:lnTo>
                  <a:lnTo>
                    <a:pt x="4801" y="3867"/>
                  </a:lnTo>
                  <a:lnTo>
                    <a:pt x="4922" y="3638"/>
                  </a:lnTo>
                  <a:lnTo>
                    <a:pt x="5003" y="3394"/>
                  </a:lnTo>
                  <a:lnTo>
                    <a:pt x="5071" y="3151"/>
                  </a:lnTo>
                  <a:lnTo>
                    <a:pt x="5112" y="2880"/>
                  </a:lnTo>
                  <a:lnTo>
                    <a:pt x="5125" y="2623"/>
                  </a:lnTo>
                  <a:lnTo>
                    <a:pt x="5112" y="2353"/>
                  </a:lnTo>
                  <a:lnTo>
                    <a:pt x="5071" y="2096"/>
                  </a:lnTo>
                  <a:lnTo>
                    <a:pt x="5003" y="1839"/>
                  </a:lnTo>
                  <a:lnTo>
                    <a:pt x="4922" y="1596"/>
                  </a:lnTo>
                  <a:lnTo>
                    <a:pt x="4801" y="1366"/>
                  </a:lnTo>
                  <a:lnTo>
                    <a:pt x="4679" y="1150"/>
                  </a:lnTo>
                  <a:lnTo>
                    <a:pt x="4530" y="947"/>
                  </a:lnTo>
                  <a:lnTo>
                    <a:pt x="4354" y="758"/>
                  </a:lnTo>
                  <a:lnTo>
                    <a:pt x="4165" y="595"/>
                  </a:lnTo>
                  <a:lnTo>
                    <a:pt x="3962" y="447"/>
                  </a:lnTo>
                  <a:lnTo>
                    <a:pt x="3746" y="311"/>
                  </a:lnTo>
                  <a:lnTo>
                    <a:pt x="3516" y="203"/>
                  </a:lnTo>
                  <a:lnTo>
                    <a:pt x="3273" y="108"/>
                  </a:lnTo>
                  <a:lnTo>
                    <a:pt x="3029" y="41"/>
                  </a:lnTo>
                  <a:lnTo>
                    <a:pt x="2772" y="14"/>
                  </a:lnTo>
                  <a:lnTo>
                    <a:pt x="2502" y="0"/>
                  </a:lnTo>
                  <a:close/>
                  <a:moveTo>
                    <a:pt x="758" y="6518"/>
                  </a:moveTo>
                  <a:lnTo>
                    <a:pt x="649" y="6720"/>
                  </a:lnTo>
                  <a:lnTo>
                    <a:pt x="528" y="6896"/>
                  </a:lnTo>
                  <a:lnTo>
                    <a:pt x="393" y="7072"/>
                  </a:lnTo>
                  <a:lnTo>
                    <a:pt x="244" y="7248"/>
                  </a:lnTo>
                  <a:lnTo>
                    <a:pt x="325" y="7248"/>
                  </a:lnTo>
                  <a:lnTo>
                    <a:pt x="1772" y="9208"/>
                  </a:lnTo>
                  <a:lnTo>
                    <a:pt x="1772" y="12900"/>
                  </a:lnTo>
                  <a:lnTo>
                    <a:pt x="5666" y="12900"/>
                  </a:lnTo>
                  <a:lnTo>
                    <a:pt x="5666" y="7599"/>
                  </a:lnTo>
                  <a:lnTo>
                    <a:pt x="4868" y="6518"/>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1"/>
                </a:solidFill>
              </a:endParaRPr>
            </a:p>
          </p:txBody>
        </p:sp>
        <p:sp>
          <p:nvSpPr>
            <p:cNvPr id="7577" name="Google Shape;7577;p534"/>
            <p:cNvSpPr/>
            <p:nvPr/>
          </p:nvSpPr>
          <p:spPr>
            <a:xfrm>
              <a:off x="3041450" y="2071550"/>
              <a:ext cx="141325" cy="322500"/>
            </a:xfrm>
            <a:custGeom>
              <a:avLst/>
              <a:gdLst/>
              <a:ahLst/>
              <a:cxnLst/>
              <a:rect l="l" t="t" r="r" b="b"/>
              <a:pathLst>
                <a:path w="5653" h="12900" extrusionOk="0">
                  <a:moveTo>
                    <a:pt x="3151" y="0"/>
                  </a:moveTo>
                  <a:lnTo>
                    <a:pt x="2894" y="14"/>
                  </a:lnTo>
                  <a:lnTo>
                    <a:pt x="2624" y="41"/>
                  </a:lnTo>
                  <a:lnTo>
                    <a:pt x="2381" y="108"/>
                  </a:lnTo>
                  <a:lnTo>
                    <a:pt x="2137" y="203"/>
                  </a:lnTo>
                  <a:lnTo>
                    <a:pt x="1907" y="311"/>
                  </a:lnTo>
                  <a:lnTo>
                    <a:pt x="1691" y="447"/>
                  </a:lnTo>
                  <a:lnTo>
                    <a:pt x="1488" y="595"/>
                  </a:lnTo>
                  <a:lnTo>
                    <a:pt x="1299" y="758"/>
                  </a:lnTo>
                  <a:lnTo>
                    <a:pt x="1137" y="947"/>
                  </a:lnTo>
                  <a:lnTo>
                    <a:pt x="988" y="1150"/>
                  </a:lnTo>
                  <a:lnTo>
                    <a:pt x="853" y="1366"/>
                  </a:lnTo>
                  <a:lnTo>
                    <a:pt x="745" y="1596"/>
                  </a:lnTo>
                  <a:lnTo>
                    <a:pt x="650" y="1839"/>
                  </a:lnTo>
                  <a:lnTo>
                    <a:pt x="582" y="2096"/>
                  </a:lnTo>
                  <a:lnTo>
                    <a:pt x="542" y="2353"/>
                  </a:lnTo>
                  <a:lnTo>
                    <a:pt x="528" y="2623"/>
                  </a:lnTo>
                  <a:lnTo>
                    <a:pt x="542" y="2880"/>
                  </a:lnTo>
                  <a:lnTo>
                    <a:pt x="582" y="3151"/>
                  </a:lnTo>
                  <a:lnTo>
                    <a:pt x="650" y="3394"/>
                  </a:lnTo>
                  <a:lnTo>
                    <a:pt x="745" y="3638"/>
                  </a:lnTo>
                  <a:lnTo>
                    <a:pt x="853" y="3867"/>
                  </a:lnTo>
                  <a:lnTo>
                    <a:pt x="988" y="4084"/>
                  </a:lnTo>
                  <a:lnTo>
                    <a:pt x="1137" y="4287"/>
                  </a:lnTo>
                  <a:lnTo>
                    <a:pt x="1299" y="4476"/>
                  </a:lnTo>
                  <a:lnTo>
                    <a:pt x="1488" y="4638"/>
                  </a:lnTo>
                  <a:lnTo>
                    <a:pt x="1691" y="4787"/>
                  </a:lnTo>
                  <a:lnTo>
                    <a:pt x="1907" y="4922"/>
                  </a:lnTo>
                  <a:lnTo>
                    <a:pt x="2137" y="5030"/>
                  </a:lnTo>
                  <a:lnTo>
                    <a:pt x="2381" y="5125"/>
                  </a:lnTo>
                  <a:lnTo>
                    <a:pt x="2624" y="5193"/>
                  </a:lnTo>
                  <a:lnTo>
                    <a:pt x="2894" y="5233"/>
                  </a:lnTo>
                  <a:lnTo>
                    <a:pt x="3151" y="5247"/>
                  </a:lnTo>
                  <a:lnTo>
                    <a:pt x="3327" y="5233"/>
                  </a:lnTo>
                  <a:lnTo>
                    <a:pt x="3503" y="5220"/>
                  </a:lnTo>
                  <a:lnTo>
                    <a:pt x="3665" y="5193"/>
                  </a:lnTo>
                  <a:lnTo>
                    <a:pt x="3827" y="5152"/>
                  </a:lnTo>
                  <a:lnTo>
                    <a:pt x="3990" y="5111"/>
                  </a:lnTo>
                  <a:lnTo>
                    <a:pt x="4138" y="5044"/>
                  </a:lnTo>
                  <a:lnTo>
                    <a:pt x="4287" y="4976"/>
                  </a:lnTo>
                  <a:lnTo>
                    <a:pt x="4436" y="4909"/>
                  </a:lnTo>
                  <a:lnTo>
                    <a:pt x="4422" y="4652"/>
                  </a:lnTo>
                  <a:lnTo>
                    <a:pt x="4436" y="4449"/>
                  </a:lnTo>
                  <a:lnTo>
                    <a:pt x="4449" y="4233"/>
                  </a:lnTo>
                  <a:lnTo>
                    <a:pt x="4476" y="4030"/>
                  </a:lnTo>
                  <a:lnTo>
                    <a:pt x="4517" y="3840"/>
                  </a:lnTo>
                  <a:lnTo>
                    <a:pt x="4558" y="3638"/>
                  </a:lnTo>
                  <a:lnTo>
                    <a:pt x="4612" y="3448"/>
                  </a:lnTo>
                  <a:lnTo>
                    <a:pt x="4679" y="3259"/>
                  </a:lnTo>
                  <a:lnTo>
                    <a:pt x="4760" y="3083"/>
                  </a:lnTo>
                  <a:lnTo>
                    <a:pt x="4842" y="2894"/>
                  </a:lnTo>
                  <a:lnTo>
                    <a:pt x="4936" y="2718"/>
                  </a:lnTo>
                  <a:lnTo>
                    <a:pt x="5031" y="2556"/>
                  </a:lnTo>
                  <a:lnTo>
                    <a:pt x="5139" y="2394"/>
                  </a:lnTo>
                  <a:lnTo>
                    <a:pt x="5261" y="2231"/>
                  </a:lnTo>
                  <a:lnTo>
                    <a:pt x="5382" y="2083"/>
                  </a:lnTo>
                  <a:lnTo>
                    <a:pt x="5518" y="1947"/>
                  </a:lnTo>
                  <a:lnTo>
                    <a:pt x="5653" y="1799"/>
                  </a:lnTo>
                  <a:lnTo>
                    <a:pt x="5585" y="1609"/>
                  </a:lnTo>
                  <a:lnTo>
                    <a:pt x="5491" y="1420"/>
                  </a:lnTo>
                  <a:lnTo>
                    <a:pt x="5396" y="1244"/>
                  </a:lnTo>
                  <a:lnTo>
                    <a:pt x="5274" y="1082"/>
                  </a:lnTo>
                  <a:lnTo>
                    <a:pt x="5153" y="920"/>
                  </a:lnTo>
                  <a:lnTo>
                    <a:pt x="5017" y="771"/>
                  </a:lnTo>
                  <a:lnTo>
                    <a:pt x="4869" y="636"/>
                  </a:lnTo>
                  <a:lnTo>
                    <a:pt x="4706" y="501"/>
                  </a:lnTo>
                  <a:lnTo>
                    <a:pt x="4544" y="392"/>
                  </a:lnTo>
                  <a:lnTo>
                    <a:pt x="4368" y="284"/>
                  </a:lnTo>
                  <a:lnTo>
                    <a:pt x="4179" y="203"/>
                  </a:lnTo>
                  <a:lnTo>
                    <a:pt x="3990" y="136"/>
                  </a:lnTo>
                  <a:lnTo>
                    <a:pt x="3787" y="68"/>
                  </a:lnTo>
                  <a:lnTo>
                    <a:pt x="3584" y="27"/>
                  </a:lnTo>
                  <a:lnTo>
                    <a:pt x="3368" y="0"/>
                  </a:lnTo>
                  <a:close/>
                  <a:moveTo>
                    <a:pt x="785" y="6518"/>
                  </a:moveTo>
                  <a:lnTo>
                    <a:pt x="1" y="7599"/>
                  </a:lnTo>
                  <a:lnTo>
                    <a:pt x="1" y="12900"/>
                  </a:lnTo>
                  <a:lnTo>
                    <a:pt x="3895" y="12900"/>
                  </a:lnTo>
                  <a:lnTo>
                    <a:pt x="3895" y="9208"/>
                  </a:lnTo>
                  <a:lnTo>
                    <a:pt x="5328" y="7248"/>
                  </a:lnTo>
                  <a:lnTo>
                    <a:pt x="5409" y="7248"/>
                  </a:lnTo>
                  <a:lnTo>
                    <a:pt x="5261" y="7072"/>
                  </a:lnTo>
                  <a:lnTo>
                    <a:pt x="5139" y="6896"/>
                  </a:lnTo>
                  <a:lnTo>
                    <a:pt x="5017" y="6720"/>
                  </a:lnTo>
                  <a:lnTo>
                    <a:pt x="4896" y="6518"/>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1"/>
                </a:solidFill>
              </a:endParaRPr>
            </a:p>
          </p:txBody>
        </p:sp>
        <p:sp>
          <p:nvSpPr>
            <p:cNvPr id="7578" name="Google Shape;7578;p534"/>
            <p:cNvSpPr/>
            <p:nvPr/>
          </p:nvSpPr>
          <p:spPr>
            <a:xfrm>
              <a:off x="3183100" y="1924150"/>
              <a:ext cx="127450" cy="163650"/>
            </a:xfrm>
            <a:custGeom>
              <a:avLst/>
              <a:gdLst/>
              <a:ahLst/>
              <a:cxnLst/>
              <a:rect l="l" t="t" r="r" b="b"/>
              <a:pathLst>
                <a:path w="5098" h="6546" extrusionOk="0">
                  <a:moveTo>
                    <a:pt x="2556" y="1272"/>
                  </a:moveTo>
                  <a:lnTo>
                    <a:pt x="2678" y="1286"/>
                  </a:lnTo>
                  <a:lnTo>
                    <a:pt x="2813" y="1299"/>
                  </a:lnTo>
                  <a:lnTo>
                    <a:pt x="2935" y="1340"/>
                  </a:lnTo>
                  <a:lnTo>
                    <a:pt x="3043" y="1380"/>
                  </a:lnTo>
                  <a:lnTo>
                    <a:pt x="3151" y="1434"/>
                  </a:lnTo>
                  <a:lnTo>
                    <a:pt x="3259" y="1502"/>
                  </a:lnTo>
                  <a:lnTo>
                    <a:pt x="3354" y="1569"/>
                  </a:lnTo>
                  <a:lnTo>
                    <a:pt x="3448" y="1651"/>
                  </a:lnTo>
                  <a:lnTo>
                    <a:pt x="3529" y="1745"/>
                  </a:lnTo>
                  <a:lnTo>
                    <a:pt x="3611" y="1840"/>
                  </a:lnTo>
                  <a:lnTo>
                    <a:pt x="3665" y="1948"/>
                  </a:lnTo>
                  <a:lnTo>
                    <a:pt x="3719" y="2056"/>
                  </a:lnTo>
                  <a:lnTo>
                    <a:pt x="3773" y="2178"/>
                  </a:lnTo>
                  <a:lnTo>
                    <a:pt x="3800" y="2300"/>
                  </a:lnTo>
                  <a:lnTo>
                    <a:pt x="3813" y="2421"/>
                  </a:lnTo>
                  <a:lnTo>
                    <a:pt x="3827" y="2557"/>
                  </a:lnTo>
                  <a:lnTo>
                    <a:pt x="3813" y="2678"/>
                  </a:lnTo>
                  <a:lnTo>
                    <a:pt x="3800" y="2813"/>
                  </a:lnTo>
                  <a:lnTo>
                    <a:pt x="3773" y="2935"/>
                  </a:lnTo>
                  <a:lnTo>
                    <a:pt x="3719" y="3043"/>
                  </a:lnTo>
                  <a:lnTo>
                    <a:pt x="3665" y="3165"/>
                  </a:lnTo>
                  <a:lnTo>
                    <a:pt x="3611" y="3260"/>
                  </a:lnTo>
                  <a:lnTo>
                    <a:pt x="3529" y="3368"/>
                  </a:lnTo>
                  <a:lnTo>
                    <a:pt x="3448" y="3449"/>
                  </a:lnTo>
                  <a:lnTo>
                    <a:pt x="3354" y="3530"/>
                  </a:lnTo>
                  <a:lnTo>
                    <a:pt x="3259" y="3611"/>
                  </a:lnTo>
                  <a:lnTo>
                    <a:pt x="3151" y="3679"/>
                  </a:lnTo>
                  <a:lnTo>
                    <a:pt x="3043" y="3733"/>
                  </a:lnTo>
                  <a:lnTo>
                    <a:pt x="2935" y="3773"/>
                  </a:lnTo>
                  <a:lnTo>
                    <a:pt x="2813" y="3801"/>
                  </a:lnTo>
                  <a:lnTo>
                    <a:pt x="2678" y="3828"/>
                  </a:lnTo>
                  <a:lnTo>
                    <a:pt x="2421" y="3828"/>
                  </a:lnTo>
                  <a:lnTo>
                    <a:pt x="2299" y="3801"/>
                  </a:lnTo>
                  <a:lnTo>
                    <a:pt x="2164" y="3773"/>
                  </a:lnTo>
                  <a:lnTo>
                    <a:pt x="2056" y="3733"/>
                  </a:lnTo>
                  <a:lnTo>
                    <a:pt x="1947" y="3679"/>
                  </a:lnTo>
                  <a:lnTo>
                    <a:pt x="1839" y="3611"/>
                  </a:lnTo>
                  <a:lnTo>
                    <a:pt x="1745" y="3530"/>
                  </a:lnTo>
                  <a:lnTo>
                    <a:pt x="1650" y="3449"/>
                  </a:lnTo>
                  <a:lnTo>
                    <a:pt x="1569" y="3368"/>
                  </a:lnTo>
                  <a:lnTo>
                    <a:pt x="1488" y="3260"/>
                  </a:lnTo>
                  <a:lnTo>
                    <a:pt x="1434" y="3165"/>
                  </a:lnTo>
                  <a:lnTo>
                    <a:pt x="1380" y="3043"/>
                  </a:lnTo>
                  <a:lnTo>
                    <a:pt x="1325" y="2935"/>
                  </a:lnTo>
                  <a:lnTo>
                    <a:pt x="1298" y="2813"/>
                  </a:lnTo>
                  <a:lnTo>
                    <a:pt x="1285" y="2678"/>
                  </a:lnTo>
                  <a:lnTo>
                    <a:pt x="1271" y="2557"/>
                  </a:lnTo>
                  <a:lnTo>
                    <a:pt x="1285" y="2421"/>
                  </a:lnTo>
                  <a:lnTo>
                    <a:pt x="1298" y="2300"/>
                  </a:lnTo>
                  <a:lnTo>
                    <a:pt x="1325" y="2178"/>
                  </a:lnTo>
                  <a:lnTo>
                    <a:pt x="1380" y="2056"/>
                  </a:lnTo>
                  <a:lnTo>
                    <a:pt x="1434" y="1948"/>
                  </a:lnTo>
                  <a:lnTo>
                    <a:pt x="1488" y="1840"/>
                  </a:lnTo>
                  <a:lnTo>
                    <a:pt x="1569" y="1745"/>
                  </a:lnTo>
                  <a:lnTo>
                    <a:pt x="1650" y="1651"/>
                  </a:lnTo>
                  <a:lnTo>
                    <a:pt x="1745" y="1569"/>
                  </a:lnTo>
                  <a:lnTo>
                    <a:pt x="1839" y="1502"/>
                  </a:lnTo>
                  <a:lnTo>
                    <a:pt x="1947" y="1434"/>
                  </a:lnTo>
                  <a:lnTo>
                    <a:pt x="2056" y="1380"/>
                  </a:lnTo>
                  <a:lnTo>
                    <a:pt x="2164" y="1340"/>
                  </a:lnTo>
                  <a:lnTo>
                    <a:pt x="2299" y="1299"/>
                  </a:lnTo>
                  <a:lnTo>
                    <a:pt x="2421" y="1286"/>
                  </a:lnTo>
                  <a:lnTo>
                    <a:pt x="2556" y="1272"/>
                  </a:lnTo>
                  <a:close/>
                  <a:moveTo>
                    <a:pt x="2556" y="1"/>
                  </a:moveTo>
                  <a:lnTo>
                    <a:pt x="2286" y="15"/>
                  </a:lnTo>
                  <a:lnTo>
                    <a:pt x="2042" y="55"/>
                  </a:lnTo>
                  <a:lnTo>
                    <a:pt x="1799" y="123"/>
                  </a:lnTo>
                  <a:lnTo>
                    <a:pt x="1555" y="204"/>
                  </a:lnTo>
                  <a:lnTo>
                    <a:pt x="1339" y="312"/>
                  </a:lnTo>
                  <a:lnTo>
                    <a:pt x="1123" y="447"/>
                  </a:lnTo>
                  <a:lnTo>
                    <a:pt x="933" y="582"/>
                  </a:lnTo>
                  <a:lnTo>
                    <a:pt x="744" y="758"/>
                  </a:lnTo>
                  <a:lnTo>
                    <a:pt x="582" y="934"/>
                  </a:lnTo>
                  <a:lnTo>
                    <a:pt x="433" y="1123"/>
                  </a:lnTo>
                  <a:lnTo>
                    <a:pt x="311" y="1340"/>
                  </a:lnTo>
                  <a:lnTo>
                    <a:pt x="203" y="1556"/>
                  </a:lnTo>
                  <a:lnTo>
                    <a:pt x="122" y="1799"/>
                  </a:lnTo>
                  <a:lnTo>
                    <a:pt x="54" y="2043"/>
                  </a:lnTo>
                  <a:lnTo>
                    <a:pt x="14" y="2286"/>
                  </a:lnTo>
                  <a:lnTo>
                    <a:pt x="0" y="2557"/>
                  </a:lnTo>
                  <a:lnTo>
                    <a:pt x="14" y="2692"/>
                  </a:lnTo>
                  <a:lnTo>
                    <a:pt x="27" y="2827"/>
                  </a:lnTo>
                  <a:lnTo>
                    <a:pt x="68" y="2976"/>
                  </a:lnTo>
                  <a:lnTo>
                    <a:pt x="109" y="3124"/>
                  </a:lnTo>
                  <a:lnTo>
                    <a:pt x="176" y="3287"/>
                  </a:lnTo>
                  <a:lnTo>
                    <a:pt x="244" y="3449"/>
                  </a:lnTo>
                  <a:lnTo>
                    <a:pt x="406" y="3773"/>
                  </a:lnTo>
                  <a:lnTo>
                    <a:pt x="595" y="4098"/>
                  </a:lnTo>
                  <a:lnTo>
                    <a:pt x="812" y="4436"/>
                  </a:lnTo>
                  <a:lnTo>
                    <a:pt x="1042" y="4761"/>
                  </a:lnTo>
                  <a:lnTo>
                    <a:pt x="1271" y="5072"/>
                  </a:lnTo>
                  <a:lnTo>
                    <a:pt x="1515" y="5369"/>
                  </a:lnTo>
                  <a:lnTo>
                    <a:pt x="1745" y="5653"/>
                  </a:lnTo>
                  <a:lnTo>
                    <a:pt x="2150" y="6113"/>
                  </a:lnTo>
                  <a:lnTo>
                    <a:pt x="2434" y="6424"/>
                  </a:lnTo>
                  <a:lnTo>
                    <a:pt x="2556" y="6545"/>
                  </a:lnTo>
                  <a:lnTo>
                    <a:pt x="2664" y="6424"/>
                  </a:lnTo>
                  <a:lnTo>
                    <a:pt x="2948" y="6113"/>
                  </a:lnTo>
                  <a:lnTo>
                    <a:pt x="3354" y="5653"/>
                  </a:lnTo>
                  <a:lnTo>
                    <a:pt x="3584" y="5369"/>
                  </a:lnTo>
                  <a:lnTo>
                    <a:pt x="3827" y="5072"/>
                  </a:lnTo>
                  <a:lnTo>
                    <a:pt x="4057" y="4761"/>
                  </a:lnTo>
                  <a:lnTo>
                    <a:pt x="4287" y="4436"/>
                  </a:lnTo>
                  <a:lnTo>
                    <a:pt x="4503" y="4098"/>
                  </a:lnTo>
                  <a:lnTo>
                    <a:pt x="4692" y="3773"/>
                  </a:lnTo>
                  <a:lnTo>
                    <a:pt x="4855" y="3449"/>
                  </a:lnTo>
                  <a:lnTo>
                    <a:pt x="4922" y="3287"/>
                  </a:lnTo>
                  <a:lnTo>
                    <a:pt x="4990" y="3124"/>
                  </a:lnTo>
                  <a:lnTo>
                    <a:pt x="5030" y="2976"/>
                  </a:lnTo>
                  <a:lnTo>
                    <a:pt x="5071" y="2827"/>
                  </a:lnTo>
                  <a:lnTo>
                    <a:pt x="5084" y="2692"/>
                  </a:lnTo>
                  <a:lnTo>
                    <a:pt x="5098" y="2557"/>
                  </a:lnTo>
                  <a:lnTo>
                    <a:pt x="5084" y="2286"/>
                  </a:lnTo>
                  <a:lnTo>
                    <a:pt x="5044" y="2043"/>
                  </a:lnTo>
                  <a:lnTo>
                    <a:pt x="4976" y="1799"/>
                  </a:lnTo>
                  <a:lnTo>
                    <a:pt x="4895" y="1556"/>
                  </a:lnTo>
                  <a:lnTo>
                    <a:pt x="4787" y="1340"/>
                  </a:lnTo>
                  <a:lnTo>
                    <a:pt x="4665" y="1123"/>
                  </a:lnTo>
                  <a:lnTo>
                    <a:pt x="4517" y="934"/>
                  </a:lnTo>
                  <a:lnTo>
                    <a:pt x="4354" y="758"/>
                  </a:lnTo>
                  <a:lnTo>
                    <a:pt x="4165" y="582"/>
                  </a:lnTo>
                  <a:lnTo>
                    <a:pt x="3976" y="447"/>
                  </a:lnTo>
                  <a:lnTo>
                    <a:pt x="3759" y="312"/>
                  </a:lnTo>
                  <a:lnTo>
                    <a:pt x="3543" y="204"/>
                  </a:lnTo>
                  <a:lnTo>
                    <a:pt x="3313" y="123"/>
                  </a:lnTo>
                  <a:lnTo>
                    <a:pt x="3056" y="55"/>
                  </a:lnTo>
                  <a:lnTo>
                    <a:pt x="2813" y="15"/>
                  </a:lnTo>
                  <a:lnTo>
                    <a:pt x="25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1"/>
                </a:solidFill>
              </a:endParaRPr>
            </a:p>
          </p:txBody>
        </p:sp>
      </p:grpSp>
      <p:grpSp>
        <p:nvGrpSpPr>
          <p:cNvPr id="7579" name="Google Shape;7579;p534"/>
          <p:cNvGrpSpPr/>
          <p:nvPr/>
        </p:nvGrpSpPr>
        <p:grpSpPr>
          <a:xfrm>
            <a:off x="3252071" y="1007570"/>
            <a:ext cx="457210" cy="395412"/>
            <a:chOff x="3945225" y="2314000"/>
            <a:chExt cx="337325" cy="293050"/>
          </a:xfrm>
        </p:grpSpPr>
        <p:sp>
          <p:nvSpPr>
            <p:cNvPr id="7580" name="Google Shape;7580;p534"/>
            <p:cNvSpPr/>
            <p:nvPr/>
          </p:nvSpPr>
          <p:spPr>
            <a:xfrm>
              <a:off x="4031400" y="2411075"/>
              <a:ext cx="164700" cy="28925"/>
            </a:xfrm>
            <a:custGeom>
              <a:avLst/>
              <a:gdLst/>
              <a:ahLst/>
              <a:cxnLst/>
              <a:rect l="l" t="t" r="r" b="b"/>
              <a:pathLst>
                <a:path w="6588" h="1157" extrusionOk="0">
                  <a:moveTo>
                    <a:pt x="1" y="0"/>
                  </a:moveTo>
                  <a:lnTo>
                    <a:pt x="1" y="1156"/>
                  </a:lnTo>
                  <a:lnTo>
                    <a:pt x="1157" y="1156"/>
                  </a:lnTo>
                  <a:lnTo>
                    <a:pt x="1157" y="0"/>
                  </a:lnTo>
                  <a:close/>
                  <a:moveTo>
                    <a:pt x="2716" y="0"/>
                  </a:moveTo>
                  <a:lnTo>
                    <a:pt x="2716" y="1156"/>
                  </a:lnTo>
                  <a:lnTo>
                    <a:pt x="3872" y="1156"/>
                  </a:lnTo>
                  <a:lnTo>
                    <a:pt x="3872" y="0"/>
                  </a:lnTo>
                  <a:close/>
                  <a:moveTo>
                    <a:pt x="5442" y="0"/>
                  </a:moveTo>
                  <a:lnTo>
                    <a:pt x="5442" y="1156"/>
                  </a:lnTo>
                  <a:lnTo>
                    <a:pt x="6588" y="1156"/>
                  </a:lnTo>
                  <a:lnTo>
                    <a:pt x="6588"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1"/>
                </a:solidFill>
              </a:endParaRPr>
            </a:p>
          </p:txBody>
        </p:sp>
        <p:sp>
          <p:nvSpPr>
            <p:cNvPr id="7581" name="Google Shape;7581;p534"/>
            <p:cNvSpPr/>
            <p:nvPr/>
          </p:nvSpPr>
          <p:spPr>
            <a:xfrm>
              <a:off x="3945225" y="2314000"/>
              <a:ext cx="337325" cy="293050"/>
            </a:xfrm>
            <a:custGeom>
              <a:avLst/>
              <a:gdLst/>
              <a:ahLst/>
              <a:cxnLst/>
              <a:rect l="l" t="t" r="r" b="b"/>
              <a:pathLst>
                <a:path w="13493" h="11722" extrusionOk="0">
                  <a:moveTo>
                    <a:pt x="12336" y="1157"/>
                  </a:moveTo>
                  <a:lnTo>
                    <a:pt x="12336" y="7765"/>
                  </a:lnTo>
                  <a:lnTo>
                    <a:pt x="5368" y="7765"/>
                  </a:lnTo>
                  <a:lnTo>
                    <a:pt x="3087" y="10046"/>
                  </a:lnTo>
                  <a:lnTo>
                    <a:pt x="3087" y="7765"/>
                  </a:lnTo>
                  <a:lnTo>
                    <a:pt x="1146" y="7765"/>
                  </a:lnTo>
                  <a:lnTo>
                    <a:pt x="1146" y="1157"/>
                  </a:lnTo>
                  <a:close/>
                  <a:moveTo>
                    <a:pt x="1" y="1"/>
                  </a:moveTo>
                  <a:lnTo>
                    <a:pt x="1" y="43"/>
                  </a:lnTo>
                  <a:lnTo>
                    <a:pt x="1" y="8911"/>
                  </a:lnTo>
                  <a:lnTo>
                    <a:pt x="1952" y="8911"/>
                  </a:lnTo>
                  <a:lnTo>
                    <a:pt x="1952" y="11721"/>
                  </a:lnTo>
                  <a:lnTo>
                    <a:pt x="3013" y="11721"/>
                  </a:lnTo>
                  <a:lnTo>
                    <a:pt x="5813" y="8911"/>
                  </a:lnTo>
                  <a:lnTo>
                    <a:pt x="13493" y="8911"/>
                  </a:lnTo>
                  <a:lnTo>
                    <a:pt x="13493"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1"/>
                </a:solidFill>
              </a:endParaRPr>
            </a:p>
          </p:txBody>
        </p:sp>
      </p:grpSp>
      <p:grpSp>
        <p:nvGrpSpPr>
          <p:cNvPr id="7582" name="Google Shape;7582;p534"/>
          <p:cNvGrpSpPr/>
          <p:nvPr/>
        </p:nvGrpSpPr>
        <p:grpSpPr>
          <a:xfrm>
            <a:off x="1053073" y="962518"/>
            <a:ext cx="475488" cy="486680"/>
            <a:chOff x="1270000" y="238125"/>
            <a:chExt cx="5080000" cy="5238750"/>
          </a:xfrm>
        </p:grpSpPr>
        <p:sp>
          <p:nvSpPr>
            <p:cNvPr id="7583" name="Google Shape;7583;p534"/>
            <p:cNvSpPr/>
            <p:nvPr/>
          </p:nvSpPr>
          <p:spPr>
            <a:xfrm>
              <a:off x="1270000" y="238125"/>
              <a:ext cx="2665350" cy="1637650"/>
            </a:xfrm>
            <a:custGeom>
              <a:avLst/>
              <a:gdLst/>
              <a:ahLst/>
              <a:cxnLst/>
              <a:rect l="l" t="t" r="r" b="b"/>
              <a:pathLst>
                <a:path w="106614" h="65506" extrusionOk="0">
                  <a:moveTo>
                    <a:pt x="26848" y="18716"/>
                  </a:moveTo>
                  <a:lnTo>
                    <a:pt x="27517" y="18827"/>
                  </a:lnTo>
                  <a:lnTo>
                    <a:pt x="28074" y="18939"/>
                  </a:lnTo>
                  <a:lnTo>
                    <a:pt x="28631" y="19161"/>
                  </a:lnTo>
                  <a:lnTo>
                    <a:pt x="29076" y="19384"/>
                  </a:lnTo>
                  <a:lnTo>
                    <a:pt x="29633" y="19718"/>
                  </a:lnTo>
                  <a:lnTo>
                    <a:pt x="30079" y="20053"/>
                  </a:lnTo>
                  <a:lnTo>
                    <a:pt x="30525" y="20498"/>
                  </a:lnTo>
                  <a:lnTo>
                    <a:pt x="30859" y="20832"/>
                  </a:lnTo>
                  <a:lnTo>
                    <a:pt x="31193" y="21278"/>
                  </a:lnTo>
                  <a:lnTo>
                    <a:pt x="31527" y="21835"/>
                  </a:lnTo>
                  <a:lnTo>
                    <a:pt x="31861" y="22392"/>
                  </a:lnTo>
                  <a:lnTo>
                    <a:pt x="31973" y="22838"/>
                  </a:lnTo>
                  <a:lnTo>
                    <a:pt x="32196" y="23506"/>
                  </a:lnTo>
                  <a:lnTo>
                    <a:pt x="32196" y="24063"/>
                  </a:lnTo>
                  <a:lnTo>
                    <a:pt x="32307" y="24620"/>
                  </a:lnTo>
                  <a:lnTo>
                    <a:pt x="32196" y="25289"/>
                  </a:lnTo>
                  <a:lnTo>
                    <a:pt x="32196" y="25957"/>
                  </a:lnTo>
                  <a:lnTo>
                    <a:pt x="31973" y="26403"/>
                  </a:lnTo>
                  <a:lnTo>
                    <a:pt x="31861" y="27071"/>
                  </a:lnTo>
                  <a:lnTo>
                    <a:pt x="31527" y="27517"/>
                  </a:lnTo>
                  <a:lnTo>
                    <a:pt x="31193" y="27962"/>
                  </a:lnTo>
                  <a:lnTo>
                    <a:pt x="30859" y="28519"/>
                  </a:lnTo>
                  <a:lnTo>
                    <a:pt x="30525" y="28854"/>
                  </a:lnTo>
                  <a:lnTo>
                    <a:pt x="30079" y="29299"/>
                  </a:lnTo>
                  <a:lnTo>
                    <a:pt x="29633" y="29633"/>
                  </a:lnTo>
                  <a:lnTo>
                    <a:pt x="29076" y="29968"/>
                  </a:lnTo>
                  <a:lnTo>
                    <a:pt x="28631" y="30190"/>
                  </a:lnTo>
                  <a:lnTo>
                    <a:pt x="28074" y="30413"/>
                  </a:lnTo>
                  <a:lnTo>
                    <a:pt x="27517" y="30525"/>
                  </a:lnTo>
                  <a:lnTo>
                    <a:pt x="26848" y="30636"/>
                  </a:lnTo>
                  <a:lnTo>
                    <a:pt x="25734" y="30636"/>
                  </a:lnTo>
                  <a:lnTo>
                    <a:pt x="25066" y="30525"/>
                  </a:lnTo>
                  <a:lnTo>
                    <a:pt x="24509" y="30413"/>
                  </a:lnTo>
                  <a:lnTo>
                    <a:pt x="23952" y="30190"/>
                  </a:lnTo>
                  <a:lnTo>
                    <a:pt x="23506" y="29968"/>
                  </a:lnTo>
                  <a:lnTo>
                    <a:pt x="22949" y="29633"/>
                  </a:lnTo>
                  <a:lnTo>
                    <a:pt x="22504" y="29299"/>
                  </a:lnTo>
                  <a:lnTo>
                    <a:pt x="22058" y="28854"/>
                  </a:lnTo>
                  <a:lnTo>
                    <a:pt x="21724" y="28519"/>
                  </a:lnTo>
                  <a:lnTo>
                    <a:pt x="21389" y="27962"/>
                  </a:lnTo>
                  <a:lnTo>
                    <a:pt x="21055" y="27517"/>
                  </a:lnTo>
                  <a:lnTo>
                    <a:pt x="20721" y="27071"/>
                  </a:lnTo>
                  <a:lnTo>
                    <a:pt x="20610" y="26403"/>
                  </a:lnTo>
                  <a:lnTo>
                    <a:pt x="20387" y="25957"/>
                  </a:lnTo>
                  <a:lnTo>
                    <a:pt x="20387" y="25289"/>
                  </a:lnTo>
                  <a:lnTo>
                    <a:pt x="20275" y="24620"/>
                  </a:lnTo>
                  <a:lnTo>
                    <a:pt x="20387" y="24063"/>
                  </a:lnTo>
                  <a:lnTo>
                    <a:pt x="20387" y="23506"/>
                  </a:lnTo>
                  <a:lnTo>
                    <a:pt x="20610" y="22838"/>
                  </a:lnTo>
                  <a:lnTo>
                    <a:pt x="20721" y="22392"/>
                  </a:lnTo>
                  <a:lnTo>
                    <a:pt x="21055" y="21835"/>
                  </a:lnTo>
                  <a:lnTo>
                    <a:pt x="21389" y="21278"/>
                  </a:lnTo>
                  <a:lnTo>
                    <a:pt x="21724" y="20832"/>
                  </a:lnTo>
                  <a:lnTo>
                    <a:pt x="22058" y="20498"/>
                  </a:lnTo>
                  <a:lnTo>
                    <a:pt x="22504" y="20053"/>
                  </a:lnTo>
                  <a:lnTo>
                    <a:pt x="22949" y="19718"/>
                  </a:lnTo>
                  <a:lnTo>
                    <a:pt x="23506" y="19384"/>
                  </a:lnTo>
                  <a:lnTo>
                    <a:pt x="23952" y="19161"/>
                  </a:lnTo>
                  <a:lnTo>
                    <a:pt x="24509" y="18939"/>
                  </a:lnTo>
                  <a:lnTo>
                    <a:pt x="25066" y="18827"/>
                  </a:lnTo>
                  <a:lnTo>
                    <a:pt x="25734" y="18716"/>
                  </a:lnTo>
                  <a:close/>
                  <a:moveTo>
                    <a:pt x="53696" y="18716"/>
                  </a:moveTo>
                  <a:lnTo>
                    <a:pt x="54365" y="18827"/>
                  </a:lnTo>
                  <a:lnTo>
                    <a:pt x="54922" y="18939"/>
                  </a:lnTo>
                  <a:lnTo>
                    <a:pt x="55479" y="19161"/>
                  </a:lnTo>
                  <a:lnTo>
                    <a:pt x="56036" y="19384"/>
                  </a:lnTo>
                  <a:lnTo>
                    <a:pt x="56482" y="19718"/>
                  </a:lnTo>
                  <a:lnTo>
                    <a:pt x="56927" y="20053"/>
                  </a:lnTo>
                  <a:lnTo>
                    <a:pt x="57373" y="20498"/>
                  </a:lnTo>
                  <a:lnTo>
                    <a:pt x="57818" y="20832"/>
                  </a:lnTo>
                  <a:lnTo>
                    <a:pt x="58041" y="21278"/>
                  </a:lnTo>
                  <a:lnTo>
                    <a:pt x="58375" y="21835"/>
                  </a:lnTo>
                  <a:lnTo>
                    <a:pt x="58598" y="22392"/>
                  </a:lnTo>
                  <a:lnTo>
                    <a:pt x="58821" y="22838"/>
                  </a:lnTo>
                  <a:lnTo>
                    <a:pt x="59044" y="23506"/>
                  </a:lnTo>
                  <a:lnTo>
                    <a:pt x="59044" y="24063"/>
                  </a:lnTo>
                  <a:lnTo>
                    <a:pt x="59044" y="24620"/>
                  </a:lnTo>
                  <a:lnTo>
                    <a:pt x="59044" y="25289"/>
                  </a:lnTo>
                  <a:lnTo>
                    <a:pt x="59044" y="25957"/>
                  </a:lnTo>
                  <a:lnTo>
                    <a:pt x="58821" y="26403"/>
                  </a:lnTo>
                  <a:lnTo>
                    <a:pt x="58598" y="27071"/>
                  </a:lnTo>
                  <a:lnTo>
                    <a:pt x="58375" y="27517"/>
                  </a:lnTo>
                  <a:lnTo>
                    <a:pt x="58041" y="27962"/>
                  </a:lnTo>
                  <a:lnTo>
                    <a:pt x="57818" y="28519"/>
                  </a:lnTo>
                  <a:lnTo>
                    <a:pt x="57373" y="28854"/>
                  </a:lnTo>
                  <a:lnTo>
                    <a:pt x="56927" y="29299"/>
                  </a:lnTo>
                  <a:lnTo>
                    <a:pt x="56482" y="29633"/>
                  </a:lnTo>
                  <a:lnTo>
                    <a:pt x="56036" y="29968"/>
                  </a:lnTo>
                  <a:lnTo>
                    <a:pt x="55479" y="30190"/>
                  </a:lnTo>
                  <a:lnTo>
                    <a:pt x="54922" y="30413"/>
                  </a:lnTo>
                  <a:lnTo>
                    <a:pt x="54365" y="30525"/>
                  </a:lnTo>
                  <a:lnTo>
                    <a:pt x="53696" y="30636"/>
                  </a:lnTo>
                  <a:lnTo>
                    <a:pt x="52471" y="30636"/>
                  </a:lnTo>
                  <a:lnTo>
                    <a:pt x="51914" y="30525"/>
                  </a:lnTo>
                  <a:lnTo>
                    <a:pt x="51357" y="30413"/>
                  </a:lnTo>
                  <a:lnTo>
                    <a:pt x="50800" y="30190"/>
                  </a:lnTo>
                  <a:lnTo>
                    <a:pt x="50243" y="29968"/>
                  </a:lnTo>
                  <a:lnTo>
                    <a:pt x="49797" y="29633"/>
                  </a:lnTo>
                  <a:lnTo>
                    <a:pt x="49352" y="29299"/>
                  </a:lnTo>
                  <a:lnTo>
                    <a:pt x="48906" y="28854"/>
                  </a:lnTo>
                  <a:lnTo>
                    <a:pt x="48461" y="28519"/>
                  </a:lnTo>
                  <a:lnTo>
                    <a:pt x="48126" y="27962"/>
                  </a:lnTo>
                  <a:lnTo>
                    <a:pt x="47904" y="27517"/>
                  </a:lnTo>
                  <a:lnTo>
                    <a:pt x="47681" y="27071"/>
                  </a:lnTo>
                  <a:lnTo>
                    <a:pt x="47458" y="26403"/>
                  </a:lnTo>
                  <a:lnTo>
                    <a:pt x="47346" y="25957"/>
                  </a:lnTo>
                  <a:lnTo>
                    <a:pt x="47124" y="25289"/>
                  </a:lnTo>
                  <a:lnTo>
                    <a:pt x="47124" y="24620"/>
                  </a:lnTo>
                  <a:lnTo>
                    <a:pt x="47124" y="24063"/>
                  </a:lnTo>
                  <a:lnTo>
                    <a:pt x="47346" y="23506"/>
                  </a:lnTo>
                  <a:lnTo>
                    <a:pt x="47458" y="22838"/>
                  </a:lnTo>
                  <a:lnTo>
                    <a:pt x="47681" y="22392"/>
                  </a:lnTo>
                  <a:lnTo>
                    <a:pt x="47904" y="21835"/>
                  </a:lnTo>
                  <a:lnTo>
                    <a:pt x="48126" y="21278"/>
                  </a:lnTo>
                  <a:lnTo>
                    <a:pt x="48461" y="20832"/>
                  </a:lnTo>
                  <a:lnTo>
                    <a:pt x="48906" y="20498"/>
                  </a:lnTo>
                  <a:lnTo>
                    <a:pt x="49352" y="20053"/>
                  </a:lnTo>
                  <a:lnTo>
                    <a:pt x="49797" y="19718"/>
                  </a:lnTo>
                  <a:lnTo>
                    <a:pt x="50243" y="19384"/>
                  </a:lnTo>
                  <a:lnTo>
                    <a:pt x="50800" y="19161"/>
                  </a:lnTo>
                  <a:lnTo>
                    <a:pt x="51357" y="18939"/>
                  </a:lnTo>
                  <a:lnTo>
                    <a:pt x="51914" y="18827"/>
                  </a:lnTo>
                  <a:lnTo>
                    <a:pt x="52471" y="18716"/>
                  </a:lnTo>
                  <a:close/>
                  <a:moveTo>
                    <a:pt x="80545" y="18716"/>
                  </a:moveTo>
                  <a:lnTo>
                    <a:pt x="81102" y="18827"/>
                  </a:lnTo>
                  <a:lnTo>
                    <a:pt x="81770" y="18939"/>
                  </a:lnTo>
                  <a:lnTo>
                    <a:pt x="82327" y="19161"/>
                  </a:lnTo>
                  <a:lnTo>
                    <a:pt x="82773" y="19384"/>
                  </a:lnTo>
                  <a:lnTo>
                    <a:pt x="83330" y="19718"/>
                  </a:lnTo>
                  <a:lnTo>
                    <a:pt x="83775" y="20053"/>
                  </a:lnTo>
                  <a:lnTo>
                    <a:pt x="84221" y="20498"/>
                  </a:lnTo>
                  <a:lnTo>
                    <a:pt x="84555" y="20832"/>
                  </a:lnTo>
                  <a:lnTo>
                    <a:pt x="84889" y="21278"/>
                  </a:lnTo>
                  <a:lnTo>
                    <a:pt x="85224" y="21835"/>
                  </a:lnTo>
                  <a:lnTo>
                    <a:pt x="85446" y="22392"/>
                  </a:lnTo>
                  <a:lnTo>
                    <a:pt x="85669" y="22838"/>
                  </a:lnTo>
                  <a:lnTo>
                    <a:pt x="85781" y="23506"/>
                  </a:lnTo>
                  <a:lnTo>
                    <a:pt x="85892" y="24063"/>
                  </a:lnTo>
                  <a:lnTo>
                    <a:pt x="85892" y="24620"/>
                  </a:lnTo>
                  <a:lnTo>
                    <a:pt x="85892" y="25289"/>
                  </a:lnTo>
                  <a:lnTo>
                    <a:pt x="85781" y="25957"/>
                  </a:lnTo>
                  <a:lnTo>
                    <a:pt x="85669" y="26403"/>
                  </a:lnTo>
                  <a:lnTo>
                    <a:pt x="85446" y="27071"/>
                  </a:lnTo>
                  <a:lnTo>
                    <a:pt x="85224" y="27517"/>
                  </a:lnTo>
                  <a:lnTo>
                    <a:pt x="84889" y="27962"/>
                  </a:lnTo>
                  <a:lnTo>
                    <a:pt x="84555" y="28519"/>
                  </a:lnTo>
                  <a:lnTo>
                    <a:pt x="84221" y="28854"/>
                  </a:lnTo>
                  <a:lnTo>
                    <a:pt x="83775" y="29299"/>
                  </a:lnTo>
                  <a:lnTo>
                    <a:pt x="83330" y="29633"/>
                  </a:lnTo>
                  <a:lnTo>
                    <a:pt x="82773" y="29968"/>
                  </a:lnTo>
                  <a:lnTo>
                    <a:pt x="82327" y="30190"/>
                  </a:lnTo>
                  <a:lnTo>
                    <a:pt x="81770" y="30413"/>
                  </a:lnTo>
                  <a:lnTo>
                    <a:pt x="81102" y="30525"/>
                  </a:lnTo>
                  <a:lnTo>
                    <a:pt x="80545" y="30636"/>
                  </a:lnTo>
                  <a:lnTo>
                    <a:pt x="79319" y="30636"/>
                  </a:lnTo>
                  <a:lnTo>
                    <a:pt x="78762" y="30525"/>
                  </a:lnTo>
                  <a:lnTo>
                    <a:pt x="78205" y="30413"/>
                  </a:lnTo>
                  <a:lnTo>
                    <a:pt x="77648" y="30190"/>
                  </a:lnTo>
                  <a:lnTo>
                    <a:pt x="77091" y="29968"/>
                  </a:lnTo>
                  <a:lnTo>
                    <a:pt x="76646" y="29633"/>
                  </a:lnTo>
                  <a:lnTo>
                    <a:pt x="76089" y="29299"/>
                  </a:lnTo>
                  <a:lnTo>
                    <a:pt x="75754" y="28854"/>
                  </a:lnTo>
                  <a:lnTo>
                    <a:pt x="75309" y="28519"/>
                  </a:lnTo>
                  <a:lnTo>
                    <a:pt x="74975" y="27962"/>
                  </a:lnTo>
                  <a:lnTo>
                    <a:pt x="74640" y="27517"/>
                  </a:lnTo>
                  <a:lnTo>
                    <a:pt x="74418" y="27071"/>
                  </a:lnTo>
                  <a:lnTo>
                    <a:pt x="74195" y="26403"/>
                  </a:lnTo>
                  <a:lnTo>
                    <a:pt x="74083" y="25957"/>
                  </a:lnTo>
                  <a:lnTo>
                    <a:pt x="73972" y="25289"/>
                  </a:lnTo>
                  <a:lnTo>
                    <a:pt x="73972" y="24620"/>
                  </a:lnTo>
                  <a:lnTo>
                    <a:pt x="73972" y="24063"/>
                  </a:lnTo>
                  <a:lnTo>
                    <a:pt x="74083" y="23506"/>
                  </a:lnTo>
                  <a:lnTo>
                    <a:pt x="74195" y="22838"/>
                  </a:lnTo>
                  <a:lnTo>
                    <a:pt x="74418" y="22392"/>
                  </a:lnTo>
                  <a:lnTo>
                    <a:pt x="74640" y="21835"/>
                  </a:lnTo>
                  <a:lnTo>
                    <a:pt x="74975" y="21278"/>
                  </a:lnTo>
                  <a:lnTo>
                    <a:pt x="75309" y="20832"/>
                  </a:lnTo>
                  <a:lnTo>
                    <a:pt x="75754" y="20498"/>
                  </a:lnTo>
                  <a:lnTo>
                    <a:pt x="76089" y="20053"/>
                  </a:lnTo>
                  <a:lnTo>
                    <a:pt x="76646" y="19718"/>
                  </a:lnTo>
                  <a:lnTo>
                    <a:pt x="77091" y="19384"/>
                  </a:lnTo>
                  <a:lnTo>
                    <a:pt x="77648" y="19161"/>
                  </a:lnTo>
                  <a:lnTo>
                    <a:pt x="78205" y="18939"/>
                  </a:lnTo>
                  <a:lnTo>
                    <a:pt x="78762" y="18827"/>
                  </a:lnTo>
                  <a:lnTo>
                    <a:pt x="79319" y="18716"/>
                  </a:lnTo>
                  <a:close/>
                  <a:moveTo>
                    <a:pt x="22169" y="0"/>
                  </a:moveTo>
                  <a:lnTo>
                    <a:pt x="20944" y="223"/>
                  </a:lnTo>
                  <a:lnTo>
                    <a:pt x="19718" y="446"/>
                  </a:lnTo>
                  <a:lnTo>
                    <a:pt x="18493" y="668"/>
                  </a:lnTo>
                  <a:lnTo>
                    <a:pt x="17379" y="1003"/>
                  </a:lnTo>
                  <a:lnTo>
                    <a:pt x="16154" y="1448"/>
                  </a:lnTo>
                  <a:lnTo>
                    <a:pt x="15039" y="1894"/>
                  </a:lnTo>
                  <a:lnTo>
                    <a:pt x="14037" y="2451"/>
                  </a:lnTo>
                  <a:lnTo>
                    <a:pt x="12811" y="2896"/>
                  </a:lnTo>
                  <a:lnTo>
                    <a:pt x="11920" y="3565"/>
                  </a:lnTo>
                  <a:lnTo>
                    <a:pt x="10806" y="4233"/>
                  </a:lnTo>
                  <a:lnTo>
                    <a:pt x="9915" y="4790"/>
                  </a:lnTo>
                  <a:lnTo>
                    <a:pt x="8912" y="5570"/>
                  </a:lnTo>
                  <a:lnTo>
                    <a:pt x="8021" y="6350"/>
                  </a:lnTo>
                  <a:lnTo>
                    <a:pt x="7241" y="7241"/>
                  </a:lnTo>
                  <a:lnTo>
                    <a:pt x="6350" y="8021"/>
                  </a:lnTo>
                  <a:lnTo>
                    <a:pt x="5570" y="8912"/>
                  </a:lnTo>
                  <a:lnTo>
                    <a:pt x="4790" y="9804"/>
                  </a:lnTo>
                  <a:lnTo>
                    <a:pt x="4122" y="10806"/>
                  </a:lnTo>
                  <a:lnTo>
                    <a:pt x="3565" y="11809"/>
                  </a:lnTo>
                  <a:lnTo>
                    <a:pt x="2896" y="12923"/>
                  </a:lnTo>
                  <a:lnTo>
                    <a:pt x="2339" y="13925"/>
                  </a:lnTo>
                  <a:lnTo>
                    <a:pt x="1894" y="15039"/>
                  </a:lnTo>
                  <a:lnTo>
                    <a:pt x="1448" y="16154"/>
                  </a:lnTo>
                  <a:lnTo>
                    <a:pt x="1114" y="17379"/>
                  </a:lnTo>
                  <a:lnTo>
                    <a:pt x="780" y="18493"/>
                  </a:lnTo>
                  <a:lnTo>
                    <a:pt x="446" y="19718"/>
                  </a:lnTo>
                  <a:lnTo>
                    <a:pt x="223" y="20944"/>
                  </a:lnTo>
                  <a:lnTo>
                    <a:pt x="111" y="22169"/>
                  </a:lnTo>
                  <a:lnTo>
                    <a:pt x="0" y="23395"/>
                  </a:lnTo>
                  <a:lnTo>
                    <a:pt x="0" y="24620"/>
                  </a:lnTo>
                  <a:lnTo>
                    <a:pt x="0" y="25957"/>
                  </a:lnTo>
                  <a:lnTo>
                    <a:pt x="111" y="27182"/>
                  </a:lnTo>
                  <a:lnTo>
                    <a:pt x="223" y="28408"/>
                  </a:lnTo>
                  <a:lnTo>
                    <a:pt x="446" y="29633"/>
                  </a:lnTo>
                  <a:lnTo>
                    <a:pt x="780" y="30859"/>
                  </a:lnTo>
                  <a:lnTo>
                    <a:pt x="1114" y="32084"/>
                  </a:lnTo>
                  <a:lnTo>
                    <a:pt x="1448" y="33198"/>
                  </a:lnTo>
                  <a:lnTo>
                    <a:pt x="1894" y="34312"/>
                  </a:lnTo>
                  <a:lnTo>
                    <a:pt x="2339" y="35426"/>
                  </a:lnTo>
                  <a:lnTo>
                    <a:pt x="2896" y="36429"/>
                  </a:lnTo>
                  <a:lnTo>
                    <a:pt x="3565" y="37543"/>
                  </a:lnTo>
                  <a:lnTo>
                    <a:pt x="4122" y="38434"/>
                  </a:lnTo>
                  <a:lnTo>
                    <a:pt x="4790" y="39437"/>
                  </a:lnTo>
                  <a:lnTo>
                    <a:pt x="5570" y="40439"/>
                  </a:lnTo>
                  <a:lnTo>
                    <a:pt x="6350" y="41331"/>
                  </a:lnTo>
                  <a:lnTo>
                    <a:pt x="7241" y="42222"/>
                  </a:lnTo>
                  <a:lnTo>
                    <a:pt x="8021" y="43002"/>
                  </a:lnTo>
                  <a:lnTo>
                    <a:pt x="8912" y="43782"/>
                  </a:lnTo>
                  <a:lnTo>
                    <a:pt x="9915" y="44450"/>
                  </a:lnTo>
                  <a:lnTo>
                    <a:pt x="10806" y="45230"/>
                  </a:lnTo>
                  <a:lnTo>
                    <a:pt x="11920" y="45898"/>
                  </a:lnTo>
                  <a:lnTo>
                    <a:pt x="12811" y="46455"/>
                  </a:lnTo>
                  <a:lnTo>
                    <a:pt x="14037" y="47012"/>
                  </a:lnTo>
                  <a:lnTo>
                    <a:pt x="15039" y="47458"/>
                  </a:lnTo>
                  <a:lnTo>
                    <a:pt x="16154" y="47904"/>
                  </a:lnTo>
                  <a:lnTo>
                    <a:pt x="17379" y="48349"/>
                  </a:lnTo>
                  <a:lnTo>
                    <a:pt x="18493" y="48572"/>
                  </a:lnTo>
                  <a:lnTo>
                    <a:pt x="19718" y="48906"/>
                  </a:lnTo>
                  <a:lnTo>
                    <a:pt x="20944" y="49129"/>
                  </a:lnTo>
                  <a:lnTo>
                    <a:pt x="22169" y="49240"/>
                  </a:lnTo>
                  <a:lnTo>
                    <a:pt x="23395" y="49352"/>
                  </a:lnTo>
                  <a:lnTo>
                    <a:pt x="24620" y="49463"/>
                  </a:lnTo>
                  <a:lnTo>
                    <a:pt x="25846" y="49463"/>
                  </a:lnTo>
                  <a:lnTo>
                    <a:pt x="38100" y="65505"/>
                  </a:lnTo>
                  <a:lnTo>
                    <a:pt x="50243" y="49463"/>
                  </a:lnTo>
                  <a:lnTo>
                    <a:pt x="81882" y="49463"/>
                  </a:lnTo>
                  <a:lnTo>
                    <a:pt x="83218" y="49352"/>
                  </a:lnTo>
                  <a:lnTo>
                    <a:pt x="84444" y="49240"/>
                  </a:lnTo>
                  <a:lnTo>
                    <a:pt x="85669" y="49129"/>
                  </a:lnTo>
                  <a:lnTo>
                    <a:pt x="86895" y="48906"/>
                  </a:lnTo>
                  <a:lnTo>
                    <a:pt x="88009" y="48572"/>
                  </a:lnTo>
                  <a:lnTo>
                    <a:pt x="89234" y="48349"/>
                  </a:lnTo>
                  <a:lnTo>
                    <a:pt x="90460" y="47904"/>
                  </a:lnTo>
                  <a:lnTo>
                    <a:pt x="91574" y="47458"/>
                  </a:lnTo>
                  <a:lnTo>
                    <a:pt x="92576" y="47012"/>
                  </a:lnTo>
                  <a:lnTo>
                    <a:pt x="93690" y="46455"/>
                  </a:lnTo>
                  <a:lnTo>
                    <a:pt x="94693" y="45898"/>
                  </a:lnTo>
                  <a:lnTo>
                    <a:pt x="95807" y="45230"/>
                  </a:lnTo>
                  <a:lnTo>
                    <a:pt x="96698" y="44450"/>
                  </a:lnTo>
                  <a:lnTo>
                    <a:pt x="97701" y="43782"/>
                  </a:lnTo>
                  <a:lnTo>
                    <a:pt x="98481" y="43002"/>
                  </a:lnTo>
                  <a:lnTo>
                    <a:pt x="99372" y="42222"/>
                  </a:lnTo>
                  <a:lnTo>
                    <a:pt x="100263" y="41331"/>
                  </a:lnTo>
                  <a:lnTo>
                    <a:pt x="101043" y="40439"/>
                  </a:lnTo>
                  <a:lnTo>
                    <a:pt x="101711" y="39437"/>
                  </a:lnTo>
                  <a:lnTo>
                    <a:pt x="102380" y="38434"/>
                  </a:lnTo>
                  <a:lnTo>
                    <a:pt x="103048" y="37543"/>
                  </a:lnTo>
                  <a:lnTo>
                    <a:pt x="103605" y="36429"/>
                  </a:lnTo>
                  <a:lnTo>
                    <a:pt x="104162" y="35426"/>
                  </a:lnTo>
                  <a:lnTo>
                    <a:pt x="104719" y="34312"/>
                  </a:lnTo>
                  <a:lnTo>
                    <a:pt x="105054" y="33198"/>
                  </a:lnTo>
                  <a:lnTo>
                    <a:pt x="105499" y="32084"/>
                  </a:lnTo>
                  <a:lnTo>
                    <a:pt x="105833" y="30859"/>
                  </a:lnTo>
                  <a:lnTo>
                    <a:pt x="106168" y="29633"/>
                  </a:lnTo>
                  <a:lnTo>
                    <a:pt x="106390" y="28408"/>
                  </a:lnTo>
                  <a:lnTo>
                    <a:pt x="106502" y="27182"/>
                  </a:lnTo>
                  <a:lnTo>
                    <a:pt x="106613" y="25957"/>
                  </a:lnTo>
                  <a:lnTo>
                    <a:pt x="106613" y="24620"/>
                  </a:lnTo>
                  <a:lnTo>
                    <a:pt x="106613" y="23395"/>
                  </a:lnTo>
                  <a:lnTo>
                    <a:pt x="106502" y="22169"/>
                  </a:lnTo>
                  <a:lnTo>
                    <a:pt x="106390" y="20944"/>
                  </a:lnTo>
                  <a:lnTo>
                    <a:pt x="106168" y="19718"/>
                  </a:lnTo>
                  <a:lnTo>
                    <a:pt x="105833" y="18493"/>
                  </a:lnTo>
                  <a:lnTo>
                    <a:pt x="105499" y="17379"/>
                  </a:lnTo>
                  <a:lnTo>
                    <a:pt x="105054" y="16154"/>
                  </a:lnTo>
                  <a:lnTo>
                    <a:pt x="104719" y="15039"/>
                  </a:lnTo>
                  <a:lnTo>
                    <a:pt x="104162" y="13925"/>
                  </a:lnTo>
                  <a:lnTo>
                    <a:pt x="103605" y="12923"/>
                  </a:lnTo>
                  <a:lnTo>
                    <a:pt x="103048" y="11809"/>
                  </a:lnTo>
                  <a:lnTo>
                    <a:pt x="102380" y="10806"/>
                  </a:lnTo>
                  <a:lnTo>
                    <a:pt x="101711" y="9804"/>
                  </a:lnTo>
                  <a:lnTo>
                    <a:pt x="101043" y="8912"/>
                  </a:lnTo>
                  <a:lnTo>
                    <a:pt x="100263" y="8021"/>
                  </a:lnTo>
                  <a:lnTo>
                    <a:pt x="99372" y="7241"/>
                  </a:lnTo>
                  <a:lnTo>
                    <a:pt x="98481" y="6350"/>
                  </a:lnTo>
                  <a:lnTo>
                    <a:pt x="97701" y="5570"/>
                  </a:lnTo>
                  <a:lnTo>
                    <a:pt x="96698" y="4790"/>
                  </a:lnTo>
                  <a:lnTo>
                    <a:pt x="95807" y="4233"/>
                  </a:lnTo>
                  <a:lnTo>
                    <a:pt x="94693" y="3565"/>
                  </a:lnTo>
                  <a:lnTo>
                    <a:pt x="93690" y="2896"/>
                  </a:lnTo>
                  <a:lnTo>
                    <a:pt x="92576" y="2451"/>
                  </a:lnTo>
                  <a:lnTo>
                    <a:pt x="91574" y="1894"/>
                  </a:lnTo>
                  <a:lnTo>
                    <a:pt x="90460" y="1448"/>
                  </a:lnTo>
                  <a:lnTo>
                    <a:pt x="89234" y="1003"/>
                  </a:lnTo>
                  <a:lnTo>
                    <a:pt x="88009" y="668"/>
                  </a:lnTo>
                  <a:lnTo>
                    <a:pt x="86895" y="446"/>
                  </a:lnTo>
                  <a:lnTo>
                    <a:pt x="85669" y="223"/>
                  </a:lnTo>
                  <a:lnTo>
                    <a:pt x="8444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1"/>
                </a:solidFill>
              </a:endParaRPr>
            </a:p>
          </p:txBody>
        </p:sp>
        <p:sp>
          <p:nvSpPr>
            <p:cNvPr id="7584" name="Google Shape;7584;p534"/>
            <p:cNvSpPr/>
            <p:nvPr/>
          </p:nvSpPr>
          <p:spPr>
            <a:xfrm>
              <a:off x="1270000" y="3830875"/>
              <a:ext cx="2665350" cy="1637650"/>
            </a:xfrm>
            <a:custGeom>
              <a:avLst/>
              <a:gdLst/>
              <a:ahLst/>
              <a:cxnLst/>
              <a:rect l="l" t="t" r="r" b="b"/>
              <a:pathLst>
                <a:path w="106614" h="65506" extrusionOk="0">
                  <a:moveTo>
                    <a:pt x="26848" y="34870"/>
                  </a:moveTo>
                  <a:lnTo>
                    <a:pt x="27517" y="34981"/>
                  </a:lnTo>
                  <a:lnTo>
                    <a:pt x="28074" y="35093"/>
                  </a:lnTo>
                  <a:lnTo>
                    <a:pt x="28631" y="35315"/>
                  </a:lnTo>
                  <a:lnTo>
                    <a:pt x="29076" y="35538"/>
                  </a:lnTo>
                  <a:lnTo>
                    <a:pt x="29633" y="35872"/>
                  </a:lnTo>
                  <a:lnTo>
                    <a:pt x="30079" y="36207"/>
                  </a:lnTo>
                  <a:lnTo>
                    <a:pt x="30525" y="36652"/>
                  </a:lnTo>
                  <a:lnTo>
                    <a:pt x="30859" y="36986"/>
                  </a:lnTo>
                  <a:lnTo>
                    <a:pt x="31193" y="37544"/>
                  </a:lnTo>
                  <a:lnTo>
                    <a:pt x="31527" y="37989"/>
                  </a:lnTo>
                  <a:lnTo>
                    <a:pt x="31861" y="38435"/>
                  </a:lnTo>
                  <a:lnTo>
                    <a:pt x="31973" y="39103"/>
                  </a:lnTo>
                  <a:lnTo>
                    <a:pt x="32196" y="39549"/>
                  </a:lnTo>
                  <a:lnTo>
                    <a:pt x="32196" y="40217"/>
                  </a:lnTo>
                  <a:lnTo>
                    <a:pt x="32307" y="40886"/>
                  </a:lnTo>
                  <a:lnTo>
                    <a:pt x="32196" y="41443"/>
                  </a:lnTo>
                  <a:lnTo>
                    <a:pt x="32196" y="42000"/>
                  </a:lnTo>
                  <a:lnTo>
                    <a:pt x="31973" y="42668"/>
                  </a:lnTo>
                  <a:lnTo>
                    <a:pt x="31861" y="43114"/>
                  </a:lnTo>
                  <a:lnTo>
                    <a:pt x="31527" y="43671"/>
                  </a:lnTo>
                  <a:lnTo>
                    <a:pt x="31193" y="44228"/>
                  </a:lnTo>
                  <a:lnTo>
                    <a:pt x="30859" y="44673"/>
                  </a:lnTo>
                  <a:lnTo>
                    <a:pt x="30525" y="45008"/>
                  </a:lnTo>
                  <a:lnTo>
                    <a:pt x="30079" y="45453"/>
                  </a:lnTo>
                  <a:lnTo>
                    <a:pt x="29633" y="45787"/>
                  </a:lnTo>
                  <a:lnTo>
                    <a:pt x="29076" y="46122"/>
                  </a:lnTo>
                  <a:lnTo>
                    <a:pt x="28631" y="46344"/>
                  </a:lnTo>
                  <a:lnTo>
                    <a:pt x="28074" y="46567"/>
                  </a:lnTo>
                  <a:lnTo>
                    <a:pt x="27517" y="46679"/>
                  </a:lnTo>
                  <a:lnTo>
                    <a:pt x="26848" y="46790"/>
                  </a:lnTo>
                  <a:lnTo>
                    <a:pt x="25734" y="46790"/>
                  </a:lnTo>
                  <a:lnTo>
                    <a:pt x="25066" y="46679"/>
                  </a:lnTo>
                  <a:lnTo>
                    <a:pt x="24509" y="46567"/>
                  </a:lnTo>
                  <a:lnTo>
                    <a:pt x="23952" y="46344"/>
                  </a:lnTo>
                  <a:lnTo>
                    <a:pt x="23506" y="46122"/>
                  </a:lnTo>
                  <a:lnTo>
                    <a:pt x="22949" y="45787"/>
                  </a:lnTo>
                  <a:lnTo>
                    <a:pt x="22504" y="45453"/>
                  </a:lnTo>
                  <a:lnTo>
                    <a:pt x="22058" y="45008"/>
                  </a:lnTo>
                  <a:lnTo>
                    <a:pt x="21724" y="44673"/>
                  </a:lnTo>
                  <a:lnTo>
                    <a:pt x="21389" y="44228"/>
                  </a:lnTo>
                  <a:lnTo>
                    <a:pt x="21055" y="43671"/>
                  </a:lnTo>
                  <a:lnTo>
                    <a:pt x="20721" y="43114"/>
                  </a:lnTo>
                  <a:lnTo>
                    <a:pt x="20610" y="42668"/>
                  </a:lnTo>
                  <a:lnTo>
                    <a:pt x="20387" y="42000"/>
                  </a:lnTo>
                  <a:lnTo>
                    <a:pt x="20387" y="41443"/>
                  </a:lnTo>
                  <a:lnTo>
                    <a:pt x="20275" y="40886"/>
                  </a:lnTo>
                  <a:lnTo>
                    <a:pt x="20387" y="40217"/>
                  </a:lnTo>
                  <a:lnTo>
                    <a:pt x="20387" y="39549"/>
                  </a:lnTo>
                  <a:lnTo>
                    <a:pt x="20610" y="39103"/>
                  </a:lnTo>
                  <a:lnTo>
                    <a:pt x="20721" y="38435"/>
                  </a:lnTo>
                  <a:lnTo>
                    <a:pt x="21055" y="37989"/>
                  </a:lnTo>
                  <a:lnTo>
                    <a:pt x="21389" y="37544"/>
                  </a:lnTo>
                  <a:lnTo>
                    <a:pt x="21724" y="36986"/>
                  </a:lnTo>
                  <a:lnTo>
                    <a:pt x="22058" y="36652"/>
                  </a:lnTo>
                  <a:lnTo>
                    <a:pt x="22504" y="36207"/>
                  </a:lnTo>
                  <a:lnTo>
                    <a:pt x="22949" y="35872"/>
                  </a:lnTo>
                  <a:lnTo>
                    <a:pt x="23506" y="35538"/>
                  </a:lnTo>
                  <a:lnTo>
                    <a:pt x="23952" y="35315"/>
                  </a:lnTo>
                  <a:lnTo>
                    <a:pt x="24509" y="35093"/>
                  </a:lnTo>
                  <a:lnTo>
                    <a:pt x="25066" y="34981"/>
                  </a:lnTo>
                  <a:lnTo>
                    <a:pt x="25734" y="34870"/>
                  </a:lnTo>
                  <a:close/>
                  <a:moveTo>
                    <a:pt x="53696" y="34870"/>
                  </a:moveTo>
                  <a:lnTo>
                    <a:pt x="54365" y="34981"/>
                  </a:lnTo>
                  <a:lnTo>
                    <a:pt x="54922" y="35093"/>
                  </a:lnTo>
                  <a:lnTo>
                    <a:pt x="55479" y="35315"/>
                  </a:lnTo>
                  <a:lnTo>
                    <a:pt x="56036" y="35538"/>
                  </a:lnTo>
                  <a:lnTo>
                    <a:pt x="56482" y="35872"/>
                  </a:lnTo>
                  <a:lnTo>
                    <a:pt x="56927" y="36207"/>
                  </a:lnTo>
                  <a:lnTo>
                    <a:pt x="57373" y="36652"/>
                  </a:lnTo>
                  <a:lnTo>
                    <a:pt x="57818" y="36986"/>
                  </a:lnTo>
                  <a:lnTo>
                    <a:pt x="58041" y="37544"/>
                  </a:lnTo>
                  <a:lnTo>
                    <a:pt x="58375" y="37989"/>
                  </a:lnTo>
                  <a:lnTo>
                    <a:pt x="58598" y="38435"/>
                  </a:lnTo>
                  <a:lnTo>
                    <a:pt x="58821" y="39103"/>
                  </a:lnTo>
                  <a:lnTo>
                    <a:pt x="59044" y="39549"/>
                  </a:lnTo>
                  <a:lnTo>
                    <a:pt x="59044" y="40217"/>
                  </a:lnTo>
                  <a:lnTo>
                    <a:pt x="59044" y="40886"/>
                  </a:lnTo>
                  <a:lnTo>
                    <a:pt x="59044" y="41443"/>
                  </a:lnTo>
                  <a:lnTo>
                    <a:pt x="59044" y="42000"/>
                  </a:lnTo>
                  <a:lnTo>
                    <a:pt x="58821" y="42668"/>
                  </a:lnTo>
                  <a:lnTo>
                    <a:pt x="58598" y="43114"/>
                  </a:lnTo>
                  <a:lnTo>
                    <a:pt x="58375" y="43671"/>
                  </a:lnTo>
                  <a:lnTo>
                    <a:pt x="58041" y="44228"/>
                  </a:lnTo>
                  <a:lnTo>
                    <a:pt x="57818" y="44673"/>
                  </a:lnTo>
                  <a:lnTo>
                    <a:pt x="57373" y="45008"/>
                  </a:lnTo>
                  <a:lnTo>
                    <a:pt x="56927" y="45453"/>
                  </a:lnTo>
                  <a:lnTo>
                    <a:pt x="56482" y="45787"/>
                  </a:lnTo>
                  <a:lnTo>
                    <a:pt x="56036" y="46122"/>
                  </a:lnTo>
                  <a:lnTo>
                    <a:pt x="55479" y="46344"/>
                  </a:lnTo>
                  <a:lnTo>
                    <a:pt x="54922" y="46567"/>
                  </a:lnTo>
                  <a:lnTo>
                    <a:pt x="54365" y="46679"/>
                  </a:lnTo>
                  <a:lnTo>
                    <a:pt x="53696" y="46790"/>
                  </a:lnTo>
                  <a:lnTo>
                    <a:pt x="52471" y="46790"/>
                  </a:lnTo>
                  <a:lnTo>
                    <a:pt x="51914" y="46679"/>
                  </a:lnTo>
                  <a:lnTo>
                    <a:pt x="51357" y="46567"/>
                  </a:lnTo>
                  <a:lnTo>
                    <a:pt x="50800" y="46344"/>
                  </a:lnTo>
                  <a:lnTo>
                    <a:pt x="50243" y="46122"/>
                  </a:lnTo>
                  <a:lnTo>
                    <a:pt x="49797" y="45787"/>
                  </a:lnTo>
                  <a:lnTo>
                    <a:pt x="49352" y="45453"/>
                  </a:lnTo>
                  <a:lnTo>
                    <a:pt x="48906" y="45008"/>
                  </a:lnTo>
                  <a:lnTo>
                    <a:pt x="48461" y="44673"/>
                  </a:lnTo>
                  <a:lnTo>
                    <a:pt x="48126" y="44228"/>
                  </a:lnTo>
                  <a:lnTo>
                    <a:pt x="47904" y="43671"/>
                  </a:lnTo>
                  <a:lnTo>
                    <a:pt x="47681" y="43114"/>
                  </a:lnTo>
                  <a:lnTo>
                    <a:pt x="47458" y="42668"/>
                  </a:lnTo>
                  <a:lnTo>
                    <a:pt x="47346" y="42000"/>
                  </a:lnTo>
                  <a:lnTo>
                    <a:pt x="47124" y="41443"/>
                  </a:lnTo>
                  <a:lnTo>
                    <a:pt x="47124" y="40886"/>
                  </a:lnTo>
                  <a:lnTo>
                    <a:pt x="47124" y="40217"/>
                  </a:lnTo>
                  <a:lnTo>
                    <a:pt x="47346" y="39549"/>
                  </a:lnTo>
                  <a:lnTo>
                    <a:pt x="47458" y="39103"/>
                  </a:lnTo>
                  <a:lnTo>
                    <a:pt x="47681" y="38435"/>
                  </a:lnTo>
                  <a:lnTo>
                    <a:pt x="47904" y="37989"/>
                  </a:lnTo>
                  <a:lnTo>
                    <a:pt x="48126" y="37544"/>
                  </a:lnTo>
                  <a:lnTo>
                    <a:pt x="48461" y="36986"/>
                  </a:lnTo>
                  <a:lnTo>
                    <a:pt x="48906" y="36652"/>
                  </a:lnTo>
                  <a:lnTo>
                    <a:pt x="49352" y="36207"/>
                  </a:lnTo>
                  <a:lnTo>
                    <a:pt x="49797" y="35872"/>
                  </a:lnTo>
                  <a:lnTo>
                    <a:pt x="50243" y="35538"/>
                  </a:lnTo>
                  <a:lnTo>
                    <a:pt x="50800" y="35315"/>
                  </a:lnTo>
                  <a:lnTo>
                    <a:pt x="51357" y="35093"/>
                  </a:lnTo>
                  <a:lnTo>
                    <a:pt x="51914" y="34981"/>
                  </a:lnTo>
                  <a:lnTo>
                    <a:pt x="52471" y="34870"/>
                  </a:lnTo>
                  <a:close/>
                  <a:moveTo>
                    <a:pt x="80545" y="34870"/>
                  </a:moveTo>
                  <a:lnTo>
                    <a:pt x="81102" y="34981"/>
                  </a:lnTo>
                  <a:lnTo>
                    <a:pt x="81770" y="35093"/>
                  </a:lnTo>
                  <a:lnTo>
                    <a:pt x="82327" y="35315"/>
                  </a:lnTo>
                  <a:lnTo>
                    <a:pt x="82773" y="35538"/>
                  </a:lnTo>
                  <a:lnTo>
                    <a:pt x="83330" y="35872"/>
                  </a:lnTo>
                  <a:lnTo>
                    <a:pt x="83775" y="36207"/>
                  </a:lnTo>
                  <a:lnTo>
                    <a:pt x="84221" y="36652"/>
                  </a:lnTo>
                  <a:lnTo>
                    <a:pt x="84555" y="36986"/>
                  </a:lnTo>
                  <a:lnTo>
                    <a:pt x="84889" y="37544"/>
                  </a:lnTo>
                  <a:lnTo>
                    <a:pt x="85224" y="37989"/>
                  </a:lnTo>
                  <a:lnTo>
                    <a:pt x="85446" y="38435"/>
                  </a:lnTo>
                  <a:lnTo>
                    <a:pt x="85669" y="39103"/>
                  </a:lnTo>
                  <a:lnTo>
                    <a:pt x="85781" y="39549"/>
                  </a:lnTo>
                  <a:lnTo>
                    <a:pt x="85892" y="40217"/>
                  </a:lnTo>
                  <a:lnTo>
                    <a:pt x="85892" y="40886"/>
                  </a:lnTo>
                  <a:lnTo>
                    <a:pt x="85892" y="41443"/>
                  </a:lnTo>
                  <a:lnTo>
                    <a:pt x="85781" y="42000"/>
                  </a:lnTo>
                  <a:lnTo>
                    <a:pt x="85669" y="42668"/>
                  </a:lnTo>
                  <a:lnTo>
                    <a:pt x="85446" y="43114"/>
                  </a:lnTo>
                  <a:lnTo>
                    <a:pt x="85224" y="43671"/>
                  </a:lnTo>
                  <a:lnTo>
                    <a:pt x="84889" y="44228"/>
                  </a:lnTo>
                  <a:lnTo>
                    <a:pt x="84555" y="44673"/>
                  </a:lnTo>
                  <a:lnTo>
                    <a:pt x="84221" y="45008"/>
                  </a:lnTo>
                  <a:lnTo>
                    <a:pt x="83775" y="45453"/>
                  </a:lnTo>
                  <a:lnTo>
                    <a:pt x="83330" y="45787"/>
                  </a:lnTo>
                  <a:lnTo>
                    <a:pt x="82773" y="46122"/>
                  </a:lnTo>
                  <a:lnTo>
                    <a:pt x="82327" y="46344"/>
                  </a:lnTo>
                  <a:lnTo>
                    <a:pt x="81770" y="46567"/>
                  </a:lnTo>
                  <a:lnTo>
                    <a:pt x="81102" y="46679"/>
                  </a:lnTo>
                  <a:lnTo>
                    <a:pt x="80545" y="46790"/>
                  </a:lnTo>
                  <a:lnTo>
                    <a:pt x="79319" y="46790"/>
                  </a:lnTo>
                  <a:lnTo>
                    <a:pt x="78762" y="46679"/>
                  </a:lnTo>
                  <a:lnTo>
                    <a:pt x="78205" y="46567"/>
                  </a:lnTo>
                  <a:lnTo>
                    <a:pt x="77648" y="46344"/>
                  </a:lnTo>
                  <a:lnTo>
                    <a:pt x="77091" y="46122"/>
                  </a:lnTo>
                  <a:lnTo>
                    <a:pt x="76646" y="45787"/>
                  </a:lnTo>
                  <a:lnTo>
                    <a:pt x="76089" y="45453"/>
                  </a:lnTo>
                  <a:lnTo>
                    <a:pt x="75754" y="45008"/>
                  </a:lnTo>
                  <a:lnTo>
                    <a:pt x="75309" y="44673"/>
                  </a:lnTo>
                  <a:lnTo>
                    <a:pt x="74975" y="44228"/>
                  </a:lnTo>
                  <a:lnTo>
                    <a:pt x="74640" y="43671"/>
                  </a:lnTo>
                  <a:lnTo>
                    <a:pt x="74418" y="43114"/>
                  </a:lnTo>
                  <a:lnTo>
                    <a:pt x="74195" y="42668"/>
                  </a:lnTo>
                  <a:lnTo>
                    <a:pt x="74083" y="42000"/>
                  </a:lnTo>
                  <a:lnTo>
                    <a:pt x="73972" y="41443"/>
                  </a:lnTo>
                  <a:lnTo>
                    <a:pt x="73972" y="40886"/>
                  </a:lnTo>
                  <a:lnTo>
                    <a:pt x="73972" y="40217"/>
                  </a:lnTo>
                  <a:lnTo>
                    <a:pt x="74083" y="39549"/>
                  </a:lnTo>
                  <a:lnTo>
                    <a:pt x="74195" y="39103"/>
                  </a:lnTo>
                  <a:lnTo>
                    <a:pt x="74418" y="38435"/>
                  </a:lnTo>
                  <a:lnTo>
                    <a:pt x="74640" y="37989"/>
                  </a:lnTo>
                  <a:lnTo>
                    <a:pt x="74975" y="37544"/>
                  </a:lnTo>
                  <a:lnTo>
                    <a:pt x="75309" y="36986"/>
                  </a:lnTo>
                  <a:lnTo>
                    <a:pt x="75754" y="36652"/>
                  </a:lnTo>
                  <a:lnTo>
                    <a:pt x="76089" y="36207"/>
                  </a:lnTo>
                  <a:lnTo>
                    <a:pt x="76646" y="35872"/>
                  </a:lnTo>
                  <a:lnTo>
                    <a:pt x="77091" y="35538"/>
                  </a:lnTo>
                  <a:lnTo>
                    <a:pt x="77648" y="35315"/>
                  </a:lnTo>
                  <a:lnTo>
                    <a:pt x="78205" y="35093"/>
                  </a:lnTo>
                  <a:lnTo>
                    <a:pt x="78762" y="34981"/>
                  </a:lnTo>
                  <a:lnTo>
                    <a:pt x="79319" y="34870"/>
                  </a:lnTo>
                  <a:close/>
                  <a:moveTo>
                    <a:pt x="38100" y="1"/>
                  </a:moveTo>
                  <a:lnTo>
                    <a:pt x="25846" y="16043"/>
                  </a:lnTo>
                  <a:lnTo>
                    <a:pt x="24620" y="16043"/>
                  </a:lnTo>
                  <a:lnTo>
                    <a:pt x="23395" y="16154"/>
                  </a:lnTo>
                  <a:lnTo>
                    <a:pt x="22169" y="16265"/>
                  </a:lnTo>
                  <a:lnTo>
                    <a:pt x="20944" y="16377"/>
                  </a:lnTo>
                  <a:lnTo>
                    <a:pt x="19718" y="16600"/>
                  </a:lnTo>
                  <a:lnTo>
                    <a:pt x="18493" y="16934"/>
                  </a:lnTo>
                  <a:lnTo>
                    <a:pt x="17379" y="17268"/>
                  </a:lnTo>
                  <a:lnTo>
                    <a:pt x="16154" y="17602"/>
                  </a:lnTo>
                  <a:lnTo>
                    <a:pt x="15039" y="18048"/>
                  </a:lnTo>
                  <a:lnTo>
                    <a:pt x="14037" y="18494"/>
                  </a:lnTo>
                  <a:lnTo>
                    <a:pt x="12811" y="19051"/>
                  </a:lnTo>
                  <a:lnTo>
                    <a:pt x="11920" y="19608"/>
                  </a:lnTo>
                  <a:lnTo>
                    <a:pt x="10806" y="20276"/>
                  </a:lnTo>
                  <a:lnTo>
                    <a:pt x="9915" y="21056"/>
                  </a:lnTo>
                  <a:lnTo>
                    <a:pt x="8912" y="21724"/>
                  </a:lnTo>
                  <a:lnTo>
                    <a:pt x="8021" y="22504"/>
                  </a:lnTo>
                  <a:lnTo>
                    <a:pt x="7241" y="23284"/>
                  </a:lnTo>
                  <a:lnTo>
                    <a:pt x="6350" y="24175"/>
                  </a:lnTo>
                  <a:lnTo>
                    <a:pt x="5570" y="25066"/>
                  </a:lnTo>
                  <a:lnTo>
                    <a:pt x="4790" y="26069"/>
                  </a:lnTo>
                  <a:lnTo>
                    <a:pt x="4122" y="27072"/>
                  </a:lnTo>
                  <a:lnTo>
                    <a:pt x="3565" y="27963"/>
                  </a:lnTo>
                  <a:lnTo>
                    <a:pt x="2896" y="29077"/>
                  </a:lnTo>
                  <a:lnTo>
                    <a:pt x="2339" y="30079"/>
                  </a:lnTo>
                  <a:lnTo>
                    <a:pt x="1894" y="31194"/>
                  </a:lnTo>
                  <a:lnTo>
                    <a:pt x="1448" y="32308"/>
                  </a:lnTo>
                  <a:lnTo>
                    <a:pt x="1114" y="33422"/>
                  </a:lnTo>
                  <a:lnTo>
                    <a:pt x="780" y="34647"/>
                  </a:lnTo>
                  <a:lnTo>
                    <a:pt x="446" y="35872"/>
                  </a:lnTo>
                  <a:lnTo>
                    <a:pt x="223" y="37098"/>
                  </a:lnTo>
                  <a:lnTo>
                    <a:pt x="111" y="38323"/>
                  </a:lnTo>
                  <a:lnTo>
                    <a:pt x="0" y="39549"/>
                  </a:lnTo>
                  <a:lnTo>
                    <a:pt x="0" y="40886"/>
                  </a:lnTo>
                  <a:lnTo>
                    <a:pt x="0" y="42111"/>
                  </a:lnTo>
                  <a:lnTo>
                    <a:pt x="111" y="43336"/>
                  </a:lnTo>
                  <a:lnTo>
                    <a:pt x="223" y="44562"/>
                  </a:lnTo>
                  <a:lnTo>
                    <a:pt x="446" y="45787"/>
                  </a:lnTo>
                  <a:lnTo>
                    <a:pt x="780" y="47013"/>
                  </a:lnTo>
                  <a:lnTo>
                    <a:pt x="1114" y="48127"/>
                  </a:lnTo>
                  <a:lnTo>
                    <a:pt x="1448" y="49352"/>
                  </a:lnTo>
                  <a:lnTo>
                    <a:pt x="1894" y="50466"/>
                  </a:lnTo>
                  <a:lnTo>
                    <a:pt x="2339" y="51580"/>
                  </a:lnTo>
                  <a:lnTo>
                    <a:pt x="2896" y="52583"/>
                  </a:lnTo>
                  <a:lnTo>
                    <a:pt x="3565" y="53697"/>
                  </a:lnTo>
                  <a:lnTo>
                    <a:pt x="4122" y="54700"/>
                  </a:lnTo>
                  <a:lnTo>
                    <a:pt x="4790" y="55702"/>
                  </a:lnTo>
                  <a:lnTo>
                    <a:pt x="5570" y="56594"/>
                  </a:lnTo>
                  <a:lnTo>
                    <a:pt x="6350" y="57485"/>
                  </a:lnTo>
                  <a:lnTo>
                    <a:pt x="7241" y="58265"/>
                  </a:lnTo>
                  <a:lnTo>
                    <a:pt x="8021" y="59156"/>
                  </a:lnTo>
                  <a:lnTo>
                    <a:pt x="8912" y="59936"/>
                  </a:lnTo>
                  <a:lnTo>
                    <a:pt x="9915" y="60715"/>
                  </a:lnTo>
                  <a:lnTo>
                    <a:pt x="10806" y="61272"/>
                  </a:lnTo>
                  <a:lnTo>
                    <a:pt x="11920" y="61941"/>
                  </a:lnTo>
                  <a:lnTo>
                    <a:pt x="12811" y="62609"/>
                  </a:lnTo>
                  <a:lnTo>
                    <a:pt x="14037" y="63055"/>
                  </a:lnTo>
                  <a:lnTo>
                    <a:pt x="15039" y="63612"/>
                  </a:lnTo>
                  <a:lnTo>
                    <a:pt x="16154" y="64058"/>
                  </a:lnTo>
                  <a:lnTo>
                    <a:pt x="17379" y="64503"/>
                  </a:lnTo>
                  <a:lnTo>
                    <a:pt x="18493" y="64837"/>
                  </a:lnTo>
                  <a:lnTo>
                    <a:pt x="19718" y="65060"/>
                  </a:lnTo>
                  <a:lnTo>
                    <a:pt x="20944" y="65283"/>
                  </a:lnTo>
                  <a:lnTo>
                    <a:pt x="22169" y="65506"/>
                  </a:lnTo>
                  <a:lnTo>
                    <a:pt x="84444" y="65506"/>
                  </a:lnTo>
                  <a:lnTo>
                    <a:pt x="85669" y="65283"/>
                  </a:lnTo>
                  <a:lnTo>
                    <a:pt x="86895" y="65060"/>
                  </a:lnTo>
                  <a:lnTo>
                    <a:pt x="88009" y="64837"/>
                  </a:lnTo>
                  <a:lnTo>
                    <a:pt x="89234" y="64503"/>
                  </a:lnTo>
                  <a:lnTo>
                    <a:pt x="90460" y="64058"/>
                  </a:lnTo>
                  <a:lnTo>
                    <a:pt x="91574" y="63612"/>
                  </a:lnTo>
                  <a:lnTo>
                    <a:pt x="92576" y="63055"/>
                  </a:lnTo>
                  <a:lnTo>
                    <a:pt x="93690" y="62609"/>
                  </a:lnTo>
                  <a:lnTo>
                    <a:pt x="94693" y="61941"/>
                  </a:lnTo>
                  <a:lnTo>
                    <a:pt x="95807" y="61272"/>
                  </a:lnTo>
                  <a:lnTo>
                    <a:pt x="96698" y="60715"/>
                  </a:lnTo>
                  <a:lnTo>
                    <a:pt x="97701" y="59936"/>
                  </a:lnTo>
                  <a:lnTo>
                    <a:pt x="98481" y="59156"/>
                  </a:lnTo>
                  <a:lnTo>
                    <a:pt x="99372" y="58265"/>
                  </a:lnTo>
                  <a:lnTo>
                    <a:pt x="100263" y="57485"/>
                  </a:lnTo>
                  <a:lnTo>
                    <a:pt x="101043" y="56594"/>
                  </a:lnTo>
                  <a:lnTo>
                    <a:pt x="101711" y="55702"/>
                  </a:lnTo>
                  <a:lnTo>
                    <a:pt x="102380" y="54700"/>
                  </a:lnTo>
                  <a:lnTo>
                    <a:pt x="103048" y="53697"/>
                  </a:lnTo>
                  <a:lnTo>
                    <a:pt x="103605" y="52583"/>
                  </a:lnTo>
                  <a:lnTo>
                    <a:pt x="104162" y="51580"/>
                  </a:lnTo>
                  <a:lnTo>
                    <a:pt x="104719" y="50466"/>
                  </a:lnTo>
                  <a:lnTo>
                    <a:pt x="105054" y="49352"/>
                  </a:lnTo>
                  <a:lnTo>
                    <a:pt x="105499" y="48127"/>
                  </a:lnTo>
                  <a:lnTo>
                    <a:pt x="105833" y="47013"/>
                  </a:lnTo>
                  <a:lnTo>
                    <a:pt x="106168" y="45787"/>
                  </a:lnTo>
                  <a:lnTo>
                    <a:pt x="106390" y="44562"/>
                  </a:lnTo>
                  <a:lnTo>
                    <a:pt x="106502" y="43336"/>
                  </a:lnTo>
                  <a:lnTo>
                    <a:pt x="106613" y="42111"/>
                  </a:lnTo>
                  <a:lnTo>
                    <a:pt x="106613" y="40886"/>
                  </a:lnTo>
                  <a:lnTo>
                    <a:pt x="106613" y="39549"/>
                  </a:lnTo>
                  <a:lnTo>
                    <a:pt x="106502" y="38323"/>
                  </a:lnTo>
                  <a:lnTo>
                    <a:pt x="106390" y="37098"/>
                  </a:lnTo>
                  <a:lnTo>
                    <a:pt x="106168" y="35872"/>
                  </a:lnTo>
                  <a:lnTo>
                    <a:pt x="105833" y="34647"/>
                  </a:lnTo>
                  <a:lnTo>
                    <a:pt x="105499" y="33422"/>
                  </a:lnTo>
                  <a:lnTo>
                    <a:pt x="105054" y="32308"/>
                  </a:lnTo>
                  <a:lnTo>
                    <a:pt x="104719" y="31194"/>
                  </a:lnTo>
                  <a:lnTo>
                    <a:pt x="104162" y="30079"/>
                  </a:lnTo>
                  <a:lnTo>
                    <a:pt x="103605" y="29077"/>
                  </a:lnTo>
                  <a:lnTo>
                    <a:pt x="103048" y="27963"/>
                  </a:lnTo>
                  <a:lnTo>
                    <a:pt x="102380" y="27072"/>
                  </a:lnTo>
                  <a:lnTo>
                    <a:pt x="101711" y="26069"/>
                  </a:lnTo>
                  <a:lnTo>
                    <a:pt x="101043" y="25066"/>
                  </a:lnTo>
                  <a:lnTo>
                    <a:pt x="100263" y="24175"/>
                  </a:lnTo>
                  <a:lnTo>
                    <a:pt x="99372" y="23284"/>
                  </a:lnTo>
                  <a:lnTo>
                    <a:pt x="98481" y="22504"/>
                  </a:lnTo>
                  <a:lnTo>
                    <a:pt x="97701" y="21724"/>
                  </a:lnTo>
                  <a:lnTo>
                    <a:pt x="96698" y="21056"/>
                  </a:lnTo>
                  <a:lnTo>
                    <a:pt x="95807" y="20276"/>
                  </a:lnTo>
                  <a:lnTo>
                    <a:pt x="94693" y="19608"/>
                  </a:lnTo>
                  <a:lnTo>
                    <a:pt x="93690" y="19051"/>
                  </a:lnTo>
                  <a:lnTo>
                    <a:pt x="92576" y="18494"/>
                  </a:lnTo>
                  <a:lnTo>
                    <a:pt x="91574" y="18048"/>
                  </a:lnTo>
                  <a:lnTo>
                    <a:pt x="90460" y="17602"/>
                  </a:lnTo>
                  <a:lnTo>
                    <a:pt x="89234" y="17268"/>
                  </a:lnTo>
                  <a:lnTo>
                    <a:pt x="88009" y="16934"/>
                  </a:lnTo>
                  <a:lnTo>
                    <a:pt x="86895" y="16600"/>
                  </a:lnTo>
                  <a:lnTo>
                    <a:pt x="85669" y="16377"/>
                  </a:lnTo>
                  <a:lnTo>
                    <a:pt x="84444" y="16265"/>
                  </a:lnTo>
                  <a:lnTo>
                    <a:pt x="83218" y="16154"/>
                  </a:lnTo>
                  <a:lnTo>
                    <a:pt x="81882" y="16043"/>
                  </a:lnTo>
                  <a:lnTo>
                    <a:pt x="50243" y="16043"/>
                  </a:lnTo>
                  <a:lnTo>
                    <a:pt x="3810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1"/>
                </a:solidFill>
              </a:endParaRPr>
            </a:p>
          </p:txBody>
        </p:sp>
        <p:sp>
          <p:nvSpPr>
            <p:cNvPr id="7585" name="Google Shape;7585;p534"/>
            <p:cNvSpPr/>
            <p:nvPr/>
          </p:nvSpPr>
          <p:spPr>
            <a:xfrm>
              <a:off x="4205475" y="1004000"/>
              <a:ext cx="2144525" cy="4472875"/>
            </a:xfrm>
            <a:custGeom>
              <a:avLst/>
              <a:gdLst/>
              <a:ahLst/>
              <a:cxnLst/>
              <a:rect l="l" t="t" r="r" b="b"/>
              <a:pathLst>
                <a:path w="85781" h="178915" extrusionOk="0">
                  <a:moveTo>
                    <a:pt x="0" y="1"/>
                  </a:moveTo>
                  <a:lnTo>
                    <a:pt x="0" y="30971"/>
                  </a:lnTo>
                  <a:lnTo>
                    <a:pt x="7019" y="30971"/>
                  </a:lnTo>
                  <a:lnTo>
                    <a:pt x="8913" y="31194"/>
                  </a:lnTo>
                  <a:lnTo>
                    <a:pt x="10695" y="31528"/>
                  </a:lnTo>
                  <a:lnTo>
                    <a:pt x="10695" y="10696"/>
                  </a:lnTo>
                  <a:lnTo>
                    <a:pt x="40106" y="10696"/>
                  </a:lnTo>
                  <a:lnTo>
                    <a:pt x="75086" y="50467"/>
                  </a:lnTo>
                  <a:lnTo>
                    <a:pt x="75086" y="164098"/>
                  </a:lnTo>
                  <a:lnTo>
                    <a:pt x="75086" y="168220"/>
                  </a:lnTo>
                  <a:lnTo>
                    <a:pt x="36652" y="168220"/>
                  </a:lnTo>
                  <a:lnTo>
                    <a:pt x="10695" y="138698"/>
                  </a:lnTo>
                  <a:lnTo>
                    <a:pt x="10695" y="117309"/>
                  </a:lnTo>
                  <a:lnTo>
                    <a:pt x="8913" y="117643"/>
                  </a:lnTo>
                  <a:lnTo>
                    <a:pt x="7019" y="117754"/>
                  </a:lnTo>
                  <a:lnTo>
                    <a:pt x="0" y="117754"/>
                  </a:lnTo>
                  <a:lnTo>
                    <a:pt x="0" y="142709"/>
                  </a:lnTo>
                  <a:lnTo>
                    <a:pt x="31750" y="178915"/>
                  </a:lnTo>
                  <a:lnTo>
                    <a:pt x="70964" y="178915"/>
                  </a:lnTo>
                  <a:lnTo>
                    <a:pt x="79877" y="178804"/>
                  </a:lnTo>
                  <a:lnTo>
                    <a:pt x="85781" y="178581"/>
                  </a:lnTo>
                  <a:lnTo>
                    <a:pt x="85781" y="164098"/>
                  </a:lnTo>
                  <a:lnTo>
                    <a:pt x="85781" y="46456"/>
                  </a:lnTo>
                  <a:lnTo>
                    <a:pt x="4489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1"/>
                </a:solidFill>
              </a:endParaRPr>
            </a:p>
          </p:txBody>
        </p:sp>
        <p:sp>
          <p:nvSpPr>
            <p:cNvPr id="7586" name="Google Shape;7586;p534"/>
            <p:cNvSpPr/>
            <p:nvPr/>
          </p:nvSpPr>
          <p:spPr>
            <a:xfrm>
              <a:off x="3085875" y="2287925"/>
              <a:ext cx="278525" cy="281325"/>
            </a:xfrm>
            <a:custGeom>
              <a:avLst/>
              <a:gdLst/>
              <a:ahLst/>
              <a:cxnLst/>
              <a:rect l="l" t="t" r="r" b="b"/>
              <a:pathLst>
                <a:path w="11141" h="11253" extrusionOk="0">
                  <a:moveTo>
                    <a:pt x="0" y="1"/>
                  </a:moveTo>
                  <a:lnTo>
                    <a:pt x="0" y="11253"/>
                  </a:lnTo>
                  <a:lnTo>
                    <a:pt x="11140" y="11253"/>
                  </a:lnTo>
                  <a:lnTo>
                    <a:pt x="1114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1"/>
                </a:solidFill>
              </a:endParaRPr>
            </a:p>
          </p:txBody>
        </p:sp>
        <p:sp>
          <p:nvSpPr>
            <p:cNvPr id="7587" name="Google Shape;7587;p534"/>
            <p:cNvSpPr/>
            <p:nvPr/>
          </p:nvSpPr>
          <p:spPr>
            <a:xfrm>
              <a:off x="3915825" y="2285150"/>
              <a:ext cx="278525" cy="278525"/>
            </a:xfrm>
            <a:custGeom>
              <a:avLst/>
              <a:gdLst/>
              <a:ahLst/>
              <a:cxnLst/>
              <a:rect l="l" t="t" r="r" b="b"/>
              <a:pathLst>
                <a:path w="11141" h="11141" extrusionOk="0">
                  <a:moveTo>
                    <a:pt x="0" y="1"/>
                  </a:moveTo>
                  <a:lnTo>
                    <a:pt x="0" y="11141"/>
                  </a:lnTo>
                  <a:lnTo>
                    <a:pt x="11141" y="11141"/>
                  </a:lnTo>
                  <a:lnTo>
                    <a:pt x="11141"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1"/>
                </a:solidFill>
              </a:endParaRPr>
            </a:p>
          </p:txBody>
        </p:sp>
        <p:sp>
          <p:nvSpPr>
            <p:cNvPr id="7588" name="Google Shape;7588;p534"/>
            <p:cNvSpPr/>
            <p:nvPr/>
          </p:nvSpPr>
          <p:spPr>
            <a:xfrm>
              <a:off x="3077500" y="2856100"/>
              <a:ext cx="1128000" cy="565400"/>
            </a:xfrm>
            <a:custGeom>
              <a:avLst/>
              <a:gdLst/>
              <a:ahLst/>
              <a:cxnLst/>
              <a:rect l="l" t="t" r="r" b="b"/>
              <a:pathLst>
                <a:path w="45120" h="22616" extrusionOk="0">
                  <a:moveTo>
                    <a:pt x="1" y="0"/>
                  </a:moveTo>
                  <a:lnTo>
                    <a:pt x="1" y="0"/>
                  </a:lnTo>
                  <a:lnTo>
                    <a:pt x="112" y="2228"/>
                  </a:lnTo>
                  <a:lnTo>
                    <a:pt x="446" y="4456"/>
                  </a:lnTo>
                  <a:lnTo>
                    <a:pt x="1004" y="6573"/>
                  </a:lnTo>
                  <a:lnTo>
                    <a:pt x="1672" y="8690"/>
                  </a:lnTo>
                  <a:lnTo>
                    <a:pt x="1672" y="8690"/>
                  </a:lnTo>
                  <a:lnTo>
                    <a:pt x="2675" y="10695"/>
                  </a:lnTo>
                  <a:lnTo>
                    <a:pt x="3789" y="12589"/>
                  </a:lnTo>
                  <a:lnTo>
                    <a:pt x="5125" y="14371"/>
                  </a:lnTo>
                  <a:lnTo>
                    <a:pt x="6574" y="16042"/>
                  </a:lnTo>
                  <a:lnTo>
                    <a:pt x="6574" y="16042"/>
                  </a:lnTo>
                  <a:lnTo>
                    <a:pt x="8245" y="17491"/>
                  </a:lnTo>
                  <a:lnTo>
                    <a:pt x="10027" y="18827"/>
                  </a:lnTo>
                  <a:lnTo>
                    <a:pt x="11921" y="19942"/>
                  </a:lnTo>
                  <a:lnTo>
                    <a:pt x="13926" y="20944"/>
                  </a:lnTo>
                  <a:lnTo>
                    <a:pt x="13926" y="20944"/>
                  </a:lnTo>
                  <a:lnTo>
                    <a:pt x="16043" y="21724"/>
                  </a:lnTo>
                  <a:lnTo>
                    <a:pt x="18160" y="22170"/>
                  </a:lnTo>
                  <a:lnTo>
                    <a:pt x="20388" y="22504"/>
                  </a:lnTo>
                  <a:lnTo>
                    <a:pt x="22616" y="22615"/>
                  </a:lnTo>
                  <a:lnTo>
                    <a:pt x="22616" y="22615"/>
                  </a:lnTo>
                  <a:lnTo>
                    <a:pt x="24844" y="22504"/>
                  </a:lnTo>
                  <a:lnTo>
                    <a:pt x="26961" y="22170"/>
                  </a:lnTo>
                  <a:lnTo>
                    <a:pt x="29077" y="21724"/>
                  </a:lnTo>
                  <a:lnTo>
                    <a:pt x="31194" y="20944"/>
                  </a:lnTo>
                  <a:lnTo>
                    <a:pt x="31194" y="20944"/>
                  </a:lnTo>
                  <a:lnTo>
                    <a:pt x="33199" y="19942"/>
                  </a:lnTo>
                  <a:lnTo>
                    <a:pt x="35093" y="18827"/>
                  </a:lnTo>
                  <a:lnTo>
                    <a:pt x="36875" y="17491"/>
                  </a:lnTo>
                  <a:lnTo>
                    <a:pt x="38546" y="16042"/>
                  </a:lnTo>
                  <a:lnTo>
                    <a:pt x="38546" y="16042"/>
                  </a:lnTo>
                  <a:lnTo>
                    <a:pt x="39995" y="14371"/>
                  </a:lnTo>
                  <a:lnTo>
                    <a:pt x="41332" y="12589"/>
                  </a:lnTo>
                  <a:lnTo>
                    <a:pt x="42446" y="10695"/>
                  </a:lnTo>
                  <a:lnTo>
                    <a:pt x="43448" y="8690"/>
                  </a:lnTo>
                  <a:lnTo>
                    <a:pt x="43448" y="8690"/>
                  </a:lnTo>
                  <a:lnTo>
                    <a:pt x="44228" y="6573"/>
                  </a:lnTo>
                  <a:lnTo>
                    <a:pt x="44785" y="4456"/>
                  </a:lnTo>
                  <a:lnTo>
                    <a:pt x="45008" y="2228"/>
                  </a:lnTo>
                  <a:lnTo>
                    <a:pt x="45119" y="0"/>
                  </a:lnTo>
                  <a:lnTo>
                    <a:pt x="33868" y="0"/>
                  </a:lnTo>
                  <a:lnTo>
                    <a:pt x="33868" y="0"/>
                  </a:lnTo>
                  <a:lnTo>
                    <a:pt x="33868" y="1114"/>
                  </a:lnTo>
                  <a:lnTo>
                    <a:pt x="33645" y="2228"/>
                  </a:lnTo>
                  <a:lnTo>
                    <a:pt x="33422" y="3342"/>
                  </a:lnTo>
                  <a:lnTo>
                    <a:pt x="32976" y="4345"/>
                  </a:lnTo>
                  <a:lnTo>
                    <a:pt x="32531" y="5348"/>
                  </a:lnTo>
                  <a:lnTo>
                    <a:pt x="31974" y="6239"/>
                  </a:lnTo>
                  <a:lnTo>
                    <a:pt x="31305" y="7242"/>
                  </a:lnTo>
                  <a:lnTo>
                    <a:pt x="30525" y="8021"/>
                  </a:lnTo>
                  <a:lnTo>
                    <a:pt x="30525" y="8021"/>
                  </a:lnTo>
                  <a:lnTo>
                    <a:pt x="29746" y="8801"/>
                  </a:lnTo>
                  <a:lnTo>
                    <a:pt x="28854" y="9470"/>
                  </a:lnTo>
                  <a:lnTo>
                    <a:pt x="27852" y="10027"/>
                  </a:lnTo>
                  <a:lnTo>
                    <a:pt x="26849" y="10472"/>
                  </a:lnTo>
                  <a:lnTo>
                    <a:pt x="25846" y="10806"/>
                  </a:lnTo>
                  <a:lnTo>
                    <a:pt x="24844" y="11141"/>
                  </a:lnTo>
                  <a:lnTo>
                    <a:pt x="23730" y="11252"/>
                  </a:lnTo>
                  <a:lnTo>
                    <a:pt x="22616" y="11363"/>
                  </a:lnTo>
                  <a:lnTo>
                    <a:pt x="22616" y="11363"/>
                  </a:lnTo>
                  <a:lnTo>
                    <a:pt x="21502" y="11252"/>
                  </a:lnTo>
                  <a:lnTo>
                    <a:pt x="20388" y="11141"/>
                  </a:lnTo>
                  <a:lnTo>
                    <a:pt x="19274" y="10806"/>
                  </a:lnTo>
                  <a:lnTo>
                    <a:pt x="18271" y="10472"/>
                  </a:lnTo>
                  <a:lnTo>
                    <a:pt x="17268" y="10027"/>
                  </a:lnTo>
                  <a:lnTo>
                    <a:pt x="16266" y="9470"/>
                  </a:lnTo>
                  <a:lnTo>
                    <a:pt x="15375" y="8801"/>
                  </a:lnTo>
                  <a:lnTo>
                    <a:pt x="14595" y="8021"/>
                  </a:lnTo>
                  <a:lnTo>
                    <a:pt x="14595" y="8021"/>
                  </a:lnTo>
                  <a:lnTo>
                    <a:pt x="13815" y="7242"/>
                  </a:lnTo>
                  <a:lnTo>
                    <a:pt x="13146" y="6239"/>
                  </a:lnTo>
                  <a:lnTo>
                    <a:pt x="12589" y="5348"/>
                  </a:lnTo>
                  <a:lnTo>
                    <a:pt x="12144" y="4345"/>
                  </a:lnTo>
                  <a:lnTo>
                    <a:pt x="11810" y="3342"/>
                  </a:lnTo>
                  <a:lnTo>
                    <a:pt x="11475" y="2228"/>
                  </a:lnTo>
                  <a:lnTo>
                    <a:pt x="11364" y="1114"/>
                  </a:lnTo>
                  <a:lnTo>
                    <a:pt x="11253" y="0"/>
                  </a:lnTo>
                  <a:lnTo>
                    <a:pt x="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1"/>
                </a:solidFill>
              </a:endParaRPr>
            </a:p>
          </p:txBody>
        </p:sp>
        <p:sp>
          <p:nvSpPr>
            <p:cNvPr id="7589" name="Google Shape;7589;p534"/>
            <p:cNvSpPr/>
            <p:nvPr/>
          </p:nvSpPr>
          <p:spPr>
            <a:xfrm>
              <a:off x="5007575" y="2329725"/>
              <a:ext cx="267400" cy="267375"/>
            </a:xfrm>
            <a:custGeom>
              <a:avLst/>
              <a:gdLst/>
              <a:ahLst/>
              <a:cxnLst/>
              <a:rect l="l" t="t" r="r" b="b"/>
              <a:pathLst>
                <a:path w="10696" h="10695" extrusionOk="0">
                  <a:moveTo>
                    <a:pt x="1" y="0"/>
                  </a:moveTo>
                  <a:lnTo>
                    <a:pt x="1" y="10695"/>
                  </a:lnTo>
                  <a:lnTo>
                    <a:pt x="10695" y="10695"/>
                  </a:lnTo>
                  <a:lnTo>
                    <a:pt x="1069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1"/>
                </a:solidFill>
              </a:endParaRPr>
            </a:p>
          </p:txBody>
        </p:sp>
        <p:sp>
          <p:nvSpPr>
            <p:cNvPr id="7590" name="Google Shape;7590;p534"/>
            <p:cNvSpPr/>
            <p:nvPr/>
          </p:nvSpPr>
          <p:spPr>
            <a:xfrm>
              <a:off x="5542300" y="2329725"/>
              <a:ext cx="267400" cy="267375"/>
            </a:xfrm>
            <a:custGeom>
              <a:avLst/>
              <a:gdLst/>
              <a:ahLst/>
              <a:cxnLst/>
              <a:rect l="l" t="t" r="r" b="b"/>
              <a:pathLst>
                <a:path w="10696" h="10695" extrusionOk="0">
                  <a:moveTo>
                    <a:pt x="1" y="0"/>
                  </a:moveTo>
                  <a:lnTo>
                    <a:pt x="1" y="10695"/>
                  </a:lnTo>
                  <a:lnTo>
                    <a:pt x="10696" y="10695"/>
                  </a:lnTo>
                  <a:lnTo>
                    <a:pt x="1069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1"/>
                </a:solidFill>
              </a:endParaRPr>
            </a:p>
          </p:txBody>
        </p:sp>
        <p:sp>
          <p:nvSpPr>
            <p:cNvPr id="7591" name="Google Shape;7591;p534"/>
            <p:cNvSpPr/>
            <p:nvPr/>
          </p:nvSpPr>
          <p:spPr>
            <a:xfrm>
              <a:off x="5007575" y="2864450"/>
              <a:ext cx="267400" cy="267400"/>
            </a:xfrm>
            <a:custGeom>
              <a:avLst/>
              <a:gdLst/>
              <a:ahLst/>
              <a:cxnLst/>
              <a:rect l="l" t="t" r="r" b="b"/>
              <a:pathLst>
                <a:path w="10696" h="10696" extrusionOk="0">
                  <a:moveTo>
                    <a:pt x="1" y="1"/>
                  </a:moveTo>
                  <a:lnTo>
                    <a:pt x="1" y="10695"/>
                  </a:lnTo>
                  <a:lnTo>
                    <a:pt x="10695" y="10695"/>
                  </a:lnTo>
                  <a:lnTo>
                    <a:pt x="1069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1"/>
                </a:solidFill>
              </a:endParaRPr>
            </a:p>
          </p:txBody>
        </p:sp>
        <p:sp>
          <p:nvSpPr>
            <p:cNvPr id="7592" name="Google Shape;7592;p534"/>
            <p:cNvSpPr/>
            <p:nvPr/>
          </p:nvSpPr>
          <p:spPr>
            <a:xfrm>
              <a:off x="5542300" y="2864450"/>
              <a:ext cx="267400" cy="267400"/>
            </a:xfrm>
            <a:custGeom>
              <a:avLst/>
              <a:gdLst/>
              <a:ahLst/>
              <a:cxnLst/>
              <a:rect l="l" t="t" r="r" b="b"/>
              <a:pathLst>
                <a:path w="10696" h="10696" extrusionOk="0">
                  <a:moveTo>
                    <a:pt x="1" y="1"/>
                  </a:moveTo>
                  <a:lnTo>
                    <a:pt x="1" y="10695"/>
                  </a:lnTo>
                  <a:lnTo>
                    <a:pt x="10696" y="10695"/>
                  </a:lnTo>
                  <a:lnTo>
                    <a:pt x="1069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1"/>
                </a:solidFill>
              </a:endParaRPr>
            </a:p>
          </p:txBody>
        </p:sp>
        <p:sp>
          <p:nvSpPr>
            <p:cNvPr id="7593" name="Google Shape;7593;p534"/>
            <p:cNvSpPr/>
            <p:nvPr/>
          </p:nvSpPr>
          <p:spPr>
            <a:xfrm>
              <a:off x="5007575" y="3407550"/>
              <a:ext cx="267400" cy="267375"/>
            </a:xfrm>
            <a:custGeom>
              <a:avLst/>
              <a:gdLst/>
              <a:ahLst/>
              <a:cxnLst/>
              <a:rect l="l" t="t" r="r" b="b"/>
              <a:pathLst>
                <a:path w="10696" h="10695" extrusionOk="0">
                  <a:moveTo>
                    <a:pt x="1" y="0"/>
                  </a:moveTo>
                  <a:lnTo>
                    <a:pt x="1" y="10695"/>
                  </a:lnTo>
                  <a:lnTo>
                    <a:pt x="10695" y="10695"/>
                  </a:lnTo>
                  <a:lnTo>
                    <a:pt x="1069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1"/>
                </a:solidFill>
              </a:endParaRPr>
            </a:p>
          </p:txBody>
        </p:sp>
        <p:sp>
          <p:nvSpPr>
            <p:cNvPr id="7594" name="Google Shape;7594;p534"/>
            <p:cNvSpPr/>
            <p:nvPr/>
          </p:nvSpPr>
          <p:spPr>
            <a:xfrm>
              <a:off x="5542300" y="3407550"/>
              <a:ext cx="267400" cy="267375"/>
            </a:xfrm>
            <a:custGeom>
              <a:avLst/>
              <a:gdLst/>
              <a:ahLst/>
              <a:cxnLst/>
              <a:rect l="l" t="t" r="r" b="b"/>
              <a:pathLst>
                <a:path w="10696" h="10695" extrusionOk="0">
                  <a:moveTo>
                    <a:pt x="1" y="0"/>
                  </a:moveTo>
                  <a:lnTo>
                    <a:pt x="1" y="10695"/>
                  </a:lnTo>
                  <a:lnTo>
                    <a:pt x="10696" y="10695"/>
                  </a:lnTo>
                  <a:lnTo>
                    <a:pt x="1069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1"/>
                </a:solidFill>
              </a:endParaRPr>
            </a:p>
          </p:txBody>
        </p:sp>
        <p:sp>
          <p:nvSpPr>
            <p:cNvPr id="7595" name="Google Shape;7595;p534"/>
            <p:cNvSpPr/>
            <p:nvPr/>
          </p:nvSpPr>
          <p:spPr>
            <a:xfrm>
              <a:off x="5007575" y="3942275"/>
              <a:ext cx="267400" cy="267400"/>
            </a:xfrm>
            <a:custGeom>
              <a:avLst/>
              <a:gdLst/>
              <a:ahLst/>
              <a:cxnLst/>
              <a:rect l="l" t="t" r="r" b="b"/>
              <a:pathLst>
                <a:path w="10696" h="10696" extrusionOk="0">
                  <a:moveTo>
                    <a:pt x="1" y="1"/>
                  </a:moveTo>
                  <a:lnTo>
                    <a:pt x="1" y="10695"/>
                  </a:lnTo>
                  <a:lnTo>
                    <a:pt x="10695" y="10695"/>
                  </a:lnTo>
                  <a:lnTo>
                    <a:pt x="1069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1"/>
                </a:solidFill>
              </a:endParaRPr>
            </a:p>
          </p:txBody>
        </p:sp>
        <p:sp>
          <p:nvSpPr>
            <p:cNvPr id="7596" name="Google Shape;7596;p534"/>
            <p:cNvSpPr/>
            <p:nvPr/>
          </p:nvSpPr>
          <p:spPr>
            <a:xfrm>
              <a:off x="5542300" y="3942275"/>
              <a:ext cx="267400" cy="267400"/>
            </a:xfrm>
            <a:custGeom>
              <a:avLst/>
              <a:gdLst/>
              <a:ahLst/>
              <a:cxnLst/>
              <a:rect l="l" t="t" r="r" b="b"/>
              <a:pathLst>
                <a:path w="10696" h="10696" extrusionOk="0">
                  <a:moveTo>
                    <a:pt x="1" y="1"/>
                  </a:moveTo>
                  <a:lnTo>
                    <a:pt x="1" y="10695"/>
                  </a:lnTo>
                  <a:lnTo>
                    <a:pt x="10696" y="10695"/>
                  </a:lnTo>
                  <a:lnTo>
                    <a:pt x="1069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1"/>
                </a:solidFill>
              </a:endParaRPr>
            </a:p>
          </p:txBody>
        </p:sp>
        <p:sp>
          <p:nvSpPr>
            <p:cNvPr id="7597" name="Google Shape;7597;p534"/>
            <p:cNvSpPr/>
            <p:nvPr/>
          </p:nvSpPr>
          <p:spPr>
            <a:xfrm>
              <a:off x="5007575" y="4477025"/>
              <a:ext cx="267400" cy="267375"/>
            </a:xfrm>
            <a:custGeom>
              <a:avLst/>
              <a:gdLst/>
              <a:ahLst/>
              <a:cxnLst/>
              <a:rect l="l" t="t" r="r" b="b"/>
              <a:pathLst>
                <a:path w="10696" h="10695" extrusionOk="0">
                  <a:moveTo>
                    <a:pt x="1" y="0"/>
                  </a:moveTo>
                  <a:lnTo>
                    <a:pt x="1" y="10695"/>
                  </a:lnTo>
                  <a:lnTo>
                    <a:pt x="10695" y="10695"/>
                  </a:lnTo>
                  <a:lnTo>
                    <a:pt x="1069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1"/>
                </a:solidFill>
              </a:endParaRPr>
            </a:p>
          </p:txBody>
        </p:sp>
        <p:sp>
          <p:nvSpPr>
            <p:cNvPr id="7598" name="Google Shape;7598;p534"/>
            <p:cNvSpPr/>
            <p:nvPr/>
          </p:nvSpPr>
          <p:spPr>
            <a:xfrm>
              <a:off x="5542300" y="4477025"/>
              <a:ext cx="267400" cy="267375"/>
            </a:xfrm>
            <a:custGeom>
              <a:avLst/>
              <a:gdLst/>
              <a:ahLst/>
              <a:cxnLst/>
              <a:rect l="l" t="t" r="r" b="b"/>
              <a:pathLst>
                <a:path w="10696" h="10695" extrusionOk="0">
                  <a:moveTo>
                    <a:pt x="1" y="0"/>
                  </a:moveTo>
                  <a:lnTo>
                    <a:pt x="1" y="10695"/>
                  </a:lnTo>
                  <a:lnTo>
                    <a:pt x="10696" y="10695"/>
                  </a:lnTo>
                  <a:lnTo>
                    <a:pt x="1069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1"/>
                </a:solidFill>
              </a:endParaRPr>
            </a:p>
          </p:txBody>
        </p:sp>
        <p:sp>
          <p:nvSpPr>
            <p:cNvPr id="7599" name="Google Shape;7599;p534"/>
            <p:cNvSpPr/>
            <p:nvPr/>
          </p:nvSpPr>
          <p:spPr>
            <a:xfrm>
              <a:off x="2531625" y="1742050"/>
              <a:ext cx="2219750" cy="2222525"/>
            </a:xfrm>
            <a:custGeom>
              <a:avLst/>
              <a:gdLst/>
              <a:ahLst/>
              <a:cxnLst/>
              <a:rect l="l" t="t" r="r" b="b"/>
              <a:pathLst>
                <a:path w="88790" h="88901" extrusionOk="0">
                  <a:moveTo>
                    <a:pt x="74864" y="10696"/>
                  </a:moveTo>
                  <a:lnTo>
                    <a:pt x="75532" y="10918"/>
                  </a:lnTo>
                  <a:lnTo>
                    <a:pt x="76312" y="11364"/>
                  </a:lnTo>
                  <a:lnTo>
                    <a:pt x="76869" y="11810"/>
                  </a:lnTo>
                  <a:lnTo>
                    <a:pt x="77426" y="12478"/>
                  </a:lnTo>
                  <a:lnTo>
                    <a:pt x="77760" y="13147"/>
                  </a:lnTo>
                  <a:lnTo>
                    <a:pt x="77983" y="13926"/>
                  </a:lnTo>
                  <a:lnTo>
                    <a:pt x="78095" y="14818"/>
                  </a:lnTo>
                  <a:lnTo>
                    <a:pt x="78095" y="74084"/>
                  </a:lnTo>
                  <a:lnTo>
                    <a:pt x="77983" y="74975"/>
                  </a:lnTo>
                  <a:lnTo>
                    <a:pt x="77760" y="75755"/>
                  </a:lnTo>
                  <a:lnTo>
                    <a:pt x="77426" y="76424"/>
                  </a:lnTo>
                  <a:lnTo>
                    <a:pt x="76869" y="77092"/>
                  </a:lnTo>
                  <a:lnTo>
                    <a:pt x="76312" y="77538"/>
                  </a:lnTo>
                  <a:lnTo>
                    <a:pt x="75532" y="77983"/>
                  </a:lnTo>
                  <a:lnTo>
                    <a:pt x="74864" y="78206"/>
                  </a:lnTo>
                  <a:lnTo>
                    <a:pt x="13926" y="78206"/>
                  </a:lnTo>
                  <a:lnTo>
                    <a:pt x="13258" y="77983"/>
                  </a:lnTo>
                  <a:lnTo>
                    <a:pt x="12478" y="77538"/>
                  </a:lnTo>
                  <a:lnTo>
                    <a:pt x="11921" y="77092"/>
                  </a:lnTo>
                  <a:lnTo>
                    <a:pt x="11364" y="76424"/>
                  </a:lnTo>
                  <a:lnTo>
                    <a:pt x="11030" y="75755"/>
                  </a:lnTo>
                  <a:lnTo>
                    <a:pt x="10807" y="74975"/>
                  </a:lnTo>
                  <a:lnTo>
                    <a:pt x="10696" y="74084"/>
                  </a:lnTo>
                  <a:lnTo>
                    <a:pt x="10696" y="14818"/>
                  </a:lnTo>
                  <a:lnTo>
                    <a:pt x="10807" y="13926"/>
                  </a:lnTo>
                  <a:lnTo>
                    <a:pt x="11030" y="13147"/>
                  </a:lnTo>
                  <a:lnTo>
                    <a:pt x="11364" y="12478"/>
                  </a:lnTo>
                  <a:lnTo>
                    <a:pt x="11921" y="11810"/>
                  </a:lnTo>
                  <a:lnTo>
                    <a:pt x="12478" y="11364"/>
                  </a:lnTo>
                  <a:lnTo>
                    <a:pt x="13258" y="10918"/>
                  </a:lnTo>
                  <a:lnTo>
                    <a:pt x="13926" y="10696"/>
                  </a:lnTo>
                  <a:close/>
                  <a:moveTo>
                    <a:pt x="13369" y="1"/>
                  </a:moveTo>
                  <a:lnTo>
                    <a:pt x="11921" y="224"/>
                  </a:lnTo>
                  <a:lnTo>
                    <a:pt x="10473" y="558"/>
                  </a:lnTo>
                  <a:lnTo>
                    <a:pt x="9136" y="1115"/>
                  </a:lnTo>
                  <a:lnTo>
                    <a:pt x="7799" y="1672"/>
                  </a:lnTo>
                  <a:lnTo>
                    <a:pt x="6574" y="2452"/>
                  </a:lnTo>
                  <a:lnTo>
                    <a:pt x="5348" y="3343"/>
                  </a:lnTo>
                  <a:lnTo>
                    <a:pt x="4346" y="4346"/>
                  </a:lnTo>
                  <a:lnTo>
                    <a:pt x="3343" y="5348"/>
                  </a:lnTo>
                  <a:lnTo>
                    <a:pt x="2452" y="6574"/>
                  </a:lnTo>
                  <a:lnTo>
                    <a:pt x="1672" y="7799"/>
                  </a:lnTo>
                  <a:lnTo>
                    <a:pt x="1115" y="9136"/>
                  </a:lnTo>
                  <a:lnTo>
                    <a:pt x="669" y="10473"/>
                  </a:lnTo>
                  <a:lnTo>
                    <a:pt x="224" y="11921"/>
                  </a:lnTo>
                  <a:lnTo>
                    <a:pt x="1" y="13369"/>
                  </a:lnTo>
                  <a:lnTo>
                    <a:pt x="1" y="14818"/>
                  </a:lnTo>
                  <a:lnTo>
                    <a:pt x="1" y="74084"/>
                  </a:lnTo>
                  <a:lnTo>
                    <a:pt x="1" y="75532"/>
                  </a:lnTo>
                  <a:lnTo>
                    <a:pt x="224" y="76981"/>
                  </a:lnTo>
                  <a:lnTo>
                    <a:pt x="669" y="78429"/>
                  </a:lnTo>
                  <a:lnTo>
                    <a:pt x="1115" y="79766"/>
                  </a:lnTo>
                  <a:lnTo>
                    <a:pt x="1672" y="81103"/>
                  </a:lnTo>
                  <a:lnTo>
                    <a:pt x="2452" y="82328"/>
                  </a:lnTo>
                  <a:lnTo>
                    <a:pt x="3343" y="83554"/>
                  </a:lnTo>
                  <a:lnTo>
                    <a:pt x="4346" y="84556"/>
                  </a:lnTo>
                  <a:lnTo>
                    <a:pt x="5348" y="85559"/>
                  </a:lnTo>
                  <a:lnTo>
                    <a:pt x="6574" y="86450"/>
                  </a:lnTo>
                  <a:lnTo>
                    <a:pt x="7799" y="87230"/>
                  </a:lnTo>
                  <a:lnTo>
                    <a:pt x="9136" y="87787"/>
                  </a:lnTo>
                  <a:lnTo>
                    <a:pt x="10473" y="88344"/>
                  </a:lnTo>
                  <a:lnTo>
                    <a:pt x="11921" y="88678"/>
                  </a:lnTo>
                  <a:lnTo>
                    <a:pt x="13369" y="88901"/>
                  </a:lnTo>
                  <a:lnTo>
                    <a:pt x="75421" y="88901"/>
                  </a:lnTo>
                  <a:lnTo>
                    <a:pt x="76869" y="88678"/>
                  </a:lnTo>
                  <a:lnTo>
                    <a:pt x="78317" y="88344"/>
                  </a:lnTo>
                  <a:lnTo>
                    <a:pt x="79654" y="87787"/>
                  </a:lnTo>
                  <a:lnTo>
                    <a:pt x="80991" y="87230"/>
                  </a:lnTo>
                  <a:lnTo>
                    <a:pt x="82217" y="86450"/>
                  </a:lnTo>
                  <a:lnTo>
                    <a:pt x="83331" y="85559"/>
                  </a:lnTo>
                  <a:lnTo>
                    <a:pt x="84445" y="84556"/>
                  </a:lnTo>
                  <a:lnTo>
                    <a:pt x="85447" y="83554"/>
                  </a:lnTo>
                  <a:lnTo>
                    <a:pt x="86339" y="82328"/>
                  </a:lnTo>
                  <a:lnTo>
                    <a:pt x="87118" y="81103"/>
                  </a:lnTo>
                  <a:lnTo>
                    <a:pt x="87675" y="79766"/>
                  </a:lnTo>
                  <a:lnTo>
                    <a:pt x="88121" y="78429"/>
                  </a:lnTo>
                  <a:lnTo>
                    <a:pt x="88567" y="76981"/>
                  </a:lnTo>
                  <a:lnTo>
                    <a:pt x="88789" y="75532"/>
                  </a:lnTo>
                  <a:lnTo>
                    <a:pt x="88789" y="74084"/>
                  </a:lnTo>
                  <a:lnTo>
                    <a:pt x="88789" y="14818"/>
                  </a:lnTo>
                  <a:lnTo>
                    <a:pt x="88789" y="13369"/>
                  </a:lnTo>
                  <a:lnTo>
                    <a:pt x="88567" y="11921"/>
                  </a:lnTo>
                  <a:lnTo>
                    <a:pt x="88121" y="10473"/>
                  </a:lnTo>
                  <a:lnTo>
                    <a:pt x="87675" y="9136"/>
                  </a:lnTo>
                  <a:lnTo>
                    <a:pt x="87118" y="7799"/>
                  </a:lnTo>
                  <a:lnTo>
                    <a:pt x="86339" y="6574"/>
                  </a:lnTo>
                  <a:lnTo>
                    <a:pt x="85447" y="5348"/>
                  </a:lnTo>
                  <a:lnTo>
                    <a:pt x="84445" y="4346"/>
                  </a:lnTo>
                  <a:lnTo>
                    <a:pt x="83331" y="3343"/>
                  </a:lnTo>
                  <a:lnTo>
                    <a:pt x="82217" y="2452"/>
                  </a:lnTo>
                  <a:lnTo>
                    <a:pt x="80991" y="1672"/>
                  </a:lnTo>
                  <a:lnTo>
                    <a:pt x="79654" y="1115"/>
                  </a:lnTo>
                  <a:lnTo>
                    <a:pt x="78317" y="558"/>
                  </a:lnTo>
                  <a:lnTo>
                    <a:pt x="76869" y="224"/>
                  </a:lnTo>
                  <a:lnTo>
                    <a:pt x="75421"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1"/>
                </a:solidFill>
              </a:endParaRPr>
            </a:p>
          </p:txBody>
        </p:sp>
        <p:sp>
          <p:nvSpPr>
            <p:cNvPr id="7600" name="Google Shape;7600;p534"/>
            <p:cNvSpPr/>
            <p:nvPr/>
          </p:nvSpPr>
          <p:spPr>
            <a:xfrm>
              <a:off x="2799000" y="2009425"/>
              <a:ext cx="1685000" cy="1687800"/>
            </a:xfrm>
            <a:custGeom>
              <a:avLst/>
              <a:gdLst/>
              <a:ahLst/>
              <a:cxnLst/>
              <a:rect l="l" t="t" r="r" b="b"/>
              <a:pathLst>
                <a:path w="67400" h="67512" fill="none" extrusionOk="0">
                  <a:moveTo>
                    <a:pt x="63278" y="1"/>
                  </a:moveTo>
                  <a:lnTo>
                    <a:pt x="63278" y="1"/>
                  </a:lnTo>
                  <a:lnTo>
                    <a:pt x="63278" y="1"/>
                  </a:lnTo>
                  <a:lnTo>
                    <a:pt x="64169" y="1"/>
                  </a:lnTo>
                  <a:lnTo>
                    <a:pt x="64837" y="223"/>
                  </a:lnTo>
                  <a:lnTo>
                    <a:pt x="65617" y="669"/>
                  </a:lnTo>
                  <a:lnTo>
                    <a:pt x="66174" y="1115"/>
                  </a:lnTo>
                  <a:lnTo>
                    <a:pt x="66174" y="1115"/>
                  </a:lnTo>
                  <a:lnTo>
                    <a:pt x="66731" y="1783"/>
                  </a:lnTo>
                  <a:lnTo>
                    <a:pt x="67065" y="2452"/>
                  </a:lnTo>
                  <a:lnTo>
                    <a:pt x="67288" y="3231"/>
                  </a:lnTo>
                  <a:lnTo>
                    <a:pt x="67400" y="4123"/>
                  </a:lnTo>
                  <a:lnTo>
                    <a:pt x="67400" y="63389"/>
                  </a:lnTo>
                  <a:lnTo>
                    <a:pt x="67400" y="63389"/>
                  </a:lnTo>
                  <a:lnTo>
                    <a:pt x="67288" y="64280"/>
                  </a:lnTo>
                  <a:lnTo>
                    <a:pt x="67065" y="65060"/>
                  </a:lnTo>
                  <a:lnTo>
                    <a:pt x="66731" y="65729"/>
                  </a:lnTo>
                  <a:lnTo>
                    <a:pt x="66174" y="66397"/>
                  </a:lnTo>
                  <a:lnTo>
                    <a:pt x="66174" y="66397"/>
                  </a:lnTo>
                  <a:lnTo>
                    <a:pt x="65617" y="66843"/>
                  </a:lnTo>
                  <a:lnTo>
                    <a:pt x="64837" y="67288"/>
                  </a:lnTo>
                  <a:lnTo>
                    <a:pt x="64169" y="67511"/>
                  </a:lnTo>
                  <a:lnTo>
                    <a:pt x="63278" y="67511"/>
                  </a:lnTo>
                  <a:lnTo>
                    <a:pt x="4122" y="67511"/>
                  </a:lnTo>
                  <a:lnTo>
                    <a:pt x="4122" y="67511"/>
                  </a:lnTo>
                  <a:lnTo>
                    <a:pt x="3231" y="67511"/>
                  </a:lnTo>
                  <a:lnTo>
                    <a:pt x="2563" y="67288"/>
                  </a:lnTo>
                  <a:lnTo>
                    <a:pt x="1783" y="66843"/>
                  </a:lnTo>
                  <a:lnTo>
                    <a:pt x="1226" y="66397"/>
                  </a:lnTo>
                  <a:lnTo>
                    <a:pt x="1226" y="66397"/>
                  </a:lnTo>
                  <a:lnTo>
                    <a:pt x="669" y="65729"/>
                  </a:lnTo>
                  <a:lnTo>
                    <a:pt x="335" y="65060"/>
                  </a:lnTo>
                  <a:lnTo>
                    <a:pt x="112" y="64280"/>
                  </a:lnTo>
                  <a:lnTo>
                    <a:pt x="1" y="63389"/>
                  </a:lnTo>
                  <a:lnTo>
                    <a:pt x="1" y="4123"/>
                  </a:lnTo>
                  <a:lnTo>
                    <a:pt x="1" y="4123"/>
                  </a:lnTo>
                  <a:lnTo>
                    <a:pt x="112" y="3231"/>
                  </a:lnTo>
                  <a:lnTo>
                    <a:pt x="335" y="2452"/>
                  </a:lnTo>
                  <a:lnTo>
                    <a:pt x="669" y="1783"/>
                  </a:lnTo>
                  <a:lnTo>
                    <a:pt x="1226" y="1115"/>
                  </a:lnTo>
                  <a:lnTo>
                    <a:pt x="1226" y="1115"/>
                  </a:lnTo>
                  <a:lnTo>
                    <a:pt x="1783" y="669"/>
                  </a:lnTo>
                  <a:lnTo>
                    <a:pt x="2563" y="223"/>
                  </a:lnTo>
                  <a:lnTo>
                    <a:pt x="3231" y="1"/>
                  </a:lnTo>
                  <a:lnTo>
                    <a:pt x="4122" y="1"/>
                  </a:lnTo>
                  <a:lnTo>
                    <a:pt x="63278" y="1"/>
                  </a:lnTo>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1"/>
                </a:solidFill>
              </a:endParaRPr>
            </a:p>
          </p:txBody>
        </p:sp>
        <p:sp>
          <p:nvSpPr>
            <p:cNvPr id="7601" name="Google Shape;7601;p534"/>
            <p:cNvSpPr/>
            <p:nvPr/>
          </p:nvSpPr>
          <p:spPr>
            <a:xfrm>
              <a:off x="2531625" y="1742050"/>
              <a:ext cx="2219750" cy="2222525"/>
            </a:xfrm>
            <a:custGeom>
              <a:avLst/>
              <a:gdLst/>
              <a:ahLst/>
              <a:cxnLst/>
              <a:rect l="l" t="t" r="r" b="b"/>
              <a:pathLst>
                <a:path w="88790" h="88901" fill="none" extrusionOk="0">
                  <a:moveTo>
                    <a:pt x="73973" y="1"/>
                  </a:moveTo>
                  <a:lnTo>
                    <a:pt x="14817" y="1"/>
                  </a:lnTo>
                  <a:lnTo>
                    <a:pt x="14817" y="1"/>
                  </a:lnTo>
                  <a:lnTo>
                    <a:pt x="13369" y="1"/>
                  </a:lnTo>
                  <a:lnTo>
                    <a:pt x="11921" y="224"/>
                  </a:lnTo>
                  <a:lnTo>
                    <a:pt x="10473" y="558"/>
                  </a:lnTo>
                  <a:lnTo>
                    <a:pt x="9136" y="1115"/>
                  </a:lnTo>
                  <a:lnTo>
                    <a:pt x="7799" y="1672"/>
                  </a:lnTo>
                  <a:lnTo>
                    <a:pt x="6574" y="2452"/>
                  </a:lnTo>
                  <a:lnTo>
                    <a:pt x="5348" y="3343"/>
                  </a:lnTo>
                  <a:lnTo>
                    <a:pt x="4346" y="4346"/>
                  </a:lnTo>
                  <a:lnTo>
                    <a:pt x="4346" y="4346"/>
                  </a:lnTo>
                  <a:lnTo>
                    <a:pt x="3343" y="5348"/>
                  </a:lnTo>
                  <a:lnTo>
                    <a:pt x="2452" y="6574"/>
                  </a:lnTo>
                  <a:lnTo>
                    <a:pt x="1672" y="7799"/>
                  </a:lnTo>
                  <a:lnTo>
                    <a:pt x="1115" y="9136"/>
                  </a:lnTo>
                  <a:lnTo>
                    <a:pt x="669" y="10473"/>
                  </a:lnTo>
                  <a:lnTo>
                    <a:pt x="224" y="11921"/>
                  </a:lnTo>
                  <a:lnTo>
                    <a:pt x="1" y="13369"/>
                  </a:lnTo>
                  <a:lnTo>
                    <a:pt x="1" y="14818"/>
                  </a:lnTo>
                  <a:lnTo>
                    <a:pt x="1" y="74084"/>
                  </a:lnTo>
                  <a:lnTo>
                    <a:pt x="1" y="74084"/>
                  </a:lnTo>
                  <a:lnTo>
                    <a:pt x="1" y="75532"/>
                  </a:lnTo>
                  <a:lnTo>
                    <a:pt x="224" y="76981"/>
                  </a:lnTo>
                  <a:lnTo>
                    <a:pt x="669" y="78429"/>
                  </a:lnTo>
                  <a:lnTo>
                    <a:pt x="1115" y="79766"/>
                  </a:lnTo>
                  <a:lnTo>
                    <a:pt x="1672" y="81103"/>
                  </a:lnTo>
                  <a:lnTo>
                    <a:pt x="2452" y="82328"/>
                  </a:lnTo>
                  <a:lnTo>
                    <a:pt x="3343" y="83554"/>
                  </a:lnTo>
                  <a:lnTo>
                    <a:pt x="4346" y="84556"/>
                  </a:lnTo>
                  <a:lnTo>
                    <a:pt x="4346" y="84556"/>
                  </a:lnTo>
                  <a:lnTo>
                    <a:pt x="5348" y="85559"/>
                  </a:lnTo>
                  <a:lnTo>
                    <a:pt x="6574" y="86450"/>
                  </a:lnTo>
                  <a:lnTo>
                    <a:pt x="7799" y="87230"/>
                  </a:lnTo>
                  <a:lnTo>
                    <a:pt x="9136" y="87787"/>
                  </a:lnTo>
                  <a:lnTo>
                    <a:pt x="10473" y="88344"/>
                  </a:lnTo>
                  <a:lnTo>
                    <a:pt x="11921" y="88678"/>
                  </a:lnTo>
                  <a:lnTo>
                    <a:pt x="13369" y="88901"/>
                  </a:lnTo>
                  <a:lnTo>
                    <a:pt x="14817" y="88901"/>
                  </a:lnTo>
                  <a:lnTo>
                    <a:pt x="73973" y="88901"/>
                  </a:lnTo>
                  <a:lnTo>
                    <a:pt x="73973" y="88901"/>
                  </a:lnTo>
                  <a:lnTo>
                    <a:pt x="75421" y="88901"/>
                  </a:lnTo>
                  <a:lnTo>
                    <a:pt x="76869" y="88678"/>
                  </a:lnTo>
                  <a:lnTo>
                    <a:pt x="78317" y="88344"/>
                  </a:lnTo>
                  <a:lnTo>
                    <a:pt x="79654" y="87787"/>
                  </a:lnTo>
                  <a:lnTo>
                    <a:pt x="80991" y="87230"/>
                  </a:lnTo>
                  <a:lnTo>
                    <a:pt x="82217" y="86450"/>
                  </a:lnTo>
                  <a:lnTo>
                    <a:pt x="83331" y="85559"/>
                  </a:lnTo>
                  <a:lnTo>
                    <a:pt x="84445" y="84556"/>
                  </a:lnTo>
                  <a:lnTo>
                    <a:pt x="84445" y="84556"/>
                  </a:lnTo>
                  <a:lnTo>
                    <a:pt x="85447" y="83554"/>
                  </a:lnTo>
                  <a:lnTo>
                    <a:pt x="86339" y="82328"/>
                  </a:lnTo>
                  <a:lnTo>
                    <a:pt x="87118" y="81103"/>
                  </a:lnTo>
                  <a:lnTo>
                    <a:pt x="87675" y="79766"/>
                  </a:lnTo>
                  <a:lnTo>
                    <a:pt x="88121" y="78429"/>
                  </a:lnTo>
                  <a:lnTo>
                    <a:pt x="88567" y="76981"/>
                  </a:lnTo>
                  <a:lnTo>
                    <a:pt x="88789" y="75532"/>
                  </a:lnTo>
                  <a:lnTo>
                    <a:pt x="88789" y="74084"/>
                  </a:lnTo>
                  <a:lnTo>
                    <a:pt x="88789" y="14818"/>
                  </a:lnTo>
                  <a:lnTo>
                    <a:pt x="88789" y="14818"/>
                  </a:lnTo>
                  <a:lnTo>
                    <a:pt x="88789" y="13369"/>
                  </a:lnTo>
                  <a:lnTo>
                    <a:pt x="88567" y="11921"/>
                  </a:lnTo>
                  <a:lnTo>
                    <a:pt x="88121" y="10473"/>
                  </a:lnTo>
                  <a:lnTo>
                    <a:pt x="87675" y="9136"/>
                  </a:lnTo>
                  <a:lnTo>
                    <a:pt x="87118" y="7799"/>
                  </a:lnTo>
                  <a:lnTo>
                    <a:pt x="86339" y="6574"/>
                  </a:lnTo>
                  <a:lnTo>
                    <a:pt x="85447" y="5348"/>
                  </a:lnTo>
                  <a:lnTo>
                    <a:pt x="84445" y="4346"/>
                  </a:lnTo>
                  <a:lnTo>
                    <a:pt x="84445" y="4346"/>
                  </a:lnTo>
                  <a:lnTo>
                    <a:pt x="83331" y="3343"/>
                  </a:lnTo>
                  <a:lnTo>
                    <a:pt x="82217" y="2452"/>
                  </a:lnTo>
                  <a:lnTo>
                    <a:pt x="80991" y="1672"/>
                  </a:lnTo>
                  <a:lnTo>
                    <a:pt x="79654" y="1115"/>
                  </a:lnTo>
                  <a:lnTo>
                    <a:pt x="78317" y="558"/>
                  </a:lnTo>
                  <a:lnTo>
                    <a:pt x="76869" y="224"/>
                  </a:lnTo>
                  <a:lnTo>
                    <a:pt x="75421" y="1"/>
                  </a:lnTo>
                  <a:lnTo>
                    <a:pt x="73973" y="1"/>
                  </a:lnTo>
                  <a:lnTo>
                    <a:pt x="73973" y="1"/>
                  </a:lnTo>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1"/>
                </a:solidFill>
              </a:endParaRPr>
            </a:p>
          </p:txBody>
        </p:sp>
      </p:grpSp>
      <p:sp>
        <p:nvSpPr>
          <p:cNvPr id="7602" name="Google Shape;7602;p534"/>
          <p:cNvSpPr/>
          <p:nvPr/>
        </p:nvSpPr>
        <p:spPr>
          <a:xfrm>
            <a:off x="3264282" y="2966913"/>
            <a:ext cx="457350" cy="469392"/>
          </a:xfrm>
          <a:custGeom>
            <a:avLst/>
            <a:gdLst/>
            <a:ahLst/>
            <a:cxnLst/>
            <a:rect l="l" t="t" r="r" b="b"/>
            <a:pathLst>
              <a:path w="206712" h="209550" extrusionOk="0">
                <a:moveTo>
                  <a:pt x="106194" y="14338"/>
                </a:moveTo>
                <a:lnTo>
                  <a:pt x="108285" y="14637"/>
                </a:lnTo>
                <a:lnTo>
                  <a:pt x="110226" y="15085"/>
                </a:lnTo>
                <a:lnTo>
                  <a:pt x="112019" y="15683"/>
                </a:lnTo>
                <a:lnTo>
                  <a:pt x="113811" y="16280"/>
                </a:lnTo>
                <a:lnTo>
                  <a:pt x="115305" y="17176"/>
                </a:lnTo>
                <a:lnTo>
                  <a:pt x="116649" y="18222"/>
                </a:lnTo>
                <a:lnTo>
                  <a:pt x="117844" y="19417"/>
                </a:lnTo>
                <a:lnTo>
                  <a:pt x="119039" y="20910"/>
                </a:lnTo>
                <a:lnTo>
                  <a:pt x="119935" y="22404"/>
                </a:lnTo>
                <a:lnTo>
                  <a:pt x="120682" y="23897"/>
                </a:lnTo>
                <a:lnTo>
                  <a:pt x="121428" y="25690"/>
                </a:lnTo>
                <a:lnTo>
                  <a:pt x="121876" y="27631"/>
                </a:lnTo>
                <a:lnTo>
                  <a:pt x="122325" y="29722"/>
                </a:lnTo>
                <a:lnTo>
                  <a:pt x="122474" y="31963"/>
                </a:lnTo>
                <a:lnTo>
                  <a:pt x="122623" y="34203"/>
                </a:lnTo>
                <a:lnTo>
                  <a:pt x="122623" y="41970"/>
                </a:lnTo>
                <a:lnTo>
                  <a:pt x="110824" y="41970"/>
                </a:lnTo>
                <a:lnTo>
                  <a:pt x="110824" y="33456"/>
                </a:lnTo>
                <a:lnTo>
                  <a:pt x="110675" y="31515"/>
                </a:lnTo>
                <a:lnTo>
                  <a:pt x="110376" y="29872"/>
                </a:lnTo>
                <a:lnTo>
                  <a:pt x="109778" y="28378"/>
                </a:lnTo>
                <a:lnTo>
                  <a:pt x="109032" y="27333"/>
                </a:lnTo>
                <a:lnTo>
                  <a:pt x="108135" y="26586"/>
                </a:lnTo>
                <a:lnTo>
                  <a:pt x="106941" y="25988"/>
                </a:lnTo>
                <a:lnTo>
                  <a:pt x="105746" y="25690"/>
                </a:lnTo>
                <a:lnTo>
                  <a:pt x="104252" y="25540"/>
                </a:lnTo>
                <a:lnTo>
                  <a:pt x="102908" y="25690"/>
                </a:lnTo>
                <a:lnTo>
                  <a:pt x="101564" y="25988"/>
                </a:lnTo>
                <a:lnTo>
                  <a:pt x="100518" y="26436"/>
                </a:lnTo>
                <a:lnTo>
                  <a:pt x="99622" y="27333"/>
                </a:lnTo>
                <a:lnTo>
                  <a:pt x="98875" y="28378"/>
                </a:lnTo>
                <a:lnTo>
                  <a:pt x="98278" y="29722"/>
                </a:lnTo>
                <a:lnTo>
                  <a:pt x="97979" y="31365"/>
                </a:lnTo>
                <a:lnTo>
                  <a:pt x="97830" y="33307"/>
                </a:lnTo>
                <a:lnTo>
                  <a:pt x="97830" y="76173"/>
                </a:lnTo>
                <a:lnTo>
                  <a:pt x="97979" y="78115"/>
                </a:lnTo>
                <a:lnTo>
                  <a:pt x="98278" y="79757"/>
                </a:lnTo>
                <a:lnTo>
                  <a:pt x="98875" y="81102"/>
                </a:lnTo>
                <a:lnTo>
                  <a:pt x="99622" y="82147"/>
                </a:lnTo>
                <a:lnTo>
                  <a:pt x="100518" y="83043"/>
                </a:lnTo>
                <a:lnTo>
                  <a:pt x="101564" y="83491"/>
                </a:lnTo>
                <a:lnTo>
                  <a:pt x="102908" y="83790"/>
                </a:lnTo>
                <a:lnTo>
                  <a:pt x="104252" y="83939"/>
                </a:lnTo>
                <a:lnTo>
                  <a:pt x="105746" y="83790"/>
                </a:lnTo>
                <a:lnTo>
                  <a:pt x="107090" y="83491"/>
                </a:lnTo>
                <a:lnTo>
                  <a:pt x="108135" y="83043"/>
                </a:lnTo>
                <a:lnTo>
                  <a:pt x="109032" y="82147"/>
                </a:lnTo>
                <a:lnTo>
                  <a:pt x="109778" y="81102"/>
                </a:lnTo>
                <a:lnTo>
                  <a:pt x="110376" y="79757"/>
                </a:lnTo>
                <a:lnTo>
                  <a:pt x="110675" y="78264"/>
                </a:lnTo>
                <a:lnTo>
                  <a:pt x="110824" y="76173"/>
                </a:lnTo>
                <a:lnTo>
                  <a:pt x="110824" y="64822"/>
                </a:lnTo>
                <a:lnTo>
                  <a:pt x="122623" y="64822"/>
                </a:lnTo>
                <a:lnTo>
                  <a:pt x="122623" y="75426"/>
                </a:lnTo>
                <a:lnTo>
                  <a:pt x="122474" y="77666"/>
                </a:lnTo>
                <a:lnTo>
                  <a:pt x="122325" y="79907"/>
                </a:lnTo>
                <a:lnTo>
                  <a:pt x="121876" y="81998"/>
                </a:lnTo>
                <a:lnTo>
                  <a:pt x="121428" y="83939"/>
                </a:lnTo>
                <a:lnTo>
                  <a:pt x="120682" y="85732"/>
                </a:lnTo>
                <a:lnTo>
                  <a:pt x="119935" y="87375"/>
                </a:lnTo>
                <a:lnTo>
                  <a:pt x="118889" y="88868"/>
                </a:lnTo>
                <a:lnTo>
                  <a:pt x="117844" y="90213"/>
                </a:lnTo>
                <a:lnTo>
                  <a:pt x="116649" y="91407"/>
                </a:lnTo>
                <a:lnTo>
                  <a:pt x="115155" y="92453"/>
                </a:lnTo>
                <a:lnTo>
                  <a:pt x="113662" y="93349"/>
                </a:lnTo>
                <a:lnTo>
                  <a:pt x="112019" y="94096"/>
                </a:lnTo>
                <a:lnTo>
                  <a:pt x="110226" y="94544"/>
                </a:lnTo>
                <a:lnTo>
                  <a:pt x="108285" y="94992"/>
                </a:lnTo>
                <a:lnTo>
                  <a:pt x="106194" y="95291"/>
                </a:lnTo>
                <a:lnTo>
                  <a:pt x="101713" y="95291"/>
                </a:lnTo>
                <a:lnTo>
                  <a:pt x="99622" y="94992"/>
                </a:lnTo>
                <a:lnTo>
                  <a:pt x="97680" y="94544"/>
                </a:lnTo>
                <a:lnTo>
                  <a:pt x="95888" y="94096"/>
                </a:lnTo>
                <a:lnTo>
                  <a:pt x="94245" y="93349"/>
                </a:lnTo>
                <a:lnTo>
                  <a:pt x="92752" y="92453"/>
                </a:lnTo>
                <a:lnTo>
                  <a:pt x="91258" y="91407"/>
                </a:lnTo>
                <a:lnTo>
                  <a:pt x="90063" y="90213"/>
                </a:lnTo>
                <a:lnTo>
                  <a:pt x="89018" y="88868"/>
                </a:lnTo>
                <a:lnTo>
                  <a:pt x="87972" y="87375"/>
                </a:lnTo>
                <a:lnTo>
                  <a:pt x="87225" y="85732"/>
                </a:lnTo>
                <a:lnTo>
                  <a:pt x="86479" y="83939"/>
                </a:lnTo>
                <a:lnTo>
                  <a:pt x="86030" y="81998"/>
                </a:lnTo>
                <a:lnTo>
                  <a:pt x="85732" y="79907"/>
                </a:lnTo>
                <a:lnTo>
                  <a:pt x="85433" y="77816"/>
                </a:lnTo>
                <a:lnTo>
                  <a:pt x="85433" y="75426"/>
                </a:lnTo>
                <a:lnTo>
                  <a:pt x="85284" y="34203"/>
                </a:lnTo>
                <a:lnTo>
                  <a:pt x="85433" y="31963"/>
                </a:lnTo>
                <a:lnTo>
                  <a:pt x="85732" y="29722"/>
                </a:lnTo>
                <a:lnTo>
                  <a:pt x="86030" y="27631"/>
                </a:lnTo>
                <a:lnTo>
                  <a:pt x="86628" y="25690"/>
                </a:lnTo>
                <a:lnTo>
                  <a:pt x="87225" y="23897"/>
                </a:lnTo>
                <a:lnTo>
                  <a:pt x="88121" y="22404"/>
                </a:lnTo>
                <a:lnTo>
                  <a:pt x="89018" y="20910"/>
                </a:lnTo>
                <a:lnTo>
                  <a:pt x="90063" y="19417"/>
                </a:lnTo>
                <a:lnTo>
                  <a:pt x="91407" y="18222"/>
                </a:lnTo>
                <a:lnTo>
                  <a:pt x="92752" y="17176"/>
                </a:lnTo>
                <a:lnTo>
                  <a:pt x="94245" y="16280"/>
                </a:lnTo>
                <a:lnTo>
                  <a:pt x="95888" y="15683"/>
                </a:lnTo>
                <a:lnTo>
                  <a:pt x="97680" y="15085"/>
                </a:lnTo>
                <a:lnTo>
                  <a:pt x="99771" y="14637"/>
                </a:lnTo>
                <a:lnTo>
                  <a:pt x="101713" y="14338"/>
                </a:lnTo>
                <a:close/>
                <a:moveTo>
                  <a:pt x="43463" y="58100"/>
                </a:moveTo>
                <a:lnTo>
                  <a:pt x="44509" y="65867"/>
                </a:lnTo>
                <a:lnTo>
                  <a:pt x="45853" y="73634"/>
                </a:lnTo>
                <a:lnTo>
                  <a:pt x="47496" y="81699"/>
                </a:lnTo>
                <a:lnTo>
                  <a:pt x="49438" y="89615"/>
                </a:lnTo>
                <a:lnTo>
                  <a:pt x="50483" y="93648"/>
                </a:lnTo>
                <a:lnTo>
                  <a:pt x="51678" y="97531"/>
                </a:lnTo>
                <a:lnTo>
                  <a:pt x="53022" y="101564"/>
                </a:lnTo>
                <a:lnTo>
                  <a:pt x="54366" y="105447"/>
                </a:lnTo>
                <a:lnTo>
                  <a:pt x="55860" y="109181"/>
                </a:lnTo>
                <a:lnTo>
                  <a:pt x="57354" y="113064"/>
                </a:lnTo>
                <a:lnTo>
                  <a:pt x="59146" y="116798"/>
                </a:lnTo>
                <a:lnTo>
                  <a:pt x="60938" y="120383"/>
                </a:lnTo>
                <a:lnTo>
                  <a:pt x="56607" y="117097"/>
                </a:lnTo>
                <a:lnTo>
                  <a:pt x="52425" y="113662"/>
                </a:lnTo>
                <a:lnTo>
                  <a:pt x="48691" y="109928"/>
                </a:lnTo>
                <a:lnTo>
                  <a:pt x="46899" y="107986"/>
                </a:lnTo>
                <a:lnTo>
                  <a:pt x="45106" y="105895"/>
                </a:lnTo>
                <a:lnTo>
                  <a:pt x="41820" y="101713"/>
                </a:lnTo>
                <a:lnTo>
                  <a:pt x="38684" y="97232"/>
                </a:lnTo>
                <a:lnTo>
                  <a:pt x="35995" y="92453"/>
                </a:lnTo>
                <a:lnTo>
                  <a:pt x="33456" y="87375"/>
                </a:lnTo>
                <a:lnTo>
                  <a:pt x="31664" y="83342"/>
                </a:lnTo>
                <a:lnTo>
                  <a:pt x="30170" y="79309"/>
                </a:lnTo>
                <a:lnTo>
                  <a:pt x="28826" y="75426"/>
                </a:lnTo>
                <a:lnTo>
                  <a:pt x="27781" y="71543"/>
                </a:lnTo>
                <a:lnTo>
                  <a:pt x="26885" y="67958"/>
                </a:lnTo>
                <a:lnTo>
                  <a:pt x="26138" y="64374"/>
                </a:lnTo>
                <a:lnTo>
                  <a:pt x="25540" y="61237"/>
                </a:lnTo>
                <a:lnTo>
                  <a:pt x="25092" y="58100"/>
                </a:lnTo>
                <a:close/>
                <a:moveTo>
                  <a:pt x="181620" y="58100"/>
                </a:moveTo>
                <a:lnTo>
                  <a:pt x="181172" y="61088"/>
                </a:lnTo>
                <a:lnTo>
                  <a:pt x="180574" y="64224"/>
                </a:lnTo>
                <a:lnTo>
                  <a:pt x="179977" y="67659"/>
                </a:lnTo>
                <a:lnTo>
                  <a:pt x="179081" y="71244"/>
                </a:lnTo>
                <a:lnTo>
                  <a:pt x="178035" y="74978"/>
                </a:lnTo>
                <a:lnTo>
                  <a:pt x="176840" y="78712"/>
                </a:lnTo>
                <a:lnTo>
                  <a:pt x="175347" y="82595"/>
                </a:lnTo>
                <a:lnTo>
                  <a:pt x="173554" y="86628"/>
                </a:lnTo>
                <a:lnTo>
                  <a:pt x="172360" y="89167"/>
                </a:lnTo>
                <a:lnTo>
                  <a:pt x="171165" y="91706"/>
                </a:lnTo>
                <a:lnTo>
                  <a:pt x="169671" y="94245"/>
                </a:lnTo>
                <a:lnTo>
                  <a:pt x="168327" y="96635"/>
                </a:lnTo>
                <a:lnTo>
                  <a:pt x="166833" y="98875"/>
                </a:lnTo>
                <a:lnTo>
                  <a:pt x="165190" y="101265"/>
                </a:lnTo>
                <a:lnTo>
                  <a:pt x="163547" y="103356"/>
                </a:lnTo>
                <a:lnTo>
                  <a:pt x="161904" y="105596"/>
                </a:lnTo>
                <a:lnTo>
                  <a:pt x="160112" y="107687"/>
                </a:lnTo>
                <a:lnTo>
                  <a:pt x="158320" y="109629"/>
                </a:lnTo>
                <a:lnTo>
                  <a:pt x="156378" y="111571"/>
                </a:lnTo>
                <a:lnTo>
                  <a:pt x="154437" y="113512"/>
                </a:lnTo>
                <a:lnTo>
                  <a:pt x="152346" y="115305"/>
                </a:lnTo>
                <a:lnTo>
                  <a:pt x="150255" y="117097"/>
                </a:lnTo>
                <a:lnTo>
                  <a:pt x="148014" y="118740"/>
                </a:lnTo>
                <a:lnTo>
                  <a:pt x="145774" y="120383"/>
                </a:lnTo>
                <a:lnTo>
                  <a:pt x="147566" y="116798"/>
                </a:lnTo>
                <a:lnTo>
                  <a:pt x="149358" y="113064"/>
                </a:lnTo>
                <a:lnTo>
                  <a:pt x="150852" y="109181"/>
                </a:lnTo>
                <a:lnTo>
                  <a:pt x="152346" y="105447"/>
                </a:lnTo>
                <a:lnTo>
                  <a:pt x="153690" y="101564"/>
                </a:lnTo>
                <a:lnTo>
                  <a:pt x="155034" y="97531"/>
                </a:lnTo>
                <a:lnTo>
                  <a:pt x="156229" y="93648"/>
                </a:lnTo>
                <a:lnTo>
                  <a:pt x="157274" y="89615"/>
                </a:lnTo>
                <a:lnTo>
                  <a:pt x="159216" y="81699"/>
                </a:lnTo>
                <a:lnTo>
                  <a:pt x="160859" y="73634"/>
                </a:lnTo>
                <a:lnTo>
                  <a:pt x="162203" y="65867"/>
                </a:lnTo>
                <a:lnTo>
                  <a:pt x="163249" y="58100"/>
                </a:lnTo>
                <a:close/>
                <a:moveTo>
                  <a:pt x="122623" y="107090"/>
                </a:moveTo>
                <a:lnTo>
                  <a:pt x="122623" y="128150"/>
                </a:lnTo>
                <a:lnTo>
                  <a:pt x="85284" y="128150"/>
                </a:lnTo>
                <a:lnTo>
                  <a:pt x="85284" y="107090"/>
                </a:lnTo>
                <a:close/>
                <a:moveTo>
                  <a:pt x="41522" y="0"/>
                </a:moveTo>
                <a:lnTo>
                  <a:pt x="41372" y="3137"/>
                </a:lnTo>
                <a:lnTo>
                  <a:pt x="41223" y="11053"/>
                </a:lnTo>
                <a:lnTo>
                  <a:pt x="41223" y="21956"/>
                </a:lnTo>
                <a:lnTo>
                  <a:pt x="41223" y="27930"/>
                </a:lnTo>
                <a:lnTo>
                  <a:pt x="41522" y="33904"/>
                </a:lnTo>
                <a:lnTo>
                  <a:pt x="597" y="33904"/>
                </a:lnTo>
                <a:lnTo>
                  <a:pt x="0" y="45405"/>
                </a:lnTo>
                <a:lnTo>
                  <a:pt x="0" y="46899"/>
                </a:lnTo>
                <a:lnTo>
                  <a:pt x="0" y="50184"/>
                </a:lnTo>
                <a:lnTo>
                  <a:pt x="299" y="55263"/>
                </a:lnTo>
                <a:lnTo>
                  <a:pt x="597" y="58250"/>
                </a:lnTo>
                <a:lnTo>
                  <a:pt x="1046" y="61685"/>
                </a:lnTo>
                <a:lnTo>
                  <a:pt x="1494" y="65270"/>
                </a:lnTo>
                <a:lnTo>
                  <a:pt x="2240" y="69302"/>
                </a:lnTo>
                <a:lnTo>
                  <a:pt x="3137" y="73335"/>
                </a:lnTo>
                <a:lnTo>
                  <a:pt x="4182" y="77816"/>
                </a:lnTo>
                <a:lnTo>
                  <a:pt x="5526" y="82297"/>
                </a:lnTo>
                <a:lnTo>
                  <a:pt x="7020" y="87076"/>
                </a:lnTo>
                <a:lnTo>
                  <a:pt x="8812" y="91855"/>
                </a:lnTo>
                <a:lnTo>
                  <a:pt x="10903" y="96635"/>
                </a:lnTo>
                <a:lnTo>
                  <a:pt x="12994" y="101116"/>
                </a:lnTo>
                <a:lnTo>
                  <a:pt x="15384" y="105447"/>
                </a:lnTo>
                <a:lnTo>
                  <a:pt x="18222" y="110077"/>
                </a:lnTo>
                <a:lnTo>
                  <a:pt x="21209" y="114558"/>
                </a:lnTo>
                <a:lnTo>
                  <a:pt x="24644" y="119188"/>
                </a:lnTo>
                <a:lnTo>
                  <a:pt x="28378" y="123669"/>
                </a:lnTo>
                <a:lnTo>
                  <a:pt x="30469" y="125909"/>
                </a:lnTo>
                <a:lnTo>
                  <a:pt x="32560" y="128150"/>
                </a:lnTo>
                <a:lnTo>
                  <a:pt x="34801" y="130390"/>
                </a:lnTo>
                <a:lnTo>
                  <a:pt x="37190" y="132481"/>
                </a:lnTo>
                <a:lnTo>
                  <a:pt x="39580" y="134572"/>
                </a:lnTo>
                <a:lnTo>
                  <a:pt x="42268" y="136663"/>
                </a:lnTo>
                <a:lnTo>
                  <a:pt x="44808" y="138754"/>
                </a:lnTo>
                <a:lnTo>
                  <a:pt x="47645" y="140696"/>
                </a:lnTo>
                <a:lnTo>
                  <a:pt x="50632" y="142637"/>
                </a:lnTo>
                <a:lnTo>
                  <a:pt x="53620" y="144579"/>
                </a:lnTo>
                <a:lnTo>
                  <a:pt x="56756" y="146371"/>
                </a:lnTo>
                <a:lnTo>
                  <a:pt x="60042" y="148164"/>
                </a:lnTo>
                <a:lnTo>
                  <a:pt x="63477" y="149807"/>
                </a:lnTo>
                <a:lnTo>
                  <a:pt x="67062" y="151450"/>
                </a:lnTo>
                <a:lnTo>
                  <a:pt x="70647" y="153092"/>
                </a:lnTo>
                <a:lnTo>
                  <a:pt x="74530" y="154437"/>
                </a:lnTo>
                <a:lnTo>
                  <a:pt x="78413" y="155930"/>
                </a:lnTo>
                <a:lnTo>
                  <a:pt x="82595" y="157125"/>
                </a:lnTo>
                <a:lnTo>
                  <a:pt x="86777" y="158320"/>
                </a:lnTo>
                <a:lnTo>
                  <a:pt x="91258" y="159366"/>
                </a:lnTo>
                <a:lnTo>
                  <a:pt x="91258" y="174749"/>
                </a:lnTo>
                <a:lnTo>
                  <a:pt x="82745" y="174749"/>
                </a:lnTo>
                <a:lnTo>
                  <a:pt x="82745" y="185205"/>
                </a:lnTo>
                <a:lnTo>
                  <a:pt x="41223" y="185205"/>
                </a:lnTo>
                <a:lnTo>
                  <a:pt x="41223" y="209550"/>
                </a:lnTo>
                <a:lnTo>
                  <a:pt x="165489" y="209550"/>
                </a:lnTo>
                <a:lnTo>
                  <a:pt x="165489" y="185205"/>
                </a:lnTo>
                <a:lnTo>
                  <a:pt x="123967" y="185205"/>
                </a:lnTo>
                <a:lnTo>
                  <a:pt x="123967" y="174749"/>
                </a:lnTo>
                <a:lnTo>
                  <a:pt x="115454" y="174749"/>
                </a:lnTo>
                <a:lnTo>
                  <a:pt x="115454" y="159366"/>
                </a:lnTo>
                <a:lnTo>
                  <a:pt x="119935" y="158320"/>
                </a:lnTo>
                <a:lnTo>
                  <a:pt x="124117" y="157125"/>
                </a:lnTo>
                <a:lnTo>
                  <a:pt x="128149" y="155930"/>
                </a:lnTo>
                <a:lnTo>
                  <a:pt x="132182" y="154437"/>
                </a:lnTo>
                <a:lnTo>
                  <a:pt x="135916" y="153092"/>
                </a:lnTo>
                <a:lnTo>
                  <a:pt x="139650" y="151450"/>
                </a:lnTo>
                <a:lnTo>
                  <a:pt x="143235" y="149807"/>
                </a:lnTo>
                <a:lnTo>
                  <a:pt x="146670" y="148164"/>
                </a:lnTo>
                <a:lnTo>
                  <a:pt x="149956" y="146371"/>
                </a:lnTo>
                <a:lnTo>
                  <a:pt x="153092" y="144579"/>
                </a:lnTo>
                <a:lnTo>
                  <a:pt x="156080" y="142637"/>
                </a:lnTo>
                <a:lnTo>
                  <a:pt x="159067" y="140696"/>
                </a:lnTo>
                <a:lnTo>
                  <a:pt x="161755" y="138754"/>
                </a:lnTo>
                <a:lnTo>
                  <a:pt x="164444" y="136663"/>
                </a:lnTo>
                <a:lnTo>
                  <a:pt x="167132" y="134572"/>
                </a:lnTo>
                <a:lnTo>
                  <a:pt x="169522" y="132481"/>
                </a:lnTo>
                <a:lnTo>
                  <a:pt x="171912" y="130390"/>
                </a:lnTo>
                <a:lnTo>
                  <a:pt x="174152" y="128150"/>
                </a:lnTo>
                <a:lnTo>
                  <a:pt x="176243" y="125909"/>
                </a:lnTo>
                <a:lnTo>
                  <a:pt x="178334" y="123669"/>
                </a:lnTo>
                <a:lnTo>
                  <a:pt x="182068" y="119188"/>
                </a:lnTo>
                <a:lnTo>
                  <a:pt x="185503" y="114558"/>
                </a:lnTo>
                <a:lnTo>
                  <a:pt x="188490" y="110077"/>
                </a:lnTo>
                <a:lnTo>
                  <a:pt x="191328" y="105447"/>
                </a:lnTo>
                <a:lnTo>
                  <a:pt x="193718" y="101116"/>
                </a:lnTo>
                <a:lnTo>
                  <a:pt x="195809" y="96635"/>
                </a:lnTo>
                <a:lnTo>
                  <a:pt x="197900" y="91855"/>
                </a:lnTo>
                <a:lnTo>
                  <a:pt x="199692" y="87076"/>
                </a:lnTo>
                <a:lnTo>
                  <a:pt x="201186" y="82297"/>
                </a:lnTo>
                <a:lnTo>
                  <a:pt x="202530" y="77816"/>
                </a:lnTo>
                <a:lnTo>
                  <a:pt x="203575" y="73335"/>
                </a:lnTo>
                <a:lnTo>
                  <a:pt x="204472" y="69302"/>
                </a:lnTo>
                <a:lnTo>
                  <a:pt x="205218" y="65270"/>
                </a:lnTo>
                <a:lnTo>
                  <a:pt x="205666" y="61685"/>
                </a:lnTo>
                <a:lnTo>
                  <a:pt x="206115" y="58250"/>
                </a:lnTo>
                <a:lnTo>
                  <a:pt x="206413" y="55263"/>
                </a:lnTo>
                <a:lnTo>
                  <a:pt x="206712" y="50184"/>
                </a:lnTo>
                <a:lnTo>
                  <a:pt x="206712" y="46899"/>
                </a:lnTo>
                <a:lnTo>
                  <a:pt x="206712" y="45405"/>
                </a:lnTo>
                <a:lnTo>
                  <a:pt x="206115" y="33904"/>
                </a:lnTo>
                <a:lnTo>
                  <a:pt x="165190" y="33904"/>
                </a:lnTo>
                <a:lnTo>
                  <a:pt x="165489" y="27930"/>
                </a:lnTo>
                <a:lnTo>
                  <a:pt x="165489" y="21956"/>
                </a:lnTo>
                <a:lnTo>
                  <a:pt x="165489" y="11053"/>
                </a:lnTo>
                <a:lnTo>
                  <a:pt x="165340" y="3137"/>
                </a:lnTo>
                <a:lnTo>
                  <a:pt x="16519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1"/>
              </a:solidFill>
            </a:endParaRPr>
          </a:p>
        </p:txBody>
      </p:sp>
      <p:grpSp>
        <p:nvGrpSpPr>
          <p:cNvPr id="7603" name="Google Shape;7603;p534"/>
          <p:cNvGrpSpPr/>
          <p:nvPr/>
        </p:nvGrpSpPr>
        <p:grpSpPr>
          <a:xfrm>
            <a:off x="1037535" y="2972936"/>
            <a:ext cx="457067" cy="457343"/>
            <a:chOff x="1230600" y="238125"/>
            <a:chExt cx="5158775" cy="5238750"/>
          </a:xfrm>
        </p:grpSpPr>
        <p:sp>
          <p:nvSpPr>
            <p:cNvPr id="7604" name="Google Shape;7604;p534"/>
            <p:cNvSpPr/>
            <p:nvPr/>
          </p:nvSpPr>
          <p:spPr>
            <a:xfrm>
              <a:off x="5399525" y="2474225"/>
              <a:ext cx="962300" cy="780325"/>
            </a:xfrm>
            <a:custGeom>
              <a:avLst/>
              <a:gdLst/>
              <a:ahLst/>
              <a:cxnLst/>
              <a:rect l="l" t="t" r="r" b="b"/>
              <a:pathLst>
                <a:path w="38492" h="31213" extrusionOk="0">
                  <a:moveTo>
                    <a:pt x="23823" y="11140"/>
                  </a:moveTo>
                  <a:lnTo>
                    <a:pt x="24595" y="11471"/>
                  </a:lnTo>
                  <a:lnTo>
                    <a:pt x="25367" y="11912"/>
                  </a:lnTo>
                  <a:lnTo>
                    <a:pt x="26139" y="12463"/>
                  </a:lnTo>
                  <a:lnTo>
                    <a:pt x="26690" y="13125"/>
                  </a:lnTo>
                  <a:lnTo>
                    <a:pt x="27021" y="13897"/>
                  </a:lnTo>
                  <a:lnTo>
                    <a:pt x="27352" y="14669"/>
                  </a:lnTo>
                  <a:lnTo>
                    <a:pt x="27462" y="15662"/>
                  </a:lnTo>
                  <a:lnTo>
                    <a:pt x="27352" y="16544"/>
                  </a:lnTo>
                  <a:lnTo>
                    <a:pt x="27021" y="17427"/>
                  </a:lnTo>
                  <a:lnTo>
                    <a:pt x="26690" y="18199"/>
                  </a:lnTo>
                  <a:lnTo>
                    <a:pt x="26139" y="18860"/>
                  </a:lnTo>
                  <a:lnTo>
                    <a:pt x="25367" y="19412"/>
                  </a:lnTo>
                  <a:lnTo>
                    <a:pt x="24595" y="19853"/>
                  </a:lnTo>
                  <a:lnTo>
                    <a:pt x="23823" y="20073"/>
                  </a:lnTo>
                  <a:lnTo>
                    <a:pt x="22830" y="20184"/>
                  </a:lnTo>
                  <a:lnTo>
                    <a:pt x="21948" y="20073"/>
                  </a:lnTo>
                  <a:lnTo>
                    <a:pt x="21065" y="19853"/>
                  </a:lnTo>
                  <a:lnTo>
                    <a:pt x="20293" y="19412"/>
                  </a:lnTo>
                  <a:lnTo>
                    <a:pt x="19632" y="18860"/>
                  </a:lnTo>
                  <a:lnTo>
                    <a:pt x="19080" y="18199"/>
                  </a:lnTo>
                  <a:lnTo>
                    <a:pt x="18749" y="17427"/>
                  </a:lnTo>
                  <a:lnTo>
                    <a:pt x="18418" y="16544"/>
                  </a:lnTo>
                  <a:lnTo>
                    <a:pt x="18308" y="15662"/>
                  </a:lnTo>
                  <a:lnTo>
                    <a:pt x="18418" y="14669"/>
                  </a:lnTo>
                  <a:lnTo>
                    <a:pt x="18749" y="13897"/>
                  </a:lnTo>
                  <a:lnTo>
                    <a:pt x="19080" y="13125"/>
                  </a:lnTo>
                  <a:lnTo>
                    <a:pt x="19632" y="12463"/>
                  </a:lnTo>
                  <a:lnTo>
                    <a:pt x="20293" y="11912"/>
                  </a:lnTo>
                  <a:lnTo>
                    <a:pt x="21065" y="11471"/>
                  </a:lnTo>
                  <a:lnTo>
                    <a:pt x="21948" y="11140"/>
                  </a:lnTo>
                  <a:close/>
                  <a:moveTo>
                    <a:pt x="21617" y="1"/>
                  </a:moveTo>
                  <a:lnTo>
                    <a:pt x="20404" y="221"/>
                  </a:lnTo>
                  <a:lnTo>
                    <a:pt x="19191" y="442"/>
                  </a:lnTo>
                  <a:lnTo>
                    <a:pt x="17977" y="773"/>
                  </a:lnTo>
                  <a:lnTo>
                    <a:pt x="16874" y="1214"/>
                  </a:lnTo>
                  <a:lnTo>
                    <a:pt x="15772" y="1655"/>
                  </a:lnTo>
                  <a:lnTo>
                    <a:pt x="14779" y="2317"/>
                  </a:lnTo>
                  <a:lnTo>
                    <a:pt x="13786" y="2979"/>
                  </a:lnTo>
                  <a:lnTo>
                    <a:pt x="12904" y="3640"/>
                  </a:lnTo>
                  <a:lnTo>
                    <a:pt x="12022" y="4412"/>
                  </a:lnTo>
                  <a:lnTo>
                    <a:pt x="11139" y="5295"/>
                  </a:lnTo>
                  <a:lnTo>
                    <a:pt x="10367" y="6177"/>
                  </a:lnTo>
                  <a:lnTo>
                    <a:pt x="9706" y="7170"/>
                  </a:lnTo>
                  <a:lnTo>
                    <a:pt x="9154" y="8162"/>
                  </a:lnTo>
                  <a:lnTo>
                    <a:pt x="8603" y="9265"/>
                  </a:lnTo>
                  <a:lnTo>
                    <a:pt x="8162" y="10368"/>
                  </a:lnTo>
                  <a:lnTo>
                    <a:pt x="0" y="10368"/>
                  </a:lnTo>
                  <a:lnTo>
                    <a:pt x="110" y="13125"/>
                  </a:lnTo>
                  <a:lnTo>
                    <a:pt x="221" y="15882"/>
                  </a:lnTo>
                  <a:lnTo>
                    <a:pt x="110" y="18750"/>
                  </a:lnTo>
                  <a:lnTo>
                    <a:pt x="0" y="21507"/>
                  </a:lnTo>
                  <a:lnTo>
                    <a:pt x="8382" y="21507"/>
                  </a:lnTo>
                  <a:lnTo>
                    <a:pt x="8823" y="22500"/>
                  </a:lnTo>
                  <a:lnTo>
                    <a:pt x="9375" y="23492"/>
                  </a:lnTo>
                  <a:lnTo>
                    <a:pt x="10037" y="24485"/>
                  </a:lnTo>
                  <a:lnTo>
                    <a:pt x="10698" y="25478"/>
                  </a:lnTo>
                  <a:lnTo>
                    <a:pt x="11470" y="26250"/>
                  </a:lnTo>
                  <a:lnTo>
                    <a:pt x="12242" y="27132"/>
                  </a:lnTo>
                  <a:lnTo>
                    <a:pt x="13125" y="27794"/>
                  </a:lnTo>
                  <a:lnTo>
                    <a:pt x="14007" y="28566"/>
                  </a:lnTo>
                  <a:lnTo>
                    <a:pt x="15000" y="29117"/>
                  </a:lnTo>
                  <a:lnTo>
                    <a:pt x="15992" y="29669"/>
                  </a:lnTo>
                  <a:lnTo>
                    <a:pt x="17095" y="30110"/>
                  </a:lnTo>
                  <a:lnTo>
                    <a:pt x="18198" y="30551"/>
                  </a:lnTo>
                  <a:lnTo>
                    <a:pt x="19301" y="30882"/>
                  </a:lnTo>
                  <a:lnTo>
                    <a:pt x="20514" y="31102"/>
                  </a:lnTo>
                  <a:lnTo>
                    <a:pt x="21617" y="31213"/>
                  </a:lnTo>
                  <a:lnTo>
                    <a:pt x="24484" y="31213"/>
                  </a:lnTo>
                  <a:lnTo>
                    <a:pt x="26028" y="30992"/>
                  </a:lnTo>
                  <a:lnTo>
                    <a:pt x="27572" y="30551"/>
                  </a:lnTo>
                  <a:lnTo>
                    <a:pt x="29006" y="30000"/>
                  </a:lnTo>
                  <a:lnTo>
                    <a:pt x="30330" y="29338"/>
                  </a:lnTo>
                  <a:lnTo>
                    <a:pt x="31653" y="28566"/>
                  </a:lnTo>
                  <a:lnTo>
                    <a:pt x="32866" y="27683"/>
                  </a:lnTo>
                  <a:lnTo>
                    <a:pt x="33969" y="26691"/>
                  </a:lnTo>
                  <a:lnTo>
                    <a:pt x="34962" y="25588"/>
                  </a:lnTo>
                  <a:lnTo>
                    <a:pt x="35844" y="24375"/>
                  </a:lnTo>
                  <a:lnTo>
                    <a:pt x="36616" y="23051"/>
                  </a:lnTo>
                  <a:lnTo>
                    <a:pt x="37278" y="21728"/>
                  </a:lnTo>
                  <a:lnTo>
                    <a:pt x="37829" y="20294"/>
                  </a:lnTo>
                  <a:lnTo>
                    <a:pt x="38160" y="18750"/>
                  </a:lnTo>
                  <a:lnTo>
                    <a:pt x="38381" y="17206"/>
                  </a:lnTo>
                  <a:lnTo>
                    <a:pt x="38491" y="15662"/>
                  </a:lnTo>
                  <a:lnTo>
                    <a:pt x="38381" y="14008"/>
                  </a:lnTo>
                  <a:lnTo>
                    <a:pt x="38160" y="12463"/>
                  </a:lnTo>
                  <a:lnTo>
                    <a:pt x="37829" y="11030"/>
                  </a:lnTo>
                  <a:lnTo>
                    <a:pt x="37278" y="9596"/>
                  </a:lnTo>
                  <a:lnTo>
                    <a:pt x="36616" y="8162"/>
                  </a:lnTo>
                  <a:lnTo>
                    <a:pt x="35844" y="6949"/>
                  </a:lnTo>
                  <a:lnTo>
                    <a:pt x="34962" y="5736"/>
                  </a:lnTo>
                  <a:lnTo>
                    <a:pt x="33969" y="4633"/>
                  </a:lnTo>
                  <a:lnTo>
                    <a:pt x="32866" y="3530"/>
                  </a:lnTo>
                  <a:lnTo>
                    <a:pt x="31653" y="2648"/>
                  </a:lnTo>
                  <a:lnTo>
                    <a:pt x="30330" y="1876"/>
                  </a:lnTo>
                  <a:lnTo>
                    <a:pt x="29006" y="1214"/>
                  </a:lnTo>
                  <a:lnTo>
                    <a:pt x="27572" y="663"/>
                  </a:lnTo>
                  <a:lnTo>
                    <a:pt x="26028" y="332"/>
                  </a:lnTo>
                  <a:lnTo>
                    <a:pt x="24484" y="111"/>
                  </a:lnTo>
                  <a:lnTo>
                    <a:pt x="2283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1"/>
                </a:solidFill>
              </a:endParaRPr>
            </a:p>
          </p:txBody>
        </p:sp>
        <p:sp>
          <p:nvSpPr>
            <p:cNvPr id="7605" name="Google Shape;7605;p534"/>
            <p:cNvSpPr/>
            <p:nvPr/>
          </p:nvSpPr>
          <p:spPr>
            <a:xfrm>
              <a:off x="4837050" y="3902475"/>
              <a:ext cx="1552325" cy="1552350"/>
            </a:xfrm>
            <a:custGeom>
              <a:avLst/>
              <a:gdLst/>
              <a:ahLst/>
              <a:cxnLst/>
              <a:rect l="l" t="t" r="r" b="b"/>
              <a:pathLst>
                <a:path w="62093" h="62094" extrusionOk="0">
                  <a:moveTo>
                    <a:pt x="46432" y="41911"/>
                  </a:moveTo>
                  <a:lnTo>
                    <a:pt x="47314" y="42021"/>
                  </a:lnTo>
                  <a:lnTo>
                    <a:pt x="48197" y="42242"/>
                  </a:lnTo>
                  <a:lnTo>
                    <a:pt x="48969" y="42683"/>
                  </a:lnTo>
                  <a:lnTo>
                    <a:pt x="49630" y="43234"/>
                  </a:lnTo>
                  <a:lnTo>
                    <a:pt x="50182" y="43896"/>
                  </a:lnTo>
                  <a:lnTo>
                    <a:pt x="50623" y="44668"/>
                  </a:lnTo>
                  <a:lnTo>
                    <a:pt x="50954" y="45550"/>
                  </a:lnTo>
                  <a:lnTo>
                    <a:pt x="50954" y="46433"/>
                  </a:lnTo>
                  <a:lnTo>
                    <a:pt x="50954" y="47315"/>
                  </a:lnTo>
                  <a:lnTo>
                    <a:pt x="50623" y="48197"/>
                  </a:lnTo>
                  <a:lnTo>
                    <a:pt x="50182" y="48969"/>
                  </a:lnTo>
                  <a:lnTo>
                    <a:pt x="49630" y="49631"/>
                  </a:lnTo>
                  <a:lnTo>
                    <a:pt x="48969" y="50182"/>
                  </a:lnTo>
                  <a:lnTo>
                    <a:pt x="48197" y="50624"/>
                  </a:lnTo>
                  <a:lnTo>
                    <a:pt x="47314" y="50844"/>
                  </a:lnTo>
                  <a:lnTo>
                    <a:pt x="46432" y="50954"/>
                  </a:lnTo>
                  <a:lnTo>
                    <a:pt x="45550" y="50844"/>
                  </a:lnTo>
                  <a:lnTo>
                    <a:pt x="44667" y="50624"/>
                  </a:lnTo>
                  <a:lnTo>
                    <a:pt x="43895" y="50182"/>
                  </a:lnTo>
                  <a:lnTo>
                    <a:pt x="43234" y="49631"/>
                  </a:lnTo>
                  <a:lnTo>
                    <a:pt x="42682" y="48969"/>
                  </a:lnTo>
                  <a:lnTo>
                    <a:pt x="42241" y="48197"/>
                  </a:lnTo>
                  <a:lnTo>
                    <a:pt x="42020" y="47315"/>
                  </a:lnTo>
                  <a:lnTo>
                    <a:pt x="41910" y="46433"/>
                  </a:lnTo>
                  <a:lnTo>
                    <a:pt x="42020" y="45550"/>
                  </a:lnTo>
                  <a:lnTo>
                    <a:pt x="42241" y="44668"/>
                  </a:lnTo>
                  <a:lnTo>
                    <a:pt x="42682" y="43896"/>
                  </a:lnTo>
                  <a:lnTo>
                    <a:pt x="43234" y="43234"/>
                  </a:lnTo>
                  <a:lnTo>
                    <a:pt x="43895" y="42683"/>
                  </a:lnTo>
                  <a:lnTo>
                    <a:pt x="44667" y="42242"/>
                  </a:lnTo>
                  <a:lnTo>
                    <a:pt x="45550" y="42021"/>
                  </a:lnTo>
                  <a:lnTo>
                    <a:pt x="46432" y="41911"/>
                  </a:lnTo>
                  <a:close/>
                  <a:moveTo>
                    <a:pt x="7720" y="1"/>
                  </a:moveTo>
                  <a:lnTo>
                    <a:pt x="5846" y="2207"/>
                  </a:lnTo>
                  <a:lnTo>
                    <a:pt x="3860" y="4302"/>
                  </a:lnTo>
                  <a:lnTo>
                    <a:pt x="1985" y="6177"/>
                  </a:lnTo>
                  <a:lnTo>
                    <a:pt x="0" y="7831"/>
                  </a:lnTo>
                  <a:lnTo>
                    <a:pt x="32094" y="40367"/>
                  </a:lnTo>
                  <a:lnTo>
                    <a:pt x="31543" y="41800"/>
                  </a:lnTo>
                  <a:lnTo>
                    <a:pt x="31102" y="43234"/>
                  </a:lnTo>
                  <a:lnTo>
                    <a:pt x="30881" y="44889"/>
                  </a:lnTo>
                  <a:lnTo>
                    <a:pt x="30771" y="46433"/>
                  </a:lnTo>
                  <a:lnTo>
                    <a:pt x="30881" y="47977"/>
                  </a:lnTo>
                  <a:lnTo>
                    <a:pt x="31102" y="49521"/>
                  </a:lnTo>
                  <a:lnTo>
                    <a:pt x="31433" y="50954"/>
                  </a:lnTo>
                  <a:lnTo>
                    <a:pt x="31984" y="52388"/>
                  </a:lnTo>
                  <a:lnTo>
                    <a:pt x="32646" y="53822"/>
                  </a:lnTo>
                  <a:lnTo>
                    <a:pt x="33418" y="55145"/>
                  </a:lnTo>
                  <a:lnTo>
                    <a:pt x="34300" y="56359"/>
                  </a:lnTo>
                  <a:lnTo>
                    <a:pt x="35403" y="57462"/>
                  </a:lnTo>
                  <a:lnTo>
                    <a:pt x="36506" y="58564"/>
                  </a:lnTo>
                  <a:lnTo>
                    <a:pt x="37829" y="59447"/>
                  </a:lnTo>
                  <a:lnTo>
                    <a:pt x="39043" y="60219"/>
                  </a:lnTo>
                  <a:lnTo>
                    <a:pt x="40476" y="60881"/>
                  </a:lnTo>
                  <a:lnTo>
                    <a:pt x="41910" y="61432"/>
                  </a:lnTo>
                  <a:lnTo>
                    <a:pt x="43344" y="61763"/>
                  </a:lnTo>
                  <a:lnTo>
                    <a:pt x="44888" y="61983"/>
                  </a:lnTo>
                  <a:lnTo>
                    <a:pt x="46432" y="62094"/>
                  </a:lnTo>
                  <a:lnTo>
                    <a:pt x="47976" y="61983"/>
                  </a:lnTo>
                  <a:lnTo>
                    <a:pt x="49520" y="61763"/>
                  </a:lnTo>
                  <a:lnTo>
                    <a:pt x="50954" y="61432"/>
                  </a:lnTo>
                  <a:lnTo>
                    <a:pt x="52388" y="60881"/>
                  </a:lnTo>
                  <a:lnTo>
                    <a:pt x="53821" y="60219"/>
                  </a:lnTo>
                  <a:lnTo>
                    <a:pt x="55145" y="59447"/>
                  </a:lnTo>
                  <a:lnTo>
                    <a:pt x="56358" y="58564"/>
                  </a:lnTo>
                  <a:lnTo>
                    <a:pt x="57461" y="57462"/>
                  </a:lnTo>
                  <a:lnTo>
                    <a:pt x="58564" y="56359"/>
                  </a:lnTo>
                  <a:lnTo>
                    <a:pt x="59446" y="55145"/>
                  </a:lnTo>
                  <a:lnTo>
                    <a:pt x="60218" y="53822"/>
                  </a:lnTo>
                  <a:lnTo>
                    <a:pt x="60880" y="52388"/>
                  </a:lnTo>
                  <a:lnTo>
                    <a:pt x="61431" y="50954"/>
                  </a:lnTo>
                  <a:lnTo>
                    <a:pt x="61762" y="49521"/>
                  </a:lnTo>
                  <a:lnTo>
                    <a:pt x="61983" y="47977"/>
                  </a:lnTo>
                  <a:lnTo>
                    <a:pt x="62093" y="46433"/>
                  </a:lnTo>
                  <a:lnTo>
                    <a:pt x="61983" y="44889"/>
                  </a:lnTo>
                  <a:lnTo>
                    <a:pt x="61762" y="43344"/>
                  </a:lnTo>
                  <a:lnTo>
                    <a:pt x="61431" y="41911"/>
                  </a:lnTo>
                  <a:lnTo>
                    <a:pt x="60880" y="40477"/>
                  </a:lnTo>
                  <a:lnTo>
                    <a:pt x="60218" y="39043"/>
                  </a:lnTo>
                  <a:lnTo>
                    <a:pt x="59446" y="37720"/>
                  </a:lnTo>
                  <a:lnTo>
                    <a:pt x="58564" y="36507"/>
                  </a:lnTo>
                  <a:lnTo>
                    <a:pt x="57461" y="35404"/>
                  </a:lnTo>
                  <a:lnTo>
                    <a:pt x="56358" y="34301"/>
                  </a:lnTo>
                  <a:lnTo>
                    <a:pt x="55145" y="33418"/>
                  </a:lnTo>
                  <a:lnTo>
                    <a:pt x="53821" y="32646"/>
                  </a:lnTo>
                  <a:lnTo>
                    <a:pt x="52388" y="31985"/>
                  </a:lnTo>
                  <a:lnTo>
                    <a:pt x="50954" y="31433"/>
                  </a:lnTo>
                  <a:lnTo>
                    <a:pt x="49520" y="31102"/>
                  </a:lnTo>
                  <a:lnTo>
                    <a:pt x="47976" y="30882"/>
                  </a:lnTo>
                  <a:lnTo>
                    <a:pt x="46432" y="30771"/>
                  </a:lnTo>
                  <a:lnTo>
                    <a:pt x="44667" y="30882"/>
                  </a:lnTo>
                  <a:lnTo>
                    <a:pt x="43013" y="31213"/>
                  </a:lnTo>
                  <a:lnTo>
                    <a:pt x="41359" y="31654"/>
                  </a:lnTo>
                  <a:lnTo>
                    <a:pt x="39704" y="32316"/>
                  </a:lnTo>
                  <a:lnTo>
                    <a:pt x="772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1"/>
                </a:solidFill>
              </a:endParaRPr>
            </a:p>
          </p:txBody>
        </p:sp>
        <p:sp>
          <p:nvSpPr>
            <p:cNvPr id="7606" name="Google Shape;7606;p534"/>
            <p:cNvSpPr/>
            <p:nvPr/>
          </p:nvSpPr>
          <p:spPr>
            <a:xfrm>
              <a:off x="1230600" y="2488025"/>
              <a:ext cx="965050" cy="783075"/>
            </a:xfrm>
            <a:custGeom>
              <a:avLst/>
              <a:gdLst/>
              <a:ahLst/>
              <a:cxnLst/>
              <a:rect l="l" t="t" r="r" b="b"/>
              <a:pathLst>
                <a:path w="38602" h="31323" extrusionOk="0">
                  <a:moveTo>
                    <a:pt x="15661" y="11139"/>
                  </a:moveTo>
                  <a:lnTo>
                    <a:pt x="16543" y="11250"/>
                  </a:lnTo>
                  <a:lnTo>
                    <a:pt x="17426" y="11470"/>
                  </a:lnTo>
                  <a:lnTo>
                    <a:pt x="18198" y="11911"/>
                  </a:lnTo>
                  <a:lnTo>
                    <a:pt x="18859" y="12463"/>
                  </a:lnTo>
                  <a:lnTo>
                    <a:pt x="19411" y="13125"/>
                  </a:lnTo>
                  <a:lnTo>
                    <a:pt x="19852" y="13897"/>
                  </a:lnTo>
                  <a:lnTo>
                    <a:pt x="20073" y="14779"/>
                  </a:lnTo>
                  <a:lnTo>
                    <a:pt x="20183" y="15661"/>
                  </a:lnTo>
                  <a:lnTo>
                    <a:pt x="20073" y="16544"/>
                  </a:lnTo>
                  <a:lnTo>
                    <a:pt x="19852" y="17426"/>
                  </a:lnTo>
                  <a:lnTo>
                    <a:pt x="19411" y="18198"/>
                  </a:lnTo>
                  <a:lnTo>
                    <a:pt x="18859" y="18860"/>
                  </a:lnTo>
                  <a:lnTo>
                    <a:pt x="18198" y="19411"/>
                  </a:lnTo>
                  <a:lnTo>
                    <a:pt x="17426" y="19852"/>
                  </a:lnTo>
                  <a:lnTo>
                    <a:pt x="16543" y="20073"/>
                  </a:lnTo>
                  <a:lnTo>
                    <a:pt x="15661" y="20183"/>
                  </a:lnTo>
                  <a:lnTo>
                    <a:pt x="14779" y="20073"/>
                  </a:lnTo>
                  <a:lnTo>
                    <a:pt x="13896" y="19852"/>
                  </a:lnTo>
                  <a:lnTo>
                    <a:pt x="13124" y="19411"/>
                  </a:lnTo>
                  <a:lnTo>
                    <a:pt x="12463" y="18860"/>
                  </a:lnTo>
                  <a:lnTo>
                    <a:pt x="11911" y="18198"/>
                  </a:lnTo>
                  <a:lnTo>
                    <a:pt x="11470" y="17426"/>
                  </a:lnTo>
                  <a:lnTo>
                    <a:pt x="11249" y="16544"/>
                  </a:lnTo>
                  <a:lnTo>
                    <a:pt x="11139" y="15661"/>
                  </a:lnTo>
                  <a:lnTo>
                    <a:pt x="11249" y="14779"/>
                  </a:lnTo>
                  <a:lnTo>
                    <a:pt x="11470" y="13897"/>
                  </a:lnTo>
                  <a:lnTo>
                    <a:pt x="11911" y="13125"/>
                  </a:lnTo>
                  <a:lnTo>
                    <a:pt x="12463" y="12463"/>
                  </a:lnTo>
                  <a:lnTo>
                    <a:pt x="13124" y="11911"/>
                  </a:lnTo>
                  <a:lnTo>
                    <a:pt x="13896" y="11470"/>
                  </a:lnTo>
                  <a:lnTo>
                    <a:pt x="14779" y="11250"/>
                  </a:lnTo>
                  <a:lnTo>
                    <a:pt x="15661" y="11139"/>
                  </a:lnTo>
                  <a:close/>
                  <a:moveTo>
                    <a:pt x="15661" y="0"/>
                  </a:moveTo>
                  <a:lnTo>
                    <a:pt x="14117" y="111"/>
                  </a:lnTo>
                  <a:lnTo>
                    <a:pt x="12463" y="331"/>
                  </a:lnTo>
                  <a:lnTo>
                    <a:pt x="11029" y="772"/>
                  </a:lnTo>
                  <a:lnTo>
                    <a:pt x="9595" y="1324"/>
                  </a:lnTo>
                  <a:lnTo>
                    <a:pt x="8161" y="1985"/>
                  </a:lnTo>
                  <a:lnTo>
                    <a:pt x="6948" y="2757"/>
                  </a:lnTo>
                  <a:lnTo>
                    <a:pt x="5735" y="3640"/>
                  </a:lnTo>
                  <a:lnTo>
                    <a:pt x="4632" y="4632"/>
                  </a:lnTo>
                  <a:lnTo>
                    <a:pt x="3640" y="5735"/>
                  </a:lnTo>
                  <a:lnTo>
                    <a:pt x="2757" y="6948"/>
                  </a:lnTo>
                  <a:lnTo>
                    <a:pt x="1875" y="8272"/>
                  </a:lnTo>
                  <a:lnTo>
                    <a:pt x="1213" y="9595"/>
                  </a:lnTo>
                  <a:lnTo>
                    <a:pt x="772" y="11029"/>
                  </a:lnTo>
                  <a:lnTo>
                    <a:pt x="331" y="12573"/>
                  </a:lnTo>
                  <a:lnTo>
                    <a:pt x="110" y="14117"/>
                  </a:lnTo>
                  <a:lnTo>
                    <a:pt x="0" y="15661"/>
                  </a:lnTo>
                  <a:lnTo>
                    <a:pt x="110" y="17316"/>
                  </a:lnTo>
                  <a:lnTo>
                    <a:pt x="331" y="18860"/>
                  </a:lnTo>
                  <a:lnTo>
                    <a:pt x="772" y="20293"/>
                  </a:lnTo>
                  <a:lnTo>
                    <a:pt x="1213" y="21727"/>
                  </a:lnTo>
                  <a:lnTo>
                    <a:pt x="1875" y="23161"/>
                  </a:lnTo>
                  <a:lnTo>
                    <a:pt x="2757" y="24374"/>
                  </a:lnTo>
                  <a:lnTo>
                    <a:pt x="3640" y="25587"/>
                  </a:lnTo>
                  <a:lnTo>
                    <a:pt x="4632" y="26690"/>
                  </a:lnTo>
                  <a:lnTo>
                    <a:pt x="5735" y="27683"/>
                  </a:lnTo>
                  <a:lnTo>
                    <a:pt x="6948" y="28675"/>
                  </a:lnTo>
                  <a:lnTo>
                    <a:pt x="8161" y="29448"/>
                  </a:lnTo>
                  <a:lnTo>
                    <a:pt x="9595" y="30109"/>
                  </a:lnTo>
                  <a:lnTo>
                    <a:pt x="11029" y="30661"/>
                  </a:lnTo>
                  <a:lnTo>
                    <a:pt x="12463" y="30992"/>
                  </a:lnTo>
                  <a:lnTo>
                    <a:pt x="14117" y="31212"/>
                  </a:lnTo>
                  <a:lnTo>
                    <a:pt x="15661" y="31322"/>
                  </a:lnTo>
                  <a:lnTo>
                    <a:pt x="16874" y="31212"/>
                  </a:lnTo>
                  <a:lnTo>
                    <a:pt x="18198" y="31102"/>
                  </a:lnTo>
                  <a:lnTo>
                    <a:pt x="19301" y="30881"/>
                  </a:lnTo>
                  <a:lnTo>
                    <a:pt x="20514" y="30550"/>
                  </a:lnTo>
                  <a:lnTo>
                    <a:pt x="21617" y="30109"/>
                  </a:lnTo>
                  <a:lnTo>
                    <a:pt x="22720" y="29668"/>
                  </a:lnTo>
                  <a:lnTo>
                    <a:pt x="23822" y="29006"/>
                  </a:lnTo>
                  <a:lnTo>
                    <a:pt x="24705" y="28345"/>
                  </a:lnTo>
                  <a:lnTo>
                    <a:pt x="25697" y="27683"/>
                  </a:lnTo>
                  <a:lnTo>
                    <a:pt x="26580" y="26911"/>
                  </a:lnTo>
                  <a:lnTo>
                    <a:pt x="27352" y="26029"/>
                  </a:lnTo>
                  <a:lnTo>
                    <a:pt x="28124" y="25146"/>
                  </a:lnTo>
                  <a:lnTo>
                    <a:pt x="28785" y="24154"/>
                  </a:lnTo>
                  <a:lnTo>
                    <a:pt x="29447" y="23161"/>
                  </a:lnTo>
                  <a:lnTo>
                    <a:pt x="29888" y="22058"/>
                  </a:lnTo>
                  <a:lnTo>
                    <a:pt x="30440" y="20955"/>
                  </a:lnTo>
                  <a:lnTo>
                    <a:pt x="38601" y="20955"/>
                  </a:lnTo>
                  <a:lnTo>
                    <a:pt x="38381" y="18198"/>
                  </a:lnTo>
                  <a:lnTo>
                    <a:pt x="38381" y="15330"/>
                  </a:lnTo>
                  <a:lnTo>
                    <a:pt x="38381" y="12573"/>
                  </a:lnTo>
                  <a:lnTo>
                    <a:pt x="38601" y="9816"/>
                  </a:lnTo>
                  <a:lnTo>
                    <a:pt x="30109" y="9816"/>
                  </a:lnTo>
                  <a:lnTo>
                    <a:pt x="29668" y="8823"/>
                  </a:lnTo>
                  <a:lnTo>
                    <a:pt x="29116" y="7720"/>
                  </a:lnTo>
                  <a:lnTo>
                    <a:pt x="28565" y="6838"/>
                  </a:lnTo>
                  <a:lnTo>
                    <a:pt x="27793" y="5846"/>
                  </a:lnTo>
                  <a:lnTo>
                    <a:pt x="27131" y="5074"/>
                  </a:lnTo>
                  <a:lnTo>
                    <a:pt x="26249" y="4191"/>
                  </a:lnTo>
                  <a:lnTo>
                    <a:pt x="25367" y="3419"/>
                  </a:lnTo>
                  <a:lnTo>
                    <a:pt x="24484" y="2757"/>
                  </a:lnTo>
                  <a:lnTo>
                    <a:pt x="23492" y="2206"/>
                  </a:lnTo>
                  <a:lnTo>
                    <a:pt x="22499" y="1655"/>
                  </a:lnTo>
                  <a:lnTo>
                    <a:pt x="21506" y="1213"/>
                  </a:lnTo>
                  <a:lnTo>
                    <a:pt x="20403" y="772"/>
                  </a:lnTo>
                  <a:lnTo>
                    <a:pt x="19190" y="441"/>
                  </a:lnTo>
                  <a:lnTo>
                    <a:pt x="18087" y="221"/>
                  </a:lnTo>
                  <a:lnTo>
                    <a:pt x="16874" y="111"/>
                  </a:lnTo>
                  <a:lnTo>
                    <a:pt x="1566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1"/>
                </a:solidFill>
              </a:endParaRPr>
            </a:p>
          </p:txBody>
        </p:sp>
        <p:sp>
          <p:nvSpPr>
            <p:cNvPr id="7607" name="Google Shape;7607;p534"/>
            <p:cNvSpPr/>
            <p:nvPr/>
          </p:nvSpPr>
          <p:spPr>
            <a:xfrm>
              <a:off x="1600050" y="3908000"/>
              <a:ext cx="1160825" cy="1171850"/>
            </a:xfrm>
            <a:custGeom>
              <a:avLst/>
              <a:gdLst/>
              <a:ahLst/>
              <a:cxnLst/>
              <a:rect l="l" t="t" r="r" b="b"/>
              <a:pathLst>
                <a:path w="46433" h="46874" extrusionOk="0">
                  <a:moveTo>
                    <a:pt x="16544" y="26690"/>
                  </a:moveTo>
                  <a:lnTo>
                    <a:pt x="17426" y="27021"/>
                  </a:lnTo>
                  <a:lnTo>
                    <a:pt x="18198" y="27462"/>
                  </a:lnTo>
                  <a:lnTo>
                    <a:pt x="18860" y="28014"/>
                  </a:lnTo>
                  <a:lnTo>
                    <a:pt x="19412" y="28676"/>
                  </a:lnTo>
                  <a:lnTo>
                    <a:pt x="19853" y="29448"/>
                  </a:lnTo>
                  <a:lnTo>
                    <a:pt x="20184" y="30330"/>
                  </a:lnTo>
                  <a:lnTo>
                    <a:pt x="20184" y="31212"/>
                  </a:lnTo>
                  <a:lnTo>
                    <a:pt x="20184" y="32095"/>
                  </a:lnTo>
                  <a:lnTo>
                    <a:pt x="19853" y="32977"/>
                  </a:lnTo>
                  <a:lnTo>
                    <a:pt x="19412" y="33749"/>
                  </a:lnTo>
                  <a:lnTo>
                    <a:pt x="18860" y="34411"/>
                  </a:lnTo>
                  <a:lnTo>
                    <a:pt x="18198" y="34962"/>
                  </a:lnTo>
                  <a:lnTo>
                    <a:pt x="17426" y="35403"/>
                  </a:lnTo>
                  <a:lnTo>
                    <a:pt x="16544" y="35624"/>
                  </a:lnTo>
                  <a:lnTo>
                    <a:pt x="15662" y="35734"/>
                  </a:lnTo>
                  <a:lnTo>
                    <a:pt x="14779" y="35624"/>
                  </a:lnTo>
                  <a:lnTo>
                    <a:pt x="14007" y="35403"/>
                  </a:lnTo>
                  <a:lnTo>
                    <a:pt x="13125" y="34962"/>
                  </a:lnTo>
                  <a:lnTo>
                    <a:pt x="12463" y="34411"/>
                  </a:lnTo>
                  <a:lnTo>
                    <a:pt x="11912" y="33749"/>
                  </a:lnTo>
                  <a:lnTo>
                    <a:pt x="11471" y="32867"/>
                  </a:lnTo>
                  <a:lnTo>
                    <a:pt x="11250" y="32095"/>
                  </a:lnTo>
                  <a:lnTo>
                    <a:pt x="11140" y="31212"/>
                  </a:lnTo>
                  <a:lnTo>
                    <a:pt x="11250" y="30330"/>
                  </a:lnTo>
                  <a:lnTo>
                    <a:pt x="11471" y="29448"/>
                  </a:lnTo>
                  <a:lnTo>
                    <a:pt x="11912" y="28676"/>
                  </a:lnTo>
                  <a:lnTo>
                    <a:pt x="12463" y="28014"/>
                  </a:lnTo>
                  <a:lnTo>
                    <a:pt x="13125" y="27462"/>
                  </a:lnTo>
                  <a:lnTo>
                    <a:pt x="14007" y="27021"/>
                  </a:lnTo>
                  <a:lnTo>
                    <a:pt x="14779" y="26690"/>
                  </a:lnTo>
                  <a:close/>
                  <a:moveTo>
                    <a:pt x="38602" y="0"/>
                  </a:moveTo>
                  <a:lnTo>
                    <a:pt x="21838" y="16764"/>
                  </a:lnTo>
                  <a:lnTo>
                    <a:pt x="20294" y="16323"/>
                  </a:lnTo>
                  <a:lnTo>
                    <a:pt x="18750" y="15882"/>
                  </a:lnTo>
                  <a:lnTo>
                    <a:pt x="17206" y="15661"/>
                  </a:lnTo>
                  <a:lnTo>
                    <a:pt x="15662" y="15551"/>
                  </a:lnTo>
                  <a:lnTo>
                    <a:pt x="14228" y="15661"/>
                  </a:lnTo>
                  <a:lnTo>
                    <a:pt x="12684" y="15882"/>
                  </a:lnTo>
                  <a:lnTo>
                    <a:pt x="11250" y="16213"/>
                  </a:lnTo>
                  <a:lnTo>
                    <a:pt x="9816" y="16764"/>
                  </a:lnTo>
                  <a:lnTo>
                    <a:pt x="8383" y="17316"/>
                  </a:lnTo>
                  <a:lnTo>
                    <a:pt x="7059" y="18198"/>
                  </a:lnTo>
                  <a:lnTo>
                    <a:pt x="5846" y="19080"/>
                  </a:lnTo>
                  <a:lnTo>
                    <a:pt x="4633" y="20183"/>
                  </a:lnTo>
                  <a:lnTo>
                    <a:pt x="3530" y="21286"/>
                  </a:lnTo>
                  <a:lnTo>
                    <a:pt x="2648" y="22610"/>
                  </a:lnTo>
                  <a:lnTo>
                    <a:pt x="1876" y="23933"/>
                  </a:lnTo>
                  <a:lnTo>
                    <a:pt x="1214" y="25367"/>
                  </a:lnTo>
                  <a:lnTo>
                    <a:pt x="662" y="26801"/>
                  </a:lnTo>
                  <a:lnTo>
                    <a:pt x="332" y="28234"/>
                  </a:lnTo>
                  <a:lnTo>
                    <a:pt x="111" y="29668"/>
                  </a:lnTo>
                  <a:lnTo>
                    <a:pt x="1" y="31212"/>
                  </a:lnTo>
                  <a:lnTo>
                    <a:pt x="111" y="32646"/>
                  </a:lnTo>
                  <a:lnTo>
                    <a:pt x="332" y="34190"/>
                  </a:lnTo>
                  <a:lnTo>
                    <a:pt x="662" y="35624"/>
                  </a:lnTo>
                  <a:lnTo>
                    <a:pt x="1214" y="37058"/>
                  </a:lnTo>
                  <a:lnTo>
                    <a:pt x="1876" y="38491"/>
                  </a:lnTo>
                  <a:lnTo>
                    <a:pt x="2648" y="39815"/>
                  </a:lnTo>
                  <a:lnTo>
                    <a:pt x="3530" y="41028"/>
                  </a:lnTo>
                  <a:lnTo>
                    <a:pt x="4633" y="42241"/>
                  </a:lnTo>
                  <a:lnTo>
                    <a:pt x="5846" y="43344"/>
                  </a:lnTo>
                  <a:lnTo>
                    <a:pt x="7059" y="44226"/>
                  </a:lnTo>
                  <a:lnTo>
                    <a:pt x="8383" y="44998"/>
                  </a:lnTo>
                  <a:lnTo>
                    <a:pt x="9816" y="45660"/>
                  </a:lnTo>
                  <a:lnTo>
                    <a:pt x="11250" y="46212"/>
                  </a:lnTo>
                  <a:lnTo>
                    <a:pt x="12684" y="46542"/>
                  </a:lnTo>
                  <a:lnTo>
                    <a:pt x="14228" y="46763"/>
                  </a:lnTo>
                  <a:lnTo>
                    <a:pt x="15662" y="46873"/>
                  </a:lnTo>
                  <a:lnTo>
                    <a:pt x="17206" y="46763"/>
                  </a:lnTo>
                  <a:lnTo>
                    <a:pt x="18640" y="46542"/>
                  </a:lnTo>
                  <a:lnTo>
                    <a:pt x="20073" y="46212"/>
                  </a:lnTo>
                  <a:lnTo>
                    <a:pt x="21507" y="45660"/>
                  </a:lnTo>
                  <a:lnTo>
                    <a:pt x="22941" y="44998"/>
                  </a:lnTo>
                  <a:lnTo>
                    <a:pt x="24264" y="44226"/>
                  </a:lnTo>
                  <a:lnTo>
                    <a:pt x="25588" y="43344"/>
                  </a:lnTo>
                  <a:lnTo>
                    <a:pt x="26691" y="42241"/>
                  </a:lnTo>
                  <a:lnTo>
                    <a:pt x="27794" y="41138"/>
                  </a:lnTo>
                  <a:lnTo>
                    <a:pt x="28676" y="39815"/>
                  </a:lnTo>
                  <a:lnTo>
                    <a:pt x="29448" y="38602"/>
                  </a:lnTo>
                  <a:lnTo>
                    <a:pt x="30110" y="37168"/>
                  </a:lnTo>
                  <a:lnTo>
                    <a:pt x="30661" y="35734"/>
                  </a:lnTo>
                  <a:lnTo>
                    <a:pt x="30992" y="34300"/>
                  </a:lnTo>
                  <a:lnTo>
                    <a:pt x="31213" y="32756"/>
                  </a:lnTo>
                  <a:lnTo>
                    <a:pt x="31323" y="31212"/>
                  </a:lnTo>
                  <a:lnTo>
                    <a:pt x="31213" y="29448"/>
                  </a:lnTo>
                  <a:lnTo>
                    <a:pt x="30882" y="27683"/>
                  </a:lnTo>
                  <a:lnTo>
                    <a:pt x="30441" y="26029"/>
                  </a:lnTo>
                  <a:lnTo>
                    <a:pt x="29779" y="24485"/>
                  </a:lnTo>
                  <a:lnTo>
                    <a:pt x="46432" y="7831"/>
                  </a:lnTo>
                  <a:lnTo>
                    <a:pt x="44447" y="5956"/>
                  </a:lnTo>
                  <a:lnTo>
                    <a:pt x="42352" y="4081"/>
                  </a:lnTo>
                  <a:lnTo>
                    <a:pt x="40477" y="2096"/>
                  </a:lnTo>
                  <a:lnTo>
                    <a:pt x="3860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1"/>
                </a:solidFill>
              </a:endParaRPr>
            </a:p>
          </p:txBody>
        </p:sp>
        <p:sp>
          <p:nvSpPr>
            <p:cNvPr id="7608" name="Google Shape;7608;p534"/>
            <p:cNvSpPr/>
            <p:nvPr/>
          </p:nvSpPr>
          <p:spPr>
            <a:xfrm>
              <a:off x="1492525" y="580000"/>
              <a:ext cx="1268350" cy="1257325"/>
            </a:xfrm>
            <a:custGeom>
              <a:avLst/>
              <a:gdLst/>
              <a:ahLst/>
              <a:cxnLst/>
              <a:rect l="l" t="t" r="r" b="b"/>
              <a:pathLst>
                <a:path w="50734" h="50293" extrusionOk="0">
                  <a:moveTo>
                    <a:pt x="15662" y="11030"/>
                  </a:moveTo>
                  <a:lnTo>
                    <a:pt x="16544" y="11140"/>
                  </a:lnTo>
                  <a:lnTo>
                    <a:pt x="17316" y="11361"/>
                  </a:lnTo>
                  <a:lnTo>
                    <a:pt x="18088" y="11802"/>
                  </a:lnTo>
                  <a:lnTo>
                    <a:pt x="18860" y="12353"/>
                  </a:lnTo>
                  <a:lnTo>
                    <a:pt x="19411" y="13125"/>
                  </a:lnTo>
                  <a:lnTo>
                    <a:pt x="19853" y="13897"/>
                  </a:lnTo>
                  <a:lnTo>
                    <a:pt x="20073" y="14669"/>
                  </a:lnTo>
                  <a:lnTo>
                    <a:pt x="20183" y="15552"/>
                  </a:lnTo>
                  <a:lnTo>
                    <a:pt x="20073" y="16434"/>
                  </a:lnTo>
                  <a:lnTo>
                    <a:pt x="19853" y="17316"/>
                  </a:lnTo>
                  <a:lnTo>
                    <a:pt x="19411" y="18088"/>
                  </a:lnTo>
                  <a:lnTo>
                    <a:pt x="18860" y="18750"/>
                  </a:lnTo>
                  <a:lnTo>
                    <a:pt x="18088" y="19412"/>
                  </a:lnTo>
                  <a:lnTo>
                    <a:pt x="17316" y="19853"/>
                  </a:lnTo>
                  <a:lnTo>
                    <a:pt x="16544" y="20074"/>
                  </a:lnTo>
                  <a:lnTo>
                    <a:pt x="15662" y="20184"/>
                  </a:lnTo>
                  <a:lnTo>
                    <a:pt x="14779" y="20074"/>
                  </a:lnTo>
                  <a:lnTo>
                    <a:pt x="13897" y="19853"/>
                  </a:lnTo>
                  <a:lnTo>
                    <a:pt x="13125" y="19412"/>
                  </a:lnTo>
                  <a:lnTo>
                    <a:pt x="12463" y="18750"/>
                  </a:lnTo>
                  <a:lnTo>
                    <a:pt x="11801" y="18088"/>
                  </a:lnTo>
                  <a:lnTo>
                    <a:pt x="11471" y="17316"/>
                  </a:lnTo>
                  <a:lnTo>
                    <a:pt x="11140" y="16434"/>
                  </a:lnTo>
                  <a:lnTo>
                    <a:pt x="11140" y="15552"/>
                  </a:lnTo>
                  <a:lnTo>
                    <a:pt x="11140" y="14780"/>
                  </a:lnTo>
                  <a:lnTo>
                    <a:pt x="11471" y="13897"/>
                  </a:lnTo>
                  <a:lnTo>
                    <a:pt x="11801" y="13125"/>
                  </a:lnTo>
                  <a:lnTo>
                    <a:pt x="12463" y="12353"/>
                  </a:lnTo>
                  <a:lnTo>
                    <a:pt x="13125" y="11802"/>
                  </a:lnTo>
                  <a:lnTo>
                    <a:pt x="13897" y="11361"/>
                  </a:lnTo>
                  <a:lnTo>
                    <a:pt x="14779" y="11140"/>
                  </a:lnTo>
                  <a:lnTo>
                    <a:pt x="15662" y="11030"/>
                  </a:lnTo>
                  <a:close/>
                  <a:moveTo>
                    <a:pt x="14117" y="1"/>
                  </a:moveTo>
                  <a:lnTo>
                    <a:pt x="12684" y="221"/>
                  </a:lnTo>
                  <a:lnTo>
                    <a:pt x="11140" y="663"/>
                  </a:lnTo>
                  <a:lnTo>
                    <a:pt x="9706" y="1104"/>
                  </a:lnTo>
                  <a:lnTo>
                    <a:pt x="8382" y="1766"/>
                  </a:lnTo>
                  <a:lnTo>
                    <a:pt x="7059" y="2538"/>
                  </a:lnTo>
                  <a:lnTo>
                    <a:pt x="5736" y="3420"/>
                  </a:lnTo>
                  <a:lnTo>
                    <a:pt x="4633" y="4523"/>
                  </a:lnTo>
                  <a:lnTo>
                    <a:pt x="3530" y="5736"/>
                  </a:lnTo>
                  <a:lnTo>
                    <a:pt x="2537" y="6949"/>
                  </a:lnTo>
                  <a:lnTo>
                    <a:pt x="1765" y="8273"/>
                  </a:lnTo>
                  <a:lnTo>
                    <a:pt x="1214" y="9706"/>
                  </a:lnTo>
                  <a:lnTo>
                    <a:pt x="662" y="11140"/>
                  </a:lnTo>
                  <a:lnTo>
                    <a:pt x="331" y="12574"/>
                  </a:lnTo>
                  <a:lnTo>
                    <a:pt x="111" y="14118"/>
                  </a:lnTo>
                  <a:lnTo>
                    <a:pt x="0" y="15552"/>
                  </a:lnTo>
                  <a:lnTo>
                    <a:pt x="111" y="17096"/>
                  </a:lnTo>
                  <a:lnTo>
                    <a:pt x="331" y="18530"/>
                  </a:lnTo>
                  <a:lnTo>
                    <a:pt x="662" y="20074"/>
                  </a:lnTo>
                  <a:lnTo>
                    <a:pt x="1214" y="21507"/>
                  </a:lnTo>
                  <a:lnTo>
                    <a:pt x="1765" y="22831"/>
                  </a:lnTo>
                  <a:lnTo>
                    <a:pt x="2537" y="24154"/>
                  </a:lnTo>
                  <a:lnTo>
                    <a:pt x="3530" y="25478"/>
                  </a:lnTo>
                  <a:lnTo>
                    <a:pt x="4633" y="26691"/>
                  </a:lnTo>
                  <a:lnTo>
                    <a:pt x="5515" y="27463"/>
                  </a:lnTo>
                  <a:lnTo>
                    <a:pt x="6508" y="28235"/>
                  </a:lnTo>
                  <a:lnTo>
                    <a:pt x="7500" y="28897"/>
                  </a:lnTo>
                  <a:lnTo>
                    <a:pt x="8603" y="29558"/>
                  </a:lnTo>
                  <a:lnTo>
                    <a:pt x="9706" y="30000"/>
                  </a:lnTo>
                  <a:lnTo>
                    <a:pt x="10809" y="30441"/>
                  </a:lnTo>
                  <a:lnTo>
                    <a:pt x="11912" y="30772"/>
                  </a:lnTo>
                  <a:lnTo>
                    <a:pt x="13125" y="30992"/>
                  </a:lnTo>
                  <a:lnTo>
                    <a:pt x="14228" y="31103"/>
                  </a:lnTo>
                  <a:lnTo>
                    <a:pt x="15441" y="31213"/>
                  </a:lnTo>
                  <a:lnTo>
                    <a:pt x="16654" y="31213"/>
                  </a:lnTo>
                  <a:lnTo>
                    <a:pt x="17757" y="31103"/>
                  </a:lnTo>
                  <a:lnTo>
                    <a:pt x="18970" y="30882"/>
                  </a:lnTo>
                  <a:lnTo>
                    <a:pt x="20073" y="30551"/>
                  </a:lnTo>
                  <a:lnTo>
                    <a:pt x="21286" y="30220"/>
                  </a:lnTo>
                  <a:lnTo>
                    <a:pt x="22389" y="29669"/>
                  </a:lnTo>
                  <a:lnTo>
                    <a:pt x="42903" y="50293"/>
                  </a:lnTo>
                  <a:lnTo>
                    <a:pt x="44778" y="48197"/>
                  </a:lnTo>
                  <a:lnTo>
                    <a:pt x="46653" y="46212"/>
                  </a:lnTo>
                  <a:lnTo>
                    <a:pt x="48748" y="44337"/>
                  </a:lnTo>
                  <a:lnTo>
                    <a:pt x="50733" y="42462"/>
                  </a:lnTo>
                  <a:lnTo>
                    <a:pt x="29999" y="21728"/>
                  </a:lnTo>
                  <a:lnTo>
                    <a:pt x="30551" y="20294"/>
                  </a:lnTo>
                  <a:lnTo>
                    <a:pt x="30992" y="18750"/>
                  </a:lnTo>
                  <a:lnTo>
                    <a:pt x="31212" y="17206"/>
                  </a:lnTo>
                  <a:lnTo>
                    <a:pt x="31323" y="15552"/>
                  </a:lnTo>
                  <a:lnTo>
                    <a:pt x="31212" y="14008"/>
                  </a:lnTo>
                  <a:lnTo>
                    <a:pt x="30992" y="12574"/>
                  </a:lnTo>
                  <a:lnTo>
                    <a:pt x="30551" y="11030"/>
                  </a:lnTo>
                  <a:lnTo>
                    <a:pt x="30109" y="9596"/>
                  </a:lnTo>
                  <a:lnTo>
                    <a:pt x="29448" y="8273"/>
                  </a:lnTo>
                  <a:lnTo>
                    <a:pt x="28676" y="6949"/>
                  </a:lnTo>
                  <a:lnTo>
                    <a:pt x="27793" y="5736"/>
                  </a:lnTo>
                  <a:lnTo>
                    <a:pt x="26690" y="4523"/>
                  </a:lnTo>
                  <a:lnTo>
                    <a:pt x="25477" y="3420"/>
                  </a:lnTo>
                  <a:lnTo>
                    <a:pt x="24264" y="2538"/>
                  </a:lnTo>
                  <a:lnTo>
                    <a:pt x="22941" y="1766"/>
                  </a:lnTo>
                  <a:lnTo>
                    <a:pt x="21507" y="1104"/>
                  </a:lnTo>
                  <a:lnTo>
                    <a:pt x="20073" y="663"/>
                  </a:lnTo>
                  <a:lnTo>
                    <a:pt x="18639" y="221"/>
                  </a:lnTo>
                  <a:lnTo>
                    <a:pt x="1709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1"/>
                </a:solidFill>
              </a:endParaRPr>
            </a:p>
          </p:txBody>
        </p:sp>
        <p:sp>
          <p:nvSpPr>
            <p:cNvPr id="7609" name="Google Shape;7609;p534"/>
            <p:cNvSpPr/>
            <p:nvPr/>
          </p:nvSpPr>
          <p:spPr>
            <a:xfrm>
              <a:off x="4826025" y="351150"/>
              <a:ext cx="1450325" cy="1480675"/>
            </a:xfrm>
            <a:custGeom>
              <a:avLst/>
              <a:gdLst/>
              <a:ahLst/>
              <a:cxnLst/>
              <a:rect l="l" t="t" r="r" b="b"/>
              <a:pathLst>
                <a:path w="58013" h="59227" extrusionOk="0">
                  <a:moveTo>
                    <a:pt x="43233" y="11140"/>
                  </a:moveTo>
                  <a:lnTo>
                    <a:pt x="44116" y="11471"/>
                  </a:lnTo>
                  <a:lnTo>
                    <a:pt x="44888" y="11802"/>
                  </a:lnTo>
                  <a:lnTo>
                    <a:pt x="45549" y="12464"/>
                  </a:lnTo>
                  <a:lnTo>
                    <a:pt x="46101" y="13125"/>
                  </a:lnTo>
                  <a:lnTo>
                    <a:pt x="46542" y="13897"/>
                  </a:lnTo>
                  <a:lnTo>
                    <a:pt x="46763" y="14780"/>
                  </a:lnTo>
                  <a:lnTo>
                    <a:pt x="46873" y="15662"/>
                  </a:lnTo>
                  <a:lnTo>
                    <a:pt x="46763" y="16544"/>
                  </a:lnTo>
                  <a:lnTo>
                    <a:pt x="46542" y="17427"/>
                  </a:lnTo>
                  <a:lnTo>
                    <a:pt x="46101" y="18199"/>
                  </a:lnTo>
                  <a:lnTo>
                    <a:pt x="45549" y="18860"/>
                  </a:lnTo>
                  <a:lnTo>
                    <a:pt x="44888" y="19412"/>
                  </a:lnTo>
                  <a:lnTo>
                    <a:pt x="44116" y="19853"/>
                  </a:lnTo>
                  <a:lnTo>
                    <a:pt x="43233" y="20074"/>
                  </a:lnTo>
                  <a:lnTo>
                    <a:pt x="42351" y="20184"/>
                  </a:lnTo>
                  <a:lnTo>
                    <a:pt x="41469" y="20074"/>
                  </a:lnTo>
                  <a:lnTo>
                    <a:pt x="40586" y="19853"/>
                  </a:lnTo>
                  <a:lnTo>
                    <a:pt x="39814" y="19412"/>
                  </a:lnTo>
                  <a:lnTo>
                    <a:pt x="39153" y="18860"/>
                  </a:lnTo>
                  <a:lnTo>
                    <a:pt x="38601" y="18199"/>
                  </a:lnTo>
                  <a:lnTo>
                    <a:pt x="38160" y="17427"/>
                  </a:lnTo>
                  <a:lnTo>
                    <a:pt x="37940" y="16544"/>
                  </a:lnTo>
                  <a:lnTo>
                    <a:pt x="37829" y="15662"/>
                  </a:lnTo>
                  <a:lnTo>
                    <a:pt x="37940" y="14780"/>
                  </a:lnTo>
                  <a:lnTo>
                    <a:pt x="38160" y="13897"/>
                  </a:lnTo>
                  <a:lnTo>
                    <a:pt x="38601" y="13125"/>
                  </a:lnTo>
                  <a:lnTo>
                    <a:pt x="39153" y="12464"/>
                  </a:lnTo>
                  <a:lnTo>
                    <a:pt x="39814" y="11802"/>
                  </a:lnTo>
                  <a:lnTo>
                    <a:pt x="40586" y="11471"/>
                  </a:lnTo>
                  <a:lnTo>
                    <a:pt x="41469" y="11140"/>
                  </a:lnTo>
                  <a:close/>
                  <a:moveTo>
                    <a:pt x="42351" y="1"/>
                  </a:moveTo>
                  <a:lnTo>
                    <a:pt x="40807" y="111"/>
                  </a:lnTo>
                  <a:lnTo>
                    <a:pt x="39263" y="332"/>
                  </a:lnTo>
                  <a:lnTo>
                    <a:pt x="37829" y="663"/>
                  </a:lnTo>
                  <a:lnTo>
                    <a:pt x="36395" y="1214"/>
                  </a:lnTo>
                  <a:lnTo>
                    <a:pt x="34962" y="1876"/>
                  </a:lnTo>
                  <a:lnTo>
                    <a:pt x="33638" y="2648"/>
                  </a:lnTo>
                  <a:lnTo>
                    <a:pt x="32425" y="3530"/>
                  </a:lnTo>
                  <a:lnTo>
                    <a:pt x="31322" y="4633"/>
                  </a:lnTo>
                  <a:lnTo>
                    <a:pt x="30219" y="5736"/>
                  </a:lnTo>
                  <a:lnTo>
                    <a:pt x="29337" y="6949"/>
                  </a:lnTo>
                  <a:lnTo>
                    <a:pt x="28565" y="8273"/>
                  </a:lnTo>
                  <a:lnTo>
                    <a:pt x="27903" y="9596"/>
                  </a:lnTo>
                  <a:lnTo>
                    <a:pt x="27352" y="11030"/>
                  </a:lnTo>
                  <a:lnTo>
                    <a:pt x="27021" y="12574"/>
                  </a:lnTo>
                  <a:lnTo>
                    <a:pt x="26800" y="14118"/>
                  </a:lnTo>
                  <a:lnTo>
                    <a:pt x="26690" y="15662"/>
                  </a:lnTo>
                  <a:lnTo>
                    <a:pt x="26800" y="17427"/>
                  </a:lnTo>
                  <a:lnTo>
                    <a:pt x="27131" y="19081"/>
                  </a:lnTo>
                  <a:lnTo>
                    <a:pt x="27572" y="20735"/>
                  </a:lnTo>
                  <a:lnTo>
                    <a:pt x="28234" y="22390"/>
                  </a:lnTo>
                  <a:lnTo>
                    <a:pt x="0" y="51506"/>
                  </a:lnTo>
                  <a:lnTo>
                    <a:pt x="2206" y="53381"/>
                  </a:lnTo>
                  <a:lnTo>
                    <a:pt x="4301" y="55366"/>
                  </a:lnTo>
                  <a:lnTo>
                    <a:pt x="6176" y="57351"/>
                  </a:lnTo>
                  <a:lnTo>
                    <a:pt x="7941" y="59226"/>
                  </a:lnTo>
                  <a:lnTo>
                    <a:pt x="36175" y="30000"/>
                  </a:lnTo>
                  <a:lnTo>
                    <a:pt x="37719" y="30551"/>
                  </a:lnTo>
                  <a:lnTo>
                    <a:pt x="39153" y="30992"/>
                  </a:lnTo>
                  <a:lnTo>
                    <a:pt x="40807" y="31213"/>
                  </a:lnTo>
                  <a:lnTo>
                    <a:pt x="42351" y="31323"/>
                  </a:lnTo>
                  <a:lnTo>
                    <a:pt x="43895" y="31213"/>
                  </a:lnTo>
                  <a:lnTo>
                    <a:pt x="45439" y="30992"/>
                  </a:lnTo>
                  <a:lnTo>
                    <a:pt x="46873" y="30551"/>
                  </a:lnTo>
                  <a:lnTo>
                    <a:pt x="48307" y="30110"/>
                  </a:lnTo>
                  <a:lnTo>
                    <a:pt x="49740" y="29448"/>
                  </a:lnTo>
                  <a:lnTo>
                    <a:pt x="51064" y="28676"/>
                  </a:lnTo>
                  <a:lnTo>
                    <a:pt x="52277" y="27684"/>
                  </a:lnTo>
                  <a:lnTo>
                    <a:pt x="53380" y="26691"/>
                  </a:lnTo>
                  <a:lnTo>
                    <a:pt x="54483" y="25588"/>
                  </a:lnTo>
                  <a:lnTo>
                    <a:pt x="55365" y="24265"/>
                  </a:lnTo>
                  <a:lnTo>
                    <a:pt x="56137" y="23051"/>
                  </a:lnTo>
                  <a:lnTo>
                    <a:pt x="56799" y="21618"/>
                  </a:lnTo>
                  <a:lnTo>
                    <a:pt x="57350" y="20184"/>
                  </a:lnTo>
                  <a:lnTo>
                    <a:pt x="57681" y="18750"/>
                  </a:lnTo>
                  <a:lnTo>
                    <a:pt x="57902" y="17206"/>
                  </a:lnTo>
                  <a:lnTo>
                    <a:pt x="58012" y="15662"/>
                  </a:lnTo>
                  <a:lnTo>
                    <a:pt x="57902" y="14118"/>
                  </a:lnTo>
                  <a:lnTo>
                    <a:pt x="57681" y="12574"/>
                  </a:lnTo>
                  <a:lnTo>
                    <a:pt x="57350" y="11030"/>
                  </a:lnTo>
                  <a:lnTo>
                    <a:pt x="56799" y="9596"/>
                  </a:lnTo>
                  <a:lnTo>
                    <a:pt x="56137" y="8273"/>
                  </a:lnTo>
                  <a:lnTo>
                    <a:pt x="55365" y="6949"/>
                  </a:lnTo>
                  <a:lnTo>
                    <a:pt x="54483" y="5736"/>
                  </a:lnTo>
                  <a:lnTo>
                    <a:pt x="53380" y="4633"/>
                  </a:lnTo>
                  <a:lnTo>
                    <a:pt x="52277" y="3530"/>
                  </a:lnTo>
                  <a:lnTo>
                    <a:pt x="51064" y="2648"/>
                  </a:lnTo>
                  <a:lnTo>
                    <a:pt x="49740" y="1876"/>
                  </a:lnTo>
                  <a:lnTo>
                    <a:pt x="48307" y="1214"/>
                  </a:lnTo>
                  <a:lnTo>
                    <a:pt x="46873" y="663"/>
                  </a:lnTo>
                  <a:lnTo>
                    <a:pt x="45439" y="332"/>
                  </a:lnTo>
                  <a:lnTo>
                    <a:pt x="43895" y="111"/>
                  </a:lnTo>
                  <a:lnTo>
                    <a:pt x="42351"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1"/>
                </a:solidFill>
              </a:endParaRPr>
            </a:p>
          </p:txBody>
        </p:sp>
        <p:sp>
          <p:nvSpPr>
            <p:cNvPr id="7610" name="Google Shape;7610;p534"/>
            <p:cNvSpPr/>
            <p:nvPr/>
          </p:nvSpPr>
          <p:spPr>
            <a:xfrm>
              <a:off x="3364675" y="238125"/>
              <a:ext cx="780325" cy="1036725"/>
            </a:xfrm>
            <a:custGeom>
              <a:avLst/>
              <a:gdLst/>
              <a:ahLst/>
              <a:cxnLst/>
              <a:rect l="l" t="t" r="r" b="b"/>
              <a:pathLst>
                <a:path w="31213" h="41469" extrusionOk="0">
                  <a:moveTo>
                    <a:pt x="15662" y="11029"/>
                  </a:moveTo>
                  <a:lnTo>
                    <a:pt x="16544" y="11139"/>
                  </a:lnTo>
                  <a:lnTo>
                    <a:pt x="17426" y="11470"/>
                  </a:lnTo>
                  <a:lnTo>
                    <a:pt x="18199" y="11801"/>
                  </a:lnTo>
                  <a:lnTo>
                    <a:pt x="18860" y="12352"/>
                  </a:lnTo>
                  <a:lnTo>
                    <a:pt x="19412" y="13124"/>
                  </a:lnTo>
                  <a:lnTo>
                    <a:pt x="19853" y="13896"/>
                  </a:lnTo>
                  <a:lnTo>
                    <a:pt x="20073" y="14669"/>
                  </a:lnTo>
                  <a:lnTo>
                    <a:pt x="20184" y="15661"/>
                  </a:lnTo>
                  <a:lnTo>
                    <a:pt x="20073" y="16543"/>
                  </a:lnTo>
                  <a:lnTo>
                    <a:pt x="19853" y="17426"/>
                  </a:lnTo>
                  <a:lnTo>
                    <a:pt x="19412" y="18198"/>
                  </a:lnTo>
                  <a:lnTo>
                    <a:pt x="18860" y="18860"/>
                  </a:lnTo>
                  <a:lnTo>
                    <a:pt x="18199" y="19411"/>
                  </a:lnTo>
                  <a:lnTo>
                    <a:pt x="17426" y="19852"/>
                  </a:lnTo>
                  <a:lnTo>
                    <a:pt x="16544" y="20073"/>
                  </a:lnTo>
                  <a:lnTo>
                    <a:pt x="15662" y="20183"/>
                  </a:lnTo>
                  <a:lnTo>
                    <a:pt x="14669" y="20073"/>
                  </a:lnTo>
                  <a:lnTo>
                    <a:pt x="13897" y="19852"/>
                  </a:lnTo>
                  <a:lnTo>
                    <a:pt x="13125" y="19411"/>
                  </a:lnTo>
                  <a:lnTo>
                    <a:pt x="12353" y="18860"/>
                  </a:lnTo>
                  <a:lnTo>
                    <a:pt x="11802" y="18198"/>
                  </a:lnTo>
                  <a:lnTo>
                    <a:pt x="11471" y="17426"/>
                  </a:lnTo>
                  <a:lnTo>
                    <a:pt x="11140" y="16543"/>
                  </a:lnTo>
                  <a:lnTo>
                    <a:pt x="11030" y="15661"/>
                  </a:lnTo>
                  <a:lnTo>
                    <a:pt x="11140" y="14669"/>
                  </a:lnTo>
                  <a:lnTo>
                    <a:pt x="11471" y="13896"/>
                  </a:lnTo>
                  <a:lnTo>
                    <a:pt x="11802" y="13124"/>
                  </a:lnTo>
                  <a:lnTo>
                    <a:pt x="12353" y="12352"/>
                  </a:lnTo>
                  <a:lnTo>
                    <a:pt x="13125" y="11801"/>
                  </a:lnTo>
                  <a:lnTo>
                    <a:pt x="13897" y="11470"/>
                  </a:lnTo>
                  <a:lnTo>
                    <a:pt x="14669" y="11139"/>
                  </a:lnTo>
                  <a:lnTo>
                    <a:pt x="15662" y="11029"/>
                  </a:lnTo>
                  <a:close/>
                  <a:moveTo>
                    <a:pt x="15662" y="0"/>
                  </a:moveTo>
                  <a:lnTo>
                    <a:pt x="14008" y="110"/>
                  </a:lnTo>
                  <a:lnTo>
                    <a:pt x="12463" y="331"/>
                  </a:lnTo>
                  <a:lnTo>
                    <a:pt x="10919" y="662"/>
                  </a:lnTo>
                  <a:lnTo>
                    <a:pt x="9486" y="1213"/>
                  </a:lnTo>
                  <a:lnTo>
                    <a:pt x="8162" y="1875"/>
                  </a:lnTo>
                  <a:lnTo>
                    <a:pt x="6839" y="2647"/>
                  </a:lnTo>
                  <a:lnTo>
                    <a:pt x="5626" y="3529"/>
                  </a:lnTo>
                  <a:lnTo>
                    <a:pt x="4523" y="4522"/>
                  </a:lnTo>
                  <a:lnTo>
                    <a:pt x="3530" y="5625"/>
                  </a:lnTo>
                  <a:lnTo>
                    <a:pt x="2648" y="6838"/>
                  </a:lnTo>
                  <a:lnTo>
                    <a:pt x="1876" y="8161"/>
                  </a:lnTo>
                  <a:lnTo>
                    <a:pt x="1214" y="9485"/>
                  </a:lnTo>
                  <a:lnTo>
                    <a:pt x="663" y="10919"/>
                  </a:lnTo>
                  <a:lnTo>
                    <a:pt x="332" y="12463"/>
                  </a:lnTo>
                  <a:lnTo>
                    <a:pt x="111" y="14007"/>
                  </a:lnTo>
                  <a:lnTo>
                    <a:pt x="1" y="15661"/>
                  </a:lnTo>
                  <a:lnTo>
                    <a:pt x="1" y="16874"/>
                  </a:lnTo>
                  <a:lnTo>
                    <a:pt x="221" y="18087"/>
                  </a:lnTo>
                  <a:lnTo>
                    <a:pt x="442" y="19301"/>
                  </a:lnTo>
                  <a:lnTo>
                    <a:pt x="773" y="20514"/>
                  </a:lnTo>
                  <a:lnTo>
                    <a:pt x="1214" y="21617"/>
                  </a:lnTo>
                  <a:lnTo>
                    <a:pt x="1655" y="22720"/>
                  </a:lnTo>
                  <a:lnTo>
                    <a:pt x="2207" y="23712"/>
                  </a:lnTo>
                  <a:lnTo>
                    <a:pt x="2868" y="24705"/>
                  </a:lnTo>
                  <a:lnTo>
                    <a:pt x="3640" y="25697"/>
                  </a:lnTo>
                  <a:lnTo>
                    <a:pt x="4412" y="26469"/>
                  </a:lnTo>
                  <a:lnTo>
                    <a:pt x="5295" y="27352"/>
                  </a:lnTo>
                  <a:lnTo>
                    <a:pt x="6177" y="28124"/>
                  </a:lnTo>
                  <a:lnTo>
                    <a:pt x="7170" y="28786"/>
                  </a:lnTo>
                  <a:lnTo>
                    <a:pt x="8162" y="29337"/>
                  </a:lnTo>
                  <a:lnTo>
                    <a:pt x="9265" y="29888"/>
                  </a:lnTo>
                  <a:lnTo>
                    <a:pt x="10368" y="30330"/>
                  </a:lnTo>
                  <a:lnTo>
                    <a:pt x="10368" y="41469"/>
                  </a:lnTo>
                  <a:lnTo>
                    <a:pt x="13787" y="41138"/>
                  </a:lnTo>
                  <a:lnTo>
                    <a:pt x="17316" y="41028"/>
                  </a:lnTo>
                  <a:lnTo>
                    <a:pt x="19412" y="41138"/>
                  </a:lnTo>
                  <a:lnTo>
                    <a:pt x="21507" y="41248"/>
                  </a:lnTo>
                  <a:lnTo>
                    <a:pt x="21507" y="30109"/>
                  </a:lnTo>
                  <a:lnTo>
                    <a:pt x="22500" y="29668"/>
                  </a:lnTo>
                  <a:lnTo>
                    <a:pt x="23492" y="29116"/>
                  </a:lnTo>
                  <a:lnTo>
                    <a:pt x="24485" y="28455"/>
                  </a:lnTo>
                  <a:lnTo>
                    <a:pt x="25367" y="27793"/>
                  </a:lnTo>
                  <a:lnTo>
                    <a:pt x="26250" y="27021"/>
                  </a:lnTo>
                  <a:lnTo>
                    <a:pt x="27132" y="26249"/>
                  </a:lnTo>
                  <a:lnTo>
                    <a:pt x="27794" y="25367"/>
                  </a:lnTo>
                  <a:lnTo>
                    <a:pt x="28455" y="24484"/>
                  </a:lnTo>
                  <a:lnTo>
                    <a:pt x="29117" y="23492"/>
                  </a:lnTo>
                  <a:lnTo>
                    <a:pt x="29669" y="22499"/>
                  </a:lnTo>
                  <a:lnTo>
                    <a:pt x="30110" y="21396"/>
                  </a:lnTo>
                  <a:lnTo>
                    <a:pt x="30551" y="20293"/>
                  </a:lnTo>
                  <a:lnTo>
                    <a:pt x="30882" y="19190"/>
                  </a:lnTo>
                  <a:lnTo>
                    <a:pt x="31102" y="17977"/>
                  </a:lnTo>
                  <a:lnTo>
                    <a:pt x="31213" y="16874"/>
                  </a:lnTo>
                  <a:lnTo>
                    <a:pt x="31213" y="15661"/>
                  </a:lnTo>
                  <a:lnTo>
                    <a:pt x="31213" y="14007"/>
                  </a:lnTo>
                  <a:lnTo>
                    <a:pt x="30882" y="12463"/>
                  </a:lnTo>
                  <a:lnTo>
                    <a:pt x="30551" y="10919"/>
                  </a:lnTo>
                  <a:lnTo>
                    <a:pt x="29999" y="9485"/>
                  </a:lnTo>
                  <a:lnTo>
                    <a:pt x="29338" y="8161"/>
                  </a:lnTo>
                  <a:lnTo>
                    <a:pt x="28566" y="6838"/>
                  </a:lnTo>
                  <a:lnTo>
                    <a:pt x="27683" y="5625"/>
                  </a:lnTo>
                  <a:lnTo>
                    <a:pt x="26691" y="4522"/>
                  </a:lnTo>
                  <a:lnTo>
                    <a:pt x="25588" y="3529"/>
                  </a:lnTo>
                  <a:lnTo>
                    <a:pt x="24375" y="2647"/>
                  </a:lnTo>
                  <a:lnTo>
                    <a:pt x="23051" y="1875"/>
                  </a:lnTo>
                  <a:lnTo>
                    <a:pt x="21728" y="1213"/>
                  </a:lnTo>
                  <a:lnTo>
                    <a:pt x="20294" y="662"/>
                  </a:lnTo>
                  <a:lnTo>
                    <a:pt x="18750" y="331"/>
                  </a:lnTo>
                  <a:lnTo>
                    <a:pt x="17206" y="110"/>
                  </a:lnTo>
                  <a:lnTo>
                    <a:pt x="1566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1"/>
                </a:solidFill>
              </a:endParaRPr>
            </a:p>
          </p:txBody>
        </p:sp>
        <p:sp>
          <p:nvSpPr>
            <p:cNvPr id="7611" name="Google Shape;7611;p534"/>
            <p:cNvSpPr/>
            <p:nvPr/>
          </p:nvSpPr>
          <p:spPr>
            <a:xfrm>
              <a:off x="3378475" y="4470475"/>
              <a:ext cx="783075" cy="1006400"/>
            </a:xfrm>
            <a:custGeom>
              <a:avLst/>
              <a:gdLst/>
              <a:ahLst/>
              <a:cxnLst/>
              <a:rect l="l" t="t" r="r" b="b"/>
              <a:pathLst>
                <a:path w="31323" h="40256" extrusionOk="0">
                  <a:moveTo>
                    <a:pt x="15661" y="20073"/>
                  </a:moveTo>
                  <a:lnTo>
                    <a:pt x="16544" y="20183"/>
                  </a:lnTo>
                  <a:lnTo>
                    <a:pt x="17426" y="20404"/>
                  </a:lnTo>
                  <a:lnTo>
                    <a:pt x="18198" y="20845"/>
                  </a:lnTo>
                  <a:lnTo>
                    <a:pt x="18860" y="21397"/>
                  </a:lnTo>
                  <a:lnTo>
                    <a:pt x="19411" y="22058"/>
                  </a:lnTo>
                  <a:lnTo>
                    <a:pt x="19852" y="22830"/>
                  </a:lnTo>
                  <a:lnTo>
                    <a:pt x="20073" y="23713"/>
                  </a:lnTo>
                  <a:lnTo>
                    <a:pt x="20183" y="24595"/>
                  </a:lnTo>
                  <a:lnTo>
                    <a:pt x="20073" y="25477"/>
                  </a:lnTo>
                  <a:lnTo>
                    <a:pt x="19852" y="26360"/>
                  </a:lnTo>
                  <a:lnTo>
                    <a:pt x="19411" y="27132"/>
                  </a:lnTo>
                  <a:lnTo>
                    <a:pt x="18860" y="27793"/>
                  </a:lnTo>
                  <a:lnTo>
                    <a:pt x="18198" y="28345"/>
                  </a:lnTo>
                  <a:lnTo>
                    <a:pt x="17426" y="28786"/>
                  </a:lnTo>
                  <a:lnTo>
                    <a:pt x="16544" y="29006"/>
                  </a:lnTo>
                  <a:lnTo>
                    <a:pt x="15661" y="29117"/>
                  </a:lnTo>
                  <a:lnTo>
                    <a:pt x="14779" y="29006"/>
                  </a:lnTo>
                  <a:lnTo>
                    <a:pt x="13897" y="28786"/>
                  </a:lnTo>
                  <a:lnTo>
                    <a:pt x="13125" y="28345"/>
                  </a:lnTo>
                  <a:lnTo>
                    <a:pt x="12463" y="27793"/>
                  </a:lnTo>
                  <a:lnTo>
                    <a:pt x="11911" y="27132"/>
                  </a:lnTo>
                  <a:lnTo>
                    <a:pt x="11470" y="26360"/>
                  </a:lnTo>
                  <a:lnTo>
                    <a:pt x="11250" y="25477"/>
                  </a:lnTo>
                  <a:lnTo>
                    <a:pt x="11139" y="24595"/>
                  </a:lnTo>
                  <a:lnTo>
                    <a:pt x="11250" y="23713"/>
                  </a:lnTo>
                  <a:lnTo>
                    <a:pt x="11470" y="22830"/>
                  </a:lnTo>
                  <a:lnTo>
                    <a:pt x="11911" y="22058"/>
                  </a:lnTo>
                  <a:lnTo>
                    <a:pt x="12463" y="21397"/>
                  </a:lnTo>
                  <a:lnTo>
                    <a:pt x="13125" y="20845"/>
                  </a:lnTo>
                  <a:lnTo>
                    <a:pt x="13897" y="20404"/>
                  </a:lnTo>
                  <a:lnTo>
                    <a:pt x="14779" y="20183"/>
                  </a:lnTo>
                  <a:lnTo>
                    <a:pt x="15661" y="20073"/>
                  </a:lnTo>
                  <a:close/>
                  <a:moveTo>
                    <a:pt x="9816" y="0"/>
                  </a:moveTo>
                  <a:lnTo>
                    <a:pt x="9816" y="10147"/>
                  </a:lnTo>
                  <a:lnTo>
                    <a:pt x="8713" y="10588"/>
                  </a:lnTo>
                  <a:lnTo>
                    <a:pt x="7720" y="11140"/>
                  </a:lnTo>
                  <a:lnTo>
                    <a:pt x="6838" y="11801"/>
                  </a:lnTo>
                  <a:lnTo>
                    <a:pt x="5846" y="12463"/>
                  </a:lnTo>
                  <a:lnTo>
                    <a:pt x="4963" y="13235"/>
                  </a:lnTo>
                  <a:lnTo>
                    <a:pt x="4191" y="14007"/>
                  </a:lnTo>
                  <a:lnTo>
                    <a:pt x="3419" y="14889"/>
                  </a:lnTo>
                  <a:lnTo>
                    <a:pt x="2757" y="15772"/>
                  </a:lnTo>
                  <a:lnTo>
                    <a:pt x="2206" y="16764"/>
                  </a:lnTo>
                  <a:lnTo>
                    <a:pt x="1655" y="17757"/>
                  </a:lnTo>
                  <a:lnTo>
                    <a:pt x="1103" y="18860"/>
                  </a:lnTo>
                  <a:lnTo>
                    <a:pt x="772" y="19852"/>
                  </a:lnTo>
                  <a:lnTo>
                    <a:pt x="441" y="21066"/>
                  </a:lnTo>
                  <a:lnTo>
                    <a:pt x="221" y="22169"/>
                  </a:lnTo>
                  <a:lnTo>
                    <a:pt x="111" y="23382"/>
                  </a:lnTo>
                  <a:lnTo>
                    <a:pt x="0" y="24595"/>
                  </a:lnTo>
                  <a:lnTo>
                    <a:pt x="111" y="26249"/>
                  </a:lnTo>
                  <a:lnTo>
                    <a:pt x="331" y="27793"/>
                  </a:lnTo>
                  <a:lnTo>
                    <a:pt x="772" y="29227"/>
                  </a:lnTo>
                  <a:lnTo>
                    <a:pt x="1213" y="30661"/>
                  </a:lnTo>
                  <a:lnTo>
                    <a:pt x="1875" y="32095"/>
                  </a:lnTo>
                  <a:lnTo>
                    <a:pt x="2757" y="33308"/>
                  </a:lnTo>
                  <a:lnTo>
                    <a:pt x="3640" y="34521"/>
                  </a:lnTo>
                  <a:lnTo>
                    <a:pt x="4632" y="35624"/>
                  </a:lnTo>
                  <a:lnTo>
                    <a:pt x="5735" y="36616"/>
                  </a:lnTo>
                  <a:lnTo>
                    <a:pt x="6948" y="37609"/>
                  </a:lnTo>
                  <a:lnTo>
                    <a:pt x="8272" y="38381"/>
                  </a:lnTo>
                  <a:lnTo>
                    <a:pt x="9595" y="39043"/>
                  </a:lnTo>
                  <a:lnTo>
                    <a:pt x="11029" y="39484"/>
                  </a:lnTo>
                  <a:lnTo>
                    <a:pt x="12463" y="39925"/>
                  </a:lnTo>
                  <a:lnTo>
                    <a:pt x="14117" y="40146"/>
                  </a:lnTo>
                  <a:lnTo>
                    <a:pt x="15661" y="40256"/>
                  </a:lnTo>
                  <a:lnTo>
                    <a:pt x="17205" y="40146"/>
                  </a:lnTo>
                  <a:lnTo>
                    <a:pt x="18860" y="39925"/>
                  </a:lnTo>
                  <a:lnTo>
                    <a:pt x="20293" y="39484"/>
                  </a:lnTo>
                  <a:lnTo>
                    <a:pt x="21727" y="39043"/>
                  </a:lnTo>
                  <a:lnTo>
                    <a:pt x="23161" y="38381"/>
                  </a:lnTo>
                  <a:lnTo>
                    <a:pt x="24374" y="37609"/>
                  </a:lnTo>
                  <a:lnTo>
                    <a:pt x="25587" y="36616"/>
                  </a:lnTo>
                  <a:lnTo>
                    <a:pt x="26690" y="35624"/>
                  </a:lnTo>
                  <a:lnTo>
                    <a:pt x="27683" y="34521"/>
                  </a:lnTo>
                  <a:lnTo>
                    <a:pt x="28675" y="33308"/>
                  </a:lnTo>
                  <a:lnTo>
                    <a:pt x="29447" y="32095"/>
                  </a:lnTo>
                  <a:lnTo>
                    <a:pt x="30109" y="30661"/>
                  </a:lnTo>
                  <a:lnTo>
                    <a:pt x="30550" y="29227"/>
                  </a:lnTo>
                  <a:lnTo>
                    <a:pt x="30992" y="27793"/>
                  </a:lnTo>
                  <a:lnTo>
                    <a:pt x="31212" y="26249"/>
                  </a:lnTo>
                  <a:lnTo>
                    <a:pt x="31322" y="24595"/>
                  </a:lnTo>
                  <a:lnTo>
                    <a:pt x="31212" y="23382"/>
                  </a:lnTo>
                  <a:lnTo>
                    <a:pt x="31102" y="22169"/>
                  </a:lnTo>
                  <a:lnTo>
                    <a:pt x="30881" y="20955"/>
                  </a:lnTo>
                  <a:lnTo>
                    <a:pt x="30550" y="19742"/>
                  </a:lnTo>
                  <a:lnTo>
                    <a:pt x="30109" y="18639"/>
                  </a:lnTo>
                  <a:lnTo>
                    <a:pt x="29558" y="17536"/>
                  </a:lnTo>
                  <a:lnTo>
                    <a:pt x="29006" y="16544"/>
                  </a:lnTo>
                  <a:lnTo>
                    <a:pt x="28345" y="15551"/>
                  </a:lnTo>
                  <a:lnTo>
                    <a:pt x="27683" y="14559"/>
                  </a:lnTo>
                  <a:lnTo>
                    <a:pt x="26801" y="13676"/>
                  </a:lnTo>
                  <a:lnTo>
                    <a:pt x="26028" y="12904"/>
                  </a:lnTo>
                  <a:lnTo>
                    <a:pt x="25036" y="12132"/>
                  </a:lnTo>
                  <a:lnTo>
                    <a:pt x="24154" y="11470"/>
                  </a:lnTo>
                  <a:lnTo>
                    <a:pt x="23051" y="10809"/>
                  </a:lnTo>
                  <a:lnTo>
                    <a:pt x="22058" y="10368"/>
                  </a:lnTo>
                  <a:lnTo>
                    <a:pt x="20955" y="9926"/>
                  </a:lnTo>
                  <a:lnTo>
                    <a:pt x="20955" y="221"/>
                  </a:lnTo>
                  <a:lnTo>
                    <a:pt x="18860" y="331"/>
                  </a:lnTo>
                  <a:lnTo>
                    <a:pt x="16764" y="442"/>
                  </a:lnTo>
                  <a:lnTo>
                    <a:pt x="13235" y="331"/>
                  </a:lnTo>
                  <a:lnTo>
                    <a:pt x="981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1"/>
                </a:solidFill>
              </a:endParaRPr>
            </a:p>
          </p:txBody>
        </p:sp>
        <p:sp>
          <p:nvSpPr>
            <p:cNvPr id="7612" name="Google Shape;7612;p534"/>
            <p:cNvSpPr/>
            <p:nvPr/>
          </p:nvSpPr>
          <p:spPr>
            <a:xfrm>
              <a:off x="2454800" y="1528500"/>
              <a:ext cx="2685575" cy="2688325"/>
            </a:xfrm>
            <a:custGeom>
              <a:avLst/>
              <a:gdLst/>
              <a:ahLst/>
              <a:cxnLst/>
              <a:rect l="l" t="t" r="r" b="b"/>
              <a:pathLst>
                <a:path w="107423" h="107533" extrusionOk="0">
                  <a:moveTo>
                    <a:pt x="53601" y="16213"/>
                  </a:moveTo>
                  <a:lnTo>
                    <a:pt x="55035" y="16323"/>
                  </a:lnTo>
                  <a:lnTo>
                    <a:pt x="56358" y="16434"/>
                  </a:lnTo>
                  <a:lnTo>
                    <a:pt x="57682" y="16764"/>
                  </a:lnTo>
                  <a:lnTo>
                    <a:pt x="58785" y="17095"/>
                  </a:lnTo>
                  <a:lnTo>
                    <a:pt x="59887" y="17537"/>
                  </a:lnTo>
                  <a:lnTo>
                    <a:pt x="60880" y="18088"/>
                  </a:lnTo>
                  <a:lnTo>
                    <a:pt x="61762" y="18860"/>
                  </a:lnTo>
                  <a:lnTo>
                    <a:pt x="62534" y="19522"/>
                  </a:lnTo>
                  <a:lnTo>
                    <a:pt x="63196" y="20404"/>
                  </a:lnTo>
                  <a:lnTo>
                    <a:pt x="63858" y="21397"/>
                  </a:lnTo>
                  <a:lnTo>
                    <a:pt x="64299" y="22389"/>
                  </a:lnTo>
                  <a:lnTo>
                    <a:pt x="64740" y="23602"/>
                  </a:lnTo>
                  <a:lnTo>
                    <a:pt x="65071" y="24816"/>
                  </a:lnTo>
                  <a:lnTo>
                    <a:pt x="65292" y="26139"/>
                  </a:lnTo>
                  <a:lnTo>
                    <a:pt x="65512" y="27573"/>
                  </a:lnTo>
                  <a:lnTo>
                    <a:pt x="65512" y="29007"/>
                  </a:lnTo>
                  <a:lnTo>
                    <a:pt x="65512" y="33970"/>
                  </a:lnTo>
                  <a:lnTo>
                    <a:pt x="58012" y="33970"/>
                  </a:lnTo>
                  <a:lnTo>
                    <a:pt x="58012" y="28455"/>
                  </a:lnTo>
                  <a:lnTo>
                    <a:pt x="57902" y="27242"/>
                  </a:lnTo>
                  <a:lnTo>
                    <a:pt x="57682" y="26139"/>
                  </a:lnTo>
                  <a:lnTo>
                    <a:pt x="57351" y="25257"/>
                  </a:lnTo>
                  <a:lnTo>
                    <a:pt x="56799" y="24595"/>
                  </a:lnTo>
                  <a:lnTo>
                    <a:pt x="56248" y="24044"/>
                  </a:lnTo>
                  <a:lnTo>
                    <a:pt x="55476" y="23713"/>
                  </a:lnTo>
                  <a:lnTo>
                    <a:pt x="54704" y="23492"/>
                  </a:lnTo>
                  <a:lnTo>
                    <a:pt x="52939" y="23492"/>
                  </a:lnTo>
                  <a:lnTo>
                    <a:pt x="52057" y="23713"/>
                  </a:lnTo>
                  <a:lnTo>
                    <a:pt x="51395" y="24044"/>
                  </a:lnTo>
                  <a:lnTo>
                    <a:pt x="50733" y="24595"/>
                  </a:lnTo>
                  <a:lnTo>
                    <a:pt x="50292" y="25257"/>
                  </a:lnTo>
                  <a:lnTo>
                    <a:pt x="49961" y="26139"/>
                  </a:lnTo>
                  <a:lnTo>
                    <a:pt x="49741" y="27132"/>
                  </a:lnTo>
                  <a:lnTo>
                    <a:pt x="49631" y="28455"/>
                  </a:lnTo>
                  <a:lnTo>
                    <a:pt x="49631" y="55807"/>
                  </a:lnTo>
                  <a:lnTo>
                    <a:pt x="49741" y="57130"/>
                  </a:lnTo>
                  <a:lnTo>
                    <a:pt x="49961" y="58123"/>
                  </a:lnTo>
                  <a:lnTo>
                    <a:pt x="50292" y="59005"/>
                  </a:lnTo>
                  <a:lnTo>
                    <a:pt x="50733" y="59667"/>
                  </a:lnTo>
                  <a:lnTo>
                    <a:pt x="51395" y="60219"/>
                  </a:lnTo>
                  <a:lnTo>
                    <a:pt x="52057" y="60549"/>
                  </a:lnTo>
                  <a:lnTo>
                    <a:pt x="52939" y="60660"/>
                  </a:lnTo>
                  <a:lnTo>
                    <a:pt x="53821" y="60770"/>
                  </a:lnTo>
                  <a:lnTo>
                    <a:pt x="54704" y="60660"/>
                  </a:lnTo>
                  <a:lnTo>
                    <a:pt x="55586" y="60549"/>
                  </a:lnTo>
                  <a:lnTo>
                    <a:pt x="56248" y="60219"/>
                  </a:lnTo>
                  <a:lnTo>
                    <a:pt x="56799" y="59667"/>
                  </a:lnTo>
                  <a:lnTo>
                    <a:pt x="57351" y="59005"/>
                  </a:lnTo>
                  <a:lnTo>
                    <a:pt x="57682" y="58123"/>
                  </a:lnTo>
                  <a:lnTo>
                    <a:pt x="57902" y="57130"/>
                  </a:lnTo>
                  <a:lnTo>
                    <a:pt x="58012" y="55807"/>
                  </a:lnTo>
                  <a:lnTo>
                    <a:pt x="58012" y="48638"/>
                  </a:lnTo>
                  <a:lnTo>
                    <a:pt x="65512" y="48638"/>
                  </a:lnTo>
                  <a:lnTo>
                    <a:pt x="65512" y="55366"/>
                  </a:lnTo>
                  <a:lnTo>
                    <a:pt x="65402" y="56800"/>
                  </a:lnTo>
                  <a:lnTo>
                    <a:pt x="65292" y="58233"/>
                  </a:lnTo>
                  <a:lnTo>
                    <a:pt x="65071" y="59557"/>
                  </a:lnTo>
                  <a:lnTo>
                    <a:pt x="64740" y="60770"/>
                  </a:lnTo>
                  <a:lnTo>
                    <a:pt x="64299" y="61873"/>
                  </a:lnTo>
                  <a:lnTo>
                    <a:pt x="63748" y="62976"/>
                  </a:lnTo>
                  <a:lnTo>
                    <a:pt x="63196" y="63858"/>
                  </a:lnTo>
                  <a:lnTo>
                    <a:pt x="62424" y="64740"/>
                  </a:lnTo>
                  <a:lnTo>
                    <a:pt x="61652" y="65512"/>
                  </a:lnTo>
                  <a:lnTo>
                    <a:pt x="60770" y="66174"/>
                  </a:lnTo>
                  <a:lnTo>
                    <a:pt x="59777" y="66726"/>
                  </a:lnTo>
                  <a:lnTo>
                    <a:pt x="58785" y="67277"/>
                  </a:lnTo>
                  <a:lnTo>
                    <a:pt x="57571" y="67608"/>
                  </a:lnTo>
                  <a:lnTo>
                    <a:pt x="56358" y="67829"/>
                  </a:lnTo>
                  <a:lnTo>
                    <a:pt x="55035" y="68049"/>
                  </a:lnTo>
                  <a:lnTo>
                    <a:pt x="52167" y="68049"/>
                  </a:lnTo>
                  <a:lnTo>
                    <a:pt x="50844" y="67829"/>
                  </a:lnTo>
                  <a:lnTo>
                    <a:pt x="49520" y="67608"/>
                  </a:lnTo>
                  <a:lnTo>
                    <a:pt x="48417" y="67277"/>
                  </a:lnTo>
                  <a:lnTo>
                    <a:pt x="47314" y="66726"/>
                  </a:lnTo>
                  <a:lnTo>
                    <a:pt x="46322" y="66174"/>
                  </a:lnTo>
                  <a:lnTo>
                    <a:pt x="45440" y="65512"/>
                  </a:lnTo>
                  <a:lnTo>
                    <a:pt x="44667" y="64740"/>
                  </a:lnTo>
                  <a:lnTo>
                    <a:pt x="44006" y="63858"/>
                  </a:lnTo>
                  <a:lnTo>
                    <a:pt x="43344" y="62976"/>
                  </a:lnTo>
                  <a:lnTo>
                    <a:pt x="42903" y="61873"/>
                  </a:lnTo>
                  <a:lnTo>
                    <a:pt x="42462" y="60770"/>
                  </a:lnTo>
                  <a:lnTo>
                    <a:pt x="42131" y="59557"/>
                  </a:lnTo>
                  <a:lnTo>
                    <a:pt x="41910" y="58233"/>
                  </a:lnTo>
                  <a:lnTo>
                    <a:pt x="41690" y="56800"/>
                  </a:lnTo>
                  <a:lnTo>
                    <a:pt x="41690" y="55366"/>
                  </a:lnTo>
                  <a:lnTo>
                    <a:pt x="41690" y="29007"/>
                  </a:lnTo>
                  <a:lnTo>
                    <a:pt x="41800" y="27573"/>
                  </a:lnTo>
                  <a:lnTo>
                    <a:pt x="41910" y="26139"/>
                  </a:lnTo>
                  <a:lnTo>
                    <a:pt x="42131" y="24816"/>
                  </a:lnTo>
                  <a:lnTo>
                    <a:pt x="42462" y="23602"/>
                  </a:lnTo>
                  <a:lnTo>
                    <a:pt x="42903" y="22389"/>
                  </a:lnTo>
                  <a:lnTo>
                    <a:pt x="43454" y="21397"/>
                  </a:lnTo>
                  <a:lnTo>
                    <a:pt x="44006" y="20404"/>
                  </a:lnTo>
                  <a:lnTo>
                    <a:pt x="44778" y="19522"/>
                  </a:lnTo>
                  <a:lnTo>
                    <a:pt x="45550" y="18860"/>
                  </a:lnTo>
                  <a:lnTo>
                    <a:pt x="46432" y="18088"/>
                  </a:lnTo>
                  <a:lnTo>
                    <a:pt x="47425" y="17537"/>
                  </a:lnTo>
                  <a:lnTo>
                    <a:pt x="48417" y="17095"/>
                  </a:lnTo>
                  <a:lnTo>
                    <a:pt x="49631" y="16764"/>
                  </a:lnTo>
                  <a:lnTo>
                    <a:pt x="50844" y="16434"/>
                  </a:lnTo>
                  <a:lnTo>
                    <a:pt x="52167" y="16323"/>
                  </a:lnTo>
                  <a:lnTo>
                    <a:pt x="53601" y="16213"/>
                  </a:lnTo>
                  <a:close/>
                  <a:moveTo>
                    <a:pt x="65512" y="75549"/>
                  </a:moveTo>
                  <a:lnTo>
                    <a:pt x="65512" y="89004"/>
                  </a:lnTo>
                  <a:lnTo>
                    <a:pt x="41690" y="89004"/>
                  </a:lnTo>
                  <a:lnTo>
                    <a:pt x="41690" y="75549"/>
                  </a:lnTo>
                  <a:close/>
                  <a:moveTo>
                    <a:pt x="53711" y="0"/>
                  </a:moveTo>
                  <a:lnTo>
                    <a:pt x="50954" y="111"/>
                  </a:lnTo>
                  <a:lnTo>
                    <a:pt x="48197" y="331"/>
                  </a:lnTo>
                  <a:lnTo>
                    <a:pt x="45550" y="662"/>
                  </a:lnTo>
                  <a:lnTo>
                    <a:pt x="42903" y="1103"/>
                  </a:lnTo>
                  <a:lnTo>
                    <a:pt x="40256" y="1765"/>
                  </a:lnTo>
                  <a:lnTo>
                    <a:pt x="37719" y="2427"/>
                  </a:lnTo>
                  <a:lnTo>
                    <a:pt x="35183" y="3309"/>
                  </a:lnTo>
                  <a:lnTo>
                    <a:pt x="32756" y="4302"/>
                  </a:lnTo>
                  <a:lnTo>
                    <a:pt x="30440" y="5294"/>
                  </a:lnTo>
                  <a:lnTo>
                    <a:pt x="28124" y="6508"/>
                  </a:lnTo>
                  <a:lnTo>
                    <a:pt x="25808" y="7831"/>
                  </a:lnTo>
                  <a:lnTo>
                    <a:pt x="23602" y="9155"/>
                  </a:lnTo>
                  <a:lnTo>
                    <a:pt x="21507" y="10699"/>
                  </a:lnTo>
                  <a:lnTo>
                    <a:pt x="19522" y="12353"/>
                  </a:lnTo>
                  <a:lnTo>
                    <a:pt x="17536" y="14007"/>
                  </a:lnTo>
                  <a:lnTo>
                    <a:pt x="15661" y="15772"/>
                  </a:lnTo>
                  <a:lnTo>
                    <a:pt x="13897" y="17647"/>
                  </a:lnTo>
                  <a:lnTo>
                    <a:pt x="12242" y="19632"/>
                  </a:lnTo>
                  <a:lnTo>
                    <a:pt x="10588" y="21617"/>
                  </a:lnTo>
                  <a:lnTo>
                    <a:pt x="9154" y="23713"/>
                  </a:lnTo>
                  <a:lnTo>
                    <a:pt x="7721" y="25919"/>
                  </a:lnTo>
                  <a:lnTo>
                    <a:pt x="6397" y="28124"/>
                  </a:lnTo>
                  <a:lnTo>
                    <a:pt x="5294" y="30440"/>
                  </a:lnTo>
                  <a:lnTo>
                    <a:pt x="4191" y="32867"/>
                  </a:lnTo>
                  <a:lnTo>
                    <a:pt x="3199" y="35293"/>
                  </a:lnTo>
                  <a:lnTo>
                    <a:pt x="2316" y="37830"/>
                  </a:lnTo>
                  <a:lnTo>
                    <a:pt x="1655" y="40366"/>
                  </a:lnTo>
                  <a:lnTo>
                    <a:pt x="993" y="42903"/>
                  </a:lnTo>
                  <a:lnTo>
                    <a:pt x="552" y="45550"/>
                  </a:lnTo>
                  <a:lnTo>
                    <a:pt x="221" y="48307"/>
                  </a:lnTo>
                  <a:lnTo>
                    <a:pt x="0" y="50954"/>
                  </a:lnTo>
                  <a:lnTo>
                    <a:pt x="0" y="53711"/>
                  </a:lnTo>
                  <a:lnTo>
                    <a:pt x="0" y="56579"/>
                  </a:lnTo>
                  <a:lnTo>
                    <a:pt x="221" y="59226"/>
                  </a:lnTo>
                  <a:lnTo>
                    <a:pt x="552" y="61983"/>
                  </a:lnTo>
                  <a:lnTo>
                    <a:pt x="993" y="64630"/>
                  </a:lnTo>
                  <a:lnTo>
                    <a:pt x="1655" y="67167"/>
                  </a:lnTo>
                  <a:lnTo>
                    <a:pt x="2316" y="69703"/>
                  </a:lnTo>
                  <a:lnTo>
                    <a:pt x="3199" y="72240"/>
                  </a:lnTo>
                  <a:lnTo>
                    <a:pt x="4191" y="74666"/>
                  </a:lnTo>
                  <a:lnTo>
                    <a:pt x="5294" y="77093"/>
                  </a:lnTo>
                  <a:lnTo>
                    <a:pt x="6397" y="79409"/>
                  </a:lnTo>
                  <a:lnTo>
                    <a:pt x="7721" y="81615"/>
                  </a:lnTo>
                  <a:lnTo>
                    <a:pt x="9154" y="83820"/>
                  </a:lnTo>
                  <a:lnTo>
                    <a:pt x="10588" y="85916"/>
                  </a:lnTo>
                  <a:lnTo>
                    <a:pt x="12242" y="87901"/>
                  </a:lnTo>
                  <a:lnTo>
                    <a:pt x="13897" y="89886"/>
                  </a:lnTo>
                  <a:lnTo>
                    <a:pt x="15661" y="91761"/>
                  </a:lnTo>
                  <a:lnTo>
                    <a:pt x="17536" y="93526"/>
                  </a:lnTo>
                  <a:lnTo>
                    <a:pt x="19522" y="95180"/>
                  </a:lnTo>
                  <a:lnTo>
                    <a:pt x="21507" y="96835"/>
                  </a:lnTo>
                  <a:lnTo>
                    <a:pt x="23602" y="98268"/>
                  </a:lnTo>
                  <a:lnTo>
                    <a:pt x="25808" y="99702"/>
                  </a:lnTo>
                  <a:lnTo>
                    <a:pt x="28124" y="101026"/>
                  </a:lnTo>
                  <a:lnTo>
                    <a:pt x="30440" y="102239"/>
                  </a:lnTo>
                  <a:lnTo>
                    <a:pt x="32756" y="103231"/>
                  </a:lnTo>
                  <a:lnTo>
                    <a:pt x="35183" y="104224"/>
                  </a:lnTo>
                  <a:lnTo>
                    <a:pt x="37719" y="105106"/>
                  </a:lnTo>
                  <a:lnTo>
                    <a:pt x="40256" y="105768"/>
                  </a:lnTo>
                  <a:lnTo>
                    <a:pt x="42903" y="106430"/>
                  </a:lnTo>
                  <a:lnTo>
                    <a:pt x="45550" y="106871"/>
                  </a:lnTo>
                  <a:lnTo>
                    <a:pt x="48197" y="107202"/>
                  </a:lnTo>
                  <a:lnTo>
                    <a:pt x="50954" y="107422"/>
                  </a:lnTo>
                  <a:lnTo>
                    <a:pt x="53711" y="107533"/>
                  </a:lnTo>
                  <a:lnTo>
                    <a:pt x="56468" y="107422"/>
                  </a:lnTo>
                  <a:lnTo>
                    <a:pt x="59226" y="107202"/>
                  </a:lnTo>
                  <a:lnTo>
                    <a:pt x="61873" y="106871"/>
                  </a:lnTo>
                  <a:lnTo>
                    <a:pt x="64520" y="106430"/>
                  </a:lnTo>
                  <a:lnTo>
                    <a:pt x="67056" y="105768"/>
                  </a:lnTo>
                  <a:lnTo>
                    <a:pt x="69703" y="105106"/>
                  </a:lnTo>
                  <a:lnTo>
                    <a:pt x="72129" y="104224"/>
                  </a:lnTo>
                  <a:lnTo>
                    <a:pt x="74556" y="103231"/>
                  </a:lnTo>
                  <a:lnTo>
                    <a:pt x="76982" y="102239"/>
                  </a:lnTo>
                  <a:lnTo>
                    <a:pt x="79298" y="101026"/>
                  </a:lnTo>
                  <a:lnTo>
                    <a:pt x="81504" y="99702"/>
                  </a:lnTo>
                  <a:lnTo>
                    <a:pt x="83710" y="98268"/>
                  </a:lnTo>
                  <a:lnTo>
                    <a:pt x="85805" y="96835"/>
                  </a:lnTo>
                  <a:lnTo>
                    <a:pt x="87901" y="95180"/>
                  </a:lnTo>
                  <a:lnTo>
                    <a:pt x="89776" y="93526"/>
                  </a:lnTo>
                  <a:lnTo>
                    <a:pt x="91651" y="91761"/>
                  </a:lnTo>
                  <a:lnTo>
                    <a:pt x="93415" y="89886"/>
                  </a:lnTo>
                  <a:lnTo>
                    <a:pt x="95180" y="87901"/>
                  </a:lnTo>
                  <a:lnTo>
                    <a:pt x="96724" y="85916"/>
                  </a:lnTo>
                  <a:lnTo>
                    <a:pt x="98268" y="83820"/>
                  </a:lnTo>
                  <a:lnTo>
                    <a:pt x="99591" y="81615"/>
                  </a:lnTo>
                  <a:lnTo>
                    <a:pt x="100915" y="79409"/>
                  </a:lnTo>
                  <a:lnTo>
                    <a:pt x="102128" y="77093"/>
                  </a:lnTo>
                  <a:lnTo>
                    <a:pt x="103231" y="74666"/>
                  </a:lnTo>
                  <a:lnTo>
                    <a:pt x="104113" y="72240"/>
                  </a:lnTo>
                  <a:lnTo>
                    <a:pt x="104996" y="69703"/>
                  </a:lnTo>
                  <a:lnTo>
                    <a:pt x="105768" y="67167"/>
                  </a:lnTo>
                  <a:lnTo>
                    <a:pt x="106319" y="64630"/>
                  </a:lnTo>
                  <a:lnTo>
                    <a:pt x="106760" y="61983"/>
                  </a:lnTo>
                  <a:lnTo>
                    <a:pt x="107091" y="59226"/>
                  </a:lnTo>
                  <a:lnTo>
                    <a:pt x="107312" y="56579"/>
                  </a:lnTo>
                  <a:lnTo>
                    <a:pt x="107422" y="53711"/>
                  </a:lnTo>
                  <a:lnTo>
                    <a:pt x="107312" y="50954"/>
                  </a:lnTo>
                  <a:lnTo>
                    <a:pt x="107091" y="48307"/>
                  </a:lnTo>
                  <a:lnTo>
                    <a:pt x="106760" y="45550"/>
                  </a:lnTo>
                  <a:lnTo>
                    <a:pt x="106319" y="42903"/>
                  </a:lnTo>
                  <a:lnTo>
                    <a:pt x="105768" y="40366"/>
                  </a:lnTo>
                  <a:lnTo>
                    <a:pt x="104996" y="37830"/>
                  </a:lnTo>
                  <a:lnTo>
                    <a:pt x="104113" y="35293"/>
                  </a:lnTo>
                  <a:lnTo>
                    <a:pt x="103231" y="32867"/>
                  </a:lnTo>
                  <a:lnTo>
                    <a:pt x="102128" y="30440"/>
                  </a:lnTo>
                  <a:lnTo>
                    <a:pt x="100915" y="28124"/>
                  </a:lnTo>
                  <a:lnTo>
                    <a:pt x="99591" y="25919"/>
                  </a:lnTo>
                  <a:lnTo>
                    <a:pt x="98268" y="23713"/>
                  </a:lnTo>
                  <a:lnTo>
                    <a:pt x="96724" y="21617"/>
                  </a:lnTo>
                  <a:lnTo>
                    <a:pt x="95180" y="19632"/>
                  </a:lnTo>
                  <a:lnTo>
                    <a:pt x="93415" y="17647"/>
                  </a:lnTo>
                  <a:lnTo>
                    <a:pt x="91651" y="15772"/>
                  </a:lnTo>
                  <a:lnTo>
                    <a:pt x="89776" y="14007"/>
                  </a:lnTo>
                  <a:lnTo>
                    <a:pt x="87901" y="12353"/>
                  </a:lnTo>
                  <a:lnTo>
                    <a:pt x="85805" y="10699"/>
                  </a:lnTo>
                  <a:lnTo>
                    <a:pt x="83710" y="9155"/>
                  </a:lnTo>
                  <a:lnTo>
                    <a:pt x="81504" y="7831"/>
                  </a:lnTo>
                  <a:lnTo>
                    <a:pt x="79298" y="6508"/>
                  </a:lnTo>
                  <a:lnTo>
                    <a:pt x="76982" y="5294"/>
                  </a:lnTo>
                  <a:lnTo>
                    <a:pt x="74556" y="4302"/>
                  </a:lnTo>
                  <a:lnTo>
                    <a:pt x="72129" y="3309"/>
                  </a:lnTo>
                  <a:lnTo>
                    <a:pt x="69703" y="2427"/>
                  </a:lnTo>
                  <a:lnTo>
                    <a:pt x="67056" y="1765"/>
                  </a:lnTo>
                  <a:lnTo>
                    <a:pt x="64520" y="1103"/>
                  </a:lnTo>
                  <a:lnTo>
                    <a:pt x="61873" y="662"/>
                  </a:lnTo>
                  <a:lnTo>
                    <a:pt x="59226" y="331"/>
                  </a:lnTo>
                  <a:lnTo>
                    <a:pt x="56468" y="111"/>
                  </a:lnTo>
                  <a:lnTo>
                    <a:pt x="5371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1"/>
                </a:solidFill>
              </a:endParaRPr>
            </a:p>
          </p:txBody>
        </p:sp>
      </p:grpSp>
      <p:sp>
        <p:nvSpPr>
          <p:cNvPr id="7613" name="Google Shape;7613;p534"/>
          <p:cNvSpPr txBox="1"/>
          <p:nvPr/>
        </p:nvSpPr>
        <p:spPr>
          <a:xfrm>
            <a:off x="2695538" y="1589084"/>
            <a:ext cx="1574700" cy="311400"/>
          </a:xfrm>
          <a:prstGeom prst="rect">
            <a:avLst/>
          </a:prstGeom>
          <a:noFill/>
          <a:ln>
            <a:noFill/>
          </a:ln>
        </p:spPr>
        <p:txBody>
          <a:bodyPr spcFirstLastPara="1" wrap="square" lIns="0" tIns="0" rIns="0" bIns="0" anchor="t" anchorCtr="0">
            <a:noAutofit/>
          </a:bodyPr>
          <a:lstStyle/>
          <a:p>
            <a:pPr marL="0" lvl="0" indent="0" algn="ctr" rtl="0">
              <a:spcBef>
                <a:spcPts val="0"/>
              </a:spcBef>
              <a:spcAft>
                <a:spcPts val="0"/>
              </a:spcAft>
              <a:buNone/>
            </a:pPr>
            <a:r>
              <a:rPr lang="en" sz="1100" b="1">
                <a:solidFill>
                  <a:srgbClr val="FFFFFF"/>
                </a:solidFill>
                <a:latin typeface="IBM Plex Sans"/>
                <a:ea typeface="IBM Plex Sans"/>
                <a:cs typeface="IBM Plex Sans"/>
                <a:sym typeface="IBM Plex Sans"/>
              </a:rPr>
              <a:t>Camunda Online</a:t>
            </a:r>
            <a:br>
              <a:rPr lang="en" sz="1100" b="1">
                <a:solidFill>
                  <a:srgbClr val="FFFFFF"/>
                </a:solidFill>
                <a:latin typeface="IBM Plex Sans"/>
                <a:ea typeface="IBM Plex Sans"/>
                <a:cs typeface="IBM Plex Sans"/>
                <a:sym typeface="IBM Plex Sans"/>
              </a:rPr>
            </a:br>
            <a:r>
              <a:rPr lang="en" sz="1100" b="1">
                <a:solidFill>
                  <a:srgbClr val="FFFFFF"/>
                </a:solidFill>
                <a:latin typeface="IBM Plex Sans"/>
                <a:ea typeface="IBM Plex Sans"/>
                <a:cs typeface="IBM Plex Sans"/>
                <a:sym typeface="IBM Plex Sans"/>
              </a:rPr>
              <a:t>Forum</a:t>
            </a:r>
            <a:endParaRPr sz="1100" b="1">
              <a:solidFill>
                <a:srgbClr val="FFFFFF"/>
              </a:solidFill>
              <a:latin typeface="IBM Plex Sans"/>
              <a:ea typeface="IBM Plex Sans"/>
              <a:cs typeface="IBM Plex Sans"/>
              <a:sym typeface="IBM Plex Sans"/>
            </a:endParaRPr>
          </a:p>
        </p:txBody>
      </p:sp>
      <p:sp>
        <p:nvSpPr>
          <p:cNvPr id="7614" name="Google Shape;7614;p534"/>
          <p:cNvSpPr txBox="1"/>
          <p:nvPr/>
        </p:nvSpPr>
        <p:spPr>
          <a:xfrm>
            <a:off x="2702888" y="1960940"/>
            <a:ext cx="1575300" cy="783000"/>
          </a:xfrm>
          <a:prstGeom prst="rect">
            <a:avLst/>
          </a:prstGeom>
          <a:noFill/>
          <a:ln>
            <a:noFill/>
          </a:ln>
        </p:spPr>
        <p:txBody>
          <a:bodyPr spcFirstLastPara="1" wrap="square" lIns="0" tIns="0" rIns="0" bIns="0" anchor="t" anchorCtr="0">
            <a:noAutofit/>
          </a:bodyPr>
          <a:lstStyle/>
          <a:p>
            <a:pPr marL="0" lvl="0" indent="0" algn="ctr" rtl="0">
              <a:spcBef>
                <a:spcPts val="0"/>
              </a:spcBef>
              <a:spcAft>
                <a:spcPts val="0"/>
              </a:spcAft>
              <a:buNone/>
            </a:pPr>
            <a:r>
              <a:rPr lang="en" sz="900">
                <a:solidFill>
                  <a:srgbClr val="FFFFFF"/>
                </a:solidFill>
                <a:latin typeface="IBM Plex Sans"/>
                <a:ea typeface="IBM Plex Sans"/>
                <a:cs typeface="IBM Plex Sans"/>
                <a:sym typeface="IBM Plex Sans"/>
              </a:rPr>
              <a:t>Community forum for users to ask questions, troubleshoot issues, and share best practices and lessons learned</a:t>
            </a:r>
            <a:endParaRPr sz="900">
              <a:solidFill>
                <a:srgbClr val="FFFFFF"/>
              </a:solidFill>
              <a:latin typeface="IBM Plex Sans"/>
              <a:ea typeface="IBM Plex Sans"/>
              <a:cs typeface="IBM Plex Sans"/>
              <a:sym typeface="IBM Plex Sans"/>
            </a:endParaRPr>
          </a:p>
        </p:txBody>
      </p:sp>
      <p:sp>
        <p:nvSpPr>
          <p:cNvPr id="7615" name="Google Shape;7615;p534"/>
          <p:cNvSpPr txBox="1"/>
          <p:nvPr/>
        </p:nvSpPr>
        <p:spPr>
          <a:xfrm>
            <a:off x="2697963" y="3581933"/>
            <a:ext cx="1574700" cy="311400"/>
          </a:xfrm>
          <a:prstGeom prst="rect">
            <a:avLst/>
          </a:prstGeom>
          <a:noFill/>
          <a:ln>
            <a:noFill/>
          </a:ln>
        </p:spPr>
        <p:txBody>
          <a:bodyPr spcFirstLastPara="1" wrap="square" lIns="0" tIns="0" rIns="0" bIns="0" anchor="t" anchorCtr="0">
            <a:noAutofit/>
          </a:bodyPr>
          <a:lstStyle/>
          <a:p>
            <a:pPr marL="0" lvl="0" indent="0" algn="ctr" rtl="0">
              <a:spcBef>
                <a:spcPts val="0"/>
              </a:spcBef>
              <a:spcAft>
                <a:spcPts val="0"/>
              </a:spcAft>
              <a:buNone/>
            </a:pPr>
            <a:r>
              <a:rPr lang="en" sz="1100" b="1">
                <a:solidFill>
                  <a:srgbClr val="FFFFFF"/>
                </a:solidFill>
                <a:latin typeface="IBM Plex Sans"/>
                <a:ea typeface="IBM Plex Sans"/>
                <a:cs typeface="IBM Plex Sans"/>
                <a:sym typeface="IBM Plex Sans"/>
              </a:rPr>
              <a:t>Camunda Champion Program</a:t>
            </a:r>
            <a:endParaRPr sz="1100" b="1">
              <a:solidFill>
                <a:srgbClr val="FFFFFF"/>
              </a:solidFill>
              <a:latin typeface="IBM Plex Sans"/>
              <a:ea typeface="IBM Plex Sans"/>
              <a:cs typeface="IBM Plex Sans"/>
              <a:sym typeface="IBM Plex Sans"/>
            </a:endParaRPr>
          </a:p>
        </p:txBody>
      </p:sp>
      <p:sp>
        <p:nvSpPr>
          <p:cNvPr id="7616" name="Google Shape;7616;p534"/>
          <p:cNvSpPr txBox="1"/>
          <p:nvPr/>
        </p:nvSpPr>
        <p:spPr>
          <a:xfrm>
            <a:off x="2705313" y="3956677"/>
            <a:ext cx="1575300" cy="783000"/>
          </a:xfrm>
          <a:prstGeom prst="rect">
            <a:avLst/>
          </a:prstGeom>
          <a:noFill/>
          <a:ln>
            <a:noFill/>
          </a:ln>
        </p:spPr>
        <p:txBody>
          <a:bodyPr spcFirstLastPara="1" wrap="square" lIns="0" tIns="0" rIns="0" bIns="0" anchor="t" anchorCtr="0">
            <a:noAutofit/>
          </a:bodyPr>
          <a:lstStyle/>
          <a:p>
            <a:pPr marL="0" lvl="0" indent="0" algn="ctr" rtl="0">
              <a:spcBef>
                <a:spcPts val="0"/>
              </a:spcBef>
              <a:spcAft>
                <a:spcPts val="0"/>
              </a:spcAft>
              <a:buNone/>
            </a:pPr>
            <a:r>
              <a:rPr lang="en" sz="900">
                <a:solidFill>
                  <a:srgbClr val="FFFFFF"/>
                </a:solidFill>
                <a:latin typeface="IBM Plex Sans"/>
                <a:ea typeface="IBM Plex Sans"/>
                <a:cs typeface="IBM Plex Sans"/>
                <a:sym typeface="IBM Plex Sans"/>
              </a:rPr>
              <a:t>Year-long program that recognizes our most passionate community members and contributors</a:t>
            </a:r>
            <a:endParaRPr sz="900">
              <a:solidFill>
                <a:srgbClr val="FFFFFF"/>
              </a:solidFill>
              <a:latin typeface="IBM Plex Sans"/>
              <a:ea typeface="IBM Plex Sans"/>
              <a:cs typeface="IBM Plex Sans"/>
              <a:sym typeface="IBM Plex Sans"/>
            </a:endParaRPr>
          </a:p>
        </p:txBody>
      </p:sp>
      <p:sp>
        <p:nvSpPr>
          <p:cNvPr id="7617" name="Google Shape;7617;p534"/>
          <p:cNvSpPr txBox="1"/>
          <p:nvPr/>
        </p:nvSpPr>
        <p:spPr>
          <a:xfrm>
            <a:off x="495813" y="3581933"/>
            <a:ext cx="1574700" cy="311400"/>
          </a:xfrm>
          <a:prstGeom prst="rect">
            <a:avLst/>
          </a:prstGeom>
          <a:noFill/>
          <a:ln>
            <a:noFill/>
          </a:ln>
        </p:spPr>
        <p:txBody>
          <a:bodyPr spcFirstLastPara="1" wrap="square" lIns="0" tIns="0" rIns="0" bIns="0" anchor="t" anchorCtr="0">
            <a:noAutofit/>
          </a:bodyPr>
          <a:lstStyle/>
          <a:p>
            <a:pPr marL="0" lvl="0" indent="0" algn="ctr" rtl="0">
              <a:spcBef>
                <a:spcPts val="0"/>
              </a:spcBef>
              <a:spcAft>
                <a:spcPts val="0"/>
              </a:spcAft>
              <a:buNone/>
            </a:pPr>
            <a:r>
              <a:rPr lang="en" sz="1100" b="1">
                <a:solidFill>
                  <a:srgbClr val="FFFFFF"/>
                </a:solidFill>
                <a:latin typeface="IBM Plex Sans"/>
                <a:ea typeface="IBM Plex Sans"/>
                <a:cs typeface="IBM Plex Sans"/>
                <a:sym typeface="IBM Plex Sans"/>
              </a:rPr>
              <a:t>Camunda </a:t>
            </a:r>
            <a:br>
              <a:rPr lang="en" sz="1100" b="1">
                <a:solidFill>
                  <a:srgbClr val="FFFFFF"/>
                </a:solidFill>
                <a:latin typeface="IBM Plex Sans"/>
                <a:ea typeface="IBM Plex Sans"/>
                <a:cs typeface="IBM Plex Sans"/>
                <a:sym typeface="IBM Plex Sans"/>
              </a:rPr>
            </a:br>
            <a:r>
              <a:rPr lang="en" sz="1100" b="1">
                <a:solidFill>
                  <a:srgbClr val="FFFFFF"/>
                </a:solidFill>
                <a:latin typeface="IBM Plex Sans"/>
                <a:ea typeface="IBM Plex Sans"/>
                <a:cs typeface="IBM Plex Sans"/>
                <a:sym typeface="IBM Plex Sans"/>
              </a:rPr>
              <a:t>Community Hub</a:t>
            </a:r>
            <a:endParaRPr sz="1100" b="1">
              <a:solidFill>
                <a:srgbClr val="FFFFFF"/>
              </a:solidFill>
              <a:latin typeface="IBM Plex Sans"/>
              <a:ea typeface="IBM Plex Sans"/>
              <a:cs typeface="IBM Plex Sans"/>
              <a:sym typeface="IBM Plex Sans"/>
            </a:endParaRPr>
          </a:p>
        </p:txBody>
      </p:sp>
      <p:sp>
        <p:nvSpPr>
          <p:cNvPr id="7618" name="Google Shape;7618;p534"/>
          <p:cNvSpPr txBox="1"/>
          <p:nvPr/>
        </p:nvSpPr>
        <p:spPr>
          <a:xfrm>
            <a:off x="503163" y="3956677"/>
            <a:ext cx="1575300" cy="783000"/>
          </a:xfrm>
          <a:prstGeom prst="rect">
            <a:avLst/>
          </a:prstGeom>
          <a:noFill/>
          <a:ln>
            <a:noFill/>
          </a:ln>
        </p:spPr>
        <p:txBody>
          <a:bodyPr spcFirstLastPara="1" wrap="square" lIns="0" tIns="0" rIns="0" bIns="0" anchor="t" anchorCtr="0">
            <a:noAutofit/>
          </a:bodyPr>
          <a:lstStyle/>
          <a:p>
            <a:pPr marL="0" lvl="0" indent="0" algn="ctr" rtl="0">
              <a:spcBef>
                <a:spcPts val="0"/>
              </a:spcBef>
              <a:spcAft>
                <a:spcPts val="0"/>
              </a:spcAft>
              <a:buNone/>
            </a:pPr>
            <a:r>
              <a:rPr lang="en" sz="900">
                <a:solidFill>
                  <a:srgbClr val="FFFFFF"/>
                </a:solidFill>
                <a:latin typeface="IBM Plex Sans"/>
                <a:ea typeface="IBM Plex Sans"/>
                <a:cs typeface="IBM Plex Sans"/>
                <a:sym typeface="IBM Plex Sans"/>
              </a:rPr>
              <a:t>GitHub organization for open source Connectors and extensions contributed by community members</a:t>
            </a:r>
            <a:endParaRPr sz="900">
              <a:solidFill>
                <a:srgbClr val="FFFFFF"/>
              </a:solidFill>
              <a:latin typeface="IBM Plex Sans"/>
              <a:ea typeface="IBM Plex Sans"/>
              <a:cs typeface="IBM Plex Sans"/>
              <a:sym typeface="IBM Plex Sans"/>
            </a:endParaRPr>
          </a:p>
        </p:txBody>
      </p:sp>
      <p:sp>
        <p:nvSpPr>
          <p:cNvPr id="7619" name="Google Shape;7619;p534"/>
          <p:cNvSpPr txBox="1"/>
          <p:nvPr/>
        </p:nvSpPr>
        <p:spPr>
          <a:xfrm>
            <a:off x="495200" y="1587358"/>
            <a:ext cx="1574700" cy="311400"/>
          </a:xfrm>
          <a:prstGeom prst="rect">
            <a:avLst/>
          </a:prstGeom>
          <a:noFill/>
          <a:ln>
            <a:noFill/>
          </a:ln>
        </p:spPr>
        <p:txBody>
          <a:bodyPr spcFirstLastPara="1" wrap="square" lIns="0" tIns="0" rIns="0" bIns="0" anchor="t" anchorCtr="0">
            <a:noAutofit/>
          </a:bodyPr>
          <a:lstStyle/>
          <a:p>
            <a:pPr marL="0" lvl="0" indent="0" algn="ctr" rtl="0">
              <a:spcBef>
                <a:spcPts val="0"/>
              </a:spcBef>
              <a:spcAft>
                <a:spcPts val="0"/>
              </a:spcAft>
              <a:buNone/>
            </a:pPr>
            <a:r>
              <a:rPr lang="en" sz="1100" b="1">
                <a:solidFill>
                  <a:srgbClr val="FFFFFF"/>
                </a:solidFill>
                <a:latin typeface="IBM Plex Sans"/>
                <a:ea typeface="IBM Plex Sans"/>
                <a:cs typeface="IBM Plex Sans"/>
                <a:sym typeface="IBM Plex Sans"/>
              </a:rPr>
              <a:t>Camunda Chapters </a:t>
            </a:r>
            <a:br>
              <a:rPr lang="en" sz="1100" b="1">
                <a:solidFill>
                  <a:srgbClr val="FFFFFF"/>
                </a:solidFill>
                <a:latin typeface="IBM Plex Sans"/>
                <a:ea typeface="IBM Plex Sans"/>
                <a:cs typeface="IBM Plex Sans"/>
                <a:sym typeface="IBM Plex Sans"/>
              </a:rPr>
            </a:br>
            <a:r>
              <a:rPr lang="en" sz="1100" b="1">
                <a:solidFill>
                  <a:srgbClr val="FFFFFF"/>
                </a:solidFill>
                <a:latin typeface="IBM Plex Sans"/>
                <a:ea typeface="IBM Plex Sans"/>
                <a:cs typeface="IBM Plex Sans"/>
                <a:sym typeface="IBM Plex Sans"/>
              </a:rPr>
              <a:t>and Meetups</a:t>
            </a:r>
            <a:endParaRPr sz="1100" b="1">
              <a:solidFill>
                <a:srgbClr val="FFFFFF"/>
              </a:solidFill>
              <a:latin typeface="IBM Plex Sans"/>
              <a:ea typeface="IBM Plex Sans"/>
              <a:cs typeface="IBM Plex Sans"/>
              <a:sym typeface="IBM Plex Sans"/>
            </a:endParaRPr>
          </a:p>
        </p:txBody>
      </p:sp>
      <p:sp>
        <p:nvSpPr>
          <p:cNvPr id="7620" name="Google Shape;7620;p534"/>
          <p:cNvSpPr txBox="1"/>
          <p:nvPr/>
        </p:nvSpPr>
        <p:spPr>
          <a:xfrm>
            <a:off x="502550" y="1962102"/>
            <a:ext cx="1575300" cy="783000"/>
          </a:xfrm>
          <a:prstGeom prst="rect">
            <a:avLst/>
          </a:prstGeom>
          <a:noFill/>
          <a:ln>
            <a:noFill/>
          </a:ln>
        </p:spPr>
        <p:txBody>
          <a:bodyPr spcFirstLastPara="1" wrap="square" lIns="0" tIns="0" rIns="0" bIns="0" anchor="t" anchorCtr="0">
            <a:noAutofit/>
          </a:bodyPr>
          <a:lstStyle/>
          <a:p>
            <a:pPr marL="0" lvl="0" indent="0" algn="ctr" rtl="0">
              <a:spcBef>
                <a:spcPts val="0"/>
              </a:spcBef>
              <a:spcAft>
                <a:spcPts val="0"/>
              </a:spcAft>
              <a:buNone/>
            </a:pPr>
            <a:r>
              <a:rPr lang="en" sz="900">
                <a:solidFill>
                  <a:srgbClr val="FFFFFF"/>
                </a:solidFill>
                <a:latin typeface="IBM Plex Sans"/>
                <a:ea typeface="IBM Plex Sans"/>
                <a:cs typeface="IBM Plex Sans"/>
                <a:sym typeface="IBM Plex Sans"/>
              </a:rPr>
              <a:t>Program to help community members establish and maintain Camunda Chapters that hold regular meetups</a:t>
            </a:r>
            <a:endParaRPr sz="900">
              <a:solidFill>
                <a:srgbClr val="FFFFFF"/>
              </a:solidFill>
              <a:latin typeface="IBM Plex Sans"/>
              <a:ea typeface="IBM Plex Sans"/>
              <a:cs typeface="IBM Plex Sans"/>
              <a:sym typeface="IBM Plex Sans"/>
            </a:endParaRPr>
          </a:p>
        </p:txBody>
      </p:sp>
      <p:sp>
        <p:nvSpPr>
          <p:cNvPr id="7621" name="Google Shape;7621;p534"/>
          <p:cNvSpPr txBox="1"/>
          <p:nvPr/>
        </p:nvSpPr>
        <p:spPr>
          <a:xfrm>
            <a:off x="4903788" y="3581933"/>
            <a:ext cx="1574700" cy="311400"/>
          </a:xfrm>
          <a:prstGeom prst="rect">
            <a:avLst/>
          </a:prstGeom>
          <a:noFill/>
          <a:ln>
            <a:noFill/>
          </a:ln>
        </p:spPr>
        <p:txBody>
          <a:bodyPr spcFirstLastPara="1" wrap="square" lIns="0" tIns="0" rIns="0" bIns="0" anchor="t" anchorCtr="0">
            <a:noAutofit/>
          </a:bodyPr>
          <a:lstStyle/>
          <a:p>
            <a:pPr marL="0" lvl="0" indent="0" algn="ctr" rtl="0">
              <a:spcBef>
                <a:spcPts val="0"/>
              </a:spcBef>
              <a:spcAft>
                <a:spcPts val="0"/>
              </a:spcAft>
              <a:buNone/>
            </a:pPr>
            <a:r>
              <a:rPr lang="en" sz="1100" b="1">
                <a:solidFill>
                  <a:srgbClr val="FFFFFF"/>
                </a:solidFill>
                <a:latin typeface="IBM Plex Sans"/>
                <a:ea typeface="IBM Plex Sans"/>
                <a:cs typeface="IBM Plex Sans"/>
                <a:sym typeface="IBM Plex Sans"/>
              </a:rPr>
              <a:t>Camunda Educational License Program</a:t>
            </a:r>
            <a:endParaRPr sz="1100" b="1">
              <a:solidFill>
                <a:srgbClr val="FFFFFF"/>
              </a:solidFill>
              <a:latin typeface="IBM Plex Sans"/>
              <a:ea typeface="IBM Plex Sans"/>
              <a:cs typeface="IBM Plex Sans"/>
              <a:sym typeface="IBM Plex Sans"/>
            </a:endParaRPr>
          </a:p>
        </p:txBody>
      </p:sp>
      <p:sp>
        <p:nvSpPr>
          <p:cNvPr id="7622" name="Google Shape;7622;p534"/>
          <p:cNvSpPr txBox="1"/>
          <p:nvPr/>
        </p:nvSpPr>
        <p:spPr>
          <a:xfrm>
            <a:off x="4911138" y="3956677"/>
            <a:ext cx="1575300" cy="783000"/>
          </a:xfrm>
          <a:prstGeom prst="rect">
            <a:avLst/>
          </a:prstGeom>
          <a:noFill/>
          <a:ln>
            <a:noFill/>
          </a:ln>
        </p:spPr>
        <p:txBody>
          <a:bodyPr spcFirstLastPara="1" wrap="square" lIns="0" tIns="0" rIns="0" bIns="0" anchor="t" anchorCtr="0">
            <a:noAutofit/>
          </a:bodyPr>
          <a:lstStyle/>
          <a:p>
            <a:pPr marL="0" lvl="0" indent="0" algn="ctr" rtl="0">
              <a:spcBef>
                <a:spcPts val="0"/>
              </a:spcBef>
              <a:spcAft>
                <a:spcPts val="0"/>
              </a:spcAft>
              <a:buNone/>
            </a:pPr>
            <a:r>
              <a:rPr lang="en" sz="900">
                <a:solidFill>
                  <a:srgbClr val="FFFFFF"/>
                </a:solidFill>
                <a:latin typeface="IBM Plex Sans"/>
                <a:ea typeface="IBM Plex Sans"/>
                <a:cs typeface="IBM Plex Sans"/>
                <a:sym typeface="IBM Plex Sans"/>
              </a:rPr>
              <a:t>Enterprise license for educational institutions for the purpose of teaching or academic research</a:t>
            </a:r>
            <a:endParaRPr sz="900">
              <a:solidFill>
                <a:srgbClr val="FFFFFF"/>
              </a:solidFill>
              <a:latin typeface="IBM Plex Sans"/>
              <a:ea typeface="IBM Plex Sans"/>
              <a:cs typeface="IBM Plex Sans"/>
              <a:sym typeface="IBM Plex Sans"/>
            </a:endParaRPr>
          </a:p>
        </p:txBody>
      </p:sp>
      <p:sp>
        <p:nvSpPr>
          <p:cNvPr id="7623" name="Google Shape;7623;p534"/>
          <p:cNvSpPr txBox="1"/>
          <p:nvPr/>
        </p:nvSpPr>
        <p:spPr>
          <a:xfrm>
            <a:off x="4903213" y="1590283"/>
            <a:ext cx="1574700" cy="338700"/>
          </a:xfrm>
          <a:prstGeom prst="rect">
            <a:avLst/>
          </a:prstGeom>
          <a:noFill/>
          <a:ln>
            <a:noFill/>
          </a:ln>
        </p:spPr>
        <p:txBody>
          <a:bodyPr spcFirstLastPara="1" wrap="square" lIns="0" tIns="0" rIns="0" bIns="0" anchor="t" anchorCtr="0">
            <a:spAutoFit/>
          </a:bodyPr>
          <a:lstStyle/>
          <a:p>
            <a:pPr marL="0" lvl="0" indent="0" algn="ctr" rtl="0">
              <a:spcBef>
                <a:spcPts val="0"/>
              </a:spcBef>
              <a:spcAft>
                <a:spcPts val="0"/>
              </a:spcAft>
              <a:buNone/>
            </a:pPr>
            <a:r>
              <a:rPr lang="en" sz="1100" b="1">
                <a:solidFill>
                  <a:srgbClr val="FFFFFF"/>
                </a:solidFill>
                <a:latin typeface="IBM Plex Sans"/>
                <a:ea typeface="IBM Plex Sans"/>
                <a:cs typeface="IBM Plex Sans"/>
                <a:sym typeface="IBM Plex Sans"/>
              </a:rPr>
              <a:t>CamundaCon Europe and North America</a:t>
            </a:r>
            <a:endParaRPr sz="1100" b="1">
              <a:solidFill>
                <a:srgbClr val="FFFFFF"/>
              </a:solidFill>
              <a:latin typeface="IBM Plex Sans"/>
              <a:ea typeface="IBM Plex Sans"/>
              <a:cs typeface="IBM Plex Sans"/>
              <a:sym typeface="IBM Plex Sans"/>
            </a:endParaRPr>
          </a:p>
        </p:txBody>
      </p:sp>
      <p:sp>
        <p:nvSpPr>
          <p:cNvPr id="7624" name="Google Shape;7624;p534"/>
          <p:cNvSpPr txBox="1"/>
          <p:nvPr/>
        </p:nvSpPr>
        <p:spPr>
          <a:xfrm>
            <a:off x="4910563" y="1965027"/>
            <a:ext cx="1575300" cy="783000"/>
          </a:xfrm>
          <a:prstGeom prst="rect">
            <a:avLst/>
          </a:prstGeom>
          <a:noFill/>
          <a:ln>
            <a:noFill/>
          </a:ln>
        </p:spPr>
        <p:txBody>
          <a:bodyPr spcFirstLastPara="1" wrap="square" lIns="0" tIns="0" rIns="0" bIns="0" anchor="t" anchorCtr="0">
            <a:noAutofit/>
          </a:bodyPr>
          <a:lstStyle/>
          <a:p>
            <a:pPr marL="0" lvl="0" indent="0" algn="ctr" rtl="0">
              <a:spcBef>
                <a:spcPts val="0"/>
              </a:spcBef>
              <a:spcAft>
                <a:spcPts val="0"/>
              </a:spcAft>
              <a:buNone/>
            </a:pPr>
            <a:r>
              <a:rPr lang="en" sz="900">
                <a:solidFill>
                  <a:srgbClr val="FFFFFF"/>
                </a:solidFill>
                <a:latin typeface="IBM Plex Sans"/>
                <a:ea typeface="IBM Plex Sans"/>
                <a:cs typeface="IBM Plex Sans"/>
                <a:sym typeface="IBM Plex Sans"/>
              </a:rPr>
              <a:t>Annual conferences for developers, enterprise architects, business technologists, and more</a:t>
            </a:r>
            <a:endParaRPr sz="900">
              <a:solidFill>
                <a:srgbClr val="FFFFFF"/>
              </a:solidFill>
              <a:latin typeface="IBM Plex Sans"/>
              <a:ea typeface="IBM Plex Sans"/>
              <a:cs typeface="IBM Plex Sans"/>
              <a:sym typeface="IBM Plex Sans"/>
            </a:endParaRPr>
          </a:p>
        </p:txBody>
      </p:sp>
      <p:sp>
        <p:nvSpPr>
          <p:cNvPr id="7625" name="Google Shape;7625;p534"/>
          <p:cNvSpPr txBox="1"/>
          <p:nvPr/>
        </p:nvSpPr>
        <p:spPr>
          <a:xfrm>
            <a:off x="7105338" y="3581933"/>
            <a:ext cx="1574700" cy="311400"/>
          </a:xfrm>
          <a:prstGeom prst="rect">
            <a:avLst/>
          </a:prstGeom>
          <a:noFill/>
          <a:ln>
            <a:noFill/>
          </a:ln>
        </p:spPr>
        <p:txBody>
          <a:bodyPr spcFirstLastPara="1" wrap="square" lIns="0" tIns="0" rIns="0" bIns="0" anchor="t" anchorCtr="0">
            <a:noAutofit/>
          </a:bodyPr>
          <a:lstStyle/>
          <a:p>
            <a:pPr marL="0" lvl="0" indent="0" algn="ctr" rtl="0">
              <a:spcBef>
                <a:spcPts val="0"/>
              </a:spcBef>
              <a:spcAft>
                <a:spcPts val="0"/>
              </a:spcAft>
              <a:buNone/>
            </a:pPr>
            <a:r>
              <a:rPr lang="en" sz="1100" b="1">
                <a:solidFill>
                  <a:srgbClr val="FFFFFF"/>
                </a:solidFill>
                <a:latin typeface="IBM Plex Sans"/>
                <a:ea typeface="IBM Plex Sans"/>
                <a:cs typeface="IBM Plex Sans"/>
                <a:sym typeface="IBM Plex Sans"/>
              </a:rPr>
              <a:t>Camunda for </a:t>
            </a:r>
            <a:br>
              <a:rPr lang="en" sz="1100" b="1">
                <a:solidFill>
                  <a:srgbClr val="FFFFFF"/>
                </a:solidFill>
                <a:latin typeface="IBM Plex Sans"/>
                <a:ea typeface="IBM Plex Sans"/>
                <a:cs typeface="IBM Plex Sans"/>
                <a:sym typeface="IBM Plex Sans"/>
              </a:rPr>
            </a:br>
            <a:r>
              <a:rPr lang="en" sz="1100" b="1">
                <a:solidFill>
                  <a:srgbClr val="FFFFFF"/>
                </a:solidFill>
                <a:latin typeface="IBM Plex Sans"/>
                <a:ea typeface="IBM Plex Sans"/>
                <a:cs typeface="IBM Plex Sans"/>
                <a:sym typeface="IBM Plex Sans"/>
              </a:rPr>
              <a:t>Common Good</a:t>
            </a:r>
            <a:endParaRPr sz="1100" b="1">
              <a:solidFill>
                <a:srgbClr val="FFFFFF"/>
              </a:solidFill>
              <a:latin typeface="IBM Plex Sans"/>
              <a:ea typeface="IBM Plex Sans"/>
              <a:cs typeface="IBM Plex Sans"/>
              <a:sym typeface="IBM Plex Sans"/>
            </a:endParaRPr>
          </a:p>
        </p:txBody>
      </p:sp>
      <p:sp>
        <p:nvSpPr>
          <p:cNvPr id="7626" name="Google Shape;7626;p534"/>
          <p:cNvSpPr txBox="1"/>
          <p:nvPr/>
        </p:nvSpPr>
        <p:spPr>
          <a:xfrm>
            <a:off x="7112688" y="3956677"/>
            <a:ext cx="1575300" cy="783000"/>
          </a:xfrm>
          <a:prstGeom prst="rect">
            <a:avLst/>
          </a:prstGeom>
          <a:noFill/>
          <a:ln>
            <a:noFill/>
          </a:ln>
        </p:spPr>
        <p:txBody>
          <a:bodyPr spcFirstLastPara="1" wrap="square" lIns="0" tIns="0" rIns="0" bIns="0" anchor="t" anchorCtr="0">
            <a:noAutofit/>
          </a:bodyPr>
          <a:lstStyle/>
          <a:p>
            <a:pPr marL="0" lvl="0" indent="0" algn="ctr" rtl="0">
              <a:spcBef>
                <a:spcPts val="0"/>
              </a:spcBef>
              <a:spcAft>
                <a:spcPts val="0"/>
              </a:spcAft>
              <a:buNone/>
            </a:pPr>
            <a:r>
              <a:rPr lang="en" sz="900">
                <a:solidFill>
                  <a:srgbClr val="FFFFFF"/>
                </a:solidFill>
                <a:latin typeface="IBM Plex Sans"/>
                <a:ea typeface="IBM Plex Sans"/>
                <a:cs typeface="IBM Plex Sans"/>
                <a:sym typeface="IBM Plex Sans"/>
              </a:rPr>
              <a:t>Special software license and support for NGOs and nonprofits that can benefit from process orchestration</a:t>
            </a:r>
            <a:endParaRPr sz="900">
              <a:solidFill>
                <a:srgbClr val="FFFFFF"/>
              </a:solidFill>
              <a:latin typeface="IBM Plex Sans"/>
              <a:ea typeface="IBM Plex Sans"/>
              <a:cs typeface="IBM Plex Sans"/>
              <a:sym typeface="IBM Plex Sans"/>
            </a:endParaRPr>
          </a:p>
        </p:txBody>
      </p:sp>
      <p:grpSp>
        <p:nvGrpSpPr>
          <p:cNvPr id="7627" name="Google Shape;7627;p534"/>
          <p:cNvGrpSpPr/>
          <p:nvPr/>
        </p:nvGrpSpPr>
        <p:grpSpPr>
          <a:xfrm>
            <a:off x="5530540" y="898911"/>
            <a:ext cx="320050" cy="594369"/>
            <a:chOff x="1033925" y="3352475"/>
            <a:chExt cx="256800" cy="473525"/>
          </a:xfrm>
        </p:grpSpPr>
        <p:sp>
          <p:nvSpPr>
            <p:cNvPr id="7628" name="Google Shape;7628;p534"/>
            <p:cNvSpPr/>
            <p:nvPr/>
          </p:nvSpPr>
          <p:spPr>
            <a:xfrm>
              <a:off x="1033925" y="3352475"/>
              <a:ext cx="256800" cy="370875"/>
            </a:xfrm>
            <a:custGeom>
              <a:avLst/>
              <a:gdLst/>
              <a:ahLst/>
              <a:cxnLst/>
              <a:rect l="l" t="t" r="r" b="b"/>
              <a:pathLst>
                <a:path w="10272" h="14835" extrusionOk="0">
                  <a:moveTo>
                    <a:pt x="5136" y="2335"/>
                  </a:moveTo>
                  <a:lnTo>
                    <a:pt x="7067" y="6219"/>
                  </a:lnTo>
                  <a:lnTo>
                    <a:pt x="3205" y="6219"/>
                  </a:lnTo>
                  <a:lnTo>
                    <a:pt x="5136" y="2335"/>
                  </a:lnTo>
                  <a:close/>
                  <a:moveTo>
                    <a:pt x="2059" y="10930"/>
                  </a:moveTo>
                  <a:lnTo>
                    <a:pt x="2059" y="13805"/>
                  </a:lnTo>
                  <a:lnTo>
                    <a:pt x="1030" y="13805"/>
                  </a:lnTo>
                  <a:lnTo>
                    <a:pt x="1030" y="11959"/>
                  </a:lnTo>
                  <a:lnTo>
                    <a:pt x="2059" y="10930"/>
                  </a:lnTo>
                  <a:close/>
                  <a:moveTo>
                    <a:pt x="7195" y="7248"/>
                  </a:moveTo>
                  <a:lnTo>
                    <a:pt x="7195" y="13805"/>
                  </a:lnTo>
                  <a:lnTo>
                    <a:pt x="3078" y="13805"/>
                  </a:lnTo>
                  <a:lnTo>
                    <a:pt x="3078" y="7248"/>
                  </a:lnTo>
                  <a:close/>
                  <a:moveTo>
                    <a:pt x="8213" y="10930"/>
                  </a:moveTo>
                  <a:lnTo>
                    <a:pt x="9243" y="11959"/>
                  </a:lnTo>
                  <a:lnTo>
                    <a:pt x="9243" y="13805"/>
                  </a:lnTo>
                  <a:lnTo>
                    <a:pt x="8213" y="13805"/>
                  </a:lnTo>
                  <a:lnTo>
                    <a:pt x="8213" y="10930"/>
                  </a:lnTo>
                  <a:close/>
                  <a:moveTo>
                    <a:pt x="5136" y="1"/>
                  </a:moveTo>
                  <a:lnTo>
                    <a:pt x="2059" y="6219"/>
                  </a:lnTo>
                  <a:lnTo>
                    <a:pt x="2059" y="9487"/>
                  </a:lnTo>
                  <a:lnTo>
                    <a:pt x="1" y="11535"/>
                  </a:lnTo>
                  <a:lnTo>
                    <a:pt x="1" y="14835"/>
                  </a:lnTo>
                  <a:lnTo>
                    <a:pt x="10272" y="14835"/>
                  </a:lnTo>
                  <a:lnTo>
                    <a:pt x="10272" y="11535"/>
                  </a:lnTo>
                  <a:lnTo>
                    <a:pt x="8213" y="9476"/>
                  </a:lnTo>
                  <a:lnTo>
                    <a:pt x="8213" y="6219"/>
                  </a:lnTo>
                  <a:lnTo>
                    <a:pt x="513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1"/>
                </a:solidFill>
              </a:endParaRPr>
            </a:p>
          </p:txBody>
        </p:sp>
        <p:sp>
          <p:nvSpPr>
            <p:cNvPr id="7629" name="Google Shape;7629;p534"/>
            <p:cNvSpPr/>
            <p:nvPr/>
          </p:nvSpPr>
          <p:spPr>
            <a:xfrm>
              <a:off x="1142675" y="3555675"/>
              <a:ext cx="39300" cy="85450"/>
            </a:xfrm>
            <a:custGeom>
              <a:avLst/>
              <a:gdLst/>
              <a:ahLst/>
              <a:cxnLst/>
              <a:rect l="l" t="t" r="r" b="b"/>
              <a:pathLst>
                <a:path w="1572" h="3418" extrusionOk="0">
                  <a:moveTo>
                    <a:pt x="691" y="1"/>
                  </a:moveTo>
                  <a:lnTo>
                    <a:pt x="606" y="11"/>
                  </a:lnTo>
                  <a:lnTo>
                    <a:pt x="521" y="32"/>
                  </a:lnTo>
                  <a:lnTo>
                    <a:pt x="447" y="54"/>
                  </a:lnTo>
                  <a:lnTo>
                    <a:pt x="383" y="85"/>
                  </a:lnTo>
                  <a:lnTo>
                    <a:pt x="309" y="117"/>
                  </a:lnTo>
                  <a:lnTo>
                    <a:pt x="256" y="170"/>
                  </a:lnTo>
                  <a:lnTo>
                    <a:pt x="203" y="213"/>
                  </a:lnTo>
                  <a:lnTo>
                    <a:pt x="160" y="276"/>
                  </a:lnTo>
                  <a:lnTo>
                    <a:pt x="118" y="340"/>
                  </a:lnTo>
                  <a:lnTo>
                    <a:pt x="86" y="404"/>
                  </a:lnTo>
                  <a:lnTo>
                    <a:pt x="54" y="478"/>
                  </a:lnTo>
                  <a:lnTo>
                    <a:pt x="33" y="563"/>
                  </a:lnTo>
                  <a:lnTo>
                    <a:pt x="12" y="648"/>
                  </a:lnTo>
                  <a:lnTo>
                    <a:pt x="1" y="743"/>
                  </a:lnTo>
                  <a:lnTo>
                    <a:pt x="1" y="839"/>
                  </a:lnTo>
                  <a:lnTo>
                    <a:pt x="1" y="2579"/>
                  </a:lnTo>
                  <a:lnTo>
                    <a:pt x="1" y="2675"/>
                  </a:lnTo>
                  <a:lnTo>
                    <a:pt x="12" y="2770"/>
                  </a:lnTo>
                  <a:lnTo>
                    <a:pt x="33" y="2855"/>
                  </a:lnTo>
                  <a:lnTo>
                    <a:pt x="54" y="2940"/>
                  </a:lnTo>
                  <a:lnTo>
                    <a:pt x="75" y="3014"/>
                  </a:lnTo>
                  <a:lnTo>
                    <a:pt x="118" y="3078"/>
                  </a:lnTo>
                  <a:lnTo>
                    <a:pt x="150" y="3141"/>
                  </a:lnTo>
                  <a:lnTo>
                    <a:pt x="203" y="3205"/>
                  </a:lnTo>
                  <a:lnTo>
                    <a:pt x="256" y="3248"/>
                  </a:lnTo>
                  <a:lnTo>
                    <a:pt x="309" y="3290"/>
                  </a:lnTo>
                  <a:lnTo>
                    <a:pt x="372" y="3332"/>
                  </a:lnTo>
                  <a:lnTo>
                    <a:pt x="447" y="3364"/>
                  </a:lnTo>
                  <a:lnTo>
                    <a:pt x="521" y="3385"/>
                  </a:lnTo>
                  <a:lnTo>
                    <a:pt x="606" y="3407"/>
                  </a:lnTo>
                  <a:lnTo>
                    <a:pt x="691" y="3417"/>
                  </a:lnTo>
                  <a:lnTo>
                    <a:pt x="882" y="3417"/>
                  </a:lnTo>
                  <a:lnTo>
                    <a:pt x="967" y="3407"/>
                  </a:lnTo>
                  <a:lnTo>
                    <a:pt x="1051" y="3385"/>
                  </a:lnTo>
                  <a:lnTo>
                    <a:pt x="1126" y="3364"/>
                  </a:lnTo>
                  <a:lnTo>
                    <a:pt x="1200" y="3332"/>
                  </a:lnTo>
                  <a:lnTo>
                    <a:pt x="1264" y="3290"/>
                  </a:lnTo>
                  <a:lnTo>
                    <a:pt x="1317" y="3248"/>
                  </a:lnTo>
                  <a:lnTo>
                    <a:pt x="1370" y="3205"/>
                  </a:lnTo>
                  <a:lnTo>
                    <a:pt x="1423" y="3141"/>
                  </a:lnTo>
                  <a:lnTo>
                    <a:pt x="1455" y="3078"/>
                  </a:lnTo>
                  <a:lnTo>
                    <a:pt x="1497" y="3014"/>
                  </a:lnTo>
                  <a:lnTo>
                    <a:pt x="1518" y="2940"/>
                  </a:lnTo>
                  <a:lnTo>
                    <a:pt x="1540" y="2855"/>
                  </a:lnTo>
                  <a:lnTo>
                    <a:pt x="1561" y="2770"/>
                  </a:lnTo>
                  <a:lnTo>
                    <a:pt x="1571" y="2675"/>
                  </a:lnTo>
                  <a:lnTo>
                    <a:pt x="1571" y="2579"/>
                  </a:lnTo>
                  <a:lnTo>
                    <a:pt x="1571" y="2133"/>
                  </a:lnTo>
                  <a:lnTo>
                    <a:pt x="1073" y="2133"/>
                  </a:lnTo>
                  <a:lnTo>
                    <a:pt x="1073" y="2611"/>
                  </a:lnTo>
                  <a:lnTo>
                    <a:pt x="1073" y="2696"/>
                  </a:lnTo>
                  <a:lnTo>
                    <a:pt x="1062" y="2759"/>
                  </a:lnTo>
                  <a:lnTo>
                    <a:pt x="1030" y="2823"/>
                  </a:lnTo>
                  <a:lnTo>
                    <a:pt x="998" y="2866"/>
                  </a:lnTo>
                  <a:lnTo>
                    <a:pt x="967" y="2897"/>
                  </a:lnTo>
                  <a:lnTo>
                    <a:pt x="914" y="2919"/>
                  </a:lnTo>
                  <a:lnTo>
                    <a:pt x="860" y="2929"/>
                  </a:lnTo>
                  <a:lnTo>
                    <a:pt x="797" y="2940"/>
                  </a:lnTo>
                  <a:lnTo>
                    <a:pt x="744" y="2929"/>
                  </a:lnTo>
                  <a:lnTo>
                    <a:pt x="691" y="2919"/>
                  </a:lnTo>
                  <a:lnTo>
                    <a:pt x="638" y="2897"/>
                  </a:lnTo>
                  <a:lnTo>
                    <a:pt x="606" y="2866"/>
                  </a:lnTo>
                  <a:lnTo>
                    <a:pt x="574" y="2823"/>
                  </a:lnTo>
                  <a:lnTo>
                    <a:pt x="542" y="2759"/>
                  </a:lnTo>
                  <a:lnTo>
                    <a:pt x="532" y="2696"/>
                  </a:lnTo>
                  <a:lnTo>
                    <a:pt x="532" y="2611"/>
                  </a:lnTo>
                  <a:lnTo>
                    <a:pt x="532" y="796"/>
                  </a:lnTo>
                  <a:lnTo>
                    <a:pt x="532" y="722"/>
                  </a:lnTo>
                  <a:lnTo>
                    <a:pt x="542" y="648"/>
                  </a:lnTo>
                  <a:lnTo>
                    <a:pt x="574" y="595"/>
                  </a:lnTo>
                  <a:lnTo>
                    <a:pt x="606" y="542"/>
                  </a:lnTo>
                  <a:lnTo>
                    <a:pt x="638" y="510"/>
                  </a:lnTo>
                  <a:lnTo>
                    <a:pt x="691" y="489"/>
                  </a:lnTo>
                  <a:lnTo>
                    <a:pt x="744" y="478"/>
                  </a:lnTo>
                  <a:lnTo>
                    <a:pt x="860" y="478"/>
                  </a:lnTo>
                  <a:lnTo>
                    <a:pt x="914" y="489"/>
                  </a:lnTo>
                  <a:lnTo>
                    <a:pt x="967" y="521"/>
                  </a:lnTo>
                  <a:lnTo>
                    <a:pt x="998" y="552"/>
                  </a:lnTo>
                  <a:lnTo>
                    <a:pt x="1030" y="595"/>
                  </a:lnTo>
                  <a:lnTo>
                    <a:pt x="1051" y="648"/>
                  </a:lnTo>
                  <a:lnTo>
                    <a:pt x="1073" y="722"/>
                  </a:lnTo>
                  <a:lnTo>
                    <a:pt x="1073" y="807"/>
                  </a:lnTo>
                  <a:lnTo>
                    <a:pt x="1073" y="1168"/>
                  </a:lnTo>
                  <a:lnTo>
                    <a:pt x="1571" y="1168"/>
                  </a:lnTo>
                  <a:lnTo>
                    <a:pt x="1571" y="839"/>
                  </a:lnTo>
                  <a:lnTo>
                    <a:pt x="1571" y="743"/>
                  </a:lnTo>
                  <a:lnTo>
                    <a:pt x="1561" y="648"/>
                  </a:lnTo>
                  <a:lnTo>
                    <a:pt x="1550" y="563"/>
                  </a:lnTo>
                  <a:lnTo>
                    <a:pt x="1518" y="478"/>
                  </a:lnTo>
                  <a:lnTo>
                    <a:pt x="1497" y="404"/>
                  </a:lnTo>
                  <a:lnTo>
                    <a:pt x="1465" y="340"/>
                  </a:lnTo>
                  <a:lnTo>
                    <a:pt x="1423" y="276"/>
                  </a:lnTo>
                  <a:lnTo>
                    <a:pt x="1380" y="213"/>
                  </a:lnTo>
                  <a:lnTo>
                    <a:pt x="1327" y="170"/>
                  </a:lnTo>
                  <a:lnTo>
                    <a:pt x="1264" y="117"/>
                  </a:lnTo>
                  <a:lnTo>
                    <a:pt x="1200" y="85"/>
                  </a:lnTo>
                  <a:lnTo>
                    <a:pt x="1126" y="54"/>
                  </a:lnTo>
                  <a:lnTo>
                    <a:pt x="1051" y="32"/>
                  </a:lnTo>
                  <a:lnTo>
                    <a:pt x="967" y="11"/>
                  </a:lnTo>
                  <a:lnTo>
                    <a:pt x="88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1"/>
                </a:solidFill>
              </a:endParaRPr>
            </a:p>
          </p:txBody>
        </p:sp>
        <p:sp>
          <p:nvSpPr>
            <p:cNvPr id="7630" name="Google Shape;7630;p534"/>
            <p:cNvSpPr/>
            <p:nvPr/>
          </p:nvSpPr>
          <p:spPr>
            <a:xfrm>
              <a:off x="1142675" y="3653550"/>
              <a:ext cx="39300" cy="22325"/>
            </a:xfrm>
            <a:custGeom>
              <a:avLst/>
              <a:gdLst/>
              <a:ahLst/>
              <a:cxnLst/>
              <a:rect l="l" t="t" r="r" b="b"/>
              <a:pathLst>
                <a:path w="1572" h="893" extrusionOk="0">
                  <a:moveTo>
                    <a:pt x="1" y="1"/>
                  </a:moveTo>
                  <a:lnTo>
                    <a:pt x="1" y="892"/>
                  </a:lnTo>
                  <a:lnTo>
                    <a:pt x="1571" y="892"/>
                  </a:lnTo>
                  <a:lnTo>
                    <a:pt x="1571"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1"/>
                </a:solidFill>
              </a:endParaRPr>
            </a:p>
          </p:txBody>
        </p:sp>
        <p:sp>
          <p:nvSpPr>
            <p:cNvPr id="7631" name="Google Shape;7631;p534"/>
            <p:cNvSpPr/>
            <p:nvPr/>
          </p:nvSpPr>
          <p:spPr>
            <a:xfrm>
              <a:off x="1149575" y="3749050"/>
              <a:ext cx="25500" cy="76950"/>
            </a:xfrm>
            <a:custGeom>
              <a:avLst/>
              <a:gdLst/>
              <a:ahLst/>
              <a:cxnLst/>
              <a:rect l="l" t="t" r="r" b="b"/>
              <a:pathLst>
                <a:path w="1020" h="3078" extrusionOk="0">
                  <a:moveTo>
                    <a:pt x="1" y="1"/>
                  </a:moveTo>
                  <a:lnTo>
                    <a:pt x="1" y="3078"/>
                  </a:lnTo>
                  <a:lnTo>
                    <a:pt x="1019" y="3078"/>
                  </a:lnTo>
                  <a:lnTo>
                    <a:pt x="101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1"/>
                </a:solidFill>
              </a:endParaRPr>
            </a:p>
          </p:txBody>
        </p:sp>
        <p:sp>
          <p:nvSpPr>
            <p:cNvPr id="7632" name="Google Shape;7632;p534"/>
            <p:cNvSpPr/>
            <p:nvPr/>
          </p:nvSpPr>
          <p:spPr>
            <a:xfrm>
              <a:off x="1104500" y="3749050"/>
              <a:ext cx="25750" cy="51500"/>
            </a:xfrm>
            <a:custGeom>
              <a:avLst/>
              <a:gdLst/>
              <a:ahLst/>
              <a:cxnLst/>
              <a:rect l="l" t="t" r="r" b="b"/>
              <a:pathLst>
                <a:path w="1030" h="2060" extrusionOk="0">
                  <a:moveTo>
                    <a:pt x="0" y="1"/>
                  </a:moveTo>
                  <a:lnTo>
                    <a:pt x="0" y="2059"/>
                  </a:lnTo>
                  <a:lnTo>
                    <a:pt x="1029" y="2059"/>
                  </a:lnTo>
                  <a:lnTo>
                    <a:pt x="102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1"/>
                </a:solidFill>
              </a:endParaRPr>
            </a:p>
          </p:txBody>
        </p:sp>
        <p:sp>
          <p:nvSpPr>
            <p:cNvPr id="7633" name="Google Shape;7633;p534"/>
            <p:cNvSpPr/>
            <p:nvPr/>
          </p:nvSpPr>
          <p:spPr>
            <a:xfrm>
              <a:off x="1059650" y="3749050"/>
              <a:ext cx="25775" cy="25775"/>
            </a:xfrm>
            <a:custGeom>
              <a:avLst/>
              <a:gdLst/>
              <a:ahLst/>
              <a:cxnLst/>
              <a:rect l="l" t="t" r="r" b="b"/>
              <a:pathLst>
                <a:path w="1031" h="1031" extrusionOk="0">
                  <a:moveTo>
                    <a:pt x="1" y="1"/>
                  </a:moveTo>
                  <a:lnTo>
                    <a:pt x="1" y="1030"/>
                  </a:lnTo>
                  <a:lnTo>
                    <a:pt x="1030" y="1030"/>
                  </a:lnTo>
                  <a:lnTo>
                    <a:pt x="103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1"/>
                </a:solidFill>
              </a:endParaRPr>
            </a:p>
          </p:txBody>
        </p:sp>
        <p:sp>
          <p:nvSpPr>
            <p:cNvPr id="7634" name="Google Shape;7634;p534"/>
            <p:cNvSpPr/>
            <p:nvPr/>
          </p:nvSpPr>
          <p:spPr>
            <a:xfrm>
              <a:off x="1194425" y="3749050"/>
              <a:ext cx="25750" cy="51500"/>
            </a:xfrm>
            <a:custGeom>
              <a:avLst/>
              <a:gdLst/>
              <a:ahLst/>
              <a:cxnLst/>
              <a:rect l="l" t="t" r="r" b="b"/>
              <a:pathLst>
                <a:path w="1030" h="2060" extrusionOk="0">
                  <a:moveTo>
                    <a:pt x="0" y="1"/>
                  </a:moveTo>
                  <a:lnTo>
                    <a:pt x="0" y="2059"/>
                  </a:lnTo>
                  <a:lnTo>
                    <a:pt x="1029" y="2059"/>
                  </a:lnTo>
                  <a:lnTo>
                    <a:pt x="102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1"/>
                </a:solidFill>
              </a:endParaRPr>
            </a:p>
          </p:txBody>
        </p:sp>
        <p:sp>
          <p:nvSpPr>
            <p:cNvPr id="7635" name="Google Shape;7635;p534"/>
            <p:cNvSpPr/>
            <p:nvPr/>
          </p:nvSpPr>
          <p:spPr>
            <a:xfrm>
              <a:off x="1239250" y="3749050"/>
              <a:ext cx="25750" cy="25775"/>
            </a:xfrm>
            <a:custGeom>
              <a:avLst/>
              <a:gdLst/>
              <a:ahLst/>
              <a:cxnLst/>
              <a:rect l="l" t="t" r="r" b="b"/>
              <a:pathLst>
                <a:path w="1030" h="1031" extrusionOk="0">
                  <a:moveTo>
                    <a:pt x="0" y="1"/>
                  </a:moveTo>
                  <a:lnTo>
                    <a:pt x="0" y="1030"/>
                  </a:lnTo>
                  <a:lnTo>
                    <a:pt x="1030" y="1030"/>
                  </a:lnTo>
                  <a:lnTo>
                    <a:pt x="103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1"/>
                </a:solidFill>
              </a:endParaRPr>
            </a:p>
          </p:txBody>
        </p:sp>
      </p:grpSp>
      <p:sp>
        <p:nvSpPr>
          <p:cNvPr id="7636" name="Google Shape;7636;p534"/>
          <p:cNvSpPr/>
          <p:nvPr/>
        </p:nvSpPr>
        <p:spPr>
          <a:xfrm>
            <a:off x="7660169" y="2992457"/>
            <a:ext cx="472985" cy="418318"/>
          </a:xfrm>
          <a:custGeom>
            <a:avLst/>
            <a:gdLst/>
            <a:ahLst/>
            <a:cxnLst/>
            <a:rect l="l" t="t" r="r" b="b"/>
            <a:pathLst>
              <a:path w="16212" h="14337" extrusionOk="0">
                <a:moveTo>
                  <a:pt x="4174" y="0"/>
                </a:moveTo>
                <a:lnTo>
                  <a:pt x="3974" y="12"/>
                </a:lnTo>
                <a:lnTo>
                  <a:pt x="3773" y="36"/>
                </a:lnTo>
                <a:lnTo>
                  <a:pt x="3573" y="71"/>
                </a:lnTo>
                <a:lnTo>
                  <a:pt x="3373" y="107"/>
                </a:lnTo>
                <a:lnTo>
                  <a:pt x="3184" y="154"/>
                </a:lnTo>
                <a:lnTo>
                  <a:pt x="2995" y="213"/>
                </a:lnTo>
                <a:lnTo>
                  <a:pt x="2795" y="283"/>
                </a:lnTo>
                <a:lnTo>
                  <a:pt x="2606" y="366"/>
                </a:lnTo>
                <a:lnTo>
                  <a:pt x="2429" y="448"/>
                </a:lnTo>
                <a:lnTo>
                  <a:pt x="2241" y="543"/>
                </a:lnTo>
                <a:lnTo>
                  <a:pt x="2064" y="649"/>
                </a:lnTo>
                <a:lnTo>
                  <a:pt x="1899" y="755"/>
                </a:lnTo>
                <a:lnTo>
                  <a:pt x="1722" y="885"/>
                </a:lnTo>
                <a:lnTo>
                  <a:pt x="1557" y="1014"/>
                </a:lnTo>
                <a:lnTo>
                  <a:pt x="1404" y="1156"/>
                </a:lnTo>
                <a:lnTo>
                  <a:pt x="1239" y="1321"/>
                </a:lnTo>
                <a:lnTo>
                  <a:pt x="1085" y="1498"/>
                </a:lnTo>
                <a:lnTo>
                  <a:pt x="932" y="1675"/>
                </a:lnTo>
                <a:lnTo>
                  <a:pt x="802" y="1851"/>
                </a:lnTo>
                <a:lnTo>
                  <a:pt x="673" y="2040"/>
                </a:lnTo>
                <a:lnTo>
                  <a:pt x="567" y="2240"/>
                </a:lnTo>
                <a:lnTo>
                  <a:pt x="461" y="2429"/>
                </a:lnTo>
                <a:lnTo>
                  <a:pt x="366" y="2629"/>
                </a:lnTo>
                <a:lnTo>
                  <a:pt x="284" y="2842"/>
                </a:lnTo>
                <a:lnTo>
                  <a:pt x="213" y="3042"/>
                </a:lnTo>
                <a:lnTo>
                  <a:pt x="154" y="3254"/>
                </a:lnTo>
                <a:lnTo>
                  <a:pt x="107" y="3466"/>
                </a:lnTo>
                <a:lnTo>
                  <a:pt x="60" y="3679"/>
                </a:lnTo>
                <a:lnTo>
                  <a:pt x="36" y="3891"/>
                </a:lnTo>
                <a:lnTo>
                  <a:pt x="13" y="4115"/>
                </a:lnTo>
                <a:lnTo>
                  <a:pt x="1" y="4327"/>
                </a:lnTo>
                <a:lnTo>
                  <a:pt x="13" y="4551"/>
                </a:lnTo>
                <a:lnTo>
                  <a:pt x="24" y="4763"/>
                </a:lnTo>
                <a:lnTo>
                  <a:pt x="48" y="4975"/>
                </a:lnTo>
                <a:lnTo>
                  <a:pt x="83" y="5188"/>
                </a:lnTo>
                <a:lnTo>
                  <a:pt x="119" y="5412"/>
                </a:lnTo>
                <a:lnTo>
                  <a:pt x="178" y="5612"/>
                </a:lnTo>
                <a:lnTo>
                  <a:pt x="237" y="5824"/>
                </a:lnTo>
                <a:lnTo>
                  <a:pt x="319" y="6037"/>
                </a:lnTo>
                <a:lnTo>
                  <a:pt x="402" y="6237"/>
                </a:lnTo>
                <a:lnTo>
                  <a:pt x="508" y="6437"/>
                </a:lnTo>
                <a:lnTo>
                  <a:pt x="614" y="6626"/>
                </a:lnTo>
                <a:lnTo>
                  <a:pt x="732" y="6826"/>
                </a:lnTo>
                <a:lnTo>
                  <a:pt x="861" y="7003"/>
                </a:lnTo>
                <a:lnTo>
                  <a:pt x="991" y="7192"/>
                </a:lnTo>
                <a:lnTo>
                  <a:pt x="1144" y="7357"/>
                </a:lnTo>
                <a:lnTo>
                  <a:pt x="1309" y="7534"/>
                </a:lnTo>
                <a:lnTo>
                  <a:pt x="8112" y="14336"/>
                </a:lnTo>
                <a:lnTo>
                  <a:pt x="14902" y="7534"/>
                </a:lnTo>
                <a:lnTo>
                  <a:pt x="15068" y="7357"/>
                </a:lnTo>
                <a:lnTo>
                  <a:pt x="15221" y="7192"/>
                </a:lnTo>
                <a:lnTo>
                  <a:pt x="15362" y="7003"/>
                </a:lnTo>
                <a:lnTo>
                  <a:pt x="15480" y="6826"/>
                </a:lnTo>
                <a:lnTo>
                  <a:pt x="15598" y="6626"/>
                </a:lnTo>
                <a:lnTo>
                  <a:pt x="15716" y="6437"/>
                </a:lnTo>
                <a:lnTo>
                  <a:pt x="15810" y="6237"/>
                </a:lnTo>
                <a:lnTo>
                  <a:pt x="15893" y="6037"/>
                </a:lnTo>
                <a:lnTo>
                  <a:pt x="15975" y="5824"/>
                </a:lnTo>
                <a:lnTo>
                  <a:pt x="16034" y="5612"/>
                </a:lnTo>
                <a:lnTo>
                  <a:pt x="16093" y="5412"/>
                </a:lnTo>
                <a:lnTo>
                  <a:pt x="16140" y="5188"/>
                </a:lnTo>
                <a:lnTo>
                  <a:pt x="16164" y="4975"/>
                </a:lnTo>
                <a:lnTo>
                  <a:pt x="16188" y="4763"/>
                </a:lnTo>
                <a:lnTo>
                  <a:pt x="16211" y="4551"/>
                </a:lnTo>
                <a:lnTo>
                  <a:pt x="16211" y="4327"/>
                </a:lnTo>
                <a:lnTo>
                  <a:pt x="16199" y="4115"/>
                </a:lnTo>
                <a:lnTo>
                  <a:pt x="16176" y="3891"/>
                </a:lnTo>
                <a:lnTo>
                  <a:pt x="16152" y="3679"/>
                </a:lnTo>
                <a:lnTo>
                  <a:pt x="16117" y="3466"/>
                </a:lnTo>
                <a:lnTo>
                  <a:pt x="16058" y="3254"/>
                </a:lnTo>
                <a:lnTo>
                  <a:pt x="15999" y="3042"/>
                </a:lnTo>
                <a:lnTo>
                  <a:pt x="15928" y="2842"/>
                </a:lnTo>
                <a:lnTo>
                  <a:pt x="15846" y="2629"/>
                </a:lnTo>
                <a:lnTo>
                  <a:pt x="15751" y="2429"/>
                </a:lnTo>
                <a:lnTo>
                  <a:pt x="15645" y="2240"/>
                </a:lnTo>
                <a:lnTo>
                  <a:pt x="15539" y="2040"/>
                </a:lnTo>
                <a:lnTo>
                  <a:pt x="15409" y="1851"/>
                </a:lnTo>
                <a:lnTo>
                  <a:pt x="15280" y="1675"/>
                </a:lnTo>
                <a:lnTo>
                  <a:pt x="15126" y="1498"/>
                </a:lnTo>
                <a:lnTo>
                  <a:pt x="14973" y="1321"/>
                </a:lnTo>
                <a:lnTo>
                  <a:pt x="14808" y="1156"/>
                </a:lnTo>
                <a:lnTo>
                  <a:pt x="14655" y="1014"/>
                </a:lnTo>
                <a:lnTo>
                  <a:pt x="14490" y="885"/>
                </a:lnTo>
                <a:lnTo>
                  <a:pt x="14313" y="755"/>
                </a:lnTo>
                <a:lnTo>
                  <a:pt x="14148" y="649"/>
                </a:lnTo>
                <a:lnTo>
                  <a:pt x="13971" y="543"/>
                </a:lnTo>
                <a:lnTo>
                  <a:pt x="13783" y="448"/>
                </a:lnTo>
                <a:lnTo>
                  <a:pt x="13606" y="366"/>
                </a:lnTo>
                <a:lnTo>
                  <a:pt x="13417" y="283"/>
                </a:lnTo>
                <a:lnTo>
                  <a:pt x="13228" y="213"/>
                </a:lnTo>
                <a:lnTo>
                  <a:pt x="13028" y="154"/>
                </a:lnTo>
                <a:lnTo>
                  <a:pt x="12839" y="107"/>
                </a:lnTo>
                <a:lnTo>
                  <a:pt x="12639" y="71"/>
                </a:lnTo>
                <a:lnTo>
                  <a:pt x="12439" y="36"/>
                </a:lnTo>
                <a:lnTo>
                  <a:pt x="12238" y="12"/>
                </a:lnTo>
                <a:lnTo>
                  <a:pt x="12038" y="0"/>
                </a:lnTo>
                <a:lnTo>
                  <a:pt x="11613" y="0"/>
                </a:lnTo>
                <a:lnTo>
                  <a:pt x="11389" y="24"/>
                </a:lnTo>
                <a:lnTo>
                  <a:pt x="11153" y="48"/>
                </a:lnTo>
                <a:lnTo>
                  <a:pt x="10929" y="83"/>
                </a:lnTo>
                <a:lnTo>
                  <a:pt x="10705" y="142"/>
                </a:lnTo>
                <a:lnTo>
                  <a:pt x="10493" y="201"/>
                </a:lnTo>
                <a:lnTo>
                  <a:pt x="10269" y="272"/>
                </a:lnTo>
                <a:lnTo>
                  <a:pt x="10057" y="354"/>
                </a:lnTo>
                <a:lnTo>
                  <a:pt x="9845" y="448"/>
                </a:lnTo>
                <a:lnTo>
                  <a:pt x="9633" y="543"/>
                </a:lnTo>
                <a:lnTo>
                  <a:pt x="9432" y="661"/>
                </a:lnTo>
                <a:lnTo>
                  <a:pt x="9232" y="790"/>
                </a:lnTo>
                <a:lnTo>
                  <a:pt x="9043" y="920"/>
                </a:lnTo>
                <a:lnTo>
                  <a:pt x="8855" y="1061"/>
                </a:lnTo>
                <a:lnTo>
                  <a:pt x="8666" y="1215"/>
                </a:lnTo>
                <a:lnTo>
                  <a:pt x="8501" y="1392"/>
                </a:lnTo>
                <a:lnTo>
                  <a:pt x="8112" y="1781"/>
                </a:lnTo>
                <a:lnTo>
                  <a:pt x="7711" y="1380"/>
                </a:lnTo>
                <a:lnTo>
                  <a:pt x="7546" y="1215"/>
                </a:lnTo>
                <a:lnTo>
                  <a:pt x="7357" y="1061"/>
                </a:lnTo>
                <a:lnTo>
                  <a:pt x="7169" y="920"/>
                </a:lnTo>
                <a:lnTo>
                  <a:pt x="6980" y="779"/>
                </a:lnTo>
                <a:lnTo>
                  <a:pt x="6780" y="661"/>
                </a:lnTo>
                <a:lnTo>
                  <a:pt x="6579" y="543"/>
                </a:lnTo>
                <a:lnTo>
                  <a:pt x="6367" y="437"/>
                </a:lnTo>
                <a:lnTo>
                  <a:pt x="6155" y="354"/>
                </a:lnTo>
                <a:lnTo>
                  <a:pt x="5943" y="272"/>
                </a:lnTo>
                <a:lnTo>
                  <a:pt x="5719" y="201"/>
                </a:lnTo>
                <a:lnTo>
                  <a:pt x="5506" y="142"/>
                </a:lnTo>
                <a:lnTo>
                  <a:pt x="5282" y="83"/>
                </a:lnTo>
                <a:lnTo>
                  <a:pt x="5058" y="48"/>
                </a:lnTo>
                <a:lnTo>
                  <a:pt x="4834" y="24"/>
                </a:lnTo>
                <a:lnTo>
                  <a:pt x="4599"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1"/>
              </a:solidFill>
            </a:endParaRPr>
          </a:p>
        </p:txBody>
      </p:sp>
      <p:grpSp>
        <p:nvGrpSpPr>
          <p:cNvPr id="7637" name="Google Shape;7637;p534"/>
          <p:cNvGrpSpPr/>
          <p:nvPr/>
        </p:nvGrpSpPr>
        <p:grpSpPr>
          <a:xfrm>
            <a:off x="5423582" y="2968749"/>
            <a:ext cx="475419" cy="465725"/>
            <a:chOff x="1127050" y="238125"/>
            <a:chExt cx="5365900" cy="5238750"/>
          </a:xfrm>
        </p:grpSpPr>
        <p:sp>
          <p:nvSpPr>
            <p:cNvPr id="7638" name="Google Shape;7638;p534"/>
            <p:cNvSpPr/>
            <p:nvPr/>
          </p:nvSpPr>
          <p:spPr>
            <a:xfrm>
              <a:off x="1455550" y="1223700"/>
              <a:ext cx="1024475" cy="1020925"/>
            </a:xfrm>
            <a:custGeom>
              <a:avLst/>
              <a:gdLst/>
              <a:ahLst/>
              <a:cxnLst/>
              <a:rect l="l" t="t" r="r" b="b"/>
              <a:pathLst>
                <a:path w="40979" h="40837" extrusionOk="0">
                  <a:moveTo>
                    <a:pt x="20490" y="0"/>
                  </a:moveTo>
                  <a:lnTo>
                    <a:pt x="18370" y="141"/>
                  </a:lnTo>
                  <a:lnTo>
                    <a:pt x="16392" y="424"/>
                  </a:lnTo>
                  <a:lnTo>
                    <a:pt x="14414" y="848"/>
                  </a:lnTo>
                  <a:lnTo>
                    <a:pt x="12577" y="1554"/>
                  </a:lnTo>
                  <a:lnTo>
                    <a:pt x="10740" y="2402"/>
                  </a:lnTo>
                  <a:lnTo>
                    <a:pt x="9044" y="3533"/>
                  </a:lnTo>
                  <a:lnTo>
                    <a:pt x="7490" y="4663"/>
                  </a:lnTo>
                  <a:lnTo>
                    <a:pt x="6077" y="5935"/>
                  </a:lnTo>
                  <a:lnTo>
                    <a:pt x="4664" y="7489"/>
                  </a:lnTo>
                  <a:lnTo>
                    <a:pt x="3534" y="9043"/>
                  </a:lnTo>
                  <a:lnTo>
                    <a:pt x="2544" y="10739"/>
                  </a:lnTo>
                  <a:lnTo>
                    <a:pt x="1555" y="12435"/>
                  </a:lnTo>
                  <a:lnTo>
                    <a:pt x="990" y="14413"/>
                  </a:lnTo>
                  <a:lnTo>
                    <a:pt x="425" y="16391"/>
                  </a:lnTo>
                  <a:lnTo>
                    <a:pt x="142" y="18369"/>
                  </a:lnTo>
                  <a:lnTo>
                    <a:pt x="1" y="20489"/>
                  </a:lnTo>
                  <a:lnTo>
                    <a:pt x="142" y="22467"/>
                  </a:lnTo>
                  <a:lnTo>
                    <a:pt x="425" y="24587"/>
                  </a:lnTo>
                  <a:lnTo>
                    <a:pt x="990" y="26565"/>
                  </a:lnTo>
                  <a:lnTo>
                    <a:pt x="1555" y="28402"/>
                  </a:lnTo>
                  <a:lnTo>
                    <a:pt x="2544" y="30239"/>
                  </a:lnTo>
                  <a:lnTo>
                    <a:pt x="3534" y="31934"/>
                  </a:lnTo>
                  <a:lnTo>
                    <a:pt x="4664" y="33489"/>
                  </a:lnTo>
                  <a:lnTo>
                    <a:pt x="6077" y="34902"/>
                  </a:lnTo>
                  <a:lnTo>
                    <a:pt x="7490" y="36173"/>
                  </a:lnTo>
                  <a:lnTo>
                    <a:pt x="9044" y="37445"/>
                  </a:lnTo>
                  <a:lnTo>
                    <a:pt x="10740" y="38434"/>
                  </a:lnTo>
                  <a:lnTo>
                    <a:pt x="12577" y="39282"/>
                  </a:lnTo>
                  <a:lnTo>
                    <a:pt x="14414" y="39988"/>
                  </a:lnTo>
                  <a:lnTo>
                    <a:pt x="16392" y="40412"/>
                  </a:lnTo>
                  <a:lnTo>
                    <a:pt x="18370" y="40836"/>
                  </a:lnTo>
                  <a:lnTo>
                    <a:pt x="22609" y="40836"/>
                  </a:lnTo>
                  <a:lnTo>
                    <a:pt x="24587" y="40412"/>
                  </a:lnTo>
                  <a:lnTo>
                    <a:pt x="26566" y="39988"/>
                  </a:lnTo>
                  <a:lnTo>
                    <a:pt x="28402" y="39282"/>
                  </a:lnTo>
                  <a:lnTo>
                    <a:pt x="30239" y="38434"/>
                  </a:lnTo>
                  <a:lnTo>
                    <a:pt x="31935" y="37445"/>
                  </a:lnTo>
                  <a:lnTo>
                    <a:pt x="33489" y="36173"/>
                  </a:lnTo>
                  <a:lnTo>
                    <a:pt x="34902" y="34902"/>
                  </a:lnTo>
                  <a:lnTo>
                    <a:pt x="36315" y="33489"/>
                  </a:lnTo>
                  <a:lnTo>
                    <a:pt x="37446" y="31934"/>
                  </a:lnTo>
                  <a:lnTo>
                    <a:pt x="38435" y="30239"/>
                  </a:lnTo>
                  <a:lnTo>
                    <a:pt x="39283" y="28402"/>
                  </a:lnTo>
                  <a:lnTo>
                    <a:pt x="39989" y="26565"/>
                  </a:lnTo>
                  <a:lnTo>
                    <a:pt x="40554" y="24587"/>
                  </a:lnTo>
                  <a:lnTo>
                    <a:pt x="40837" y="22467"/>
                  </a:lnTo>
                  <a:lnTo>
                    <a:pt x="40978" y="20489"/>
                  </a:lnTo>
                  <a:lnTo>
                    <a:pt x="40837" y="18369"/>
                  </a:lnTo>
                  <a:lnTo>
                    <a:pt x="40554" y="16391"/>
                  </a:lnTo>
                  <a:lnTo>
                    <a:pt x="39989" y="14413"/>
                  </a:lnTo>
                  <a:lnTo>
                    <a:pt x="39283" y="12435"/>
                  </a:lnTo>
                  <a:lnTo>
                    <a:pt x="38435" y="10739"/>
                  </a:lnTo>
                  <a:lnTo>
                    <a:pt x="37446" y="9043"/>
                  </a:lnTo>
                  <a:lnTo>
                    <a:pt x="36315" y="7489"/>
                  </a:lnTo>
                  <a:lnTo>
                    <a:pt x="34902" y="5935"/>
                  </a:lnTo>
                  <a:lnTo>
                    <a:pt x="33489" y="4663"/>
                  </a:lnTo>
                  <a:lnTo>
                    <a:pt x="31935" y="3533"/>
                  </a:lnTo>
                  <a:lnTo>
                    <a:pt x="30239" y="2402"/>
                  </a:lnTo>
                  <a:lnTo>
                    <a:pt x="28402" y="1554"/>
                  </a:lnTo>
                  <a:lnTo>
                    <a:pt x="26566" y="848"/>
                  </a:lnTo>
                  <a:lnTo>
                    <a:pt x="24587" y="424"/>
                  </a:lnTo>
                  <a:lnTo>
                    <a:pt x="22609" y="141"/>
                  </a:lnTo>
                  <a:lnTo>
                    <a:pt x="2049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1"/>
                </a:solidFill>
              </a:endParaRPr>
            </a:p>
          </p:txBody>
        </p:sp>
        <p:sp>
          <p:nvSpPr>
            <p:cNvPr id="7639" name="Google Shape;7639;p534"/>
            <p:cNvSpPr/>
            <p:nvPr/>
          </p:nvSpPr>
          <p:spPr>
            <a:xfrm>
              <a:off x="1127050" y="2400025"/>
              <a:ext cx="2617600" cy="3076850"/>
            </a:xfrm>
            <a:custGeom>
              <a:avLst/>
              <a:gdLst/>
              <a:ahLst/>
              <a:cxnLst/>
              <a:rect l="l" t="t" r="r" b="b"/>
              <a:pathLst>
                <a:path w="104704" h="123074" extrusionOk="0">
                  <a:moveTo>
                    <a:pt x="99900" y="0"/>
                  </a:moveTo>
                  <a:lnTo>
                    <a:pt x="75313" y="10739"/>
                  </a:lnTo>
                  <a:lnTo>
                    <a:pt x="49597" y="848"/>
                  </a:lnTo>
                  <a:lnTo>
                    <a:pt x="18087" y="848"/>
                  </a:lnTo>
                  <a:lnTo>
                    <a:pt x="15967" y="1837"/>
                  </a:lnTo>
                  <a:lnTo>
                    <a:pt x="13989" y="3109"/>
                  </a:lnTo>
                  <a:lnTo>
                    <a:pt x="12152" y="4381"/>
                  </a:lnTo>
                  <a:lnTo>
                    <a:pt x="10456" y="5794"/>
                  </a:lnTo>
                  <a:lnTo>
                    <a:pt x="8761" y="7348"/>
                  </a:lnTo>
                  <a:lnTo>
                    <a:pt x="7348" y="9044"/>
                  </a:lnTo>
                  <a:lnTo>
                    <a:pt x="5935" y="10739"/>
                  </a:lnTo>
                  <a:lnTo>
                    <a:pt x="4663" y="12576"/>
                  </a:lnTo>
                  <a:lnTo>
                    <a:pt x="3533" y="14555"/>
                  </a:lnTo>
                  <a:lnTo>
                    <a:pt x="2543" y="16533"/>
                  </a:lnTo>
                  <a:lnTo>
                    <a:pt x="1696" y="18652"/>
                  </a:lnTo>
                  <a:lnTo>
                    <a:pt x="989" y="20772"/>
                  </a:lnTo>
                  <a:lnTo>
                    <a:pt x="565" y="23033"/>
                  </a:lnTo>
                  <a:lnTo>
                    <a:pt x="141" y="25293"/>
                  </a:lnTo>
                  <a:lnTo>
                    <a:pt x="0" y="27554"/>
                  </a:lnTo>
                  <a:lnTo>
                    <a:pt x="0" y="29815"/>
                  </a:lnTo>
                  <a:lnTo>
                    <a:pt x="989" y="68673"/>
                  </a:lnTo>
                  <a:lnTo>
                    <a:pt x="10032" y="68673"/>
                  </a:lnTo>
                  <a:lnTo>
                    <a:pt x="13706" y="123074"/>
                  </a:lnTo>
                  <a:lnTo>
                    <a:pt x="53836" y="123074"/>
                  </a:lnTo>
                  <a:lnTo>
                    <a:pt x="57933" y="21478"/>
                  </a:lnTo>
                  <a:lnTo>
                    <a:pt x="74748" y="26000"/>
                  </a:lnTo>
                  <a:lnTo>
                    <a:pt x="104704" y="13000"/>
                  </a:lnTo>
                  <a:lnTo>
                    <a:pt x="9990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1"/>
                </a:solidFill>
              </a:endParaRPr>
            </a:p>
          </p:txBody>
        </p:sp>
        <p:sp>
          <p:nvSpPr>
            <p:cNvPr id="7640" name="Google Shape;7640;p534"/>
            <p:cNvSpPr/>
            <p:nvPr/>
          </p:nvSpPr>
          <p:spPr>
            <a:xfrm>
              <a:off x="2522375" y="238125"/>
              <a:ext cx="3970575" cy="5238750"/>
            </a:xfrm>
            <a:custGeom>
              <a:avLst/>
              <a:gdLst/>
              <a:ahLst/>
              <a:cxnLst/>
              <a:rect l="l" t="t" r="r" b="b"/>
              <a:pathLst>
                <a:path w="158823" h="209550" extrusionOk="0">
                  <a:moveTo>
                    <a:pt x="52565" y="0"/>
                  </a:moveTo>
                  <a:lnTo>
                    <a:pt x="52565" y="15119"/>
                  </a:lnTo>
                  <a:lnTo>
                    <a:pt x="1" y="15119"/>
                  </a:lnTo>
                  <a:lnTo>
                    <a:pt x="1" y="30097"/>
                  </a:lnTo>
                  <a:lnTo>
                    <a:pt x="143704" y="30097"/>
                  </a:lnTo>
                  <a:lnTo>
                    <a:pt x="143704" y="128443"/>
                  </a:lnTo>
                  <a:lnTo>
                    <a:pt x="14131" y="128443"/>
                  </a:lnTo>
                  <a:lnTo>
                    <a:pt x="14131" y="143421"/>
                  </a:lnTo>
                  <a:lnTo>
                    <a:pt x="52565" y="143421"/>
                  </a:lnTo>
                  <a:lnTo>
                    <a:pt x="52565" y="158540"/>
                  </a:lnTo>
                  <a:lnTo>
                    <a:pt x="58499" y="158540"/>
                  </a:lnTo>
                  <a:lnTo>
                    <a:pt x="47195" y="209550"/>
                  </a:lnTo>
                  <a:lnTo>
                    <a:pt x="63728" y="209550"/>
                  </a:lnTo>
                  <a:lnTo>
                    <a:pt x="74890" y="158540"/>
                  </a:lnTo>
                  <a:lnTo>
                    <a:pt x="83651" y="158540"/>
                  </a:lnTo>
                  <a:lnTo>
                    <a:pt x="95096" y="209550"/>
                  </a:lnTo>
                  <a:lnTo>
                    <a:pt x="111346" y="209550"/>
                  </a:lnTo>
                  <a:lnTo>
                    <a:pt x="100042" y="158540"/>
                  </a:lnTo>
                  <a:lnTo>
                    <a:pt x="106259" y="158540"/>
                  </a:lnTo>
                  <a:lnTo>
                    <a:pt x="106259" y="143421"/>
                  </a:lnTo>
                  <a:lnTo>
                    <a:pt x="158823" y="143421"/>
                  </a:lnTo>
                  <a:lnTo>
                    <a:pt x="158823" y="15119"/>
                  </a:lnTo>
                  <a:lnTo>
                    <a:pt x="106259" y="15119"/>
                  </a:lnTo>
                  <a:lnTo>
                    <a:pt x="106259"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1"/>
                </a:solidFill>
              </a:endParaRPr>
            </a:p>
          </p:txBody>
        </p:sp>
        <p:sp>
          <p:nvSpPr>
            <p:cNvPr id="7641" name="Google Shape;7641;p534"/>
            <p:cNvSpPr/>
            <p:nvPr/>
          </p:nvSpPr>
          <p:spPr>
            <a:xfrm>
              <a:off x="2974550" y="1428575"/>
              <a:ext cx="710050" cy="717125"/>
            </a:xfrm>
            <a:custGeom>
              <a:avLst/>
              <a:gdLst/>
              <a:ahLst/>
              <a:cxnLst/>
              <a:rect l="l" t="t" r="r" b="b"/>
              <a:pathLst>
                <a:path w="28402" h="28685" extrusionOk="0">
                  <a:moveTo>
                    <a:pt x="14272" y="28685"/>
                  </a:moveTo>
                  <a:lnTo>
                    <a:pt x="14272" y="28685"/>
                  </a:lnTo>
                  <a:lnTo>
                    <a:pt x="14272" y="28685"/>
                  </a:lnTo>
                  <a:lnTo>
                    <a:pt x="12717" y="28543"/>
                  </a:lnTo>
                  <a:lnTo>
                    <a:pt x="11304" y="28402"/>
                  </a:lnTo>
                  <a:lnTo>
                    <a:pt x="10033" y="27978"/>
                  </a:lnTo>
                  <a:lnTo>
                    <a:pt x="8620" y="27554"/>
                  </a:lnTo>
                  <a:lnTo>
                    <a:pt x="7489" y="26848"/>
                  </a:lnTo>
                  <a:lnTo>
                    <a:pt x="6218" y="26141"/>
                  </a:lnTo>
                  <a:lnTo>
                    <a:pt x="5228" y="25294"/>
                  </a:lnTo>
                  <a:lnTo>
                    <a:pt x="4239" y="24446"/>
                  </a:lnTo>
                  <a:lnTo>
                    <a:pt x="3250" y="23457"/>
                  </a:lnTo>
                  <a:lnTo>
                    <a:pt x="2402" y="22326"/>
                  </a:lnTo>
                  <a:lnTo>
                    <a:pt x="1696" y="21054"/>
                  </a:lnTo>
                  <a:lnTo>
                    <a:pt x="1131" y="19924"/>
                  </a:lnTo>
                  <a:lnTo>
                    <a:pt x="707" y="18511"/>
                  </a:lnTo>
                  <a:lnTo>
                    <a:pt x="283" y="17239"/>
                  </a:lnTo>
                  <a:lnTo>
                    <a:pt x="142" y="15826"/>
                  </a:lnTo>
                  <a:lnTo>
                    <a:pt x="0" y="14272"/>
                  </a:lnTo>
                  <a:lnTo>
                    <a:pt x="0" y="14272"/>
                  </a:lnTo>
                  <a:lnTo>
                    <a:pt x="142" y="12859"/>
                  </a:lnTo>
                  <a:lnTo>
                    <a:pt x="283" y="11587"/>
                  </a:lnTo>
                  <a:lnTo>
                    <a:pt x="707" y="10174"/>
                  </a:lnTo>
                  <a:lnTo>
                    <a:pt x="1131" y="8903"/>
                  </a:lnTo>
                  <a:lnTo>
                    <a:pt x="1696" y="7631"/>
                  </a:lnTo>
                  <a:lnTo>
                    <a:pt x="2402" y="6359"/>
                  </a:lnTo>
                  <a:lnTo>
                    <a:pt x="3250" y="5229"/>
                  </a:lnTo>
                  <a:lnTo>
                    <a:pt x="4239" y="4240"/>
                  </a:lnTo>
                  <a:lnTo>
                    <a:pt x="4239" y="4240"/>
                  </a:lnTo>
                  <a:lnTo>
                    <a:pt x="5228" y="3251"/>
                  </a:lnTo>
                  <a:lnTo>
                    <a:pt x="6359" y="2403"/>
                  </a:lnTo>
                  <a:lnTo>
                    <a:pt x="7489" y="1696"/>
                  </a:lnTo>
                  <a:lnTo>
                    <a:pt x="8761" y="1131"/>
                  </a:lnTo>
                  <a:lnTo>
                    <a:pt x="10033" y="566"/>
                  </a:lnTo>
                  <a:lnTo>
                    <a:pt x="11446" y="283"/>
                  </a:lnTo>
                  <a:lnTo>
                    <a:pt x="12859" y="142"/>
                  </a:lnTo>
                  <a:lnTo>
                    <a:pt x="14272" y="1"/>
                  </a:lnTo>
                  <a:lnTo>
                    <a:pt x="14272" y="1"/>
                  </a:lnTo>
                  <a:lnTo>
                    <a:pt x="15685" y="142"/>
                  </a:lnTo>
                  <a:lnTo>
                    <a:pt x="17098" y="283"/>
                  </a:lnTo>
                  <a:lnTo>
                    <a:pt x="18511" y="707"/>
                  </a:lnTo>
                  <a:lnTo>
                    <a:pt x="19782" y="1131"/>
                  </a:lnTo>
                  <a:lnTo>
                    <a:pt x="21054" y="1837"/>
                  </a:lnTo>
                  <a:lnTo>
                    <a:pt x="22185" y="2544"/>
                  </a:lnTo>
                  <a:lnTo>
                    <a:pt x="23315" y="3392"/>
                  </a:lnTo>
                  <a:lnTo>
                    <a:pt x="24304" y="4240"/>
                  </a:lnTo>
                  <a:lnTo>
                    <a:pt x="25152" y="5370"/>
                  </a:lnTo>
                  <a:lnTo>
                    <a:pt x="26000" y="6500"/>
                  </a:lnTo>
                  <a:lnTo>
                    <a:pt x="26706" y="7631"/>
                  </a:lnTo>
                  <a:lnTo>
                    <a:pt x="27271" y="8903"/>
                  </a:lnTo>
                  <a:lnTo>
                    <a:pt x="27837" y="10174"/>
                  </a:lnTo>
                  <a:lnTo>
                    <a:pt x="28119" y="11587"/>
                  </a:lnTo>
                  <a:lnTo>
                    <a:pt x="28402" y="13000"/>
                  </a:lnTo>
                  <a:lnTo>
                    <a:pt x="28402" y="14413"/>
                  </a:lnTo>
                  <a:lnTo>
                    <a:pt x="28402" y="14413"/>
                  </a:lnTo>
                  <a:lnTo>
                    <a:pt x="28261" y="15968"/>
                  </a:lnTo>
                  <a:lnTo>
                    <a:pt x="28119" y="17381"/>
                  </a:lnTo>
                  <a:lnTo>
                    <a:pt x="27695" y="18652"/>
                  </a:lnTo>
                  <a:lnTo>
                    <a:pt x="27271" y="19924"/>
                  </a:lnTo>
                  <a:lnTo>
                    <a:pt x="26706" y="21196"/>
                  </a:lnTo>
                  <a:lnTo>
                    <a:pt x="26000" y="22326"/>
                  </a:lnTo>
                  <a:lnTo>
                    <a:pt x="25152" y="23457"/>
                  </a:lnTo>
                  <a:lnTo>
                    <a:pt x="24163" y="24446"/>
                  </a:lnTo>
                  <a:lnTo>
                    <a:pt x="23174" y="25294"/>
                  </a:lnTo>
                  <a:lnTo>
                    <a:pt x="22043" y="26141"/>
                  </a:lnTo>
                  <a:lnTo>
                    <a:pt x="20913" y="26848"/>
                  </a:lnTo>
                  <a:lnTo>
                    <a:pt x="19782" y="27554"/>
                  </a:lnTo>
                  <a:lnTo>
                    <a:pt x="18369" y="27978"/>
                  </a:lnTo>
                  <a:lnTo>
                    <a:pt x="17098" y="28261"/>
                  </a:lnTo>
                  <a:lnTo>
                    <a:pt x="15685" y="28543"/>
                  </a:lnTo>
                  <a:lnTo>
                    <a:pt x="14272" y="28685"/>
                  </a:lnTo>
                  <a:lnTo>
                    <a:pt x="14272" y="28685"/>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1"/>
                </a:solidFill>
              </a:endParaRPr>
            </a:p>
          </p:txBody>
        </p:sp>
        <p:sp>
          <p:nvSpPr>
            <p:cNvPr id="7642" name="Google Shape;7642;p534"/>
            <p:cNvSpPr/>
            <p:nvPr/>
          </p:nvSpPr>
          <p:spPr>
            <a:xfrm>
              <a:off x="3995450" y="1442700"/>
              <a:ext cx="692400" cy="688875"/>
            </a:xfrm>
            <a:custGeom>
              <a:avLst/>
              <a:gdLst/>
              <a:ahLst/>
              <a:cxnLst/>
              <a:rect l="l" t="t" r="r" b="b"/>
              <a:pathLst>
                <a:path w="27696" h="27555" extrusionOk="0">
                  <a:moveTo>
                    <a:pt x="0" y="5370"/>
                  </a:moveTo>
                  <a:lnTo>
                    <a:pt x="0" y="5370"/>
                  </a:lnTo>
                  <a:lnTo>
                    <a:pt x="0" y="5370"/>
                  </a:lnTo>
                  <a:lnTo>
                    <a:pt x="142" y="4240"/>
                  </a:lnTo>
                  <a:lnTo>
                    <a:pt x="424" y="3251"/>
                  </a:lnTo>
                  <a:lnTo>
                    <a:pt x="989" y="2262"/>
                  </a:lnTo>
                  <a:lnTo>
                    <a:pt x="1696" y="1555"/>
                  </a:lnTo>
                  <a:lnTo>
                    <a:pt x="2402" y="849"/>
                  </a:lnTo>
                  <a:lnTo>
                    <a:pt x="3392" y="425"/>
                  </a:lnTo>
                  <a:lnTo>
                    <a:pt x="4381" y="1"/>
                  </a:lnTo>
                  <a:lnTo>
                    <a:pt x="5511" y="1"/>
                  </a:lnTo>
                  <a:lnTo>
                    <a:pt x="5511" y="1"/>
                  </a:lnTo>
                  <a:lnTo>
                    <a:pt x="22326" y="1"/>
                  </a:lnTo>
                  <a:lnTo>
                    <a:pt x="22326" y="1"/>
                  </a:lnTo>
                  <a:lnTo>
                    <a:pt x="23315" y="1"/>
                  </a:lnTo>
                  <a:lnTo>
                    <a:pt x="24304" y="425"/>
                  </a:lnTo>
                  <a:lnTo>
                    <a:pt x="25293" y="849"/>
                  </a:lnTo>
                  <a:lnTo>
                    <a:pt x="26141" y="1555"/>
                  </a:lnTo>
                  <a:lnTo>
                    <a:pt x="26706" y="2262"/>
                  </a:lnTo>
                  <a:lnTo>
                    <a:pt x="27271" y="3251"/>
                  </a:lnTo>
                  <a:lnTo>
                    <a:pt x="27554" y="4240"/>
                  </a:lnTo>
                  <a:lnTo>
                    <a:pt x="27695" y="5370"/>
                  </a:lnTo>
                  <a:lnTo>
                    <a:pt x="27695" y="22185"/>
                  </a:lnTo>
                  <a:lnTo>
                    <a:pt x="27695" y="22185"/>
                  </a:lnTo>
                  <a:lnTo>
                    <a:pt x="27554" y="23316"/>
                  </a:lnTo>
                  <a:lnTo>
                    <a:pt x="27271" y="24305"/>
                  </a:lnTo>
                  <a:lnTo>
                    <a:pt x="26706" y="25152"/>
                  </a:lnTo>
                  <a:lnTo>
                    <a:pt x="26141" y="26000"/>
                  </a:lnTo>
                  <a:lnTo>
                    <a:pt x="25293" y="26565"/>
                  </a:lnTo>
                  <a:lnTo>
                    <a:pt x="24304" y="27131"/>
                  </a:lnTo>
                  <a:lnTo>
                    <a:pt x="23315" y="27413"/>
                  </a:lnTo>
                  <a:lnTo>
                    <a:pt x="22326" y="27555"/>
                  </a:lnTo>
                  <a:lnTo>
                    <a:pt x="22326" y="27555"/>
                  </a:lnTo>
                  <a:lnTo>
                    <a:pt x="5511" y="27555"/>
                  </a:lnTo>
                  <a:lnTo>
                    <a:pt x="5511" y="27555"/>
                  </a:lnTo>
                  <a:lnTo>
                    <a:pt x="4381" y="27413"/>
                  </a:lnTo>
                  <a:lnTo>
                    <a:pt x="3392" y="27131"/>
                  </a:lnTo>
                  <a:lnTo>
                    <a:pt x="2402" y="26565"/>
                  </a:lnTo>
                  <a:lnTo>
                    <a:pt x="1696" y="26000"/>
                  </a:lnTo>
                  <a:lnTo>
                    <a:pt x="989" y="25152"/>
                  </a:lnTo>
                  <a:lnTo>
                    <a:pt x="424" y="24305"/>
                  </a:lnTo>
                  <a:lnTo>
                    <a:pt x="142" y="23316"/>
                  </a:lnTo>
                  <a:lnTo>
                    <a:pt x="0" y="22185"/>
                  </a:lnTo>
                  <a:lnTo>
                    <a:pt x="0" y="22185"/>
                  </a:lnTo>
                  <a:lnTo>
                    <a:pt x="0" y="537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1"/>
                </a:solidFill>
              </a:endParaRPr>
            </a:p>
          </p:txBody>
        </p:sp>
        <p:sp>
          <p:nvSpPr>
            <p:cNvPr id="7643" name="Google Shape;7643;p534"/>
            <p:cNvSpPr/>
            <p:nvPr/>
          </p:nvSpPr>
          <p:spPr>
            <a:xfrm>
              <a:off x="5012800" y="1393250"/>
              <a:ext cx="791325" cy="787775"/>
            </a:xfrm>
            <a:custGeom>
              <a:avLst/>
              <a:gdLst/>
              <a:ahLst/>
              <a:cxnLst/>
              <a:rect l="l" t="t" r="r" b="b"/>
              <a:pathLst>
                <a:path w="31653" h="31511" extrusionOk="0">
                  <a:moveTo>
                    <a:pt x="16816" y="31087"/>
                  </a:moveTo>
                  <a:lnTo>
                    <a:pt x="16816" y="31087"/>
                  </a:lnTo>
                  <a:lnTo>
                    <a:pt x="16816" y="31087"/>
                  </a:lnTo>
                  <a:lnTo>
                    <a:pt x="16392" y="31369"/>
                  </a:lnTo>
                  <a:lnTo>
                    <a:pt x="15827" y="31511"/>
                  </a:lnTo>
                  <a:lnTo>
                    <a:pt x="15403" y="31369"/>
                  </a:lnTo>
                  <a:lnTo>
                    <a:pt x="14979" y="31087"/>
                  </a:lnTo>
                  <a:lnTo>
                    <a:pt x="425" y="16674"/>
                  </a:lnTo>
                  <a:lnTo>
                    <a:pt x="425" y="16674"/>
                  </a:lnTo>
                  <a:lnTo>
                    <a:pt x="142" y="16250"/>
                  </a:lnTo>
                  <a:lnTo>
                    <a:pt x="1" y="15685"/>
                  </a:lnTo>
                  <a:lnTo>
                    <a:pt x="142" y="15261"/>
                  </a:lnTo>
                  <a:lnTo>
                    <a:pt x="425" y="14696"/>
                  </a:lnTo>
                  <a:lnTo>
                    <a:pt x="14838" y="424"/>
                  </a:lnTo>
                  <a:lnTo>
                    <a:pt x="14838" y="424"/>
                  </a:lnTo>
                  <a:lnTo>
                    <a:pt x="15261" y="1"/>
                  </a:lnTo>
                  <a:lnTo>
                    <a:pt x="15827" y="1"/>
                  </a:lnTo>
                  <a:lnTo>
                    <a:pt x="16251" y="1"/>
                  </a:lnTo>
                  <a:lnTo>
                    <a:pt x="16674" y="424"/>
                  </a:lnTo>
                  <a:lnTo>
                    <a:pt x="31228" y="14837"/>
                  </a:lnTo>
                  <a:lnTo>
                    <a:pt x="31228" y="14837"/>
                  </a:lnTo>
                  <a:lnTo>
                    <a:pt x="31511" y="15261"/>
                  </a:lnTo>
                  <a:lnTo>
                    <a:pt x="31652" y="15826"/>
                  </a:lnTo>
                  <a:lnTo>
                    <a:pt x="31511" y="16250"/>
                  </a:lnTo>
                  <a:lnTo>
                    <a:pt x="31228" y="16674"/>
                  </a:lnTo>
                  <a:lnTo>
                    <a:pt x="16816" y="31087"/>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1"/>
                </a:solidFill>
              </a:endParaRPr>
            </a:p>
          </p:txBody>
        </p:sp>
      </p:grpSp>
      <p:sp>
        <p:nvSpPr>
          <p:cNvPr id="7644" name="Google Shape;7644;p534"/>
          <p:cNvSpPr txBox="1"/>
          <p:nvPr/>
        </p:nvSpPr>
        <p:spPr>
          <a:xfrm>
            <a:off x="7101363" y="1589084"/>
            <a:ext cx="1574700" cy="365700"/>
          </a:xfrm>
          <a:prstGeom prst="rect">
            <a:avLst/>
          </a:prstGeom>
          <a:noFill/>
          <a:ln>
            <a:noFill/>
          </a:ln>
        </p:spPr>
        <p:txBody>
          <a:bodyPr spcFirstLastPara="1" wrap="square" lIns="0" tIns="0" rIns="0" bIns="0" anchor="t" anchorCtr="0">
            <a:noAutofit/>
          </a:bodyPr>
          <a:lstStyle/>
          <a:p>
            <a:pPr marL="0" lvl="0" indent="0" algn="ctr" rtl="0">
              <a:spcBef>
                <a:spcPts val="0"/>
              </a:spcBef>
              <a:spcAft>
                <a:spcPts val="0"/>
              </a:spcAft>
              <a:buNone/>
            </a:pPr>
            <a:r>
              <a:rPr lang="en" sz="1100" b="1">
                <a:solidFill>
                  <a:srgbClr val="FFFFFF"/>
                </a:solidFill>
                <a:latin typeface="IBM Plex Sans"/>
                <a:ea typeface="IBM Plex Sans"/>
                <a:cs typeface="IBM Plex Sans"/>
                <a:sym typeface="IBM Plex Sans"/>
              </a:rPr>
              <a:t>Camunda </a:t>
            </a:r>
            <a:br>
              <a:rPr lang="en" sz="1100" b="1">
                <a:solidFill>
                  <a:srgbClr val="FFFFFF"/>
                </a:solidFill>
                <a:latin typeface="IBM Plex Sans"/>
                <a:ea typeface="IBM Plex Sans"/>
                <a:cs typeface="IBM Plex Sans"/>
                <a:sym typeface="IBM Plex Sans"/>
              </a:rPr>
            </a:br>
            <a:r>
              <a:rPr lang="en" sz="1100" b="1">
                <a:solidFill>
                  <a:srgbClr val="FFFFFF"/>
                </a:solidFill>
                <a:latin typeface="IBM Plex Sans"/>
                <a:ea typeface="IBM Plex Sans"/>
                <a:cs typeface="IBM Plex Sans"/>
                <a:sym typeface="IBM Plex Sans"/>
              </a:rPr>
              <a:t>Local Events</a:t>
            </a:r>
            <a:endParaRPr sz="1100" b="1">
              <a:solidFill>
                <a:srgbClr val="FFFFFF"/>
              </a:solidFill>
              <a:latin typeface="IBM Plex Sans"/>
              <a:ea typeface="IBM Plex Sans"/>
              <a:cs typeface="IBM Plex Sans"/>
              <a:sym typeface="IBM Plex Sans"/>
            </a:endParaRPr>
          </a:p>
        </p:txBody>
      </p:sp>
      <p:sp>
        <p:nvSpPr>
          <p:cNvPr id="7645" name="Google Shape;7645;p534"/>
          <p:cNvSpPr txBox="1"/>
          <p:nvPr/>
        </p:nvSpPr>
        <p:spPr>
          <a:xfrm>
            <a:off x="7108713" y="1960940"/>
            <a:ext cx="1575300" cy="783000"/>
          </a:xfrm>
          <a:prstGeom prst="rect">
            <a:avLst/>
          </a:prstGeom>
          <a:noFill/>
          <a:ln>
            <a:noFill/>
          </a:ln>
        </p:spPr>
        <p:txBody>
          <a:bodyPr spcFirstLastPara="1" wrap="square" lIns="0" tIns="0" rIns="0" bIns="0" anchor="t" anchorCtr="0">
            <a:noAutofit/>
          </a:bodyPr>
          <a:lstStyle/>
          <a:p>
            <a:pPr marL="0" lvl="0" indent="0" algn="ctr" rtl="0">
              <a:spcBef>
                <a:spcPts val="0"/>
              </a:spcBef>
              <a:spcAft>
                <a:spcPts val="0"/>
              </a:spcAft>
              <a:buNone/>
            </a:pPr>
            <a:r>
              <a:rPr lang="en" sz="900">
                <a:solidFill>
                  <a:srgbClr val="FFFFFF"/>
                </a:solidFill>
                <a:latin typeface="IBM Plex Sans"/>
                <a:ea typeface="IBM Plex Sans"/>
                <a:cs typeface="IBM Plex Sans"/>
                <a:sym typeface="IBM Plex Sans"/>
              </a:rPr>
              <a:t>In-person and events for Camunda users, partners, and open source contributors to connect with one another</a:t>
            </a:r>
            <a:endParaRPr sz="900">
              <a:solidFill>
                <a:srgbClr val="FFFFFF"/>
              </a:solidFill>
              <a:latin typeface="IBM Plex Sans"/>
              <a:ea typeface="IBM Plex Sans"/>
              <a:cs typeface="IBM Plex Sans"/>
              <a:sym typeface="IBM Plex Sans"/>
            </a:endParaRPr>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show="0">
  <p:cSld>
    <p:spTree>
      <p:nvGrpSpPr>
        <p:cNvPr id="1" name="Shape 7649"/>
        <p:cNvGrpSpPr/>
        <p:nvPr/>
      </p:nvGrpSpPr>
      <p:grpSpPr>
        <a:xfrm>
          <a:off x="0" y="0"/>
          <a:ext cx="0" cy="0"/>
          <a:chOff x="0" y="0"/>
          <a:chExt cx="0" cy="0"/>
        </a:xfrm>
      </p:grpSpPr>
      <p:sp>
        <p:nvSpPr>
          <p:cNvPr id="7650" name="Google Shape;7650;p535"/>
          <p:cNvSpPr txBox="1">
            <a:spLocks noGrp="1"/>
          </p:cNvSpPr>
          <p:nvPr>
            <p:ph type="title"/>
          </p:nvPr>
        </p:nvSpPr>
        <p:spPr>
          <a:xfrm>
            <a:off x="457200" y="114300"/>
            <a:ext cx="8229600" cy="369300"/>
          </a:xfrm>
          <a:prstGeom prst="rect">
            <a:avLst/>
          </a:prstGeom>
        </p:spPr>
        <p:txBody>
          <a:bodyPr spcFirstLastPara="1" wrap="square" lIns="0" tIns="0" rIns="0" bIns="0" anchor="t" anchorCtr="0">
            <a:spAutoFit/>
          </a:bodyPr>
          <a:lstStyle/>
          <a:p>
            <a:pPr marL="0" lvl="0" indent="0" algn="l" rtl="0">
              <a:spcBef>
                <a:spcPts val="0"/>
              </a:spcBef>
              <a:spcAft>
                <a:spcPts val="0"/>
              </a:spcAft>
              <a:buNone/>
            </a:pPr>
            <a:r>
              <a:rPr lang="en" sz="2400"/>
              <a:t>Change log</a:t>
            </a:r>
            <a:endParaRPr sz="2400"/>
          </a:p>
        </p:txBody>
      </p:sp>
      <p:graphicFrame>
        <p:nvGraphicFramePr>
          <p:cNvPr id="7651" name="Google Shape;7651;p535"/>
          <p:cNvGraphicFramePr/>
          <p:nvPr/>
        </p:nvGraphicFramePr>
        <p:xfrm>
          <a:off x="457200" y="694575"/>
          <a:ext cx="3000000" cy="3000000"/>
        </p:xfrm>
        <a:graphic>
          <a:graphicData uri="http://schemas.openxmlformats.org/drawingml/2006/table">
            <a:tbl>
              <a:tblPr>
                <a:noFill/>
              </a:tblPr>
              <a:tblGrid>
                <a:gridCol w="967825">
                  <a:extLst>
                    <a:ext uri="{9D8B030D-6E8A-4147-A177-3AD203B41FA5}">
                      <a16:colId xmlns:a16="http://schemas.microsoft.com/office/drawing/2014/main" val="20000"/>
                    </a:ext>
                  </a:extLst>
                </a:gridCol>
                <a:gridCol w="3146975">
                  <a:extLst>
                    <a:ext uri="{9D8B030D-6E8A-4147-A177-3AD203B41FA5}">
                      <a16:colId xmlns:a16="http://schemas.microsoft.com/office/drawing/2014/main" val="20001"/>
                    </a:ext>
                  </a:extLst>
                </a:gridCol>
                <a:gridCol w="918075">
                  <a:extLst>
                    <a:ext uri="{9D8B030D-6E8A-4147-A177-3AD203B41FA5}">
                      <a16:colId xmlns:a16="http://schemas.microsoft.com/office/drawing/2014/main" val="20002"/>
                    </a:ext>
                  </a:extLst>
                </a:gridCol>
                <a:gridCol w="3196725">
                  <a:extLst>
                    <a:ext uri="{9D8B030D-6E8A-4147-A177-3AD203B41FA5}">
                      <a16:colId xmlns:a16="http://schemas.microsoft.com/office/drawing/2014/main" val="20003"/>
                    </a:ext>
                  </a:extLst>
                </a:gridCol>
              </a:tblGrid>
              <a:tr h="381000">
                <a:tc>
                  <a:txBody>
                    <a:bodyPr/>
                    <a:lstStyle/>
                    <a:p>
                      <a:pPr marL="0" lvl="0" indent="0" algn="l" rtl="0">
                        <a:spcBef>
                          <a:spcPts val="0"/>
                        </a:spcBef>
                        <a:spcAft>
                          <a:spcPts val="0"/>
                        </a:spcAft>
                        <a:buNone/>
                      </a:pPr>
                      <a:r>
                        <a:rPr lang="en" sz="800" b="1">
                          <a:latin typeface="IBM Plex Sans"/>
                          <a:ea typeface="IBM Plex Sans"/>
                          <a:cs typeface="IBM Plex Sans"/>
                          <a:sym typeface="IBM Plex Sans"/>
                        </a:rPr>
                        <a:t>Date</a:t>
                      </a:r>
                      <a:endParaRPr sz="800" b="1">
                        <a:latin typeface="IBM Plex Sans"/>
                        <a:ea typeface="IBM Plex Sans"/>
                        <a:cs typeface="IBM Plex Sans"/>
                        <a:sym typeface="IBM Plex Sans"/>
                      </a:endParaRPr>
                    </a:p>
                  </a:txBody>
                  <a:tcPr marL="45700" marR="45700" marT="45700" marB="45700"/>
                </a:tc>
                <a:tc>
                  <a:txBody>
                    <a:bodyPr/>
                    <a:lstStyle/>
                    <a:p>
                      <a:pPr marL="0" lvl="0" indent="0" algn="l" rtl="0">
                        <a:spcBef>
                          <a:spcPts val="0"/>
                        </a:spcBef>
                        <a:spcAft>
                          <a:spcPts val="0"/>
                        </a:spcAft>
                        <a:buNone/>
                      </a:pPr>
                      <a:r>
                        <a:rPr lang="en" sz="800" b="1">
                          <a:latin typeface="IBM Plex Sans"/>
                          <a:ea typeface="IBM Plex Sans"/>
                          <a:cs typeface="IBM Plex Sans"/>
                          <a:sym typeface="IBM Plex Sans"/>
                        </a:rPr>
                        <a:t>Change</a:t>
                      </a:r>
                      <a:endParaRPr sz="800" b="1">
                        <a:latin typeface="IBM Plex Sans"/>
                        <a:ea typeface="IBM Plex Sans"/>
                        <a:cs typeface="IBM Plex Sans"/>
                        <a:sym typeface="IBM Plex Sans"/>
                      </a:endParaRPr>
                    </a:p>
                  </a:txBody>
                  <a:tcPr marL="45700" marR="45700" marT="45700" marB="45700">
                    <a:lnR w="9525" cap="flat" cmpd="sng">
                      <a:solidFill>
                        <a:schemeClr val="dk1"/>
                      </a:solidFill>
                      <a:prstDash val="solid"/>
                      <a:round/>
                      <a:headEnd type="none" w="sm" len="sm"/>
                      <a:tailEnd type="none" w="sm" len="sm"/>
                    </a:lnR>
                  </a:tcPr>
                </a:tc>
                <a:tc>
                  <a:txBody>
                    <a:bodyPr/>
                    <a:lstStyle/>
                    <a:p>
                      <a:pPr marL="0" lvl="0" indent="0" algn="l" rtl="0">
                        <a:spcBef>
                          <a:spcPts val="0"/>
                        </a:spcBef>
                        <a:spcAft>
                          <a:spcPts val="0"/>
                        </a:spcAft>
                        <a:buNone/>
                      </a:pPr>
                      <a:r>
                        <a:rPr lang="en" sz="800" b="1">
                          <a:latin typeface="IBM Plex Sans"/>
                          <a:ea typeface="IBM Plex Sans"/>
                          <a:cs typeface="IBM Plex Sans"/>
                          <a:sym typeface="IBM Plex Sans"/>
                        </a:rPr>
                        <a:t>Date</a:t>
                      </a:r>
                      <a:endParaRPr sz="800" b="1">
                        <a:latin typeface="IBM Plex Sans"/>
                        <a:ea typeface="IBM Plex Sans"/>
                        <a:cs typeface="IBM Plex Sans"/>
                        <a:sym typeface="IBM Plex Sans"/>
                      </a:endParaRPr>
                    </a:p>
                  </a:txBody>
                  <a:tcPr marL="45700" marR="45700" marT="45700" marB="45700">
                    <a:lnL w="9525" cap="flat" cmpd="sng">
                      <a:solidFill>
                        <a:schemeClr val="dk1"/>
                      </a:solidFill>
                      <a:prstDash val="solid"/>
                      <a:round/>
                      <a:headEnd type="none" w="sm" len="sm"/>
                      <a:tailEnd type="none" w="sm" len="sm"/>
                    </a:lnL>
                  </a:tcPr>
                </a:tc>
                <a:tc>
                  <a:txBody>
                    <a:bodyPr/>
                    <a:lstStyle/>
                    <a:p>
                      <a:pPr marL="0" lvl="0" indent="0" algn="l" rtl="0">
                        <a:spcBef>
                          <a:spcPts val="0"/>
                        </a:spcBef>
                        <a:spcAft>
                          <a:spcPts val="0"/>
                        </a:spcAft>
                        <a:buNone/>
                      </a:pPr>
                      <a:r>
                        <a:rPr lang="en" sz="800" b="1">
                          <a:latin typeface="IBM Plex Sans"/>
                          <a:ea typeface="IBM Plex Sans"/>
                          <a:cs typeface="IBM Plex Sans"/>
                          <a:sym typeface="IBM Plex Sans"/>
                        </a:rPr>
                        <a:t>Change</a:t>
                      </a:r>
                      <a:endParaRPr sz="800" b="1">
                        <a:latin typeface="IBM Plex Sans"/>
                        <a:ea typeface="IBM Plex Sans"/>
                        <a:cs typeface="IBM Plex Sans"/>
                        <a:sym typeface="IBM Plex Sans"/>
                      </a:endParaRPr>
                    </a:p>
                  </a:txBody>
                  <a:tcPr marL="45700" marR="45700" marT="45700" marB="45700"/>
                </a:tc>
                <a:extLst>
                  <a:ext uri="{0D108BD9-81ED-4DB2-BD59-A6C34878D82A}">
                    <a16:rowId xmlns:a16="http://schemas.microsoft.com/office/drawing/2014/main" val="10000"/>
                  </a:ext>
                </a:extLst>
              </a:tr>
              <a:tr h="381000">
                <a:tc>
                  <a:txBody>
                    <a:bodyPr/>
                    <a:lstStyle/>
                    <a:p>
                      <a:pPr marL="0" lvl="0" indent="0" algn="l" rtl="0">
                        <a:spcBef>
                          <a:spcPts val="0"/>
                        </a:spcBef>
                        <a:spcAft>
                          <a:spcPts val="0"/>
                        </a:spcAft>
                        <a:buNone/>
                      </a:pPr>
                      <a:r>
                        <a:rPr lang="en" sz="800">
                          <a:latin typeface="IBM Plex Sans"/>
                          <a:ea typeface="IBM Plex Sans"/>
                          <a:cs typeface="IBM Plex Sans"/>
                          <a:sym typeface="IBM Plex Sans"/>
                        </a:rPr>
                        <a:t>3 March 2025</a:t>
                      </a:r>
                      <a:endParaRPr sz="800">
                        <a:latin typeface="IBM Plex Sans"/>
                        <a:ea typeface="IBM Plex Sans"/>
                        <a:cs typeface="IBM Plex Sans"/>
                        <a:sym typeface="IBM Plex Sans"/>
                      </a:endParaRPr>
                    </a:p>
                  </a:txBody>
                  <a:tcPr marL="45700" marR="45700" marT="45700" marB="45700"/>
                </a:tc>
                <a:tc>
                  <a:txBody>
                    <a:bodyPr/>
                    <a:lstStyle/>
                    <a:p>
                      <a:pPr marL="0" lvl="0" indent="0" algn="l" rtl="0">
                        <a:spcBef>
                          <a:spcPts val="0"/>
                        </a:spcBef>
                        <a:spcAft>
                          <a:spcPts val="0"/>
                        </a:spcAft>
                        <a:buNone/>
                      </a:pPr>
                      <a:r>
                        <a:rPr lang="en" sz="800">
                          <a:latin typeface="IBM Plex Sans"/>
                          <a:ea typeface="IBM Plex Sans"/>
                          <a:cs typeface="IBM Plex Sans"/>
                          <a:sym typeface="IBM Plex Sans"/>
                        </a:rPr>
                        <a:t>Added “Roadmap to operationalizing AI” slides</a:t>
                      </a:r>
                      <a:endParaRPr sz="800">
                        <a:latin typeface="IBM Plex Sans"/>
                        <a:ea typeface="IBM Plex Sans"/>
                        <a:cs typeface="IBM Plex Sans"/>
                        <a:sym typeface="IBM Plex Sans"/>
                      </a:endParaRPr>
                    </a:p>
                  </a:txBody>
                  <a:tcPr marL="45700" marR="45700" marT="45700" marB="45700">
                    <a:lnR w="9525" cap="flat" cmpd="sng">
                      <a:solidFill>
                        <a:schemeClr val="dk1"/>
                      </a:solidFill>
                      <a:prstDash val="solid"/>
                      <a:round/>
                      <a:headEnd type="none" w="sm" len="sm"/>
                      <a:tailEnd type="none" w="sm" len="sm"/>
                    </a:lnR>
                  </a:tcPr>
                </a:tc>
                <a:tc>
                  <a:txBody>
                    <a:bodyPr/>
                    <a:lstStyle/>
                    <a:p>
                      <a:pPr marL="0" lvl="0" indent="0" algn="l" rtl="0">
                        <a:spcBef>
                          <a:spcPts val="0"/>
                        </a:spcBef>
                        <a:spcAft>
                          <a:spcPts val="0"/>
                        </a:spcAft>
                        <a:buNone/>
                      </a:pPr>
                      <a:endParaRPr sz="800">
                        <a:latin typeface="IBM Plex Sans"/>
                        <a:ea typeface="IBM Plex Sans"/>
                        <a:cs typeface="IBM Plex Sans"/>
                        <a:sym typeface="IBM Plex Sans"/>
                      </a:endParaRPr>
                    </a:p>
                  </a:txBody>
                  <a:tcPr marL="45700" marR="45700" marT="45700" marB="45700">
                    <a:lnL w="9525" cap="flat" cmpd="sng">
                      <a:solidFill>
                        <a:schemeClr val="dk1"/>
                      </a:solidFill>
                      <a:prstDash val="solid"/>
                      <a:round/>
                      <a:headEnd type="none" w="sm" len="sm"/>
                      <a:tailEnd type="none" w="sm" len="sm"/>
                    </a:lnL>
                  </a:tcPr>
                </a:tc>
                <a:tc>
                  <a:txBody>
                    <a:bodyPr/>
                    <a:lstStyle/>
                    <a:p>
                      <a:pPr marL="0" lvl="0" indent="0" algn="l" rtl="0">
                        <a:spcBef>
                          <a:spcPts val="0"/>
                        </a:spcBef>
                        <a:spcAft>
                          <a:spcPts val="0"/>
                        </a:spcAft>
                        <a:buNone/>
                      </a:pPr>
                      <a:endParaRPr sz="800">
                        <a:latin typeface="IBM Plex Sans"/>
                        <a:ea typeface="IBM Plex Sans"/>
                        <a:cs typeface="IBM Plex Sans"/>
                        <a:sym typeface="IBM Plex Sans"/>
                      </a:endParaRPr>
                    </a:p>
                  </a:txBody>
                  <a:tcPr marL="45700" marR="45700" marT="45700" marB="45700"/>
                </a:tc>
                <a:extLst>
                  <a:ext uri="{0D108BD9-81ED-4DB2-BD59-A6C34878D82A}">
                    <a16:rowId xmlns:a16="http://schemas.microsoft.com/office/drawing/2014/main" val="10001"/>
                  </a:ext>
                </a:extLst>
              </a:tr>
              <a:tr h="381000">
                <a:tc>
                  <a:txBody>
                    <a:bodyPr/>
                    <a:lstStyle/>
                    <a:p>
                      <a:pPr marL="0" lvl="0" indent="0" algn="l" rtl="0">
                        <a:spcBef>
                          <a:spcPts val="0"/>
                        </a:spcBef>
                        <a:spcAft>
                          <a:spcPts val="0"/>
                        </a:spcAft>
                        <a:buNone/>
                      </a:pPr>
                      <a:r>
                        <a:rPr lang="en" sz="800">
                          <a:latin typeface="IBM Plex Sans"/>
                          <a:ea typeface="IBM Plex Sans"/>
                          <a:cs typeface="IBM Plex Sans"/>
                          <a:sym typeface="IBM Plex Sans"/>
                        </a:rPr>
                        <a:t>7 March 2025</a:t>
                      </a:r>
                      <a:endParaRPr sz="800">
                        <a:latin typeface="IBM Plex Sans"/>
                        <a:ea typeface="IBM Plex Sans"/>
                        <a:cs typeface="IBM Plex Sans"/>
                        <a:sym typeface="IBM Plex Sans"/>
                      </a:endParaRPr>
                    </a:p>
                  </a:txBody>
                  <a:tcPr marL="45700" marR="45700" marT="45700" marB="45700"/>
                </a:tc>
                <a:tc>
                  <a:txBody>
                    <a:bodyPr/>
                    <a:lstStyle/>
                    <a:p>
                      <a:pPr marL="0" lvl="0" indent="0" algn="l" rtl="0">
                        <a:spcBef>
                          <a:spcPts val="0"/>
                        </a:spcBef>
                        <a:spcAft>
                          <a:spcPts val="0"/>
                        </a:spcAft>
                        <a:buNone/>
                      </a:pPr>
                      <a:r>
                        <a:rPr lang="en" sz="800">
                          <a:latin typeface="IBM Plex Sans"/>
                          <a:ea typeface="IBM Plex Sans"/>
                          <a:cs typeface="IBM Plex Sans"/>
                          <a:sym typeface="IBM Plex Sans"/>
                        </a:rPr>
                        <a:t>Updated the product slide (#9) with more AI focus and AI Agents under Modeler, also new look.</a:t>
                      </a:r>
                      <a:endParaRPr sz="800">
                        <a:latin typeface="IBM Plex Sans"/>
                        <a:ea typeface="IBM Plex Sans"/>
                        <a:cs typeface="IBM Plex Sans"/>
                        <a:sym typeface="IBM Plex Sans"/>
                      </a:endParaRPr>
                    </a:p>
                  </a:txBody>
                  <a:tcPr marL="45700" marR="45700" marT="45700" marB="45700">
                    <a:lnR w="9525" cap="flat" cmpd="sng">
                      <a:solidFill>
                        <a:schemeClr val="dk1"/>
                      </a:solidFill>
                      <a:prstDash val="solid"/>
                      <a:round/>
                      <a:headEnd type="none" w="sm" len="sm"/>
                      <a:tailEnd type="none" w="sm" len="sm"/>
                    </a:lnR>
                  </a:tcPr>
                </a:tc>
                <a:tc>
                  <a:txBody>
                    <a:bodyPr/>
                    <a:lstStyle/>
                    <a:p>
                      <a:pPr marL="0" lvl="0" indent="0" algn="l" rtl="0">
                        <a:spcBef>
                          <a:spcPts val="0"/>
                        </a:spcBef>
                        <a:spcAft>
                          <a:spcPts val="0"/>
                        </a:spcAft>
                        <a:buNone/>
                      </a:pPr>
                      <a:endParaRPr sz="800">
                        <a:latin typeface="IBM Plex Sans"/>
                        <a:ea typeface="IBM Plex Sans"/>
                        <a:cs typeface="IBM Plex Sans"/>
                        <a:sym typeface="IBM Plex Sans"/>
                      </a:endParaRPr>
                    </a:p>
                  </a:txBody>
                  <a:tcPr marL="45700" marR="45700" marT="45700" marB="45700">
                    <a:lnL w="9525" cap="flat" cmpd="sng">
                      <a:solidFill>
                        <a:schemeClr val="dk1"/>
                      </a:solidFill>
                      <a:prstDash val="solid"/>
                      <a:round/>
                      <a:headEnd type="none" w="sm" len="sm"/>
                      <a:tailEnd type="none" w="sm" len="sm"/>
                    </a:lnL>
                  </a:tcPr>
                </a:tc>
                <a:tc>
                  <a:txBody>
                    <a:bodyPr/>
                    <a:lstStyle/>
                    <a:p>
                      <a:pPr marL="0" lvl="0" indent="0" algn="l" rtl="0">
                        <a:spcBef>
                          <a:spcPts val="0"/>
                        </a:spcBef>
                        <a:spcAft>
                          <a:spcPts val="0"/>
                        </a:spcAft>
                        <a:buNone/>
                      </a:pPr>
                      <a:endParaRPr sz="800">
                        <a:latin typeface="IBM Plex Sans"/>
                        <a:ea typeface="IBM Plex Sans"/>
                        <a:cs typeface="IBM Plex Sans"/>
                        <a:sym typeface="IBM Plex Sans"/>
                      </a:endParaRPr>
                    </a:p>
                  </a:txBody>
                  <a:tcPr marL="45700" marR="45700" marT="45700" marB="45700"/>
                </a:tc>
                <a:extLst>
                  <a:ext uri="{0D108BD9-81ED-4DB2-BD59-A6C34878D82A}">
                    <a16:rowId xmlns:a16="http://schemas.microsoft.com/office/drawing/2014/main" val="10002"/>
                  </a:ext>
                </a:extLst>
              </a:tr>
              <a:tr h="381000">
                <a:tc>
                  <a:txBody>
                    <a:bodyPr/>
                    <a:lstStyle/>
                    <a:p>
                      <a:pPr marL="0" lvl="0" indent="0" algn="l" rtl="0">
                        <a:spcBef>
                          <a:spcPts val="0"/>
                        </a:spcBef>
                        <a:spcAft>
                          <a:spcPts val="0"/>
                        </a:spcAft>
                        <a:buNone/>
                      </a:pPr>
                      <a:r>
                        <a:rPr lang="en" sz="800">
                          <a:latin typeface="IBM Plex Sans"/>
                          <a:ea typeface="IBM Plex Sans"/>
                          <a:cs typeface="IBM Plex Sans"/>
                          <a:sym typeface="IBM Plex Sans"/>
                        </a:rPr>
                        <a:t>11 March 2025</a:t>
                      </a:r>
                      <a:endParaRPr sz="800">
                        <a:latin typeface="IBM Plex Sans"/>
                        <a:ea typeface="IBM Plex Sans"/>
                        <a:cs typeface="IBM Plex Sans"/>
                        <a:sym typeface="IBM Plex Sans"/>
                      </a:endParaRPr>
                    </a:p>
                  </a:txBody>
                  <a:tcPr marL="45700" marR="45700" marT="45700" marB="45700"/>
                </a:tc>
                <a:tc>
                  <a:txBody>
                    <a:bodyPr/>
                    <a:lstStyle/>
                    <a:p>
                      <a:pPr marL="0" lvl="0" indent="0" algn="l" rtl="0">
                        <a:spcBef>
                          <a:spcPts val="0"/>
                        </a:spcBef>
                        <a:spcAft>
                          <a:spcPts val="0"/>
                        </a:spcAft>
                        <a:buNone/>
                      </a:pPr>
                      <a:r>
                        <a:rPr lang="en" sz="800">
                          <a:latin typeface="IBM Plex Sans"/>
                          <a:ea typeface="IBM Plex Sans"/>
                          <a:cs typeface="IBM Plex Sans"/>
                          <a:sym typeface="IBM Plex Sans"/>
                        </a:rPr>
                        <a:t>Added IDP infrastructure diagram</a:t>
                      </a:r>
                      <a:endParaRPr sz="800">
                        <a:latin typeface="IBM Plex Sans"/>
                        <a:ea typeface="IBM Plex Sans"/>
                        <a:cs typeface="IBM Plex Sans"/>
                        <a:sym typeface="IBM Plex Sans"/>
                      </a:endParaRPr>
                    </a:p>
                  </a:txBody>
                  <a:tcPr marL="45700" marR="45700" marT="45700" marB="45700">
                    <a:lnR w="9525" cap="flat" cmpd="sng">
                      <a:solidFill>
                        <a:schemeClr val="dk1"/>
                      </a:solidFill>
                      <a:prstDash val="solid"/>
                      <a:round/>
                      <a:headEnd type="none" w="sm" len="sm"/>
                      <a:tailEnd type="none" w="sm" len="sm"/>
                    </a:lnR>
                  </a:tcPr>
                </a:tc>
                <a:tc>
                  <a:txBody>
                    <a:bodyPr/>
                    <a:lstStyle/>
                    <a:p>
                      <a:pPr marL="0" lvl="0" indent="0" algn="l" rtl="0">
                        <a:spcBef>
                          <a:spcPts val="0"/>
                        </a:spcBef>
                        <a:spcAft>
                          <a:spcPts val="0"/>
                        </a:spcAft>
                        <a:buNone/>
                      </a:pPr>
                      <a:endParaRPr sz="800">
                        <a:latin typeface="IBM Plex Sans"/>
                        <a:ea typeface="IBM Plex Sans"/>
                        <a:cs typeface="IBM Plex Sans"/>
                        <a:sym typeface="IBM Plex Sans"/>
                      </a:endParaRPr>
                    </a:p>
                  </a:txBody>
                  <a:tcPr marL="45700" marR="45700" marT="45700" marB="45700">
                    <a:lnL w="9525" cap="flat" cmpd="sng">
                      <a:solidFill>
                        <a:schemeClr val="dk1"/>
                      </a:solidFill>
                      <a:prstDash val="solid"/>
                      <a:round/>
                      <a:headEnd type="none" w="sm" len="sm"/>
                      <a:tailEnd type="none" w="sm" len="sm"/>
                    </a:lnL>
                  </a:tcPr>
                </a:tc>
                <a:tc>
                  <a:txBody>
                    <a:bodyPr/>
                    <a:lstStyle/>
                    <a:p>
                      <a:pPr marL="0" lvl="0" indent="0" algn="l" rtl="0">
                        <a:spcBef>
                          <a:spcPts val="0"/>
                        </a:spcBef>
                        <a:spcAft>
                          <a:spcPts val="0"/>
                        </a:spcAft>
                        <a:buNone/>
                      </a:pPr>
                      <a:endParaRPr sz="800">
                        <a:latin typeface="IBM Plex Sans"/>
                        <a:ea typeface="IBM Plex Sans"/>
                        <a:cs typeface="IBM Plex Sans"/>
                        <a:sym typeface="IBM Plex Sans"/>
                      </a:endParaRPr>
                    </a:p>
                  </a:txBody>
                  <a:tcPr marL="45700" marR="45700" marT="45700" marB="45700"/>
                </a:tc>
                <a:extLst>
                  <a:ext uri="{0D108BD9-81ED-4DB2-BD59-A6C34878D82A}">
                    <a16:rowId xmlns:a16="http://schemas.microsoft.com/office/drawing/2014/main" val="10003"/>
                  </a:ext>
                </a:extLst>
              </a:tr>
              <a:tr h="381000">
                <a:tc>
                  <a:txBody>
                    <a:bodyPr/>
                    <a:lstStyle/>
                    <a:p>
                      <a:pPr marL="0" lvl="0" indent="0" algn="l" rtl="0">
                        <a:spcBef>
                          <a:spcPts val="0"/>
                        </a:spcBef>
                        <a:spcAft>
                          <a:spcPts val="0"/>
                        </a:spcAft>
                        <a:buNone/>
                      </a:pPr>
                      <a:r>
                        <a:rPr lang="en" sz="800">
                          <a:latin typeface="IBM Plex Sans"/>
                          <a:ea typeface="IBM Plex Sans"/>
                          <a:cs typeface="IBM Plex Sans"/>
                          <a:sym typeface="IBM Plex Sans"/>
                        </a:rPr>
                        <a:t>3 April 2025</a:t>
                      </a:r>
                      <a:endParaRPr sz="800">
                        <a:latin typeface="IBM Plex Sans"/>
                        <a:ea typeface="IBM Plex Sans"/>
                        <a:cs typeface="IBM Plex Sans"/>
                        <a:sym typeface="IBM Plex Sans"/>
                      </a:endParaRPr>
                    </a:p>
                  </a:txBody>
                  <a:tcPr marL="45700" marR="45700" marT="45700" marB="45700"/>
                </a:tc>
                <a:tc>
                  <a:txBody>
                    <a:bodyPr/>
                    <a:lstStyle/>
                    <a:p>
                      <a:pPr marL="0" lvl="0" indent="0" algn="l" rtl="0">
                        <a:spcBef>
                          <a:spcPts val="0"/>
                        </a:spcBef>
                        <a:spcAft>
                          <a:spcPts val="0"/>
                        </a:spcAft>
                        <a:buNone/>
                      </a:pPr>
                      <a:r>
                        <a:rPr lang="en" sz="800">
                          <a:latin typeface="IBM Plex Sans"/>
                          <a:ea typeface="IBM Plex Sans"/>
                          <a:cs typeface="IBM Plex Sans"/>
                          <a:sym typeface="IBM Plex Sans"/>
                        </a:rPr>
                        <a:t>Replaced the “platform stack” slide with a new version using the new Camunda AI symbol and colors; added two slides about agentic orchestration</a:t>
                      </a:r>
                      <a:endParaRPr sz="800">
                        <a:latin typeface="IBM Plex Sans"/>
                        <a:ea typeface="IBM Plex Sans"/>
                        <a:cs typeface="IBM Plex Sans"/>
                        <a:sym typeface="IBM Plex Sans"/>
                      </a:endParaRPr>
                    </a:p>
                  </a:txBody>
                  <a:tcPr marL="45700" marR="45700" marT="45700" marB="45700">
                    <a:lnR w="9525" cap="flat" cmpd="sng">
                      <a:solidFill>
                        <a:schemeClr val="dk1"/>
                      </a:solidFill>
                      <a:prstDash val="solid"/>
                      <a:round/>
                      <a:headEnd type="none" w="sm" len="sm"/>
                      <a:tailEnd type="none" w="sm" len="sm"/>
                    </a:lnR>
                  </a:tcPr>
                </a:tc>
                <a:tc>
                  <a:txBody>
                    <a:bodyPr/>
                    <a:lstStyle/>
                    <a:p>
                      <a:pPr marL="0" lvl="0" indent="0" algn="l" rtl="0">
                        <a:spcBef>
                          <a:spcPts val="0"/>
                        </a:spcBef>
                        <a:spcAft>
                          <a:spcPts val="0"/>
                        </a:spcAft>
                        <a:buNone/>
                      </a:pPr>
                      <a:endParaRPr sz="800">
                        <a:latin typeface="IBM Plex Sans"/>
                        <a:ea typeface="IBM Plex Sans"/>
                        <a:cs typeface="IBM Plex Sans"/>
                        <a:sym typeface="IBM Plex Sans"/>
                      </a:endParaRPr>
                    </a:p>
                  </a:txBody>
                  <a:tcPr marL="45700" marR="45700" marT="45700" marB="45700">
                    <a:lnL w="9525" cap="flat" cmpd="sng">
                      <a:solidFill>
                        <a:schemeClr val="dk1"/>
                      </a:solidFill>
                      <a:prstDash val="solid"/>
                      <a:round/>
                      <a:headEnd type="none" w="sm" len="sm"/>
                      <a:tailEnd type="none" w="sm" len="sm"/>
                    </a:lnL>
                  </a:tcPr>
                </a:tc>
                <a:tc>
                  <a:txBody>
                    <a:bodyPr/>
                    <a:lstStyle/>
                    <a:p>
                      <a:pPr marL="0" lvl="0" indent="0" algn="l" rtl="0">
                        <a:spcBef>
                          <a:spcPts val="0"/>
                        </a:spcBef>
                        <a:spcAft>
                          <a:spcPts val="0"/>
                        </a:spcAft>
                        <a:buNone/>
                      </a:pPr>
                      <a:endParaRPr sz="800">
                        <a:latin typeface="IBM Plex Sans"/>
                        <a:ea typeface="IBM Plex Sans"/>
                        <a:cs typeface="IBM Plex Sans"/>
                        <a:sym typeface="IBM Plex Sans"/>
                      </a:endParaRPr>
                    </a:p>
                  </a:txBody>
                  <a:tcPr marL="45700" marR="45700" marT="45700" marB="45700"/>
                </a:tc>
                <a:extLst>
                  <a:ext uri="{0D108BD9-81ED-4DB2-BD59-A6C34878D82A}">
                    <a16:rowId xmlns:a16="http://schemas.microsoft.com/office/drawing/2014/main" val="10004"/>
                  </a:ext>
                </a:extLst>
              </a:tr>
              <a:tr h="381000">
                <a:tc>
                  <a:txBody>
                    <a:bodyPr/>
                    <a:lstStyle/>
                    <a:p>
                      <a:pPr marL="0" lvl="0" indent="0" algn="l" rtl="0">
                        <a:spcBef>
                          <a:spcPts val="0"/>
                        </a:spcBef>
                        <a:spcAft>
                          <a:spcPts val="0"/>
                        </a:spcAft>
                        <a:buNone/>
                      </a:pPr>
                      <a:r>
                        <a:rPr lang="en" sz="800">
                          <a:latin typeface="IBM Plex Sans"/>
                          <a:ea typeface="IBM Plex Sans"/>
                          <a:cs typeface="IBM Plex Sans"/>
                          <a:sym typeface="IBM Plex Sans"/>
                        </a:rPr>
                        <a:t>16 April 2025</a:t>
                      </a:r>
                      <a:endParaRPr sz="800">
                        <a:latin typeface="IBM Plex Sans"/>
                        <a:ea typeface="IBM Plex Sans"/>
                        <a:cs typeface="IBM Plex Sans"/>
                        <a:sym typeface="IBM Plex Sans"/>
                      </a:endParaRPr>
                    </a:p>
                  </a:txBody>
                  <a:tcPr marL="45700" marR="45700" marT="45700" marB="45700"/>
                </a:tc>
                <a:tc>
                  <a:txBody>
                    <a:bodyPr/>
                    <a:lstStyle/>
                    <a:p>
                      <a:pPr marL="0" lvl="0" indent="0" algn="l" rtl="0">
                        <a:spcBef>
                          <a:spcPts val="0"/>
                        </a:spcBef>
                        <a:spcAft>
                          <a:spcPts val="0"/>
                        </a:spcAft>
                        <a:buNone/>
                      </a:pPr>
                      <a:r>
                        <a:rPr lang="en" sz="800">
                          <a:latin typeface="IBM Plex Sans"/>
                          <a:ea typeface="IBM Plex Sans"/>
                          <a:cs typeface="IBM Plex Sans"/>
                          <a:sym typeface="IBM Plex Sans"/>
                        </a:rPr>
                        <a:t>Removed the Camunda SaaS Starter Edition (SaaS is now only available in Free and Enterprise Editions)</a:t>
                      </a:r>
                      <a:endParaRPr sz="800">
                        <a:latin typeface="IBM Plex Sans"/>
                        <a:ea typeface="IBM Plex Sans"/>
                        <a:cs typeface="IBM Plex Sans"/>
                        <a:sym typeface="IBM Plex Sans"/>
                      </a:endParaRPr>
                    </a:p>
                  </a:txBody>
                  <a:tcPr marL="45700" marR="45700" marT="45700" marB="45700">
                    <a:lnR w="9525" cap="flat" cmpd="sng">
                      <a:solidFill>
                        <a:schemeClr val="dk1"/>
                      </a:solidFill>
                      <a:prstDash val="solid"/>
                      <a:round/>
                      <a:headEnd type="none" w="sm" len="sm"/>
                      <a:tailEnd type="none" w="sm" len="sm"/>
                    </a:lnR>
                  </a:tcPr>
                </a:tc>
                <a:tc>
                  <a:txBody>
                    <a:bodyPr/>
                    <a:lstStyle/>
                    <a:p>
                      <a:pPr marL="0" lvl="0" indent="0" algn="l" rtl="0">
                        <a:spcBef>
                          <a:spcPts val="0"/>
                        </a:spcBef>
                        <a:spcAft>
                          <a:spcPts val="0"/>
                        </a:spcAft>
                        <a:buNone/>
                      </a:pPr>
                      <a:endParaRPr sz="800">
                        <a:latin typeface="IBM Plex Sans"/>
                        <a:ea typeface="IBM Plex Sans"/>
                        <a:cs typeface="IBM Plex Sans"/>
                        <a:sym typeface="IBM Plex Sans"/>
                      </a:endParaRPr>
                    </a:p>
                  </a:txBody>
                  <a:tcPr marL="45700" marR="45700" marT="45700" marB="45700">
                    <a:lnL w="9525" cap="flat" cmpd="sng">
                      <a:solidFill>
                        <a:schemeClr val="dk1"/>
                      </a:solidFill>
                      <a:prstDash val="solid"/>
                      <a:round/>
                      <a:headEnd type="none" w="sm" len="sm"/>
                      <a:tailEnd type="none" w="sm" len="sm"/>
                    </a:lnL>
                  </a:tcPr>
                </a:tc>
                <a:tc>
                  <a:txBody>
                    <a:bodyPr/>
                    <a:lstStyle/>
                    <a:p>
                      <a:pPr marL="0" lvl="0" indent="0" algn="l" rtl="0">
                        <a:spcBef>
                          <a:spcPts val="0"/>
                        </a:spcBef>
                        <a:spcAft>
                          <a:spcPts val="0"/>
                        </a:spcAft>
                        <a:buNone/>
                      </a:pPr>
                      <a:endParaRPr sz="800">
                        <a:latin typeface="IBM Plex Sans"/>
                        <a:ea typeface="IBM Plex Sans"/>
                        <a:cs typeface="IBM Plex Sans"/>
                        <a:sym typeface="IBM Plex Sans"/>
                      </a:endParaRPr>
                    </a:p>
                  </a:txBody>
                  <a:tcPr marL="45700" marR="45700" marT="45700" marB="45700"/>
                </a:tc>
                <a:extLst>
                  <a:ext uri="{0D108BD9-81ED-4DB2-BD59-A6C34878D82A}">
                    <a16:rowId xmlns:a16="http://schemas.microsoft.com/office/drawing/2014/main" val="10005"/>
                  </a:ext>
                </a:extLst>
              </a:tr>
              <a:tr h="381000">
                <a:tc>
                  <a:txBody>
                    <a:bodyPr/>
                    <a:lstStyle/>
                    <a:p>
                      <a:pPr marL="0" lvl="0" indent="0" algn="l" rtl="0">
                        <a:spcBef>
                          <a:spcPts val="0"/>
                        </a:spcBef>
                        <a:spcAft>
                          <a:spcPts val="0"/>
                        </a:spcAft>
                        <a:buNone/>
                      </a:pPr>
                      <a:r>
                        <a:rPr lang="en" sz="800">
                          <a:latin typeface="IBM Plex Sans"/>
                          <a:ea typeface="IBM Plex Sans"/>
                          <a:cs typeface="IBM Plex Sans"/>
                          <a:sym typeface="IBM Plex Sans"/>
                        </a:rPr>
                        <a:t>6 May 2025</a:t>
                      </a:r>
                      <a:endParaRPr sz="800">
                        <a:latin typeface="IBM Plex Sans"/>
                        <a:ea typeface="IBM Plex Sans"/>
                        <a:cs typeface="IBM Plex Sans"/>
                        <a:sym typeface="IBM Plex Sans"/>
                      </a:endParaRPr>
                    </a:p>
                  </a:txBody>
                  <a:tcPr marL="45700" marR="45700" marT="45700" marB="45700"/>
                </a:tc>
                <a:tc>
                  <a:txBody>
                    <a:bodyPr/>
                    <a:lstStyle/>
                    <a:p>
                      <a:pPr marL="0" lvl="0" indent="0" algn="l" rtl="0">
                        <a:spcBef>
                          <a:spcPts val="0"/>
                        </a:spcBef>
                        <a:spcAft>
                          <a:spcPts val="0"/>
                        </a:spcAft>
                        <a:buNone/>
                      </a:pPr>
                      <a:r>
                        <a:rPr lang="en" sz="800">
                          <a:latin typeface="IBM Plex Sans"/>
                          <a:ea typeface="IBM Plex Sans"/>
                          <a:cs typeface="IBM Plex Sans"/>
                          <a:sym typeface="IBM Plex Sans"/>
                        </a:rPr>
                        <a:t>Added one new slide about how Camunda delivers agentic orchestration</a:t>
                      </a:r>
                      <a:endParaRPr sz="800">
                        <a:latin typeface="IBM Plex Sans"/>
                        <a:ea typeface="IBM Plex Sans"/>
                        <a:cs typeface="IBM Plex Sans"/>
                        <a:sym typeface="IBM Plex Sans"/>
                      </a:endParaRPr>
                    </a:p>
                  </a:txBody>
                  <a:tcPr marL="45700" marR="45700" marT="45700" marB="45700">
                    <a:lnR w="9525" cap="flat" cmpd="sng">
                      <a:solidFill>
                        <a:schemeClr val="dk1"/>
                      </a:solidFill>
                      <a:prstDash val="solid"/>
                      <a:round/>
                      <a:headEnd type="none" w="sm" len="sm"/>
                      <a:tailEnd type="none" w="sm" len="sm"/>
                    </a:lnR>
                  </a:tcPr>
                </a:tc>
                <a:tc>
                  <a:txBody>
                    <a:bodyPr/>
                    <a:lstStyle/>
                    <a:p>
                      <a:pPr marL="0" lvl="0" indent="0" algn="l" rtl="0">
                        <a:spcBef>
                          <a:spcPts val="0"/>
                        </a:spcBef>
                        <a:spcAft>
                          <a:spcPts val="0"/>
                        </a:spcAft>
                        <a:buNone/>
                      </a:pPr>
                      <a:endParaRPr sz="800">
                        <a:latin typeface="IBM Plex Sans"/>
                        <a:ea typeface="IBM Plex Sans"/>
                        <a:cs typeface="IBM Plex Sans"/>
                        <a:sym typeface="IBM Plex Sans"/>
                      </a:endParaRPr>
                    </a:p>
                  </a:txBody>
                  <a:tcPr marL="45700" marR="45700" marT="45700" marB="45700">
                    <a:lnL w="9525" cap="flat" cmpd="sng">
                      <a:solidFill>
                        <a:schemeClr val="dk1"/>
                      </a:solidFill>
                      <a:prstDash val="solid"/>
                      <a:round/>
                      <a:headEnd type="none" w="sm" len="sm"/>
                      <a:tailEnd type="none" w="sm" len="sm"/>
                    </a:lnL>
                  </a:tcPr>
                </a:tc>
                <a:tc>
                  <a:txBody>
                    <a:bodyPr/>
                    <a:lstStyle/>
                    <a:p>
                      <a:pPr marL="0" lvl="0" indent="0" algn="l" rtl="0">
                        <a:spcBef>
                          <a:spcPts val="0"/>
                        </a:spcBef>
                        <a:spcAft>
                          <a:spcPts val="0"/>
                        </a:spcAft>
                        <a:buNone/>
                      </a:pPr>
                      <a:endParaRPr sz="800">
                        <a:latin typeface="IBM Plex Sans"/>
                        <a:ea typeface="IBM Plex Sans"/>
                        <a:cs typeface="IBM Plex Sans"/>
                        <a:sym typeface="IBM Plex Sans"/>
                      </a:endParaRPr>
                    </a:p>
                  </a:txBody>
                  <a:tcPr marL="45700" marR="45700" marT="45700" marB="45700"/>
                </a:tc>
                <a:extLst>
                  <a:ext uri="{0D108BD9-81ED-4DB2-BD59-A6C34878D82A}">
                    <a16:rowId xmlns:a16="http://schemas.microsoft.com/office/drawing/2014/main" val="10006"/>
                  </a:ext>
                </a:extLst>
              </a:tr>
              <a:tr h="381000">
                <a:tc>
                  <a:txBody>
                    <a:bodyPr/>
                    <a:lstStyle/>
                    <a:p>
                      <a:pPr marL="0" lvl="0" indent="0" algn="l" rtl="0">
                        <a:spcBef>
                          <a:spcPts val="0"/>
                        </a:spcBef>
                        <a:spcAft>
                          <a:spcPts val="0"/>
                        </a:spcAft>
                        <a:buNone/>
                      </a:pPr>
                      <a:endParaRPr sz="800">
                        <a:latin typeface="IBM Plex Sans"/>
                        <a:ea typeface="IBM Plex Sans"/>
                        <a:cs typeface="IBM Plex Sans"/>
                        <a:sym typeface="IBM Plex Sans"/>
                      </a:endParaRPr>
                    </a:p>
                  </a:txBody>
                  <a:tcPr marL="45700" marR="45700" marT="45700" marB="45700"/>
                </a:tc>
                <a:tc>
                  <a:txBody>
                    <a:bodyPr/>
                    <a:lstStyle/>
                    <a:p>
                      <a:pPr marL="0" lvl="0" indent="0" algn="l" rtl="0">
                        <a:spcBef>
                          <a:spcPts val="0"/>
                        </a:spcBef>
                        <a:spcAft>
                          <a:spcPts val="0"/>
                        </a:spcAft>
                        <a:buNone/>
                      </a:pPr>
                      <a:endParaRPr sz="800">
                        <a:latin typeface="IBM Plex Sans"/>
                        <a:ea typeface="IBM Plex Sans"/>
                        <a:cs typeface="IBM Plex Sans"/>
                        <a:sym typeface="IBM Plex Sans"/>
                      </a:endParaRPr>
                    </a:p>
                  </a:txBody>
                  <a:tcPr marL="45700" marR="45700" marT="45700" marB="45700">
                    <a:lnR w="9525" cap="flat" cmpd="sng">
                      <a:solidFill>
                        <a:schemeClr val="dk1"/>
                      </a:solidFill>
                      <a:prstDash val="solid"/>
                      <a:round/>
                      <a:headEnd type="none" w="sm" len="sm"/>
                      <a:tailEnd type="none" w="sm" len="sm"/>
                    </a:lnR>
                  </a:tcPr>
                </a:tc>
                <a:tc>
                  <a:txBody>
                    <a:bodyPr/>
                    <a:lstStyle/>
                    <a:p>
                      <a:pPr marL="0" lvl="0" indent="0" algn="l" rtl="0">
                        <a:spcBef>
                          <a:spcPts val="0"/>
                        </a:spcBef>
                        <a:spcAft>
                          <a:spcPts val="0"/>
                        </a:spcAft>
                        <a:buNone/>
                      </a:pPr>
                      <a:endParaRPr sz="800">
                        <a:latin typeface="IBM Plex Sans"/>
                        <a:ea typeface="IBM Plex Sans"/>
                        <a:cs typeface="IBM Plex Sans"/>
                        <a:sym typeface="IBM Plex Sans"/>
                      </a:endParaRPr>
                    </a:p>
                  </a:txBody>
                  <a:tcPr marL="45700" marR="45700" marT="45700" marB="45700">
                    <a:lnL w="9525" cap="flat" cmpd="sng">
                      <a:solidFill>
                        <a:schemeClr val="dk1"/>
                      </a:solidFill>
                      <a:prstDash val="solid"/>
                      <a:round/>
                      <a:headEnd type="none" w="sm" len="sm"/>
                      <a:tailEnd type="none" w="sm" len="sm"/>
                    </a:lnL>
                  </a:tcPr>
                </a:tc>
                <a:tc>
                  <a:txBody>
                    <a:bodyPr/>
                    <a:lstStyle/>
                    <a:p>
                      <a:pPr marL="0" lvl="0" indent="0" algn="l" rtl="0">
                        <a:spcBef>
                          <a:spcPts val="0"/>
                        </a:spcBef>
                        <a:spcAft>
                          <a:spcPts val="0"/>
                        </a:spcAft>
                        <a:buNone/>
                      </a:pPr>
                      <a:endParaRPr sz="800">
                        <a:latin typeface="IBM Plex Sans"/>
                        <a:ea typeface="IBM Plex Sans"/>
                        <a:cs typeface="IBM Plex Sans"/>
                        <a:sym typeface="IBM Plex Sans"/>
                      </a:endParaRPr>
                    </a:p>
                  </a:txBody>
                  <a:tcPr marL="45700" marR="45700" marT="45700" marB="45700"/>
                </a:tc>
                <a:extLst>
                  <a:ext uri="{0D108BD9-81ED-4DB2-BD59-A6C34878D82A}">
                    <a16:rowId xmlns:a16="http://schemas.microsoft.com/office/drawing/2014/main" val="10007"/>
                  </a:ext>
                </a:extLst>
              </a:tr>
              <a:tr h="381000">
                <a:tc>
                  <a:txBody>
                    <a:bodyPr/>
                    <a:lstStyle/>
                    <a:p>
                      <a:pPr marL="0" lvl="0" indent="0" algn="l" rtl="0">
                        <a:spcBef>
                          <a:spcPts val="0"/>
                        </a:spcBef>
                        <a:spcAft>
                          <a:spcPts val="0"/>
                        </a:spcAft>
                        <a:buNone/>
                      </a:pPr>
                      <a:endParaRPr sz="800">
                        <a:latin typeface="IBM Plex Sans"/>
                        <a:ea typeface="IBM Plex Sans"/>
                        <a:cs typeface="IBM Plex Sans"/>
                        <a:sym typeface="IBM Plex Sans"/>
                      </a:endParaRPr>
                    </a:p>
                  </a:txBody>
                  <a:tcPr marL="45700" marR="45700" marT="45700" marB="45700"/>
                </a:tc>
                <a:tc>
                  <a:txBody>
                    <a:bodyPr/>
                    <a:lstStyle/>
                    <a:p>
                      <a:pPr marL="0" lvl="0" indent="0" algn="l" rtl="0">
                        <a:spcBef>
                          <a:spcPts val="0"/>
                        </a:spcBef>
                        <a:spcAft>
                          <a:spcPts val="0"/>
                        </a:spcAft>
                        <a:buNone/>
                      </a:pPr>
                      <a:endParaRPr sz="800">
                        <a:latin typeface="IBM Plex Sans"/>
                        <a:ea typeface="IBM Plex Sans"/>
                        <a:cs typeface="IBM Plex Sans"/>
                        <a:sym typeface="IBM Plex Sans"/>
                      </a:endParaRPr>
                    </a:p>
                  </a:txBody>
                  <a:tcPr marL="45700" marR="45700" marT="45700" marB="45700">
                    <a:lnR w="9525" cap="flat" cmpd="sng">
                      <a:solidFill>
                        <a:schemeClr val="dk1"/>
                      </a:solidFill>
                      <a:prstDash val="solid"/>
                      <a:round/>
                      <a:headEnd type="none" w="sm" len="sm"/>
                      <a:tailEnd type="none" w="sm" len="sm"/>
                    </a:lnR>
                  </a:tcPr>
                </a:tc>
                <a:tc>
                  <a:txBody>
                    <a:bodyPr/>
                    <a:lstStyle/>
                    <a:p>
                      <a:pPr marL="0" lvl="0" indent="0" algn="l" rtl="0">
                        <a:spcBef>
                          <a:spcPts val="0"/>
                        </a:spcBef>
                        <a:spcAft>
                          <a:spcPts val="0"/>
                        </a:spcAft>
                        <a:buNone/>
                      </a:pPr>
                      <a:endParaRPr sz="800">
                        <a:latin typeface="IBM Plex Sans"/>
                        <a:ea typeface="IBM Plex Sans"/>
                        <a:cs typeface="IBM Plex Sans"/>
                        <a:sym typeface="IBM Plex Sans"/>
                      </a:endParaRPr>
                    </a:p>
                  </a:txBody>
                  <a:tcPr marL="45700" marR="45700" marT="45700" marB="45700">
                    <a:lnL w="9525" cap="flat" cmpd="sng">
                      <a:solidFill>
                        <a:schemeClr val="dk1"/>
                      </a:solidFill>
                      <a:prstDash val="solid"/>
                      <a:round/>
                      <a:headEnd type="none" w="sm" len="sm"/>
                      <a:tailEnd type="none" w="sm" len="sm"/>
                    </a:lnL>
                  </a:tcPr>
                </a:tc>
                <a:tc>
                  <a:txBody>
                    <a:bodyPr/>
                    <a:lstStyle/>
                    <a:p>
                      <a:pPr marL="0" lvl="0" indent="0" algn="l" rtl="0">
                        <a:spcBef>
                          <a:spcPts val="0"/>
                        </a:spcBef>
                        <a:spcAft>
                          <a:spcPts val="0"/>
                        </a:spcAft>
                        <a:buNone/>
                      </a:pPr>
                      <a:endParaRPr sz="800">
                        <a:latin typeface="IBM Plex Sans"/>
                        <a:ea typeface="IBM Plex Sans"/>
                        <a:cs typeface="IBM Plex Sans"/>
                        <a:sym typeface="IBM Plex Sans"/>
                      </a:endParaRPr>
                    </a:p>
                  </a:txBody>
                  <a:tcPr marL="45700" marR="45700" marT="45700" marB="45700"/>
                </a:tc>
                <a:extLst>
                  <a:ext uri="{0D108BD9-81ED-4DB2-BD59-A6C34878D82A}">
                    <a16:rowId xmlns:a16="http://schemas.microsoft.com/office/drawing/2014/main" val="10008"/>
                  </a:ext>
                </a:extLst>
              </a:tr>
              <a:tr h="381000">
                <a:tc>
                  <a:txBody>
                    <a:bodyPr/>
                    <a:lstStyle/>
                    <a:p>
                      <a:pPr marL="0" lvl="0" indent="0" algn="l" rtl="0">
                        <a:spcBef>
                          <a:spcPts val="0"/>
                        </a:spcBef>
                        <a:spcAft>
                          <a:spcPts val="0"/>
                        </a:spcAft>
                        <a:buNone/>
                      </a:pPr>
                      <a:endParaRPr sz="800">
                        <a:latin typeface="IBM Plex Sans"/>
                        <a:ea typeface="IBM Plex Sans"/>
                        <a:cs typeface="IBM Plex Sans"/>
                        <a:sym typeface="IBM Plex Sans"/>
                      </a:endParaRPr>
                    </a:p>
                  </a:txBody>
                  <a:tcPr marL="45700" marR="45700" marT="45700" marB="45700"/>
                </a:tc>
                <a:tc>
                  <a:txBody>
                    <a:bodyPr/>
                    <a:lstStyle/>
                    <a:p>
                      <a:pPr marL="0" lvl="0" indent="0" algn="l" rtl="0">
                        <a:spcBef>
                          <a:spcPts val="0"/>
                        </a:spcBef>
                        <a:spcAft>
                          <a:spcPts val="0"/>
                        </a:spcAft>
                        <a:buNone/>
                      </a:pPr>
                      <a:endParaRPr sz="800">
                        <a:latin typeface="IBM Plex Sans"/>
                        <a:ea typeface="IBM Plex Sans"/>
                        <a:cs typeface="IBM Plex Sans"/>
                        <a:sym typeface="IBM Plex Sans"/>
                      </a:endParaRPr>
                    </a:p>
                  </a:txBody>
                  <a:tcPr marL="45700" marR="45700" marT="45700" marB="45700">
                    <a:lnR w="9525" cap="flat" cmpd="sng">
                      <a:solidFill>
                        <a:schemeClr val="dk1"/>
                      </a:solidFill>
                      <a:prstDash val="solid"/>
                      <a:round/>
                      <a:headEnd type="none" w="sm" len="sm"/>
                      <a:tailEnd type="none" w="sm" len="sm"/>
                    </a:lnR>
                  </a:tcPr>
                </a:tc>
                <a:tc>
                  <a:txBody>
                    <a:bodyPr/>
                    <a:lstStyle/>
                    <a:p>
                      <a:pPr marL="0" lvl="0" indent="0" algn="l" rtl="0">
                        <a:spcBef>
                          <a:spcPts val="0"/>
                        </a:spcBef>
                        <a:spcAft>
                          <a:spcPts val="0"/>
                        </a:spcAft>
                        <a:buNone/>
                      </a:pPr>
                      <a:endParaRPr sz="800">
                        <a:latin typeface="IBM Plex Sans"/>
                        <a:ea typeface="IBM Plex Sans"/>
                        <a:cs typeface="IBM Plex Sans"/>
                        <a:sym typeface="IBM Plex Sans"/>
                      </a:endParaRPr>
                    </a:p>
                  </a:txBody>
                  <a:tcPr marL="45700" marR="45700" marT="45700" marB="45700">
                    <a:lnL w="9525" cap="flat" cmpd="sng">
                      <a:solidFill>
                        <a:schemeClr val="dk1"/>
                      </a:solidFill>
                      <a:prstDash val="solid"/>
                      <a:round/>
                      <a:headEnd type="none" w="sm" len="sm"/>
                      <a:tailEnd type="none" w="sm" len="sm"/>
                    </a:lnL>
                  </a:tcPr>
                </a:tc>
                <a:tc>
                  <a:txBody>
                    <a:bodyPr/>
                    <a:lstStyle/>
                    <a:p>
                      <a:pPr marL="0" lvl="0" indent="0" algn="l" rtl="0">
                        <a:spcBef>
                          <a:spcPts val="0"/>
                        </a:spcBef>
                        <a:spcAft>
                          <a:spcPts val="0"/>
                        </a:spcAft>
                        <a:buNone/>
                      </a:pPr>
                      <a:endParaRPr sz="800">
                        <a:latin typeface="IBM Plex Sans"/>
                        <a:ea typeface="IBM Plex Sans"/>
                        <a:cs typeface="IBM Plex Sans"/>
                        <a:sym typeface="IBM Plex Sans"/>
                      </a:endParaRPr>
                    </a:p>
                  </a:txBody>
                  <a:tcPr marL="45700" marR="45700" marT="45700" marB="45700"/>
                </a:tc>
                <a:extLst>
                  <a:ext uri="{0D108BD9-81ED-4DB2-BD59-A6C34878D82A}">
                    <a16:rowId xmlns:a16="http://schemas.microsoft.com/office/drawing/2014/main" val="10009"/>
                  </a:ext>
                </a:extLst>
              </a:tr>
              <a:tr h="381000">
                <a:tc>
                  <a:txBody>
                    <a:bodyPr/>
                    <a:lstStyle/>
                    <a:p>
                      <a:pPr marL="0" lvl="0" indent="0" algn="l" rtl="0">
                        <a:spcBef>
                          <a:spcPts val="0"/>
                        </a:spcBef>
                        <a:spcAft>
                          <a:spcPts val="0"/>
                        </a:spcAft>
                        <a:buNone/>
                      </a:pPr>
                      <a:endParaRPr sz="800">
                        <a:latin typeface="IBM Plex Sans"/>
                        <a:ea typeface="IBM Plex Sans"/>
                        <a:cs typeface="IBM Plex Sans"/>
                        <a:sym typeface="IBM Plex Sans"/>
                      </a:endParaRPr>
                    </a:p>
                  </a:txBody>
                  <a:tcPr marL="45700" marR="45700" marT="45700" marB="45700"/>
                </a:tc>
                <a:tc>
                  <a:txBody>
                    <a:bodyPr/>
                    <a:lstStyle/>
                    <a:p>
                      <a:pPr marL="0" lvl="0" indent="0" algn="l" rtl="0">
                        <a:spcBef>
                          <a:spcPts val="0"/>
                        </a:spcBef>
                        <a:spcAft>
                          <a:spcPts val="0"/>
                        </a:spcAft>
                        <a:buNone/>
                      </a:pPr>
                      <a:endParaRPr sz="800">
                        <a:latin typeface="IBM Plex Sans"/>
                        <a:ea typeface="IBM Plex Sans"/>
                        <a:cs typeface="IBM Plex Sans"/>
                        <a:sym typeface="IBM Plex Sans"/>
                      </a:endParaRPr>
                    </a:p>
                  </a:txBody>
                  <a:tcPr marL="45700" marR="45700" marT="45700" marB="45700">
                    <a:lnR w="9525" cap="flat" cmpd="sng">
                      <a:solidFill>
                        <a:schemeClr val="dk1"/>
                      </a:solidFill>
                      <a:prstDash val="solid"/>
                      <a:round/>
                      <a:headEnd type="none" w="sm" len="sm"/>
                      <a:tailEnd type="none" w="sm" len="sm"/>
                    </a:lnR>
                  </a:tcPr>
                </a:tc>
                <a:tc>
                  <a:txBody>
                    <a:bodyPr/>
                    <a:lstStyle/>
                    <a:p>
                      <a:pPr marL="0" lvl="0" indent="0" algn="l" rtl="0">
                        <a:spcBef>
                          <a:spcPts val="0"/>
                        </a:spcBef>
                        <a:spcAft>
                          <a:spcPts val="0"/>
                        </a:spcAft>
                        <a:buNone/>
                      </a:pPr>
                      <a:endParaRPr sz="800">
                        <a:latin typeface="IBM Plex Sans"/>
                        <a:ea typeface="IBM Plex Sans"/>
                        <a:cs typeface="IBM Plex Sans"/>
                        <a:sym typeface="IBM Plex Sans"/>
                      </a:endParaRPr>
                    </a:p>
                  </a:txBody>
                  <a:tcPr marL="45700" marR="45700" marT="45700" marB="45700">
                    <a:lnL w="9525" cap="flat" cmpd="sng">
                      <a:solidFill>
                        <a:schemeClr val="dk1"/>
                      </a:solidFill>
                      <a:prstDash val="solid"/>
                      <a:round/>
                      <a:headEnd type="none" w="sm" len="sm"/>
                      <a:tailEnd type="none" w="sm" len="sm"/>
                    </a:lnL>
                  </a:tcPr>
                </a:tc>
                <a:tc>
                  <a:txBody>
                    <a:bodyPr/>
                    <a:lstStyle/>
                    <a:p>
                      <a:pPr marL="0" lvl="0" indent="0" algn="l" rtl="0">
                        <a:spcBef>
                          <a:spcPts val="0"/>
                        </a:spcBef>
                        <a:spcAft>
                          <a:spcPts val="0"/>
                        </a:spcAft>
                        <a:buNone/>
                      </a:pPr>
                      <a:endParaRPr sz="800">
                        <a:latin typeface="IBM Plex Sans"/>
                        <a:ea typeface="IBM Plex Sans"/>
                        <a:cs typeface="IBM Plex Sans"/>
                        <a:sym typeface="IBM Plex Sans"/>
                      </a:endParaRPr>
                    </a:p>
                  </a:txBody>
                  <a:tcPr marL="45700" marR="45700" marT="45700" marB="45700"/>
                </a:tc>
                <a:extLst>
                  <a:ext uri="{0D108BD9-81ED-4DB2-BD59-A6C34878D82A}">
                    <a16:rowId xmlns:a16="http://schemas.microsoft.com/office/drawing/2014/main" val="10010"/>
                  </a:ext>
                </a:extLst>
              </a:tr>
            </a:tbl>
          </a:graphicData>
        </a:graphic>
      </p:graphicFrame>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show="0">
  <p:cSld>
    <p:spTree>
      <p:nvGrpSpPr>
        <p:cNvPr id="1" name="Shape 7655"/>
        <p:cNvGrpSpPr/>
        <p:nvPr/>
      </p:nvGrpSpPr>
      <p:grpSpPr>
        <a:xfrm>
          <a:off x="0" y="0"/>
          <a:ext cx="0" cy="0"/>
          <a:chOff x="0" y="0"/>
          <a:chExt cx="0" cy="0"/>
        </a:xfrm>
      </p:grpSpPr>
      <p:sp>
        <p:nvSpPr>
          <p:cNvPr id="7656" name="Google Shape;7656;p536"/>
          <p:cNvSpPr/>
          <p:nvPr/>
        </p:nvSpPr>
        <p:spPr>
          <a:xfrm>
            <a:off x="0" y="665525"/>
            <a:ext cx="9144000" cy="4476300"/>
          </a:xfrm>
          <a:prstGeom prst="roundRect">
            <a:avLst>
              <a:gd name="adj" fmla="val 0"/>
            </a:avLst>
          </a:prstGeom>
          <a:solidFill>
            <a:srgbClr val="EEEEEE"/>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BM Plex Sans"/>
              <a:ea typeface="IBM Plex Sans"/>
              <a:cs typeface="IBM Plex Sans"/>
              <a:sym typeface="IBM Plex Sans"/>
            </a:endParaRPr>
          </a:p>
        </p:txBody>
      </p:sp>
      <p:sp>
        <p:nvSpPr>
          <p:cNvPr id="7657" name="Google Shape;7657;p536"/>
          <p:cNvSpPr txBox="1">
            <a:spLocks noGrp="1"/>
          </p:cNvSpPr>
          <p:nvPr>
            <p:ph type="title"/>
          </p:nvPr>
        </p:nvSpPr>
        <p:spPr>
          <a:xfrm>
            <a:off x="457200" y="114300"/>
            <a:ext cx="8229600" cy="369300"/>
          </a:xfrm>
          <a:prstGeom prst="rect">
            <a:avLst/>
          </a:prstGeom>
        </p:spPr>
        <p:txBody>
          <a:bodyPr spcFirstLastPara="1" wrap="square" lIns="0" tIns="0" rIns="0" bIns="0" anchor="t" anchorCtr="0">
            <a:spAutoFit/>
          </a:bodyPr>
          <a:lstStyle/>
          <a:p>
            <a:pPr marL="0" lvl="0" indent="0" algn="l" rtl="0">
              <a:spcBef>
                <a:spcPts val="0"/>
              </a:spcBef>
              <a:spcAft>
                <a:spcPts val="0"/>
              </a:spcAft>
              <a:buNone/>
            </a:pPr>
            <a:r>
              <a:rPr lang="en" sz="2400"/>
              <a:t>Camunda</a:t>
            </a:r>
            <a:r>
              <a:rPr lang="en" sz="2400" b="0"/>
              <a:t> |</a:t>
            </a:r>
            <a:r>
              <a:rPr lang="en" sz="2400"/>
              <a:t> </a:t>
            </a:r>
            <a:r>
              <a:rPr lang="en" sz="2400" b="0">
                <a:latin typeface="IBM Plex Sans Light"/>
                <a:ea typeface="IBM Plex Sans Light"/>
                <a:cs typeface="IBM Plex Sans Light"/>
                <a:sym typeface="IBM Plex Sans Light"/>
              </a:rPr>
              <a:t>Operationalize AI </a:t>
            </a:r>
            <a:r>
              <a:rPr lang="en" sz="2400" b="0" i="1">
                <a:latin typeface="IBM Plex Sans Light"/>
                <a:ea typeface="IBM Plex Sans Light"/>
                <a:cs typeface="IBM Plex Sans Light"/>
                <a:sym typeface="IBM Plex Sans Light"/>
              </a:rPr>
              <a:t>with</a:t>
            </a:r>
            <a:r>
              <a:rPr lang="en" sz="2400" b="0">
                <a:latin typeface="IBM Plex Sans Light"/>
                <a:ea typeface="IBM Plex Sans Light"/>
                <a:cs typeface="IBM Plex Sans Light"/>
                <a:sym typeface="IBM Plex Sans Light"/>
              </a:rPr>
              <a:t> Camunda</a:t>
            </a:r>
            <a:endParaRPr sz="2400" b="0">
              <a:latin typeface="IBM Plex Sans Light"/>
              <a:ea typeface="IBM Plex Sans Light"/>
              <a:cs typeface="IBM Plex Sans Light"/>
              <a:sym typeface="IBM Plex Sans Light"/>
            </a:endParaRPr>
          </a:p>
        </p:txBody>
      </p:sp>
      <p:sp>
        <p:nvSpPr>
          <p:cNvPr id="7658" name="Google Shape;7658;p536"/>
          <p:cNvSpPr txBox="1"/>
          <p:nvPr/>
        </p:nvSpPr>
        <p:spPr>
          <a:xfrm>
            <a:off x="2058300" y="703813"/>
            <a:ext cx="5027400" cy="4002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b="1">
                <a:solidFill>
                  <a:schemeClr val="dk1"/>
                </a:solidFill>
                <a:latin typeface="IBM Plex Sans"/>
                <a:ea typeface="IBM Plex Sans"/>
                <a:cs typeface="IBM Plex Sans"/>
                <a:sym typeface="IBM Plex Sans"/>
              </a:rPr>
              <a:t>Process Orchestration &amp; Automation Platform</a:t>
            </a:r>
            <a:endParaRPr sz="600">
              <a:solidFill>
                <a:schemeClr val="dk1"/>
              </a:solidFill>
            </a:endParaRPr>
          </a:p>
        </p:txBody>
      </p:sp>
      <p:sp>
        <p:nvSpPr>
          <p:cNvPr id="7659" name="Google Shape;7659;p536"/>
          <p:cNvSpPr/>
          <p:nvPr/>
        </p:nvSpPr>
        <p:spPr>
          <a:xfrm>
            <a:off x="230850" y="1154975"/>
            <a:ext cx="8686200" cy="3814800"/>
          </a:xfrm>
          <a:prstGeom prst="roundRect">
            <a:avLst>
              <a:gd name="adj" fmla="val 7022"/>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BM Plex Sans"/>
              <a:ea typeface="IBM Plex Sans"/>
              <a:cs typeface="IBM Plex Sans"/>
              <a:sym typeface="IBM Plex Sans"/>
            </a:endParaRPr>
          </a:p>
        </p:txBody>
      </p:sp>
      <p:sp>
        <p:nvSpPr>
          <p:cNvPr id="7660" name="Google Shape;7660;p536"/>
          <p:cNvSpPr/>
          <p:nvPr/>
        </p:nvSpPr>
        <p:spPr>
          <a:xfrm>
            <a:off x="7321775" y="244500"/>
            <a:ext cx="825900" cy="239100"/>
          </a:xfrm>
          <a:prstGeom prst="roundRect">
            <a:avLst>
              <a:gd name="adj" fmla="val 16667"/>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BM Plex Sans"/>
              <a:ea typeface="IBM Plex Sans"/>
              <a:cs typeface="IBM Plex Sans"/>
              <a:sym typeface="IBM Plex Sans"/>
            </a:endParaRPr>
          </a:p>
        </p:txBody>
      </p:sp>
      <p:grpSp>
        <p:nvGrpSpPr>
          <p:cNvPr id="7661" name="Google Shape;7661;p536"/>
          <p:cNvGrpSpPr/>
          <p:nvPr/>
        </p:nvGrpSpPr>
        <p:grpSpPr>
          <a:xfrm>
            <a:off x="2849715" y="1366143"/>
            <a:ext cx="2294350" cy="1034549"/>
            <a:chOff x="4916025" y="980008"/>
            <a:chExt cx="2294350" cy="1034549"/>
          </a:xfrm>
        </p:grpSpPr>
        <p:sp>
          <p:nvSpPr>
            <p:cNvPr id="7662" name="Google Shape;7662;p536"/>
            <p:cNvSpPr txBox="1"/>
            <p:nvPr/>
          </p:nvSpPr>
          <p:spPr>
            <a:xfrm>
              <a:off x="4916025" y="1096775"/>
              <a:ext cx="1671600" cy="369300"/>
            </a:xfrm>
            <a:prstGeom prst="rect">
              <a:avLst/>
            </a:prstGeom>
            <a:noFill/>
            <a:ln>
              <a:noFill/>
            </a:ln>
          </p:spPr>
          <p:txBody>
            <a:bodyPr spcFirstLastPara="1" wrap="square" lIns="91425" tIns="91425" rIns="91425" bIns="91425" anchor="t" anchorCtr="0">
              <a:spAutoFit/>
            </a:bodyPr>
            <a:lstStyle/>
            <a:p>
              <a:pPr marL="12700" lvl="0" indent="0" algn="l" rtl="0">
                <a:spcBef>
                  <a:spcPts val="0"/>
                </a:spcBef>
                <a:spcAft>
                  <a:spcPts val="0"/>
                </a:spcAft>
                <a:buNone/>
              </a:pPr>
              <a:r>
                <a:rPr lang="en" sz="600">
                  <a:solidFill>
                    <a:schemeClr val="dk1"/>
                  </a:solidFill>
                  <a:latin typeface="IBM Plex Sans"/>
                  <a:ea typeface="IBM Plex Sans"/>
                  <a:cs typeface="IBM Plex Sans"/>
                  <a:sym typeface="IBM Plex Sans"/>
                </a:rPr>
                <a:t>Developers &amp; testers ensure the end-to-end process is working as intended.</a:t>
              </a:r>
              <a:endParaRPr sz="600" b="1">
                <a:solidFill>
                  <a:schemeClr val="dk1"/>
                </a:solidFill>
                <a:latin typeface="IBM Plex Sans"/>
                <a:ea typeface="IBM Plex Sans"/>
                <a:cs typeface="IBM Plex Sans"/>
                <a:sym typeface="IBM Plex Sans"/>
              </a:endParaRPr>
            </a:p>
          </p:txBody>
        </p:sp>
        <p:sp>
          <p:nvSpPr>
            <p:cNvPr id="7663" name="Google Shape;7663;p536"/>
            <p:cNvSpPr txBox="1"/>
            <p:nvPr/>
          </p:nvSpPr>
          <p:spPr>
            <a:xfrm>
              <a:off x="4983775" y="980008"/>
              <a:ext cx="2226600" cy="1848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n" sz="1200">
                  <a:solidFill>
                    <a:schemeClr val="dk1"/>
                  </a:solidFill>
                  <a:latin typeface="IBM Plex Sans"/>
                  <a:ea typeface="IBM Plex Sans"/>
                  <a:cs typeface="IBM Plex Sans"/>
                  <a:sym typeface="IBM Plex Sans"/>
                </a:rPr>
                <a:t>Test &amp; Deploy</a:t>
              </a:r>
              <a:endParaRPr sz="1200">
                <a:solidFill>
                  <a:schemeClr val="dk1"/>
                </a:solidFill>
                <a:latin typeface="IBM Plex Sans"/>
                <a:ea typeface="IBM Plex Sans"/>
                <a:cs typeface="IBM Plex Sans"/>
                <a:sym typeface="IBM Plex Sans"/>
              </a:endParaRPr>
            </a:p>
          </p:txBody>
        </p:sp>
        <p:sp>
          <p:nvSpPr>
            <p:cNvPr id="7664" name="Google Shape;7664;p536"/>
            <p:cNvSpPr txBox="1"/>
            <p:nvPr/>
          </p:nvSpPr>
          <p:spPr>
            <a:xfrm>
              <a:off x="5217575" y="1600200"/>
              <a:ext cx="1278600" cy="107700"/>
            </a:xfrm>
            <a:prstGeom prst="rect">
              <a:avLst/>
            </a:prstGeom>
            <a:noFill/>
            <a:ln>
              <a:noFill/>
            </a:ln>
          </p:spPr>
          <p:txBody>
            <a:bodyPr spcFirstLastPara="1" wrap="square" lIns="91425" tIns="0" rIns="0" bIns="0" anchor="t" anchorCtr="0">
              <a:spAutoFit/>
            </a:bodyPr>
            <a:lstStyle/>
            <a:p>
              <a:pPr marL="0" lvl="0" indent="0" algn="l" rtl="0">
                <a:spcBef>
                  <a:spcPts val="0"/>
                </a:spcBef>
                <a:spcAft>
                  <a:spcPts val="0"/>
                </a:spcAft>
                <a:buNone/>
              </a:pPr>
              <a:r>
                <a:rPr lang="en" sz="700" b="1">
                  <a:solidFill>
                    <a:schemeClr val="dk1"/>
                  </a:solidFill>
                  <a:latin typeface="IBM Plex Sans"/>
                  <a:ea typeface="IBM Plex Sans"/>
                  <a:cs typeface="IBM Plex Sans"/>
                  <a:sym typeface="IBM Plex Sans"/>
                </a:rPr>
                <a:t>Rapid Process Testing</a:t>
              </a:r>
              <a:endParaRPr sz="700" b="1">
                <a:solidFill>
                  <a:schemeClr val="dk1"/>
                </a:solidFill>
                <a:latin typeface="IBM Plex Sans"/>
                <a:ea typeface="IBM Plex Sans"/>
                <a:cs typeface="IBM Plex Sans"/>
                <a:sym typeface="IBM Plex Sans"/>
              </a:endParaRPr>
            </a:p>
          </p:txBody>
        </p:sp>
        <p:sp>
          <p:nvSpPr>
            <p:cNvPr id="7665" name="Google Shape;7665;p536"/>
            <p:cNvSpPr/>
            <p:nvPr/>
          </p:nvSpPr>
          <p:spPr>
            <a:xfrm rot="10800000">
              <a:off x="5004414" y="1419352"/>
              <a:ext cx="1341900" cy="429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grpSp>
          <p:nvGrpSpPr>
            <p:cNvPr id="7666" name="Google Shape;7666;p536"/>
            <p:cNvGrpSpPr/>
            <p:nvPr/>
          </p:nvGrpSpPr>
          <p:grpSpPr>
            <a:xfrm>
              <a:off x="5024084" y="1600200"/>
              <a:ext cx="203423" cy="203423"/>
              <a:chOff x="4947884" y="1590189"/>
              <a:chExt cx="203423" cy="203423"/>
            </a:xfrm>
          </p:grpSpPr>
          <p:grpSp>
            <p:nvGrpSpPr>
              <p:cNvPr id="7667" name="Google Shape;7667;p536"/>
              <p:cNvGrpSpPr/>
              <p:nvPr/>
            </p:nvGrpSpPr>
            <p:grpSpPr>
              <a:xfrm>
                <a:off x="4947884" y="1590189"/>
                <a:ext cx="203423" cy="203423"/>
                <a:chOff x="2531625" y="1600200"/>
                <a:chExt cx="259800" cy="259800"/>
              </a:xfrm>
            </p:grpSpPr>
            <p:sp>
              <p:nvSpPr>
                <p:cNvPr id="7668" name="Google Shape;7668;p536"/>
                <p:cNvSpPr/>
                <p:nvPr/>
              </p:nvSpPr>
              <p:spPr>
                <a:xfrm>
                  <a:off x="2531625" y="1600200"/>
                  <a:ext cx="259800" cy="259800"/>
                </a:xfrm>
                <a:prstGeom prst="roundRect">
                  <a:avLst>
                    <a:gd name="adj" fmla="val 16667"/>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grpSp>
              <p:nvGrpSpPr>
                <p:cNvPr id="7669" name="Google Shape;7669;p536"/>
                <p:cNvGrpSpPr/>
                <p:nvPr/>
              </p:nvGrpSpPr>
              <p:grpSpPr>
                <a:xfrm>
                  <a:off x="2560215" y="1703634"/>
                  <a:ext cx="202277" cy="52727"/>
                  <a:chOff x="2443850" y="2022150"/>
                  <a:chExt cx="419400" cy="109325"/>
                </a:xfrm>
              </p:grpSpPr>
              <p:sp>
                <p:nvSpPr>
                  <p:cNvPr id="7670" name="Google Shape;7670;p536"/>
                  <p:cNvSpPr/>
                  <p:nvPr/>
                </p:nvSpPr>
                <p:spPr>
                  <a:xfrm>
                    <a:off x="2443850" y="2038325"/>
                    <a:ext cx="77200" cy="77225"/>
                  </a:xfrm>
                  <a:custGeom>
                    <a:avLst/>
                    <a:gdLst/>
                    <a:ahLst/>
                    <a:cxnLst/>
                    <a:rect l="l" t="t" r="r" b="b"/>
                    <a:pathLst>
                      <a:path w="3088" h="3089" extrusionOk="0">
                        <a:moveTo>
                          <a:pt x="1380" y="1"/>
                        </a:moveTo>
                        <a:lnTo>
                          <a:pt x="1231" y="33"/>
                        </a:lnTo>
                        <a:lnTo>
                          <a:pt x="1082" y="65"/>
                        </a:lnTo>
                        <a:lnTo>
                          <a:pt x="945" y="118"/>
                        </a:lnTo>
                        <a:lnTo>
                          <a:pt x="807" y="181"/>
                        </a:lnTo>
                        <a:lnTo>
                          <a:pt x="679" y="256"/>
                        </a:lnTo>
                        <a:lnTo>
                          <a:pt x="563" y="351"/>
                        </a:lnTo>
                        <a:lnTo>
                          <a:pt x="446" y="447"/>
                        </a:lnTo>
                        <a:lnTo>
                          <a:pt x="350" y="563"/>
                        </a:lnTo>
                        <a:lnTo>
                          <a:pt x="265" y="680"/>
                        </a:lnTo>
                        <a:lnTo>
                          <a:pt x="181" y="807"/>
                        </a:lnTo>
                        <a:lnTo>
                          <a:pt x="117" y="945"/>
                        </a:lnTo>
                        <a:lnTo>
                          <a:pt x="64" y="1083"/>
                        </a:lnTo>
                        <a:lnTo>
                          <a:pt x="32" y="1232"/>
                        </a:lnTo>
                        <a:lnTo>
                          <a:pt x="0" y="1380"/>
                        </a:lnTo>
                        <a:lnTo>
                          <a:pt x="0" y="1539"/>
                        </a:lnTo>
                        <a:lnTo>
                          <a:pt x="0" y="1699"/>
                        </a:lnTo>
                        <a:lnTo>
                          <a:pt x="32" y="1858"/>
                        </a:lnTo>
                        <a:lnTo>
                          <a:pt x="64" y="2006"/>
                        </a:lnTo>
                        <a:lnTo>
                          <a:pt x="117" y="2144"/>
                        </a:lnTo>
                        <a:lnTo>
                          <a:pt x="181" y="2282"/>
                        </a:lnTo>
                        <a:lnTo>
                          <a:pt x="265" y="2410"/>
                        </a:lnTo>
                        <a:lnTo>
                          <a:pt x="350" y="2526"/>
                        </a:lnTo>
                        <a:lnTo>
                          <a:pt x="446" y="2632"/>
                        </a:lnTo>
                        <a:lnTo>
                          <a:pt x="563" y="2738"/>
                        </a:lnTo>
                        <a:lnTo>
                          <a:pt x="679" y="2823"/>
                        </a:lnTo>
                        <a:lnTo>
                          <a:pt x="807" y="2898"/>
                        </a:lnTo>
                        <a:lnTo>
                          <a:pt x="945" y="2972"/>
                        </a:lnTo>
                        <a:lnTo>
                          <a:pt x="1082" y="3025"/>
                        </a:lnTo>
                        <a:lnTo>
                          <a:pt x="1231" y="3057"/>
                        </a:lnTo>
                        <a:lnTo>
                          <a:pt x="1380" y="3078"/>
                        </a:lnTo>
                        <a:lnTo>
                          <a:pt x="1539" y="3089"/>
                        </a:lnTo>
                        <a:lnTo>
                          <a:pt x="1698" y="3078"/>
                        </a:lnTo>
                        <a:lnTo>
                          <a:pt x="1857" y="3057"/>
                        </a:lnTo>
                        <a:lnTo>
                          <a:pt x="2006" y="3025"/>
                        </a:lnTo>
                        <a:lnTo>
                          <a:pt x="2144" y="2972"/>
                        </a:lnTo>
                        <a:lnTo>
                          <a:pt x="2281" y="2898"/>
                        </a:lnTo>
                        <a:lnTo>
                          <a:pt x="2409" y="2823"/>
                        </a:lnTo>
                        <a:lnTo>
                          <a:pt x="2526" y="2738"/>
                        </a:lnTo>
                        <a:lnTo>
                          <a:pt x="2632" y="2632"/>
                        </a:lnTo>
                        <a:lnTo>
                          <a:pt x="2738" y="2526"/>
                        </a:lnTo>
                        <a:lnTo>
                          <a:pt x="2823" y="2410"/>
                        </a:lnTo>
                        <a:lnTo>
                          <a:pt x="2908" y="2282"/>
                        </a:lnTo>
                        <a:lnTo>
                          <a:pt x="2971" y="2144"/>
                        </a:lnTo>
                        <a:lnTo>
                          <a:pt x="3024" y="2006"/>
                        </a:lnTo>
                        <a:lnTo>
                          <a:pt x="3056" y="1858"/>
                        </a:lnTo>
                        <a:lnTo>
                          <a:pt x="3077" y="1699"/>
                        </a:lnTo>
                        <a:lnTo>
                          <a:pt x="3088" y="1539"/>
                        </a:lnTo>
                        <a:lnTo>
                          <a:pt x="3077" y="1380"/>
                        </a:lnTo>
                        <a:lnTo>
                          <a:pt x="3056" y="1232"/>
                        </a:lnTo>
                        <a:lnTo>
                          <a:pt x="3024" y="1083"/>
                        </a:lnTo>
                        <a:lnTo>
                          <a:pt x="2971" y="945"/>
                        </a:lnTo>
                        <a:lnTo>
                          <a:pt x="2908" y="807"/>
                        </a:lnTo>
                        <a:lnTo>
                          <a:pt x="2823" y="680"/>
                        </a:lnTo>
                        <a:lnTo>
                          <a:pt x="2738" y="563"/>
                        </a:lnTo>
                        <a:lnTo>
                          <a:pt x="2632" y="447"/>
                        </a:lnTo>
                        <a:lnTo>
                          <a:pt x="2526" y="351"/>
                        </a:lnTo>
                        <a:lnTo>
                          <a:pt x="2409" y="256"/>
                        </a:lnTo>
                        <a:lnTo>
                          <a:pt x="2281" y="181"/>
                        </a:lnTo>
                        <a:lnTo>
                          <a:pt x="2144" y="118"/>
                        </a:lnTo>
                        <a:lnTo>
                          <a:pt x="2006" y="65"/>
                        </a:lnTo>
                        <a:lnTo>
                          <a:pt x="1857" y="33"/>
                        </a:lnTo>
                        <a:lnTo>
                          <a:pt x="1698"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7671" name="Google Shape;7671;p536"/>
                  <p:cNvSpPr/>
                  <p:nvPr/>
                </p:nvSpPr>
                <p:spPr>
                  <a:xfrm>
                    <a:off x="2785775" y="2038325"/>
                    <a:ext cx="77475" cy="77225"/>
                  </a:xfrm>
                  <a:custGeom>
                    <a:avLst/>
                    <a:gdLst/>
                    <a:ahLst/>
                    <a:cxnLst/>
                    <a:rect l="l" t="t" r="r" b="b"/>
                    <a:pathLst>
                      <a:path w="3099" h="3089" extrusionOk="0">
                        <a:moveTo>
                          <a:pt x="1391" y="1"/>
                        </a:moveTo>
                        <a:lnTo>
                          <a:pt x="1231" y="33"/>
                        </a:lnTo>
                        <a:lnTo>
                          <a:pt x="1083" y="65"/>
                        </a:lnTo>
                        <a:lnTo>
                          <a:pt x="945" y="118"/>
                        </a:lnTo>
                        <a:lnTo>
                          <a:pt x="807" y="181"/>
                        </a:lnTo>
                        <a:lnTo>
                          <a:pt x="680" y="256"/>
                        </a:lnTo>
                        <a:lnTo>
                          <a:pt x="563" y="351"/>
                        </a:lnTo>
                        <a:lnTo>
                          <a:pt x="457" y="447"/>
                        </a:lnTo>
                        <a:lnTo>
                          <a:pt x="351" y="563"/>
                        </a:lnTo>
                        <a:lnTo>
                          <a:pt x="266" y="680"/>
                        </a:lnTo>
                        <a:lnTo>
                          <a:pt x="192" y="807"/>
                        </a:lnTo>
                        <a:lnTo>
                          <a:pt x="128" y="945"/>
                        </a:lnTo>
                        <a:lnTo>
                          <a:pt x="75" y="1083"/>
                        </a:lnTo>
                        <a:lnTo>
                          <a:pt x="32" y="1232"/>
                        </a:lnTo>
                        <a:lnTo>
                          <a:pt x="11" y="1380"/>
                        </a:lnTo>
                        <a:lnTo>
                          <a:pt x="1" y="1539"/>
                        </a:lnTo>
                        <a:lnTo>
                          <a:pt x="11" y="1699"/>
                        </a:lnTo>
                        <a:lnTo>
                          <a:pt x="32" y="1858"/>
                        </a:lnTo>
                        <a:lnTo>
                          <a:pt x="75" y="2006"/>
                        </a:lnTo>
                        <a:lnTo>
                          <a:pt x="128" y="2144"/>
                        </a:lnTo>
                        <a:lnTo>
                          <a:pt x="192" y="2282"/>
                        </a:lnTo>
                        <a:lnTo>
                          <a:pt x="266" y="2410"/>
                        </a:lnTo>
                        <a:lnTo>
                          <a:pt x="351" y="2526"/>
                        </a:lnTo>
                        <a:lnTo>
                          <a:pt x="457" y="2632"/>
                        </a:lnTo>
                        <a:lnTo>
                          <a:pt x="563" y="2738"/>
                        </a:lnTo>
                        <a:lnTo>
                          <a:pt x="680" y="2823"/>
                        </a:lnTo>
                        <a:lnTo>
                          <a:pt x="807" y="2898"/>
                        </a:lnTo>
                        <a:lnTo>
                          <a:pt x="945" y="2972"/>
                        </a:lnTo>
                        <a:lnTo>
                          <a:pt x="1083" y="3025"/>
                        </a:lnTo>
                        <a:lnTo>
                          <a:pt x="1231" y="3057"/>
                        </a:lnTo>
                        <a:lnTo>
                          <a:pt x="1391" y="3078"/>
                        </a:lnTo>
                        <a:lnTo>
                          <a:pt x="1550" y="3089"/>
                        </a:lnTo>
                        <a:lnTo>
                          <a:pt x="1709" y="3078"/>
                        </a:lnTo>
                        <a:lnTo>
                          <a:pt x="1857" y="3057"/>
                        </a:lnTo>
                        <a:lnTo>
                          <a:pt x="2006" y="3025"/>
                        </a:lnTo>
                        <a:lnTo>
                          <a:pt x="2155" y="2972"/>
                        </a:lnTo>
                        <a:lnTo>
                          <a:pt x="2282" y="2898"/>
                        </a:lnTo>
                        <a:lnTo>
                          <a:pt x="2409" y="2823"/>
                        </a:lnTo>
                        <a:lnTo>
                          <a:pt x="2537" y="2738"/>
                        </a:lnTo>
                        <a:lnTo>
                          <a:pt x="2643" y="2632"/>
                        </a:lnTo>
                        <a:lnTo>
                          <a:pt x="2738" y="2526"/>
                        </a:lnTo>
                        <a:lnTo>
                          <a:pt x="2834" y="2410"/>
                        </a:lnTo>
                        <a:lnTo>
                          <a:pt x="2908" y="2282"/>
                        </a:lnTo>
                        <a:lnTo>
                          <a:pt x="2972" y="2144"/>
                        </a:lnTo>
                        <a:lnTo>
                          <a:pt x="3025" y="2006"/>
                        </a:lnTo>
                        <a:lnTo>
                          <a:pt x="3067" y="1858"/>
                        </a:lnTo>
                        <a:lnTo>
                          <a:pt x="3088" y="1699"/>
                        </a:lnTo>
                        <a:lnTo>
                          <a:pt x="3099" y="1539"/>
                        </a:lnTo>
                        <a:lnTo>
                          <a:pt x="3088" y="1380"/>
                        </a:lnTo>
                        <a:lnTo>
                          <a:pt x="3067" y="1232"/>
                        </a:lnTo>
                        <a:lnTo>
                          <a:pt x="3025" y="1083"/>
                        </a:lnTo>
                        <a:lnTo>
                          <a:pt x="2972" y="945"/>
                        </a:lnTo>
                        <a:lnTo>
                          <a:pt x="2908" y="807"/>
                        </a:lnTo>
                        <a:lnTo>
                          <a:pt x="2834" y="680"/>
                        </a:lnTo>
                        <a:lnTo>
                          <a:pt x="2738" y="563"/>
                        </a:lnTo>
                        <a:lnTo>
                          <a:pt x="2643" y="447"/>
                        </a:lnTo>
                        <a:lnTo>
                          <a:pt x="2537" y="351"/>
                        </a:lnTo>
                        <a:lnTo>
                          <a:pt x="2409" y="256"/>
                        </a:lnTo>
                        <a:lnTo>
                          <a:pt x="2282" y="181"/>
                        </a:lnTo>
                        <a:lnTo>
                          <a:pt x="2155" y="118"/>
                        </a:lnTo>
                        <a:lnTo>
                          <a:pt x="2006" y="65"/>
                        </a:lnTo>
                        <a:lnTo>
                          <a:pt x="1857" y="33"/>
                        </a:lnTo>
                        <a:lnTo>
                          <a:pt x="1709"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7672" name="Google Shape;7672;p536"/>
                  <p:cNvSpPr/>
                  <p:nvPr/>
                </p:nvSpPr>
                <p:spPr>
                  <a:xfrm>
                    <a:off x="2550475" y="2038325"/>
                    <a:ext cx="77500" cy="77225"/>
                  </a:xfrm>
                  <a:custGeom>
                    <a:avLst/>
                    <a:gdLst/>
                    <a:ahLst/>
                    <a:cxnLst/>
                    <a:rect l="l" t="t" r="r" b="b"/>
                    <a:pathLst>
                      <a:path w="3100" h="3089" extrusionOk="0">
                        <a:moveTo>
                          <a:pt x="1" y="1"/>
                        </a:moveTo>
                        <a:lnTo>
                          <a:pt x="1" y="3089"/>
                        </a:lnTo>
                        <a:lnTo>
                          <a:pt x="3099" y="3089"/>
                        </a:lnTo>
                        <a:lnTo>
                          <a:pt x="3099"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7673" name="Google Shape;7673;p536"/>
                  <p:cNvSpPr/>
                  <p:nvPr/>
                </p:nvSpPr>
                <p:spPr>
                  <a:xfrm>
                    <a:off x="2651550" y="2022150"/>
                    <a:ext cx="109325" cy="109325"/>
                  </a:xfrm>
                  <a:custGeom>
                    <a:avLst/>
                    <a:gdLst/>
                    <a:ahLst/>
                    <a:cxnLst/>
                    <a:rect l="l" t="t" r="r" b="b"/>
                    <a:pathLst>
                      <a:path w="4373" h="4373" extrusionOk="0">
                        <a:moveTo>
                          <a:pt x="2186" y="1"/>
                        </a:moveTo>
                        <a:lnTo>
                          <a:pt x="0" y="2186"/>
                        </a:lnTo>
                        <a:lnTo>
                          <a:pt x="2186" y="4372"/>
                        </a:lnTo>
                        <a:lnTo>
                          <a:pt x="4372" y="2186"/>
                        </a:lnTo>
                        <a:lnTo>
                          <a:pt x="218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grpSp>
          </p:grpSp>
          <p:sp>
            <p:nvSpPr>
              <p:cNvPr id="7674" name="Google Shape;7674;p536"/>
              <p:cNvSpPr/>
              <p:nvPr/>
            </p:nvSpPr>
            <p:spPr>
              <a:xfrm>
                <a:off x="4992624" y="1626533"/>
                <a:ext cx="118866" cy="130767"/>
              </a:xfrm>
              <a:custGeom>
                <a:avLst/>
                <a:gdLst/>
                <a:ahLst/>
                <a:cxnLst/>
                <a:rect l="l" t="t" r="r" b="b"/>
                <a:pathLst>
                  <a:path w="11096" h="12814" extrusionOk="0">
                    <a:moveTo>
                      <a:pt x="1030" y="1783"/>
                    </a:moveTo>
                    <a:lnTo>
                      <a:pt x="9049" y="6407"/>
                    </a:lnTo>
                    <a:lnTo>
                      <a:pt x="1030" y="11032"/>
                    </a:lnTo>
                    <a:lnTo>
                      <a:pt x="1030" y="1783"/>
                    </a:lnTo>
                    <a:close/>
                    <a:moveTo>
                      <a:pt x="1" y="1"/>
                    </a:moveTo>
                    <a:lnTo>
                      <a:pt x="1" y="12814"/>
                    </a:lnTo>
                    <a:lnTo>
                      <a:pt x="11096" y="6407"/>
                    </a:lnTo>
                    <a:lnTo>
                      <a:pt x="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grpSp>
        <p:sp>
          <p:nvSpPr>
            <p:cNvPr id="7675" name="Google Shape;7675;p536"/>
            <p:cNvSpPr txBox="1"/>
            <p:nvPr/>
          </p:nvSpPr>
          <p:spPr>
            <a:xfrm>
              <a:off x="5215132" y="1737357"/>
              <a:ext cx="1474800" cy="277200"/>
            </a:xfrm>
            <a:prstGeom prst="rect">
              <a:avLst/>
            </a:prstGeom>
            <a:noFill/>
            <a:ln>
              <a:noFill/>
            </a:ln>
          </p:spPr>
          <p:txBody>
            <a:bodyPr spcFirstLastPara="1" wrap="square" lIns="91425" tIns="0" rIns="0" bIns="0" anchor="t" anchorCtr="0">
              <a:spAutoFit/>
            </a:bodyPr>
            <a:lstStyle/>
            <a:p>
              <a:pPr marL="0" lvl="0" indent="0" algn="l" rtl="0">
                <a:spcBef>
                  <a:spcPts val="0"/>
                </a:spcBef>
                <a:spcAft>
                  <a:spcPts val="0"/>
                </a:spcAft>
                <a:buNone/>
              </a:pPr>
              <a:r>
                <a:rPr lang="en" sz="600">
                  <a:solidFill>
                    <a:schemeClr val="dk1"/>
                  </a:solidFill>
                  <a:latin typeface="IBM Plex Sans"/>
                  <a:ea typeface="IBM Plex Sans"/>
                  <a:cs typeface="IBM Plex Sans"/>
                  <a:sym typeface="IBM Plex Sans"/>
                </a:rPr>
                <a:t>Simulate processes without affecting production systems and deploy with confidence.</a:t>
              </a:r>
              <a:endParaRPr>
                <a:solidFill>
                  <a:schemeClr val="dk1"/>
                </a:solidFill>
              </a:endParaRPr>
            </a:p>
          </p:txBody>
        </p:sp>
      </p:grpSp>
      <p:sp>
        <p:nvSpPr>
          <p:cNvPr id="7676" name="Google Shape;7676;p536"/>
          <p:cNvSpPr txBox="1"/>
          <p:nvPr/>
        </p:nvSpPr>
        <p:spPr>
          <a:xfrm>
            <a:off x="662225" y="4365844"/>
            <a:ext cx="1375800" cy="184800"/>
          </a:xfrm>
          <a:prstGeom prst="rect">
            <a:avLst/>
          </a:prstGeom>
          <a:noFill/>
          <a:ln>
            <a:noFill/>
          </a:ln>
        </p:spPr>
        <p:txBody>
          <a:bodyPr spcFirstLastPara="1" wrap="square" lIns="91425" tIns="0" rIns="0" bIns="0" anchor="t" anchorCtr="0">
            <a:spAutoFit/>
          </a:bodyPr>
          <a:lstStyle/>
          <a:p>
            <a:pPr marL="0" lvl="0" indent="0" algn="l" rtl="0">
              <a:spcBef>
                <a:spcPts val="0"/>
              </a:spcBef>
              <a:spcAft>
                <a:spcPts val="0"/>
              </a:spcAft>
              <a:buNone/>
            </a:pPr>
            <a:r>
              <a:rPr lang="en" sz="1200">
                <a:solidFill>
                  <a:schemeClr val="dk1"/>
                </a:solidFill>
                <a:latin typeface="IBM Plex Sans"/>
                <a:ea typeface="IBM Plex Sans"/>
                <a:cs typeface="IBM Plex Sans"/>
                <a:sym typeface="IBM Plex Sans"/>
              </a:rPr>
              <a:t>Manage               </a:t>
            </a:r>
            <a:endParaRPr sz="1200">
              <a:solidFill>
                <a:schemeClr val="dk1"/>
              </a:solidFill>
              <a:latin typeface="IBM Plex Sans"/>
              <a:ea typeface="IBM Plex Sans"/>
              <a:cs typeface="IBM Plex Sans"/>
              <a:sym typeface="IBM Plex Sans"/>
            </a:endParaRPr>
          </a:p>
        </p:txBody>
      </p:sp>
      <p:sp>
        <p:nvSpPr>
          <p:cNvPr id="7677" name="Google Shape;7677;p536"/>
          <p:cNvSpPr/>
          <p:nvPr/>
        </p:nvSpPr>
        <p:spPr>
          <a:xfrm rot="10800000">
            <a:off x="730984" y="4843963"/>
            <a:ext cx="1341900" cy="42900"/>
          </a:xfrm>
          <a:prstGeom prst="rect">
            <a:avLst/>
          </a:prstGeom>
          <a:solidFill>
            <a:srgbClr val="FFC6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t> </a:t>
            </a:r>
            <a:endParaRPr/>
          </a:p>
        </p:txBody>
      </p:sp>
      <p:sp>
        <p:nvSpPr>
          <p:cNvPr id="7678" name="Google Shape;7678;p536"/>
          <p:cNvSpPr txBox="1"/>
          <p:nvPr/>
        </p:nvSpPr>
        <p:spPr>
          <a:xfrm>
            <a:off x="662225" y="4598467"/>
            <a:ext cx="1341900" cy="184800"/>
          </a:xfrm>
          <a:prstGeom prst="rect">
            <a:avLst/>
          </a:prstGeom>
          <a:noFill/>
          <a:ln>
            <a:noFill/>
          </a:ln>
        </p:spPr>
        <p:txBody>
          <a:bodyPr spcFirstLastPara="1" wrap="square" lIns="91425" tIns="0" rIns="0" bIns="0" anchor="t" anchorCtr="0">
            <a:spAutoFit/>
          </a:bodyPr>
          <a:lstStyle/>
          <a:p>
            <a:pPr marL="12700" lvl="0" indent="0" algn="l" rtl="0">
              <a:lnSpc>
                <a:spcPct val="100000"/>
              </a:lnSpc>
              <a:spcBef>
                <a:spcPts val="0"/>
              </a:spcBef>
              <a:spcAft>
                <a:spcPts val="0"/>
              </a:spcAft>
              <a:buNone/>
            </a:pPr>
            <a:r>
              <a:rPr lang="en" sz="600">
                <a:solidFill>
                  <a:schemeClr val="dk1"/>
                </a:solidFill>
                <a:latin typeface="IBM Plex Sans"/>
                <a:ea typeface="IBM Plex Sans"/>
                <a:cs typeface="IBM Plex Sans"/>
                <a:sym typeface="IBM Plex Sans"/>
              </a:rPr>
              <a:t>End-to-end governance of your Camunda installation. </a:t>
            </a:r>
            <a:endParaRPr sz="600">
              <a:solidFill>
                <a:schemeClr val="dk1"/>
              </a:solidFill>
              <a:latin typeface="IBM Plex Sans"/>
              <a:ea typeface="IBM Plex Sans"/>
              <a:cs typeface="IBM Plex Sans"/>
              <a:sym typeface="IBM Plex Sans"/>
            </a:endParaRPr>
          </a:p>
        </p:txBody>
      </p:sp>
      <p:sp>
        <p:nvSpPr>
          <p:cNvPr id="7679" name="Google Shape;7679;p536"/>
          <p:cNvSpPr txBox="1"/>
          <p:nvPr/>
        </p:nvSpPr>
        <p:spPr>
          <a:xfrm>
            <a:off x="2471043" y="4443464"/>
            <a:ext cx="1089600" cy="107700"/>
          </a:xfrm>
          <a:prstGeom prst="rect">
            <a:avLst/>
          </a:prstGeom>
          <a:noFill/>
          <a:ln>
            <a:noFill/>
          </a:ln>
        </p:spPr>
        <p:txBody>
          <a:bodyPr spcFirstLastPara="1" wrap="square" lIns="91425" tIns="0" rIns="0" bIns="0" anchor="t" anchorCtr="0">
            <a:spAutoFit/>
          </a:bodyPr>
          <a:lstStyle/>
          <a:p>
            <a:pPr marL="0" lvl="0" indent="0" algn="l" rtl="0">
              <a:spcBef>
                <a:spcPts val="0"/>
              </a:spcBef>
              <a:spcAft>
                <a:spcPts val="0"/>
              </a:spcAft>
              <a:buNone/>
            </a:pPr>
            <a:r>
              <a:rPr lang="en" sz="700" b="1">
                <a:solidFill>
                  <a:schemeClr val="dk1"/>
                </a:solidFill>
                <a:latin typeface="IBM Plex Sans"/>
                <a:ea typeface="IBM Plex Sans"/>
                <a:cs typeface="IBM Plex Sans"/>
                <a:sym typeface="IBM Plex Sans"/>
              </a:rPr>
              <a:t>Console</a:t>
            </a:r>
            <a:endParaRPr sz="600" b="1">
              <a:solidFill>
                <a:schemeClr val="dk1"/>
              </a:solidFill>
              <a:latin typeface="IBM Plex Sans"/>
              <a:ea typeface="IBM Plex Sans"/>
              <a:cs typeface="IBM Plex Sans"/>
              <a:sym typeface="IBM Plex Sans"/>
            </a:endParaRPr>
          </a:p>
        </p:txBody>
      </p:sp>
      <p:sp>
        <p:nvSpPr>
          <p:cNvPr id="7680" name="Google Shape;7680;p536"/>
          <p:cNvSpPr/>
          <p:nvPr/>
        </p:nvSpPr>
        <p:spPr>
          <a:xfrm>
            <a:off x="2267638" y="4426462"/>
            <a:ext cx="203400" cy="203400"/>
          </a:xfrm>
          <a:prstGeom prst="roundRect">
            <a:avLst>
              <a:gd name="adj" fmla="val 16667"/>
            </a:avLst>
          </a:prstGeom>
          <a:solidFill>
            <a:srgbClr val="FFC6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81" name="Google Shape;7681;p536"/>
          <p:cNvSpPr/>
          <p:nvPr/>
        </p:nvSpPr>
        <p:spPr>
          <a:xfrm>
            <a:off x="3668239" y="4426462"/>
            <a:ext cx="203400" cy="203400"/>
          </a:xfrm>
          <a:prstGeom prst="roundRect">
            <a:avLst>
              <a:gd name="adj" fmla="val 16667"/>
            </a:avLst>
          </a:prstGeom>
          <a:solidFill>
            <a:srgbClr val="FFC6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682" name="Google Shape;7682;p536"/>
          <p:cNvGrpSpPr/>
          <p:nvPr/>
        </p:nvGrpSpPr>
        <p:grpSpPr>
          <a:xfrm>
            <a:off x="2300573" y="4466279"/>
            <a:ext cx="137543" cy="123772"/>
            <a:chOff x="4204675" y="3051925"/>
            <a:chExt cx="319125" cy="287175"/>
          </a:xfrm>
        </p:grpSpPr>
        <p:sp>
          <p:nvSpPr>
            <p:cNvPr id="7683" name="Google Shape;7683;p536"/>
            <p:cNvSpPr/>
            <p:nvPr/>
          </p:nvSpPr>
          <p:spPr>
            <a:xfrm>
              <a:off x="4204675" y="3051925"/>
              <a:ext cx="319125" cy="287175"/>
            </a:xfrm>
            <a:custGeom>
              <a:avLst/>
              <a:gdLst/>
              <a:ahLst/>
              <a:cxnLst/>
              <a:rect l="l" t="t" r="r" b="b"/>
              <a:pathLst>
                <a:path w="12765" h="11487" extrusionOk="0">
                  <a:moveTo>
                    <a:pt x="10011" y="866"/>
                  </a:moveTo>
                  <a:lnTo>
                    <a:pt x="10011" y="1840"/>
                  </a:lnTo>
                  <a:lnTo>
                    <a:pt x="866" y="1840"/>
                  </a:lnTo>
                  <a:lnTo>
                    <a:pt x="866" y="866"/>
                  </a:lnTo>
                  <a:close/>
                  <a:moveTo>
                    <a:pt x="11899" y="866"/>
                  </a:moveTo>
                  <a:lnTo>
                    <a:pt x="11899" y="1840"/>
                  </a:lnTo>
                  <a:lnTo>
                    <a:pt x="10876" y="1840"/>
                  </a:lnTo>
                  <a:lnTo>
                    <a:pt x="10876" y="866"/>
                  </a:lnTo>
                  <a:close/>
                  <a:moveTo>
                    <a:pt x="11899" y="2695"/>
                  </a:moveTo>
                  <a:lnTo>
                    <a:pt x="11899" y="10631"/>
                  </a:lnTo>
                  <a:lnTo>
                    <a:pt x="866" y="10631"/>
                  </a:lnTo>
                  <a:lnTo>
                    <a:pt x="866" y="2695"/>
                  </a:lnTo>
                  <a:close/>
                  <a:moveTo>
                    <a:pt x="1" y="1"/>
                  </a:moveTo>
                  <a:lnTo>
                    <a:pt x="1" y="11486"/>
                  </a:lnTo>
                  <a:lnTo>
                    <a:pt x="12764" y="11486"/>
                  </a:lnTo>
                  <a:lnTo>
                    <a:pt x="1276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84" name="Google Shape;7684;p536"/>
            <p:cNvSpPr/>
            <p:nvPr/>
          </p:nvSpPr>
          <p:spPr>
            <a:xfrm>
              <a:off x="4258750" y="3146575"/>
              <a:ext cx="210725" cy="139175"/>
            </a:xfrm>
            <a:custGeom>
              <a:avLst/>
              <a:gdLst/>
              <a:ahLst/>
              <a:cxnLst/>
              <a:rect l="l" t="t" r="r" b="b"/>
              <a:pathLst>
                <a:path w="8429" h="5567" extrusionOk="0">
                  <a:moveTo>
                    <a:pt x="3521" y="1"/>
                  </a:moveTo>
                  <a:lnTo>
                    <a:pt x="3325" y="10"/>
                  </a:lnTo>
                  <a:lnTo>
                    <a:pt x="3138" y="40"/>
                  </a:lnTo>
                  <a:lnTo>
                    <a:pt x="2961" y="89"/>
                  </a:lnTo>
                  <a:lnTo>
                    <a:pt x="2794" y="158"/>
                  </a:lnTo>
                  <a:lnTo>
                    <a:pt x="2685" y="207"/>
                  </a:lnTo>
                  <a:lnTo>
                    <a:pt x="2587" y="266"/>
                  </a:lnTo>
                  <a:lnTo>
                    <a:pt x="2499" y="325"/>
                  </a:lnTo>
                  <a:lnTo>
                    <a:pt x="2410" y="394"/>
                  </a:lnTo>
                  <a:lnTo>
                    <a:pt x="2322" y="463"/>
                  </a:lnTo>
                  <a:lnTo>
                    <a:pt x="2243" y="541"/>
                  </a:lnTo>
                  <a:lnTo>
                    <a:pt x="2164" y="630"/>
                  </a:lnTo>
                  <a:lnTo>
                    <a:pt x="2095" y="718"/>
                  </a:lnTo>
                  <a:lnTo>
                    <a:pt x="2027" y="807"/>
                  </a:lnTo>
                  <a:lnTo>
                    <a:pt x="1968" y="905"/>
                  </a:lnTo>
                  <a:lnTo>
                    <a:pt x="1918" y="1004"/>
                  </a:lnTo>
                  <a:lnTo>
                    <a:pt x="1869" y="1102"/>
                  </a:lnTo>
                  <a:lnTo>
                    <a:pt x="1830" y="1210"/>
                  </a:lnTo>
                  <a:lnTo>
                    <a:pt x="1800" y="1328"/>
                  </a:lnTo>
                  <a:lnTo>
                    <a:pt x="1771" y="1436"/>
                  </a:lnTo>
                  <a:lnTo>
                    <a:pt x="1751" y="1554"/>
                  </a:lnTo>
                  <a:lnTo>
                    <a:pt x="1614" y="1574"/>
                  </a:lnTo>
                  <a:lnTo>
                    <a:pt x="1476" y="1613"/>
                  </a:lnTo>
                  <a:lnTo>
                    <a:pt x="1338" y="1653"/>
                  </a:lnTo>
                  <a:lnTo>
                    <a:pt x="1210" y="1702"/>
                  </a:lnTo>
                  <a:lnTo>
                    <a:pt x="1092" y="1761"/>
                  </a:lnTo>
                  <a:lnTo>
                    <a:pt x="965" y="1830"/>
                  </a:lnTo>
                  <a:lnTo>
                    <a:pt x="856" y="1908"/>
                  </a:lnTo>
                  <a:lnTo>
                    <a:pt x="748" y="1987"/>
                  </a:lnTo>
                  <a:lnTo>
                    <a:pt x="640" y="2075"/>
                  </a:lnTo>
                  <a:lnTo>
                    <a:pt x="542" y="2174"/>
                  </a:lnTo>
                  <a:lnTo>
                    <a:pt x="453" y="2282"/>
                  </a:lnTo>
                  <a:lnTo>
                    <a:pt x="375" y="2390"/>
                  </a:lnTo>
                  <a:lnTo>
                    <a:pt x="296" y="2508"/>
                  </a:lnTo>
                  <a:lnTo>
                    <a:pt x="227" y="2626"/>
                  </a:lnTo>
                  <a:lnTo>
                    <a:pt x="168" y="2754"/>
                  </a:lnTo>
                  <a:lnTo>
                    <a:pt x="119" y="2882"/>
                  </a:lnTo>
                  <a:lnTo>
                    <a:pt x="70" y="3039"/>
                  </a:lnTo>
                  <a:lnTo>
                    <a:pt x="30" y="3206"/>
                  </a:lnTo>
                  <a:lnTo>
                    <a:pt x="11" y="3373"/>
                  </a:lnTo>
                  <a:lnTo>
                    <a:pt x="1" y="3550"/>
                  </a:lnTo>
                  <a:lnTo>
                    <a:pt x="11" y="3688"/>
                  </a:lnTo>
                  <a:lnTo>
                    <a:pt x="30" y="3836"/>
                  </a:lnTo>
                  <a:lnTo>
                    <a:pt x="60" y="4013"/>
                  </a:lnTo>
                  <a:lnTo>
                    <a:pt x="109" y="4190"/>
                  </a:lnTo>
                  <a:lnTo>
                    <a:pt x="178" y="4357"/>
                  </a:lnTo>
                  <a:lnTo>
                    <a:pt x="257" y="4514"/>
                  </a:lnTo>
                  <a:lnTo>
                    <a:pt x="345" y="4671"/>
                  </a:lnTo>
                  <a:lnTo>
                    <a:pt x="453" y="4809"/>
                  </a:lnTo>
                  <a:lnTo>
                    <a:pt x="561" y="4947"/>
                  </a:lnTo>
                  <a:lnTo>
                    <a:pt x="689" y="5065"/>
                  </a:lnTo>
                  <a:lnTo>
                    <a:pt x="827" y="5173"/>
                  </a:lnTo>
                  <a:lnTo>
                    <a:pt x="974" y="5271"/>
                  </a:lnTo>
                  <a:lnTo>
                    <a:pt x="1132" y="5360"/>
                  </a:lnTo>
                  <a:lnTo>
                    <a:pt x="1299" y="5429"/>
                  </a:lnTo>
                  <a:lnTo>
                    <a:pt x="1466" y="5488"/>
                  </a:lnTo>
                  <a:lnTo>
                    <a:pt x="1643" y="5527"/>
                  </a:lnTo>
                  <a:lnTo>
                    <a:pt x="1830" y="5556"/>
                  </a:lnTo>
                  <a:lnTo>
                    <a:pt x="2017" y="5566"/>
                  </a:lnTo>
                  <a:lnTo>
                    <a:pt x="6648" y="5566"/>
                  </a:lnTo>
                  <a:lnTo>
                    <a:pt x="6835" y="5556"/>
                  </a:lnTo>
                  <a:lnTo>
                    <a:pt x="7012" y="5527"/>
                  </a:lnTo>
                  <a:lnTo>
                    <a:pt x="7179" y="5488"/>
                  </a:lnTo>
                  <a:lnTo>
                    <a:pt x="7347" y="5429"/>
                  </a:lnTo>
                  <a:lnTo>
                    <a:pt x="7494" y="5350"/>
                  </a:lnTo>
                  <a:lnTo>
                    <a:pt x="7642" y="5261"/>
                  </a:lnTo>
                  <a:lnTo>
                    <a:pt x="7779" y="5153"/>
                  </a:lnTo>
                  <a:lnTo>
                    <a:pt x="7907" y="5045"/>
                  </a:lnTo>
                  <a:lnTo>
                    <a:pt x="8025" y="4917"/>
                  </a:lnTo>
                  <a:lnTo>
                    <a:pt x="8123" y="4780"/>
                  </a:lnTo>
                  <a:lnTo>
                    <a:pt x="8212" y="4632"/>
                  </a:lnTo>
                  <a:lnTo>
                    <a:pt x="8291" y="4475"/>
                  </a:lnTo>
                  <a:lnTo>
                    <a:pt x="8350" y="4317"/>
                  </a:lnTo>
                  <a:lnTo>
                    <a:pt x="8389" y="4140"/>
                  </a:lnTo>
                  <a:lnTo>
                    <a:pt x="8418" y="3963"/>
                  </a:lnTo>
                  <a:lnTo>
                    <a:pt x="8428" y="3786"/>
                  </a:lnTo>
                  <a:lnTo>
                    <a:pt x="8428" y="3629"/>
                  </a:lnTo>
                  <a:lnTo>
                    <a:pt x="8409" y="3482"/>
                  </a:lnTo>
                  <a:lnTo>
                    <a:pt x="8369" y="3334"/>
                  </a:lnTo>
                  <a:lnTo>
                    <a:pt x="8330" y="3196"/>
                  </a:lnTo>
                  <a:lnTo>
                    <a:pt x="8271" y="3059"/>
                  </a:lnTo>
                  <a:lnTo>
                    <a:pt x="8212" y="2931"/>
                  </a:lnTo>
                  <a:lnTo>
                    <a:pt x="8133" y="2803"/>
                  </a:lnTo>
                  <a:lnTo>
                    <a:pt x="8055" y="2685"/>
                  </a:lnTo>
                  <a:lnTo>
                    <a:pt x="7956" y="2577"/>
                  </a:lnTo>
                  <a:lnTo>
                    <a:pt x="7858" y="2479"/>
                  </a:lnTo>
                  <a:lnTo>
                    <a:pt x="7750" y="2380"/>
                  </a:lnTo>
                  <a:lnTo>
                    <a:pt x="7632" y="2302"/>
                  </a:lnTo>
                  <a:lnTo>
                    <a:pt x="7504" y="2223"/>
                  </a:lnTo>
                  <a:lnTo>
                    <a:pt x="7376" y="2154"/>
                  </a:lnTo>
                  <a:lnTo>
                    <a:pt x="7238" y="2105"/>
                  </a:lnTo>
                  <a:lnTo>
                    <a:pt x="7101" y="2056"/>
                  </a:lnTo>
                  <a:lnTo>
                    <a:pt x="7052" y="1918"/>
                  </a:lnTo>
                  <a:lnTo>
                    <a:pt x="7002" y="1780"/>
                  </a:lnTo>
                  <a:lnTo>
                    <a:pt x="6934" y="1653"/>
                  </a:lnTo>
                  <a:lnTo>
                    <a:pt x="6865" y="1525"/>
                  </a:lnTo>
                  <a:lnTo>
                    <a:pt x="6776" y="1417"/>
                  </a:lnTo>
                  <a:lnTo>
                    <a:pt x="6688" y="1299"/>
                  </a:lnTo>
                  <a:lnTo>
                    <a:pt x="6580" y="1200"/>
                  </a:lnTo>
                  <a:lnTo>
                    <a:pt x="6471" y="1112"/>
                  </a:lnTo>
                  <a:lnTo>
                    <a:pt x="6353" y="1023"/>
                  </a:lnTo>
                  <a:lnTo>
                    <a:pt x="6235" y="945"/>
                  </a:lnTo>
                  <a:lnTo>
                    <a:pt x="6098" y="886"/>
                  </a:lnTo>
                  <a:lnTo>
                    <a:pt x="5970" y="827"/>
                  </a:lnTo>
                  <a:lnTo>
                    <a:pt x="5822" y="787"/>
                  </a:lnTo>
                  <a:lnTo>
                    <a:pt x="5675" y="758"/>
                  </a:lnTo>
                  <a:lnTo>
                    <a:pt x="5527" y="738"/>
                  </a:lnTo>
                  <a:lnTo>
                    <a:pt x="5370" y="728"/>
                  </a:lnTo>
                  <a:lnTo>
                    <a:pt x="5183" y="738"/>
                  </a:lnTo>
                  <a:lnTo>
                    <a:pt x="4987" y="768"/>
                  </a:lnTo>
                  <a:lnTo>
                    <a:pt x="4878" y="630"/>
                  </a:lnTo>
                  <a:lnTo>
                    <a:pt x="4760" y="502"/>
                  </a:lnTo>
                  <a:lnTo>
                    <a:pt x="4633" y="394"/>
                  </a:lnTo>
                  <a:lnTo>
                    <a:pt x="4495" y="286"/>
                  </a:lnTo>
                  <a:lnTo>
                    <a:pt x="4338" y="197"/>
                  </a:lnTo>
                  <a:lnTo>
                    <a:pt x="4180" y="128"/>
                  </a:lnTo>
                  <a:lnTo>
                    <a:pt x="4013" y="69"/>
                  </a:lnTo>
                  <a:lnTo>
                    <a:pt x="3836" y="30"/>
                  </a:lnTo>
                  <a:lnTo>
                    <a:pt x="3679" y="10"/>
                  </a:lnTo>
                  <a:lnTo>
                    <a:pt x="352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685" name="Google Shape;7685;p536"/>
          <p:cNvSpPr txBox="1"/>
          <p:nvPr/>
        </p:nvSpPr>
        <p:spPr>
          <a:xfrm>
            <a:off x="2469424" y="4580364"/>
            <a:ext cx="1089600" cy="277200"/>
          </a:xfrm>
          <a:prstGeom prst="rect">
            <a:avLst/>
          </a:prstGeom>
          <a:noFill/>
          <a:ln>
            <a:noFill/>
          </a:ln>
        </p:spPr>
        <p:txBody>
          <a:bodyPr spcFirstLastPara="1" wrap="square" lIns="91425" tIns="0" rIns="0" bIns="0" anchor="t" anchorCtr="0">
            <a:spAutoFit/>
          </a:bodyPr>
          <a:lstStyle/>
          <a:p>
            <a:pPr marL="0" lvl="0" indent="0" algn="l" rtl="0">
              <a:lnSpc>
                <a:spcPct val="100000"/>
              </a:lnSpc>
              <a:spcBef>
                <a:spcPts val="1200"/>
              </a:spcBef>
              <a:spcAft>
                <a:spcPts val="1200"/>
              </a:spcAft>
              <a:buNone/>
            </a:pPr>
            <a:r>
              <a:rPr lang="en" sz="600">
                <a:solidFill>
                  <a:schemeClr val="dk1"/>
                </a:solidFill>
                <a:latin typeface="IBM Plex Sans"/>
                <a:ea typeface="IBM Plex Sans"/>
                <a:cs typeface="IBM Plex Sans"/>
                <a:sym typeface="IBM Plex Sans"/>
              </a:rPr>
              <a:t>Manage clusters and API keys, review audit logs, and perform one-click upgrades.</a:t>
            </a:r>
            <a:endParaRPr sz="600">
              <a:solidFill>
                <a:schemeClr val="dk1"/>
              </a:solidFill>
              <a:latin typeface="IBM Plex Sans"/>
              <a:ea typeface="IBM Plex Sans"/>
              <a:cs typeface="IBM Plex Sans"/>
              <a:sym typeface="IBM Plex Sans"/>
            </a:endParaRPr>
          </a:p>
        </p:txBody>
      </p:sp>
      <p:sp>
        <p:nvSpPr>
          <p:cNvPr id="7686" name="Google Shape;7686;p536"/>
          <p:cNvSpPr txBox="1"/>
          <p:nvPr/>
        </p:nvSpPr>
        <p:spPr>
          <a:xfrm>
            <a:off x="3871328" y="4437123"/>
            <a:ext cx="1089600" cy="107700"/>
          </a:xfrm>
          <a:prstGeom prst="rect">
            <a:avLst/>
          </a:prstGeom>
          <a:noFill/>
          <a:ln>
            <a:noFill/>
          </a:ln>
        </p:spPr>
        <p:txBody>
          <a:bodyPr spcFirstLastPara="1" wrap="square" lIns="91425" tIns="0" rIns="0" bIns="0" anchor="t" anchorCtr="0">
            <a:spAutoFit/>
          </a:bodyPr>
          <a:lstStyle/>
          <a:p>
            <a:pPr marL="0" lvl="0" indent="0" algn="l" rtl="0">
              <a:spcBef>
                <a:spcPts val="0"/>
              </a:spcBef>
              <a:spcAft>
                <a:spcPts val="0"/>
              </a:spcAft>
              <a:buNone/>
            </a:pPr>
            <a:r>
              <a:rPr lang="en" sz="700" b="1">
                <a:solidFill>
                  <a:schemeClr val="dk1"/>
                </a:solidFill>
                <a:latin typeface="IBM Plex Sans"/>
                <a:ea typeface="IBM Plex Sans"/>
                <a:cs typeface="IBM Plex Sans"/>
                <a:sym typeface="IBM Plex Sans"/>
              </a:rPr>
              <a:t>Identity</a:t>
            </a:r>
            <a:endParaRPr sz="600" b="1">
              <a:solidFill>
                <a:schemeClr val="dk1"/>
              </a:solidFill>
              <a:latin typeface="IBM Plex Sans"/>
              <a:ea typeface="IBM Plex Sans"/>
              <a:cs typeface="IBM Plex Sans"/>
              <a:sym typeface="IBM Plex Sans"/>
            </a:endParaRPr>
          </a:p>
        </p:txBody>
      </p:sp>
      <p:sp>
        <p:nvSpPr>
          <p:cNvPr id="7687" name="Google Shape;7687;p536"/>
          <p:cNvSpPr txBox="1"/>
          <p:nvPr/>
        </p:nvSpPr>
        <p:spPr>
          <a:xfrm>
            <a:off x="3869700" y="4574267"/>
            <a:ext cx="906600" cy="184800"/>
          </a:xfrm>
          <a:prstGeom prst="rect">
            <a:avLst/>
          </a:prstGeom>
          <a:noFill/>
          <a:ln>
            <a:noFill/>
          </a:ln>
        </p:spPr>
        <p:txBody>
          <a:bodyPr spcFirstLastPara="1" wrap="square" lIns="91425" tIns="0" rIns="0" bIns="0" anchor="t" anchorCtr="0">
            <a:spAutoFit/>
          </a:bodyPr>
          <a:lstStyle/>
          <a:p>
            <a:pPr marL="0" lvl="0" indent="0" algn="l" rtl="0">
              <a:lnSpc>
                <a:spcPct val="100000"/>
              </a:lnSpc>
              <a:spcBef>
                <a:spcPts val="0"/>
              </a:spcBef>
              <a:spcAft>
                <a:spcPts val="0"/>
              </a:spcAft>
              <a:buNone/>
            </a:pPr>
            <a:r>
              <a:rPr lang="en" sz="600">
                <a:solidFill>
                  <a:schemeClr val="dk1"/>
                </a:solidFill>
                <a:latin typeface="IBM Plex Sans"/>
                <a:ea typeface="IBM Plex Sans"/>
                <a:cs typeface="IBM Plex Sans"/>
                <a:sym typeface="IBM Plex Sans"/>
              </a:rPr>
              <a:t>Manage applications, APIs, users, and roles.</a:t>
            </a:r>
            <a:endParaRPr>
              <a:solidFill>
                <a:schemeClr val="dk1"/>
              </a:solidFill>
            </a:endParaRPr>
          </a:p>
        </p:txBody>
      </p:sp>
      <p:sp>
        <p:nvSpPr>
          <p:cNvPr id="7688" name="Google Shape;7688;p536"/>
          <p:cNvSpPr txBox="1"/>
          <p:nvPr/>
        </p:nvSpPr>
        <p:spPr>
          <a:xfrm>
            <a:off x="5221275" y="1993227"/>
            <a:ext cx="1555500" cy="107700"/>
          </a:xfrm>
          <a:prstGeom prst="rect">
            <a:avLst/>
          </a:prstGeom>
          <a:noFill/>
          <a:ln>
            <a:noFill/>
          </a:ln>
        </p:spPr>
        <p:txBody>
          <a:bodyPr spcFirstLastPara="1" wrap="square" lIns="91425" tIns="0" rIns="0" bIns="0" anchor="t" anchorCtr="0">
            <a:spAutoFit/>
          </a:bodyPr>
          <a:lstStyle/>
          <a:p>
            <a:pPr marL="0" lvl="0" indent="0" algn="l" rtl="0">
              <a:spcBef>
                <a:spcPts val="0"/>
              </a:spcBef>
              <a:spcAft>
                <a:spcPts val="0"/>
              </a:spcAft>
              <a:buClr>
                <a:schemeClr val="dk1"/>
              </a:buClr>
              <a:buSzPts val="1100"/>
              <a:buFont typeface="Arial"/>
              <a:buNone/>
            </a:pPr>
            <a:r>
              <a:rPr lang="en" sz="700" b="1">
                <a:solidFill>
                  <a:schemeClr val="dk1"/>
                </a:solidFill>
                <a:latin typeface="IBM Plex Sans"/>
                <a:ea typeface="IBM Plex Sans"/>
                <a:cs typeface="IBM Plex Sans"/>
                <a:sym typeface="IBM Plex Sans"/>
              </a:rPr>
              <a:t>Zeebe Workflow &amp; Decision Engine</a:t>
            </a:r>
            <a:endParaRPr sz="700" b="1">
              <a:solidFill>
                <a:schemeClr val="dk1"/>
              </a:solidFill>
              <a:latin typeface="IBM Plex Sans"/>
              <a:ea typeface="IBM Plex Sans"/>
              <a:cs typeface="IBM Plex Sans"/>
              <a:sym typeface="IBM Plex Sans"/>
            </a:endParaRPr>
          </a:p>
        </p:txBody>
      </p:sp>
      <p:grpSp>
        <p:nvGrpSpPr>
          <p:cNvPr id="7689" name="Google Shape;7689;p536"/>
          <p:cNvGrpSpPr/>
          <p:nvPr/>
        </p:nvGrpSpPr>
        <p:grpSpPr>
          <a:xfrm>
            <a:off x="5017869" y="1980473"/>
            <a:ext cx="203400" cy="203400"/>
            <a:chOff x="8483388" y="4076150"/>
            <a:chExt cx="203400" cy="203400"/>
          </a:xfrm>
        </p:grpSpPr>
        <p:sp>
          <p:nvSpPr>
            <p:cNvPr id="7690" name="Google Shape;7690;p536"/>
            <p:cNvSpPr/>
            <p:nvPr/>
          </p:nvSpPr>
          <p:spPr>
            <a:xfrm>
              <a:off x="8483388" y="4076150"/>
              <a:ext cx="203400" cy="203400"/>
            </a:xfrm>
            <a:prstGeom prst="roundRect">
              <a:avLst>
                <a:gd name="adj" fmla="val 16667"/>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691" name="Google Shape;7691;p536"/>
            <p:cNvGrpSpPr/>
            <p:nvPr/>
          </p:nvGrpSpPr>
          <p:grpSpPr>
            <a:xfrm>
              <a:off x="8518467" y="4111358"/>
              <a:ext cx="132993" cy="132691"/>
              <a:chOff x="1721775" y="1901200"/>
              <a:chExt cx="352300" cy="351500"/>
            </a:xfrm>
          </p:grpSpPr>
          <p:sp>
            <p:nvSpPr>
              <p:cNvPr id="7692" name="Google Shape;7692;p536"/>
              <p:cNvSpPr/>
              <p:nvPr/>
            </p:nvSpPr>
            <p:spPr>
              <a:xfrm>
                <a:off x="1721775" y="1901200"/>
                <a:ext cx="258925" cy="257050"/>
              </a:xfrm>
              <a:custGeom>
                <a:avLst/>
                <a:gdLst/>
                <a:ahLst/>
                <a:cxnLst/>
                <a:rect l="l" t="t" r="r" b="b"/>
                <a:pathLst>
                  <a:path w="10357" h="10282" extrusionOk="0">
                    <a:moveTo>
                      <a:pt x="4404" y="0"/>
                    </a:moveTo>
                    <a:lnTo>
                      <a:pt x="4415" y="1242"/>
                    </a:lnTo>
                    <a:lnTo>
                      <a:pt x="4139" y="1326"/>
                    </a:lnTo>
                    <a:lnTo>
                      <a:pt x="3873" y="1422"/>
                    </a:lnTo>
                    <a:lnTo>
                      <a:pt x="3619" y="1539"/>
                    </a:lnTo>
                    <a:lnTo>
                      <a:pt x="3364" y="1666"/>
                    </a:lnTo>
                    <a:lnTo>
                      <a:pt x="2494" y="796"/>
                    </a:lnTo>
                    <a:lnTo>
                      <a:pt x="828" y="2430"/>
                    </a:lnTo>
                    <a:lnTo>
                      <a:pt x="1698" y="3311"/>
                    </a:lnTo>
                    <a:lnTo>
                      <a:pt x="1560" y="3555"/>
                    </a:lnTo>
                    <a:lnTo>
                      <a:pt x="1444" y="3809"/>
                    </a:lnTo>
                    <a:lnTo>
                      <a:pt x="1348" y="4075"/>
                    </a:lnTo>
                    <a:lnTo>
                      <a:pt x="1263" y="4340"/>
                    </a:lnTo>
                    <a:lnTo>
                      <a:pt x="0" y="4340"/>
                    </a:lnTo>
                    <a:lnTo>
                      <a:pt x="0" y="6664"/>
                    </a:lnTo>
                    <a:lnTo>
                      <a:pt x="1253" y="6674"/>
                    </a:lnTo>
                    <a:lnTo>
                      <a:pt x="1327" y="6950"/>
                    </a:lnTo>
                    <a:lnTo>
                      <a:pt x="1433" y="7215"/>
                    </a:lnTo>
                    <a:lnTo>
                      <a:pt x="1539" y="7470"/>
                    </a:lnTo>
                    <a:lnTo>
                      <a:pt x="1677" y="7714"/>
                    </a:lnTo>
                    <a:lnTo>
                      <a:pt x="754" y="8627"/>
                    </a:lnTo>
                    <a:lnTo>
                      <a:pt x="2398" y="10282"/>
                    </a:lnTo>
                    <a:lnTo>
                      <a:pt x="3099" y="9603"/>
                    </a:lnTo>
                    <a:lnTo>
                      <a:pt x="2929" y="9592"/>
                    </a:lnTo>
                    <a:lnTo>
                      <a:pt x="2929" y="7268"/>
                    </a:lnTo>
                    <a:lnTo>
                      <a:pt x="3003" y="7268"/>
                    </a:lnTo>
                    <a:lnTo>
                      <a:pt x="2887" y="7077"/>
                    </a:lnTo>
                    <a:lnTo>
                      <a:pt x="2791" y="6887"/>
                    </a:lnTo>
                    <a:lnTo>
                      <a:pt x="2706" y="6685"/>
                    </a:lnTo>
                    <a:lnTo>
                      <a:pt x="2632" y="6473"/>
                    </a:lnTo>
                    <a:lnTo>
                      <a:pt x="2568" y="6250"/>
                    </a:lnTo>
                    <a:lnTo>
                      <a:pt x="2526" y="6027"/>
                    </a:lnTo>
                    <a:lnTo>
                      <a:pt x="2505" y="5794"/>
                    </a:lnTo>
                    <a:lnTo>
                      <a:pt x="2494" y="5560"/>
                    </a:lnTo>
                    <a:lnTo>
                      <a:pt x="2494" y="5401"/>
                    </a:lnTo>
                    <a:lnTo>
                      <a:pt x="2505" y="5242"/>
                    </a:lnTo>
                    <a:lnTo>
                      <a:pt x="2526" y="5093"/>
                    </a:lnTo>
                    <a:lnTo>
                      <a:pt x="2558" y="4945"/>
                    </a:lnTo>
                    <a:lnTo>
                      <a:pt x="2589" y="4796"/>
                    </a:lnTo>
                    <a:lnTo>
                      <a:pt x="2632" y="4648"/>
                    </a:lnTo>
                    <a:lnTo>
                      <a:pt x="2674" y="4499"/>
                    </a:lnTo>
                    <a:lnTo>
                      <a:pt x="2738" y="4361"/>
                    </a:lnTo>
                    <a:lnTo>
                      <a:pt x="2791" y="4223"/>
                    </a:lnTo>
                    <a:lnTo>
                      <a:pt x="2865" y="4096"/>
                    </a:lnTo>
                    <a:lnTo>
                      <a:pt x="2940" y="3958"/>
                    </a:lnTo>
                    <a:lnTo>
                      <a:pt x="3014" y="3841"/>
                    </a:lnTo>
                    <a:lnTo>
                      <a:pt x="3109" y="3714"/>
                    </a:lnTo>
                    <a:lnTo>
                      <a:pt x="3194" y="3597"/>
                    </a:lnTo>
                    <a:lnTo>
                      <a:pt x="3290" y="3491"/>
                    </a:lnTo>
                    <a:lnTo>
                      <a:pt x="3396" y="3385"/>
                    </a:lnTo>
                    <a:lnTo>
                      <a:pt x="3502" y="3279"/>
                    </a:lnTo>
                    <a:lnTo>
                      <a:pt x="3619" y="3183"/>
                    </a:lnTo>
                    <a:lnTo>
                      <a:pt x="3735" y="3088"/>
                    </a:lnTo>
                    <a:lnTo>
                      <a:pt x="3852" y="3003"/>
                    </a:lnTo>
                    <a:lnTo>
                      <a:pt x="3980" y="2929"/>
                    </a:lnTo>
                    <a:lnTo>
                      <a:pt x="4107" y="2854"/>
                    </a:lnTo>
                    <a:lnTo>
                      <a:pt x="4245" y="2780"/>
                    </a:lnTo>
                    <a:lnTo>
                      <a:pt x="4372" y="2716"/>
                    </a:lnTo>
                    <a:lnTo>
                      <a:pt x="4521" y="2663"/>
                    </a:lnTo>
                    <a:lnTo>
                      <a:pt x="4659" y="2621"/>
                    </a:lnTo>
                    <a:lnTo>
                      <a:pt x="4807" y="2579"/>
                    </a:lnTo>
                    <a:lnTo>
                      <a:pt x="4956" y="2536"/>
                    </a:lnTo>
                    <a:lnTo>
                      <a:pt x="5104" y="2515"/>
                    </a:lnTo>
                    <a:lnTo>
                      <a:pt x="5263" y="2494"/>
                    </a:lnTo>
                    <a:lnTo>
                      <a:pt x="5423" y="2483"/>
                    </a:lnTo>
                    <a:lnTo>
                      <a:pt x="5582" y="2472"/>
                    </a:lnTo>
                    <a:lnTo>
                      <a:pt x="5815" y="2483"/>
                    </a:lnTo>
                    <a:lnTo>
                      <a:pt x="6059" y="2515"/>
                    </a:lnTo>
                    <a:lnTo>
                      <a:pt x="6293" y="2557"/>
                    </a:lnTo>
                    <a:lnTo>
                      <a:pt x="6516" y="2621"/>
                    </a:lnTo>
                    <a:lnTo>
                      <a:pt x="6728" y="2706"/>
                    </a:lnTo>
                    <a:lnTo>
                      <a:pt x="6940" y="2801"/>
                    </a:lnTo>
                    <a:lnTo>
                      <a:pt x="7142" y="2907"/>
                    </a:lnTo>
                    <a:lnTo>
                      <a:pt x="7333" y="3035"/>
                    </a:lnTo>
                    <a:lnTo>
                      <a:pt x="7333" y="2929"/>
                    </a:lnTo>
                    <a:lnTo>
                      <a:pt x="9688" y="2929"/>
                    </a:lnTo>
                    <a:lnTo>
                      <a:pt x="9688" y="3109"/>
                    </a:lnTo>
                    <a:lnTo>
                      <a:pt x="10357" y="2462"/>
                    </a:lnTo>
                    <a:lnTo>
                      <a:pt x="8701" y="796"/>
                    </a:lnTo>
                    <a:lnTo>
                      <a:pt x="7799" y="1687"/>
                    </a:lnTo>
                    <a:lnTo>
                      <a:pt x="7555" y="1560"/>
                    </a:lnTo>
                    <a:lnTo>
                      <a:pt x="7290" y="1443"/>
                    </a:lnTo>
                    <a:lnTo>
                      <a:pt x="7035" y="1337"/>
                    </a:lnTo>
                    <a:lnTo>
                      <a:pt x="6760" y="1252"/>
                    </a:lnTo>
                    <a:lnTo>
                      <a:pt x="676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93" name="Google Shape;7693;p536"/>
              <p:cNvSpPr/>
              <p:nvPr/>
            </p:nvSpPr>
            <p:spPr>
              <a:xfrm>
                <a:off x="1795000" y="1974400"/>
                <a:ext cx="279075" cy="278300"/>
              </a:xfrm>
              <a:custGeom>
                <a:avLst/>
                <a:gdLst/>
                <a:ahLst/>
                <a:cxnLst/>
                <a:rect l="l" t="t" r="r" b="b"/>
                <a:pathLst>
                  <a:path w="11163" h="11132" extrusionOk="0">
                    <a:moveTo>
                      <a:pt x="5741" y="2484"/>
                    </a:moveTo>
                    <a:lnTo>
                      <a:pt x="5889" y="2494"/>
                    </a:lnTo>
                    <a:lnTo>
                      <a:pt x="6048" y="2515"/>
                    </a:lnTo>
                    <a:lnTo>
                      <a:pt x="6197" y="2547"/>
                    </a:lnTo>
                    <a:lnTo>
                      <a:pt x="6345" y="2579"/>
                    </a:lnTo>
                    <a:lnTo>
                      <a:pt x="6494" y="2622"/>
                    </a:lnTo>
                    <a:lnTo>
                      <a:pt x="6642" y="2664"/>
                    </a:lnTo>
                    <a:lnTo>
                      <a:pt x="6780" y="2728"/>
                    </a:lnTo>
                    <a:lnTo>
                      <a:pt x="6918" y="2781"/>
                    </a:lnTo>
                    <a:lnTo>
                      <a:pt x="7046" y="2855"/>
                    </a:lnTo>
                    <a:lnTo>
                      <a:pt x="7184" y="2929"/>
                    </a:lnTo>
                    <a:lnTo>
                      <a:pt x="7300" y="3004"/>
                    </a:lnTo>
                    <a:lnTo>
                      <a:pt x="7428" y="3088"/>
                    </a:lnTo>
                    <a:lnTo>
                      <a:pt x="7544" y="3184"/>
                    </a:lnTo>
                    <a:lnTo>
                      <a:pt x="7650" y="3279"/>
                    </a:lnTo>
                    <a:lnTo>
                      <a:pt x="7757" y="3386"/>
                    </a:lnTo>
                    <a:lnTo>
                      <a:pt x="7863" y="3492"/>
                    </a:lnTo>
                    <a:lnTo>
                      <a:pt x="7958" y="3598"/>
                    </a:lnTo>
                    <a:lnTo>
                      <a:pt x="8054" y="3714"/>
                    </a:lnTo>
                    <a:lnTo>
                      <a:pt x="8139" y="3842"/>
                    </a:lnTo>
                    <a:lnTo>
                      <a:pt x="8213" y="3969"/>
                    </a:lnTo>
                    <a:lnTo>
                      <a:pt x="8287" y="4096"/>
                    </a:lnTo>
                    <a:lnTo>
                      <a:pt x="8361" y="4224"/>
                    </a:lnTo>
                    <a:lnTo>
                      <a:pt x="8425" y="4362"/>
                    </a:lnTo>
                    <a:lnTo>
                      <a:pt x="8478" y="4500"/>
                    </a:lnTo>
                    <a:lnTo>
                      <a:pt x="8521" y="4648"/>
                    </a:lnTo>
                    <a:lnTo>
                      <a:pt x="8563" y="4797"/>
                    </a:lnTo>
                    <a:lnTo>
                      <a:pt x="8605" y="4945"/>
                    </a:lnTo>
                    <a:lnTo>
                      <a:pt x="8627" y="5094"/>
                    </a:lnTo>
                    <a:lnTo>
                      <a:pt x="8648" y="5253"/>
                    </a:lnTo>
                    <a:lnTo>
                      <a:pt x="8658" y="5402"/>
                    </a:lnTo>
                    <a:lnTo>
                      <a:pt x="8669" y="5561"/>
                    </a:lnTo>
                    <a:lnTo>
                      <a:pt x="8658" y="5720"/>
                    </a:lnTo>
                    <a:lnTo>
                      <a:pt x="8648" y="5879"/>
                    </a:lnTo>
                    <a:lnTo>
                      <a:pt x="8627" y="6038"/>
                    </a:lnTo>
                    <a:lnTo>
                      <a:pt x="8605" y="6187"/>
                    </a:lnTo>
                    <a:lnTo>
                      <a:pt x="8563" y="6335"/>
                    </a:lnTo>
                    <a:lnTo>
                      <a:pt x="8521" y="6484"/>
                    </a:lnTo>
                    <a:lnTo>
                      <a:pt x="8478" y="6622"/>
                    </a:lnTo>
                    <a:lnTo>
                      <a:pt x="8425" y="6770"/>
                    </a:lnTo>
                    <a:lnTo>
                      <a:pt x="8361" y="6898"/>
                    </a:lnTo>
                    <a:lnTo>
                      <a:pt x="8287" y="7036"/>
                    </a:lnTo>
                    <a:lnTo>
                      <a:pt x="8213" y="7163"/>
                    </a:lnTo>
                    <a:lnTo>
                      <a:pt x="8139" y="7290"/>
                    </a:lnTo>
                    <a:lnTo>
                      <a:pt x="8054" y="7407"/>
                    </a:lnTo>
                    <a:lnTo>
                      <a:pt x="7958" y="7524"/>
                    </a:lnTo>
                    <a:lnTo>
                      <a:pt x="7863" y="7640"/>
                    </a:lnTo>
                    <a:lnTo>
                      <a:pt x="7757" y="7747"/>
                    </a:lnTo>
                    <a:lnTo>
                      <a:pt x="7650" y="7853"/>
                    </a:lnTo>
                    <a:lnTo>
                      <a:pt x="7544" y="7948"/>
                    </a:lnTo>
                    <a:lnTo>
                      <a:pt x="7428" y="8033"/>
                    </a:lnTo>
                    <a:lnTo>
                      <a:pt x="7300" y="8129"/>
                    </a:lnTo>
                    <a:lnTo>
                      <a:pt x="7184" y="8203"/>
                    </a:lnTo>
                    <a:lnTo>
                      <a:pt x="7046" y="8277"/>
                    </a:lnTo>
                    <a:lnTo>
                      <a:pt x="6918" y="8341"/>
                    </a:lnTo>
                    <a:lnTo>
                      <a:pt x="6780" y="8404"/>
                    </a:lnTo>
                    <a:lnTo>
                      <a:pt x="6642" y="8468"/>
                    </a:lnTo>
                    <a:lnTo>
                      <a:pt x="6494" y="8511"/>
                    </a:lnTo>
                    <a:lnTo>
                      <a:pt x="6345" y="8553"/>
                    </a:lnTo>
                    <a:lnTo>
                      <a:pt x="6197" y="8585"/>
                    </a:lnTo>
                    <a:lnTo>
                      <a:pt x="6048" y="8617"/>
                    </a:lnTo>
                    <a:lnTo>
                      <a:pt x="5889" y="8638"/>
                    </a:lnTo>
                    <a:lnTo>
                      <a:pt x="5741" y="8648"/>
                    </a:lnTo>
                    <a:lnTo>
                      <a:pt x="5422" y="8648"/>
                    </a:lnTo>
                    <a:lnTo>
                      <a:pt x="5263" y="8638"/>
                    </a:lnTo>
                    <a:lnTo>
                      <a:pt x="5104" y="8617"/>
                    </a:lnTo>
                    <a:lnTo>
                      <a:pt x="4955" y="8585"/>
                    </a:lnTo>
                    <a:lnTo>
                      <a:pt x="4807" y="8553"/>
                    </a:lnTo>
                    <a:lnTo>
                      <a:pt x="4658" y="8511"/>
                    </a:lnTo>
                    <a:lnTo>
                      <a:pt x="4520" y="8468"/>
                    </a:lnTo>
                    <a:lnTo>
                      <a:pt x="4382" y="8404"/>
                    </a:lnTo>
                    <a:lnTo>
                      <a:pt x="4244" y="8341"/>
                    </a:lnTo>
                    <a:lnTo>
                      <a:pt x="4106" y="8277"/>
                    </a:lnTo>
                    <a:lnTo>
                      <a:pt x="3979" y="8203"/>
                    </a:lnTo>
                    <a:lnTo>
                      <a:pt x="3852" y="8129"/>
                    </a:lnTo>
                    <a:lnTo>
                      <a:pt x="3735" y="8033"/>
                    </a:lnTo>
                    <a:lnTo>
                      <a:pt x="3618" y="7948"/>
                    </a:lnTo>
                    <a:lnTo>
                      <a:pt x="3502" y="7853"/>
                    </a:lnTo>
                    <a:lnTo>
                      <a:pt x="3396" y="7747"/>
                    </a:lnTo>
                    <a:lnTo>
                      <a:pt x="3300" y="7640"/>
                    </a:lnTo>
                    <a:lnTo>
                      <a:pt x="3194" y="7524"/>
                    </a:lnTo>
                    <a:lnTo>
                      <a:pt x="3109" y="7407"/>
                    </a:lnTo>
                    <a:lnTo>
                      <a:pt x="3024" y="7290"/>
                    </a:lnTo>
                    <a:lnTo>
                      <a:pt x="2939" y="7163"/>
                    </a:lnTo>
                    <a:lnTo>
                      <a:pt x="2865" y="7036"/>
                    </a:lnTo>
                    <a:lnTo>
                      <a:pt x="2801" y="6898"/>
                    </a:lnTo>
                    <a:lnTo>
                      <a:pt x="2738" y="6770"/>
                    </a:lnTo>
                    <a:lnTo>
                      <a:pt x="2685" y="6622"/>
                    </a:lnTo>
                    <a:lnTo>
                      <a:pt x="2632" y="6484"/>
                    </a:lnTo>
                    <a:lnTo>
                      <a:pt x="2589" y="6335"/>
                    </a:lnTo>
                    <a:lnTo>
                      <a:pt x="2557" y="6187"/>
                    </a:lnTo>
                    <a:lnTo>
                      <a:pt x="2525" y="6038"/>
                    </a:lnTo>
                    <a:lnTo>
                      <a:pt x="2515" y="5879"/>
                    </a:lnTo>
                    <a:lnTo>
                      <a:pt x="2494" y="5720"/>
                    </a:lnTo>
                    <a:lnTo>
                      <a:pt x="2494" y="5561"/>
                    </a:lnTo>
                    <a:lnTo>
                      <a:pt x="2494" y="5402"/>
                    </a:lnTo>
                    <a:lnTo>
                      <a:pt x="2515" y="5253"/>
                    </a:lnTo>
                    <a:lnTo>
                      <a:pt x="2525" y="5094"/>
                    </a:lnTo>
                    <a:lnTo>
                      <a:pt x="2557" y="4945"/>
                    </a:lnTo>
                    <a:lnTo>
                      <a:pt x="2589" y="4797"/>
                    </a:lnTo>
                    <a:lnTo>
                      <a:pt x="2632" y="4648"/>
                    </a:lnTo>
                    <a:lnTo>
                      <a:pt x="2685" y="4500"/>
                    </a:lnTo>
                    <a:lnTo>
                      <a:pt x="2738" y="4362"/>
                    </a:lnTo>
                    <a:lnTo>
                      <a:pt x="2801" y="4224"/>
                    </a:lnTo>
                    <a:lnTo>
                      <a:pt x="2865" y="4096"/>
                    </a:lnTo>
                    <a:lnTo>
                      <a:pt x="2939" y="3969"/>
                    </a:lnTo>
                    <a:lnTo>
                      <a:pt x="3024" y="3842"/>
                    </a:lnTo>
                    <a:lnTo>
                      <a:pt x="3109" y="3714"/>
                    </a:lnTo>
                    <a:lnTo>
                      <a:pt x="3194" y="3598"/>
                    </a:lnTo>
                    <a:lnTo>
                      <a:pt x="3300" y="3492"/>
                    </a:lnTo>
                    <a:lnTo>
                      <a:pt x="3396" y="3386"/>
                    </a:lnTo>
                    <a:lnTo>
                      <a:pt x="3502" y="3279"/>
                    </a:lnTo>
                    <a:lnTo>
                      <a:pt x="3618" y="3184"/>
                    </a:lnTo>
                    <a:lnTo>
                      <a:pt x="3735" y="3088"/>
                    </a:lnTo>
                    <a:lnTo>
                      <a:pt x="3852" y="3004"/>
                    </a:lnTo>
                    <a:lnTo>
                      <a:pt x="3979" y="2929"/>
                    </a:lnTo>
                    <a:lnTo>
                      <a:pt x="4106" y="2855"/>
                    </a:lnTo>
                    <a:lnTo>
                      <a:pt x="4244" y="2781"/>
                    </a:lnTo>
                    <a:lnTo>
                      <a:pt x="4382" y="2728"/>
                    </a:lnTo>
                    <a:lnTo>
                      <a:pt x="4520" y="2664"/>
                    </a:lnTo>
                    <a:lnTo>
                      <a:pt x="4658" y="2622"/>
                    </a:lnTo>
                    <a:lnTo>
                      <a:pt x="4807" y="2579"/>
                    </a:lnTo>
                    <a:lnTo>
                      <a:pt x="4955" y="2547"/>
                    </a:lnTo>
                    <a:lnTo>
                      <a:pt x="5104" y="2515"/>
                    </a:lnTo>
                    <a:lnTo>
                      <a:pt x="5263" y="2494"/>
                    </a:lnTo>
                    <a:lnTo>
                      <a:pt x="5422" y="2484"/>
                    </a:lnTo>
                    <a:close/>
                    <a:moveTo>
                      <a:pt x="4404" y="1"/>
                    </a:moveTo>
                    <a:lnTo>
                      <a:pt x="4404" y="107"/>
                    </a:lnTo>
                    <a:lnTo>
                      <a:pt x="4414" y="1242"/>
                    </a:lnTo>
                    <a:lnTo>
                      <a:pt x="4138" y="1327"/>
                    </a:lnTo>
                    <a:lnTo>
                      <a:pt x="3873" y="1423"/>
                    </a:lnTo>
                    <a:lnTo>
                      <a:pt x="3618" y="1539"/>
                    </a:lnTo>
                    <a:lnTo>
                      <a:pt x="3364" y="1667"/>
                    </a:lnTo>
                    <a:lnTo>
                      <a:pt x="2494" y="796"/>
                    </a:lnTo>
                    <a:lnTo>
                      <a:pt x="828" y="2431"/>
                    </a:lnTo>
                    <a:lnTo>
                      <a:pt x="1698" y="3311"/>
                    </a:lnTo>
                    <a:lnTo>
                      <a:pt x="1570" y="3555"/>
                    </a:lnTo>
                    <a:lnTo>
                      <a:pt x="1454" y="3810"/>
                    </a:lnTo>
                    <a:lnTo>
                      <a:pt x="1348" y="4075"/>
                    </a:lnTo>
                    <a:lnTo>
                      <a:pt x="1263" y="4351"/>
                    </a:lnTo>
                    <a:lnTo>
                      <a:pt x="74" y="4340"/>
                    </a:lnTo>
                    <a:lnTo>
                      <a:pt x="0" y="4340"/>
                    </a:lnTo>
                    <a:lnTo>
                      <a:pt x="0" y="6664"/>
                    </a:lnTo>
                    <a:lnTo>
                      <a:pt x="170" y="6675"/>
                    </a:lnTo>
                    <a:lnTo>
                      <a:pt x="1252" y="6675"/>
                    </a:lnTo>
                    <a:lnTo>
                      <a:pt x="1326" y="6951"/>
                    </a:lnTo>
                    <a:lnTo>
                      <a:pt x="1433" y="7216"/>
                    </a:lnTo>
                    <a:lnTo>
                      <a:pt x="1549" y="7471"/>
                    </a:lnTo>
                    <a:lnTo>
                      <a:pt x="1677" y="7725"/>
                    </a:lnTo>
                    <a:lnTo>
                      <a:pt x="753" y="8627"/>
                    </a:lnTo>
                    <a:lnTo>
                      <a:pt x="2409" y="10283"/>
                    </a:lnTo>
                    <a:lnTo>
                      <a:pt x="3321" y="9381"/>
                    </a:lnTo>
                    <a:lnTo>
                      <a:pt x="3576" y="9508"/>
                    </a:lnTo>
                    <a:lnTo>
                      <a:pt x="3831" y="9625"/>
                    </a:lnTo>
                    <a:lnTo>
                      <a:pt x="4106" y="9731"/>
                    </a:lnTo>
                    <a:lnTo>
                      <a:pt x="4372" y="9816"/>
                    </a:lnTo>
                    <a:lnTo>
                      <a:pt x="4372" y="11131"/>
                    </a:lnTo>
                    <a:lnTo>
                      <a:pt x="6717" y="11131"/>
                    </a:lnTo>
                    <a:lnTo>
                      <a:pt x="6717" y="9826"/>
                    </a:lnTo>
                    <a:lnTo>
                      <a:pt x="6993" y="9741"/>
                    </a:lnTo>
                    <a:lnTo>
                      <a:pt x="7258" y="9646"/>
                    </a:lnTo>
                    <a:lnTo>
                      <a:pt x="7513" y="9529"/>
                    </a:lnTo>
                    <a:lnTo>
                      <a:pt x="7767" y="9402"/>
                    </a:lnTo>
                    <a:lnTo>
                      <a:pt x="8690" y="10314"/>
                    </a:lnTo>
                    <a:lnTo>
                      <a:pt x="10356" y="8680"/>
                    </a:lnTo>
                    <a:lnTo>
                      <a:pt x="9433" y="7757"/>
                    </a:lnTo>
                    <a:lnTo>
                      <a:pt x="9560" y="7513"/>
                    </a:lnTo>
                    <a:lnTo>
                      <a:pt x="9677" y="7258"/>
                    </a:lnTo>
                    <a:lnTo>
                      <a:pt x="9783" y="6993"/>
                    </a:lnTo>
                    <a:lnTo>
                      <a:pt x="9868" y="6728"/>
                    </a:lnTo>
                    <a:lnTo>
                      <a:pt x="11163" y="6728"/>
                    </a:lnTo>
                    <a:lnTo>
                      <a:pt x="11163" y="4394"/>
                    </a:lnTo>
                    <a:lnTo>
                      <a:pt x="9879" y="4394"/>
                    </a:lnTo>
                    <a:lnTo>
                      <a:pt x="9804" y="4118"/>
                    </a:lnTo>
                    <a:lnTo>
                      <a:pt x="9698" y="3863"/>
                    </a:lnTo>
                    <a:lnTo>
                      <a:pt x="9582" y="3598"/>
                    </a:lnTo>
                    <a:lnTo>
                      <a:pt x="9454" y="3354"/>
                    </a:lnTo>
                    <a:lnTo>
                      <a:pt x="10356" y="2462"/>
                    </a:lnTo>
                    <a:lnTo>
                      <a:pt x="8712" y="807"/>
                    </a:lnTo>
                    <a:lnTo>
                      <a:pt x="7810" y="1698"/>
                    </a:lnTo>
                    <a:lnTo>
                      <a:pt x="7555" y="1560"/>
                    </a:lnTo>
                    <a:lnTo>
                      <a:pt x="7300" y="1444"/>
                    </a:lnTo>
                    <a:lnTo>
                      <a:pt x="7035" y="1338"/>
                    </a:lnTo>
                    <a:lnTo>
                      <a:pt x="6759" y="1253"/>
                    </a:lnTo>
                    <a:lnTo>
                      <a:pt x="6759" y="181"/>
                    </a:lnTo>
                    <a:lnTo>
                      <a:pt x="6759"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7694" name="Google Shape;7694;p536"/>
          <p:cNvGrpSpPr/>
          <p:nvPr/>
        </p:nvGrpSpPr>
        <p:grpSpPr>
          <a:xfrm>
            <a:off x="5024869" y="3310443"/>
            <a:ext cx="203400" cy="203400"/>
            <a:chOff x="7237838" y="5078811"/>
            <a:chExt cx="203400" cy="203400"/>
          </a:xfrm>
        </p:grpSpPr>
        <p:sp>
          <p:nvSpPr>
            <p:cNvPr id="7695" name="Google Shape;7695;p536"/>
            <p:cNvSpPr/>
            <p:nvPr/>
          </p:nvSpPr>
          <p:spPr>
            <a:xfrm>
              <a:off x="7237838" y="5078811"/>
              <a:ext cx="203400" cy="203400"/>
            </a:xfrm>
            <a:prstGeom prst="roundRect">
              <a:avLst>
                <a:gd name="adj" fmla="val 16667"/>
              </a:avLst>
            </a:prstGeom>
            <a:solidFill>
              <a:schemeClr val="accent6"/>
            </a:solidFill>
            <a:ln>
              <a:noFill/>
            </a:ln>
          </p:spPr>
          <p:txBody>
            <a:bodyPr spcFirstLastPara="1" wrap="square" lIns="0" tIns="0" rIns="0" bIns="0" anchor="ctr" anchorCtr="0">
              <a:noAutofit/>
            </a:bodyPr>
            <a:lstStyle/>
            <a:p>
              <a:pPr marL="0" lvl="0" indent="0" algn="l" rtl="0">
                <a:spcBef>
                  <a:spcPts val="0"/>
                </a:spcBef>
                <a:spcAft>
                  <a:spcPts val="0"/>
                </a:spcAft>
                <a:buNone/>
              </a:pPr>
              <a:endParaRPr>
                <a:latin typeface="IBM Plex Sans"/>
                <a:ea typeface="IBM Plex Sans"/>
                <a:cs typeface="IBM Plex Sans"/>
                <a:sym typeface="IBM Plex Sans"/>
              </a:endParaRPr>
            </a:p>
          </p:txBody>
        </p:sp>
        <p:sp>
          <p:nvSpPr>
            <p:cNvPr id="7696" name="Google Shape;7696;p536"/>
            <p:cNvSpPr/>
            <p:nvPr/>
          </p:nvSpPr>
          <p:spPr>
            <a:xfrm>
              <a:off x="7274634" y="5127331"/>
              <a:ext cx="129690" cy="106257"/>
            </a:xfrm>
            <a:custGeom>
              <a:avLst/>
              <a:gdLst/>
              <a:ahLst/>
              <a:cxnLst/>
              <a:rect l="l" t="t" r="r" b="b"/>
              <a:pathLst>
                <a:path w="13742" h="11259" extrusionOk="0">
                  <a:moveTo>
                    <a:pt x="11524" y="1"/>
                  </a:moveTo>
                  <a:lnTo>
                    <a:pt x="4701" y="6823"/>
                  </a:lnTo>
                  <a:lnTo>
                    <a:pt x="2218" y="4341"/>
                  </a:lnTo>
                  <a:lnTo>
                    <a:pt x="0" y="6558"/>
                  </a:lnTo>
                  <a:lnTo>
                    <a:pt x="4701" y="11259"/>
                  </a:lnTo>
                  <a:lnTo>
                    <a:pt x="13741" y="2218"/>
                  </a:lnTo>
                  <a:lnTo>
                    <a:pt x="11524" y="1"/>
                  </a:lnTo>
                  <a:close/>
                </a:path>
              </a:pathLst>
            </a:custGeom>
            <a:solidFill>
              <a:schemeClr val="lt1"/>
            </a:solidFill>
            <a:ln>
              <a:noFill/>
            </a:ln>
          </p:spPr>
          <p:txBody>
            <a:bodyPr spcFirstLastPara="1" wrap="square" lIns="0" tIns="0" rIns="0" bIns="0" anchor="ctr" anchorCtr="0">
              <a:noAutofit/>
            </a:bodyPr>
            <a:lstStyle/>
            <a:p>
              <a:pPr marL="0" lvl="0" indent="0" algn="l" rtl="0">
                <a:spcBef>
                  <a:spcPts val="0"/>
                </a:spcBef>
                <a:spcAft>
                  <a:spcPts val="0"/>
                </a:spcAft>
                <a:buNone/>
              </a:pPr>
              <a:endParaRPr>
                <a:latin typeface="IBM Plex Sans"/>
                <a:ea typeface="IBM Plex Sans"/>
                <a:cs typeface="IBM Plex Sans"/>
                <a:sym typeface="IBM Plex Sans"/>
              </a:endParaRPr>
            </a:p>
          </p:txBody>
        </p:sp>
      </p:grpSp>
      <p:sp>
        <p:nvSpPr>
          <p:cNvPr id="7697" name="Google Shape;7697;p536"/>
          <p:cNvSpPr txBox="1"/>
          <p:nvPr/>
        </p:nvSpPr>
        <p:spPr>
          <a:xfrm>
            <a:off x="5216775" y="3327751"/>
            <a:ext cx="961800" cy="107700"/>
          </a:xfrm>
          <a:prstGeom prst="rect">
            <a:avLst/>
          </a:prstGeom>
          <a:noFill/>
          <a:ln>
            <a:noFill/>
          </a:ln>
        </p:spPr>
        <p:txBody>
          <a:bodyPr spcFirstLastPara="1" wrap="square" lIns="91425" tIns="0" rIns="0" bIns="0" anchor="t" anchorCtr="0">
            <a:spAutoFit/>
          </a:bodyPr>
          <a:lstStyle/>
          <a:p>
            <a:pPr marL="0" lvl="0" indent="0" algn="l" rtl="0">
              <a:spcBef>
                <a:spcPts val="0"/>
              </a:spcBef>
              <a:spcAft>
                <a:spcPts val="0"/>
              </a:spcAft>
              <a:buNone/>
            </a:pPr>
            <a:r>
              <a:rPr lang="en" sz="700" b="1">
                <a:solidFill>
                  <a:schemeClr val="dk1"/>
                </a:solidFill>
                <a:latin typeface="IBM Plex Sans"/>
                <a:ea typeface="IBM Plex Sans"/>
                <a:cs typeface="IBM Plex Sans"/>
                <a:sym typeface="IBM Plex Sans"/>
              </a:rPr>
              <a:t>Tasklist</a:t>
            </a:r>
            <a:endParaRPr sz="700" b="1">
              <a:solidFill>
                <a:schemeClr val="dk1"/>
              </a:solidFill>
              <a:latin typeface="IBM Plex Sans"/>
              <a:ea typeface="IBM Plex Sans"/>
              <a:cs typeface="IBM Plex Sans"/>
              <a:sym typeface="IBM Plex Sans"/>
            </a:endParaRPr>
          </a:p>
        </p:txBody>
      </p:sp>
      <p:grpSp>
        <p:nvGrpSpPr>
          <p:cNvPr id="7698" name="Google Shape;7698;p536"/>
          <p:cNvGrpSpPr/>
          <p:nvPr/>
        </p:nvGrpSpPr>
        <p:grpSpPr>
          <a:xfrm>
            <a:off x="5017882" y="2855386"/>
            <a:ext cx="203400" cy="203400"/>
            <a:chOff x="8026188" y="4997472"/>
            <a:chExt cx="203400" cy="203400"/>
          </a:xfrm>
        </p:grpSpPr>
        <p:sp>
          <p:nvSpPr>
            <p:cNvPr id="7699" name="Google Shape;7699;p536"/>
            <p:cNvSpPr/>
            <p:nvPr/>
          </p:nvSpPr>
          <p:spPr>
            <a:xfrm>
              <a:off x="8026188" y="4997472"/>
              <a:ext cx="203400" cy="203400"/>
            </a:xfrm>
            <a:prstGeom prst="roundRect">
              <a:avLst>
                <a:gd name="adj" fmla="val 16667"/>
              </a:avLst>
            </a:prstGeom>
            <a:solidFill>
              <a:schemeClr val="accent6"/>
            </a:solidFill>
            <a:ln>
              <a:noFill/>
            </a:ln>
          </p:spPr>
          <p:txBody>
            <a:bodyPr spcFirstLastPara="1" wrap="square" lIns="0" tIns="0" rIns="0" bIns="0" anchor="ctr" anchorCtr="0">
              <a:noAutofit/>
            </a:bodyPr>
            <a:lstStyle/>
            <a:p>
              <a:pPr marL="0" lvl="0" indent="0" algn="l" rtl="0">
                <a:spcBef>
                  <a:spcPts val="0"/>
                </a:spcBef>
                <a:spcAft>
                  <a:spcPts val="0"/>
                </a:spcAft>
                <a:buNone/>
              </a:pPr>
              <a:endParaRPr>
                <a:latin typeface="IBM Plex Sans"/>
                <a:ea typeface="IBM Plex Sans"/>
                <a:cs typeface="IBM Plex Sans"/>
                <a:sym typeface="IBM Plex Sans"/>
              </a:endParaRPr>
            </a:p>
          </p:txBody>
        </p:sp>
        <p:sp>
          <p:nvSpPr>
            <p:cNvPr id="7700" name="Google Shape;7700;p536"/>
            <p:cNvSpPr/>
            <p:nvPr/>
          </p:nvSpPr>
          <p:spPr>
            <a:xfrm>
              <a:off x="8038500" y="5051703"/>
              <a:ext cx="178652" cy="94837"/>
            </a:xfrm>
            <a:custGeom>
              <a:avLst/>
              <a:gdLst/>
              <a:ahLst/>
              <a:cxnLst/>
              <a:rect l="l" t="t" r="r" b="b"/>
              <a:pathLst>
                <a:path w="18930" h="10049" extrusionOk="0">
                  <a:moveTo>
                    <a:pt x="7597" y="1"/>
                  </a:moveTo>
                  <a:lnTo>
                    <a:pt x="5730" y="5295"/>
                  </a:lnTo>
                  <a:lnTo>
                    <a:pt x="0" y="5571"/>
                  </a:lnTo>
                  <a:lnTo>
                    <a:pt x="6377" y="6356"/>
                  </a:lnTo>
                  <a:lnTo>
                    <a:pt x="7364" y="3576"/>
                  </a:lnTo>
                  <a:lnTo>
                    <a:pt x="8850" y="10049"/>
                  </a:lnTo>
                  <a:lnTo>
                    <a:pt x="10813" y="5911"/>
                  </a:lnTo>
                  <a:lnTo>
                    <a:pt x="18930" y="5550"/>
                  </a:lnTo>
                  <a:lnTo>
                    <a:pt x="10356" y="4606"/>
                  </a:lnTo>
                  <a:lnTo>
                    <a:pt x="9210" y="7014"/>
                  </a:lnTo>
                  <a:lnTo>
                    <a:pt x="7597" y="1"/>
                  </a:lnTo>
                  <a:close/>
                </a:path>
              </a:pathLst>
            </a:custGeom>
            <a:solidFill>
              <a:schemeClr val="lt1"/>
            </a:solidFill>
            <a:ln>
              <a:noFill/>
            </a:ln>
          </p:spPr>
          <p:txBody>
            <a:bodyPr spcFirstLastPara="1" wrap="square" lIns="0" tIns="0" rIns="0" bIns="0" anchor="ctr" anchorCtr="0">
              <a:noAutofit/>
            </a:bodyPr>
            <a:lstStyle/>
            <a:p>
              <a:pPr marL="0" lvl="0" indent="0" algn="l" rtl="0">
                <a:spcBef>
                  <a:spcPts val="0"/>
                </a:spcBef>
                <a:spcAft>
                  <a:spcPts val="0"/>
                </a:spcAft>
                <a:buNone/>
              </a:pPr>
              <a:endParaRPr>
                <a:latin typeface="IBM Plex Sans"/>
                <a:ea typeface="IBM Plex Sans"/>
                <a:cs typeface="IBM Plex Sans"/>
                <a:sym typeface="IBM Plex Sans"/>
              </a:endParaRPr>
            </a:p>
          </p:txBody>
        </p:sp>
      </p:grpSp>
      <p:sp>
        <p:nvSpPr>
          <p:cNvPr id="7701" name="Google Shape;7701;p536"/>
          <p:cNvSpPr txBox="1"/>
          <p:nvPr/>
        </p:nvSpPr>
        <p:spPr>
          <a:xfrm>
            <a:off x="5221270" y="2870537"/>
            <a:ext cx="961800" cy="107700"/>
          </a:xfrm>
          <a:prstGeom prst="rect">
            <a:avLst/>
          </a:prstGeom>
          <a:noFill/>
          <a:ln>
            <a:noFill/>
          </a:ln>
        </p:spPr>
        <p:txBody>
          <a:bodyPr spcFirstLastPara="1" wrap="square" lIns="91425" tIns="0" rIns="0" bIns="0" anchor="t" anchorCtr="0">
            <a:spAutoFit/>
          </a:bodyPr>
          <a:lstStyle/>
          <a:p>
            <a:pPr marL="0" lvl="0" indent="0" algn="l" rtl="0">
              <a:spcBef>
                <a:spcPts val="0"/>
              </a:spcBef>
              <a:spcAft>
                <a:spcPts val="0"/>
              </a:spcAft>
              <a:buNone/>
            </a:pPr>
            <a:r>
              <a:rPr lang="en" sz="700" b="1">
                <a:solidFill>
                  <a:schemeClr val="dk1"/>
                </a:solidFill>
                <a:latin typeface="IBM Plex Sans"/>
                <a:ea typeface="IBM Plex Sans"/>
                <a:cs typeface="IBM Plex Sans"/>
                <a:sym typeface="IBM Plex Sans"/>
              </a:rPr>
              <a:t>Operate</a:t>
            </a:r>
            <a:endParaRPr sz="700" b="1">
              <a:solidFill>
                <a:schemeClr val="dk1"/>
              </a:solidFill>
              <a:latin typeface="IBM Plex Sans"/>
              <a:ea typeface="IBM Plex Sans"/>
              <a:cs typeface="IBM Plex Sans"/>
              <a:sym typeface="IBM Plex Sans"/>
            </a:endParaRPr>
          </a:p>
        </p:txBody>
      </p:sp>
      <p:sp>
        <p:nvSpPr>
          <p:cNvPr id="7702" name="Google Shape;7702;p536"/>
          <p:cNvSpPr/>
          <p:nvPr/>
        </p:nvSpPr>
        <p:spPr>
          <a:xfrm rot="10800000">
            <a:off x="5017869" y="1809781"/>
            <a:ext cx="1341900" cy="42900"/>
          </a:xfrm>
          <a:prstGeom prst="rect">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03" name="Google Shape;7703;p536"/>
          <p:cNvSpPr txBox="1"/>
          <p:nvPr/>
        </p:nvSpPr>
        <p:spPr>
          <a:xfrm>
            <a:off x="4938625" y="1272556"/>
            <a:ext cx="1028700" cy="369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200">
                <a:solidFill>
                  <a:schemeClr val="dk1"/>
                </a:solidFill>
                <a:latin typeface="IBM Plex Sans"/>
                <a:ea typeface="IBM Plex Sans"/>
                <a:cs typeface="IBM Plex Sans"/>
                <a:sym typeface="IBM Plex Sans"/>
              </a:rPr>
              <a:t>Automate</a:t>
            </a:r>
            <a:endParaRPr sz="1200">
              <a:solidFill>
                <a:schemeClr val="dk1"/>
              </a:solidFill>
              <a:latin typeface="IBM Plex Sans"/>
              <a:ea typeface="IBM Plex Sans"/>
              <a:cs typeface="IBM Plex Sans"/>
              <a:sym typeface="IBM Plex Sans"/>
            </a:endParaRPr>
          </a:p>
        </p:txBody>
      </p:sp>
      <p:cxnSp>
        <p:nvCxnSpPr>
          <p:cNvPr id="7704" name="Google Shape;7704;p536"/>
          <p:cNvCxnSpPr>
            <a:stCxn id="7703" idx="1"/>
            <a:endCxn id="7703" idx="1"/>
          </p:cNvCxnSpPr>
          <p:nvPr/>
        </p:nvCxnSpPr>
        <p:spPr>
          <a:xfrm>
            <a:off x="4938625" y="1457206"/>
            <a:ext cx="0" cy="0"/>
          </a:xfrm>
          <a:prstGeom prst="straightConnector1">
            <a:avLst/>
          </a:prstGeom>
          <a:noFill/>
          <a:ln w="9525" cap="flat" cmpd="sng">
            <a:solidFill>
              <a:schemeClr val="lt1"/>
            </a:solidFill>
            <a:prstDash val="solid"/>
            <a:round/>
            <a:headEnd type="none" w="med" len="med"/>
            <a:tailEnd type="none" w="med" len="med"/>
          </a:ln>
        </p:spPr>
      </p:cxnSp>
      <p:sp>
        <p:nvSpPr>
          <p:cNvPr id="7705" name="Google Shape;7705;p536"/>
          <p:cNvSpPr txBox="1"/>
          <p:nvPr/>
        </p:nvSpPr>
        <p:spPr>
          <a:xfrm>
            <a:off x="4929100" y="1490757"/>
            <a:ext cx="1929900" cy="461700"/>
          </a:xfrm>
          <a:prstGeom prst="rect">
            <a:avLst/>
          </a:prstGeom>
          <a:noFill/>
          <a:ln>
            <a:noFill/>
          </a:ln>
        </p:spPr>
        <p:txBody>
          <a:bodyPr spcFirstLastPara="1" wrap="square" lIns="91425" tIns="91425" rIns="91425" bIns="91425" anchor="t" anchorCtr="0">
            <a:spAutoFit/>
          </a:bodyPr>
          <a:lstStyle/>
          <a:p>
            <a:pPr marL="12700" lvl="0" indent="0" algn="l" rtl="0">
              <a:spcBef>
                <a:spcPts val="0"/>
              </a:spcBef>
              <a:spcAft>
                <a:spcPts val="0"/>
              </a:spcAft>
              <a:buNone/>
            </a:pPr>
            <a:r>
              <a:rPr lang="en" sz="600">
                <a:solidFill>
                  <a:schemeClr val="dk1"/>
                </a:solidFill>
                <a:latin typeface="IBM Plex Sans"/>
                <a:ea typeface="IBM Plex Sans"/>
                <a:cs typeface="IBM Plex Sans"/>
                <a:sym typeface="IBM Plex Sans"/>
              </a:rPr>
              <a:t>Enterprise-grade automation. Built for today’s business complexity, loved by developers.</a:t>
            </a:r>
            <a:endParaRPr sz="600">
              <a:solidFill>
                <a:schemeClr val="dk1"/>
              </a:solidFill>
              <a:latin typeface="IBM Plex Sans"/>
              <a:ea typeface="IBM Plex Sans"/>
              <a:cs typeface="IBM Plex Sans"/>
              <a:sym typeface="IBM Plex Sans"/>
            </a:endParaRPr>
          </a:p>
          <a:p>
            <a:pPr marL="12700" lvl="0" indent="0" algn="l" rtl="0">
              <a:spcBef>
                <a:spcPts val="0"/>
              </a:spcBef>
              <a:spcAft>
                <a:spcPts val="0"/>
              </a:spcAft>
              <a:buNone/>
            </a:pPr>
            <a:endParaRPr sz="600">
              <a:solidFill>
                <a:schemeClr val="dk1"/>
              </a:solidFill>
              <a:latin typeface="IBM Plex Sans"/>
              <a:ea typeface="IBM Plex Sans"/>
              <a:cs typeface="IBM Plex Sans"/>
              <a:sym typeface="IBM Plex Sans"/>
            </a:endParaRPr>
          </a:p>
        </p:txBody>
      </p:sp>
      <p:sp>
        <p:nvSpPr>
          <p:cNvPr id="7706" name="Google Shape;7706;p536"/>
          <p:cNvSpPr txBox="1"/>
          <p:nvPr/>
        </p:nvSpPr>
        <p:spPr>
          <a:xfrm>
            <a:off x="5218919" y="2130387"/>
            <a:ext cx="1418100" cy="184800"/>
          </a:xfrm>
          <a:prstGeom prst="rect">
            <a:avLst/>
          </a:prstGeom>
          <a:noFill/>
          <a:ln>
            <a:noFill/>
          </a:ln>
        </p:spPr>
        <p:txBody>
          <a:bodyPr spcFirstLastPara="1" wrap="square" lIns="91425" tIns="0" rIns="0" bIns="0" anchor="t" anchorCtr="0">
            <a:spAutoFit/>
          </a:bodyPr>
          <a:lstStyle/>
          <a:p>
            <a:pPr marL="0" lvl="0" indent="0" algn="l" rtl="0">
              <a:spcBef>
                <a:spcPts val="0"/>
              </a:spcBef>
              <a:spcAft>
                <a:spcPts val="0"/>
              </a:spcAft>
              <a:buNone/>
            </a:pPr>
            <a:r>
              <a:rPr lang="en" sz="600">
                <a:solidFill>
                  <a:schemeClr val="dk1"/>
                </a:solidFill>
                <a:latin typeface="IBM Plex Sans"/>
                <a:ea typeface="IBM Plex Sans"/>
                <a:cs typeface="IBM Plex Sans"/>
                <a:sym typeface="IBM Plex Sans"/>
              </a:rPr>
              <a:t>Cloud-native event streaming for unparalleled scale and resilience.</a:t>
            </a:r>
            <a:endParaRPr>
              <a:solidFill>
                <a:schemeClr val="dk1"/>
              </a:solidFill>
            </a:endParaRPr>
          </a:p>
        </p:txBody>
      </p:sp>
      <p:sp>
        <p:nvSpPr>
          <p:cNvPr id="7707" name="Google Shape;7707;p536"/>
          <p:cNvSpPr txBox="1"/>
          <p:nvPr/>
        </p:nvSpPr>
        <p:spPr>
          <a:xfrm>
            <a:off x="5218919" y="3007697"/>
            <a:ext cx="1418100" cy="184800"/>
          </a:xfrm>
          <a:prstGeom prst="rect">
            <a:avLst/>
          </a:prstGeom>
          <a:noFill/>
          <a:ln>
            <a:noFill/>
          </a:ln>
        </p:spPr>
        <p:txBody>
          <a:bodyPr spcFirstLastPara="1" wrap="square" lIns="91425" tIns="0" rIns="0" bIns="0" anchor="t" anchorCtr="0">
            <a:spAutoFit/>
          </a:bodyPr>
          <a:lstStyle/>
          <a:p>
            <a:pPr marL="0" lvl="0" indent="0" algn="l" rtl="0">
              <a:spcBef>
                <a:spcPts val="0"/>
              </a:spcBef>
              <a:spcAft>
                <a:spcPts val="0"/>
              </a:spcAft>
              <a:buNone/>
            </a:pPr>
            <a:r>
              <a:rPr lang="en" sz="600">
                <a:solidFill>
                  <a:schemeClr val="dk1"/>
                </a:solidFill>
                <a:latin typeface="IBM Plex Sans"/>
                <a:ea typeface="IBM Plex Sans"/>
                <a:cs typeface="IBM Plex Sans"/>
                <a:sym typeface="IBM Plex Sans"/>
              </a:rPr>
              <a:t>Manage and troubleshoot processes with one model for management.</a:t>
            </a:r>
            <a:endParaRPr>
              <a:solidFill>
                <a:schemeClr val="dk1"/>
              </a:solidFill>
            </a:endParaRPr>
          </a:p>
        </p:txBody>
      </p:sp>
      <p:sp>
        <p:nvSpPr>
          <p:cNvPr id="7708" name="Google Shape;7708;p536"/>
          <p:cNvSpPr txBox="1"/>
          <p:nvPr/>
        </p:nvSpPr>
        <p:spPr>
          <a:xfrm>
            <a:off x="5216775" y="3464892"/>
            <a:ext cx="1418100" cy="184800"/>
          </a:xfrm>
          <a:prstGeom prst="rect">
            <a:avLst/>
          </a:prstGeom>
          <a:noFill/>
          <a:ln>
            <a:noFill/>
          </a:ln>
        </p:spPr>
        <p:txBody>
          <a:bodyPr spcFirstLastPara="1" wrap="square" lIns="91425" tIns="0" rIns="0" bIns="0" anchor="t" anchorCtr="0">
            <a:spAutoFit/>
          </a:bodyPr>
          <a:lstStyle/>
          <a:p>
            <a:pPr marL="0" lvl="0" indent="0" algn="l" rtl="0">
              <a:spcBef>
                <a:spcPts val="0"/>
              </a:spcBef>
              <a:spcAft>
                <a:spcPts val="0"/>
              </a:spcAft>
              <a:buNone/>
            </a:pPr>
            <a:r>
              <a:rPr lang="en" sz="600">
                <a:solidFill>
                  <a:schemeClr val="dk1"/>
                </a:solidFill>
                <a:latin typeface="IBM Plex Sans"/>
                <a:ea typeface="IBM Plex Sans"/>
                <a:cs typeface="IBM Plex Sans"/>
                <a:sym typeface="IBM Plex Sans"/>
              </a:rPr>
              <a:t>Web app for tasks that must be handled by knowledge workers.</a:t>
            </a:r>
            <a:endParaRPr sz="600">
              <a:solidFill>
                <a:schemeClr val="dk1"/>
              </a:solidFill>
              <a:latin typeface="IBM Plex Sans"/>
              <a:ea typeface="IBM Plex Sans"/>
              <a:cs typeface="IBM Plex Sans"/>
              <a:sym typeface="IBM Plex Sans"/>
            </a:endParaRPr>
          </a:p>
        </p:txBody>
      </p:sp>
      <p:sp>
        <p:nvSpPr>
          <p:cNvPr id="7709" name="Google Shape;7709;p536"/>
          <p:cNvSpPr txBox="1"/>
          <p:nvPr/>
        </p:nvSpPr>
        <p:spPr>
          <a:xfrm>
            <a:off x="7084975" y="1353785"/>
            <a:ext cx="1555500" cy="184800"/>
          </a:xfrm>
          <a:prstGeom prst="rect">
            <a:avLst/>
          </a:prstGeom>
          <a:noFill/>
          <a:ln>
            <a:noFill/>
          </a:ln>
        </p:spPr>
        <p:txBody>
          <a:bodyPr spcFirstLastPara="1" wrap="square" lIns="91425" tIns="0" rIns="0" bIns="0" anchor="t" anchorCtr="0">
            <a:spAutoFit/>
          </a:bodyPr>
          <a:lstStyle/>
          <a:p>
            <a:pPr marL="0" lvl="0" indent="0" algn="l" rtl="0">
              <a:spcBef>
                <a:spcPts val="0"/>
              </a:spcBef>
              <a:spcAft>
                <a:spcPts val="0"/>
              </a:spcAft>
              <a:buNone/>
            </a:pPr>
            <a:r>
              <a:rPr lang="en" sz="1200">
                <a:solidFill>
                  <a:schemeClr val="dk1"/>
                </a:solidFill>
                <a:latin typeface="IBM Plex Sans"/>
                <a:ea typeface="IBM Plex Sans"/>
                <a:cs typeface="IBM Plex Sans"/>
                <a:sym typeface="IBM Plex Sans"/>
              </a:rPr>
              <a:t>Improve</a:t>
            </a:r>
            <a:endParaRPr sz="1200">
              <a:solidFill>
                <a:schemeClr val="dk1"/>
              </a:solidFill>
              <a:latin typeface="IBM Plex Sans"/>
              <a:ea typeface="IBM Plex Sans"/>
              <a:cs typeface="IBM Plex Sans"/>
              <a:sym typeface="IBM Plex Sans"/>
            </a:endParaRPr>
          </a:p>
        </p:txBody>
      </p:sp>
      <p:grpSp>
        <p:nvGrpSpPr>
          <p:cNvPr id="7710" name="Google Shape;7710;p536"/>
          <p:cNvGrpSpPr/>
          <p:nvPr/>
        </p:nvGrpSpPr>
        <p:grpSpPr>
          <a:xfrm>
            <a:off x="7158468" y="2005672"/>
            <a:ext cx="206299" cy="206299"/>
            <a:chOff x="5896975" y="1097163"/>
            <a:chExt cx="538500" cy="538500"/>
          </a:xfrm>
        </p:grpSpPr>
        <p:sp>
          <p:nvSpPr>
            <p:cNvPr id="7711" name="Google Shape;7711;p536"/>
            <p:cNvSpPr/>
            <p:nvPr/>
          </p:nvSpPr>
          <p:spPr>
            <a:xfrm>
              <a:off x="5896975" y="1097163"/>
              <a:ext cx="538500" cy="538500"/>
            </a:xfrm>
            <a:prstGeom prst="roundRect">
              <a:avLst>
                <a:gd name="adj" fmla="val 16667"/>
              </a:avLst>
            </a:prstGeom>
            <a:solidFill>
              <a:srgbClr val="C629C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12" name="Google Shape;7712;p536"/>
            <p:cNvSpPr/>
            <p:nvPr/>
          </p:nvSpPr>
          <p:spPr>
            <a:xfrm>
              <a:off x="5998163" y="1223813"/>
              <a:ext cx="336125" cy="285200"/>
            </a:xfrm>
            <a:custGeom>
              <a:avLst/>
              <a:gdLst/>
              <a:ahLst/>
              <a:cxnLst/>
              <a:rect l="l" t="t" r="r" b="b"/>
              <a:pathLst>
                <a:path w="13445" h="11408" extrusionOk="0">
                  <a:moveTo>
                    <a:pt x="13445" y="0"/>
                  </a:moveTo>
                  <a:lnTo>
                    <a:pt x="8362" y="404"/>
                  </a:lnTo>
                  <a:lnTo>
                    <a:pt x="9349" y="1836"/>
                  </a:lnTo>
                  <a:lnTo>
                    <a:pt x="7025" y="3576"/>
                  </a:lnTo>
                  <a:lnTo>
                    <a:pt x="6696" y="3852"/>
                  </a:lnTo>
                  <a:lnTo>
                    <a:pt x="6717" y="4170"/>
                  </a:lnTo>
                  <a:lnTo>
                    <a:pt x="7163" y="9412"/>
                  </a:lnTo>
                  <a:lnTo>
                    <a:pt x="4341" y="9094"/>
                  </a:lnTo>
                  <a:lnTo>
                    <a:pt x="4266" y="9094"/>
                  </a:lnTo>
                  <a:lnTo>
                    <a:pt x="4203" y="9115"/>
                  </a:lnTo>
                  <a:lnTo>
                    <a:pt x="1" y="11407"/>
                  </a:lnTo>
                  <a:lnTo>
                    <a:pt x="4298" y="9571"/>
                  </a:lnTo>
                  <a:lnTo>
                    <a:pt x="7524" y="10240"/>
                  </a:lnTo>
                  <a:lnTo>
                    <a:pt x="7969" y="10346"/>
                  </a:lnTo>
                  <a:lnTo>
                    <a:pt x="7969" y="9826"/>
                  </a:lnTo>
                  <a:lnTo>
                    <a:pt x="8086" y="4521"/>
                  </a:lnTo>
                  <a:lnTo>
                    <a:pt x="10272" y="3184"/>
                  </a:lnTo>
                  <a:lnTo>
                    <a:pt x="11248" y="4606"/>
                  </a:lnTo>
                  <a:lnTo>
                    <a:pt x="1344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713" name="Google Shape;7713;p536"/>
          <p:cNvSpPr/>
          <p:nvPr/>
        </p:nvSpPr>
        <p:spPr>
          <a:xfrm rot="10800000">
            <a:off x="7158463" y="1816522"/>
            <a:ext cx="1280400" cy="429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14" name="Google Shape;7714;p536"/>
          <p:cNvSpPr txBox="1"/>
          <p:nvPr/>
        </p:nvSpPr>
        <p:spPr>
          <a:xfrm>
            <a:off x="7085162" y="1558772"/>
            <a:ext cx="1671600" cy="184800"/>
          </a:xfrm>
          <a:prstGeom prst="rect">
            <a:avLst/>
          </a:prstGeom>
          <a:noFill/>
          <a:ln>
            <a:noFill/>
          </a:ln>
        </p:spPr>
        <p:txBody>
          <a:bodyPr spcFirstLastPara="1" wrap="square" lIns="91425" tIns="0" rIns="0" bIns="0" anchor="t" anchorCtr="0">
            <a:spAutoFit/>
          </a:bodyPr>
          <a:lstStyle/>
          <a:p>
            <a:pPr marL="0" lvl="0" indent="0" algn="l" rtl="0">
              <a:spcBef>
                <a:spcPts val="0"/>
              </a:spcBef>
              <a:spcAft>
                <a:spcPts val="0"/>
              </a:spcAft>
              <a:buNone/>
            </a:pPr>
            <a:r>
              <a:rPr lang="en" sz="600">
                <a:solidFill>
                  <a:schemeClr val="dk1"/>
                </a:solidFill>
                <a:latin typeface="IBM Plex Sans"/>
                <a:ea typeface="IBM Plex Sans"/>
                <a:cs typeface="IBM Plex Sans"/>
                <a:sym typeface="IBM Plex Sans"/>
              </a:rPr>
              <a:t>Teams have the insights to fix the highest </a:t>
            </a:r>
            <a:br>
              <a:rPr lang="en" sz="600">
                <a:solidFill>
                  <a:schemeClr val="dk1"/>
                </a:solidFill>
                <a:latin typeface="IBM Plex Sans"/>
                <a:ea typeface="IBM Plex Sans"/>
                <a:cs typeface="IBM Plex Sans"/>
                <a:sym typeface="IBM Plex Sans"/>
              </a:rPr>
            </a:br>
            <a:r>
              <a:rPr lang="en" sz="600">
                <a:solidFill>
                  <a:schemeClr val="dk1"/>
                </a:solidFill>
                <a:latin typeface="IBM Plex Sans"/>
                <a:ea typeface="IBM Plex Sans"/>
                <a:cs typeface="IBM Plex Sans"/>
                <a:sym typeface="IBM Plex Sans"/>
              </a:rPr>
              <a:t>ROI problems for business processes.</a:t>
            </a:r>
            <a:endParaRPr sz="600">
              <a:solidFill>
                <a:schemeClr val="dk1"/>
              </a:solidFill>
              <a:latin typeface="IBM Plex Sans"/>
              <a:ea typeface="IBM Plex Sans"/>
              <a:cs typeface="IBM Plex Sans"/>
              <a:sym typeface="IBM Plex Sans"/>
            </a:endParaRPr>
          </a:p>
        </p:txBody>
      </p:sp>
      <p:sp>
        <p:nvSpPr>
          <p:cNvPr id="7715" name="Google Shape;7715;p536"/>
          <p:cNvSpPr txBox="1"/>
          <p:nvPr/>
        </p:nvSpPr>
        <p:spPr>
          <a:xfrm>
            <a:off x="7364775" y="2005344"/>
            <a:ext cx="961800" cy="107700"/>
          </a:xfrm>
          <a:prstGeom prst="rect">
            <a:avLst/>
          </a:prstGeom>
          <a:noFill/>
          <a:ln>
            <a:noFill/>
          </a:ln>
        </p:spPr>
        <p:txBody>
          <a:bodyPr spcFirstLastPara="1" wrap="square" lIns="91425" tIns="0" rIns="0" bIns="0" anchor="t" anchorCtr="0">
            <a:spAutoFit/>
          </a:bodyPr>
          <a:lstStyle/>
          <a:p>
            <a:pPr marL="0" lvl="0" indent="0" algn="l" rtl="0">
              <a:spcBef>
                <a:spcPts val="0"/>
              </a:spcBef>
              <a:spcAft>
                <a:spcPts val="0"/>
              </a:spcAft>
              <a:buNone/>
            </a:pPr>
            <a:r>
              <a:rPr lang="en" sz="700" b="1">
                <a:solidFill>
                  <a:schemeClr val="dk1"/>
                </a:solidFill>
                <a:latin typeface="IBM Plex Sans"/>
                <a:ea typeface="IBM Plex Sans"/>
                <a:cs typeface="IBM Plex Sans"/>
                <a:sym typeface="IBM Plex Sans"/>
              </a:rPr>
              <a:t>Optimize</a:t>
            </a:r>
            <a:endParaRPr sz="700" b="1">
              <a:solidFill>
                <a:schemeClr val="dk1"/>
              </a:solidFill>
              <a:latin typeface="IBM Plex Sans"/>
              <a:ea typeface="IBM Plex Sans"/>
              <a:cs typeface="IBM Plex Sans"/>
              <a:sym typeface="IBM Plex Sans"/>
            </a:endParaRPr>
          </a:p>
        </p:txBody>
      </p:sp>
      <p:sp>
        <p:nvSpPr>
          <p:cNvPr id="7716" name="Google Shape;7716;p536"/>
          <p:cNvSpPr txBox="1"/>
          <p:nvPr/>
        </p:nvSpPr>
        <p:spPr>
          <a:xfrm>
            <a:off x="7364775" y="2142485"/>
            <a:ext cx="1418100" cy="184800"/>
          </a:xfrm>
          <a:prstGeom prst="rect">
            <a:avLst/>
          </a:prstGeom>
          <a:noFill/>
          <a:ln>
            <a:noFill/>
          </a:ln>
        </p:spPr>
        <p:txBody>
          <a:bodyPr spcFirstLastPara="1" wrap="square" lIns="91425" tIns="0" rIns="0" bIns="0" anchor="t" anchorCtr="0">
            <a:spAutoFit/>
          </a:bodyPr>
          <a:lstStyle/>
          <a:p>
            <a:pPr marL="0" lvl="0" indent="0" algn="l" rtl="0">
              <a:spcBef>
                <a:spcPts val="0"/>
              </a:spcBef>
              <a:spcAft>
                <a:spcPts val="0"/>
              </a:spcAft>
              <a:buNone/>
            </a:pPr>
            <a:r>
              <a:rPr lang="en" sz="600">
                <a:solidFill>
                  <a:schemeClr val="dk1"/>
                </a:solidFill>
                <a:latin typeface="IBM Plex Sans"/>
                <a:ea typeface="IBM Plex Sans"/>
                <a:cs typeface="IBM Plex Sans"/>
                <a:sym typeface="IBM Plex Sans"/>
              </a:rPr>
              <a:t>Monitor KPIs and analyze performance with one model for visualization.</a:t>
            </a:r>
            <a:endParaRPr sz="600">
              <a:solidFill>
                <a:schemeClr val="dk1"/>
              </a:solidFill>
              <a:latin typeface="IBM Plex Sans"/>
              <a:ea typeface="IBM Plex Sans"/>
              <a:cs typeface="IBM Plex Sans"/>
              <a:sym typeface="IBM Plex Sans"/>
            </a:endParaRPr>
          </a:p>
        </p:txBody>
      </p:sp>
      <p:grpSp>
        <p:nvGrpSpPr>
          <p:cNvPr id="7717" name="Google Shape;7717;p536"/>
          <p:cNvGrpSpPr/>
          <p:nvPr/>
        </p:nvGrpSpPr>
        <p:grpSpPr>
          <a:xfrm>
            <a:off x="7440311" y="301813"/>
            <a:ext cx="693064" cy="117000"/>
            <a:chOff x="8022186" y="4456800"/>
            <a:chExt cx="693064" cy="117000"/>
          </a:xfrm>
        </p:grpSpPr>
        <p:sp>
          <p:nvSpPr>
            <p:cNvPr id="7718" name="Google Shape;7718;p536"/>
            <p:cNvSpPr/>
            <p:nvPr/>
          </p:nvSpPr>
          <p:spPr>
            <a:xfrm>
              <a:off x="8022186" y="4456800"/>
              <a:ext cx="115800" cy="117000"/>
            </a:xfrm>
            <a:prstGeom prst="roundRect">
              <a:avLst>
                <a:gd name="adj" fmla="val 16667"/>
              </a:avLst>
            </a:prstGeom>
            <a:solidFill>
              <a:srgbClr val="C629CD"/>
            </a:solidFill>
            <a:ln>
              <a:noFill/>
            </a:ln>
          </p:spPr>
          <p:txBody>
            <a:bodyPr spcFirstLastPara="1" wrap="square" lIns="0" tIns="0" rIns="0" bIns="0" anchor="ctr" anchorCtr="0">
              <a:noAutofit/>
            </a:bodyPr>
            <a:lstStyle/>
            <a:p>
              <a:pPr marL="0" lvl="0" indent="0" algn="ctr" rtl="0">
                <a:spcBef>
                  <a:spcPts val="0"/>
                </a:spcBef>
                <a:spcAft>
                  <a:spcPts val="0"/>
                </a:spcAft>
                <a:buNone/>
              </a:pPr>
              <a:endParaRPr sz="500">
                <a:solidFill>
                  <a:schemeClr val="lt1"/>
                </a:solidFill>
                <a:latin typeface="IBM Plex Sans Medium"/>
                <a:ea typeface="IBM Plex Sans Medium"/>
                <a:cs typeface="IBM Plex Sans Medium"/>
                <a:sym typeface="IBM Plex Sans Medium"/>
              </a:endParaRPr>
            </a:p>
          </p:txBody>
        </p:sp>
        <p:sp>
          <p:nvSpPr>
            <p:cNvPr id="7719" name="Google Shape;7719;p536"/>
            <p:cNvSpPr txBox="1"/>
            <p:nvPr/>
          </p:nvSpPr>
          <p:spPr>
            <a:xfrm>
              <a:off x="8206150" y="4461463"/>
              <a:ext cx="509100" cy="1077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600">
                  <a:solidFill>
                    <a:schemeClr val="lt1"/>
                  </a:solidFill>
                  <a:latin typeface="IBM Plex Sans"/>
                  <a:ea typeface="IBM Plex Sans"/>
                  <a:cs typeface="IBM Plex Sans"/>
                  <a:sym typeface="IBM Plex Sans"/>
                </a:rPr>
                <a:t>AI enabled</a:t>
              </a:r>
              <a:endParaRPr sz="600">
                <a:solidFill>
                  <a:schemeClr val="lt1"/>
                </a:solidFill>
                <a:latin typeface="IBM Plex Sans"/>
                <a:ea typeface="IBM Plex Sans"/>
                <a:cs typeface="IBM Plex Sans"/>
                <a:sym typeface="IBM Plex Sans"/>
              </a:endParaRPr>
            </a:p>
          </p:txBody>
        </p:sp>
      </p:grpSp>
      <p:sp>
        <p:nvSpPr>
          <p:cNvPr id="7720" name="Google Shape;7720;p536"/>
          <p:cNvSpPr/>
          <p:nvPr/>
        </p:nvSpPr>
        <p:spPr>
          <a:xfrm>
            <a:off x="5157006" y="2372326"/>
            <a:ext cx="203400" cy="203400"/>
          </a:xfrm>
          <a:prstGeom prst="roundRect">
            <a:avLst>
              <a:gd name="adj" fmla="val 16667"/>
            </a:avLst>
          </a:prstGeom>
          <a:solidFill>
            <a:srgbClr val="C629CD"/>
          </a:solidFill>
          <a:ln>
            <a:noFill/>
          </a:ln>
        </p:spPr>
        <p:txBody>
          <a:bodyPr spcFirstLastPara="1" wrap="square" lIns="0" tIns="0" rIns="0" bIns="0" anchor="ctr" anchorCtr="0">
            <a:noAutofit/>
          </a:bodyPr>
          <a:lstStyle/>
          <a:p>
            <a:pPr marL="0" lvl="0" indent="0" algn="l" rtl="0">
              <a:spcBef>
                <a:spcPts val="0"/>
              </a:spcBef>
              <a:spcAft>
                <a:spcPts val="0"/>
              </a:spcAft>
              <a:buNone/>
            </a:pPr>
            <a:endParaRPr>
              <a:latin typeface="IBM Plex Sans"/>
              <a:ea typeface="IBM Plex Sans"/>
              <a:cs typeface="IBM Plex Sans"/>
              <a:sym typeface="IBM Plex Sans"/>
            </a:endParaRPr>
          </a:p>
        </p:txBody>
      </p:sp>
      <p:sp>
        <p:nvSpPr>
          <p:cNvPr id="7721" name="Google Shape;7721;p536"/>
          <p:cNvSpPr txBox="1"/>
          <p:nvPr/>
        </p:nvSpPr>
        <p:spPr>
          <a:xfrm>
            <a:off x="5360395" y="2387477"/>
            <a:ext cx="961800" cy="92400"/>
          </a:xfrm>
          <a:prstGeom prst="rect">
            <a:avLst/>
          </a:prstGeom>
          <a:noFill/>
          <a:ln>
            <a:noFill/>
          </a:ln>
        </p:spPr>
        <p:txBody>
          <a:bodyPr spcFirstLastPara="1" wrap="square" lIns="91425" tIns="0" rIns="0" bIns="0" anchor="t" anchorCtr="0">
            <a:spAutoFit/>
          </a:bodyPr>
          <a:lstStyle/>
          <a:p>
            <a:pPr marL="0" lvl="0" indent="0" algn="l" rtl="0">
              <a:spcBef>
                <a:spcPts val="0"/>
              </a:spcBef>
              <a:spcAft>
                <a:spcPts val="0"/>
              </a:spcAft>
              <a:buNone/>
            </a:pPr>
            <a:r>
              <a:rPr lang="en" sz="600" b="1">
                <a:solidFill>
                  <a:schemeClr val="dk1"/>
                </a:solidFill>
                <a:latin typeface="IBM Plex Sans"/>
                <a:ea typeface="IBM Plex Sans"/>
                <a:cs typeface="IBM Plex Sans"/>
                <a:sym typeface="IBM Plex Sans"/>
              </a:rPr>
              <a:t>Workers</a:t>
            </a:r>
            <a:endParaRPr sz="600" b="1">
              <a:solidFill>
                <a:schemeClr val="dk1"/>
              </a:solidFill>
              <a:latin typeface="IBM Plex Sans"/>
              <a:ea typeface="IBM Plex Sans"/>
              <a:cs typeface="IBM Plex Sans"/>
              <a:sym typeface="IBM Plex Sans"/>
            </a:endParaRPr>
          </a:p>
        </p:txBody>
      </p:sp>
      <p:sp>
        <p:nvSpPr>
          <p:cNvPr id="7722" name="Google Shape;7722;p536"/>
          <p:cNvSpPr txBox="1"/>
          <p:nvPr/>
        </p:nvSpPr>
        <p:spPr>
          <a:xfrm>
            <a:off x="5358049" y="2524632"/>
            <a:ext cx="1157700" cy="277200"/>
          </a:xfrm>
          <a:prstGeom prst="rect">
            <a:avLst/>
          </a:prstGeom>
          <a:noFill/>
          <a:ln>
            <a:noFill/>
          </a:ln>
        </p:spPr>
        <p:txBody>
          <a:bodyPr spcFirstLastPara="1" wrap="square" lIns="91425" tIns="0" rIns="0" bIns="0" anchor="t" anchorCtr="0">
            <a:spAutoFit/>
          </a:bodyPr>
          <a:lstStyle/>
          <a:p>
            <a:pPr marL="0" lvl="0" indent="0" algn="l" rtl="0">
              <a:spcBef>
                <a:spcPts val="0"/>
              </a:spcBef>
              <a:spcAft>
                <a:spcPts val="0"/>
              </a:spcAft>
              <a:buNone/>
            </a:pPr>
            <a:r>
              <a:rPr lang="en" sz="600">
                <a:solidFill>
                  <a:schemeClr val="dk1"/>
                </a:solidFill>
                <a:latin typeface="IBM Plex Sans"/>
                <a:ea typeface="IBM Plex Sans"/>
                <a:cs typeface="IBM Plex Sans"/>
                <a:sym typeface="IBM Plex Sans"/>
              </a:rPr>
              <a:t>AI agents, connectors, RPA, document handling, IDP, and custom workers.</a:t>
            </a:r>
            <a:endParaRPr>
              <a:solidFill>
                <a:schemeClr val="dk1"/>
              </a:solidFill>
            </a:endParaRPr>
          </a:p>
        </p:txBody>
      </p:sp>
      <p:sp>
        <p:nvSpPr>
          <p:cNvPr id="7723" name="Google Shape;7723;p536"/>
          <p:cNvSpPr txBox="1"/>
          <p:nvPr/>
        </p:nvSpPr>
        <p:spPr>
          <a:xfrm>
            <a:off x="602625" y="1356277"/>
            <a:ext cx="1845000" cy="184800"/>
          </a:xfrm>
          <a:prstGeom prst="rect">
            <a:avLst/>
          </a:prstGeom>
          <a:noFill/>
          <a:ln>
            <a:noFill/>
          </a:ln>
        </p:spPr>
        <p:txBody>
          <a:bodyPr spcFirstLastPara="1" wrap="square" lIns="91425" tIns="0" rIns="0" bIns="0" anchor="t" anchorCtr="0">
            <a:spAutoFit/>
          </a:bodyPr>
          <a:lstStyle/>
          <a:p>
            <a:pPr marL="0" lvl="0" indent="0" algn="l" rtl="0">
              <a:spcBef>
                <a:spcPts val="0"/>
              </a:spcBef>
              <a:spcAft>
                <a:spcPts val="0"/>
              </a:spcAft>
              <a:buNone/>
            </a:pPr>
            <a:r>
              <a:rPr lang="en" sz="1200">
                <a:solidFill>
                  <a:schemeClr val="dk1"/>
                </a:solidFill>
                <a:latin typeface="IBM Plex Sans"/>
                <a:ea typeface="IBM Plex Sans"/>
                <a:cs typeface="IBM Plex Sans"/>
                <a:sym typeface="IBM Plex Sans"/>
              </a:rPr>
              <a:t>Design &amp; Implement</a:t>
            </a:r>
            <a:endParaRPr sz="1200">
              <a:solidFill>
                <a:schemeClr val="dk1"/>
              </a:solidFill>
              <a:latin typeface="IBM Plex Sans"/>
              <a:ea typeface="IBM Plex Sans"/>
              <a:cs typeface="IBM Plex Sans"/>
              <a:sym typeface="IBM Plex Sans"/>
            </a:endParaRPr>
          </a:p>
        </p:txBody>
      </p:sp>
      <p:sp>
        <p:nvSpPr>
          <p:cNvPr id="7724" name="Google Shape;7724;p536"/>
          <p:cNvSpPr/>
          <p:nvPr/>
        </p:nvSpPr>
        <p:spPr>
          <a:xfrm rot="10800000">
            <a:off x="696589" y="1815767"/>
            <a:ext cx="1341900" cy="429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725" name="Google Shape;7725;p536"/>
          <p:cNvGrpSpPr/>
          <p:nvPr/>
        </p:nvGrpSpPr>
        <p:grpSpPr>
          <a:xfrm>
            <a:off x="717105" y="1973377"/>
            <a:ext cx="203423" cy="203423"/>
            <a:chOff x="2531625" y="1600200"/>
            <a:chExt cx="259800" cy="259800"/>
          </a:xfrm>
        </p:grpSpPr>
        <p:sp>
          <p:nvSpPr>
            <p:cNvPr id="7726" name="Google Shape;7726;p536"/>
            <p:cNvSpPr/>
            <p:nvPr/>
          </p:nvSpPr>
          <p:spPr>
            <a:xfrm>
              <a:off x="2531625" y="1600200"/>
              <a:ext cx="259800" cy="259800"/>
            </a:xfrm>
            <a:prstGeom prst="roundRect">
              <a:avLst>
                <a:gd name="adj" fmla="val 16667"/>
              </a:avLst>
            </a:prstGeom>
            <a:solidFill>
              <a:srgbClr val="C629C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727" name="Google Shape;7727;p536"/>
            <p:cNvGrpSpPr/>
            <p:nvPr/>
          </p:nvGrpSpPr>
          <p:grpSpPr>
            <a:xfrm>
              <a:off x="2560215" y="1703634"/>
              <a:ext cx="202277" cy="52727"/>
              <a:chOff x="2443850" y="2022150"/>
              <a:chExt cx="419400" cy="109325"/>
            </a:xfrm>
          </p:grpSpPr>
          <p:sp>
            <p:nvSpPr>
              <p:cNvPr id="7728" name="Google Shape;7728;p536"/>
              <p:cNvSpPr/>
              <p:nvPr/>
            </p:nvSpPr>
            <p:spPr>
              <a:xfrm>
                <a:off x="2443850" y="2038325"/>
                <a:ext cx="77200" cy="77225"/>
              </a:xfrm>
              <a:custGeom>
                <a:avLst/>
                <a:gdLst/>
                <a:ahLst/>
                <a:cxnLst/>
                <a:rect l="l" t="t" r="r" b="b"/>
                <a:pathLst>
                  <a:path w="3088" h="3089" extrusionOk="0">
                    <a:moveTo>
                      <a:pt x="1380" y="1"/>
                    </a:moveTo>
                    <a:lnTo>
                      <a:pt x="1231" y="33"/>
                    </a:lnTo>
                    <a:lnTo>
                      <a:pt x="1082" y="65"/>
                    </a:lnTo>
                    <a:lnTo>
                      <a:pt x="945" y="118"/>
                    </a:lnTo>
                    <a:lnTo>
                      <a:pt x="807" y="181"/>
                    </a:lnTo>
                    <a:lnTo>
                      <a:pt x="679" y="256"/>
                    </a:lnTo>
                    <a:lnTo>
                      <a:pt x="563" y="351"/>
                    </a:lnTo>
                    <a:lnTo>
                      <a:pt x="446" y="447"/>
                    </a:lnTo>
                    <a:lnTo>
                      <a:pt x="350" y="563"/>
                    </a:lnTo>
                    <a:lnTo>
                      <a:pt x="265" y="680"/>
                    </a:lnTo>
                    <a:lnTo>
                      <a:pt x="181" y="807"/>
                    </a:lnTo>
                    <a:lnTo>
                      <a:pt x="117" y="945"/>
                    </a:lnTo>
                    <a:lnTo>
                      <a:pt x="64" y="1083"/>
                    </a:lnTo>
                    <a:lnTo>
                      <a:pt x="32" y="1232"/>
                    </a:lnTo>
                    <a:lnTo>
                      <a:pt x="0" y="1380"/>
                    </a:lnTo>
                    <a:lnTo>
                      <a:pt x="0" y="1539"/>
                    </a:lnTo>
                    <a:lnTo>
                      <a:pt x="0" y="1699"/>
                    </a:lnTo>
                    <a:lnTo>
                      <a:pt x="32" y="1858"/>
                    </a:lnTo>
                    <a:lnTo>
                      <a:pt x="64" y="2006"/>
                    </a:lnTo>
                    <a:lnTo>
                      <a:pt x="117" y="2144"/>
                    </a:lnTo>
                    <a:lnTo>
                      <a:pt x="181" y="2282"/>
                    </a:lnTo>
                    <a:lnTo>
                      <a:pt x="265" y="2410"/>
                    </a:lnTo>
                    <a:lnTo>
                      <a:pt x="350" y="2526"/>
                    </a:lnTo>
                    <a:lnTo>
                      <a:pt x="446" y="2632"/>
                    </a:lnTo>
                    <a:lnTo>
                      <a:pt x="563" y="2738"/>
                    </a:lnTo>
                    <a:lnTo>
                      <a:pt x="679" y="2823"/>
                    </a:lnTo>
                    <a:lnTo>
                      <a:pt x="807" y="2898"/>
                    </a:lnTo>
                    <a:lnTo>
                      <a:pt x="945" y="2972"/>
                    </a:lnTo>
                    <a:lnTo>
                      <a:pt x="1082" y="3025"/>
                    </a:lnTo>
                    <a:lnTo>
                      <a:pt x="1231" y="3057"/>
                    </a:lnTo>
                    <a:lnTo>
                      <a:pt x="1380" y="3078"/>
                    </a:lnTo>
                    <a:lnTo>
                      <a:pt x="1539" y="3089"/>
                    </a:lnTo>
                    <a:lnTo>
                      <a:pt x="1698" y="3078"/>
                    </a:lnTo>
                    <a:lnTo>
                      <a:pt x="1857" y="3057"/>
                    </a:lnTo>
                    <a:lnTo>
                      <a:pt x="2006" y="3025"/>
                    </a:lnTo>
                    <a:lnTo>
                      <a:pt x="2144" y="2972"/>
                    </a:lnTo>
                    <a:lnTo>
                      <a:pt x="2281" y="2898"/>
                    </a:lnTo>
                    <a:lnTo>
                      <a:pt x="2409" y="2823"/>
                    </a:lnTo>
                    <a:lnTo>
                      <a:pt x="2526" y="2738"/>
                    </a:lnTo>
                    <a:lnTo>
                      <a:pt x="2632" y="2632"/>
                    </a:lnTo>
                    <a:lnTo>
                      <a:pt x="2738" y="2526"/>
                    </a:lnTo>
                    <a:lnTo>
                      <a:pt x="2823" y="2410"/>
                    </a:lnTo>
                    <a:lnTo>
                      <a:pt x="2908" y="2282"/>
                    </a:lnTo>
                    <a:lnTo>
                      <a:pt x="2971" y="2144"/>
                    </a:lnTo>
                    <a:lnTo>
                      <a:pt x="3024" y="2006"/>
                    </a:lnTo>
                    <a:lnTo>
                      <a:pt x="3056" y="1858"/>
                    </a:lnTo>
                    <a:lnTo>
                      <a:pt x="3077" y="1699"/>
                    </a:lnTo>
                    <a:lnTo>
                      <a:pt x="3088" y="1539"/>
                    </a:lnTo>
                    <a:lnTo>
                      <a:pt x="3077" y="1380"/>
                    </a:lnTo>
                    <a:lnTo>
                      <a:pt x="3056" y="1232"/>
                    </a:lnTo>
                    <a:lnTo>
                      <a:pt x="3024" y="1083"/>
                    </a:lnTo>
                    <a:lnTo>
                      <a:pt x="2971" y="945"/>
                    </a:lnTo>
                    <a:lnTo>
                      <a:pt x="2908" y="807"/>
                    </a:lnTo>
                    <a:lnTo>
                      <a:pt x="2823" y="680"/>
                    </a:lnTo>
                    <a:lnTo>
                      <a:pt x="2738" y="563"/>
                    </a:lnTo>
                    <a:lnTo>
                      <a:pt x="2632" y="447"/>
                    </a:lnTo>
                    <a:lnTo>
                      <a:pt x="2526" y="351"/>
                    </a:lnTo>
                    <a:lnTo>
                      <a:pt x="2409" y="256"/>
                    </a:lnTo>
                    <a:lnTo>
                      <a:pt x="2281" y="181"/>
                    </a:lnTo>
                    <a:lnTo>
                      <a:pt x="2144" y="118"/>
                    </a:lnTo>
                    <a:lnTo>
                      <a:pt x="2006" y="65"/>
                    </a:lnTo>
                    <a:lnTo>
                      <a:pt x="1857" y="33"/>
                    </a:lnTo>
                    <a:lnTo>
                      <a:pt x="169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29" name="Google Shape;7729;p536"/>
              <p:cNvSpPr/>
              <p:nvPr/>
            </p:nvSpPr>
            <p:spPr>
              <a:xfrm>
                <a:off x="2785775" y="2038325"/>
                <a:ext cx="77475" cy="77225"/>
              </a:xfrm>
              <a:custGeom>
                <a:avLst/>
                <a:gdLst/>
                <a:ahLst/>
                <a:cxnLst/>
                <a:rect l="l" t="t" r="r" b="b"/>
                <a:pathLst>
                  <a:path w="3099" h="3089" extrusionOk="0">
                    <a:moveTo>
                      <a:pt x="1391" y="1"/>
                    </a:moveTo>
                    <a:lnTo>
                      <a:pt x="1231" y="33"/>
                    </a:lnTo>
                    <a:lnTo>
                      <a:pt x="1083" y="65"/>
                    </a:lnTo>
                    <a:lnTo>
                      <a:pt x="945" y="118"/>
                    </a:lnTo>
                    <a:lnTo>
                      <a:pt x="807" y="181"/>
                    </a:lnTo>
                    <a:lnTo>
                      <a:pt x="680" y="256"/>
                    </a:lnTo>
                    <a:lnTo>
                      <a:pt x="563" y="351"/>
                    </a:lnTo>
                    <a:lnTo>
                      <a:pt x="457" y="447"/>
                    </a:lnTo>
                    <a:lnTo>
                      <a:pt x="351" y="563"/>
                    </a:lnTo>
                    <a:lnTo>
                      <a:pt x="266" y="680"/>
                    </a:lnTo>
                    <a:lnTo>
                      <a:pt x="192" y="807"/>
                    </a:lnTo>
                    <a:lnTo>
                      <a:pt x="128" y="945"/>
                    </a:lnTo>
                    <a:lnTo>
                      <a:pt x="75" y="1083"/>
                    </a:lnTo>
                    <a:lnTo>
                      <a:pt x="32" y="1232"/>
                    </a:lnTo>
                    <a:lnTo>
                      <a:pt x="11" y="1380"/>
                    </a:lnTo>
                    <a:lnTo>
                      <a:pt x="1" y="1539"/>
                    </a:lnTo>
                    <a:lnTo>
                      <a:pt x="11" y="1699"/>
                    </a:lnTo>
                    <a:lnTo>
                      <a:pt x="32" y="1858"/>
                    </a:lnTo>
                    <a:lnTo>
                      <a:pt x="75" y="2006"/>
                    </a:lnTo>
                    <a:lnTo>
                      <a:pt x="128" y="2144"/>
                    </a:lnTo>
                    <a:lnTo>
                      <a:pt x="192" y="2282"/>
                    </a:lnTo>
                    <a:lnTo>
                      <a:pt x="266" y="2410"/>
                    </a:lnTo>
                    <a:lnTo>
                      <a:pt x="351" y="2526"/>
                    </a:lnTo>
                    <a:lnTo>
                      <a:pt x="457" y="2632"/>
                    </a:lnTo>
                    <a:lnTo>
                      <a:pt x="563" y="2738"/>
                    </a:lnTo>
                    <a:lnTo>
                      <a:pt x="680" y="2823"/>
                    </a:lnTo>
                    <a:lnTo>
                      <a:pt x="807" y="2898"/>
                    </a:lnTo>
                    <a:lnTo>
                      <a:pt x="945" y="2972"/>
                    </a:lnTo>
                    <a:lnTo>
                      <a:pt x="1083" y="3025"/>
                    </a:lnTo>
                    <a:lnTo>
                      <a:pt x="1231" y="3057"/>
                    </a:lnTo>
                    <a:lnTo>
                      <a:pt x="1391" y="3078"/>
                    </a:lnTo>
                    <a:lnTo>
                      <a:pt x="1550" y="3089"/>
                    </a:lnTo>
                    <a:lnTo>
                      <a:pt x="1709" y="3078"/>
                    </a:lnTo>
                    <a:lnTo>
                      <a:pt x="1857" y="3057"/>
                    </a:lnTo>
                    <a:lnTo>
                      <a:pt x="2006" y="3025"/>
                    </a:lnTo>
                    <a:lnTo>
                      <a:pt x="2155" y="2972"/>
                    </a:lnTo>
                    <a:lnTo>
                      <a:pt x="2282" y="2898"/>
                    </a:lnTo>
                    <a:lnTo>
                      <a:pt x="2409" y="2823"/>
                    </a:lnTo>
                    <a:lnTo>
                      <a:pt x="2537" y="2738"/>
                    </a:lnTo>
                    <a:lnTo>
                      <a:pt x="2643" y="2632"/>
                    </a:lnTo>
                    <a:lnTo>
                      <a:pt x="2738" y="2526"/>
                    </a:lnTo>
                    <a:lnTo>
                      <a:pt x="2834" y="2410"/>
                    </a:lnTo>
                    <a:lnTo>
                      <a:pt x="2908" y="2282"/>
                    </a:lnTo>
                    <a:lnTo>
                      <a:pt x="2972" y="2144"/>
                    </a:lnTo>
                    <a:lnTo>
                      <a:pt x="3025" y="2006"/>
                    </a:lnTo>
                    <a:lnTo>
                      <a:pt x="3067" y="1858"/>
                    </a:lnTo>
                    <a:lnTo>
                      <a:pt x="3088" y="1699"/>
                    </a:lnTo>
                    <a:lnTo>
                      <a:pt x="3099" y="1539"/>
                    </a:lnTo>
                    <a:lnTo>
                      <a:pt x="3088" y="1380"/>
                    </a:lnTo>
                    <a:lnTo>
                      <a:pt x="3067" y="1232"/>
                    </a:lnTo>
                    <a:lnTo>
                      <a:pt x="3025" y="1083"/>
                    </a:lnTo>
                    <a:lnTo>
                      <a:pt x="2972" y="945"/>
                    </a:lnTo>
                    <a:lnTo>
                      <a:pt x="2908" y="807"/>
                    </a:lnTo>
                    <a:lnTo>
                      <a:pt x="2834" y="680"/>
                    </a:lnTo>
                    <a:lnTo>
                      <a:pt x="2738" y="563"/>
                    </a:lnTo>
                    <a:lnTo>
                      <a:pt x="2643" y="447"/>
                    </a:lnTo>
                    <a:lnTo>
                      <a:pt x="2537" y="351"/>
                    </a:lnTo>
                    <a:lnTo>
                      <a:pt x="2409" y="256"/>
                    </a:lnTo>
                    <a:lnTo>
                      <a:pt x="2282" y="181"/>
                    </a:lnTo>
                    <a:lnTo>
                      <a:pt x="2155" y="118"/>
                    </a:lnTo>
                    <a:lnTo>
                      <a:pt x="2006" y="65"/>
                    </a:lnTo>
                    <a:lnTo>
                      <a:pt x="1857" y="33"/>
                    </a:lnTo>
                    <a:lnTo>
                      <a:pt x="1709"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30" name="Google Shape;7730;p536"/>
              <p:cNvSpPr/>
              <p:nvPr/>
            </p:nvSpPr>
            <p:spPr>
              <a:xfrm>
                <a:off x="2550475" y="2038325"/>
                <a:ext cx="77500" cy="77225"/>
              </a:xfrm>
              <a:custGeom>
                <a:avLst/>
                <a:gdLst/>
                <a:ahLst/>
                <a:cxnLst/>
                <a:rect l="l" t="t" r="r" b="b"/>
                <a:pathLst>
                  <a:path w="3100" h="3089" extrusionOk="0">
                    <a:moveTo>
                      <a:pt x="1" y="1"/>
                    </a:moveTo>
                    <a:lnTo>
                      <a:pt x="1" y="3089"/>
                    </a:lnTo>
                    <a:lnTo>
                      <a:pt x="3099" y="3089"/>
                    </a:lnTo>
                    <a:lnTo>
                      <a:pt x="3099"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31" name="Google Shape;7731;p536"/>
              <p:cNvSpPr/>
              <p:nvPr/>
            </p:nvSpPr>
            <p:spPr>
              <a:xfrm>
                <a:off x="2651550" y="2022150"/>
                <a:ext cx="109325" cy="109325"/>
              </a:xfrm>
              <a:custGeom>
                <a:avLst/>
                <a:gdLst/>
                <a:ahLst/>
                <a:cxnLst/>
                <a:rect l="l" t="t" r="r" b="b"/>
                <a:pathLst>
                  <a:path w="4373" h="4373" extrusionOk="0">
                    <a:moveTo>
                      <a:pt x="2186" y="1"/>
                    </a:moveTo>
                    <a:lnTo>
                      <a:pt x="0" y="2186"/>
                    </a:lnTo>
                    <a:lnTo>
                      <a:pt x="2186" y="4372"/>
                    </a:lnTo>
                    <a:lnTo>
                      <a:pt x="4372" y="2186"/>
                    </a:lnTo>
                    <a:lnTo>
                      <a:pt x="218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7732" name="Google Shape;7732;p536"/>
          <p:cNvGrpSpPr/>
          <p:nvPr/>
        </p:nvGrpSpPr>
        <p:grpSpPr>
          <a:xfrm>
            <a:off x="828719" y="2674300"/>
            <a:ext cx="203423" cy="203423"/>
            <a:chOff x="2531625" y="1908351"/>
            <a:chExt cx="259800" cy="259800"/>
          </a:xfrm>
        </p:grpSpPr>
        <p:sp>
          <p:nvSpPr>
            <p:cNvPr id="7733" name="Google Shape;7733;p536"/>
            <p:cNvSpPr/>
            <p:nvPr/>
          </p:nvSpPr>
          <p:spPr>
            <a:xfrm>
              <a:off x="2531625" y="1908351"/>
              <a:ext cx="259800" cy="259800"/>
            </a:xfrm>
            <a:prstGeom prst="roundRect">
              <a:avLst>
                <a:gd name="adj" fmla="val 16667"/>
              </a:avLst>
            </a:prstGeom>
            <a:solidFill>
              <a:srgbClr val="C629C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734" name="Google Shape;7734;p536"/>
            <p:cNvGrpSpPr/>
            <p:nvPr/>
          </p:nvGrpSpPr>
          <p:grpSpPr>
            <a:xfrm>
              <a:off x="2582065" y="1969367"/>
              <a:ext cx="158957" cy="137779"/>
              <a:chOff x="788000" y="238125"/>
              <a:chExt cx="6043975" cy="5238750"/>
            </a:xfrm>
          </p:grpSpPr>
          <p:sp>
            <p:nvSpPr>
              <p:cNvPr id="7735" name="Google Shape;7735;p536"/>
              <p:cNvSpPr/>
              <p:nvPr/>
            </p:nvSpPr>
            <p:spPr>
              <a:xfrm>
                <a:off x="788000" y="238125"/>
                <a:ext cx="6043975" cy="1051550"/>
              </a:xfrm>
              <a:custGeom>
                <a:avLst/>
                <a:gdLst/>
                <a:ahLst/>
                <a:cxnLst/>
                <a:rect l="l" t="t" r="r" b="b"/>
                <a:pathLst>
                  <a:path w="241759" h="42062" extrusionOk="0">
                    <a:moveTo>
                      <a:pt x="0" y="0"/>
                    </a:moveTo>
                    <a:lnTo>
                      <a:pt x="0" y="42062"/>
                    </a:lnTo>
                    <a:lnTo>
                      <a:pt x="241759" y="42062"/>
                    </a:lnTo>
                    <a:lnTo>
                      <a:pt x="241759"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36" name="Google Shape;7736;p536"/>
              <p:cNvSpPr/>
              <p:nvPr/>
            </p:nvSpPr>
            <p:spPr>
              <a:xfrm>
                <a:off x="788000" y="2345925"/>
                <a:ext cx="6043975" cy="1051575"/>
              </a:xfrm>
              <a:custGeom>
                <a:avLst/>
                <a:gdLst/>
                <a:ahLst/>
                <a:cxnLst/>
                <a:rect l="l" t="t" r="r" b="b"/>
                <a:pathLst>
                  <a:path w="241759" h="42063" extrusionOk="0">
                    <a:moveTo>
                      <a:pt x="0" y="1"/>
                    </a:moveTo>
                    <a:lnTo>
                      <a:pt x="0" y="42062"/>
                    </a:lnTo>
                    <a:lnTo>
                      <a:pt x="241759" y="42062"/>
                    </a:lnTo>
                    <a:lnTo>
                      <a:pt x="241759"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37" name="Google Shape;7737;p536"/>
              <p:cNvSpPr/>
              <p:nvPr/>
            </p:nvSpPr>
            <p:spPr>
              <a:xfrm>
                <a:off x="788000" y="4444275"/>
                <a:ext cx="2614650" cy="1032600"/>
              </a:xfrm>
              <a:custGeom>
                <a:avLst/>
                <a:gdLst/>
                <a:ahLst/>
                <a:cxnLst/>
                <a:rect l="l" t="t" r="r" b="b"/>
                <a:pathLst>
                  <a:path w="104586" h="41304" extrusionOk="0">
                    <a:moveTo>
                      <a:pt x="0" y="0"/>
                    </a:moveTo>
                    <a:lnTo>
                      <a:pt x="0" y="41304"/>
                    </a:lnTo>
                    <a:lnTo>
                      <a:pt x="104585" y="41304"/>
                    </a:lnTo>
                    <a:lnTo>
                      <a:pt x="10458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7738" name="Google Shape;7738;p536"/>
          <p:cNvGrpSpPr/>
          <p:nvPr/>
        </p:nvGrpSpPr>
        <p:grpSpPr>
          <a:xfrm>
            <a:off x="828719" y="3686420"/>
            <a:ext cx="203423" cy="203423"/>
            <a:chOff x="2531625" y="2239293"/>
            <a:chExt cx="259800" cy="259800"/>
          </a:xfrm>
        </p:grpSpPr>
        <p:sp>
          <p:nvSpPr>
            <p:cNvPr id="7739" name="Google Shape;7739;p536"/>
            <p:cNvSpPr/>
            <p:nvPr/>
          </p:nvSpPr>
          <p:spPr>
            <a:xfrm>
              <a:off x="2531625" y="2239293"/>
              <a:ext cx="259800" cy="259800"/>
            </a:xfrm>
            <a:prstGeom prst="roundRect">
              <a:avLst>
                <a:gd name="adj" fmla="val 16667"/>
              </a:avLst>
            </a:prstGeom>
            <a:solidFill>
              <a:srgbClr val="C629C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740" name="Google Shape;7740;p536"/>
            <p:cNvGrpSpPr/>
            <p:nvPr/>
          </p:nvGrpSpPr>
          <p:grpSpPr>
            <a:xfrm>
              <a:off x="2564326" y="2345599"/>
              <a:ext cx="194310" cy="47102"/>
              <a:chOff x="238125" y="1991650"/>
              <a:chExt cx="7143750" cy="1731675"/>
            </a:xfrm>
          </p:grpSpPr>
          <p:sp>
            <p:nvSpPr>
              <p:cNvPr id="7741" name="Google Shape;7741;p536"/>
              <p:cNvSpPr/>
              <p:nvPr/>
            </p:nvSpPr>
            <p:spPr>
              <a:xfrm>
                <a:off x="238125" y="2199625"/>
                <a:ext cx="1315725" cy="1315725"/>
              </a:xfrm>
              <a:custGeom>
                <a:avLst/>
                <a:gdLst/>
                <a:ahLst/>
                <a:cxnLst/>
                <a:rect l="l" t="t" r="r" b="b"/>
                <a:pathLst>
                  <a:path w="52629" h="52629" extrusionOk="0">
                    <a:moveTo>
                      <a:pt x="26224" y="0"/>
                    </a:moveTo>
                    <a:lnTo>
                      <a:pt x="23511" y="181"/>
                    </a:lnTo>
                    <a:lnTo>
                      <a:pt x="20979" y="543"/>
                    </a:lnTo>
                    <a:lnTo>
                      <a:pt x="18447" y="1085"/>
                    </a:lnTo>
                    <a:lnTo>
                      <a:pt x="16096" y="1990"/>
                    </a:lnTo>
                    <a:lnTo>
                      <a:pt x="13745" y="3075"/>
                    </a:lnTo>
                    <a:lnTo>
                      <a:pt x="11575" y="4522"/>
                    </a:lnTo>
                    <a:lnTo>
                      <a:pt x="9585" y="5968"/>
                    </a:lnTo>
                    <a:lnTo>
                      <a:pt x="7596" y="7777"/>
                    </a:lnTo>
                    <a:lnTo>
                      <a:pt x="5968" y="9586"/>
                    </a:lnTo>
                    <a:lnTo>
                      <a:pt x="4341" y="11575"/>
                    </a:lnTo>
                    <a:lnTo>
                      <a:pt x="3075" y="13745"/>
                    </a:lnTo>
                    <a:lnTo>
                      <a:pt x="1989" y="16096"/>
                    </a:lnTo>
                    <a:lnTo>
                      <a:pt x="1085" y="18447"/>
                    </a:lnTo>
                    <a:lnTo>
                      <a:pt x="362" y="20979"/>
                    </a:lnTo>
                    <a:lnTo>
                      <a:pt x="0" y="23692"/>
                    </a:lnTo>
                    <a:lnTo>
                      <a:pt x="0" y="26405"/>
                    </a:lnTo>
                    <a:lnTo>
                      <a:pt x="0" y="29118"/>
                    </a:lnTo>
                    <a:lnTo>
                      <a:pt x="362" y="31650"/>
                    </a:lnTo>
                    <a:lnTo>
                      <a:pt x="1085" y="34182"/>
                    </a:lnTo>
                    <a:lnTo>
                      <a:pt x="1989" y="36533"/>
                    </a:lnTo>
                    <a:lnTo>
                      <a:pt x="3075" y="38884"/>
                    </a:lnTo>
                    <a:lnTo>
                      <a:pt x="4341" y="41054"/>
                    </a:lnTo>
                    <a:lnTo>
                      <a:pt x="5968" y="43043"/>
                    </a:lnTo>
                    <a:lnTo>
                      <a:pt x="7596" y="45033"/>
                    </a:lnTo>
                    <a:lnTo>
                      <a:pt x="9585" y="46661"/>
                    </a:lnTo>
                    <a:lnTo>
                      <a:pt x="11575" y="48288"/>
                    </a:lnTo>
                    <a:lnTo>
                      <a:pt x="13745" y="49554"/>
                    </a:lnTo>
                    <a:lnTo>
                      <a:pt x="16096" y="50639"/>
                    </a:lnTo>
                    <a:lnTo>
                      <a:pt x="18447" y="51544"/>
                    </a:lnTo>
                    <a:lnTo>
                      <a:pt x="20979" y="52086"/>
                    </a:lnTo>
                    <a:lnTo>
                      <a:pt x="23511" y="52629"/>
                    </a:lnTo>
                    <a:lnTo>
                      <a:pt x="28937" y="52629"/>
                    </a:lnTo>
                    <a:lnTo>
                      <a:pt x="31650" y="52086"/>
                    </a:lnTo>
                    <a:lnTo>
                      <a:pt x="34181" y="51544"/>
                    </a:lnTo>
                    <a:lnTo>
                      <a:pt x="36533" y="50639"/>
                    </a:lnTo>
                    <a:lnTo>
                      <a:pt x="38884" y="49554"/>
                    </a:lnTo>
                    <a:lnTo>
                      <a:pt x="41054" y="48288"/>
                    </a:lnTo>
                    <a:lnTo>
                      <a:pt x="43043" y="46661"/>
                    </a:lnTo>
                    <a:lnTo>
                      <a:pt x="44852" y="45033"/>
                    </a:lnTo>
                    <a:lnTo>
                      <a:pt x="46660" y="43043"/>
                    </a:lnTo>
                    <a:lnTo>
                      <a:pt x="48107" y="41054"/>
                    </a:lnTo>
                    <a:lnTo>
                      <a:pt x="49373" y="38884"/>
                    </a:lnTo>
                    <a:lnTo>
                      <a:pt x="50639" y="36533"/>
                    </a:lnTo>
                    <a:lnTo>
                      <a:pt x="51544" y="34182"/>
                    </a:lnTo>
                    <a:lnTo>
                      <a:pt x="52086" y="31650"/>
                    </a:lnTo>
                    <a:lnTo>
                      <a:pt x="52448" y="29118"/>
                    </a:lnTo>
                    <a:lnTo>
                      <a:pt x="52629" y="26405"/>
                    </a:lnTo>
                    <a:lnTo>
                      <a:pt x="52448" y="23692"/>
                    </a:lnTo>
                    <a:lnTo>
                      <a:pt x="52086" y="20979"/>
                    </a:lnTo>
                    <a:lnTo>
                      <a:pt x="51544" y="18447"/>
                    </a:lnTo>
                    <a:lnTo>
                      <a:pt x="50639" y="16096"/>
                    </a:lnTo>
                    <a:lnTo>
                      <a:pt x="49373" y="13745"/>
                    </a:lnTo>
                    <a:lnTo>
                      <a:pt x="48107" y="11575"/>
                    </a:lnTo>
                    <a:lnTo>
                      <a:pt x="46660" y="9586"/>
                    </a:lnTo>
                    <a:lnTo>
                      <a:pt x="44852" y="7777"/>
                    </a:lnTo>
                    <a:lnTo>
                      <a:pt x="43043" y="5968"/>
                    </a:lnTo>
                    <a:lnTo>
                      <a:pt x="41054" y="4522"/>
                    </a:lnTo>
                    <a:lnTo>
                      <a:pt x="38884" y="3075"/>
                    </a:lnTo>
                    <a:lnTo>
                      <a:pt x="36533" y="1990"/>
                    </a:lnTo>
                    <a:lnTo>
                      <a:pt x="34181" y="1085"/>
                    </a:lnTo>
                    <a:lnTo>
                      <a:pt x="31650" y="543"/>
                    </a:lnTo>
                    <a:lnTo>
                      <a:pt x="28937" y="181"/>
                    </a:lnTo>
                    <a:lnTo>
                      <a:pt x="2622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42" name="Google Shape;7742;p536"/>
              <p:cNvSpPr/>
              <p:nvPr/>
            </p:nvSpPr>
            <p:spPr>
              <a:xfrm>
                <a:off x="6066150" y="2199625"/>
                <a:ext cx="1315725" cy="1315725"/>
              </a:xfrm>
              <a:custGeom>
                <a:avLst/>
                <a:gdLst/>
                <a:ahLst/>
                <a:cxnLst/>
                <a:rect l="l" t="t" r="r" b="b"/>
                <a:pathLst>
                  <a:path w="52629" h="52629" extrusionOk="0">
                    <a:moveTo>
                      <a:pt x="26405" y="0"/>
                    </a:moveTo>
                    <a:lnTo>
                      <a:pt x="23692" y="181"/>
                    </a:lnTo>
                    <a:lnTo>
                      <a:pt x="20979" y="543"/>
                    </a:lnTo>
                    <a:lnTo>
                      <a:pt x="18448" y="1085"/>
                    </a:lnTo>
                    <a:lnTo>
                      <a:pt x="16096" y="1990"/>
                    </a:lnTo>
                    <a:lnTo>
                      <a:pt x="13745" y="3075"/>
                    </a:lnTo>
                    <a:lnTo>
                      <a:pt x="11575" y="4522"/>
                    </a:lnTo>
                    <a:lnTo>
                      <a:pt x="9586" y="5968"/>
                    </a:lnTo>
                    <a:lnTo>
                      <a:pt x="7777" y="7777"/>
                    </a:lnTo>
                    <a:lnTo>
                      <a:pt x="5969" y="9586"/>
                    </a:lnTo>
                    <a:lnTo>
                      <a:pt x="4522" y="11575"/>
                    </a:lnTo>
                    <a:lnTo>
                      <a:pt x="3256" y="13745"/>
                    </a:lnTo>
                    <a:lnTo>
                      <a:pt x="1990" y="16096"/>
                    </a:lnTo>
                    <a:lnTo>
                      <a:pt x="1266" y="18447"/>
                    </a:lnTo>
                    <a:lnTo>
                      <a:pt x="543" y="20979"/>
                    </a:lnTo>
                    <a:lnTo>
                      <a:pt x="181" y="23692"/>
                    </a:lnTo>
                    <a:lnTo>
                      <a:pt x="0" y="26405"/>
                    </a:lnTo>
                    <a:lnTo>
                      <a:pt x="181" y="29118"/>
                    </a:lnTo>
                    <a:lnTo>
                      <a:pt x="543" y="31650"/>
                    </a:lnTo>
                    <a:lnTo>
                      <a:pt x="1266" y="34182"/>
                    </a:lnTo>
                    <a:lnTo>
                      <a:pt x="1990" y="36533"/>
                    </a:lnTo>
                    <a:lnTo>
                      <a:pt x="3256" y="38884"/>
                    </a:lnTo>
                    <a:lnTo>
                      <a:pt x="4522" y="41054"/>
                    </a:lnTo>
                    <a:lnTo>
                      <a:pt x="5969" y="43043"/>
                    </a:lnTo>
                    <a:lnTo>
                      <a:pt x="7777" y="45033"/>
                    </a:lnTo>
                    <a:lnTo>
                      <a:pt x="9586" y="46661"/>
                    </a:lnTo>
                    <a:lnTo>
                      <a:pt x="11575" y="48288"/>
                    </a:lnTo>
                    <a:lnTo>
                      <a:pt x="13745" y="49554"/>
                    </a:lnTo>
                    <a:lnTo>
                      <a:pt x="16096" y="50639"/>
                    </a:lnTo>
                    <a:lnTo>
                      <a:pt x="18448" y="51544"/>
                    </a:lnTo>
                    <a:lnTo>
                      <a:pt x="20979" y="52086"/>
                    </a:lnTo>
                    <a:lnTo>
                      <a:pt x="23692" y="52629"/>
                    </a:lnTo>
                    <a:lnTo>
                      <a:pt x="29118" y="52629"/>
                    </a:lnTo>
                    <a:lnTo>
                      <a:pt x="31650" y="52086"/>
                    </a:lnTo>
                    <a:lnTo>
                      <a:pt x="34182" y="51544"/>
                    </a:lnTo>
                    <a:lnTo>
                      <a:pt x="36533" y="50639"/>
                    </a:lnTo>
                    <a:lnTo>
                      <a:pt x="38884" y="49554"/>
                    </a:lnTo>
                    <a:lnTo>
                      <a:pt x="41054" y="48288"/>
                    </a:lnTo>
                    <a:lnTo>
                      <a:pt x="43044" y="46661"/>
                    </a:lnTo>
                    <a:lnTo>
                      <a:pt x="45033" y="45033"/>
                    </a:lnTo>
                    <a:lnTo>
                      <a:pt x="46661" y="43043"/>
                    </a:lnTo>
                    <a:lnTo>
                      <a:pt x="48289" y="41054"/>
                    </a:lnTo>
                    <a:lnTo>
                      <a:pt x="49554" y="38884"/>
                    </a:lnTo>
                    <a:lnTo>
                      <a:pt x="50640" y="36533"/>
                    </a:lnTo>
                    <a:lnTo>
                      <a:pt x="51544" y="34182"/>
                    </a:lnTo>
                    <a:lnTo>
                      <a:pt x="52267" y="31650"/>
                    </a:lnTo>
                    <a:lnTo>
                      <a:pt x="52629" y="29118"/>
                    </a:lnTo>
                    <a:lnTo>
                      <a:pt x="52629" y="26405"/>
                    </a:lnTo>
                    <a:lnTo>
                      <a:pt x="52629" y="23692"/>
                    </a:lnTo>
                    <a:lnTo>
                      <a:pt x="52267" y="20979"/>
                    </a:lnTo>
                    <a:lnTo>
                      <a:pt x="51544" y="18447"/>
                    </a:lnTo>
                    <a:lnTo>
                      <a:pt x="50640" y="16096"/>
                    </a:lnTo>
                    <a:lnTo>
                      <a:pt x="49554" y="13745"/>
                    </a:lnTo>
                    <a:lnTo>
                      <a:pt x="48289" y="11575"/>
                    </a:lnTo>
                    <a:lnTo>
                      <a:pt x="46661" y="9586"/>
                    </a:lnTo>
                    <a:lnTo>
                      <a:pt x="45033" y="7777"/>
                    </a:lnTo>
                    <a:lnTo>
                      <a:pt x="43044" y="5968"/>
                    </a:lnTo>
                    <a:lnTo>
                      <a:pt x="41054" y="4522"/>
                    </a:lnTo>
                    <a:lnTo>
                      <a:pt x="38884" y="3075"/>
                    </a:lnTo>
                    <a:lnTo>
                      <a:pt x="36533" y="1990"/>
                    </a:lnTo>
                    <a:lnTo>
                      <a:pt x="34182" y="1085"/>
                    </a:lnTo>
                    <a:lnTo>
                      <a:pt x="31650" y="543"/>
                    </a:lnTo>
                    <a:lnTo>
                      <a:pt x="29118" y="181"/>
                    </a:lnTo>
                    <a:lnTo>
                      <a:pt x="2640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43" name="Google Shape;7743;p536"/>
              <p:cNvSpPr/>
              <p:nvPr/>
            </p:nvSpPr>
            <p:spPr>
              <a:xfrm>
                <a:off x="2941875" y="1991650"/>
                <a:ext cx="1736250" cy="1731675"/>
              </a:xfrm>
              <a:custGeom>
                <a:avLst/>
                <a:gdLst/>
                <a:ahLst/>
                <a:cxnLst/>
                <a:rect l="l" t="t" r="r" b="b"/>
                <a:pathLst>
                  <a:path w="69450" h="69267" extrusionOk="0">
                    <a:moveTo>
                      <a:pt x="36534" y="16639"/>
                    </a:moveTo>
                    <a:lnTo>
                      <a:pt x="38342" y="17000"/>
                    </a:lnTo>
                    <a:lnTo>
                      <a:pt x="40151" y="17362"/>
                    </a:lnTo>
                    <a:lnTo>
                      <a:pt x="41778" y="18085"/>
                    </a:lnTo>
                    <a:lnTo>
                      <a:pt x="43406" y="18809"/>
                    </a:lnTo>
                    <a:lnTo>
                      <a:pt x="44853" y="19713"/>
                    </a:lnTo>
                    <a:lnTo>
                      <a:pt x="46119" y="20798"/>
                    </a:lnTo>
                    <a:lnTo>
                      <a:pt x="47566" y="21883"/>
                    </a:lnTo>
                    <a:lnTo>
                      <a:pt x="48651" y="23149"/>
                    </a:lnTo>
                    <a:lnTo>
                      <a:pt x="49736" y="24596"/>
                    </a:lnTo>
                    <a:lnTo>
                      <a:pt x="50640" y="26043"/>
                    </a:lnTo>
                    <a:lnTo>
                      <a:pt x="51364" y="27671"/>
                    </a:lnTo>
                    <a:lnTo>
                      <a:pt x="51906" y="29298"/>
                    </a:lnTo>
                    <a:lnTo>
                      <a:pt x="52449" y="31107"/>
                    </a:lnTo>
                    <a:lnTo>
                      <a:pt x="52630" y="32735"/>
                    </a:lnTo>
                    <a:lnTo>
                      <a:pt x="52810" y="34724"/>
                    </a:lnTo>
                    <a:lnTo>
                      <a:pt x="52630" y="36532"/>
                    </a:lnTo>
                    <a:lnTo>
                      <a:pt x="52449" y="38341"/>
                    </a:lnTo>
                    <a:lnTo>
                      <a:pt x="51906" y="39969"/>
                    </a:lnTo>
                    <a:lnTo>
                      <a:pt x="51364" y="41596"/>
                    </a:lnTo>
                    <a:lnTo>
                      <a:pt x="50640" y="43224"/>
                    </a:lnTo>
                    <a:lnTo>
                      <a:pt x="49736" y="44671"/>
                    </a:lnTo>
                    <a:lnTo>
                      <a:pt x="48651" y="46118"/>
                    </a:lnTo>
                    <a:lnTo>
                      <a:pt x="47566" y="47384"/>
                    </a:lnTo>
                    <a:lnTo>
                      <a:pt x="46119" y="48650"/>
                    </a:lnTo>
                    <a:lnTo>
                      <a:pt x="44853" y="49554"/>
                    </a:lnTo>
                    <a:lnTo>
                      <a:pt x="43406" y="50458"/>
                    </a:lnTo>
                    <a:lnTo>
                      <a:pt x="41778" y="51362"/>
                    </a:lnTo>
                    <a:lnTo>
                      <a:pt x="40151" y="51905"/>
                    </a:lnTo>
                    <a:lnTo>
                      <a:pt x="38342" y="52267"/>
                    </a:lnTo>
                    <a:lnTo>
                      <a:pt x="36534" y="52628"/>
                    </a:lnTo>
                    <a:lnTo>
                      <a:pt x="32916" y="52628"/>
                    </a:lnTo>
                    <a:lnTo>
                      <a:pt x="31108" y="52267"/>
                    </a:lnTo>
                    <a:lnTo>
                      <a:pt x="29299" y="51905"/>
                    </a:lnTo>
                    <a:lnTo>
                      <a:pt x="27672" y="51362"/>
                    </a:lnTo>
                    <a:lnTo>
                      <a:pt x="26044" y="50458"/>
                    </a:lnTo>
                    <a:lnTo>
                      <a:pt x="24597" y="49554"/>
                    </a:lnTo>
                    <a:lnTo>
                      <a:pt x="23331" y="48650"/>
                    </a:lnTo>
                    <a:lnTo>
                      <a:pt x="21884" y="47384"/>
                    </a:lnTo>
                    <a:lnTo>
                      <a:pt x="20799" y="46118"/>
                    </a:lnTo>
                    <a:lnTo>
                      <a:pt x="19714" y="44671"/>
                    </a:lnTo>
                    <a:lnTo>
                      <a:pt x="18810" y="43224"/>
                    </a:lnTo>
                    <a:lnTo>
                      <a:pt x="18086" y="41596"/>
                    </a:lnTo>
                    <a:lnTo>
                      <a:pt x="17544" y="39969"/>
                    </a:lnTo>
                    <a:lnTo>
                      <a:pt x="17001" y="38341"/>
                    </a:lnTo>
                    <a:lnTo>
                      <a:pt x="16820" y="36532"/>
                    </a:lnTo>
                    <a:lnTo>
                      <a:pt x="16640" y="34724"/>
                    </a:lnTo>
                    <a:lnTo>
                      <a:pt x="16820" y="32735"/>
                    </a:lnTo>
                    <a:lnTo>
                      <a:pt x="17001" y="31107"/>
                    </a:lnTo>
                    <a:lnTo>
                      <a:pt x="17544" y="29298"/>
                    </a:lnTo>
                    <a:lnTo>
                      <a:pt x="18086" y="27671"/>
                    </a:lnTo>
                    <a:lnTo>
                      <a:pt x="18810" y="26043"/>
                    </a:lnTo>
                    <a:lnTo>
                      <a:pt x="19714" y="24596"/>
                    </a:lnTo>
                    <a:lnTo>
                      <a:pt x="20799" y="23149"/>
                    </a:lnTo>
                    <a:lnTo>
                      <a:pt x="21884" y="21883"/>
                    </a:lnTo>
                    <a:lnTo>
                      <a:pt x="23331" y="20798"/>
                    </a:lnTo>
                    <a:lnTo>
                      <a:pt x="24597" y="19713"/>
                    </a:lnTo>
                    <a:lnTo>
                      <a:pt x="26044" y="18809"/>
                    </a:lnTo>
                    <a:lnTo>
                      <a:pt x="27672" y="18085"/>
                    </a:lnTo>
                    <a:lnTo>
                      <a:pt x="29299" y="17362"/>
                    </a:lnTo>
                    <a:lnTo>
                      <a:pt x="31108" y="17000"/>
                    </a:lnTo>
                    <a:lnTo>
                      <a:pt x="32916" y="16639"/>
                    </a:lnTo>
                    <a:close/>
                    <a:moveTo>
                      <a:pt x="34725" y="0"/>
                    </a:moveTo>
                    <a:lnTo>
                      <a:pt x="31108" y="181"/>
                    </a:lnTo>
                    <a:lnTo>
                      <a:pt x="27672" y="723"/>
                    </a:lnTo>
                    <a:lnTo>
                      <a:pt x="24416" y="1628"/>
                    </a:lnTo>
                    <a:lnTo>
                      <a:pt x="21161" y="2713"/>
                    </a:lnTo>
                    <a:lnTo>
                      <a:pt x="18267" y="4160"/>
                    </a:lnTo>
                    <a:lnTo>
                      <a:pt x="15374" y="5968"/>
                    </a:lnTo>
                    <a:lnTo>
                      <a:pt x="12661" y="7958"/>
                    </a:lnTo>
                    <a:lnTo>
                      <a:pt x="10129" y="10128"/>
                    </a:lnTo>
                    <a:lnTo>
                      <a:pt x="7959" y="12660"/>
                    </a:lnTo>
                    <a:lnTo>
                      <a:pt x="5969" y="15373"/>
                    </a:lnTo>
                    <a:lnTo>
                      <a:pt x="4161" y="18085"/>
                    </a:lnTo>
                    <a:lnTo>
                      <a:pt x="2714" y="21160"/>
                    </a:lnTo>
                    <a:lnTo>
                      <a:pt x="1629" y="24415"/>
                    </a:lnTo>
                    <a:lnTo>
                      <a:pt x="724" y="27671"/>
                    </a:lnTo>
                    <a:lnTo>
                      <a:pt x="182" y="31107"/>
                    </a:lnTo>
                    <a:lnTo>
                      <a:pt x="1" y="34724"/>
                    </a:lnTo>
                    <a:lnTo>
                      <a:pt x="182" y="38160"/>
                    </a:lnTo>
                    <a:lnTo>
                      <a:pt x="724" y="41596"/>
                    </a:lnTo>
                    <a:lnTo>
                      <a:pt x="1629" y="45033"/>
                    </a:lnTo>
                    <a:lnTo>
                      <a:pt x="2714" y="48107"/>
                    </a:lnTo>
                    <a:lnTo>
                      <a:pt x="4161" y="51182"/>
                    </a:lnTo>
                    <a:lnTo>
                      <a:pt x="5969" y="54075"/>
                    </a:lnTo>
                    <a:lnTo>
                      <a:pt x="7959" y="56788"/>
                    </a:lnTo>
                    <a:lnTo>
                      <a:pt x="10129" y="59139"/>
                    </a:lnTo>
                    <a:lnTo>
                      <a:pt x="12661" y="61490"/>
                    </a:lnTo>
                    <a:lnTo>
                      <a:pt x="15374" y="63480"/>
                    </a:lnTo>
                    <a:lnTo>
                      <a:pt x="18267" y="65107"/>
                    </a:lnTo>
                    <a:lnTo>
                      <a:pt x="21161" y="66554"/>
                    </a:lnTo>
                    <a:lnTo>
                      <a:pt x="24416" y="67820"/>
                    </a:lnTo>
                    <a:lnTo>
                      <a:pt x="27672" y="68724"/>
                    </a:lnTo>
                    <a:lnTo>
                      <a:pt x="31108" y="69086"/>
                    </a:lnTo>
                    <a:lnTo>
                      <a:pt x="34725" y="69267"/>
                    </a:lnTo>
                    <a:lnTo>
                      <a:pt x="38342" y="69086"/>
                    </a:lnTo>
                    <a:lnTo>
                      <a:pt x="41778" y="68724"/>
                    </a:lnTo>
                    <a:lnTo>
                      <a:pt x="45034" y="67820"/>
                    </a:lnTo>
                    <a:lnTo>
                      <a:pt x="48289" y="66554"/>
                    </a:lnTo>
                    <a:lnTo>
                      <a:pt x="51183" y="65107"/>
                    </a:lnTo>
                    <a:lnTo>
                      <a:pt x="54076" y="63480"/>
                    </a:lnTo>
                    <a:lnTo>
                      <a:pt x="56789" y="61490"/>
                    </a:lnTo>
                    <a:lnTo>
                      <a:pt x="59321" y="59139"/>
                    </a:lnTo>
                    <a:lnTo>
                      <a:pt x="61491" y="56788"/>
                    </a:lnTo>
                    <a:lnTo>
                      <a:pt x="63481" y="54075"/>
                    </a:lnTo>
                    <a:lnTo>
                      <a:pt x="65289" y="51182"/>
                    </a:lnTo>
                    <a:lnTo>
                      <a:pt x="66736" y="48107"/>
                    </a:lnTo>
                    <a:lnTo>
                      <a:pt x="67821" y="45033"/>
                    </a:lnTo>
                    <a:lnTo>
                      <a:pt x="68726" y="41596"/>
                    </a:lnTo>
                    <a:lnTo>
                      <a:pt x="69268" y="38160"/>
                    </a:lnTo>
                    <a:lnTo>
                      <a:pt x="69449" y="34724"/>
                    </a:lnTo>
                    <a:lnTo>
                      <a:pt x="69268" y="31107"/>
                    </a:lnTo>
                    <a:lnTo>
                      <a:pt x="68726" y="27671"/>
                    </a:lnTo>
                    <a:lnTo>
                      <a:pt x="67821" y="24415"/>
                    </a:lnTo>
                    <a:lnTo>
                      <a:pt x="66736" y="21160"/>
                    </a:lnTo>
                    <a:lnTo>
                      <a:pt x="65289" y="18085"/>
                    </a:lnTo>
                    <a:lnTo>
                      <a:pt x="63481" y="15373"/>
                    </a:lnTo>
                    <a:lnTo>
                      <a:pt x="61491" y="12660"/>
                    </a:lnTo>
                    <a:lnTo>
                      <a:pt x="59321" y="10128"/>
                    </a:lnTo>
                    <a:lnTo>
                      <a:pt x="56789" y="7958"/>
                    </a:lnTo>
                    <a:lnTo>
                      <a:pt x="54076" y="5968"/>
                    </a:lnTo>
                    <a:lnTo>
                      <a:pt x="51183" y="4160"/>
                    </a:lnTo>
                    <a:lnTo>
                      <a:pt x="48289" y="2713"/>
                    </a:lnTo>
                    <a:lnTo>
                      <a:pt x="45034" y="1628"/>
                    </a:lnTo>
                    <a:lnTo>
                      <a:pt x="41778" y="723"/>
                    </a:lnTo>
                    <a:lnTo>
                      <a:pt x="38342" y="181"/>
                    </a:lnTo>
                    <a:lnTo>
                      <a:pt x="3472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44" name="Google Shape;7744;p536"/>
              <p:cNvSpPr/>
              <p:nvPr/>
            </p:nvSpPr>
            <p:spPr>
              <a:xfrm>
                <a:off x="893700" y="2633675"/>
                <a:ext cx="5832600" cy="452150"/>
              </a:xfrm>
              <a:custGeom>
                <a:avLst/>
                <a:gdLst/>
                <a:ahLst/>
                <a:cxnLst/>
                <a:rect l="l" t="t" r="r" b="b"/>
                <a:pathLst>
                  <a:path w="233304" h="18086" extrusionOk="0">
                    <a:moveTo>
                      <a:pt x="1" y="0"/>
                    </a:moveTo>
                    <a:lnTo>
                      <a:pt x="1" y="18086"/>
                    </a:lnTo>
                    <a:lnTo>
                      <a:pt x="90247" y="18086"/>
                    </a:lnTo>
                    <a:lnTo>
                      <a:pt x="90247" y="0"/>
                    </a:lnTo>
                    <a:close/>
                    <a:moveTo>
                      <a:pt x="143057" y="0"/>
                    </a:moveTo>
                    <a:lnTo>
                      <a:pt x="143057" y="18086"/>
                    </a:lnTo>
                    <a:lnTo>
                      <a:pt x="233303" y="18086"/>
                    </a:lnTo>
                    <a:lnTo>
                      <a:pt x="23330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7745" name="Google Shape;7745;p536"/>
          <p:cNvSpPr txBox="1"/>
          <p:nvPr/>
        </p:nvSpPr>
        <p:spPr>
          <a:xfrm>
            <a:off x="924750" y="1945201"/>
            <a:ext cx="906600" cy="107700"/>
          </a:xfrm>
          <a:prstGeom prst="rect">
            <a:avLst/>
          </a:prstGeom>
          <a:noFill/>
          <a:ln>
            <a:noFill/>
          </a:ln>
        </p:spPr>
        <p:txBody>
          <a:bodyPr spcFirstLastPara="1" wrap="square" lIns="91425" tIns="0" rIns="0" bIns="0" anchor="t" anchorCtr="0">
            <a:spAutoFit/>
          </a:bodyPr>
          <a:lstStyle/>
          <a:p>
            <a:pPr marL="0" lvl="0" indent="0" algn="l" rtl="0">
              <a:spcBef>
                <a:spcPts val="0"/>
              </a:spcBef>
              <a:spcAft>
                <a:spcPts val="0"/>
              </a:spcAft>
              <a:buNone/>
            </a:pPr>
            <a:r>
              <a:rPr lang="en" sz="700" b="1">
                <a:solidFill>
                  <a:schemeClr val="dk1"/>
                </a:solidFill>
                <a:latin typeface="IBM Plex Sans"/>
                <a:ea typeface="IBM Plex Sans"/>
                <a:cs typeface="IBM Plex Sans"/>
                <a:sym typeface="IBM Plex Sans"/>
              </a:rPr>
              <a:t>Modeler</a:t>
            </a:r>
            <a:endParaRPr sz="700" b="1">
              <a:solidFill>
                <a:schemeClr val="dk1"/>
              </a:solidFill>
              <a:latin typeface="IBM Plex Sans"/>
              <a:ea typeface="IBM Plex Sans"/>
              <a:cs typeface="IBM Plex Sans"/>
              <a:sym typeface="IBM Plex Sans"/>
            </a:endParaRPr>
          </a:p>
        </p:txBody>
      </p:sp>
      <p:sp>
        <p:nvSpPr>
          <p:cNvPr id="7746" name="Google Shape;7746;p536"/>
          <p:cNvSpPr txBox="1"/>
          <p:nvPr/>
        </p:nvSpPr>
        <p:spPr>
          <a:xfrm>
            <a:off x="924749" y="2059108"/>
            <a:ext cx="1753800" cy="184800"/>
          </a:xfrm>
          <a:prstGeom prst="rect">
            <a:avLst/>
          </a:prstGeom>
          <a:noFill/>
          <a:ln>
            <a:noFill/>
          </a:ln>
        </p:spPr>
        <p:txBody>
          <a:bodyPr spcFirstLastPara="1" wrap="square" lIns="91425" tIns="0" rIns="0" bIns="0" anchor="t" anchorCtr="0">
            <a:spAutoFit/>
          </a:bodyPr>
          <a:lstStyle/>
          <a:p>
            <a:pPr marL="12700" lvl="0" indent="0" algn="l" rtl="0">
              <a:spcBef>
                <a:spcPts val="0"/>
              </a:spcBef>
              <a:spcAft>
                <a:spcPts val="0"/>
              </a:spcAft>
              <a:buNone/>
            </a:pPr>
            <a:r>
              <a:rPr lang="en" sz="600">
                <a:solidFill>
                  <a:schemeClr val="dk1"/>
                </a:solidFill>
                <a:latin typeface="IBM Plex Sans"/>
                <a:ea typeface="IBM Plex Sans"/>
                <a:cs typeface="IBM Plex Sans"/>
                <a:sym typeface="IBM Plex Sans"/>
              </a:rPr>
              <a:t>Design BPMN process models and DMN decision tables, assisted by with AI Copilots.</a:t>
            </a:r>
            <a:endParaRPr>
              <a:solidFill>
                <a:schemeClr val="dk1"/>
              </a:solidFill>
            </a:endParaRPr>
          </a:p>
        </p:txBody>
      </p:sp>
      <p:sp>
        <p:nvSpPr>
          <p:cNvPr id="7747" name="Google Shape;7747;p536"/>
          <p:cNvSpPr txBox="1"/>
          <p:nvPr/>
        </p:nvSpPr>
        <p:spPr>
          <a:xfrm>
            <a:off x="609375" y="1584877"/>
            <a:ext cx="1808400" cy="184800"/>
          </a:xfrm>
          <a:prstGeom prst="rect">
            <a:avLst/>
          </a:prstGeom>
          <a:noFill/>
          <a:ln>
            <a:noFill/>
          </a:ln>
        </p:spPr>
        <p:txBody>
          <a:bodyPr spcFirstLastPara="1" wrap="square" lIns="91425" tIns="0" rIns="0" bIns="0" anchor="t" anchorCtr="0">
            <a:spAutoFit/>
          </a:bodyPr>
          <a:lstStyle/>
          <a:p>
            <a:pPr marL="0" lvl="0" indent="0" algn="l" rtl="0">
              <a:spcBef>
                <a:spcPts val="0"/>
              </a:spcBef>
              <a:spcAft>
                <a:spcPts val="0"/>
              </a:spcAft>
              <a:buNone/>
            </a:pPr>
            <a:r>
              <a:rPr lang="en" sz="600">
                <a:solidFill>
                  <a:schemeClr val="dk1"/>
                </a:solidFill>
                <a:latin typeface="IBM Plex Sans"/>
                <a:ea typeface="IBM Plex Sans"/>
                <a:cs typeface="IBM Plex Sans"/>
                <a:sym typeface="IBM Plex Sans"/>
              </a:rPr>
              <a:t>Developers &amp; business users collaborate to </a:t>
            </a:r>
            <a:br>
              <a:rPr lang="en" sz="600">
                <a:solidFill>
                  <a:schemeClr val="dk1"/>
                </a:solidFill>
                <a:latin typeface="IBM Plex Sans"/>
                <a:ea typeface="IBM Plex Sans"/>
                <a:cs typeface="IBM Plex Sans"/>
                <a:sym typeface="IBM Plex Sans"/>
              </a:rPr>
            </a:br>
            <a:r>
              <a:rPr lang="en" sz="600">
                <a:solidFill>
                  <a:schemeClr val="dk1"/>
                </a:solidFill>
                <a:latin typeface="IBM Plex Sans"/>
                <a:ea typeface="IBM Plex Sans"/>
                <a:cs typeface="IBM Plex Sans"/>
                <a:sym typeface="IBM Plex Sans"/>
              </a:rPr>
              <a:t>design processes, decisions, and forms.</a:t>
            </a:r>
            <a:endParaRPr sz="600" b="1">
              <a:solidFill>
                <a:schemeClr val="dk1"/>
              </a:solidFill>
              <a:latin typeface="IBM Plex Sans"/>
              <a:ea typeface="IBM Plex Sans"/>
              <a:cs typeface="IBM Plex Sans"/>
              <a:sym typeface="IBM Plex Sans"/>
            </a:endParaRPr>
          </a:p>
        </p:txBody>
      </p:sp>
      <p:grpSp>
        <p:nvGrpSpPr>
          <p:cNvPr id="7748" name="Google Shape;7748;p536"/>
          <p:cNvGrpSpPr/>
          <p:nvPr/>
        </p:nvGrpSpPr>
        <p:grpSpPr>
          <a:xfrm>
            <a:off x="828730" y="3331577"/>
            <a:ext cx="203400" cy="203400"/>
            <a:chOff x="1958394" y="1798521"/>
            <a:chExt cx="203400" cy="203400"/>
          </a:xfrm>
        </p:grpSpPr>
        <p:sp>
          <p:nvSpPr>
            <p:cNvPr id="7749" name="Google Shape;7749;p536"/>
            <p:cNvSpPr/>
            <p:nvPr/>
          </p:nvSpPr>
          <p:spPr>
            <a:xfrm>
              <a:off x="1958394" y="1798521"/>
              <a:ext cx="203400" cy="203400"/>
            </a:xfrm>
            <a:prstGeom prst="roundRect">
              <a:avLst>
                <a:gd name="adj" fmla="val 16667"/>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750" name="Google Shape;7750;p536"/>
            <p:cNvGrpSpPr/>
            <p:nvPr/>
          </p:nvGrpSpPr>
          <p:grpSpPr>
            <a:xfrm>
              <a:off x="1995412" y="1834267"/>
              <a:ext cx="123368" cy="117016"/>
              <a:chOff x="3479450" y="1575950"/>
              <a:chExt cx="386975" cy="367050"/>
            </a:xfrm>
          </p:grpSpPr>
          <p:sp>
            <p:nvSpPr>
              <p:cNvPr id="7751" name="Google Shape;7751;p536"/>
              <p:cNvSpPr/>
              <p:nvPr/>
            </p:nvSpPr>
            <p:spPr>
              <a:xfrm>
                <a:off x="3626475" y="1835050"/>
                <a:ext cx="92950" cy="23625"/>
              </a:xfrm>
              <a:custGeom>
                <a:avLst/>
                <a:gdLst/>
                <a:ahLst/>
                <a:cxnLst/>
                <a:rect l="l" t="t" r="r" b="b"/>
                <a:pathLst>
                  <a:path w="3718" h="945" extrusionOk="0">
                    <a:moveTo>
                      <a:pt x="0" y="0"/>
                    </a:moveTo>
                    <a:lnTo>
                      <a:pt x="0" y="944"/>
                    </a:lnTo>
                    <a:lnTo>
                      <a:pt x="3717" y="944"/>
                    </a:lnTo>
                    <a:lnTo>
                      <a:pt x="3717"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52" name="Google Shape;7752;p536"/>
              <p:cNvSpPr/>
              <p:nvPr/>
            </p:nvSpPr>
            <p:spPr>
              <a:xfrm>
                <a:off x="3479450" y="1575950"/>
                <a:ext cx="386975" cy="367050"/>
              </a:xfrm>
              <a:custGeom>
                <a:avLst/>
                <a:gdLst/>
                <a:ahLst/>
                <a:cxnLst/>
                <a:rect l="l" t="t" r="r" b="b"/>
                <a:pathLst>
                  <a:path w="15479" h="14682" extrusionOk="0">
                    <a:moveTo>
                      <a:pt x="7858" y="954"/>
                    </a:moveTo>
                    <a:lnTo>
                      <a:pt x="7976" y="974"/>
                    </a:lnTo>
                    <a:lnTo>
                      <a:pt x="8084" y="1003"/>
                    </a:lnTo>
                    <a:lnTo>
                      <a:pt x="8182" y="1042"/>
                    </a:lnTo>
                    <a:lnTo>
                      <a:pt x="8291" y="1092"/>
                    </a:lnTo>
                    <a:lnTo>
                      <a:pt x="8379" y="1151"/>
                    </a:lnTo>
                    <a:lnTo>
                      <a:pt x="8468" y="1210"/>
                    </a:lnTo>
                    <a:lnTo>
                      <a:pt x="8546" y="1288"/>
                    </a:lnTo>
                    <a:lnTo>
                      <a:pt x="8625" y="1367"/>
                    </a:lnTo>
                    <a:lnTo>
                      <a:pt x="8694" y="1455"/>
                    </a:lnTo>
                    <a:lnTo>
                      <a:pt x="8743" y="1554"/>
                    </a:lnTo>
                    <a:lnTo>
                      <a:pt x="8792" y="1652"/>
                    </a:lnTo>
                    <a:lnTo>
                      <a:pt x="8831" y="1750"/>
                    </a:lnTo>
                    <a:lnTo>
                      <a:pt x="8861" y="1868"/>
                    </a:lnTo>
                    <a:lnTo>
                      <a:pt x="8881" y="1977"/>
                    </a:lnTo>
                    <a:lnTo>
                      <a:pt x="8881" y="2095"/>
                    </a:lnTo>
                    <a:lnTo>
                      <a:pt x="8881" y="2213"/>
                    </a:lnTo>
                    <a:lnTo>
                      <a:pt x="8861" y="2321"/>
                    </a:lnTo>
                    <a:lnTo>
                      <a:pt x="8831" y="2429"/>
                    </a:lnTo>
                    <a:lnTo>
                      <a:pt x="8792" y="2537"/>
                    </a:lnTo>
                    <a:lnTo>
                      <a:pt x="8743" y="2635"/>
                    </a:lnTo>
                    <a:lnTo>
                      <a:pt x="8694" y="2734"/>
                    </a:lnTo>
                    <a:lnTo>
                      <a:pt x="8625" y="2822"/>
                    </a:lnTo>
                    <a:lnTo>
                      <a:pt x="8546" y="2901"/>
                    </a:lnTo>
                    <a:lnTo>
                      <a:pt x="8468" y="2980"/>
                    </a:lnTo>
                    <a:lnTo>
                      <a:pt x="8379" y="3039"/>
                    </a:lnTo>
                    <a:lnTo>
                      <a:pt x="8291" y="3098"/>
                    </a:lnTo>
                    <a:lnTo>
                      <a:pt x="8182" y="3147"/>
                    </a:lnTo>
                    <a:lnTo>
                      <a:pt x="8084" y="3186"/>
                    </a:lnTo>
                    <a:lnTo>
                      <a:pt x="7976" y="3216"/>
                    </a:lnTo>
                    <a:lnTo>
                      <a:pt x="7858" y="3235"/>
                    </a:lnTo>
                    <a:lnTo>
                      <a:pt x="7622" y="3235"/>
                    </a:lnTo>
                    <a:lnTo>
                      <a:pt x="7514" y="3216"/>
                    </a:lnTo>
                    <a:lnTo>
                      <a:pt x="7406" y="3186"/>
                    </a:lnTo>
                    <a:lnTo>
                      <a:pt x="7297" y="3147"/>
                    </a:lnTo>
                    <a:lnTo>
                      <a:pt x="7199" y="3098"/>
                    </a:lnTo>
                    <a:lnTo>
                      <a:pt x="7101" y="3039"/>
                    </a:lnTo>
                    <a:lnTo>
                      <a:pt x="7012" y="2980"/>
                    </a:lnTo>
                    <a:lnTo>
                      <a:pt x="6934" y="2901"/>
                    </a:lnTo>
                    <a:lnTo>
                      <a:pt x="6865" y="2822"/>
                    </a:lnTo>
                    <a:lnTo>
                      <a:pt x="6796" y="2734"/>
                    </a:lnTo>
                    <a:lnTo>
                      <a:pt x="6737" y="2635"/>
                    </a:lnTo>
                    <a:lnTo>
                      <a:pt x="6688" y="2537"/>
                    </a:lnTo>
                    <a:lnTo>
                      <a:pt x="6648" y="2429"/>
                    </a:lnTo>
                    <a:lnTo>
                      <a:pt x="6629" y="2321"/>
                    </a:lnTo>
                    <a:lnTo>
                      <a:pt x="6609" y="2213"/>
                    </a:lnTo>
                    <a:lnTo>
                      <a:pt x="6599" y="2095"/>
                    </a:lnTo>
                    <a:lnTo>
                      <a:pt x="6609" y="1977"/>
                    </a:lnTo>
                    <a:lnTo>
                      <a:pt x="6629" y="1868"/>
                    </a:lnTo>
                    <a:lnTo>
                      <a:pt x="6648" y="1750"/>
                    </a:lnTo>
                    <a:lnTo>
                      <a:pt x="6688" y="1652"/>
                    </a:lnTo>
                    <a:lnTo>
                      <a:pt x="6737" y="1554"/>
                    </a:lnTo>
                    <a:lnTo>
                      <a:pt x="6796" y="1455"/>
                    </a:lnTo>
                    <a:lnTo>
                      <a:pt x="6865" y="1367"/>
                    </a:lnTo>
                    <a:lnTo>
                      <a:pt x="6934" y="1288"/>
                    </a:lnTo>
                    <a:lnTo>
                      <a:pt x="7012" y="1210"/>
                    </a:lnTo>
                    <a:lnTo>
                      <a:pt x="7101" y="1151"/>
                    </a:lnTo>
                    <a:lnTo>
                      <a:pt x="7199" y="1092"/>
                    </a:lnTo>
                    <a:lnTo>
                      <a:pt x="7297" y="1042"/>
                    </a:lnTo>
                    <a:lnTo>
                      <a:pt x="7406" y="1003"/>
                    </a:lnTo>
                    <a:lnTo>
                      <a:pt x="7514" y="974"/>
                    </a:lnTo>
                    <a:lnTo>
                      <a:pt x="7622" y="954"/>
                    </a:lnTo>
                    <a:close/>
                    <a:moveTo>
                      <a:pt x="8025" y="4169"/>
                    </a:moveTo>
                    <a:lnTo>
                      <a:pt x="8025" y="4661"/>
                    </a:lnTo>
                    <a:lnTo>
                      <a:pt x="7465" y="4661"/>
                    </a:lnTo>
                    <a:lnTo>
                      <a:pt x="7465" y="4169"/>
                    </a:lnTo>
                    <a:lnTo>
                      <a:pt x="7602" y="4179"/>
                    </a:lnTo>
                    <a:lnTo>
                      <a:pt x="7740" y="4189"/>
                    </a:lnTo>
                    <a:lnTo>
                      <a:pt x="7887" y="4179"/>
                    </a:lnTo>
                    <a:lnTo>
                      <a:pt x="8025" y="4169"/>
                    </a:lnTo>
                    <a:close/>
                    <a:moveTo>
                      <a:pt x="1427" y="7031"/>
                    </a:moveTo>
                    <a:lnTo>
                      <a:pt x="1427" y="10364"/>
                    </a:lnTo>
                    <a:lnTo>
                      <a:pt x="955" y="10364"/>
                    </a:lnTo>
                    <a:lnTo>
                      <a:pt x="955" y="7031"/>
                    </a:lnTo>
                    <a:close/>
                    <a:moveTo>
                      <a:pt x="14535" y="7031"/>
                    </a:moveTo>
                    <a:lnTo>
                      <a:pt x="14535" y="10364"/>
                    </a:lnTo>
                    <a:lnTo>
                      <a:pt x="14053" y="10364"/>
                    </a:lnTo>
                    <a:lnTo>
                      <a:pt x="14053" y="7031"/>
                    </a:lnTo>
                    <a:close/>
                    <a:moveTo>
                      <a:pt x="13109" y="5615"/>
                    </a:moveTo>
                    <a:lnTo>
                      <a:pt x="13109" y="12125"/>
                    </a:lnTo>
                    <a:lnTo>
                      <a:pt x="2381" y="12125"/>
                    </a:lnTo>
                    <a:lnTo>
                      <a:pt x="2381" y="5615"/>
                    </a:lnTo>
                    <a:close/>
                    <a:moveTo>
                      <a:pt x="9598" y="13078"/>
                    </a:moveTo>
                    <a:lnTo>
                      <a:pt x="9598" y="13737"/>
                    </a:lnTo>
                    <a:lnTo>
                      <a:pt x="5881" y="13737"/>
                    </a:lnTo>
                    <a:lnTo>
                      <a:pt x="5881" y="13078"/>
                    </a:lnTo>
                    <a:close/>
                    <a:moveTo>
                      <a:pt x="7740" y="0"/>
                    </a:moveTo>
                    <a:lnTo>
                      <a:pt x="7533" y="10"/>
                    </a:lnTo>
                    <a:lnTo>
                      <a:pt x="7317" y="39"/>
                    </a:lnTo>
                    <a:lnTo>
                      <a:pt x="7120" y="98"/>
                    </a:lnTo>
                    <a:lnTo>
                      <a:pt x="6924" y="167"/>
                    </a:lnTo>
                    <a:lnTo>
                      <a:pt x="6747" y="256"/>
                    </a:lnTo>
                    <a:lnTo>
                      <a:pt x="6570" y="354"/>
                    </a:lnTo>
                    <a:lnTo>
                      <a:pt x="6412" y="482"/>
                    </a:lnTo>
                    <a:lnTo>
                      <a:pt x="6265" y="620"/>
                    </a:lnTo>
                    <a:lnTo>
                      <a:pt x="6127" y="767"/>
                    </a:lnTo>
                    <a:lnTo>
                      <a:pt x="6009" y="924"/>
                    </a:lnTo>
                    <a:lnTo>
                      <a:pt x="5901" y="1101"/>
                    </a:lnTo>
                    <a:lnTo>
                      <a:pt x="5813" y="1278"/>
                    </a:lnTo>
                    <a:lnTo>
                      <a:pt x="5744" y="1475"/>
                    </a:lnTo>
                    <a:lnTo>
                      <a:pt x="5695" y="1672"/>
                    </a:lnTo>
                    <a:lnTo>
                      <a:pt x="5655" y="1878"/>
                    </a:lnTo>
                    <a:lnTo>
                      <a:pt x="5645" y="2095"/>
                    </a:lnTo>
                    <a:lnTo>
                      <a:pt x="5655" y="2222"/>
                    </a:lnTo>
                    <a:lnTo>
                      <a:pt x="5665" y="2350"/>
                    </a:lnTo>
                    <a:lnTo>
                      <a:pt x="5685" y="2478"/>
                    </a:lnTo>
                    <a:lnTo>
                      <a:pt x="5714" y="2596"/>
                    </a:lnTo>
                    <a:lnTo>
                      <a:pt x="5744" y="2714"/>
                    </a:lnTo>
                    <a:lnTo>
                      <a:pt x="5783" y="2832"/>
                    </a:lnTo>
                    <a:lnTo>
                      <a:pt x="5832" y="2950"/>
                    </a:lnTo>
                    <a:lnTo>
                      <a:pt x="5881" y="3058"/>
                    </a:lnTo>
                    <a:lnTo>
                      <a:pt x="5940" y="3166"/>
                    </a:lnTo>
                    <a:lnTo>
                      <a:pt x="6009" y="3265"/>
                    </a:lnTo>
                    <a:lnTo>
                      <a:pt x="6078" y="3363"/>
                    </a:lnTo>
                    <a:lnTo>
                      <a:pt x="6157" y="3461"/>
                    </a:lnTo>
                    <a:lnTo>
                      <a:pt x="6235" y="3550"/>
                    </a:lnTo>
                    <a:lnTo>
                      <a:pt x="6324" y="3638"/>
                    </a:lnTo>
                    <a:lnTo>
                      <a:pt x="6412" y="3717"/>
                    </a:lnTo>
                    <a:lnTo>
                      <a:pt x="6511" y="3786"/>
                    </a:lnTo>
                    <a:lnTo>
                      <a:pt x="6511" y="4661"/>
                    </a:lnTo>
                    <a:lnTo>
                      <a:pt x="1427" y="4661"/>
                    </a:lnTo>
                    <a:lnTo>
                      <a:pt x="1427" y="4995"/>
                    </a:lnTo>
                    <a:lnTo>
                      <a:pt x="1427" y="5615"/>
                    </a:lnTo>
                    <a:lnTo>
                      <a:pt x="1427" y="6077"/>
                    </a:lnTo>
                    <a:lnTo>
                      <a:pt x="1" y="6077"/>
                    </a:lnTo>
                    <a:lnTo>
                      <a:pt x="1" y="11308"/>
                    </a:lnTo>
                    <a:lnTo>
                      <a:pt x="1427" y="11308"/>
                    </a:lnTo>
                    <a:lnTo>
                      <a:pt x="1427" y="13078"/>
                    </a:lnTo>
                    <a:lnTo>
                      <a:pt x="4937" y="13078"/>
                    </a:lnTo>
                    <a:lnTo>
                      <a:pt x="4937" y="14681"/>
                    </a:lnTo>
                    <a:lnTo>
                      <a:pt x="10552" y="14681"/>
                    </a:lnTo>
                    <a:lnTo>
                      <a:pt x="10552" y="13078"/>
                    </a:lnTo>
                    <a:lnTo>
                      <a:pt x="14053" y="13078"/>
                    </a:lnTo>
                    <a:lnTo>
                      <a:pt x="14053" y="11308"/>
                    </a:lnTo>
                    <a:lnTo>
                      <a:pt x="15479" y="11308"/>
                    </a:lnTo>
                    <a:lnTo>
                      <a:pt x="15479" y="6077"/>
                    </a:lnTo>
                    <a:lnTo>
                      <a:pt x="14053" y="6077"/>
                    </a:lnTo>
                    <a:lnTo>
                      <a:pt x="14053" y="4661"/>
                    </a:lnTo>
                    <a:lnTo>
                      <a:pt x="8969" y="4661"/>
                    </a:lnTo>
                    <a:lnTo>
                      <a:pt x="8969" y="3786"/>
                    </a:lnTo>
                    <a:lnTo>
                      <a:pt x="9067" y="3717"/>
                    </a:lnTo>
                    <a:lnTo>
                      <a:pt x="9156" y="3638"/>
                    </a:lnTo>
                    <a:lnTo>
                      <a:pt x="9244" y="3550"/>
                    </a:lnTo>
                    <a:lnTo>
                      <a:pt x="9333" y="3461"/>
                    </a:lnTo>
                    <a:lnTo>
                      <a:pt x="9402" y="3363"/>
                    </a:lnTo>
                    <a:lnTo>
                      <a:pt x="9480" y="3265"/>
                    </a:lnTo>
                    <a:lnTo>
                      <a:pt x="9539" y="3166"/>
                    </a:lnTo>
                    <a:lnTo>
                      <a:pt x="9598" y="3058"/>
                    </a:lnTo>
                    <a:lnTo>
                      <a:pt x="9657" y="2950"/>
                    </a:lnTo>
                    <a:lnTo>
                      <a:pt x="9697" y="2832"/>
                    </a:lnTo>
                    <a:lnTo>
                      <a:pt x="9746" y="2714"/>
                    </a:lnTo>
                    <a:lnTo>
                      <a:pt x="9775" y="2596"/>
                    </a:lnTo>
                    <a:lnTo>
                      <a:pt x="9805" y="2478"/>
                    </a:lnTo>
                    <a:lnTo>
                      <a:pt x="9825" y="2350"/>
                    </a:lnTo>
                    <a:lnTo>
                      <a:pt x="9834" y="2222"/>
                    </a:lnTo>
                    <a:lnTo>
                      <a:pt x="9834" y="2095"/>
                    </a:lnTo>
                    <a:lnTo>
                      <a:pt x="9825" y="1878"/>
                    </a:lnTo>
                    <a:lnTo>
                      <a:pt x="9795" y="1672"/>
                    </a:lnTo>
                    <a:lnTo>
                      <a:pt x="9746" y="1475"/>
                    </a:lnTo>
                    <a:lnTo>
                      <a:pt x="9667" y="1278"/>
                    </a:lnTo>
                    <a:lnTo>
                      <a:pt x="9579" y="1101"/>
                    </a:lnTo>
                    <a:lnTo>
                      <a:pt x="9480" y="924"/>
                    </a:lnTo>
                    <a:lnTo>
                      <a:pt x="9362" y="767"/>
                    </a:lnTo>
                    <a:lnTo>
                      <a:pt x="9225" y="620"/>
                    </a:lnTo>
                    <a:lnTo>
                      <a:pt x="9077" y="482"/>
                    </a:lnTo>
                    <a:lnTo>
                      <a:pt x="8910" y="354"/>
                    </a:lnTo>
                    <a:lnTo>
                      <a:pt x="8743" y="256"/>
                    </a:lnTo>
                    <a:lnTo>
                      <a:pt x="8556" y="167"/>
                    </a:lnTo>
                    <a:lnTo>
                      <a:pt x="8369" y="98"/>
                    </a:lnTo>
                    <a:lnTo>
                      <a:pt x="8163" y="39"/>
                    </a:lnTo>
                    <a:lnTo>
                      <a:pt x="7956" y="10"/>
                    </a:lnTo>
                    <a:lnTo>
                      <a:pt x="774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53" name="Google Shape;7753;p536"/>
              <p:cNvSpPr/>
              <p:nvPr/>
            </p:nvSpPr>
            <p:spPr>
              <a:xfrm>
                <a:off x="3559100" y="1738925"/>
                <a:ext cx="227675" cy="82875"/>
              </a:xfrm>
              <a:custGeom>
                <a:avLst/>
                <a:gdLst/>
                <a:ahLst/>
                <a:cxnLst/>
                <a:rect l="l" t="t" r="r" b="b"/>
                <a:pathLst>
                  <a:path w="9107" h="3315" extrusionOk="0">
                    <a:moveTo>
                      <a:pt x="1732" y="954"/>
                    </a:moveTo>
                    <a:lnTo>
                      <a:pt x="1800" y="964"/>
                    </a:lnTo>
                    <a:lnTo>
                      <a:pt x="1869" y="984"/>
                    </a:lnTo>
                    <a:lnTo>
                      <a:pt x="1938" y="1004"/>
                    </a:lnTo>
                    <a:lnTo>
                      <a:pt x="1997" y="1033"/>
                    </a:lnTo>
                    <a:lnTo>
                      <a:pt x="2056" y="1072"/>
                    </a:lnTo>
                    <a:lnTo>
                      <a:pt x="2115" y="1112"/>
                    </a:lnTo>
                    <a:lnTo>
                      <a:pt x="2164" y="1161"/>
                    </a:lnTo>
                    <a:lnTo>
                      <a:pt x="2204" y="1210"/>
                    </a:lnTo>
                    <a:lnTo>
                      <a:pt x="2243" y="1259"/>
                    </a:lnTo>
                    <a:lnTo>
                      <a:pt x="2282" y="1318"/>
                    </a:lnTo>
                    <a:lnTo>
                      <a:pt x="2312" y="1387"/>
                    </a:lnTo>
                    <a:lnTo>
                      <a:pt x="2341" y="1446"/>
                    </a:lnTo>
                    <a:lnTo>
                      <a:pt x="2351" y="1515"/>
                    </a:lnTo>
                    <a:lnTo>
                      <a:pt x="2361" y="1584"/>
                    </a:lnTo>
                    <a:lnTo>
                      <a:pt x="2371" y="1662"/>
                    </a:lnTo>
                    <a:lnTo>
                      <a:pt x="2361" y="1731"/>
                    </a:lnTo>
                    <a:lnTo>
                      <a:pt x="2351" y="1800"/>
                    </a:lnTo>
                    <a:lnTo>
                      <a:pt x="2341" y="1869"/>
                    </a:lnTo>
                    <a:lnTo>
                      <a:pt x="2312" y="1928"/>
                    </a:lnTo>
                    <a:lnTo>
                      <a:pt x="2282" y="1997"/>
                    </a:lnTo>
                    <a:lnTo>
                      <a:pt x="2243" y="2056"/>
                    </a:lnTo>
                    <a:lnTo>
                      <a:pt x="2204" y="2105"/>
                    </a:lnTo>
                    <a:lnTo>
                      <a:pt x="2164" y="2154"/>
                    </a:lnTo>
                    <a:lnTo>
                      <a:pt x="2115" y="2203"/>
                    </a:lnTo>
                    <a:lnTo>
                      <a:pt x="2056" y="2243"/>
                    </a:lnTo>
                    <a:lnTo>
                      <a:pt x="1997" y="2282"/>
                    </a:lnTo>
                    <a:lnTo>
                      <a:pt x="1938" y="2311"/>
                    </a:lnTo>
                    <a:lnTo>
                      <a:pt x="1869" y="2331"/>
                    </a:lnTo>
                    <a:lnTo>
                      <a:pt x="1800" y="2351"/>
                    </a:lnTo>
                    <a:lnTo>
                      <a:pt x="1732" y="2361"/>
                    </a:lnTo>
                    <a:lnTo>
                      <a:pt x="1594" y="2361"/>
                    </a:lnTo>
                    <a:lnTo>
                      <a:pt x="1515" y="2351"/>
                    </a:lnTo>
                    <a:lnTo>
                      <a:pt x="1456" y="2331"/>
                    </a:lnTo>
                    <a:lnTo>
                      <a:pt x="1387" y="2311"/>
                    </a:lnTo>
                    <a:lnTo>
                      <a:pt x="1328" y="2282"/>
                    </a:lnTo>
                    <a:lnTo>
                      <a:pt x="1269" y="2243"/>
                    </a:lnTo>
                    <a:lnTo>
                      <a:pt x="1210" y="2203"/>
                    </a:lnTo>
                    <a:lnTo>
                      <a:pt x="1161" y="2154"/>
                    </a:lnTo>
                    <a:lnTo>
                      <a:pt x="1122" y="2105"/>
                    </a:lnTo>
                    <a:lnTo>
                      <a:pt x="1073" y="2056"/>
                    </a:lnTo>
                    <a:lnTo>
                      <a:pt x="1043" y="1997"/>
                    </a:lnTo>
                    <a:lnTo>
                      <a:pt x="1014" y="1928"/>
                    </a:lnTo>
                    <a:lnTo>
                      <a:pt x="984" y="1869"/>
                    </a:lnTo>
                    <a:lnTo>
                      <a:pt x="974" y="1800"/>
                    </a:lnTo>
                    <a:lnTo>
                      <a:pt x="955" y="1731"/>
                    </a:lnTo>
                    <a:lnTo>
                      <a:pt x="955" y="1662"/>
                    </a:lnTo>
                    <a:lnTo>
                      <a:pt x="955" y="1584"/>
                    </a:lnTo>
                    <a:lnTo>
                      <a:pt x="974" y="1515"/>
                    </a:lnTo>
                    <a:lnTo>
                      <a:pt x="984" y="1446"/>
                    </a:lnTo>
                    <a:lnTo>
                      <a:pt x="1014" y="1387"/>
                    </a:lnTo>
                    <a:lnTo>
                      <a:pt x="1043" y="1318"/>
                    </a:lnTo>
                    <a:lnTo>
                      <a:pt x="1073" y="1259"/>
                    </a:lnTo>
                    <a:lnTo>
                      <a:pt x="1122" y="1210"/>
                    </a:lnTo>
                    <a:lnTo>
                      <a:pt x="1161" y="1161"/>
                    </a:lnTo>
                    <a:lnTo>
                      <a:pt x="1210" y="1112"/>
                    </a:lnTo>
                    <a:lnTo>
                      <a:pt x="1269" y="1072"/>
                    </a:lnTo>
                    <a:lnTo>
                      <a:pt x="1328" y="1033"/>
                    </a:lnTo>
                    <a:lnTo>
                      <a:pt x="1387" y="1004"/>
                    </a:lnTo>
                    <a:lnTo>
                      <a:pt x="1456" y="984"/>
                    </a:lnTo>
                    <a:lnTo>
                      <a:pt x="1515" y="964"/>
                    </a:lnTo>
                    <a:lnTo>
                      <a:pt x="1594" y="954"/>
                    </a:lnTo>
                    <a:close/>
                    <a:moveTo>
                      <a:pt x="7524" y="954"/>
                    </a:moveTo>
                    <a:lnTo>
                      <a:pt x="7592" y="964"/>
                    </a:lnTo>
                    <a:lnTo>
                      <a:pt x="7661" y="984"/>
                    </a:lnTo>
                    <a:lnTo>
                      <a:pt x="7730" y="1004"/>
                    </a:lnTo>
                    <a:lnTo>
                      <a:pt x="7789" y="1033"/>
                    </a:lnTo>
                    <a:lnTo>
                      <a:pt x="7848" y="1072"/>
                    </a:lnTo>
                    <a:lnTo>
                      <a:pt x="7897" y="1112"/>
                    </a:lnTo>
                    <a:lnTo>
                      <a:pt x="7946" y="1161"/>
                    </a:lnTo>
                    <a:lnTo>
                      <a:pt x="7996" y="1210"/>
                    </a:lnTo>
                    <a:lnTo>
                      <a:pt x="8035" y="1259"/>
                    </a:lnTo>
                    <a:lnTo>
                      <a:pt x="8074" y="1318"/>
                    </a:lnTo>
                    <a:lnTo>
                      <a:pt x="8104" y="1387"/>
                    </a:lnTo>
                    <a:lnTo>
                      <a:pt x="8123" y="1446"/>
                    </a:lnTo>
                    <a:lnTo>
                      <a:pt x="8143" y="1515"/>
                    </a:lnTo>
                    <a:lnTo>
                      <a:pt x="8153" y="1584"/>
                    </a:lnTo>
                    <a:lnTo>
                      <a:pt x="8153" y="1662"/>
                    </a:lnTo>
                    <a:lnTo>
                      <a:pt x="8153" y="1731"/>
                    </a:lnTo>
                    <a:lnTo>
                      <a:pt x="8143" y="1800"/>
                    </a:lnTo>
                    <a:lnTo>
                      <a:pt x="8123" y="1869"/>
                    </a:lnTo>
                    <a:lnTo>
                      <a:pt x="8104" y="1928"/>
                    </a:lnTo>
                    <a:lnTo>
                      <a:pt x="8074" y="1997"/>
                    </a:lnTo>
                    <a:lnTo>
                      <a:pt x="8035" y="2056"/>
                    </a:lnTo>
                    <a:lnTo>
                      <a:pt x="7996" y="2105"/>
                    </a:lnTo>
                    <a:lnTo>
                      <a:pt x="7946" y="2154"/>
                    </a:lnTo>
                    <a:lnTo>
                      <a:pt x="7897" y="2203"/>
                    </a:lnTo>
                    <a:lnTo>
                      <a:pt x="7848" y="2243"/>
                    </a:lnTo>
                    <a:lnTo>
                      <a:pt x="7789" y="2282"/>
                    </a:lnTo>
                    <a:lnTo>
                      <a:pt x="7730" y="2311"/>
                    </a:lnTo>
                    <a:lnTo>
                      <a:pt x="7661" y="2331"/>
                    </a:lnTo>
                    <a:lnTo>
                      <a:pt x="7592" y="2351"/>
                    </a:lnTo>
                    <a:lnTo>
                      <a:pt x="7524" y="2361"/>
                    </a:lnTo>
                    <a:lnTo>
                      <a:pt x="7376" y="2361"/>
                    </a:lnTo>
                    <a:lnTo>
                      <a:pt x="7307" y="2351"/>
                    </a:lnTo>
                    <a:lnTo>
                      <a:pt x="7238" y="2331"/>
                    </a:lnTo>
                    <a:lnTo>
                      <a:pt x="7179" y="2311"/>
                    </a:lnTo>
                    <a:lnTo>
                      <a:pt x="7111" y="2282"/>
                    </a:lnTo>
                    <a:lnTo>
                      <a:pt x="7061" y="2243"/>
                    </a:lnTo>
                    <a:lnTo>
                      <a:pt x="7002" y="2203"/>
                    </a:lnTo>
                    <a:lnTo>
                      <a:pt x="6953" y="2154"/>
                    </a:lnTo>
                    <a:lnTo>
                      <a:pt x="6904" y="2105"/>
                    </a:lnTo>
                    <a:lnTo>
                      <a:pt x="6865" y="2056"/>
                    </a:lnTo>
                    <a:lnTo>
                      <a:pt x="6835" y="1997"/>
                    </a:lnTo>
                    <a:lnTo>
                      <a:pt x="6796" y="1928"/>
                    </a:lnTo>
                    <a:lnTo>
                      <a:pt x="6776" y="1869"/>
                    </a:lnTo>
                    <a:lnTo>
                      <a:pt x="6757" y="1800"/>
                    </a:lnTo>
                    <a:lnTo>
                      <a:pt x="6747" y="1731"/>
                    </a:lnTo>
                    <a:lnTo>
                      <a:pt x="6747" y="1662"/>
                    </a:lnTo>
                    <a:lnTo>
                      <a:pt x="6747" y="1584"/>
                    </a:lnTo>
                    <a:lnTo>
                      <a:pt x="6757" y="1515"/>
                    </a:lnTo>
                    <a:lnTo>
                      <a:pt x="6776" y="1446"/>
                    </a:lnTo>
                    <a:lnTo>
                      <a:pt x="6796" y="1387"/>
                    </a:lnTo>
                    <a:lnTo>
                      <a:pt x="6835" y="1318"/>
                    </a:lnTo>
                    <a:lnTo>
                      <a:pt x="6865" y="1259"/>
                    </a:lnTo>
                    <a:lnTo>
                      <a:pt x="6904" y="1210"/>
                    </a:lnTo>
                    <a:lnTo>
                      <a:pt x="6953" y="1161"/>
                    </a:lnTo>
                    <a:lnTo>
                      <a:pt x="7002" y="1112"/>
                    </a:lnTo>
                    <a:lnTo>
                      <a:pt x="7061" y="1072"/>
                    </a:lnTo>
                    <a:lnTo>
                      <a:pt x="7111" y="1033"/>
                    </a:lnTo>
                    <a:lnTo>
                      <a:pt x="7179" y="1004"/>
                    </a:lnTo>
                    <a:lnTo>
                      <a:pt x="7238" y="984"/>
                    </a:lnTo>
                    <a:lnTo>
                      <a:pt x="7307" y="964"/>
                    </a:lnTo>
                    <a:lnTo>
                      <a:pt x="7376" y="954"/>
                    </a:lnTo>
                    <a:close/>
                    <a:moveTo>
                      <a:pt x="1663" y="1"/>
                    </a:moveTo>
                    <a:lnTo>
                      <a:pt x="1496" y="10"/>
                    </a:lnTo>
                    <a:lnTo>
                      <a:pt x="1328" y="30"/>
                    </a:lnTo>
                    <a:lnTo>
                      <a:pt x="1171" y="79"/>
                    </a:lnTo>
                    <a:lnTo>
                      <a:pt x="1014" y="128"/>
                    </a:lnTo>
                    <a:lnTo>
                      <a:pt x="876" y="197"/>
                    </a:lnTo>
                    <a:lnTo>
                      <a:pt x="738" y="286"/>
                    </a:lnTo>
                    <a:lnTo>
                      <a:pt x="611" y="374"/>
                    </a:lnTo>
                    <a:lnTo>
                      <a:pt x="493" y="482"/>
                    </a:lnTo>
                    <a:lnTo>
                      <a:pt x="384" y="600"/>
                    </a:lnTo>
                    <a:lnTo>
                      <a:pt x="286" y="728"/>
                    </a:lnTo>
                    <a:lnTo>
                      <a:pt x="207" y="866"/>
                    </a:lnTo>
                    <a:lnTo>
                      <a:pt x="139" y="1013"/>
                    </a:lnTo>
                    <a:lnTo>
                      <a:pt x="80" y="1161"/>
                    </a:lnTo>
                    <a:lnTo>
                      <a:pt x="40" y="1328"/>
                    </a:lnTo>
                    <a:lnTo>
                      <a:pt x="11" y="1485"/>
                    </a:lnTo>
                    <a:lnTo>
                      <a:pt x="1" y="1662"/>
                    </a:lnTo>
                    <a:lnTo>
                      <a:pt x="11" y="1830"/>
                    </a:lnTo>
                    <a:lnTo>
                      <a:pt x="40" y="1987"/>
                    </a:lnTo>
                    <a:lnTo>
                      <a:pt x="80" y="2154"/>
                    </a:lnTo>
                    <a:lnTo>
                      <a:pt x="139" y="2302"/>
                    </a:lnTo>
                    <a:lnTo>
                      <a:pt x="207" y="2449"/>
                    </a:lnTo>
                    <a:lnTo>
                      <a:pt x="286" y="2587"/>
                    </a:lnTo>
                    <a:lnTo>
                      <a:pt x="384" y="2715"/>
                    </a:lnTo>
                    <a:lnTo>
                      <a:pt x="493" y="2833"/>
                    </a:lnTo>
                    <a:lnTo>
                      <a:pt x="611" y="2941"/>
                    </a:lnTo>
                    <a:lnTo>
                      <a:pt x="738" y="3029"/>
                    </a:lnTo>
                    <a:lnTo>
                      <a:pt x="876" y="3118"/>
                    </a:lnTo>
                    <a:lnTo>
                      <a:pt x="1014" y="3187"/>
                    </a:lnTo>
                    <a:lnTo>
                      <a:pt x="1171" y="3246"/>
                    </a:lnTo>
                    <a:lnTo>
                      <a:pt x="1328" y="3285"/>
                    </a:lnTo>
                    <a:lnTo>
                      <a:pt x="1496" y="3305"/>
                    </a:lnTo>
                    <a:lnTo>
                      <a:pt x="1663" y="3314"/>
                    </a:lnTo>
                    <a:lnTo>
                      <a:pt x="1830" y="3305"/>
                    </a:lnTo>
                    <a:lnTo>
                      <a:pt x="1997" y="3285"/>
                    </a:lnTo>
                    <a:lnTo>
                      <a:pt x="2155" y="3246"/>
                    </a:lnTo>
                    <a:lnTo>
                      <a:pt x="2312" y="3187"/>
                    </a:lnTo>
                    <a:lnTo>
                      <a:pt x="2450" y="3118"/>
                    </a:lnTo>
                    <a:lnTo>
                      <a:pt x="2587" y="3029"/>
                    </a:lnTo>
                    <a:lnTo>
                      <a:pt x="2715" y="2941"/>
                    </a:lnTo>
                    <a:lnTo>
                      <a:pt x="2833" y="2833"/>
                    </a:lnTo>
                    <a:lnTo>
                      <a:pt x="2941" y="2715"/>
                    </a:lnTo>
                    <a:lnTo>
                      <a:pt x="3040" y="2587"/>
                    </a:lnTo>
                    <a:lnTo>
                      <a:pt x="3118" y="2449"/>
                    </a:lnTo>
                    <a:lnTo>
                      <a:pt x="3187" y="2302"/>
                    </a:lnTo>
                    <a:lnTo>
                      <a:pt x="3246" y="2154"/>
                    </a:lnTo>
                    <a:lnTo>
                      <a:pt x="3285" y="1987"/>
                    </a:lnTo>
                    <a:lnTo>
                      <a:pt x="3315" y="1830"/>
                    </a:lnTo>
                    <a:lnTo>
                      <a:pt x="3325" y="1662"/>
                    </a:lnTo>
                    <a:lnTo>
                      <a:pt x="3315" y="1485"/>
                    </a:lnTo>
                    <a:lnTo>
                      <a:pt x="3285" y="1328"/>
                    </a:lnTo>
                    <a:lnTo>
                      <a:pt x="3246" y="1161"/>
                    </a:lnTo>
                    <a:lnTo>
                      <a:pt x="3187" y="1013"/>
                    </a:lnTo>
                    <a:lnTo>
                      <a:pt x="3118" y="866"/>
                    </a:lnTo>
                    <a:lnTo>
                      <a:pt x="3040" y="728"/>
                    </a:lnTo>
                    <a:lnTo>
                      <a:pt x="2941" y="600"/>
                    </a:lnTo>
                    <a:lnTo>
                      <a:pt x="2833" y="482"/>
                    </a:lnTo>
                    <a:lnTo>
                      <a:pt x="2715" y="374"/>
                    </a:lnTo>
                    <a:lnTo>
                      <a:pt x="2587" y="286"/>
                    </a:lnTo>
                    <a:lnTo>
                      <a:pt x="2450" y="197"/>
                    </a:lnTo>
                    <a:lnTo>
                      <a:pt x="2312" y="128"/>
                    </a:lnTo>
                    <a:lnTo>
                      <a:pt x="2155" y="79"/>
                    </a:lnTo>
                    <a:lnTo>
                      <a:pt x="1997" y="30"/>
                    </a:lnTo>
                    <a:lnTo>
                      <a:pt x="1830" y="10"/>
                    </a:lnTo>
                    <a:lnTo>
                      <a:pt x="1663" y="1"/>
                    </a:lnTo>
                    <a:close/>
                    <a:moveTo>
                      <a:pt x="7455" y="1"/>
                    </a:moveTo>
                    <a:lnTo>
                      <a:pt x="7278" y="10"/>
                    </a:lnTo>
                    <a:lnTo>
                      <a:pt x="7120" y="30"/>
                    </a:lnTo>
                    <a:lnTo>
                      <a:pt x="6963" y="79"/>
                    </a:lnTo>
                    <a:lnTo>
                      <a:pt x="6806" y="128"/>
                    </a:lnTo>
                    <a:lnTo>
                      <a:pt x="6658" y="197"/>
                    </a:lnTo>
                    <a:lnTo>
                      <a:pt x="6521" y="286"/>
                    </a:lnTo>
                    <a:lnTo>
                      <a:pt x="6393" y="374"/>
                    </a:lnTo>
                    <a:lnTo>
                      <a:pt x="6285" y="482"/>
                    </a:lnTo>
                    <a:lnTo>
                      <a:pt x="6176" y="600"/>
                    </a:lnTo>
                    <a:lnTo>
                      <a:pt x="6078" y="728"/>
                    </a:lnTo>
                    <a:lnTo>
                      <a:pt x="5990" y="866"/>
                    </a:lnTo>
                    <a:lnTo>
                      <a:pt x="5921" y="1013"/>
                    </a:lnTo>
                    <a:lnTo>
                      <a:pt x="5872" y="1161"/>
                    </a:lnTo>
                    <a:lnTo>
                      <a:pt x="5822" y="1328"/>
                    </a:lnTo>
                    <a:lnTo>
                      <a:pt x="5803" y="1485"/>
                    </a:lnTo>
                    <a:lnTo>
                      <a:pt x="5793" y="1662"/>
                    </a:lnTo>
                    <a:lnTo>
                      <a:pt x="5803" y="1830"/>
                    </a:lnTo>
                    <a:lnTo>
                      <a:pt x="5822" y="1987"/>
                    </a:lnTo>
                    <a:lnTo>
                      <a:pt x="5872" y="2154"/>
                    </a:lnTo>
                    <a:lnTo>
                      <a:pt x="5921" y="2302"/>
                    </a:lnTo>
                    <a:lnTo>
                      <a:pt x="5990" y="2449"/>
                    </a:lnTo>
                    <a:lnTo>
                      <a:pt x="6078" y="2587"/>
                    </a:lnTo>
                    <a:lnTo>
                      <a:pt x="6176" y="2715"/>
                    </a:lnTo>
                    <a:lnTo>
                      <a:pt x="6285" y="2833"/>
                    </a:lnTo>
                    <a:lnTo>
                      <a:pt x="6393" y="2941"/>
                    </a:lnTo>
                    <a:lnTo>
                      <a:pt x="6521" y="3029"/>
                    </a:lnTo>
                    <a:lnTo>
                      <a:pt x="6658" y="3118"/>
                    </a:lnTo>
                    <a:lnTo>
                      <a:pt x="6806" y="3187"/>
                    </a:lnTo>
                    <a:lnTo>
                      <a:pt x="6963" y="3246"/>
                    </a:lnTo>
                    <a:lnTo>
                      <a:pt x="7120" y="3285"/>
                    </a:lnTo>
                    <a:lnTo>
                      <a:pt x="7278" y="3305"/>
                    </a:lnTo>
                    <a:lnTo>
                      <a:pt x="7455" y="3314"/>
                    </a:lnTo>
                    <a:lnTo>
                      <a:pt x="7622" y="3305"/>
                    </a:lnTo>
                    <a:lnTo>
                      <a:pt x="7789" y="3285"/>
                    </a:lnTo>
                    <a:lnTo>
                      <a:pt x="7946" y="3246"/>
                    </a:lnTo>
                    <a:lnTo>
                      <a:pt x="8094" y="3187"/>
                    </a:lnTo>
                    <a:lnTo>
                      <a:pt x="8241" y="3118"/>
                    </a:lnTo>
                    <a:lnTo>
                      <a:pt x="8379" y="3029"/>
                    </a:lnTo>
                    <a:lnTo>
                      <a:pt x="8507" y="2941"/>
                    </a:lnTo>
                    <a:lnTo>
                      <a:pt x="8625" y="2833"/>
                    </a:lnTo>
                    <a:lnTo>
                      <a:pt x="8733" y="2715"/>
                    </a:lnTo>
                    <a:lnTo>
                      <a:pt x="8822" y="2587"/>
                    </a:lnTo>
                    <a:lnTo>
                      <a:pt x="8910" y="2449"/>
                    </a:lnTo>
                    <a:lnTo>
                      <a:pt x="8979" y="2302"/>
                    </a:lnTo>
                    <a:lnTo>
                      <a:pt x="9038" y="2154"/>
                    </a:lnTo>
                    <a:lnTo>
                      <a:pt x="9077" y="1987"/>
                    </a:lnTo>
                    <a:lnTo>
                      <a:pt x="9097" y="1830"/>
                    </a:lnTo>
                    <a:lnTo>
                      <a:pt x="9107" y="1662"/>
                    </a:lnTo>
                    <a:lnTo>
                      <a:pt x="9097" y="1485"/>
                    </a:lnTo>
                    <a:lnTo>
                      <a:pt x="9077" y="1328"/>
                    </a:lnTo>
                    <a:lnTo>
                      <a:pt x="9038" y="1161"/>
                    </a:lnTo>
                    <a:lnTo>
                      <a:pt x="8979" y="1013"/>
                    </a:lnTo>
                    <a:lnTo>
                      <a:pt x="8910" y="866"/>
                    </a:lnTo>
                    <a:lnTo>
                      <a:pt x="8822" y="728"/>
                    </a:lnTo>
                    <a:lnTo>
                      <a:pt x="8733" y="600"/>
                    </a:lnTo>
                    <a:lnTo>
                      <a:pt x="8625" y="482"/>
                    </a:lnTo>
                    <a:lnTo>
                      <a:pt x="8507" y="374"/>
                    </a:lnTo>
                    <a:lnTo>
                      <a:pt x="8379" y="286"/>
                    </a:lnTo>
                    <a:lnTo>
                      <a:pt x="8241" y="197"/>
                    </a:lnTo>
                    <a:lnTo>
                      <a:pt x="8094" y="128"/>
                    </a:lnTo>
                    <a:lnTo>
                      <a:pt x="7946" y="79"/>
                    </a:lnTo>
                    <a:lnTo>
                      <a:pt x="7789" y="30"/>
                    </a:lnTo>
                    <a:lnTo>
                      <a:pt x="7622" y="10"/>
                    </a:lnTo>
                    <a:lnTo>
                      <a:pt x="745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7754" name="Google Shape;7754;p536"/>
          <p:cNvGrpSpPr/>
          <p:nvPr/>
        </p:nvGrpSpPr>
        <p:grpSpPr>
          <a:xfrm>
            <a:off x="828730" y="3002950"/>
            <a:ext cx="203400" cy="203400"/>
            <a:chOff x="1958394" y="2510268"/>
            <a:chExt cx="203400" cy="203400"/>
          </a:xfrm>
        </p:grpSpPr>
        <p:sp>
          <p:nvSpPr>
            <p:cNvPr id="7755" name="Google Shape;7755;p536"/>
            <p:cNvSpPr/>
            <p:nvPr/>
          </p:nvSpPr>
          <p:spPr>
            <a:xfrm>
              <a:off x="1958394" y="2510268"/>
              <a:ext cx="203400" cy="203400"/>
            </a:xfrm>
            <a:prstGeom prst="roundRect">
              <a:avLst>
                <a:gd name="adj" fmla="val 16667"/>
              </a:avLst>
            </a:prstGeom>
            <a:solidFill>
              <a:srgbClr val="C629C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756" name="Google Shape;7756;p536"/>
            <p:cNvGrpSpPr/>
            <p:nvPr/>
          </p:nvGrpSpPr>
          <p:grpSpPr>
            <a:xfrm>
              <a:off x="2012670" y="2568645"/>
              <a:ext cx="91268" cy="92394"/>
              <a:chOff x="6082766" y="2050090"/>
              <a:chExt cx="861020" cy="871637"/>
            </a:xfrm>
          </p:grpSpPr>
          <p:sp>
            <p:nvSpPr>
              <p:cNvPr id="7757" name="Google Shape;7757;p536"/>
              <p:cNvSpPr/>
              <p:nvPr/>
            </p:nvSpPr>
            <p:spPr>
              <a:xfrm>
                <a:off x="6229314" y="2195973"/>
                <a:ext cx="494643" cy="579942"/>
              </a:xfrm>
              <a:custGeom>
                <a:avLst/>
                <a:gdLst/>
                <a:ahLst/>
                <a:cxnLst/>
                <a:rect l="l" t="t" r="r" b="b"/>
                <a:pathLst>
                  <a:path w="7169" h="8408" extrusionOk="0">
                    <a:moveTo>
                      <a:pt x="0" y="0"/>
                    </a:moveTo>
                    <a:lnTo>
                      <a:pt x="0" y="1062"/>
                    </a:lnTo>
                    <a:lnTo>
                      <a:pt x="2124" y="1062"/>
                    </a:lnTo>
                    <a:lnTo>
                      <a:pt x="2124" y="0"/>
                    </a:lnTo>
                    <a:close/>
                    <a:moveTo>
                      <a:pt x="3186" y="3186"/>
                    </a:moveTo>
                    <a:lnTo>
                      <a:pt x="3186" y="4248"/>
                    </a:lnTo>
                    <a:lnTo>
                      <a:pt x="7169" y="4248"/>
                    </a:lnTo>
                    <a:lnTo>
                      <a:pt x="7169" y="3186"/>
                    </a:lnTo>
                    <a:close/>
                    <a:moveTo>
                      <a:pt x="3186" y="5222"/>
                    </a:moveTo>
                    <a:lnTo>
                      <a:pt x="3186" y="6284"/>
                    </a:lnTo>
                    <a:lnTo>
                      <a:pt x="7169" y="6284"/>
                    </a:lnTo>
                    <a:lnTo>
                      <a:pt x="7169" y="5222"/>
                    </a:lnTo>
                    <a:close/>
                    <a:moveTo>
                      <a:pt x="3186" y="7346"/>
                    </a:moveTo>
                    <a:lnTo>
                      <a:pt x="3186" y="8408"/>
                    </a:lnTo>
                    <a:lnTo>
                      <a:pt x="7169" y="8408"/>
                    </a:lnTo>
                    <a:lnTo>
                      <a:pt x="7169" y="7346"/>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58" name="Google Shape;7758;p536"/>
              <p:cNvSpPr/>
              <p:nvPr/>
            </p:nvSpPr>
            <p:spPr>
              <a:xfrm>
                <a:off x="6082766" y="2050090"/>
                <a:ext cx="861020" cy="871637"/>
              </a:xfrm>
              <a:custGeom>
                <a:avLst/>
                <a:gdLst/>
                <a:ahLst/>
                <a:cxnLst/>
                <a:rect l="l" t="t" r="r" b="b"/>
                <a:pathLst>
                  <a:path w="12479" h="12637" extrusionOk="0">
                    <a:moveTo>
                      <a:pt x="11417" y="2115"/>
                    </a:moveTo>
                    <a:lnTo>
                      <a:pt x="11417" y="3177"/>
                    </a:lnTo>
                    <a:lnTo>
                      <a:pt x="6362" y="3177"/>
                    </a:lnTo>
                    <a:lnTo>
                      <a:pt x="6362" y="2725"/>
                    </a:lnTo>
                    <a:lnTo>
                      <a:pt x="6362" y="2115"/>
                    </a:lnTo>
                    <a:close/>
                    <a:moveTo>
                      <a:pt x="5310" y="1053"/>
                    </a:moveTo>
                    <a:lnTo>
                      <a:pt x="5310" y="1643"/>
                    </a:lnTo>
                    <a:lnTo>
                      <a:pt x="5310" y="2725"/>
                    </a:lnTo>
                    <a:lnTo>
                      <a:pt x="5310" y="3177"/>
                    </a:lnTo>
                    <a:lnTo>
                      <a:pt x="5310" y="4062"/>
                    </a:lnTo>
                    <a:lnTo>
                      <a:pt x="5310" y="4239"/>
                    </a:lnTo>
                    <a:lnTo>
                      <a:pt x="11417" y="4239"/>
                    </a:lnTo>
                    <a:lnTo>
                      <a:pt x="11417" y="11585"/>
                    </a:lnTo>
                    <a:lnTo>
                      <a:pt x="1062" y="11585"/>
                    </a:lnTo>
                    <a:lnTo>
                      <a:pt x="1062" y="1053"/>
                    </a:lnTo>
                    <a:close/>
                    <a:moveTo>
                      <a:pt x="0" y="1"/>
                    </a:moveTo>
                    <a:lnTo>
                      <a:pt x="0" y="1053"/>
                    </a:lnTo>
                    <a:lnTo>
                      <a:pt x="0" y="11585"/>
                    </a:lnTo>
                    <a:lnTo>
                      <a:pt x="0" y="11948"/>
                    </a:lnTo>
                    <a:lnTo>
                      <a:pt x="0" y="12637"/>
                    </a:lnTo>
                    <a:lnTo>
                      <a:pt x="12479" y="12637"/>
                    </a:lnTo>
                    <a:lnTo>
                      <a:pt x="12479" y="11948"/>
                    </a:lnTo>
                    <a:lnTo>
                      <a:pt x="12479" y="11585"/>
                    </a:lnTo>
                    <a:lnTo>
                      <a:pt x="12479" y="4239"/>
                    </a:lnTo>
                    <a:lnTo>
                      <a:pt x="12479" y="3177"/>
                    </a:lnTo>
                    <a:lnTo>
                      <a:pt x="12479" y="2115"/>
                    </a:lnTo>
                    <a:lnTo>
                      <a:pt x="12479" y="1584"/>
                    </a:lnTo>
                    <a:lnTo>
                      <a:pt x="12479" y="1053"/>
                    </a:lnTo>
                    <a:lnTo>
                      <a:pt x="6362" y="1053"/>
                    </a:lnTo>
                    <a:lnTo>
                      <a:pt x="6362"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7759" name="Google Shape;7759;p536"/>
          <p:cNvGrpSpPr/>
          <p:nvPr/>
        </p:nvGrpSpPr>
        <p:grpSpPr>
          <a:xfrm>
            <a:off x="5206858" y="2404171"/>
            <a:ext cx="103671" cy="139710"/>
            <a:chOff x="1485475" y="3786975"/>
            <a:chExt cx="245375" cy="330675"/>
          </a:xfrm>
        </p:grpSpPr>
        <p:sp>
          <p:nvSpPr>
            <p:cNvPr id="7760" name="Google Shape;7760;p536"/>
            <p:cNvSpPr/>
            <p:nvPr/>
          </p:nvSpPr>
          <p:spPr>
            <a:xfrm>
              <a:off x="1513025" y="3786975"/>
              <a:ext cx="190300" cy="97625"/>
            </a:xfrm>
            <a:custGeom>
              <a:avLst/>
              <a:gdLst/>
              <a:ahLst/>
              <a:cxnLst/>
              <a:rect l="l" t="t" r="r" b="b"/>
              <a:pathLst>
                <a:path w="7612" h="3905" extrusionOk="0">
                  <a:moveTo>
                    <a:pt x="0" y="1"/>
                  </a:moveTo>
                  <a:lnTo>
                    <a:pt x="0" y="3904"/>
                  </a:lnTo>
                  <a:lnTo>
                    <a:pt x="7611" y="3904"/>
                  </a:lnTo>
                  <a:lnTo>
                    <a:pt x="761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61" name="Google Shape;7761;p536"/>
            <p:cNvSpPr/>
            <p:nvPr/>
          </p:nvSpPr>
          <p:spPr>
            <a:xfrm>
              <a:off x="1513025" y="3908425"/>
              <a:ext cx="190300" cy="106700"/>
            </a:xfrm>
            <a:custGeom>
              <a:avLst/>
              <a:gdLst/>
              <a:ahLst/>
              <a:cxnLst/>
              <a:rect l="l" t="t" r="r" b="b"/>
              <a:pathLst>
                <a:path w="7612" h="4268" extrusionOk="0">
                  <a:moveTo>
                    <a:pt x="3334" y="0"/>
                  </a:moveTo>
                  <a:lnTo>
                    <a:pt x="3334" y="1898"/>
                  </a:lnTo>
                  <a:lnTo>
                    <a:pt x="0" y="1898"/>
                  </a:lnTo>
                  <a:lnTo>
                    <a:pt x="0" y="4268"/>
                  </a:lnTo>
                  <a:lnTo>
                    <a:pt x="954" y="4268"/>
                  </a:lnTo>
                  <a:lnTo>
                    <a:pt x="954" y="2852"/>
                  </a:lnTo>
                  <a:lnTo>
                    <a:pt x="6667" y="2852"/>
                  </a:lnTo>
                  <a:lnTo>
                    <a:pt x="6667" y="4268"/>
                  </a:lnTo>
                  <a:lnTo>
                    <a:pt x="7611" y="4268"/>
                  </a:lnTo>
                  <a:lnTo>
                    <a:pt x="7611" y="1898"/>
                  </a:lnTo>
                  <a:lnTo>
                    <a:pt x="4288" y="1898"/>
                  </a:lnTo>
                  <a:lnTo>
                    <a:pt x="428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62" name="Google Shape;7762;p536"/>
            <p:cNvSpPr/>
            <p:nvPr/>
          </p:nvSpPr>
          <p:spPr>
            <a:xfrm>
              <a:off x="1485475" y="4038950"/>
              <a:ext cx="78700" cy="78700"/>
            </a:xfrm>
            <a:custGeom>
              <a:avLst/>
              <a:gdLst/>
              <a:ahLst/>
              <a:cxnLst/>
              <a:rect l="l" t="t" r="r" b="b"/>
              <a:pathLst>
                <a:path w="3148" h="3148" extrusionOk="0">
                  <a:moveTo>
                    <a:pt x="1574" y="1"/>
                  </a:moveTo>
                  <a:lnTo>
                    <a:pt x="1417" y="11"/>
                  </a:lnTo>
                  <a:lnTo>
                    <a:pt x="1260" y="30"/>
                  </a:lnTo>
                  <a:lnTo>
                    <a:pt x="1112" y="70"/>
                  </a:lnTo>
                  <a:lnTo>
                    <a:pt x="965" y="129"/>
                  </a:lnTo>
                  <a:lnTo>
                    <a:pt x="827" y="197"/>
                  </a:lnTo>
                  <a:lnTo>
                    <a:pt x="699" y="276"/>
                  </a:lnTo>
                  <a:lnTo>
                    <a:pt x="581" y="365"/>
                  </a:lnTo>
                  <a:lnTo>
                    <a:pt x="463" y="463"/>
                  </a:lnTo>
                  <a:lnTo>
                    <a:pt x="365" y="571"/>
                  </a:lnTo>
                  <a:lnTo>
                    <a:pt x="276" y="699"/>
                  </a:lnTo>
                  <a:lnTo>
                    <a:pt x="198" y="827"/>
                  </a:lnTo>
                  <a:lnTo>
                    <a:pt x="129" y="964"/>
                  </a:lnTo>
                  <a:lnTo>
                    <a:pt x="80" y="1112"/>
                  </a:lnTo>
                  <a:lnTo>
                    <a:pt x="40" y="1259"/>
                  </a:lnTo>
                  <a:lnTo>
                    <a:pt x="11" y="1417"/>
                  </a:lnTo>
                  <a:lnTo>
                    <a:pt x="1" y="1574"/>
                  </a:lnTo>
                  <a:lnTo>
                    <a:pt x="11" y="1731"/>
                  </a:lnTo>
                  <a:lnTo>
                    <a:pt x="40" y="1889"/>
                  </a:lnTo>
                  <a:lnTo>
                    <a:pt x="80" y="2046"/>
                  </a:lnTo>
                  <a:lnTo>
                    <a:pt x="129" y="2184"/>
                  </a:lnTo>
                  <a:lnTo>
                    <a:pt x="198" y="2321"/>
                  </a:lnTo>
                  <a:lnTo>
                    <a:pt x="276" y="2449"/>
                  </a:lnTo>
                  <a:lnTo>
                    <a:pt x="365" y="2577"/>
                  </a:lnTo>
                  <a:lnTo>
                    <a:pt x="463" y="2685"/>
                  </a:lnTo>
                  <a:lnTo>
                    <a:pt x="581" y="2784"/>
                  </a:lnTo>
                  <a:lnTo>
                    <a:pt x="699" y="2882"/>
                  </a:lnTo>
                  <a:lnTo>
                    <a:pt x="827" y="2961"/>
                  </a:lnTo>
                  <a:lnTo>
                    <a:pt x="965" y="3020"/>
                  </a:lnTo>
                  <a:lnTo>
                    <a:pt x="1112" y="3079"/>
                  </a:lnTo>
                  <a:lnTo>
                    <a:pt x="1260" y="3118"/>
                  </a:lnTo>
                  <a:lnTo>
                    <a:pt x="1417" y="3138"/>
                  </a:lnTo>
                  <a:lnTo>
                    <a:pt x="1574" y="3148"/>
                  </a:lnTo>
                  <a:lnTo>
                    <a:pt x="1741" y="3138"/>
                  </a:lnTo>
                  <a:lnTo>
                    <a:pt x="1889" y="3118"/>
                  </a:lnTo>
                  <a:lnTo>
                    <a:pt x="2046" y="3079"/>
                  </a:lnTo>
                  <a:lnTo>
                    <a:pt x="2184" y="3020"/>
                  </a:lnTo>
                  <a:lnTo>
                    <a:pt x="2322" y="2961"/>
                  </a:lnTo>
                  <a:lnTo>
                    <a:pt x="2459" y="2882"/>
                  </a:lnTo>
                  <a:lnTo>
                    <a:pt x="2577" y="2784"/>
                  </a:lnTo>
                  <a:lnTo>
                    <a:pt x="2685" y="2685"/>
                  </a:lnTo>
                  <a:lnTo>
                    <a:pt x="2794" y="2577"/>
                  </a:lnTo>
                  <a:lnTo>
                    <a:pt x="2882" y="2449"/>
                  </a:lnTo>
                  <a:lnTo>
                    <a:pt x="2961" y="2321"/>
                  </a:lnTo>
                  <a:lnTo>
                    <a:pt x="3030" y="2184"/>
                  </a:lnTo>
                  <a:lnTo>
                    <a:pt x="3079" y="2046"/>
                  </a:lnTo>
                  <a:lnTo>
                    <a:pt x="3118" y="1889"/>
                  </a:lnTo>
                  <a:lnTo>
                    <a:pt x="3138" y="1731"/>
                  </a:lnTo>
                  <a:lnTo>
                    <a:pt x="3148" y="1574"/>
                  </a:lnTo>
                  <a:lnTo>
                    <a:pt x="3138" y="1417"/>
                  </a:lnTo>
                  <a:lnTo>
                    <a:pt x="3118" y="1259"/>
                  </a:lnTo>
                  <a:lnTo>
                    <a:pt x="3079" y="1112"/>
                  </a:lnTo>
                  <a:lnTo>
                    <a:pt x="3030" y="964"/>
                  </a:lnTo>
                  <a:lnTo>
                    <a:pt x="2961" y="827"/>
                  </a:lnTo>
                  <a:lnTo>
                    <a:pt x="2882" y="699"/>
                  </a:lnTo>
                  <a:lnTo>
                    <a:pt x="2794" y="571"/>
                  </a:lnTo>
                  <a:lnTo>
                    <a:pt x="2685" y="463"/>
                  </a:lnTo>
                  <a:lnTo>
                    <a:pt x="2577" y="365"/>
                  </a:lnTo>
                  <a:lnTo>
                    <a:pt x="2459" y="276"/>
                  </a:lnTo>
                  <a:lnTo>
                    <a:pt x="2322" y="197"/>
                  </a:lnTo>
                  <a:lnTo>
                    <a:pt x="2184" y="129"/>
                  </a:lnTo>
                  <a:lnTo>
                    <a:pt x="2046" y="70"/>
                  </a:lnTo>
                  <a:lnTo>
                    <a:pt x="1889" y="30"/>
                  </a:lnTo>
                  <a:lnTo>
                    <a:pt x="1741" y="11"/>
                  </a:lnTo>
                  <a:lnTo>
                    <a:pt x="157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63" name="Google Shape;7763;p536"/>
            <p:cNvSpPr/>
            <p:nvPr/>
          </p:nvSpPr>
          <p:spPr>
            <a:xfrm>
              <a:off x="1652150" y="4038950"/>
              <a:ext cx="78700" cy="78700"/>
            </a:xfrm>
            <a:custGeom>
              <a:avLst/>
              <a:gdLst/>
              <a:ahLst/>
              <a:cxnLst/>
              <a:rect l="l" t="t" r="r" b="b"/>
              <a:pathLst>
                <a:path w="3148" h="3148" extrusionOk="0">
                  <a:moveTo>
                    <a:pt x="1574" y="1"/>
                  </a:moveTo>
                  <a:lnTo>
                    <a:pt x="1417" y="11"/>
                  </a:lnTo>
                  <a:lnTo>
                    <a:pt x="1260" y="30"/>
                  </a:lnTo>
                  <a:lnTo>
                    <a:pt x="1112" y="70"/>
                  </a:lnTo>
                  <a:lnTo>
                    <a:pt x="965" y="129"/>
                  </a:lnTo>
                  <a:lnTo>
                    <a:pt x="827" y="197"/>
                  </a:lnTo>
                  <a:lnTo>
                    <a:pt x="699" y="276"/>
                  </a:lnTo>
                  <a:lnTo>
                    <a:pt x="571" y="365"/>
                  </a:lnTo>
                  <a:lnTo>
                    <a:pt x="463" y="463"/>
                  </a:lnTo>
                  <a:lnTo>
                    <a:pt x="365" y="571"/>
                  </a:lnTo>
                  <a:lnTo>
                    <a:pt x="276" y="699"/>
                  </a:lnTo>
                  <a:lnTo>
                    <a:pt x="198" y="827"/>
                  </a:lnTo>
                  <a:lnTo>
                    <a:pt x="129" y="964"/>
                  </a:lnTo>
                  <a:lnTo>
                    <a:pt x="70" y="1112"/>
                  </a:lnTo>
                  <a:lnTo>
                    <a:pt x="30" y="1259"/>
                  </a:lnTo>
                  <a:lnTo>
                    <a:pt x="11" y="1417"/>
                  </a:lnTo>
                  <a:lnTo>
                    <a:pt x="1" y="1574"/>
                  </a:lnTo>
                  <a:lnTo>
                    <a:pt x="11" y="1731"/>
                  </a:lnTo>
                  <a:lnTo>
                    <a:pt x="30" y="1889"/>
                  </a:lnTo>
                  <a:lnTo>
                    <a:pt x="70" y="2046"/>
                  </a:lnTo>
                  <a:lnTo>
                    <a:pt x="129" y="2184"/>
                  </a:lnTo>
                  <a:lnTo>
                    <a:pt x="198" y="2321"/>
                  </a:lnTo>
                  <a:lnTo>
                    <a:pt x="276" y="2449"/>
                  </a:lnTo>
                  <a:lnTo>
                    <a:pt x="365" y="2577"/>
                  </a:lnTo>
                  <a:lnTo>
                    <a:pt x="463" y="2685"/>
                  </a:lnTo>
                  <a:lnTo>
                    <a:pt x="571" y="2784"/>
                  </a:lnTo>
                  <a:lnTo>
                    <a:pt x="699" y="2882"/>
                  </a:lnTo>
                  <a:lnTo>
                    <a:pt x="827" y="2961"/>
                  </a:lnTo>
                  <a:lnTo>
                    <a:pt x="965" y="3020"/>
                  </a:lnTo>
                  <a:lnTo>
                    <a:pt x="1112" y="3079"/>
                  </a:lnTo>
                  <a:lnTo>
                    <a:pt x="1260" y="3118"/>
                  </a:lnTo>
                  <a:lnTo>
                    <a:pt x="1417" y="3138"/>
                  </a:lnTo>
                  <a:lnTo>
                    <a:pt x="1574" y="3148"/>
                  </a:lnTo>
                  <a:lnTo>
                    <a:pt x="1732" y="3138"/>
                  </a:lnTo>
                  <a:lnTo>
                    <a:pt x="1889" y="3118"/>
                  </a:lnTo>
                  <a:lnTo>
                    <a:pt x="2046" y="3079"/>
                  </a:lnTo>
                  <a:lnTo>
                    <a:pt x="2184" y="3020"/>
                  </a:lnTo>
                  <a:lnTo>
                    <a:pt x="2322" y="2961"/>
                  </a:lnTo>
                  <a:lnTo>
                    <a:pt x="2449" y="2882"/>
                  </a:lnTo>
                  <a:lnTo>
                    <a:pt x="2577" y="2784"/>
                  </a:lnTo>
                  <a:lnTo>
                    <a:pt x="2685" y="2685"/>
                  </a:lnTo>
                  <a:lnTo>
                    <a:pt x="2784" y="2577"/>
                  </a:lnTo>
                  <a:lnTo>
                    <a:pt x="2882" y="2449"/>
                  </a:lnTo>
                  <a:lnTo>
                    <a:pt x="2961" y="2321"/>
                  </a:lnTo>
                  <a:lnTo>
                    <a:pt x="3020" y="2184"/>
                  </a:lnTo>
                  <a:lnTo>
                    <a:pt x="3079" y="2046"/>
                  </a:lnTo>
                  <a:lnTo>
                    <a:pt x="3118" y="1889"/>
                  </a:lnTo>
                  <a:lnTo>
                    <a:pt x="3138" y="1731"/>
                  </a:lnTo>
                  <a:lnTo>
                    <a:pt x="3148" y="1574"/>
                  </a:lnTo>
                  <a:lnTo>
                    <a:pt x="3138" y="1417"/>
                  </a:lnTo>
                  <a:lnTo>
                    <a:pt x="3118" y="1259"/>
                  </a:lnTo>
                  <a:lnTo>
                    <a:pt x="3079" y="1112"/>
                  </a:lnTo>
                  <a:lnTo>
                    <a:pt x="3020" y="964"/>
                  </a:lnTo>
                  <a:lnTo>
                    <a:pt x="2961" y="827"/>
                  </a:lnTo>
                  <a:lnTo>
                    <a:pt x="2882" y="699"/>
                  </a:lnTo>
                  <a:lnTo>
                    <a:pt x="2784" y="571"/>
                  </a:lnTo>
                  <a:lnTo>
                    <a:pt x="2685" y="463"/>
                  </a:lnTo>
                  <a:lnTo>
                    <a:pt x="2577" y="365"/>
                  </a:lnTo>
                  <a:lnTo>
                    <a:pt x="2449" y="276"/>
                  </a:lnTo>
                  <a:lnTo>
                    <a:pt x="2322" y="197"/>
                  </a:lnTo>
                  <a:lnTo>
                    <a:pt x="2184" y="129"/>
                  </a:lnTo>
                  <a:lnTo>
                    <a:pt x="2046" y="70"/>
                  </a:lnTo>
                  <a:lnTo>
                    <a:pt x="1889" y="30"/>
                  </a:lnTo>
                  <a:lnTo>
                    <a:pt x="1732" y="11"/>
                  </a:lnTo>
                  <a:lnTo>
                    <a:pt x="157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764" name="Google Shape;7764;p536"/>
          <p:cNvGrpSpPr/>
          <p:nvPr/>
        </p:nvGrpSpPr>
        <p:grpSpPr>
          <a:xfrm>
            <a:off x="828730" y="2310639"/>
            <a:ext cx="203400" cy="203400"/>
            <a:chOff x="707817" y="1652497"/>
            <a:chExt cx="203400" cy="203400"/>
          </a:xfrm>
        </p:grpSpPr>
        <p:sp>
          <p:nvSpPr>
            <p:cNvPr id="7765" name="Google Shape;7765;p536"/>
            <p:cNvSpPr/>
            <p:nvPr/>
          </p:nvSpPr>
          <p:spPr>
            <a:xfrm>
              <a:off x="707817" y="1652497"/>
              <a:ext cx="203400" cy="203400"/>
            </a:xfrm>
            <a:prstGeom prst="roundRect">
              <a:avLst>
                <a:gd name="adj" fmla="val 16667"/>
              </a:avLst>
            </a:prstGeom>
            <a:solidFill>
              <a:srgbClr val="C629C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766" name="Google Shape;7766;p536"/>
            <p:cNvGrpSpPr/>
            <p:nvPr/>
          </p:nvGrpSpPr>
          <p:grpSpPr>
            <a:xfrm>
              <a:off x="757733" y="1686848"/>
              <a:ext cx="103568" cy="139351"/>
              <a:chOff x="1863225" y="238125"/>
              <a:chExt cx="3893550" cy="5238750"/>
            </a:xfrm>
          </p:grpSpPr>
          <p:sp>
            <p:nvSpPr>
              <p:cNvPr id="7767" name="Google Shape;7767;p536"/>
              <p:cNvSpPr/>
              <p:nvPr/>
            </p:nvSpPr>
            <p:spPr>
              <a:xfrm>
                <a:off x="3010350" y="996650"/>
                <a:ext cx="2103750" cy="2298050"/>
              </a:xfrm>
              <a:custGeom>
                <a:avLst/>
                <a:gdLst/>
                <a:ahLst/>
                <a:cxnLst/>
                <a:rect l="l" t="t" r="r" b="b"/>
                <a:pathLst>
                  <a:path w="84150" h="91922" extrusionOk="0">
                    <a:moveTo>
                      <a:pt x="42150" y="13901"/>
                    </a:moveTo>
                    <a:lnTo>
                      <a:pt x="44840" y="22719"/>
                    </a:lnTo>
                    <a:lnTo>
                      <a:pt x="45288" y="24214"/>
                    </a:lnTo>
                    <a:lnTo>
                      <a:pt x="45886" y="25858"/>
                    </a:lnTo>
                    <a:lnTo>
                      <a:pt x="47381" y="28847"/>
                    </a:lnTo>
                    <a:lnTo>
                      <a:pt x="49174" y="31538"/>
                    </a:lnTo>
                    <a:lnTo>
                      <a:pt x="51267" y="34078"/>
                    </a:lnTo>
                    <a:lnTo>
                      <a:pt x="53509" y="36470"/>
                    </a:lnTo>
                    <a:lnTo>
                      <a:pt x="56050" y="38562"/>
                    </a:lnTo>
                    <a:lnTo>
                      <a:pt x="58890" y="40356"/>
                    </a:lnTo>
                    <a:lnTo>
                      <a:pt x="60384" y="41253"/>
                    </a:lnTo>
                    <a:lnTo>
                      <a:pt x="61879" y="41851"/>
                    </a:lnTo>
                    <a:lnTo>
                      <a:pt x="70996" y="45886"/>
                    </a:lnTo>
                    <a:lnTo>
                      <a:pt x="61879" y="50071"/>
                    </a:lnTo>
                    <a:lnTo>
                      <a:pt x="60384" y="50669"/>
                    </a:lnTo>
                    <a:lnTo>
                      <a:pt x="58890" y="51566"/>
                    </a:lnTo>
                    <a:lnTo>
                      <a:pt x="56050" y="53359"/>
                    </a:lnTo>
                    <a:lnTo>
                      <a:pt x="53509" y="55452"/>
                    </a:lnTo>
                    <a:lnTo>
                      <a:pt x="51267" y="57694"/>
                    </a:lnTo>
                    <a:lnTo>
                      <a:pt x="49174" y="60384"/>
                    </a:lnTo>
                    <a:lnTo>
                      <a:pt x="47381" y="63075"/>
                    </a:lnTo>
                    <a:lnTo>
                      <a:pt x="45886" y="66064"/>
                    </a:lnTo>
                    <a:lnTo>
                      <a:pt x="45288" y="67708"/>
                    </a:lnTo>
                    <a:lnTo>
                      <a:pt x="44840" y="69203"/>
                    </a:lnTo>
                    <a:lnTo>
                      <a:pt x="42150" y="78021"/>
                    </a:lnTo>
                    <a:lnTo>
                      <a:pt x="39310" y="69203"/>
                    </a:lnTo>
                    <a:lnTo>
                      <a:pt x="38861" y="67708"/>
                    </a:lnTo>
                    <a:lnTo>
                      <a:pt x="38264" y="66064"/>
                    </a:lnTo>
                    <a:lnTo>
                      <a:pt x="36769" y="63075"/>
                    </a:lnTo>
                    <a:lnTo>
                      <a:pt x="34975" y="60384"/>
                    </a:lnTo>
                    <a:lnTo>
                      <a:pt x="32883" y="57694"/>
                    </a:lnTo>
                    <a:lnTo>
                      <a:pt x="30641" y="55452"/>
                    </a:lnTo>
                    <a:lnTo>
                      <a:pt x="28100" y="53359"/>
                    </a:lnTo>
                    <a:lnTo>
                      <a:pt x="25260" y="51566"/>
                    </a:lnTo>
                    <a:lnTo>
                      <a:pt x="23765" y="50669"/>
                    </a:lnTo>
                    <a:lnTo>
                      <a:pt x="22271" y="50071"/>
                    </a:lnTo>
                    <a:lnTo>
                      <a:pt x="13153" y="45886"/>
                    </a:lnTo>
                    <a:lnTo>
                      <a:pt x="22271" y="41851"/>
                    </a:lnTo>
                    <a:lnTo>
                      <a:pt x="23765" y="41253"/>
                    </a:lnTo>
                    <a:lnTo>
                      <a:pt x="25260" y="40356"/>
                    </a:lnTo>
                    <a:lnTo>
                      <a:pt x="28100" y="38562"/>
                    </a:lnTo>
                    <a:lnTo>
                      <a:pt x="30641" y="36470"/>
                    </a:lnTo>
                    <a:lnTo>
                      <a:pt x="32883" y="34078"/>
                    </a:lnTo>
                    <a:lnTo>
                      <a:pt x="34975" y="31538"/>
                    </a:lnTo>
                    <a:lnTo>
                      <a:pt x="36769" y="28847"/>
                    </a:lnTo>
                    <a:lnTo>
                      <a:pt x="38264" y="25858"/>
                    </a:lnTo>
                    <a:lnTo>
                      <a:pt x="38861" y="24214"/>
                    </a:lnTo>
                    <a:lnTo>
                      <a:pt x="39310" y="22719"/>
                    </a:lnTo>
                    <a:lnTo>
                      <a:pt x="42150" y="13901"/>
                    </a:lnTo>
                    <a:close/>
                    <a:moveTo>
                      <a:pt x="42150" y="0"/>
                    </a:moveTo>
                    <a:lnTo>
                      <a:pt x="40207" y="150"/>
                    </a:lnTo>
                    <a:lnTo>
                      <a:pt x="38562" y="598"/>
                    </a:lnTo>
                    <a:lnTo>
                      <a:pt x="36918" y="1196"/>
                    </a:lnTo>
                    <a:lnTo>
                      <a:pt x="35424" y="2093"/>
                    </a:lnTo>
                    <a:lnTo>
                      <a:pt x="34079" y="3289"/>
                    </a:lnTo>
                    <a:lnTo>
                      <a:pt x="33032" y="4634"/>
                    </a:lnTo>
                    <a:lnTo>
                      <a:pt x="32135" y="6128"/>
                    </a:lnTo>
                    <a:lnTo>
                      <a:pt x="31388" y="7773"/>
                    </a:lnTo>
                    <a:lnTo>
                      <a:pt x="27950" y="19132"/>
                    </a:lnTo>
                    <a:lnTo>
                      <a:pt x="27203" y="21075"/>
                    </a:lnTo>
                    <a:lnTo>
                      <a:pt x="26306" y="22869"/>
                    </a:lnTo>
                    <a:lnTo>
                      <a:pt x="25260" y="24662"/>
                    </a:lnTo>
                    <a:lnTo>
                      <a:pt x="23915" y="26157"/>
                    </a:lnTo>
                    <a:lnTo>
                      <a:pt x="22570" y="27651"/>
                    </a:lnTo>
                    <a:lnTo>
                      <a:pt x="20926" y="28847"/>
                    </a:lnTo>
                    <a:lnTo>
                      <a:pt x="19282" y="30043"/>
                    </a:lnTo>
                    <a:lnTo>
                      <a:pt x="17488" y="30940"/>
                    </a:lnTo>
                    <a:lnTo>
                      <a:pt x="6577" y="35723"/>
                    </a:lnTo>
                    <a:lnTo>
                      <a:pt x="5232" y="36470"/>
                    </a:lnTo>
                    <a:lnTo>
                      <a:pt x="3887" y="37516"/>
                    </a:lnTo>
                    <a:lnTo>
                      <a:pt x="2691" y="38562"/>
                    </a:lnTo>
                    <a:lnTo>
                      <a:pt x="1794" y="39908"/>
                    </a:lnTo>
                    <a:lnTo>
                      <a:pt x="1047" y="41253"/>
                    </a:lnTo>
                    <a:lnTo>
                      <a:pt x="449" y="42747"/>
                    </a:lnTo>
                    <a:lnTo>
                      <a:pt x="150" y="44242"/>
                    </a:lnTo>
                    <a:lnTo>
                      <a:pt x="1" y="45886"/>
                    </a:lnTo>
                    <a:lnTo>
                      <a:pt x="150" y="47530"/>
                    </a:lnTo>
                    <a:lnTo>
                      <a:pt x="449" y="49174"/>
                    </a:lnTo>
                    <a:lnTo>
                      <a:pt x="1047" y="50669"/>
                    </a:lnTo>
                    <a:lnTo>
                      <a:pt x="1794" y="52014"/>
                    </a:lnTo>
                    <a:lnTo>
                      <a:pt x="2691" y="53359"/>
                    </a:lnTo>
                    <a:lnTo>
                      <a:pt x="3887" y="54406"/>
                    </a:lnTo>
                    <a:lnTo>
                      <a:pt x="5232" y="55302"/>
                    </a:lnTo>
                    <a:lnTo>
                      <a:pt x="6577" y="56199"/>
                    </a:lnTo>
                    <a:lnTo>
                      <a:pt x="17488" y="60982"/>
                    </a:lnTo>
                    <a:lnTo>
                      <a:pt x="19282" y="61879"/>
                    </a:lnTo>
                    <a:lnTo>
                      <a:pt x="20926" y="62925"/>
                    </a:lnTo>
                    <a:lnTo>
                      <a:pt x="22570" y="64270"/>
                    </a:lnTo>
                    <a:lnTo>
                      <a:pt x="23915" y="65765"/>
                    </a:lnTo>
                    <a:lnTo>
                      <a:pt x="25260" y="67260"/>
                    </a:lnTo>
                    <a:lnTo>
                      <a:pt x="26306" y="69053"/>
                    </a:lnTo>
                    <a:lnTo>
                      <a:pt x="27203" y="70847"/>
                    </a:lnTo>
                    <a:lnTo>
                      <a:pt x="27950" y="72790"/>
                    </a:lnTo>
                    <a:lnTo>
                      <a:pt x="31388" y="84000"/>
                    </a:lnTo>
                    <a:lnTo>
                      <a:pt x="32135" y="85793"/>
                    </a:lnTo>
                    <a:lnTo>
                      <a:pt x="33032" y="87288"/>
                    </a:lnTo>
                    <a:lnTo>
                      <a:pt x="34079" y="88633"/>
                    </a:lnTo>
                    <a:lnTo>
                      <a:pt x="35424" y="89829"/>
                    </a:lnTo>
                    <a:lnTo>
                      <a:pt x="36918" y="90726"/>
                    </a:lnTo>
                    <a:lnTo>
                      <a:pt x="38562" y="91324"/>
                    </a:lnTo>
                    <a:lnTo>
                      <a:pt x="40207" y="91772"/>
                    </a:lnTo>
                    <a:lnTo>
                      <a:pt x="42150" y="91921"/>
                    </a:lnTo>
                    <a:lnTo>
                      <a:pt x="43943" y="91772"/>
                    </a:lnTo>
                    <a:lnTo>
                      <a:pt x="45587" y="91324"/>
                    </a:lnTo>
                    <a:lnTo>
                      <a:pt x="47231" y="90726"/>
                    </a:lnTo>
                    <a:lnTo>
                      <a:pt x="48726" y="89829"/>
                    </a:lnTo>
                    <a:lnTo>
                      <a:pt x="50071" y="88633"/>
                    </a:lnTo>
                    <a:lnTo>
                      <a:pt x="51117" y="87288"/>
                    </a:lnTo>
                    <a:lnTo>
                      <a:pt x="52014" y="85793"/>
                    </a:lnTo>
                    <a:lnTo>
                      <a:pt x="52762" y="84000"/>
                    </a:lnTo>
                    <a:lnTo>
                      <a:pt x="56199" y="72790"/>
                    </a:lnTo>
                    <a:lnTo>
                      <a:pt x="56947" y="70847"/>
                    </a:lnTo>
                    <a:lnTo>
                      <a:pt x="57843" y="69053"/>
                    </a:lnTo>
                    <a:lnTo>
                      <a:pt x="58890" y="67260"/>
                    </a:lnTo>
                    <a:lnTo>
                      <a:pt x="60235" y="65765"/>
                    </a:lnTo>
                    <a:lnTo>
                      <a:pt x="61580" y="64270"/>
                    </a:lnTo>
                    <a:lnTo>
                      <a:pt x="63224" y="62925"/>
                    </a:lnTo>
                    <a:lnTo>
                      <a:pt x="64868" y="61879"/>
                    </a:lnTo>
                    <a:lnTo>
                      <a:pt x="66662" y="60982"/>
                    </a:lnTo>
                    <a:lnTo>
                      <a:pt x="77573" y="56199"/>
                    </a:lnTo>
                    <a:lnTo>
                      <a:pt x="78918" y="55302"/>
                    </a:lnTo>
                    <a:lnTo>
                      <a:pt x="80263" y="54406"/>
                    </a:lnTo>
                    <a:lnTo>
                      <a:pt x="81459" y="53359"/>
                    </a:lnTo>
                    <a:lnTo>
                      <a:pt x="82356" y="52014"/>
                    </a:lnTo>
                    <a:lnTo>
                      <a:pt x="83103" y="50669"/>
                    </a:lnTo>
                    <a:lnTo>
                      <a:pt x="83701" y="49174"/>
                    </a:lnTo>
                    <a:lnTo>
                      <a:pt x="84000" y="47530"/>
                    </a:lnTo>
                    <a:lnTo>
                      <a:pt x="84149" y="45886"/>
                    </a:lnTo>
                    <a:lnTo>
                      <a:pt x="84000" y="44242"/>
                    </a:lnTo>
                    <a:lnTo>
                      <a:pt x="83701" y="42747"/>
                    </a:lnTo>
                    <a:lnTo>
                      <a:pt x="83103" y="41253"/>
                    </a:lnTo>
                    <a:lnTo>
                      <a:pt x="82356" y="39908"/>
                    </a:lnTo>
                    <a:lnTo>
                      <a:pt x="81459" y="38562"/>
                    </a:lnTo>
                    <a:lnTo>
                      <a:pt x="80263" y="37516"/>
                    </a:lnTo>
                    <a:lnTo>
                      <a:pt x="78918" y="36470"/>
                    </a:lnTo>
                    <a:lnTo>
                      <a:pt x="77573" y="35723"/>
                    </a:lnTo>
                    <a:lnTo>
                      <a:pt x="66662" y="30940"/>
                    </a:lnTo>
                    <a:lnTo>
                      <a:pt x="64868" y="30043"/>
                    </a:lnTo>
                    <a:lnTo>
                      <a:pt x="63224" y="28847"/>
                    </a:lnTo>
                    <a:lnTo>
                      <a:pt x="61580" y="27651"/>
                    </a:lnTo>
                    <a:lnTo>
                      <a:pt x="60235" y="26157"/>
                    </a:lnTo>
                    <a:lnTo>
                      <a:pt x="58890" y="24662"/>
                    </a:lnTo>
                    <a:lnTo>
                      <a:pt x="57843" y="22869"/>
                    </a:lnTo>
                    <a:lnTo>
                      <a:pt x="56947" y="21075"/>
                    </a:lnTo>
                    <a:lnTo>
                      <a:pt x="56199" y="19132"/>
                    </a:lnTo>
                    <a:lnTo>
                      <a:pt x="52762" y="7773"/>
                    </a:lnTo>
                    <a:lnTo>
                      <a:pt x="52014" y="6128"/>
                    </a:lnTo>
                    <a:lnTo>
                      <a:pt x="51117" y="4634"/>
                    </a:lnTo>
                    <a:lnTo>
                      <a:pt x="50071" y="3289"/>
                    </a:lnTo>
                    <a:lnTo>
                      <a:pt x="48726" y="2093"/>
                    </a:lnTo>
                    <a:lnTo>
                      <a:pt x="47231" y="1196"/>
                    </a:lnTo>
                    <a:lnTo>
                      <a:pt x="45587" y="598"/>
                    </a:lnTo>
                    <a:lnTo>
                      <a:pt x="43943" y="150"/>
                    </a:lnTo>
                    <a:lnTo>
                      <a:pt x="4215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68" name="Google Shape;7768;p536"/>
              <p:cNvSpPr/>
              <p:nvPr/>
            </p:nvSpPr>
            <p:spPr>
              <a:xfrm>
                <a:off x="1863225" y="238125"/>
                <a:ext cx="3893550" cy="5238750"/>
              </a:xfrm>
              <a:custGeom>
                <a:avLst/>
                <a:gdLst/>
                <a:ahLst/>
                <a:cxnLst/>
                <a:rect l="l" t="t" r="r" b="b"/>
                <a:pathLst>
                  <a:path w="155742" h="209550" extrusionOk="0">
                    <a:moveTo>
                      <a:pt x="140048" y="15694"/>
                    </a:moveTo>
                    <a:lnTo>
                      <a:pt x="140048" y="126298"/>
                    </a:lnTo>
                    <a:lnTo>
                      <a:pt x="116283" y="150511"/>
                    </a:lnTo>
                    <a:lnTo>
                      <a:pt x="116283" y="193856"/>
                    </a:lnTo>
                    <a:lnTo>
                      <a:pt x="80860" y="193856"/>
                    </a:lnTo>
                    <a:lnTo>
                      <a:pt x="80860" y="154995"/>
                    </a:lnTo>
                    <a:lnTo>
                      <a:pt x="33331" y="154995"/>
                    </a:lnTo>
                    <a:lnTo>
                      <a:pt x="33331" y="131828"/>
                    </a:lnTo>
                    <a:lnTo>
                      <a:pt x="33331" y="116284"/>
                    </a:lnTo>
                    <a:lnTo>
                      <a:pt x="18683" y="116284"/>
                    </a:lnTo>
                    <a:lnTo>
                      <a:pt x="34825" y="76227"/>
                    </a:lnTo>
                    <a:lnTo>
                      <a:pt x="34825" y="15694"/>
                    </a:lnTo>
                    <a:close/>
                    <a:moveTo>
                      <a:pt x="17338" y="0"/>
                    </a:moveTo>
                    <a:lnTo>
                      <a:pt x="17338" y="76227"/>
                    </a:lnTo>
                    <a:lnTo>
                      <a:pt x="0" y="116284"/>
                    </a:lnTo>
                    <a:lnTo>
                      <a:pt x="0" y="131828"/>
                    </a:lnTo>
                    <a:lnTo>
                      <a:pt x="17786" y="131828"/>
                    </a:lnTo>
                    <a:lnTo>
                      <a:pt x="17786" y="170689"/>
                    </a:lnTo>
                    <a:lnTo>
                      <a:pt x="65167" y="170689"/>
                    </a:lnTo>
                    <a:lnTo>
                      <a:pt x="65167" y="209550"/>
                    </a:lnTo>
                    <a:lnTo>
                      <a:pt x="131977" y="209550"/>
                    </a:lnTo>
                    <a:lnTo>
                      <a:pt x="131977" y="156789"/>
                    </a:lnTo>
                    <a:lnTo>
                      <a:pt x="155593" y="132576"/>
                    </a:lnTo>
                    <a:lnTo>
                      <a:pt x="155742" y="132576"/>
                    </a:lnTo>
                    <a:lnTo>
                      <a:pt x="155742"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7769" name="Google Shape;7769;p536"/>
          <p:cNvSpPr txBox="1"/>
          <p:nvPr/>
        </p:nvSpPr>
        <p:spPr>
          <a:xfrm>
            <a:off x="1036380" y="2320858"/>
            <a:ext cx="1280400" cy="92400"/>
          </a:xfrm>
          <a:prstGeom prst="rect">
            <a:avLst/>
          </a:prstGeom>
          <a:noFill/>
          <a:ln>
            <a:noFill/>
          </a:ln>
        </p:spPr>
        <p:txBody>
          <a:bodyPr spcFirstLastPara="1" wrap="square" lIns="91425" tIns="0" rIns="0" bIns="0" anchor="t" anchorCtr="0">
            <a:spAutoFit/>
          </a:bodyPr>
          <a:lstStyle/>
          <a:p>
            <a:pPr marL="0" lvl="0" indent="0" algn="l" rtl="0">
              <a:spcBef>
                <a:spcPts val="0"/>
              </a:spcBef>
              <a:spcAft>
                <a:spcPts val="0"/>
              </a:spcAft>
              <a:buNone/>
            </a:pPr>
            <a:r>
              <a:rPr lang="en" sz="600" b="1">
                <a:solidFill>
                  <a:schemeClr val="dk1"/>
                </a:solidFill>
                <a:latin typeface="IBM Plex Sans"/>
                <a:ea typeface="IBM Plex Sans"/>
                <a:cs typeface="IBM Plex Sans"/>
                <a:sym typeface="IBM Plex Sans"/>
              </a:rPr>
              <a:t>Integrated AI Agents</a:t>
            </a:r>
            <a:endParaRPr sz="600" b="1">
              <a:solidFill>
                <a:schemeClr val="dk1"/>
              </a:solidFill>
              <a:latin typeface="IBM Plex Sans"/>
              <a:ea typeface="IBM Plex Sans"/>
              <a:cs typeface="IBM Plex Sans"/>
              <a:sym typeface="IBM Plex Sans"/>
            </a:endParaRPr>
          </a:p>
        </p:txBody>
      </p:sp>
      <p:sp>
        <p:nvSpPr>
          <p:cNvPr id="7770" name="Google Shape;7770;p536"/>
          <p:cNvSpPr txBox="1"/>
          <p:nvPr/>
        </p:nvSpPr>
        <p:spPr>
          <a:xfrm>
            <a:off x="1034720" y="2434767"/>
            <a:ext cx="1446300" cy="184800"/>
          </a:xfrm>
          <a:prstGeom prst="rect">
            <a:avLst/>
          </a:prstGeom>
          <a:noFill/>
          <a:ln>
            <a:noFill/>
          </a:ln>
        </p:spPr>
        <p:txBody>
          <a:bodyPr spcFirstLastPara="1" wrap="square" lIns="91425" tIns="0" rIns="0" bIns="0" anchor="t" anchorCtr="0">
            <a:spAutoFit/>
          </a:bodyPr>
          <a:lstStyle/>
          <a:p>
            <a:pPr marL="12700" lvl="0" indent="0" algn="l" rtl="0">
              <a:spcBef>
                <a:spcPts val="0"/>
              </a:spcBef>
              <a:spcAft>
                <a:spcPts val="0"/>
              </a:spcAft>
              <a:buNone/>
            </a:pPr>
            <a:r>
              <a:rPr lang="en" sz="600">
                <a:solidFill>
                  <a:schemeClr val="dk1"/>
                </a:solidFill>
                <a:latin typeface="IBM Plex Sans"/>
                <a:ea typeface="IBM Plex Sans"/>
                <a:cs typeface="IBM Plex Sans"/>
                <a:sym typeface="IBM Plex Sans"/>
              </a:rPr>
              <a:t>Model, deploy &amp; manage AI agents alongside process models.</a:t>
            </a:r>
            <a:endParaRPr>
              <a:solidFill>
                <a:schemeClr val="dk1"/>
              </a:solidFill>
            </a:endParaRPr>
          </a:p>
        </p:txBody>
      </p:sp>
      <p:sp>
        <p:nvSpPr>
          <p:cNvPr id="7771" name="Google Shape;7771;p536"/>
          <p:cNvSpPr txBox="1"/>
          <p:nvPr/>
        </p:nvSpPr>
        <p:spPr>
          <a:xfrm>
            <a:off x="1027062" y="2660696"/>
            <a:ext cx="906600" cy="92400"/>
          </a:xfrm>
          <a:prstGeom prst="rect">
            <a:avLst/>
          </a:prstGeom>
          <a:noFill/>
          <a:ln>
            <a:noFill/>
          </a:ln>
        </p:spPr>
        <p:txBody>
          <a:bodyPr spcFirstLastPara="1" wrap="square" lIns="91425" tIns="0" rIns="0" bIns="0" anchor="t" anchorCtr="0">
            <a:spAutoFit/>
          </a:bodyPr>
          <a:lstStyle/>
          <a:p>
            <a:pPr marL="0" lvl="0" indent="0" algn="l" rtl="0">
              <a:spcBef>
                <a:spcPts val="0"/>
              </a:spcBef>
              <a:spcAft>
                <a:spcPts val="0"/>
              </a:spcAft>
              <a:buNone/>
            </a:pPr>
            <a:r>
              <a:rPr lang="en" sz="600" b="1">
                <a:solidFill>
                  <a:schemeClr val="dk1"/>
                </a:solidFill>
                <a:latin typeface="IBM Plex Sans"/>
                <a:ea typeface="IBM Plex Sans"/>
                <a:cs typeface="IBM Plex Sans"/>
                <a:sym typeface="IBM Plex Sans"/>
              </a:rPr>
              <a:t>Forms</a:t>
            </a:r>
            <a:endParaRPr sz="600" b="1">
              <a:solidFill>
                <a:schemeClr val="dk1"/>
              </a:solidFill>
              <a:latin typeface="IBM Plex Sans"/>
              <a:ea typeface="IBM Plex Sans"/>
              <a:cs typeface="IBM Plex Sans"/>
              <a:sym typeface="IBM Plex Sans"/>
            </a:endParaRPr>
          </a:p>
        </p:txBody>
      </p:sp>
      <p:sp>
        <p:nvSpPr>
          <p:cNvPr id="7772" name="Google Shape;7772;p536"/>
          <p:cNvSpPr txBox="1"/>
          <p:nvPr/>
        </p:nvSpPr>
        <p:spPr>
          <a:xfrm>
            <a:off x="1027050" y="2774625"/>
            <a:ext cx="1753800" cy="184800"/>
          </a:xfrm>
          <a:prstGeom prst="rect">
            <a:avLst/>
          </a:prstGeom>
          <a:noFill/>
          <a:ln>
            <a:noFill/>
          </a:ln>
        </p:spPr>
        <p:txBody>
          <a:bodyPr spcFirstLastPara="1" wrap="square" lIns="91425" tIns="0" rIns="0" bIns="0" anchor="t" anchorCtr="0">
            <a:spAutoFit/>
          </a:bodyPr>
          <a:lstStyle/>
          <a:p>
            <a:pPr marL="12700" lvl="0" indent="0" algn="l" rtl="0">
              <a:spcBef>
                <a:spcPts val="0"/>
              </a:spcBef>
              <a:spcAft>
                <a:spcPts val="0"/>
              </a:spcAft>
              <a:buNone/>
            </a:pPr>
            <a:r>
              <a:rPr lang="en" sz="600">
                <a:solidFill>
                  <a:schemeClr val="dk1"/>
                </a:solidFill>
                <a:latin typeface="IBM Plex Sans"/>
                <a:ea typeface="IBM Plex Sans"/>
                <a:cs typeface="IBM Plex Sans"/>
                <a:sym typeface="IBM Plex Sans"/>
              </a:rPr>
              <a:t>Drag &amp; drop UI builder to capture data and guide user interactions across your processes.</a:t>
            </a:r>
            <a:endParaRPr>
              <a:solidFill>
                <a:schemeClr val="dk1"/>
              </a:solidFill>
            </a:endParaRPr>
          </a:p>
        </p:txBody>
      </p:sp>
      <p:sp>
        <p:nvSpPr>
          <p:cNvPr id="7773" name="Google Shape;7773;p536"/>
          <p:cNvSpPr txBox="1"/>
          <p:nvPr/>
        </p:nvSpPr>
        <p:spPr>
          <a:xfrm>
            <a:off x="1027062" y="2993399"/>
            <a:ext cx="906600" cy="92400"/>
          </a:xfrm>
          <a:prstGeom prst="rect">
            <a:avLst/>
          </a:prstGeom>
          <a:noFill/>
          <a:ln>
            <a:noFill/>
          </a:ln>
        </p:spPr>
        <p:txBody>
          <a:bodyPr spcFirstLastPara="1" wrap="square" lIns="91425" tIns="0" rIns="0" bIns="0" anchor="t" anchorCtr="0">
            <a:spAutoFit/>
          </a:bodyPr>
          <a:lstStyle/>
          <a:p>
            <a:pPr marL="0" lvl="0" indent="0" algn="l" rtl="0">
              <a:spcBef>
                <a:spcPts val="0"/>
              </a:spcBef>
              <a:spcAft>
                <a:spcPts val="0"/>
              </a:spcAft>
              <a:buNone/>
            </a:pPr>
            <a:r>
              <a:rPr lang="en" sz="600" b="1">
                <a:solidFill>
                  <a:schemeClr val="dk1"/>
                </a:solidFill>
                <a:latin typeface="IBM Plex Sans"/>
                <a:ea typeface="IBM Plex Sans"/>
                <a:cs typeface="IBM Plex Sans"/>
                <a:sym typeface="IBM Plex Sans"/>
              </a:rPr>
              <a:t>IDP</a:t>
            </a:r>
            <a:endParaRPr sz="600" b="1">
              <a:solidFill>
                <a:schemeClr val="dk1"/>
              </a:solidFill>
              <a:latin typeface="IBM Plex Sans"/>
              <a:ea typeface="IBM Plex Sans"/>
              <a:cs typeface="IBM Plex Sans"/>
              <a:sym typeface="IBM Plex Sans"/>
            </a:endParaRPr>
          </a:p>
        </p:txBody>
      </p:sp>
      <p:sp>
        <p:nvSpPr>
          <p:cNvPr id="7774" name="Google Shape;7774;p536"/>
          <p:cNvSpPr txBox="1"/>
          <p:nvPr/>
        </p:nvSpPr>
        <p:spPr>
          <a:xfrm>
            <a:off x="1027050" y="3107325"/>
            <a:ext cx="1808400" cy="184800"/>
          </a:xfrm>
          <a:prstGeom prst="rect">
            <a:avLst/>
          </a:prstGeom>
          <a:noFill/>
          <a:ln>
            <a:noFill/>
          </a:ln>
        </p:spPr>
        <p:txBody>
          <a:bodyPr spcFirstLastPara="1" wrap="square" lIns="91425" tIns="0" rIns="0" bIns="0" anchor="t" anchorCtr="0">
            <a:spAutoFit/>
          </a:bodyPr>
          <a:lstStyle/>
          <a:p>
            <a:pPr marL="12700" lvl="0" indent="0" algn="l" rtl="0">
              <a:spcBef>
                <a:spcPts val="0"/>
              </a:spcBef>
              <a:spcAft>
                <a:spcPts val="0"/>
              </a:spcAft>
              <a:buNone/>
            </a:pPr>
            <a:r>
              <a:rPr lang="en" sz="600">
                <a:solidFill>
                  <a:schemeClr val="dk1"/>
                </a:solidFill>
                <a:latin typeface="IBM Plex Sans"/>
                <a:ea typeface="IBM Plex Sans"/>
                <a:cs typeface="IBM Plex Sans"/>
                <a:sym typeface="IBM Plex Sans"/>
              </a:rPr>
              <a:t>Ingest, digitize, &amp; process documents with AI to increase productivity and improve experiences.</a:t>
            </a:r>
            <a:endParaRPr>
              <a:solidFill>
                <a:schemeClr val="dk1"/>
              </a:solidFill>
            </a:endParaRPr>
          </a:p>
        </p:txBody>
      </p:sp>
      <p:sp>
        <p:nvSpPr>
          <p:cNvPr id="7775" name="Google Shape;7775;p536"/>
          <p:cNvSpPr txBox="1"/>
          <p:nvPr/>
        </p:nvSpPr>
        <p:spPr>
          <a:xfrm>
            <a:off x="1027062" y="3332544"/>
            <a:ext cx="906600" cy="92400"/>
          </a:xfrm>
          <a:prstGeom prst="rect">
            <a:avLst/>
          </a:prstGeom>
          <a:noFill/>
          <a:ln>
            <a:noFill/>
          </a:ln>
        </p:spPr>
        <p:txBody>
          <a:bodyPr spcFirstLastPara="1" wrap="square" lIns="91425" tIns="0" rIns="0" bIns="0" anchor="t" anchorCtr="0">
            <a:spAutoFit/>
          </a:bodyPr>
          <a:lstStyle/>
          <a:p>
            <a:pPr marL="0" lvl="0" indent="0" algn="l" rtl="0">
              <a:spcBef>
                <a:spcPts val="0"/>
              </a:spcBef>
              <a:spcAft>
                <a:spcPts val="0"/>
              </a:spcAft>
              <a:buNone/>
            </a:pPr>
            <a:r>
              <a:rPr lang="en" sz="600" b="1">
                <a:solidFill>
                  <a:schemeClr val="dk1"/>
                </a:solidFill>
                <a:latin typeface="IBM Plex Sans"/>
                <a:ea typeface="IBM Plex Sans"/>
                <a:cs typeface="IBM Plex Sans"/>
                <a:sym typeface="IBM Plex Sans"/>
              </a:rPr>
              <a:t>RPA</a:t>
            </a:r>
            <a:endParaRPr sz="600" b="1">
              <a:solidFill>
                <a:schemeClr val="dk1"/>
              </a:solidFill>
              <a:latin typeface="IBM Plex Sans"/>
              <a:ea typeface="IBM Plex Sans"/>
              <a:cs typeface="IBM Plex Sans"/>
              <a:sym typeface="IBM Plex Sans"/>
            </a:endParaRPr>
          </a:p>
        </p:txBody>
      </p:sp>
      <p:sp>
        <p:nvSpPr>
          <p:cNvPr id="7776" name="Google Shape;7776;p536"/>
          <p:cNvSpPr txBox="1"/>
          <p:nvPr/>
        </p:nvSpPr>
        <p:spPr>
          <a:xfrm>
            <a:off x="1027048" y="3446450"/>
            <a:ext cx="2104500" cy="184800"/>
          </a:xfrm>
          <a:prstGeom prst="rect">
            <a:avLst/>
          </a:prstGeom>
          <a:noFill/>
          <a:ln>
            <a:noFill/>
          </a:ln>
        </p:spPr>
        <p:txBody>
          <a:bodyPr spcFirstLastPara="1" wrap="square" lIns="91425" tIns="0" rIns="0" bIns="0" anchor="t" anchorCtr="0">
            <a:spAutoFit/>
          </a:bodyPr>
          <a:lstStyle/>
          <a:p>
            <a:pPr marL="12700" lvl="0" indent="0" algn="l" rtl="0">
              <a:spcBef>
                <a:spcPts val="0"/>
              </a:spcBef>
              <a:spcAft>
                <a:spcPts val="0"/>
              </a:spcAft>
              <a:buNone/>
            </a:pPr>
            <a:r>
              <a:rPr lang="en" sz="600">
                <a:solidFill>
                  <a:schemeClr val="dk1"/>
                </a:solidFill>
                <a:latin typeface="IBM Plex Sans"/>
                <a:ea typeface="IBM Plex Sans"/>
                <a:cs typeface="IBM Plex Sans"/>
                <a:sym typeface="IBM Plex Sans"/>
              </a:rPr>
              <a:t>Integrated RPA helps bridge the gap between legacy &amp; AI for applications lacking API connectivity.</a:t>
            </a:r>
            <a:endParaRPr>
              <a:solidFill>
                <a:schemeClr val="dk1"/>
              </a:solidFill>
            </a:endParaRPr>
          </a:p>
        </p:txBody>
      </p:sp>
      <p:sp>
        <p:nvSpPr>
          <p:cNvPr id="7777" name="Google Shape;7777;p536"/>
          <p:cNvSpPr txBox="1"/>
          <p:nvPr/>
        </p:nvSpPr>
        <p:spPr>
          <a:xfrm>
            <a:off x="1027063" y="3685032"/>
            <a:ext cx="1418100" cy="92400"/>
          </a:xfrm>
          <a:prstGeom prst="rect">
            <a:avLst/>
          </a:prstGeom>
          <a:noFill/>
          <a:ln>
            <a:noFill/>
          </a:ln>
        </p:spPr>
        <p:txBody>
          <a:bodyPr spcFirstLastPara="1" wrap="square" lIns="91425" tIns="0" rIns="0" bIns="0" anchor="t" anchorCtr="0">
            <a:spAutoFit/>
          </a:bodyPr>
          <a:lstStyle/>
          <a:p>
            <a:pPr marL="0" lvl="0" indent="0" algn="l" rtl="0">
              <a:spcBef>
                <a:spcPts val="0"/>
              </a:spcBef>
              <a:spcAft>
                <a:spcPts val="0"/>
              </a:spcAft>
              <a:buNone/>
            </a:pPr>
            <a:r>
              <a:rPr lang="en" sz="600" b="1">
                <a:solidFill>
                  <a:schemeClr val="dk1"/>
                </a:solidFill>
                <a:latin typeface="IBM Plex Sans"/>
                <a:ea typeface="IBM Plex Sans"/>
                <a:cs typeface="IBM Plex Sans"/>
                <a:sym typeface="IBM Plex Sans"/>
              </a:rPr>
              <a:t>Connectors &amp; Marketplace</a:t>
            </a:r>
            <a:endParaRPr sz="600" b="1">
              <a:solidFill>
                <a:schemeClr val="dk1"/>
              </a:solidFill>
              <a:latin typeface="IBM Plex Sans"/>
              <a:ea typeface="IBM Plex Sans"/>
              <a:cs typeface="IBM Plex Sans"/>
              <a:sym typeface="IBM Plex Sans"/>
            </a:endParaRPr>
          </a:p>
        </p:txBody>
      </p:sp>
      <p:sp>
        <p:nvSpPr>
          <p:cNvPr id="7778" name="Google Shape;7778;p536"/>
          <p:cNvSpPr txBox="1"/>
          <p:nvPr/>
        </p:nvSpPr>
        <p:spPr>
          <a:xfrm>
            <a:off x="1027061" y="3798929"/>
            <a:ext cx="1753800" cy="184800"/>
          </a:xfrm>
          <a:prstGeom prst="rect">
            <a:avLst/>
          </a:prstGeom>
          <a:noFill/>
          <a:ln>
            <a:noFill/>
          </a:ln>
        </p:spPr>
        <p:txBody>
          <a:bodyPr spcFirstLastPara="1" wrap="square" lIns="91425" tIns="0" rIns="0" bIns="0" anchor="t" anchorCtr="0">
            <a:spAutoFit/>
          </a:bodyPr>
          <a:lstStyle/>
          <a:p>
            <a:pPr marL="12700" lvl="0" indent="0" algn="l" rtl="0">
              <a:spcBef>
                <a:spcPts val="0"/>
              </a:spcBef>
              <a:spcAft>
                <a:spcPts val="0"/>
              </a:spcAft>
              <a:buNone/>
            </a:pPr>
            <a:r>
              <a:rPr lang="en" sz="600">
                <a:solidFill>
                  <a:schemeClr val="dk1"/>
                </a:solidFill>
                <a:latin typeface="IBM Plex Sans"/>
                <a:ea typeface="IBM Plex Sans"/>
                <a:cs typeface="IBM Plex Sans"/>
                <a:sym typeface="IBM Plex Sans"/>
              </a:rPr>
              <a:t>Integrate and operationalize connectivity all systems and LLMs.</a:t>
            </a:r>
            <a:endParaRPr>
              <a:solidFill>
                <a:schemeClr val="dk1"/>
              </a:solidFill>
            </a:endParaRPr>
          </a:p>
        </p:txBody>
      </p:sp>
      <p:sp>
        <p:nvSpPr>
          <p:cNvPr id="7779" name="Google Shape;7779;p536"/>
          <p:cNvSpPr txBox="1"/>
          <p:nvPr/>
        </p:nvSpPr>
        <p:spPr>
          <a:xfrm>
            <a:off x="6707128" y="4351919"/>
            <a:ext cx="1375800" cy="184800"/>
          </a:xfrm>
          <a:prstGeom prst="rect">
            <a:avLst/>
          </a:prstGeom>
          <a:noFill/>
          <a:ln>
            <a:noFill/>
          </a:ln>
        </p:spPr>
        <p:txBody>
          <a:bodyPr spcFirstLastPara="1" wrap="square" lIns="91425" tIns="0" rIns="0" bIns="0" anchor="t" anchorCtr="0">
            <a:spAutoFit/>
          </a:bodyPr>
          <a:lstStyle/>
          <a:p>
            <a:pPr marL="0" lvl="0" indent="0" algn="l" rtl="0">
              <a:spcBef>
                <a:spcPts val="0"/>
              </a:spcBef>
              <a:spcAft>
                <a:spcPts val="0"/>
              </a:spcAft>
              <a:buNone/>
            </a:pPr>
            <a:r>
              <a:rPr lang="en" sz="1200">
                <a:solidFill>
                  <a:schemeClr val="dk1"/>
                </a:solidFill>
                <a:latin typeface="IBM Plex Sans"/>
                <a:ea typeface="IBM Plex Sans"/>
                <a:cs typeface="IBM Plex Sans"/>
                <a:sym typeface="IBM Plex Sans"/>
              </a:rPr>
              <a:t>Extend               </a:t>
            </a:r>
            <a:endParaRPr sz="1200">
              <a:solidFill>
                <a:schemeClr val="dk1"/>
              </a:solidFill>
              <a:latin typeface="IBM Plex Sans"/>
              <a:ea typeface="IBM Plex Sans"/>
              <a:cs typeface="IBM Plex Sans"/>
              <a:sym typeface="IBM Plex Sans"/>
            </a:endParaRPr>
          </a:p>
        </p:txBody>
      </p:sp>
      <p:sp>
        <p:nvSpPr>
          <p:cNvPr id="7780" name="Google Shape;7780;p536"/>
          <p:cNvSpPr/>
          <p:nvPr/>
        </p:nvSpPr>
        <p:spPr>
          <a:xfrm rot="10800000">
            <a:off x="6792846" y="4843963"/>
            <a:ext cx="1341900" cy="42900"/>
          </a:xfrm>
          <a:prstGeom prst="rect">
            <a:avLst/>
          </a:prstGeom>
          <a:solidFill>
            <a:srgbClr val="FFC6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t> </a:t>
            </a:r>
            <a:endParaRPr/>
          </a:p>
        </p:txBody>
      </p:sp>
      <p:sp>
        <p:nvSpPr>
          <p:cNvPr id="7781" name="Google Shape;7781;p536"/>
          <p:cNvSpPr txBox="1"/>
          <p:nvPr/>
        </p:nvSpPr>
        <p:spPr>
          <a:xfrm>
            <a:off x="6707128" y="4598467"/>
            <a:ext cx="1808400" cy="184800"/>
          </a:xfrm>
          <a:prstGeom prst="rect">
            <a:avLst/>
          </a:prstGeom>
          <a:noFill/>
          <a:ln>
            <a:noFill/>
          </a:ln>
        </p:spPr>
        <p:txBody>
          <a:bodyPr spcFirstLastPara="1" wrap="square" lIns="91425" tIns="0" rIns="0" bIns="0" anchor="t" anchorCtr="0">
            <a:spAutoFit/>
          </a:bodyPr>
          <a:lstStyle/>
          <a:p>
            <a:pPr marL="12700" lvl="0" indent="0" algn="l" rtl="0">
              <a:lnSpc>
                <a:spcPct val="100000"/>
              </a:lnSpc>
              <a:spcBef>
                <a:spcPts val="0"/>
              </a:spcBef>
              <a:spcAft>
                <a:spcPts val="0"/>
              </a:spcAft>
              <a:buNone/>
            </a:pPr>
            <a:r>
              <a:rPr lang="en" sz="600">
                <a:solidFill>
                  <a:schemeClr val="dk1"/>
                </a:solidFill>
                <a:latin typeface="IBM Plex Sans"/>
                <a:ea typeface="IBM Plex Sans"/>
                <a:cs typeface="IBM Plex Sans"/>
                <a:sym typeface="IBM Plex Sans"/>
              </a:rPr>
              <a:t>Complete library of SDKs and APIs to integrate and extend process applications.</a:t>
            </a:r>
            <a:endParaRPr sz="600">
              <a:solidFill>
                <a:schemeClr val="dk1"/>
              </a:solidFill>
              <a:latin typeface="IBM Plex Sans"/>
              <a:ea typeface="IBM Plex Sans"/>
              <a:cs typeface="IBM Plex Sans"/>
              <a:sym typeface="IBM Plex Sans"/>
            </a:endParaRPr>
          </a:p>
        </p:txBody>
      </p:sp>
      <p:sp>
        <p:nvSpPr>
          <p:cNvPr id="7782" name="Google Shape;7782;p536"/>
          <p:cNvSpPr/>
          <p:nvPr/>
        </p:nvSpPr>
        <p:spPr>
          <a:xfrm>
            <a:off x="2952149" y="2490170"/>
            <a:ext cx="203400" cy="203400"/>
          </a:xfrm>
          <a:prstGeom prst="roundRect">
            <a:avLst>
              <a:gd name="adj" fmla="val 16667"/>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783" name="Google Shape;7783;p536"/>
          <p:cNvGrpSpPr/>
          <p:nvPr/>
        </p:nvGrpSpPr>
        <p:grpSpPr>
          <a:xfrm>
            <a:off x="2980160" y="2491308"/>
            <a:ext cx="1796163" cy="321942"/>
            <a:chOff x="5046470" y="1600200"/>
            <a:chExt cx="1796163" cy="321942"/>
          </a:xfrm>
        </p:grpSpPr>
        <p:sp>
          <p:nvSpPr>
            <p:cNvPr id="7784" name="Google Shape;7784;p536"/>
            <p:cNvSpPr txBox="1"/>
            <p:nvPr/>
          </p:nvSpPr>
          <p:spPr>
            <a:xfrm>
              <a:off x="5217575" y="1600200"/>
              <a:ext cx="1278600" cy="107700"/>
            </a:xfrm>
            <a:prstGeom prst="rect">
              <a:avLst/>
            </a:prstGeom>
            <a:noFill/>
            <a:ln>
              <a:noFill/>
            </a:ln>
          </p:spPr>
          <p:txBody>
            <a:bodyPr spcFirstLastPara="1" wrap="square" lIns="91425" tIns="0" rIns="0" bIns="0" anchor="t" anchorCtr="0">
              <a:spAutoFit/>
            </a:bodyPr>
            <a:lstStyle/>
            <a:p>
              <a:pPr marL="0" lvl="0" indent="0" algn="l" rtl="0">
                <a:spcBef>
                  <a:spcPts val="0"/>
                </a:spcBef>
                <a:spcAft>
                  <a:spcPts val="0"/>
                </a:spcAft>
                <a:buNone/>
              </a:pPr>
              <a:r>
                <a:rPr lang="en" sz="700" b="1">
                  <a:solidFill>
                    <a:schemeClr val="dk1"/>
                  </a:solidFill>
                  <a:latin typeface="IBM Plex Sans"/>
                  <a:ea typeface="IBM Plex Sans"/>
                  <a:cs typeface="IBM Plex Sans"/>
                  <a:sym typeface="IBM Plex Sans"/>
                </a:rPr>
                <a:t>CI/CD Integration</a:t>
              </a:r>
              <a:endParaRPr sz="700" b="1">
                <a:solidFill>
                  <a:schemeClr val="dk1"/>
                </a:solidFill>
                <a:latin typeface="IBM Plex Sans"/>
                <a:ea typeface="IBM Plex Sans"/>
                <a:cs typeface="IBM Plex Sans"/>
                <a:sym typeface="IBM Plex Sans"/>
              </a:endParaRPr>
            </a:p>
          </p:txBody>
        </p:sp>
        <p:grpSp>
          <p:nvGrpSpPr>
            <p:cNvPr id="7785" name="Google Shape;7785;p536"/>
            <p:cNvGrpSpPr/>
            <p:nvPr/>
          </p:nvGrpSpPr>
          <p:grpSpPr>
            <a:xfrm>
              <a:off x="5046470" y="1636543"/>
              <a:ext cx="141220" cy="130767"/>
              <a:chOff x="4970270" y="1626533"/>
              <a:chExt cx="141220" cy="130767"/>
            </a:xfrm>
          </p:grpSpPr>
          <p:sp>
            <p:nvSpPr>
              <p:cNvPr id="7786" name="Google Shape;7786;p536"/>
              <p:cNvSpPr/>
              <p:nvPr/>
            </p:nvSpPr>
            <p:spPr>
              <a:xfrm>
                <a:off x="4970270" y="1677287"/>
                <a:ext cx="29151" cy="29160"/>
              </a:xfrm>
              <a:custGeom>
                <a:avLst/>
                <a:gdLst/>
                <a:ahLst/>
                <a:cxnLst/>
                <a:rect l="l" t="t" r="r" b="b"/>
                <a:pathLst>
                  <a:path w="3088" h="3089" extrusionOk="0">
                    <a:moveTo>
                      <a:pt x="1380" y="1"/>
                    </a:moveTo>
                    <a:lnTo>
                      <a:pt x="1231" y="33"/>
                    </a:lnTo>
                    <a:lnTo>
                      <a:pt x="1082" y="65"/>
                    </a:lnTo>
                    <a:lnTo>
                      <a:pt x="945" y="118"/>
                    </a:lnTo>
                    <a:lnTo>
                      <a:pt x="807" y="181"/>
                    </a:lnTo>
                    <a:lnTo>
                      <a:pt x="679" y="256"/>
                    </a:lnTo>
                    <a:lnTo>
                      <a:pt x="563" y="351"/>
                    </a:lnTo>
                    <a:lnTo>
                      <a:pt x="446" y="447"/>
                    </a:lnTo>
                    <a:lnTo>
                      <a:pt x="350" y="563"/>
                    </a:lnTo>
                    <a:lnTo>
                      <a:pt x="265" y="680"/>
                    </a:lnTo>
                    <a:lnTo>
                      <a:pt x="181" y="807"/>
                    </a:lnTo>
                    <a:lnTo>
                      <a:pt x="117" y="945"/>
                    </a:lnTo>
                    <a:lnTo>
                      <a:pt x="64" y="1083"/>
                    </a:lnTo>
                    <a:lnTo>
                      <a:pt x="32" y="1232"/>
                    </a:lnTo>
                    <a:lnTo>
                      <a:pt x="0" y="1380"/>
                    </a:lnTo>
                    <a:lnTo>
                      <a:pt x="0" y="1539"/>
                    </a:lnTo>
                    <a:lnTo>
                      <a:pt x="0" y="1699"/>
                    </a:lnTo>
                    <a:lnTo>
                      <a:pt x="32" y="1858"/>
                    </a:lnTo>
                    <a:lnTo>
                      <a:pt x="64" y="2006"/>
                    </a:lnTo>
                    <a:lnTo>
                      <a:pt x="117" y="2144"/>
                    </a:lnTo>
                    <a:lnTo>
                      <a:pt x="181" y="2282"/>
                    </a:lnTo>
                    <a:lnTo>
                      <a:pt x="265" y="2410"/>
                    </a:lnTo>
                    <a:lnTo>
                      <a:pt x="350" y="2526"/>
                    </a:lnTo>
                    <a:lnTo>
                      <a:pt x="446" y="2632"/>
                    </a:lnTo>
                    <a:lnTo>
                      <a:pt x="563" y="2738"/>
                    </a:lnTo>
                    <a:lnTo>
                      <a:pt x="679" y="2823"/>
                    </a:lnTo>
                    <a:lnTo>
                      <a:pt x="807" y="2898"/>
                    </a:lnTo>
                    <a:lnTo>
                      <a:pt x="945" y="2972"/>
                    </a:lnTo>
                    <a:lnTo>
                      <a:pt x="1082" y="3025"/>
                    </a:lnTo>
                    <a:lnTo>
                      <a:pt x="1231" y="3057"/>
                    </a:lnTo>
                    <a:lnTo>
                      <a:pt x="1380" y="3078"/>
                    </a:lnTo>
                    <a:lnTo>
                      <a:pt x="1539" y="3089"/>
                    </a:lnTo>
                    <a:lnTo>
                      <a:pt x="1698" y="3078"/>
                    </a:lnTo>
                    <a:lnTo>
                      <a:pt x="1857" y="3057"/>
                    </a:lnTo>
                    <a:lnTo>
                      <a:pt x="2006" y="3025"/>
                    </a:lnTo>
                    <a:lnTo>
                      <a:pt x="2144" y="2972"/>
                    </a:lnTo>
                    <a:lnTo>
                      <a:pt x="2281" y="2898"/>
                    </a:lnTo>
                    <a:lnTo>
                      <a:pt x="2409" y="2823"/>
                    </a:lnTo>
                    <a:lnTo>
                      <a:pt x="2526" y="2738"/>
                    </a:lnTo>
                    <a:lnTo>
                      <a:pt x="2632" y="2632"/>
                    </a:lnTo>
                    <a:lnTo>
                      <a:pt x="2738" y="2526"/>
                    </a:lnTo>
                    <a:lnTo>
                      <a:pt x="2823" y="2410"/>
                    </a:lnTo>
                    <a:lnTo>
                      <a:pt x="2908" y="2282"/>
                    </a:lnTo>
                    <a:lnTo>
                      <a:pt x="2971" y="2144"/>
                    </a:lnTo>
                    <a:lnTo>
                      <a:pt x="3024" y="2006"/>
                    </a:lnTo>
                    <a:lnTo>
                      <a:pt x="3056" y="1858"/>
                    </a:lnTo>
                    <a:lnTo>
                      <a:pt x="3077" y="1699"/>
                    </a:lnTo>
                    <a:lnTo>
                      <a:pt x="3088" y="1539"/>
                    </a:lnTo>
                    <a:lnTo>
                      <a:pt x="3077" y="1380"/>
                    </a:lnTo>
                    <a:lnTo>
                      <a:pt x="3056" y="1232"/>
                    </a:lnTo>
                    <a:lnTo>
                      <a:pt x="3024" y="1083"/>
                    </a:lnTo>
                    <a:lnTo>
                      <a:pt x="2971" y="945"/>
                    </a:lnTo>
                    <a:lnTo>
                      <a:pt x="2908" y="807"/>
                    </a:lnTo>
                    <a:lnTo>
                      <a:pt x="2823" y="680"/>
                    </a:lnTo>
                    <a:lnTo>
                      <a:pt x="2738" y="563"/>
                    </a:lnTo>
                    <a:lnTo>
                      <a:pt x="2632" y="447"/>
                    </a:lnTo>
                    <a:lnTo>
                      <a:pt x="2526" y="351"/>
                    </a:lnTo>
                    <a:lnTo>
                      <a:pt x="2409" y="256"/>
                    </a:lnTo>
                    <a:lnTo>
                      <a:pt x="2281" y="181"/>
                    </a:lnTo>
                    <a:lnTo>
                      <a:pt x="2144" y="118"/>
                    </a:lnTo>
                    <a:lnTo>
                      <a:pt x="2006" y="65"/>
                    </a:lnTo>
                    <a:lnTo>
                      <a:pt x="1857" y="33"/>
                    </a:lnTo>
                    <a:lnTo>
                      <a:pt x="1698"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7787" name="Google Shape;7787;p536"/>
              <p:cNvSpPr/>
              <p:nvPr/>
            </p:nvSpPr>
            <p:spPr>
              <a:xfrm>
                <a:off x="4992624" y="1626533"/>
                <a:ext cx="118866" cy="130767"/>
              </a:xfrm>
              <a:custGeom>
                <a:avLst/>
                <a:gdLst/>
                <a:ahLst/>
                <a:cxnLst/>
                <a:rect l="l" t="t" r="r" b="b"/>
                <a:pathLst>
                  <a:path w="11096" h="12814" extrusionOk="0">
                    <a:moveTo>
                      <a:pt x="1030" y="1783"/>
                    </a:moveTo>
                    <a:lnTo>
                      <a:pt x="9049" y="6407"/>
                    </a:lnTo>
                    <a:lnTo>
                      <a:pt x="1030" y="11032"/>
                    </a:lnTo>
                    <a:lnTo>
                      <a:pt x="1030" y="1783"/>
                    </a:lnTo>
                    <a:close/>
                    <a:moveTo>
                      <a:pt x="1" y="1"/>
                    </a:moveTo>
                    <a:lnTo>
                      <a:pt x="1" y="12814"/>
                    </a:lnTo>
                    <a:lnTo>
                      <a:pt x="11096" y="6407"/>
                    </a:lnTo>
                    <a:lnTo>
                      <a:pt x="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grpSp>
        <p:sp>
          <p:nvSpPr>
            <p:cNvPr id="7788" name="Google Shape;7788;p536"/>
            <p:cNvSpPr txBox="1"/>
            <p:nvPr/>
          </p:nvSpPr>
          <p:spPr>
            <a:xfrm>
              <a:off x="5215133" y="1737342"/>
              <a:ext cx="1627500" cy="184800"/>
            </a:xfrm>
            <a:prstGeom prst="rect">
              <a:avLst/>
            </a:prstGeom>
            <a:noFill/>
            <a:ln>
              <a:noFill/>
            </a:ln>
          </p:spPr>
          <p:txBody>
            <a:bodyPr spcFirstLastPara="1" wrap="square" lIns="91425" tIns="0" rIns="0" bIns="0" anchor="t" anchorCtr="0">
              <a:spAutoFit/>
            </a:bodyPr>
            <a:lstStyle/>
            <a:p>
              <a:pPr marL="0" lvl="0" indent="0" algn="l" rtl="0">
                <a:spcBef>
                  <a:spcPts val="0"/>
                </a:spcBef>
                <a:spcAft>
                  <a:spcPts val="0"/>
                </a:spcAft>
                <a:buNone/>
              </a:pPr>
              <a:r>
                <a:rPr lang="en" sz="600">
                  <a:solidFill>
                    <a:schemeClr val="dk1"/>
                  </a:solidFill>
                  <a:latin typeface="IBM Plex Sans"/>
                  <a:ea typeface="IBM Plex Sans"/>
                  <a:cs typeface="IBM Plex Sans"/>
                  <a:sym typeface="IBM Plex Sans"/>
                </a:rPr>
                <a:t>Accelerate time-to-market by integrating with your SDLC ecosystem.</a:t>
              </a:r>
              <a:endParaRPr>
                <a:solidFill>
                  <a:schemeClr val="dk1"/>
                </a:solidFill>
              </a:endParaRPr>
            </a:p>
          </p:txBody>
        </p:sp>
      </p:grpSp>
      <p:grpSp>
        <p:nvGrpSpPr>
          <p:cNvPr id="7789" name="Google Shape;7789;p536"/>
          <p:cNvGrpSpPr/>
          <p:nvPr/>
        </p:nvGrpSpPr>
        <p:grpSpPr>
          <a:xfrm>
            <a:off x="3702018" y="4443890"/>
            <a:ext cx="137337" cy="146161"/>
            <a:chOff x="1348750" y="238125"/>
            <a:chExt cx="4922475" cy="5238750"/>
          </a:xfrm>
        </p:grpSpPr>
        <p:sp>
          <p:nvSpPr>
            <p:cNvPr id="7790" name="Google Shape;7790;p536"/>
            <p:cNvSpPr/>
            <p:nvPr/>
          </p:nvSpPr>
          <p:spPr>
            <a:xfrm>
              <a:off x="4219500" y="542225"/>
              <a:ext cx="2051725" cy="4934650"/>
            </a:xfrm>
            <a:custGeom>
              <a:avLst/>
              <a:gdLst/>
              <a:ahLst/>
              <a:cxnLst/>
              <a:rect l="l" t="t" r="r" b="b"/>
              <a:pathLst>
                <a:path w="82069" h="197386" extrusionOk="0">
                  <a:moveTo>
                    <a:pt x="42819" y="0"/>
                  </a:moveTo>
                  <a:lnTo>
                    <a:pt x="44441" y="162"/>
                  </a:lnTo>
                  <a:lnTo>
                    <a:pt x="47847" y="811"/>
                  </a:lnTo>
                  <a:lnTo>
                    <a:pt x="51091" y="1460"/>
                  </a:lnTo>
                  <a:lnTo>
                    <a:pt x="54172" y="2758"/>
                  </a:lnTo>
                  <a:lnTo>
                    <a:pt x="57254" y="4217"/>
                  </a:lnTo>
                  <a:lnTo>
                    <a:pt x="60011" y="5839"/>
                  </a:lnTo>
                  <a:lnTo>
                    <a:pt x="62606" y="7948"/>
                  </a:lnTo>
                  <a:lnTo>
                    <a:pt x="65039" y="10056"/>
                  </a:lnTo>
                  <a:lnTo>
                    <a:pt x="67310" y="12489"/>
                  </a:lnTo>
                  <a:lnTo>
                    <a:pt x="69256" y="15084"/>
                  </a:lnTo>
                  <a:lnTo>
                    <a:pt x="71040" y="17841"/>
                  </a:lnTo>
                  <a:lnTo>
                    <a:pt x="72338" y="20923"/>
                  </a:lnTo>
                  <a:lnTo>
                    <a:pt x="73473" y="24004"/>
                  </a:lnTo>
                  <a:lnTo>
                    <a:pt x="74446" y="27248"/>
                  </a:lnTo>
                  <a:lnTo>
                    <a:pt x="74770" y="30492"/>
                  </a:lnTo>
                  <a:lnTo>
                    <a:pt x="74933" y="32276"/>
                  </a:lnTo>
                  <a:lnTo>
                    <a:pt x="75095" y="34060"/>
                  </a:lnTo>
                  <a:lnTo>
                    <a:pt x="74933" y="35844"/>
                  </a:lnTo>
                  <a:lnTo>
                    <a:pt x="74770" y="37466"/>
                  </a:lnTo>
                  <a:lnTo>
                    <a:pt x="74446" y="40872"/>
                  </a:lnTo>
                  <a:lnTo>
                    <a:pt x="73473" y="44278"/>
                  </a:lnTo>
                  <a:lnTo>
                    <a:pt x="72338" y="47360"/>
                  </a:lnTo>
                  <a:lnTo>
                    <a:pt x="71040" y="50279"/>
                  </a:lnTo>
                  <a:lnTo>
                    <a:pt x="69256" y="53037"/>
                  </a:lnTo>
                  <a:lnTo>
                    <a:pt x="67310" y="55794"/>
                  </a:lnTo>
                  <a:lnTo>
                    <a:pt x="65039" y="58064"/>
                  </a:lnTo>
                  <a:lnTo>
                    <a:pt x="62606" y="60335"/>
                  </a:lnTo>
                  <a:lnTo>
                    <a:pt x="60011" y="62281"/>
                  </a:lnTo>
                  <a:lnTo>
                    <a:pt x="57254" y="64065"/>
                  </a:lnTo>
                  <a:lnTo>
                    <a:pt x="54172" y="65525"/>
                  </a:lnTo>
                  <a:lnTo>
                    <a:pt x="51091" y="66498"/>
                  </a:lnTo>
                  <a:lnTo>
                    <a:pt x="47847" y="67471"/>
                  </a:lnTo>
                  <a:lnTo>
                    <a:pt x="44441" y="68120"/>
                  </a:lnTo>
                  <a:lnTo>
                    <a:pt x="42819" y="68120"/>
                  </a:lnTo>
                  <a:lnTo>
                    <a:pt x="41035" y="68120"/>
                  </a:lnTo>
                  <a:lnTo>
                    <a:pt x="39251" y="68120"/>
                  </a:lnTo>
                  <a:lnTo>
                    <a:pt x="37467" y="68120"/>
                  </a:lnTo>
                  <a:lnTo>
                    <a:pt x="34061" y="67471"/>
                  </a:lnTo>
                  <a:lnTo>
                    <a:pt x="30817" y="66498"/>
                  </a:lnTo>
                  <a:lnTo>
                    <a:pt x="27735" y="65525"/>
                  </a:lnTo>
                  <a:lnTo>
                    <a:pt x="24816" y="64065"/>
                  </a:lnTo>
                  <a:lnTo>
                    <a:pt x="21896" y="62281"/>
                  </a:lnTo>
                  <a:lnTo>
                    <a:pt x="19464" y="60335"/>
                  </a:lnTo>
                  <a:lnTo>
                    <a:pt x="16869" y="58064"/>
                  </a:lnTo>
                  <a:lnTo>
                    <a:pt x="14598" y="55794"/>
                  </a:lnTo>
                  <a:lnTo>
                    <a:pt x="12814" y="53037"/>
                  </a:lnTo>
                  <a:lnTo>
                    <a:pt x="11192" y="50279"/>
                  </a:lnTo>
                  <a:lnTo>
                    <a:pt x="9570" y="47360"/>
                  </a:lnTo>
                  <a:lnTo>
                    <a:pt x="8435" y="44278"/>
                  </a:lnTo>
                  <a:lnTo>
                    <a:pt x="7786" y="40872"/>
                  </a:lnTo>
                  <a:lnTo>
                    <a:pt x="7137" y="37466"/>
                  </a:lnTo>
                  <a:lnTo>
                    <a:pt x="6975" y="35844"/>
                  </a:lnTo>
                  <a:lnTo>
                    <a:pt x="6975" y="34060"/>
                  </a:lnTo>
                  <a:lnTo>
                    <a:pt x="6975" y="32276"/>
                  </a:lnTo>
                  <a:lnTo>
                    <a:pt x="7137" y="30492"/>
                  </a:lnTo>
                  <a:lnTo>
                    <a:pt x="7786" y="27248"/>
                  </a:lnTo>
                  <a:lnTo>
                    <a:pt x="8435" y="24004"/>
                  </a:lnTo>
                  <a:lnTo>
                    <a:pt x="9570" y="20923"/>
                  </a:lnTo>
                  <a:lnTo>
                    <a:pt x="11192" y="17841"/>
                  </a:lnTo>
                  <a:lnTo>
                    <a:pt x="12814" y="15084"/>
                  </a:lnTo>
                  <a:lnTo>
                    <a:pt x="14598" y="12489"/>
                  </a:lnTo>
                  <a:lnTo>
                    <a:pt x="16869" y="10056"/>
                  </a:lnTo>
                  <a:lnTo>
                    <a:pt x="19464" y="7948"/>
                  </a:lnTo>
                  <a:lnTo>
                    <a:pt x="21896" y="5839"/>
                  </a:lnTo>
                  <a:lnTo>
                    <a:pt x="24816" y="4217"/>
                  </a:lnTo>
                  <a:lnTo>
                    <a:pt x="27735" y="2758"/>
                  </a:lnTo>
                  <a:lnTo>
                    <a:pt x="30817" y="1460"/>
                  </a:lnTo>
                  <a:lnTo>
                    <a:pt x="34061" y="811"/>
                  </a:lnTo>
                  <a:lnTo>
                    <a:pt x="37467" y="162"/>
                  </a:lnTo>
                  <a:lnTo>
                    <a:pt x="39251" y="0"/>
                  </a:lnTo>
                  <a:lnTo>
                    <a:pt x="42819" y="0"/>
                  </a:lnTo>
                  <a:close/>
                  <a:moveTo>
                    <a:pt x="10381" y="84826"/>
                  </a:moveTo>
                  <a:lnTo>
                    <a:pt x="1" y="98936"/>
                  </a:lnTo>
                  <a:lnTo>
                    <a:pt x="1" y="197386"/>
                  </a:lnTo>
                  <a:lnTo>
                    <a:pt x="82069" y="197386"/>
                  </a:lnTo>
                  <a:lnTo>
                    <a:pt x="82069" y="98936"/>
                  </a:lnTo>
                  <a:lnTo>
                    <a:pt x="71689" y="84826"/>
                  </a:lnTo>
                  <a:lnTo>
                    <a:pt x="10381" y="84826"/>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91" name="Google Shape;7791;p536"/>
            <p:cNvSpPr/>
            <p:nvPr/>
          </p:nvSpPr>
          <p:spPr>
            <a:xfrm>
              <a:off x="1348750" y="238125"/>
              <a:ext cx="2372050" cy="2834300"/>
            </a:xfrm>
            <a:custGeom>
              <a:avLst/>
              <a:gdLst/>
              <a:ahLst/>
              <a:cxnLst/>
              <a:rect l="l" t="t" r="r" b="b"/>
              <a:pathLst>
                <a:path w="94882" h="113372" extrusionOk="0">
                  <a:moveTo>
                    <a:pt x="81095" y="42007"/>
                  </a:moveTo>
                  <a:lnTo>
                    <a:pt x="81095" y="30005"/>
                  </a:lnTo>
                  <a:lnTo>
                    <a:pt x="81095" y="19138"/>
                  </a:lnTo>
                  <a:lnTo>
                    <a:pt x="81095" y="3568"/>
                  </a:lnTo>
                  <a:lnTo>
                    <a:pt x="81095" y="0"/>
                  </a:lnTo>
                  <a:lnTo>
                    <a:pt x="13786" y="0"/>
                  </a:lnTo>
                  <a:lnTo>
                    <a:pt x="13786" y="3568"/>
                  </a:lnTo>
                  <a:lnTo>
                    <a:pt x="13786" y="10705"/>
                  </a:lnTo>
                  <a:lnTo>
                    <a:pt x="13786" y="11353"/>
                  </a:lnTo>
                  <a:lnTo>
                    <a:pt x="13786" y="18490"/>
                  </a:lnTo>
                  <a:lnTo>
                    <a:pt x="13786" y="27248"/>
                  </a:lnTo>
                  <a:lnTo>
                    <a:pt x="13786" y="38601"/>
                  </a:lnTo>
                  <a:lnTo>
                    <a:pt x="13786" y="42007"/>
                  </a:lnTo>
                  <a:lnTo>
                    <a:pt x="0" y="42007"/>
                  </a:lnTo>
                  <a:lnTo>
                    <a:pt x="0" y="113371"/>
                  </a:lnTo>
                  <a:lnTo>
                    <a:pt x="94881" y="113371"/>
                  </a:lnTo>
                  <a:lnTo>
                    <a:pt x="94881" y="42007"/>
                  </a:lnTo>
                  <a:lnTo>
                    <a:pt x="81095" y="42007"/>
                  </a:lnTo>
                  <a:close/>
                  <a:moveTo>
                    <a:pt x="56929" y="68769"/>
                  </a:moveTo>
                  <a:lnTo>
                    <a:pt x="56929" y="69904"/>
                  </a:lnTo>
                  <a:lnTo>
                    <a:pt x="56604" y="71039"/>
                  </a:lnTo>
                  <a:lnTo>
                    <a:pt x="56280" y="72013"/>
                  </a:lnTo>
                  <a:lnTo>
                    <a:pt x="55956" y="72986"/>
                  </a:lnTo>
                  <a:lnTo>
                    <a:pt x="55307" y="73959"/>
                  </a:lnTo>
                  <a:lnTo>
                    <a:pt x="54658" y="74770"/>
                  </a:lnTo>
                  <a:lnTo>
                    <a:pt x="53847" y="75581"/>
                  </a:lnTo>
                  <a:lnTo>
                    <a:pt x="53198" y="76392"/>
                  </a:lnTo>
                  <a:lnTo>
                    <a:pt x="53198" y="89529"/>
                  </a:lnTo>
                  <a:lnTo>
                    <a:pt x="53036" y="90178"/>
                  </a:lnTo>
                  <a:lnTo>
                    <a:pt x="53036" y="90827"/>
                  </a:lnTo>
                  <a:lnTo>
                    <a:pt x="52712" y="91800"/>
                  </a:lnTo>
                  <a:lnTo>
                    <a:pt x="52225" y="92773"/>
                  </a:lnTo>
                  <a:lnTo>
                    <a:pt x="51414" y="93584"/>
                  </a:lnTo>
                  <a:lnTo>
                    <a:pt x="50603" y="94395"/>
                  </a:lnTo>
                  <a:lnTo>
                    <a:pt x="49630" y="94881"/>
                  </a:lnTo>
                  <a:lnTo>
                    <a:pt x="48657" y="95206"/>
                  </a:lnTo>
                  <a:lnTo>
                    <a:pt x="48008" y="95368"/>
                  </a:lnTo>
                  <a:lnTo>
                    <a:pt x="46873" y="95368"/>
                  </a:lnTo>
                  <a:lnTo>
                    <a:pt x="46386" y="95206"/>
                  </a:lnTo>
                  <a:lnTo>
                    <a:pt x="45251" y="94881"/>
                  </a:lnTo>
                  <a:lnTo>
                    <a:pt x="44278" y="94395"/>
                  </a:lnTo>
                  <a:lnTo>
                    <a:pt x="43467" y="93584"/>
                  </a:lnTo>
                  <a:lnTo>
                    <a:pt x="42818" y="92773"/>
                  </a:lnTo>
                  <a:lnTo>
                    <a:pt x="42169" y="91800"/>
                  </a:lnTo>
                  <a:lnTo>
                    <a:pt x="42007" y="90827"/>
                  </a:lnTo>
                  <a:lnTo>
                    <a:pt x="41845" y="90178"/>
                  </a:lnTo>
                  <a:lnTo>
                    <a:pt x="41683" y="89529"/>
                  </a:lnTo>
                  <a:lnTo>
                    <a:pt x="41683" y="76392"/>
                  </a:lnTo>
                  <a:lnTo>
                    <a:pt x="41034" y="75581"/>
                  </a:lnTo>
                  <a:lnTo>
                    <a:pt x="40223" y="74770"/>
                  </a:lnTo>
                  <a:lnTo>
                    <a:pt x="39574" y="73959"/>
                  </a:lnTo>
                  <a:lnTo>
                    <a:pt x="39088" y="72986"/>
                  </a:lnTo>
                  <a:lnTo>
                    <a:pt x="38601" y="72013"/>
                  </a:lnTo>
                  <a:lnTo>
                    <a:pt x="38277" y="71039"/>
                  </a:lnTo>
                  <a:lnTo>
                    <a:pt x="38115" y="69904"/>
                  </a:lnTo>
                  <a:lnTo>
                    <a:pt x="38115" y="68769"/>
                  </a:lnTo>
                  <a:lnTo>
                    <a:pt x="38115" y="67796"/>
                  </a:lnTo>
                  <a:lnTo>
                    <a:pt x="38277" y="66822"/>
                  </a:lnTo>
                  <a:lnTo>
                    <a:pt x="38439" y="66011"/>
                  </a:lnTo>
                  <a:lnTo>
                    <a:pt x="38763" y="65201"/>
                  </a:lnTo>
                  <a:lnTo>
                    <a:pt x="39250" y="64227"/>
                  </a:lnTo>
                  <a:lnTo>
                    <a:pt x="39737" y="63579"/>
                  </a:lnTo>
                  <a:lnTo>
                    <a:pt x="40223" y="62768"/>
                  </a:lnTo>
                  <a:lnTo>
                    <a:pt x="40872" y="62119"/>
                  </a:lnTo>
                  <a:lnTo>
                    <a:pt x="41521" y="61470"/>
                  </a:lnTo>
                  <a:lnTo>
                    <a:pt x="42169" y="60984"/>
                  </a:lnTo>
                  <a:lnTo>
                    <a:pt x="42980" y="60497"/>
                  </a:lnTo>
                  <a:lnTo>
                    <a:pt x="43791" y="60173"/>
                  </a:lnTo>
                  <a:lnTo>
                    <a:pt x="44765" y="59848"/>
                  </a:lnTo>
                  <a:lnTo>
                    <a:pt x="45575" y="59524"/>
                  </a:lnTo>
                  <a:lnTo>
                    <a:pt x="46549" y="59362"/>
                  </a:lnTo>
                  <a:lnTo>
                    <a:pt x="47522" y="59362"/>
                  </a:lnTo>
                  <a:lnTo>
                    <a:pt x="48333" y="59362"/>
                  </a:lnTo>
                  <a:lnTo>
                    <a:pt x="49306" y="59524"/>
                  </a:lnTo>
                  <a:lnTo>
                    <a:pt x="50279" y="59848"/>
                  </a:lnTo>
                  <a:lnTo>
                    <a:pt x="51090" y="60173"/>
                  </a:lnTo>
                  <a:lnTo>
                    <a:pt x="51901" y="60497"/>
                  </a:lnTo>
                  <a:lnTo>
                    <a:pt x="52712" y="60984"/>
                  </a:lnTo>
                  <a:lnTo>
                    <a:pt x="53361" y="61470"/>
                  </a:lnTo>
                  <a:lnTo>
                    <a:pt x="54172" y="62119"/>
                  </a:lnTo>
                  <a:lnTo>
                    <a:pt x="54820" y="62768"/>
                  </a:lnTo>
                  <a:lnTo>
                    <a:pt x="55307" y="63579"/>
                  </a:lnTo>
                  <a:lnTo>
                    <a:pt x="55631" y="64227"/>
                  </a:lnTo>
                  <a:lnTo>
                    <a:pt x="56118" y="65201"/>
                  </a:lnTo>
                  <a:lnTo>
                    <a:pt x="56442" y="66011"/>
                  </a:lnTo>
                  <a:lnTo>
                    <a:pt x="56604" y="66822"/>
                  </a:lnTo>
                  <a:lnTo>
                    <a:pt x="56929" y="67796"/>
                  </a:lnTo>
                  <a:lnTo>
                    <a:pt x="56929" y="68769"/>
                  </a:lnTo>
                  <a:close/>
                  <a:moveTo>
                    <a:pt x="69904" y="19138"/>
                  </a:moveTo>
                  <a:lnTo>
                    <a:pt x="69904" y="30005"/>
                  </a:lnTo>
                  <a:lnTo>
                    <a:pt x="69904" y="42007"/>
                  </a:lnTo>
                  <a:lnTo>
                    <a:pt x="25139" y="42007"/>
                  </a:lnTo>
                  <a:lnTo>
                    <a:pt x="25139" y="11353"/>
                  </a:lnTo>
                  <a:lnTo>
                    <a:pt x="69904" y="11353"/>
                  </a:lnTo>
                  <a:lnTo>
                    <a:pt x="69904" y="19138"/>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792" name="Google Shape;7792;p536"/>
          <p:cNvSpPr/>
          <p:nvPr/>
        </p:nvSpPr>
        <p:spPr>
          <a:xfrm>
            <a:off x="4867525" y="4426462"/>
            <a:ext cx="203400" cy="203400"/>
          </a:xfrm>
          <a:prstGeom prst="roundRect">
            <a:avLst>
              <a:gd name="adj" fmla="val 16667"/>
            </a:avLst>
          </a:prstGeom>
          <a:solidFill>
            <a:srgbClr val="FFC6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93" name="Google Shape;7793;p536"/>
          <p:cNvSpPr txBox="1"/>
          <p:nvPr/>
        </p:nvSpPr>
        <p:spPr>
          <a:xfrm>
            <a:off x="5063482" y="4414148"/>
            <a:ext cx="1089600" cy="107700"/>
          </a:xfrm>
          <a:prstGeom prst="rect">
            <a:avLst/>
          </a:prstGeom>
          <a:noFill/>
          <a:ln>
            <a:noFill/>
          </a:ln>
        </p:spPr>
        <p:txBody>
          <a:bodyPr spcFirstLastPara="1" wrap="square" lIns="91425" tIns="0" rIns="0" bIns="0" anchor="t" anchorCtr="0">
            <a:spAutoFit/>
          </a:bodyPr>
          <a:lstStyle/>
          <a:p>
            <a:pPr marL="0" lvl="0" indent="0" algn="l" rtl="0">
              <a:spcBef>
                <a:spcPts val="0"/>
              </a:spcBef>
              <a:spcAft>
                <a:spcPts val="0"/>
              </a:spcAft>
              <a:buNone/>
            </a:pPr>
            <a:r>
              <a:rPr lang="en" sz="700" b="1">
                <a:solidFill>
                  <a:schemeClr val="dk1"/>
                </a:solidFill>
                <a:latin typeface="IBM Plex Sans"/>
                <a:ea typeface="IBM Plex Sans"/>
                <a:cs typeface="IBM Plex Sans"/>
                <a:sym typeface="IBM Plex Sans"/>
              </a:rPr>
              <a:t>Enterprise SSO</a:t>
            </a:r>
            <a:endParaRPr sz="600" b="1">
              <a:solidFill>
                <a:schemeClr val="dk1"/>
              </a:solidFill>
              <a:latin typeface="IBM Plex Sans"/>
              <a:ea typeface="IBM Plex Sans"/>
              <a:cs typeface="IBM Plex Sans"/>
              <a:sym typeface="IBM Plex Sans"/>
            </a:endParaRPr>
          </a:p>
        </p:txBody>
      </p:sp>
      <p:sp>
        <p:nvSpPr>
          <p:cNvPr id="7794" name="Google Shape;7794;p536"/>
          <p:cNvSpPr txBox="1"/>
          <p:nvPr/>
        </p:nvSpPr>
        <p:spPr>
          <a:xfrm>
            <a:off x="5061849" y="4551292"/>
            <a:ext cx="1341900" cy="369300"/>
          </a:xfrm>
          <a:prstGeom prst="rect">
            <a:avLst/>
          </a:prstGeom>
          <a:noFill/>
          <a:ln>
            <a:noFill/>
          </a:ln>
        </p:spPr>
        <p:txBody>
          <a:bodyPr spcFirstLastPara="1" wrap="square" lIns="91425" tIns="0" rIns="0" bIns="0" anchor="t" anchorCtr="0">
            <a:spAutoFit/>
          </a:bodyPr>
          <a:lstStyle/>
          <a:p>
            <a:pPr marL="0" lvl="0" indent="0" algn="l" rtl="0">
              <a:lnSpc>
                <a:spcPct val="100000"/>
              </a:lnSpc>
              <a:spcBef>
                <a:spcPts val="0"/>
              </a:spcBef>
              <a:spcAft>
                <a:spcPts val="0"/>
              </a:spcAft>
              <a:buNone/>
            </a:pPr>
            <a:r>
              <a:rPr lang="en" sz="600">
                <a:solidFill>
                  <a:schemeClr val="dk1"/>
                </a:solidFill>
                <a:latin typeface="IBM Plex Sans"/>
                <a:ea typeface="IBM Plex Sans"/>
                <a:cs typeface="IBM Plex Sans"/>
                <a:sym typeface="IBM Plex Sans"/>
              </a:rPr>
              <a:t>Enterprise single sign-on for consistent authentication and secure user access across your entire organization.</a:t>
            </a:r>
            <a:endParaRPr>
              <a:solidFill>
                <a:schemeClr val="dk1"/>
              </a:solidFill>
            </a:endParaRPr>
          </a:p>
        </p:txBody>
      </p:sp>
      <p:sp>
        <p:nvSpPr>
          <p:cNvPr id="7795" name="Google Shape;7795;p536"/>
          <p:cNvSpPr txBox="1"/>
          <p:nvPr/>
        </p:nvSpPr>
        <p:spPr>
          <a:xfrm>
            <a:off x="4856255" y="4490406"/>
            <a:ext cx="178500" cy="77100"/>
          </a:xfrm>
          <a:prstGeom prst="rect">
            <a:avLst/>
          </a:prstGeom>
          <a:noFill/>
          <a:ln>
            <a:noFill/>
          </a:ln>
        </p:spPr>
        <p:txBody>
          <a:bodyPr spcFirstLastPara="1" wrap="square" lIns="0" tIns="0" rIns="0" bIns="0" anchor="t" anchorCtr="0">
            <a:spAutoFit/>
          </a:bodyPr>
          <a:lstStyle/>
          <a:p>
            <a:pPr marL="0" lvl="0" indent="0" algn="r" rtl="0">
              <a:spcBef>
                <a:spcPts val="0"/>
              </a:spcBef>
              <a:spcAft>
                <a:spcPts val="0"/>
              </a:spcAft>
              <a:buNone/>
            </a:pPr>
            <a:r>
              <a:rPr lang="en" sz="500" b="1">
                <a:solidFill>
                  <a:schemeClr val="dk1"/>
                </a:solidFill>
                <a:latin typeface="IBM Plex Sans"/>
                <a:ea typeface="IBM Plex Sans"/>
                <a:cs typeface="IBM Plex Sans"/>
                <a:sym typeface="IBM Plex Sans"/>
              </a:rPr>
              <a:t>SSO</a:t>
            </a:r>
            <a:endParaRPr sz="500" b="1">
              <a:solidFill>
                <a:schemeClr val="dk1"/>
              </a:solidFill>
              <a:latin typeface="IBM Plex Sans"/>
              <a:ea typeface="IBM Plex Sans"/>
              <a:cs typeface="IBM Plex Sans"/>
              <a:sym typeface="IBM Plex Sans"/>
            </a:endParaRPr>
          </a:p>
        </p:txBody>
      </p:sp>
      <p:sp>
        <p:nvSpPr>
          <p:cNvPr id="7796" name="Google Shape;7796;p536"/>
          <p:cNvSpPr/>
          <p:nvPr/>
        </p:nvSpPr>
        <p:spPr>
          <a:xfrm>
            <a:off x="139200" y="996294"/>
            <a:ext cx="636000" cy="636000"/>
          </a:xfrm>
          <a:prstGeom prst="bentArrow">
            <a:avLst>
              <a:gd name="adj1" fmla="val 25000"/>
              <a:gd name="adj2" fmla="val 25000"/>
              <a:gd name="adj3" fmla="val 25000"/>
              <a:gd name="adj4" fmla="val 43750"/>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BM Plex Sans"/>
              <a:ea typeface="IBM Plex Sans"/>
              <a:cs typeface="IBM Plex Sans"/>
              <a:sym typeface="IBM Plex Sans"/>
            </a:endParaRPr>
          </a:p>
        </p:txBody>
      </p:sp>
      <p:sp>
        <p:nvSpPr>
          <p:cNvPr id="7797" name="Google Shape;7797;p536"/>
          <p:cNvSpPr/>
          <p:nvPr/>
        </p:nvSpPr>
        <p:spPr>
          <a:xfrm rot="5400000">
            <a:off x="8438879" y="1059182"/>
            <a:ext cx="636000" cy="636000"/>
          </a:xfrm>
          <a:prstGeom prst="bentArrow">
            <a:avLst>
              <a:gd name="adj1" fmla="val 25000"/>
              <a:gd name="adj2" fmla="val 25000"/>
              <a:gd name="adj3" fmla="val 25000"/>
              <a:gd name="adj4" fmla="val 43750"/>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BM Plex Sans"/>
              <a:ea typeface="IBM Plex Sans"/>
              <a:cs typeface="IBM Plex Sans"/>
              <a:sym typeface="IBM Plex Sans"/>
            </a:endParaRPr>
          </a:p>
        </p:txBody>
      </p:sp>
      <p:sp>
        <p:nvSpPr>
          <p:cNvPr id="7798" name="Google Shape;7798;p536"/>
          <p:cNvSpPr/>
          <p:nvPr/>
        </p:nvSpPr>
        <p:spPr>
          <a:xfrm rot="10800000">
            <a:off x="8368798" y="3666686"/>
            <a:ext cx="636000" cy="636000"/>
          </a:xfrm>
          <a:prstGeom prst="bentArrow">
            <a:avLst>
              <a:gd name="adj1" fmla="val 25000"/>
              <a:gd name="adj2" fmla="val 25000"/>
              <a:gd name="adj3" fmla="val 25000"/>
              <a:gd name="adj4" fmla="val 43750"/>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BM Plex Sans"/>
              <a:ea typeface="IBM Plex Sans"/>
              <a:cs typeface="IBM Plex Sans"/>
              <a:sym typeface="IBM Plex Sans"/>
            </a:endParaRPr>
          </a:p>
        </p:txBody>
      </p:sp>
      <p:sp>
        <p:nvSpPr>
          <p:cNvPr id="7799" name="Google Shape;7799;p536"/>
          <p:cNvSpPr/>
          <p:nvPr/>
        </p:nvSpPr>
        <p:spPr>
          <a:xfrm rot="-5400000">
            <a:off x="78071" y="3576125"/>
            <a:ext cx="636000" cy="636000"/>
          </a:xfrm>
          <a:prstGeom prst="bentArrow">
            <a:avLst>
              <a:gd name="adj1" fmla="val 25000"/>
              <a:gd name="adj2" fmla="val 25000"/>
              <a:gd name="adj3" fmla="val 25000"/>
              <a:gd name="adj4" fmla="val 43750"/>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BM Plex Sans"/>
              <a:ea typeface="IBM Plex Sans"/>
              <a:cs typeface="IBM Plex Sans"/>
              <a:sym typeface="IBM Plex Sans"/>
            </a:endParaRPr>
          </a:p>
        </p:txBody>
      </p:sp>
      <p:cxnSp>
        <p:nvCxnSpPr>
          <p:cNvPr id="7800" name="Google Shape;7800;p536"/>
          <p:cNvCxnSpPr/>
          <p:nvPr/>
        </p:nvCxnSpPr>
        <p:spPr>
          <a:xfrm>
            <a:off x="1031025" y="1154984"/>
            <a:ext cx="7110000" cy="0"/>
          </a:xfrm>
          <a:prstGeom prst="straightConnector1">
            <a:avLst/>
          </a:prstGeom>
          <a:noFill/>
          <a:ln w="19050" cap="flat" cmpd="sng">
            <a:solidFill>
              <a:schemeClr val="accent1"/>
            </a:solidFill>
            <a:prstDash val="dot"/>
            <a:round/>
            <a:headEnd type="none" w="med" len="med"/>
            <a:tailEnd type="triangle" w="med" len="med"/>
          </a:ln>
        </p:spPr>
      </p:cxnSp>
      <p:cxnSp>
        <p:nvCxnSpPr>
          <p:cNvPr id="7801" name="Google Shape;7801;p536"/>
          <p:cNvCxnSpPr/>
          <p:nvPr/>
        </p:nvCxnSpPr>
        <p:spPr>
          <a:xfrm>
            <a:off x="1031025" y="4137012"/>
            <a:ext cx="7110000" cy="0"/>
          </a:xfrm>
          <a:prstGeom prst="straightConnector1">
            <a:avLst/>
          </a:prstGeom>
          <a:noFill/>
          <a:ln w="19050" cap="flat" cmpd="sng">
            <a:solidFill>
              <a:schemeClr val="accent1"/>
            </a:solidFill>
            <a:prstDash val="dot"/>
            <a:round/>
            <a:headEnd type="triangle" w="med" len="med"/>
            <a:tailEnd type="none" w="med" len="med"/>
          </a:ln>
        </p:spPr>
      </p:cxnSp>
      <p:cxnSp>
        <p:nvCxnSpPr>
          <p:cNvPr id="7802" name="Google Shape;7802;p536"/>
          <p:cNvCxnSpPr/>
          <p:nvPr/>
        </p:nvCxnSpPr>
        <p:spPr>
          <a:xfrm>
            <a:off x="235250" y="1851300"/>
            <a:ext cx="0" cy="1573800"/>
          </a:xfrm>
          <a:prstGeom prst="straightConnector1">
            <a:avLst/>
          </a:prstGeom>
          <a:noFill/>
          <a:ln w="19050" cap="flat" cmpd="sng">
            <a:solidFill>
              <a:schemeClr val="accent1"/>
            </a:solidFill>
            <a:prstDash val="dot"/>
            <a:round/>
            <a:headEnd type="triangle" w="med" len="med"/>
            <a:tailEnd type="none" w="med" len="med"/>
          </a:ln>
        </p:spPr>
      </p:cxnSp>
      <p:cxnSp>
        <p:nvCxnSpPr>
          <p:cNvPr id="7803" name="Google Shape;7803;p536"/>
          <p:cNvCxnSpPr/>
          <p:nvPr/>
        </p:nvCxnSpPr>
        <p:spPr>
          <a:xfrm>
            <a:off x="8911825" y="1851300"/>
            <a:ext cx="0" cy="1573800"/>
          </a:xfrm>
          <a:prstGeom prst="straightConnector1">
            <a:avLst/>
          </a:prstGeom>
          <a:noFill/>
          <a:ln w="19050" cap="flat" cmpd="sng">
            <a:solidFill>
              <a:schemeClr val="accent1"/>
            </a:solidFill>
            <a:prstDash val="dot"/>
            <a:round/>
            <a:headEnd type="none" w="med" len="med"/>
            <a:tailEnd type="triangle" w="med" len="med"/>
          </a:ln>
        </p:spPr>
      </p:cxnSp>
      <p:sp>
        <p:nvSpPr>
          <p:cNvPr id="7804" name="Google Shape;7804;p536"/>
          <p:cNvSpPr/>
          <p:nvPr/>
        </p:nvSpPr>
        <p:spPr>
          <a:xfrm>
            <a:off x="9536875" y="52950"/>
            <a:ext cx="150000" cy="122700"/>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BM Plex Sans"/>
              <a:ea typeface="IBM Plex Sans"/>
              <a:cs typeface="IBM Plex Sans"/>
              <a:sym typeface="IBM Plex Sans"/>
            </a:endParaRPr>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Shape 7808"/>
        <p:cNvGrpSpPr/>
        <p:nvPr/>
      </p:nvGrpSpPr>
      <p:grpSpPr>
        <a:xfrm>
          <a:off x="0" y="0"/>
          <a:ext cx="0" cy="0"/>
          <a:chOff x="0" y="0"/>
          <a:chExt cx="0" cy="0"/>
        </a:xfrm>
      </p:grpSpPr>
      <p:sp>
        <p:nvSpPr>
          <p:cNvPr id="7809" name="Google Shape;7809;p537"/>
          <p:cNvSpPr txBox="1"/>
          <p:nvPr/>
        </p:nvSpPr>
        <p:spPr>
          <a:xfrm>
            <a:off x="2763234" y="1107985"/>
            <a:ext cx="2314800" cy="314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None/>
            </a:pPr>
            <a:r>
              <a:rPr lang="en" sz="1200">
                <a:solidFill>
                  <a:srgbClr val="78A9FF"/>
                </a:solidFill>
                <a:latin typeface="IBM Plex Sans SemiBold"/>
                <a:ea typeface="IBM Plex Sans SemiBold"/>
                <a:cs typeface="IBM Plex Sans SemiBold"/>
                <a:sym typeface="IBM Plex Sans SemiBold"/>
              </a:rPr>
              <a:t>Dynamic flows</a:t>
            </a:r>
            <a:endParaRPr sz="1000">
              <a:solidFill>
                <a:schemeClr val="lt1"/>
              </a:solidFill>
              <a:latin typeface="IBM Plex Sans"/>
              <a:ea typeface="IBM Plex Sans"/>
              <a:cs typeface="IBM Plex Sans"/>
              <a:sym typeface="IBM Plex Sans"/>
            </a:endParaRPr>
          </a:p>
        </p:txBody>
      </p:sp>
      <p:sp>
        <p:nvSpPr>
          <p:cNvPr id="7810" name="Google Shape;7810;p537"/>
          <p:cNvSpPr/>
          <p:nvPr/>
        </p:nvSpPr>
        <p:spPr>
          <a:xfrm>
            <a:off x="2810518" y="1554246"/>
            <a:ext cx="2349000" cy="2437800"/>
          </a:xfrm>
          <a:prstGeom prst="roundRect">
            <a:avLst>
              <a:gd name="adj" fmla="val 9444"/>
            </a:avLst>
          </a:prstGeom>
          <a:solidFill>
            <a:srgbClr val="280892">
              <a:alpha val="52530"/>
            </a:srgbClr>
          </a:solidFill>
          <a:ln w="38100" cap="flat" cmpd="sng">
            <a:solidFill>
              <a:srgbClr val="6967FF"/>
            </a:solidFill>
            <a:prstDash val="solid"/>
            <a:round/>
            <a:headEnd type="none" w="sm" len="sm"/>
            <a:tailEnd type="none" w="sm" len="sm"/>
          </a:ln>
        </p:spPr>
        <p:txBody>
          <a:bodyPr spcFirstLastPara="1" wrap="square" lIns="91425" tIns="73150" rIns="91425" bIns="91425" anchor="t" anchorCtr="0">
            <a:noAutofit/>
          </a:bodyPr>
          <a:lstStyle/>
          <a:p>
            <a:pPr marL="0" lvl="0" indent="0" algn="ctr" rtl="0">
              <a:spcBef>
                <a:spcPts val="0"/>
              </a:spcBef>
              <a:spcAft>
                <a:spcPts val="0"/>
              </a:spcAft>
              <a:buNone/>
            </a:pPr>
            <a:r>
              <a:rPr lang="en" sz="1700" b="1">
                <a:solidFill>
                  <a:srgbClr val="6967FF"/>
                </a:solidFill>
                <a:latin typeface="IBM Plex Sans"/>
                <a:ea typeface="IBM Plex Sans"/>
                <a:cs typeface="IBM Plex Sans"/>
                <a:sym typeface="IBM Plex Sans"/>
              </a:rPr>
              <a:t>AI Agent</a:t>
            </a:r>
            <a:endParaRPr sz="1700" b="1">
              <a:solidFill>
                <a:srgbClr val="6967FF"/>
              </a:solidFill>
              <a:latin typeface="IBM Plex Sans"/>
              <a:ea typeface="IBM Plex Sans"/>
              <a:cs typeface="IBM Plex Sans"/>
              <a:sym typeface="IBM Plex Sans"/>
            </a:endParaRPr>
          </a:p>
        </p:txBody>
      </p:sp>
      <p:sp>
        <p:nvSpPr>
          <p:cNvPr id="7811" name="Google Shape;7811;p537"/>
          <p:cNvSpPr txBox="1">
            <a:spLocks noGrp="1"/>
          </p:cNvSpPr>
          <p:nvPr>
            <p:ph type="title"/>
          </p:nvPr>
        </p:nvSpPr>
        <p:spPr>
          <a:xfrm>
            <a:off x="457200" y="203033"/>
            <a:ext cx="8229600" cy="631200"/>
          </a:xfrm>
          <a:prstGeom prst="rect">
            <a:avLst/>
          </a:prstGeom>
        </p:spPr>
        <p:txBody>
          <a:bodyPr spcFirstLastPara="1" wrap="square" lIns="0" tIns="0" rIns="0" bIns="0" anchor="t" anchorCtr="0">
            <a:spAutoFit/>
          </a:bodyPr>
          <a:lstStyle/>
          <a:p>
            <a:pPr marL="0" lvl="0" indent="0" algn="l" rtl="0">
              <a:spcBef>
                <a:spcPts val="0"/>
              </a:spcBef>
              <a:spcAft>
                <a:spcPts val="0"/>
              </a:spcAft>
              <a:buNone/>
            </a:pPr>
            <a:r>
              <a:rPr lang="en" sz="2600"/>
              <a:t>From idea to production with total control</a:t>
            </a:r>
            <a:endParaRPr sz="2600"/>
          </a:p>
          <a:p>
            <a:pPr marL="0" lvl="0" indent="0" algn="l" rtl="0">
              <a:spcBef>
                <a:spcPts val="0"/>
              </a:spcBef>
              <a:spcAft>
                <a:spcPts val="0"/>
              </a:spcAft>
              <a:buNone/>
            </a:pPr>
            <a:r>
              <a:rPr lang="en" sz="1500" b="0"/>
              <a:t>Executable BPMN. Event-driven runtime. Built-in transparency.</a:t>
            </a:r>
            <a:endParaRPr sz="2600"/>
          </a:p>
        </p:txBody>
      </p:sp>
      <p:sp>
        <p:nvSpPr>
          <p:cNvPr id="7812" name="Google Shape;7812;p537"/>
          <p:cNvSpPr txBox="1"/>
          <p:nvPr/>
        </p:nvSpPr>
        <p:spPr>
          <a:xfrm>
            <a:off x="5353741" y="3236952"/>
            <a:ext cx="1966500" cy="487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None/>
            </a:pPr>
            <a:r>
              <a:rPr lang="en" sz="1200">
                <a:solidFill>
                  <a:srgbClr val="FFF56F"/>
                </a:solidFill>
                <a:latin typeface="IBM Plex Sans SemiBold"/>
                <a:ea typeface="IBM Plex Sans SemiBold"/>
                <a:cs typeface="IBM Plex Sans SemiBold"/>
                <a:sym typeface="IBM Plex Sans SemiBold"/>
              </a:rPr>
              <a:t>Agents orchestrates subprocesses</a:t>
            </a:r>
            <a:endParaRPr sz="1200">
              <a:solidFill>
                <a:srgbClr val="FFF56F"/>
              </a:solidFill>
              <a:latin typeface="IBM Plex Sans SemiBold"/>
              <a:ea typeface="IBM Plex Sans SemiBold"/>
              <a:cs typeface="IBM Plex Sans SemiBold"/>
              <a:sym typeface="IBM Plex Sans SemiBold"/>
            </a:endParaRPr>
          </a:p>
        </p:txBody>
      </p:sp>
      <p:sp>
        <p:nvSpPr>
          <p:cNvPr id="7813" name="Google Shape;7813;p537"/>
          <p:cNvSpPr txBox="1"/>
          <p:nvPr/>
        </p:nvSpPr>
        <p:spPr>
          <a:xfrm>
            <a:off x="4227297" y="3104027"/>
            <a:ext cx="2607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b="1">
                <a:solidFill>
                  <a:schemeClr val="dk1"/>
                </a:solidFill>
                <a:latin typeface="IBM Plex Sans"/>
                <a:ea typeface="IBM Plex Sans"/>
                <a:cs typeface="IBM Plex Sans"/>
                <a:sym typeface="IBM Plex Sans"/>
              </a:rPr>
              <a:t>+</a:t>
            </a:r>
            <a:endParaRPr sz="1600" b="1">
              <a:solidFill>
                <a:schemeClr val="dk1"/>
              </a:solidFill>
              <a:latin typeface="IBM Plex Sans"/>
              <a:ea typeface="IBM Plex Sans"/>
              <a:cs typeface="IBM Plex Sans"/>
              <a:sym typeface="IBM Plex Sans"/>
            </a:endParaRPr>
          </a:p>
        </p:txBody>
      </p:sp>
      <p:sp>
        <p:nvSpPr>
          <p:cNvPr id="7814" name="Google Shape;7814;p537"/>
          <p:cNvSpPr txBox="1"/>
          <p:nvPr/>
        </p:nvSpPr>
        <p:spPr>
          <a:xfrm>
            <a:off x="5429941" y="1462379"/>
            <a:ext cx="1475100" cy="487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None/>
            </a:pPr>
            <a:r>
              <a:rPr lang="en" sz="1200">
                <a:solidFill>
                  <a:srgbClr val="78A9FF"/>
                </a:solidFill>
                <a:latin typeface="IBM Plex Sans SemiBold"/>
                <a:ea typeface="IBM Plex Sans SemiBold"/>
                <a:cs typeface="IBM Plex Sans SemiBold"/>
                <a:sym typeface="IBM Plex Sans SemiBold"/>
              </a:rPr>
              <a:t>Multi-agent orchestration</a:t>
            </a:r>
            <a:endParaRPr sz="1200">
              <a:solidFill>
                <a:srgbClr val="78A9FF"/>
              </a:solidFill>
              <a:latin typeface="IBM Plex Sans SemiBold"/>
              <a:ea typeface="IBM Plex Sans SemiBold"/>
              <a:cs typeface="IBM Plex Sans SemiBold"/>
              <a:sym typeface="IBM Plex Sans SemiBold"/>
            </a:endParaRPr>
          </a:p>
        </p:txBody>
      </p:sp>
      <p:sp>
        <p:nvSpPr>
          <p:cNvPr id="7815" name="Google Shape;7815;p537"/>
          <p:cNvSpPr txBox="1"/>
          <p:nvPr/>
        </p:nvSpPr>
        <p:spPr>
          <a:xfrm>
            <a:off x="920153" y="2818617"/>
            <a:ext cx="1648800" cy="314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None/>
            </a:pPr>
            <a:r>
              <a:rPr lang="en" sz="1200">
                <a:solidFill>
                  <a:schemeClr val="accent1"/>
                </a:solidFill>
                <a:latin typeface="IBM Plex Sans SemiBold"/>
                <a:ea typeface="IBM Plex Sans SemiBold"/>
                <a:cs typeface="IBM Plex Sans SemiBold"/>
                <a:sym typeface="IBM Plex Sans SemiBold"/>
              </a:rPr>
              <a:t>Deterministic flows</a:t>
            </a:r>
            <a:endParaRPr sz="1200">
              <a:solidFill>
                <a:schemeClr val="accent1"/>
              </a:solidFill>
              <a:latin typeface="IBM Plex Sans SemiBold"/>
              <a:ea typeface="IBM Plex Sans SemiBold"/>
              <a:cs typeface="IBM Plex Sans SemiBold"/>
              <a:sym typeface="IBM Plex Sans SemiBold"/>
            </a:endParaRPr>
          </a:p>
          <a:p>
            <a:pPr marL="0" lvl="0" indent="0" algn="l" rtl="0">
              <a:lnSpc>
                <a:spcPct val="100000"/>
              </a:lnSpc>
              <a:spcBef>
                <a:spcPts val="0"/>
              </a:spcBef>
              <a:spcAft>
                <a:spcPts val="0"/>
              </a:spcAft>
              <a:buNone/>
            </a:pPr>
            <a:r>
              <a:rPr lang="en" sz="1000">
                <a:solidFill>
                  <a:schemeClr val="lt1"/>
                </a:solidFill>
                <a:latin typeface="IBM Plex Sans"/>
                <a:ea typeface="IBM Plex Sans"/>
                <a:cs typeface="IBM Plex Sans"/>
                <a:sym typeface="IBM Plex Sans"/>
              </a:rPr>
              <a:t>Consistent experience and policy adherence</a:t>
            </a:r>
            <a:endParaRPr sz="1000">
              <a:solidFill>
                <a:schemeClr val="lt1"/>
              </a:solidFill>
              <a:latin typeface="IBM Plex Sans"/>
              <a:ea typeface="IBM Plex Sans"/>
              <a:cs typeface="IBM Plex Sans"/>
              <a:sym typeface="IBM Plex Sans"/>
            </a:endParaRPr>
          </a:p>
        </p:txBody>
      </p:sp>
      <p:sp>
        <p:nvSpPr>
          <p:cNvPr id="7816" name="Google Shape;7816;p537"/>
          <p:cNvSpPr/>
          <p:nvPr/>
        </p:nvSpPr>
        <p:spPr>
          <a:xfrm>
            <a:off x="1000104" y="2374238"/>
            <a:ext cx="593400" cy="383400"/>
          </a:xfrm>
          <a:prstGeom prst="roundRect">
            <a:avLst>
              <a:gd name="adj" fmla="val 16667"/>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BM Plex Sans"/>
              <a:ea typeface="IBM Plex Sans"/>
              <a:cs typeface="IBM Plex Sans"/>
              <a:sym typeface="IBM Plex Sans"/>
            </a:endParaRPr>
          </a:p>
        </p:txBody>
      </p:sp>
      <p:sp>
        <p:nvSpPr>
          <p:cNvPr id="7817" name="Google Shape;7817;p537"/>
          <p:cNvSpPr/>
          <p:nvPr/>
        </p:nvSpPr>
        <p:spPr>
          <a:xfrm>
            <a:off x="1894561" y="2374238"/>
            <a:ext cx="593400" cy="383400"/>
          </a:xfrm>
          <a:prstGeom prst="roundRect">
            <a:avLst>
              <a:gd name="adj" fmla="val 16667"/>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BM Plex Sans"/>
              <a:ea typeface="IBM Plex Sans"/>
              <a:cs typeface="IBM Plex Sans"/>
              <a:sym typeface="IBM Plex Sans"/>
            </a:endParaRPr>
          </a:p>
        </p:txBody>
      </p:sp>
      <p:sp>
        <p:nvSpPr>
          <p:cNvPr id="7818" name="Google Shape;7818;p537"/>
          <p:cNvSpPr/>
          <p:nvPr/>
        </p:nvSpPr>
        <p:spPr>
          <a:xfrm>
            <a:off x="3207532" y="2056361"/>
            <a:ext cx="593400" cy="383400"/>
          </a:xfrm>
          <a:prstGeom prst="roundRect">
            <a:avLst>
              <a:gd name="adj" fmla="val 16667"/>
            </a:avLst>
          </a:prstGeom>
          <a:solidFill>
            <a:srgbClr val="78A9F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BM Plex Sans"/>
              <a:ea typeface="IBM Plex Sans"/>
              <a:cs typeface="IBM Plex Sans"/>
              <a:sym typeface="IBM Plex Sans"/>
            </a:endParaRPr>
          </a:p>
        </p:txBody>
      </p:sp>
      <p:sp>
        <p:nvSpPr>
          <p:cNvPr id="7819" name="Google Shape;7819;p537"/>
          <p:cNvSpPr/>
          <p:nvPr/>
        </p:nvSpPr>
        <p:spPr>
          <a:xfrm>
            <a:off x="4145349" y="2056361"/>
            <a:ext cx="593400" cy="383400"/>
          </a:xfrm>
          <a:prstGeom prst="roundRect">
            <a:avLst>
              <a:gd name="adj" fmla="val 16667"/>
            </a:avLst>
          </a:prstGeom>
          <a:solidFill>
            <a:srgbClr val="78A9F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BM Plex Sans"/>
              <a:ea typeface="IBM Plex Sans"/>
              <a:cs typeface="IBM Plex Sans"/>
              <a:sym typeface="IBM Plex Sans"/>
            </a:endParaRPr>
          </a:p>
        </p:txBody>
      </p:sp>
      <p:sp>
        <p:nvSpPr>
          <p:cNvPr id="7820" name="Google Shape;7820;p537"/>
          <p:cNvSpPr/>
          <p:nvPr/>
        </p:nvSpPr>
        <p:spPr>
          <a:xfrm>
            <a:off x="3207532" y="2580194"/>
            <a:ext cx="593400" cy="383400"/>
          </a:xfrm>
          <a:prstGeom prst="roundRect">
            <a:avLst>
              <a:gd name="adj" fmla="val 16667"/>
            </a:avLst>
          </a:prstGeom>
          <a:solidFill>
            <a:srgbClr val="78A9F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BM Plex Sans"/>
              <a:ea typeface="IBM Plex Sans"/>
              <a:cs typeface="IBM Plex Sans"/>
              <a:sym typeface="IBM Plex Sans"/>
            </a:endParaRPr>
          </a:p>
        </p:txBody>
      </p:sp>
      <p:sp>
        <p:nvSpPr>
          <p:cNvPr id="7821" name="Google Shape;7821;p537"/>
          <p:cNvSpPr/>
          <p:nvPr/>
        </p:nvSpPr>
        <p:spPr>
          <a:xfrm>
            <a:off x="4145349" y="2580194"/>
            <a:ext cx="593400" cy="383400"/>
          </a:xfrm>
          <a:prstGeom prst="roundRect">
            <a:avLst>
              <a:gd name="adj" fmla="val 16667"/>
            </a:avLst>
          </a:prstGeom>
          <a:solidFill>
            <a:srgbClr val="FF6900"/>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BM Plex Sans"/>
              <a:ea typeface="IBM Plex Sans"/>
              <a:cs typeface="IBM Plex Sans"/>
              <a:sym typeface="IBM Plex Sans"/>
            </a:endParaRPr>
          </a:p>
        </p:txBody>
      </p:sp>
      <p:sp>
        <p:nvSpPr>
          <p:cNvPr id="7822" name="Google Shape;7822;p537"/>
          <p:cNvSpPr/>
          <p:nvPr/>
        </p:nvSpPr>
        <p:spPr>
          <a:xfrm>
            <a:off x="4077833" y="4220600"/>
            <a:ext cx="593400" cy="383400"/>
          </a:xfrm>
          <a:prstGeom prst="roundRect">
            <a:avLst>
              <a:gd name="adj" fmla="val 16667"/>
            </a:avLst>
          </a:prstGeom>
          <a:solidFill>
            <a:srgbClr val="01A7B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BM Plex Sans"/>
              <a:ea typeface="IBM Plex Sans"/>
              <a:cs typeface="IBM Plex Sans"/>
              <a:sym typeface="IBM Plex Sans"/>
            </a:endParaRPr>
          </a:p>
        </p:txBody>
      </p:sp>
      <p:sp>
        <p:nvSpPr>
          <p:cNvPr id="7823" name="Google Shape;7823;p537"/>
          <p:cNvSpPr/>
          <p:nvPr/>
        </p:nvSpPr>
        <p:spPr>
          <a:xfrm>
            <a:off x="3359654" y="3882311"/>
            <a:ext cx="259500" cy="260700"/>
          </a:xfrm>
          <a:prstGeom prst="ellipse">
            <a:avLst/>
          </a:prstGeom>
          <a:solidFill>
            <a:srgbClr val="26D07C"/>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BM Plex Sans"/>
              <a:ea typeface="IBM Plex Sans"/>
              <a:cs typeface="IBM Plex Sans"/>
              <a:sym typeface="IBM Plex Sans"/>
            </a:endParaRPr>
          </a:p>
        </p:txBody>
      </p:sp>
      <p:cxnSp>
        <p:nvCxnSpPr>
          <p:cNvPr id="7824" name="Google Shape;7824;p537"/>
          <p:cNvCxnSpPr>
            <a:stCxn id="7823" idx="4"/>
            <a:endCxn id="7822" idx="1"/>
          </p:cNvCxnSpPr>
          <p:nvPr/>
        </p:nvCxnSpPr>
        <p:spPr>
          <a:xfrm rot="-5400000" flipH="1">
            <a:off x="3648854" y="3983561"/>
            <a:ext cx="269400" cy="588300"/>
          </a:xfrm>
          <a:prstGeom prst="bentConnector2">
            <a:avLst/>
          </a:prstGeom>
          <a:noFill/>
          <a:ln w="9525" cap="flat" cmpd="sng">
            <a:solidFill>
              <a:schemeClr val="lt1"/>
            </a:solidFill>
            <a:prstDash val="solid"/>
            <a:round/>
            <a:headEnd type="none" w="med" len="med"/>
            <a:tailEnd type="triangle" w="med" len="med"/>
          </a:ln>
        </p:spPr>
      </p:cxnSp>
      <p:sp>
        <p:nvSpPr>
          <p:cNvPr id="7825" name="Google Shape;7825;p537"/>
          <p:cNvSpPr/>
          <p:nvPr/>
        </p:nvSpPr>
        <p:spPr>
          <a:xfrm>
            <a:off x="465409" y="2435337"/>
            <a:ext cx="259500" cy="260700"/>
          </a:xfrm>
          <a:prstGeom prst="ellipse">
            <a:avLst/>
          </a:prstGeom>
          <a:solidFill>
            <a:schemeClr val="accent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BM Plex Sans"/>
              <a:ea typeface="IBM Plex Sans"/>
              <a:cs typeface="IBM Plex Sans"/>
              <a:sym typeface="IBM Plex Sans"/>
            </a:endParaRPr>
          </a:p>
        </p:txBody>
      </p:sp>
      <p:sp>
        <p:nvSpPr>
          <p:cNvPr id="7826" name="Google Shape;7826;p537"/>
          <p:cNvSpPr/>
          <p:nvPr/>
        </p:nvSpPr>
        <p:spPr>
          <a:xfrm>
            <a:off x="5567047" y="2374239"/>
            <a:ext cx="383400" cy="383400"/>
          </a:xfrm>
          <a:prstGeom prst="diamond">
            <a:avLst/>
          </a:prstGeom>
          <a:solidFill>
            <a:schemeClr val="accent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BM Plex Sans"/>
              <a:ea typeface="IBM Plex Sans"/>
              <a:cs typeface="IBM Plex Sans"/>
              <a:sym typeface="IBM Plex Sans"/>
            </a:endParaRPr>
          </a:p>
        </p:txBody>
      </p:sp>
      <p:sp>
        <p:nvSpPr>
          <p:cNvPr id="7827" name="Google Shape;7827;p537"/>
          <p:cNvSpPr/>
          <p:nvPr/>
        </p:nvSpPr>
        <p:spPr>
          <a:xfrm>
            <a:off x="6315006" y="2013661"/>
            <a:ext cx="593400" cy="383400"/>
          </a:xfrm>
          <a:prstGeom prst="roundRect">
            <a:avLst>
              <a:gd name="adj" fmla="val 16667"/>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BM Plex Sans"/>
              <a:ea typeface="IBM Plex Sans"/>
              <a:cs typeface="IBM Plex Sans"/>
              <a:sym typeface="IBM Plex Sans"/>
            </a:endParaRPr>
          </a:p>
        </p:txBody>
      </p:sp>
      <p:sp>
        <p:nvSpPr>
          <p:cNvPr id="7828" name="Google Shape;7828;p537"/>
          <p:cNvSpPr/>
          <p:nvPr/>
        </p:nvSpPr>
        <p:spPr>
          <a:xfrm>
            <a:off x="6315006" y="2779923"/>
            <a:ext cx="593400" cy="383400"/>
          </a:xfrm>
          <a:prstGeom prst="roundRect">
            <a:avLst>
              <a:gd name="adj" fmla="val 16667"/>
            </a:avLst>
          </a:prstGeom>
          <a:solidFill>
            <a:srgbClr val="01A7B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BM Plex Sans"/>
              <a:ea typeface="IBM Plex Sans"/>
              <a:cs typeface="IBM Plex Sans"/>
              <a:sym typeface="IBM Plex Sans"/>
            </a:endParaRPr>
          </a:p>
        </p:txBody>
      </p:sp>
      <p:sp>
        <p:nvSpPr>
          <p:cNvPr id="7829" name="Google Shape;7829;p537"/>
          <p:cNvSpPr/>
          <p:nvPr/>
        </p:nvSpPr>
        <p:spPr>
          <a:xfrm>
            <a:off x="7352262" y="2083324"/>
            <a:ext cx="259500" cy="260700"/>
          </a:xfrm>
          <a:prstGeom prst="ellipse">
            <a:avLst/>
          </a:prstGeom>
          <a:noFill/>
          <a:ln w="2857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BM Plex Sans"/>
              <a:ea typeface="IBM Plex Sans"/>
              <a:cs typeface="IBM Plex Sans"/>
              <a:sym typeface="IBM Plex Sans"/>
            </a:endParaRPr>
          </a:p>
        </p:txBody>
      </p:sp>
      <p:sp>
        <p:nvSpPr>
          <p:cNvPr id="7830" name="Google Shape;7830;p537"/>
          <p:cNvSpPr/>
          <p:nvPr/>
        </p:nvSpPr>
        <p:spPr>
          <a:xfrm>
            <a:off x="7352262" y="2849587"/>
            <a:ext cx="259500" cy="260700"/>
          </a:xfrm>
          <a:prstGeom prst="ellipse">
            <a:avLst/>
          </a:prstGeom>
          <a:noFill/>
          <a:ln w="2857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BM Plex Sans"/>
              <a:ea typeface="IBM Plex Sans"/>
              <a:cs typeface="IBM Plex Sans"/>
              <a:sym typeface="IBM Plex Sans"/>
            </a:endParaRPr>
          </a:p>
        </p:txBody>
      </p:sp>
      <p:cxnSp>
        <p:nvCxnSpPr>
          <p:cNvPr id="7831" name="Google Shape;7831;p537"/>
          <p:cNvCxnSpPr>
            <a:stCxn id="7817" idx="3"/>
          </p:cNvCxnSpPr>
          <p:nvPr/>
        </p:nvCxnSpPr>
        <p:spPr>
          <a:xfrm>
            <a:off x="2487961" y="2565938"/>
            <a:ext cx="275400" cy="0"/>
          </a:xfrm>
          <a:prstGeom prst="straightConnector1">
            <a:avLst/>
          </a:prstGeom>
          <a:noFill/>
          <a:ln w="9525" cap="flat" cmpd="sng">
            <a:solidFill>
              <a:schemeClr val="lt1"/>
            </a:solidFill>
            <a:prstDash val="solid"/>
            <a:round/>
            <a:headEnd type="none" w="med" len="med"/>
            <a:tailEnd type="triangle" w="med" len="med"/>
          </a:ln>
        </p:spPr>
      </p:cxnSp>
      <p:cxnSp>
        <p:nvCxnSpPr>
          <p:cNvPr id="7832" name="Google Shape;7832;p537"/>
          <p:cNvCxnSpPr>
            <a:endCxn id="7826" idx="1"/>
          </p:cNvCxnSpPr>
          <p:nvPr/>
        </p:nvCxnSpPr>
        <p:spPr>
          <a:xfrm>
            <a:off x="5197747" y="2565939"/>
            <a:ext cx="369300" cy="0"/>
          </a:xfrm>
          <a:prstGeom prst="straightConnector1">
            <a:avLst/>
          </a:prstGeom>
          <a:noFill/>
          <a:ln w="9525" cap="flat" cmpd="sng">
            <a:solidFill>
              <a:schemeClr val="lt1"/>
            </a:solidFill>
            <a:prstDash val="solid"/>
            <a:round/>
            <a:headEnd type="none" w="med" len="med"/>
            <a:tailEnd type="triangle" w="med" len="med"/>
          </a:ln>
        </p:spPr>
      </p:cxnSp>
      <p:cxnSp>
        <p:nvCxnSpPr>
          <p:cNvPr id="7833" name="Google Shape;7833;p537"/>
          <p:cNvCxnSpPr>
            <a:stCxn id="7826" idx="0"/>
            <a:endCxn id="7827" idx="1"/>
          </p:cNvCxnSpPr>
          <p:nvPr/>
        </p:nvCxnSpPr>
        <p:spPr>
          <a:xfrm rot="-5400000">
            <a:off x="5952397" y="2011689"/>
            <a:ext cx="168900" cy="556200"/>
          </a:xfrm>
          <a:prstGeom prst="bentConnector2">
            <a:avLst/>
          </a:prstGeom>
          <a:noFill/>
          <a:ln w="9525" cap="flat" cmpd="sng">
            <a:solidFill>
              <a:schemeClr val="lt1"/>
            </a:solidFill>
            <a:prstDash val="solid"/>
            <a:round/>
            <a:headEnd type="none" w="med" len="med"/>
            <a:tailEnd type="triangle" w="med" len="med"/>
          </a:ln>
        </p:spPr>
      </p:cxnSp>
      <p:cxnSp>
        <p:nvCxnSpPr>
          <p:cNvPr id="7834" name="Google Shape;7834;p537"/>
          <p:cNvCxnSpPr>
            <a:stCxn id="7826" idx="2"/>
            <a:endCxn id="7828" idx="1"/>
          </p:cNvCxnSpPr>
          <p:nvPr/>
        </p:nvCxnSpPr>
        <p:spPr>
          <a:xfrm rot="-5400000" flipH="1">
            <a:off x="5929897" y="2586489"/>
            <a:ext cx="213900" cy="556200"/>
          </a:xfrm>
          <a:prstGeom prst="bentConnector2">
            <a:avLst/>
          </a:prstGeom>
          <a:noFill/>
          <a:ln w="9525" cap="flat" cmpd="sng">
            <a:solidFill>
              <a:schemeClr val="lt1"/>
            </a:solidFill>
            <a:prstDash val="solid"/>
            <a:round/>
            <a:headEnd type="none" w="med" len="med"/>
            <a:tailEnd type="triangle" w="med" len="med"/>
          </a:ln>
        </p:spPr>
      </p:cxnSp>
      <p:cxnSp>
        <p:nvCxnSpPr>
          <p:cNvPr id="7835" name="Google Shape;7835;p537"/>
          <p:cNvCxnSpPr>
            <a:stCxn id="7827" idx="3"/>
            <a:endCxn id="7829" idx="2"/>
          </p:cNvCxnSpPr>
          <p:nvPr/>
        </p:nvCxnSpPr>
        <p:spPr>
          <a:xfrm>
            <a:off x="6908406" y="2205361"/>
            <a:ext cx="444000" cy="8400"/>
          </a:xfrm>
          <a:prstGeom prst="straightConnector1">
            <a:avLst/>
          </a:prstGeom>
          <a:noFill/>
          <a:ln w="9525" cap="flat" cmpd="sng">
            <a:solidFill>
              <a:schemeClr val="lt1"/>
            </a:solidFill>
            <a:prstDash val="solid"/>
            <a:round/>
            <a:headEnd type="none" w="med" len="med"/>
            <a:tailEnd type="triangle" w="med" len="med"/>
          </a:ln>
        </p:spPr>
      </p:cxnSp>
      <p:cxnSp>
        <p:nvCxnSpPr>
          <p:cNvPr id="7836" name="Google Shape;7836;p537"/>
          <p:cNvCxnSpPr>
            <a:stCxn id="7828" idx="3"/>
            <a:endCxn id="7830" idx="2"/>
          </p:cNvCxnSpPr>
          <p:nvPr/>
        </p:nvCxnSpPr>
        <p:spPr>
          <a:xfrm>
            <a:off x="6908406" y="2971623"/>
            <a:ext cx="444000" cy="8400"/>
          </a:xfrm>
          <a:prstGeom prst="straightConnector1">
            <a:avLst/>
          </a:prstGeom>
          <a:noFill/>
          <a:ln w="9525" cap="flat" cmpd="sng">
            <a:solidFill>
              <a:schemeClr val="lt1"/>
            </a:solidFill>
            <a:prstDash val="solid"/>
            <a:round/>
            <a:headEnd type="none" w="med" len="med"/>
            <a:tailEnd type="triangle" w="med" len="med"/>
          </a:ln>
        </p:spPr>
      </p:cxnSp>
      <p:sp>
        <p:nvSpPr>
          <p:cNvPr id="7837" name="Google Shape;7837;p537"/>
          <p:cNvSpPr/>
          <p:nvPr/>
        </p:nvSpPr>
        <p:spPr>
          <a:xfrm>
            <a:off x="3207524" y="3159501"/>
            <a:ext cx="1531200" cy="572400"/>
          </a:xfrm>
          <a:prstGeom prst="roundRect">
            <a:avLst>
              <a:gd name="adj" fmla="val 16667"/>
            </a:avLst>
          </a:prstGeom>
          <a:noFill/>
          <a:ln w="19050" cap="flat" cmpd="sng">
            <a:solidFill>
              <a:srgbClr val="FFF56F"/>
            </a:solidFill>
            <a:prstDash val="solid"/>
            <a:round/>
            <a:headEnd type="none" w="sm" len="sm"/>
            <a:tailEnd type="none" w="sm" len="sm"/>
          </a:ln>
        </p:spPr>
        <p:txBody>
          <a:bodyPr spcFirstLastPara="1" wrap="square" lIns="91425" tIns="91425" rIns="91425" bIns="91425" anchor="t" anchorCtr="0">
            <a:noAutofit/>
          </a:bodyPr>
          <a:lstStyle/>
          <a:p>
            <a:pPr marL="0" lvl="0" indent="0" algn="ctr" rtl="0">
              <a:spcBef>
                <a:spcPts val="0"/>
              </a:spcBef>
              <a:spcAft>
                <a:spcPts val="0"/>
              </a:spcAft>
              <a:buNone/>
            </a:pPr>
            <a:endParaRPr>
              <a:latin typeface="IBM Plex Sans"/>
              <a:ea typeface="IBM Plex Sans"/>
              <a:cs typeface="IBM Plex Sans"/>
              <a:sym typeface="IBM Plex Sans"/>
            </a:endParaRPr>
          </a:p>
        </p:txBody>
      </p:sp>
      <p:sp>
        <p:nvSpPr>
          <p:cNvPr id="7838" name="Google Shape;7838;p537"/>
          <p:cNvSpPr/>
          <p:nvPr/>
        </p:nvSpPr>
        <p:spPr>
          <a:xfrm>
            <a:off x="3396010" y="3345037"/>
            <a:ext cx="186600" cy="186600"/>
          </a:xfrm>
          <a:prstGeom prst="ellipse">
            <a:avLst/>
          </a:prstGeom>
          <a:noFill/>
          <a:ln w="38100" cap="flat" cmpd="sng">
            <a:solidFill>
              <a:schemeClr val="accent2"/>
            </a:solidFill>
            <a:prstDash val="dash"/>
            <a:round/>
            <a:headEnd type="none" w="sm" len="sm"/>
            <a:tailEnd type="none" w="sm" len="sm"/>
          </a:ln>
        </p:spPr>
        <p:txBody>
          <a:bodyPr spcFirstLastPara="1" wrap="square" lIns="91425" tIns="91425" rIns="91425" bIns="91425" anchor="t" anchorCtr="0">
            <a:noAutofit/>
          </a:bodyPr>
          <a:lstStyle/>
          <a:p>
            <a:pPr marL="0" lvl="0" indent="0" algn="ctr" rtl="0">
              <a:spcBef>
                <a:spcPts val="0"/>
              </a:spcBef>
              <a:spcAft>
                <a:spcPts val="0"/>
              </a:spcAft>
              <a:buNone/>
            </a:pPr>
            <a:endParaRPr>
              <a:latin typeface="IBM Plex Sans"/>
              <a:ea typeface="IBM Plex Sans"/>
              <a:cs typeface="IBM Plex Sans"/>
              <a:sym typeface="IBM Plex Sans"/>
            </a:endParaRPr>
          </a:p>
        </p:txBody>
      </p:sp>
      <p:sp>
        <p:nvSpPr>
          <p:cNvPr id="7839" name="Google Shape;7839;p537"/>
          <p:cNvSpPr/>
          <p:nvPr/>
        </p:nvSpPr>
        <p:spPr>
          <a:xfrm>
            <a:off x="3867259" y="3247952"/>
            <a:ext cx="561600" cy="380700"/>
          </a:xfrm>
          <a:prstGeom prst="roundRect">
            <a:avLst>
              <a:gd name="adj" fmla="val 16667"/>
            </a:avLst>
          </a:prstGeom>
          <a:solidFill>
            <a:srgbClr val="FFF56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BM Plex Sans"/>
              <a:ea typeface="IBM Plex Sans"/>
              <a:cs typeface="IBM Plex Sans"/>
              <a:sym typeface="IBM Plex Sans"/>
            </a:endParaRPr>
          </a:p>
        </p:txBody>
      </p:sp>
      <p:cxnSp>
        <p:nvCxnSpPr>
          <p:cNvPr id="7840" name="Google Shape;7840;p537"/>
          <p:cNvCxnSpPr>
            <a:stCxn id="7838" idx="6"/>
            <a:endCxn id="7839" idx="1"/>
          </p:cNvCxnSpPr>
          <p:nvPr/>
        </p:nvCxnSpPr>
        <p:spPr>
          <a:xfrm>
            <a:off x="3582610" y="3438337"/>
            <a:ext cx="284700" cy="600"/>
          </a:xfrm>
          <a:prstGeom prst="bentConnector3">
            <a:avLst>
              <a:gd name="adj1" fmla="val 50010"/>
            </a:avLst>
          </a:prstGeom>
          <a:noFill/>
          <a:ln w="9525" cap="flat" cmpd="sng">
            <a:solidFill>
              <a:schemeClr val="accent2"/>
            </a:solidFill>
            <a:prstDash val="solid"/>
            <a:round/>
            <a:headEnd type="none" w="med" len="med"/>
            <a:tailEnd type="triangle" w="med" len="med"/>
          </a:ln>
        </p:spPr>
      </p:cxnSp>
      <p:sp>
        <p:nvSpPr>
          <p:cNvPr id="7841" name="Google Shape;7841;p537"/>
          <p:cNvSpPr txBox="1"/>
          <p:nvPr/>
        </p:nvSpPr>
        <p:spPr>
          <a:xfrm>
            <a:off x="2040388" y="4075642"/>
            <a:ext cx="1170300" cy="487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None/>
            </a:pPr>
            <a:r>
              <a:rPr lang="en" sz="1200">
                <a:solidFill>
                  <a:schemeClr val="accent2"/>
                </a:solidFill>
                <a:latin typeface="IBM Plex Sans SemiBold"/>
                <a:ea typeface="IBM Plex Sans SemiBold"/>
                <a:cs typeface="IBM Plex Sans SemiBold"/>
                <a:sym typeface="IBM Plex Sans SemiBold"/>
              </a:rPr>
              <a:t>Event-driven </a:t>
            </a:r>
            <a:endParaRPr sz="1200">
              <a:solidFill>
                <a:schemeClr val="accent2"/>
              </a:solidFill>
              <a:latin typeface="IBM Plex Sans SemiBold"/>
              <a:ea typeface="IBM Plex Sans SemiBold"/>
              <a:cs typeface="IBM Plex Sans SemiBold"/>
              <a:sym typeface="IBM Plex Sans SemiBold"/>
            </a:endParaRPr>
          </a:p>
          <a:p>
            <a:pPr marL="0" lvl="0" indent="0" algn="l" rtl="0">
              <a:lnSpc>
                <a:spcPct val="100000"/>
              </a:lnSpc>
              <a:spcBef>
                <a:spcPts val="0"/>
              </a:spcBef>
              <a:spcAft>
                <a:spcPts val="0"/>
              </a:spcAft>
              <a:buNone/>
            </a:pPr>
            <a:r>
              <a:rPr lang="en" sz="1200">
                <a:solidFill>
                  <a:schemeClr val="accent2"/>
                </a:solidFill>
                <a:latin typeface="IBM Plex Sans SemiBold"/>
                <a:ea typeface="IBM Plex Sans SemiBold"/>
                <a:cs typeface="IBM Plex Sans SemiBold"/>
                <a:sym typeface="IBM Plex Sans SemiBold"/>
              </a:rPr>
              <a:t>response</a:t>
            </a:r>
            <a:endParaRPr sz="1200">
              <a:solidFill>
                <a:schemeClr val="lt1"/>
              </a:solidFill>
              <a:latin typeface="IBM Plex Sans SemiBold"/>
              <a:ea typeface="IBM Plex Sans SemiBold"/>
              <a:cs typeface="IBM Plex Sans SemiBold"/>
              <a:sym typeface="IBM Plex Sans SemiBold"/>
            </a:endParaRPr>
          </a:p>
        </p:txBody>
      </p:sp>
      <p:cxnSp>
        <p:nvCxnSpPr>
          <p:cNvPr id="7842" name="Google Shape;7842;p537"/>
          <p:cNvCxnSpPr/>
          <p:nvPr/>
        </p:nvCxnSpPr>
        <p:spPr>
          <a:xfrm>
            <a:off x="3795466" y="2801071"/>
            <a:ext cx="346200" cy="0"/>
          </a:xfrm>
          <a:prstGeom prst="straightConnector1">
            <a:avLst/>
          </a:prstGeom>
          <a:noFill/>
          <a:ln w="9525" cap="flat" cmpd="sng">
            <a:solidFill>
              <a:schemeClr val="lt1"/>
            </a:solidFill>
            <a:prstDash val="solid"/>
            <a:round/>
            <a:headEnd type="none" w="med" len="med"/>
            <a:tailEnd type="triangle" w="med" len="med"/>
          </a:ln>
        </p:spPr>
      </p:cxnSp>
      <p:sp>
        <p:nvSpPr>
          <p:cNvPr id="7843" name="Google Shape;7843;p537"/>
          <p:cNvSpPr txBox="1"/>
          <p:nvPr/>
        </p:nvSpPr>
        <p:spPr>
          <a:xfrm>
            <a:off x="4013005" y="4607140"/>
            <a:ext cx="2132700" cy="314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None/>
            </a:pPr>
            <a:r>
              <a:rPr lang="en" sz="1200">
                <a:solidFill>
                  <a:srgbClr val="01A7B5"/>
                </a:solidFill>
                <a:latin typeface="IBM Plex Sans SemiBold"/>
                <a:ea typeface="IBM Plex Sans SemiBold"/>
                <a:cs typeface="IBM Plex Sans SemiBold"/>
                <a:sym typeface="IBM Plex Sans SemiBold"/>
              </a:rPr>
              <a:t>Escalation to humans</a:t>
            </a:r>
            <a:endParaRPr sz="1200" u="sng">
              <a:solidFill>
                <a:srgbClr val="01A7B5"/>
              </a:solidFill>
              <a:latin typeface="IBM Plex Sans SemiBold"/>
              <a:ea typeface="IBM Plex Sans SemiBold"/>
              <a:cs typeface="IBM Plex Sans SemiBold"/>
              <a:sym typeface="IBM Plex Sans SemiBold"/>
            </a:endParaRPr>
          </a:p>
        </p:txBody>
      </p:sp>
      <p:cxnSp>
        <p:nvCxnSpPr>
          <p:cNvPr id="7844" name="Google Shape;7844;p537"/>
          <p:cNvCxnSpPr/>
          <p:nvPr/>
        </p:nvCxnSpPr>
        <p:spPr>
          <a:xfrm>
            <a:off x="724762" y="2565828"/>
            <a:ext cx="275400" cy="0"/>
          </a:xfrm>
          <a:prstGeom prst="straightConnector1">
            <a:avLst/>
          </a:prstGeom>
          <a:noFill/>
          <a:ln w="9525" cap="flat" cmpd="sng">
            <a:solidFill>
              <a:schemeClr val="lt1"/>
            </a:solidFill>
            <a:prstDash val="solid"/>
            <a:round/>
            <a:headEnd type="none" w="med" len="med"/>
            <a:tailEnd type="triangle" w="med" len="med"/>
          </a:ln>
        </p:spPr>
      </p:cxnSp>
      <p:cxnSp>
        <p:nvCxnSpPr>
          <p:cNvPr id="7845" name="Google Shape;7845;p537"/>
          <p:cNvCxnSpPr/>
          <p:nvPr/>
        </p:nvCxnSpPr>
        <p:spPr>
          <a:xfrm>
            <a:off x="1608849" y="2565828"/>
            <a:ext cx="275400" cy="0"/>
          </a:xfrm>
          <a:prstGeom prst="straightConnector1">
            <a:avLst/>
          </a:prstGeom>
          <a:noFill/>
          <a:ln w="9525" cap="flat" cmpd="sng">
            <a:solidFill>
              <a:schemeClr val="lt1"/>
            </a:solidFill>
            <a:prstDash val="solid"/>
            <a:round/>
            <a:headEnd type="none" w="med" len="med"/>
            <a:tailEnd type="triangle" w="med" len="med"/>
          </a:ln>
        </p:spPr>
      </p:cxnSp>
      <p:sp>
        <p:nvSpPr>
          <p:cNvPr id="7846" name="Google Shape;7846;p537"/>
          <p:cNvSpPr txBox="1"/>
          <p:nvPr/>
        </p:nvSpPr>
        <p:spPr>
          <a:xfrm>
            <a:off x="3904873" y="1074050"/>
            <a:ext cx="1760100" cy="461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900">
                <a:solidFill>
                  <a:schemeClr val="lt1"/>
                </a:solidFill>
                <a:latin typeface="IBM Plex Sans"/>
                <a:ea typeface="IBM Plex Sans"/>
                <a:cs typeface="IBM Plex Sans"/>
                <a:sym typeface="IBM Plex Sans"/>
              </a:rPr>
              <a:t>Controlled flexibility </a:t>
            </a:r>
            <a:br>
              <a:rPr lang="en" sz="900">
                <a:solidFill>
                  <a:schemeClr val="lt1"/>
                </a:solidFill>
                <a:latin typeface="IBM Plex Sans"/>
                <a:ea typeface="IBM Plex Sans"/>
                <a:cs typeface="IBM Plex Sans"/>
                <a:sym typeface="IBM Plex Sans"/>
              </a:rPr>
            </a:br>
            <a:r>
              <a:rPr lang="en" sz="900">
                <a:solidFill>
                  <a:schemeClr val="lt1"/>
                </a:solidFill>
                <a:latin typeface="IBM Plex Sans"/>
                <a:ea typeface="IBM Plex Sans"/>
                <a:cs typeface="IBM Plex Sans"/>
                <a:sym typeface="IBM Plex Sans"/>
              </a:rPr>
              <a:t>with modeled agent handoffs</a:t>
            </a:r>
            <a:endParaRPr sz="900"/>
          </a:p>
        </p:txBody>
      </p:sp>
      <p:sp>
        <p:nvSpPr>
          <p:cNvPr id="7847" name="Google Shape;7847;p537"/>
          <p:cNvSpPr txBox="1"/>
          <p:nvPr/>
        </p:nvSpPr>
        <p:spPr>
          <a:xfrm>
            <a:off x="6528878" y="1510379"/>
            <a:ext cx="1760100" cy="461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900">
                <a:solidFill>
                  <a:schemeClr val="lt1"/>
                </a:solidFill>
                <a:latin typeface="IBM Plex Sans"/>
                <a:ea typeface="IBM Plex Sans"/>
                <a:cs typeface="IBM Plex Sans"/>
                <a:sym typeface="IBM Plex Sans"/>
              </a:rPr>
              <a:t>Coordinate multiple agents with runtime routing logic</a:t>
            </a:r>
            <a:endParaRPr sz="900"/>
          </a:p>
        </p:txBody>
      </p:sp>
      <p:sp>
        <p:nvSpPr>
          <p:cNvPr id="7848" name="Google Shape;7848;p537"/>
          <p:cNvSpPr txBox="1"/>
          <p:nvPr/>
        </p:nvSpPr>
        <p:spPr>
          <a:xfrm>
            <a:off x="6919676" y="3286302"/>
            <a:ext cx="1760100" cy="461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900">
                <a:solidFill>
                  <a:schemeClr val="lt1"/>
                </a:solidFill>
                <a:latin typeface="IBM Plex Sans"/>
                <a:ea typeface="IBM Plex Sans"/>
                <a:cs typeface="IBM Plex Sans"/>
                <a:sym typeface="IBM Plex Sans"/>
              </a:rPr>
              <a:t>Trigger subprocesses autonomously</a:t>
            </a:r>
            <a:endParaRPr sz="900"/>
          </a:p>
        </p:txBody>
      </p:sp>
      <p:sp>
        <p:nvSpPr>
          <p:cNvPr id="7849" name="Google Shape;7849;p537"/>
          <p:cNvSpPr txBox="1"/>
          <p:nvPr/>
        </p:nvSpPr>
        <p:spPr>
          <a:xfrm>
            <a:off x="5733673" y="4533352"/>
            <a:ext cx="1760100" cy="461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900">
                <a:solidFill>
                  <a:schemeClr val="lt1"/>
                </a:solidFill>
                <a:latin typeface="IBM Plex Sans"/>
                <a:ea typeface="IBM Plex Sans"/>
                <a:cs typeface="IBM Plex Sans"/>
                <a:sym typeface="IBM Plex Sans"/>
              </a:rPr>
              <a:t>Bring humans in the loop when necessary</a:t>
            </a:r>
            <a:endParaRPr sz="900"/>
          </a:p>
        </p:txBody>
      </p:sp>
      <p:sp>
        <p:nvSpPr>
          <p:cNvPr id="7850" name="Google Shape;7850;p537"/>
          <p:cNvSpPr txBox="1"/>
          <p:nvPr/>
        </p:nvSpPr>
        <p:spPr>
          <a:xfrm>
            <a:off x="2040400" y="4483100"/>
            <a:ext cx="1760100" cy="461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900">
                <a:solidFill>
                  <a:schemeClr val="lt1"/>
                </a:solidFill>
                <a:latin typeface="IBM Plex Sans"/>
                <a:ea typeface="IBM Plex Sans"/>
                <a:cs typeface="IBM Plex Sans"/>
                <a:sym typeface="IBM Plex Sans"/>
              </a:rPr>
              <a:t>Waits, listens, and reacts </a:t>
            </a:r>
            <a:br>
              <a:rPr lang="en" sz="900">
                <a:solidFill>
                  <a:schemeClr val="lt1"/>
                </a:solidFill>
                <a:latin typeface="IBM Plex Sans"/>
                <a:ea typeface="IBM Plex Sans"/>
                <a:cs typeface="IBM Plex Sans"/>
                <a:sym typeface="IBM Plex Sans"/>
              </a:rPr>
            </a:br>
            <a:r>
              <a:rPr lang="en" sz="900">
                <a:solidFill>
                  <a:schemeClr val="lt1"/>
                </a:solidFill>
                <a:latin typeface="IBM Plex Sans"/>
                <a:ea typeface="IBM Plex Sans"/>
                <a:cs typeface="IBM Plex Sans"/>
                <a:sym typeface="IBM Plex Sans"/>
              </a:rPr>
              <a:t>no matter how long it takes</a:t>
            </a:r>
            <a:endParaRPr sz="900"/>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show="0">
  <p:cSld>
    <p:spTree>
      <p:nvGrpSpPr>
        <p:cNvPr id="1" name="Shape 7854"/>
        <p:cNvGrpSpPr/>
        <p:nvPr/>
      </p:nvGrpSpPr>
      <p:grpSpPr>
        <a:xfrm>
          <a:off x="0" y="0"/>
          <a:ext cx="0" cy="0"/>
          <a:chOff x="0" y="0"/>
          <a:chExt cx="0" cy="0"/>
        </a:xfrm>
      </p:grpSpPr>
      <p:sp>
        <p:nvSpPr>
          <p:cNvPr id="7855" name="Google Shape;7855;p538"/>
          <p:cNvSpPr txBox="1">
            <a:spLocks noGrp="1"/>
          </p:cNvSpPr>
          <p:nvPr>
            <p:ph type="title"/>
          </p:nvPr>
        </p:nvSpPr>
        <p:spPr>
          <a:xfrm>
            <a:off x="457200" y="114300"/>
            <a:ext cx="8229600" cy="800400"/>
          </a:xfrm>
          <a:prstGeom prst="rect">
            <a:avLst/>
          </a:prstGeom>
        </p:spPr>
        <p:txBody>
          <a:bodyPr spcFirstLastPara="1" wrap="square" lIns="0" tIns="0" rIns="0" bIns="0" anchor="t" anchorCtr="0">
            <a:spAutoFit/>
          </a:bodyPr>
          <a:lstStyle/>
          <a:p>
            <a:pPr marL="0" lvl="0" indent="0" algn="l" rtl="0">
              <a:spcBef>
                <a:spcPts val="0"/>
              </a:spcBef>
              <a:spcAft>
                <a:spcPts val="0"/>
              </a:spcAft>
              <a:buNone/>
            </a:pPr>
            <a:r>
              <a:rPr lang="en" sz="2600"/>
              <a:t>Mixing Agents with Workflow patterns</a:t>
            </a:r>
            <a:endParaRPr sz="2600"/>
          </a:p>
          <a:p>
            <a:pPr marL="0" lvl="0" indent="0" algn="l" rtl="0">
              <a:spcBef>
                <a:spcPts val="0"/>
              </a:spcBef>
              <a:spcAft>
                <a:spcPts val="0"/>
              </a:spcAft>
              <a:buNone/>
            </a:pPr>
            <a:endParaRPr sz="2600"/>
          </a:p>
        </p:txBody>
      </p:sp>
      <p:cxnSp>
        <p:nvCxnSpPr>
          <p:cNvPr id="7856" name="Google Shape;7856;p538"/>
          <p:cNvCxnSpPr>
            <a:stCxn id="7857" idx="3"/>
            <a:endCxn id="7858" idx="1"/>
          </p:cNvCxnSpPr>
          <p:nvPr/>
        </p:nvCxnSpPr>
        <p:spPr>
          <a:xfrm>
            <a:off x="4395629" y="2109811"/>
            <a:ext cx="362100" cy="0"/>
          </a:xfrm>
          <a:prstGeom prst="straightConnector1">
            <a:avLst/>
          </a:prstGeom>
          <a:noFill/>
          <a:ln w="9525" cap="flat" cmpd="sng">
            <a:solidFill>
              <a:srgbClr val="FD5D0D"/>
            </a:solidFill>
            <a:prstDash val="solid"/>
            <a:round/>
            <a:headEnd type="none" w="med" len="med"/>
            <a:tailEnd type="triangle" w="med" len="med"/>
          </a:ln>
        </p:spPr>
      </p:cxnSp>
      <p:sp>
        <p:nvSpPr>
          <p:cNvPr id="7859" name="Google Shape;7859;p538"/>
          <p:cNvSpPr txBox="1"/>
          <p:nvPr/>
        </p:nvSpPr>
        <p:spPr>
          <a:xfrm>
            <a:off x="6206100" y="3447175"/>
            <a:ext cx="2480700" cy="671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None/>
            </a:pPr>
            <a:r>
              <a:rPr lang="en" sz="1100" b="1">
                <a:solidFill>
                  <a:schemeClr val="accent3"/>
                </a:solidFill>
                <a:latin typeface="IBM Plex Sans"/>
                <a:ea typeface="IBM Plex Sans"/>
                <a:cs typeface="IBM Plex Sans"/>
                <a:sym typeface="IBM Plex Sans"/>
              </a:rPr>
              <a:t>Agents orchestrates subworkflow</a:t>
            </a:r>
            <a:endParaRPr sz="1100" b="1">
              <a:solidFill>
                <a:schemeClr val="accent3"/>
              </a:solidFill>
              <a:latin typeface="IBM Plex Sans"/>
              <a:ea typeface="IBM Plex Sans"/>
              <a:cs typeface="IBM Plex Sans"/>
              <a:sym typeface="IBM Plex Sans"/>
            </a:endParaRPr>
          </a:p>
          <a:p>
            <a:pPr marL="0" lvl="0" indent="0" algn="l" rtl="0">
              <a:lnSpc>
                <a:spcPct val="100000"/>
              </a:lnSpc>
              <a:spcBef>
                <a:spcPts val="0"/>
              </a:spcBef>
              <a:spcAft>
                <a:spcPts val="0"/>
              </a:spcAft>
              <a:buNone/>
            </a:pPr>
            <a:r>
              <a:rPr lang="en" sz="1000">
                <a:solidFill>
                  <a:schemeClr val="lt1"/>
                </a:solidFill>
                <a:latin typeface="IBM Plex Sans"/>
                <a:ea typeface="IBM Plex Sans"/>
                <a:cs typeface="IBM Plex Sans"/>
                <a:sym typeface="IBM Plex Sans"/>
              </a:rPr>
              <a:t>Tools can be single system or call an entire subprocess.</a:t>
            </a:r>
            <a:endParaRPr sz="1000">
              <a:solidFill>
                <a:schemeClr val="lt1"/>
              </a:solidFill>
              <a:latin typeface="IBM Plex Sans"/>
              <a:ea typeface="IBM Plex Sans"/>
              <a:cs typeface="IBM Plex Sans"/>
              <a:sym typeface="IBM Plex Sans"/>
            </a:endParaRPr>
          </a:p>
        </p:txBody>
      </p:sp>
      <p:sp>
        <p:nvSpPr>
          <p:cNvPr id="7860" name="Google Shape;7860;p538"/>
          <p:cNvSpPr txBox="1"/>
          <p:nvPr/>
        </p:nvSpPr>
        <p:spPr>
          <a:xfrm>
            <a:off x="4914885" y="2316480"/>
            <a:ext cx="2742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b="1">
                <a:solidFill>
                  <a:schemeClr val="dk1"/>
                </a:solidFill>
                <a:latin typeface="IBM Plex Sans"/>
                <a:ea typeface="IBM Plex Sans"/>
                <a:cs typeface="IBM Plex Sans"/>
                <a:sym typeface="IBM Plex Sans"/>
              </a:rPr>
              <a:t>+</a:t>
            </a:r>
            <a:endParaRPr sz="1600" b="1">
              <a:solidFill>
                <a:schemeClr val="dk1"/>
              </a:solidFill>
              <a:latin typeface="IBM Plex Sans"/>
              <a:ea typeface="IBM Plex Sans"/>
              <a:cs typeface="IBM Plex Sans"/>
              <a:sym typeface="IBM Plex Sans"/>
            </a:endParaRPr>
          </a:p>
        </p:txBody>
      </p:sp>
      <p:sp>
        <p:nvSpPr>
          <p:cNvPr id="7861" name="Google Shape;7861;p538"/>
          <p:cNvSpPr txBox="1"/>
          <p:nvPr/>
        </p:nvSpPr>
        <p:spPr>
          <a:xfrm>
            <a:off x="765225" y="3215310"/>
            <a:ext cx="2480700" cy="8004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None/>
            </a:pPr>
            <a:r>
              <a:rPr lang="en" sz="1100" b="1">
                <a:solidFill>
                  <a:srgbClr val="6967FF"/>
                </a:solidFill>
                <a:latin typeface="IBM Plex Sans"/>
                <a:ea typeface="IBM Plex Sans"/>
                <a:cs typeface="IBM Plex Sans"/>
                <a:sym typeface="IBM Plex Sans"/>
              </a:rPr>
              <a:t>Dynamic flows</a:t>
            </a:r>
            <a:endParaRPr sz="1100" b="1">
              <a:solidFill>
                <a:srgbClr val="6967FF"/>
              </a:solidFill>
              <a:latin typeface="IBM Plex Sans"/>
              <a:ea typeface="IBM Plex Sans"/>
              <a:cs typeface="IBM Plex Sans"/>
              <a:sym typeface="IBM Plex Sans"/>
            </a:endParaRPr>
          </a:p>
          <a:p>
            <a:pPr marL="0" lvl="0" indent="0" algn="l" rtl="0">
              <a:lnSpc>
                <a:spcPct val="100000"/>
              </a:lnSpc>
              <a:spcBef>
                <a:spcPts val="0"/>
              </a:spcBef>
              <a:spcAft>
                <a:spcPts val="0"/>
              </a:spcAft>
              <a:buNone/>
            </a:pPr>
            <a:r>
              <a:rPr lang="en" sz="1000">
                <a:solidFill>
                  <a:schemeClr val="lt1"/>
                </a:solidFill>
                <a:latin typeface="IBM Plex Sans"/>
                <a:ea typeface="IBM Plex Sans"/>
                <a:cs typeface="IBM Plex Sans"/>
                <a:sym typeface="IBM Plex Sans"/>
              </a:rPr>
              <a:t>Autonomous agent determines what happens as the process runs, using AI models, internal policies, and real-time process data.</a:t>
            </a:r>
            <a:endParaRPr sz="1000">
              <a:solidFill>
                <a:schemeClr val="lt1"/>
              </a:solidFill>
              <a:latin typeface="IBM Plex Sans"/>
              <a:ea typeface="IBM Plex Sans"/>
              <a:cs typeface="IBM Plex Sans"/>
              <a:sym typeface="IBM Plex Sans"/>
            </a:endParaRPr>
          </a:p>
        </p:txBody>
      </p:sp>
      <p:sp>
        <p:nvSpPr>
          <p:cNvPr id="7862" name="Google Shape;7862;p538"/>
          <p:cNvSpPr txBox="1"/>
          <p:nvPr/>
        </p:nvSpPr>
        <p:spPr>
          <a:xfrm>
            <a:off x="6206100" y="4118875"/>
            <a:ext cx="2480700" cy="671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None/>
            </a:pPr>
            <a:r>
              <a:rPr lang="en" sz="1100" b="1">
                <a:solidFill>
                  <a:srgbClr val="C629CD"/>
                </a:solidFill>
                <a:latin typeface="IBM Plex Sans"/>
                <a:ea typeface="IBM Plex Sans"/>
                <a:cs typeface="IBM Plex Sans"/>
                <a:sym typeface="IBM Plex Sans"/>
              </a:rPr>
              <a:t>Multi-Agent Orchestration</a:t>
            </a:r>
            <a:endParaRPr sz="1100" b="1">
              <a:solidFill>
                <a:srgbClr val="C629CD"/>
              </a:solidFill>
              <a:latin typeface="IBM Plex Sans"/>
              <a:ea typeface="IBM Plex Sans"/>
              <a:cs typeface="IBM Plex Sans"/>
              <a:sym typeface="IBM Plex Sans"/>
            </a:endParaRPr>
          </a:p>
          <a:p>
            <a:pPr marL="0" lvl="0" indent="0" algn="l" rtl="0">
              <a:lnSpc>
                <a:spcPct val="100000"/>
              </a:lnSpc>
              <a:spcBef>
                <a:spcPts val="0"/>
              </a:spcBef>
              <a:spcAft>
                <a:spcPts val="0"/>
              </a:spcAft>
              <a:buNone/>
            </a:pPr>
            <a:r>
              <a:rPr lang="en" sz="1000">
                <a:solidFill>
                  <a:schemeClr val="lt1"/>
                </a:solidFill>
                <a:latin typeface="IBM Plex Sans"/>
                <a:ea typeface="IBM Plex Sans"/>
                <a:cs typeface="IBM Plex Sans"/>
                <a:sym typeface="IBM Plex Sans"/>
              </a:rPr>
              <a:t>Agents orchestrate other agents for streamlined, scalable solutions.</a:t>
            </a:r>
            <a:endParaRPr sz="1000">
              <a:solidFill>
                <a:schemeClr val="lt1"/>
              </a:solidFill>
              <a:latin typeface="IBM Plex Sans"/>
              <a:ea typeface="IBM Plex Sans"/>
              <a:cs typeface="IBM Plex Sans"/>
              <a:sym typeface="IBM Plex Sans"/>
            </a:endParaRPr>
          </a:p>
          <a:p>
            <a:pPr marL="0" lvl="0" indent="0" algn="l" rtl="0">
              <a:lnSpc>
                <a:spcPct val="100000"/>
              </a:lnSpc>
              <a:spcBef>
                <a:spcPts val="0"/>
              </a:spcBef>
              <a:spcAft>
                <a:spcPts val="0"/>
              </a:spcAft>
              <a:buNone/>
            </a:pPr>
            <a:endParaRPr sz="1000">
              <a:solidFill>
                <a:schemeClr val="lt1"/>
              </a:solidFill>
              <a:latin typeface="IBM Plex Sans"/>
              <a:ea typeface="IBM Plex Sans"/>
              <a:cs typeface="IBM Plex Sans"/>
              <a:sym typeface="IBM Plex Sans"/>
            </a:endParaRPr>
          </a:p>
        </p:txBody>
      </p:sp>
      <p:grpSp>
        <p:nvGrpSpPr>
          <p:cNvPr id="7863" name="Google Shape;7863;p538"/>
          <p:cNvGrpSpPr/>
          <p:nvPr/>
        </p:nvGrpSpPr>
        <p:grpSpPr>
          <a:xfrm>
            <a:off x="5143359" y="1620813"/>
            <a:ext cx="167423" cy="225266"/>
            <a:chOff x="1863225" y="238125"/>
            <a:chExt cx="3893550" cy="5238750"/>
          </a:xfrm>
        </p:grpSpPr>
        <p:sp>
          <p:nvSpPr>
            <p:cNvPr id="7864" name="Google Shape;7864;p538"/>
            <p:cNvSpPr/>
            <p:nvPr/>
          </p:nvSpPr>
          <p:spPr>
            <a:xfrm>
              <a:off x="3010350" y="996650"/>
              <a:ext cx="2103750" cy="2298050"/>
            </a:xfrm>
            <a:custGeom>
              <a:avLst/>
              <a:gdLst/>
              <a:ahLst/>
              <a:cxnLst/>
              <a:rect l="l" t="t" r="r" b="b"/>
              <a:pathLst>
                <a:path w="84150" h="91922" extrusionOk="0">
                  <a:moveTo>
                    <a:pt x="42150" y="13901"/>
                  </a:moveTo>
                  <a:lnTo>
                    <a:pt x="44840" y="22719"/>
                  </a:lnTo>
                  <a:lnTo>
                    <a:pt x="45288" y="24214"/>
                  </a:lnTo>
                  <a:lnTo>
                    <a:pt x="45886" y="25858"/>
                  </a:lnTo>
                  <a:lnTo>
                    <a:pt x="47381" y="28847"/>
                  </a:lnTo>
                  <a:lnTo>
                    <a:pt x="49174" y="31538"/>
                  </a:lnTo>
                  <a:lnTo>
                    <a:pt x="51267" y="34078"/>
                  </a:lnTo>
                  <a:lnTo>
                    <a:pt x="53509" y="36470"/>
                  </a:lnTo>
                  <a:lnTo>
                    <a:pt x="56050" y="38562"/>
                  </a:lnTo>
                  <a:lnTo>
                    <a:pt x="58890" y="40356"/>
                  </a:lnTo>
                  <a:lnTo>
                    <a:pt x="60384" y="41253"/>
                  </a:lnTo>
                  <a:lnTo>
                    <a:pt x="61879" y="41851"/>
                  </a:lnTo>
                  <a:lnTo>
                    <a:pt x="70996" y="45886"/>
                  </a:lnTo>
                  <a:lnTo>
                    <a:pt x="61879" y="50071"/>
                  </a:lnTo>
                  <a:lnTo>
                    <a:pt x="60384" y="50669"/>
                  </a:lnTo>
                  <a:lnTo>
                    <a:pt x="58890" y="51566"/>
                  </a:lnTo>
                  <a:lnTo>
                    <a:pt x="56050" y="53359"/>
                  </a:lnTo>
                  <a:lnTo>
                    <a:pt x="53509" y="55452"/>
                  </a:lnTo>
                  <a:lnTo>
                    <a:pt x="51267" y="57694"/>
                  </a:lnTo>
                  <a:lnTo>
                    <a:pt x="49174" y="60384"/>
                  </a:lnTo>
                  <a:lnTo>
                    <a:pt x="47381" y="63075"/>
                  </a:lnTo>
                  <a:lnTo>
                    <a:pt x="45886" y="66064"/>
                  </a:lnTo>
                  <a:lnTo>
                    <a:pt x="45288" y="67708"/>
                  </a:lnTo>
                  <a:lnTo>
                    <a:pt x="44840" y="69203"/>
                  </a:lnTo>
                  <a:lnTo>
                    <a:pt x="42150" y="78021"/>
                  </a:lnTo>
                  <a:lnTo>
                    <a:pt x="39310" y="69203"/>
                  </a:lnTo>
                  <a:lnTo>
                    <a:pt x="38861" y="67708"/>
                  </a:lnTo>
                  <a:lnTo>
                    <a:pt x="38264" y="66064"/>
                  </a:lnTo>
                  <a:lnTo>
                    <a:pt x="36769" y="63075"/>
                  </a:lnTo>
                  <a:lnTo>
                    <a:pt x="34975" y="60384"/>
                  </a:lnTo>
                  <a:lnTo>
                    <a:pt x="32883" y="57694"/>
                  </a:lnTo>
                  <a:lnTo>
                    <a:pt x="30641" y="55452"/>
                  </a:lnTo>
                  <a:lnTo>
                    <a:pt x="28100" y="53359"/>
                  </a:lnTo>
                  <a:lnTo>
                    <a:pt x="25260" y="51566"/>
                  </a:lnTo>
                  <a:lnTo>
                    <a:pt x="23765" y="50669"/>
                  </a:lnTo>
                  <a:lnTo>
                    <a:pt x="22271" y="50071"/>
                  </a:lnTo>
                  <a:lnTo>
                    <a:pt x="13153" y="45886"/>
                  </a:lnTo>
                  <a:lnTo>
                    <a:pt x="22271" y="41851"/>
                  </a:lnTo>
                  <a:lnTo>
                    <a:pt x="23765" y="41253"/>
                  </a:lnTo>
                  <a:lnTo>
                    <a:pt x="25260" y="40356"/>
                  </a:lnTo>
                  <a:lnTo>
                    <a:pt x="28100" y="38562"/>
                  </a:lnTo>
                  <a:lnTo>
                    <a:pt x="30641" y="36470"/>
                  </a:lnTo>
                  <a:lnTo>
                    <a:pt x="32883" y="34078"/>
                  </a:lnTo>
                  <a:lnTo>
                    <a:pt x="34975" y="31538"/>
                  </a:lnTo>
                  <a:lnTo>
                    <a:pt x="36769" y="28847"/>
                  </a:lnTo>
                  <a:lnTo>
                    <a:pt x="38264" y="25858"/>
                  </a:lnTo>
                  <a:lnTo>
                    <a:pt x="38861" y="24214"/>
                  </a:lnTo>
                  <a:lnTo>
                    <a:pt x="39310" y="22719"/>
                  </a:lnTo>
                  <a:lnTo>
                    <a:pt x="42150" y="13901"/>
                  </a:lnTo>
                  <a:close/>
                  <a:moveTo>
                    <a:pt x="42150" y="0"/>
                  </a:moveTo>
                  <a:lnTo>
                    <a:pt x="40207" y="150"/>
                  </a:lnTo>
                  <a:lnTo>
                    <a:pt x="38562" y="598"/>
                  </a:lnTo>
                  <a:lnTo>
                    <a:pt x="36918" y="1196"/>
                  </a:lnTo>
                  <a:lnTo>
                    <a:pt x="35424" y="2093"/>
                  </a:lnTo>
                  <a:lnTo>
                    <a:pt x="34079" y="3289"/>
                  </a:lnTo>
                  <a:lnTo>
                    <a:pt x="33032" y="4634"/>
                  </a:lnTo>
                  <a:lnTo>
                    <a:pt x="32135" y="6128"/>
                  </a:lnTo>
                  <a:lnTo>
                    <a:pt x="31388" y="7773"/>
                  </a:lnTo>
                  <a:lnTo>
                    <a:pt x="27950" y="19132"/>
                  </a:lnTo>
                  <a:lnTo>
                    <a:pt x="27203" y="21075"/>
                  </a:lnTo>
                  <a:lnTo>
                    <a:pt x="26306" y="22869"/>
                  </a:lnTo>
                  <a:lnTo>
                    <a:pt x="25260" y="24662"/>
                  </a:lnTo>
                  <a:lnTo>
                    <a:pt x="23915" y="26157"/>
                  </a:lnTo>
                  <a:lnTo>
                    <a:pt x="22570" y="27651"/>
                  </a:lnTo>
                  <a:lnTo>
                    <a:pt x="20926" y="28847"/>
                  </a:lnTo>
                  <a:lnTo>
                    <a:pt x="19282" y="30043"/>
                  </a:lnTo>
                  <a:lnTo>
                    <a:pt x="17488" y="30940"/>
                  </a:lnTo>
                  <a:lnTo>
                    <a:pt x="6577" y="35723"/>
                  </a:lnTo>
                  <a:lnTo>
                    <a:pt x="5232" y="36470"/>
                  </a:lnTo>
                  <a:lnTo>
                    <a:pt x="3887" y="37516"/>
                  </a:lnTo>
                  <a:lnTo>
                    <a:pt x="2691" y="38562"/>
                  </a:lnTo>
                  <a:lnTo>
                    <a:pt x="1794" y="39908"/>
                  </a:lnTo>
                  <a:lnTo>
                    <a:pt x="1047" y="41253"/>
                  </a:lnTo>
                  <a:lnTo>
                    <a:pt x="449" y="42747"/>
                  </a:lnTo>
                  <a:lnTo>
                    <a:pt x="150" y="44242"/>
                  </a:lnTo>
                  <a:lnTo>
                    <a:pt x="1" y="45886"/>
                  </a:lnTo>
                  <a:lnTo>
                    <a:pt x="150" y="47530"/>
                  </a:lnTo>
                  <a:lnTo>
                    <a:pt x="449" y="49174"/>
                  </a:lnTo>
                  <a:lnTo>
                    <a:pt x="1047" y="50669"/>
                  </a:lnTo>
                  <a:lnTo>
                    <a:pt x="1794" y="52014"/>
                  </a:lnTo>
                  <a:lnTo>
                    <a:pt x="2691" y="53359"/>
                  </a:lnTo>
                  <a:lnTo>
                    <a:pt x="3887" y="54406"/>
                  </a:lnTo>
                  <a:lnTo>
                    <a:pt x="5232" y="55302"/>
                  </a:lnTo>
                  <a:lnTo>
                    <a:pt x="6577" y="56199"/>
                  </a:lnTo>
                  <a:lnTo>
                    <a:pt x="17488" y="60982"/>
                  </a:lnTo>
                  <a:lnTo>
                    <a:pt x="19282" y="61879"/>
                  </a:lnTo>
                  <a:lnTo>
                    <a:pt x="20926" y="62925"/>
                  </a:lnTo>
                  <a:lnTo>
                    <a:pt x="22570" y="64270"/>
                  </a:lnTo>
                  <a:lnTo>
                    <a:pt x="23915" y="65765"/>
                  </a:lnTo>
                  <a:lnTo>
                    <a:pt x="25260" y="67260"/>
                  </a:lnTo>
                  <a:lnTo>
                    <a:pt x="26306" y="69053"/>
                  </a:lnTo>
                  <a:lnTo>
                    <a:pt x="27203" y="70847"/>
                  </a:lnTo>
                  <a:lnTo>
                    <a:pt x="27950" y="72790"/>
                  </a:lnTo>
                  <a:lnTo>
                    <a:pt x="31388" y="84000"/>
                  </a:lnTo>
                  <a:lnTo>
                    <a:pt x="32135" y="85793"/>
                  </a:lnTo>
                  <a:lnTo>
                    <a:pt x="33032" y="87288"/>
                  </a:lnTo>
                  <a:lnTo>
                    <a:pt x="34079" y="88633"/>
                  </a:lnTo>
                  <a:lnTo>
                    <a:pt x="35424" y="89829"/>
                  </a:lnTo>
                  <a:lnTo>
                    <a:pt x="36918" y="90726"/>
                  </a:lnTo>
                  <a:lnTo>
                    <a:pt x="38562" y="91324"/>
                  </a:lnTo>
                  <a:lnTo>
                    <a:pt x="40207" y="91772"/>
                  </a:lnTo>
                  <a:lnTo>
                    <a:pt x="42150" y="91921"/>
                  </a:lnTo>
                  <a:lnTo>
                    <a:pt x="43943" y="91772"/>
                  </a:lnTo>
                  <a:lnTo>
                    <a:pt x="45587" y="91324"/>
                  </a:lnTo>
                  <a:lnTo>
                    <a:pt x="47231" y="90726"/>
                  </a:lnTo>
                  <a:lnTo>
                    <a:pt x="48726" y="89829"/>
                  </a:lnTo>
                  <a:lnTo>
                    <a:pt x="50071" y="88633"/>
                  </a:lnTo>
                  <a:lnTo>
                    <a:pt x="51117" y="87288"/>
                  </a:lnTo>
                  <a:lnTo>
                    <a:pt x="52014" y="85793"/>
                  </a:lnTo>
                  <a:lnTo>
                    <a:pt x="52762" y="84000"/>
                  </a:lnTo>
                  <a:lnTo>
                    <a:pt x="56199" y="72790"/>
                  </a:lnTo>
                  <a:lnTo>
                    <a:pt x="56947" y="70847"/>
                  </a:lnTo>
                  <a:lnTo>
                    <a:pt x="57843" y="69053"/>
                  </a:lnTo>
                  <a:lnTo>
                    <a:pt x="58890" y="67260"/>
                  </a:lnTo>
                  <a:lnTo>
                    <a:pt x="60235" y="65765"/>
                  </a:lnTo>
                  <a:lnTo>
                    <a:pt x="61580" y="64270"/>
                  </a:lnTo>
                  <a:lnTo>
                    <a:pt x="63224" y="62925"/>
                  </a:lnTo>
                  <a:lnTo>
                    <a:pt x="64868" y="61879"/>
                  </a:lnTo>
                  <a:lnTo>
                    <a:pt x="66662" y="60982"/>
                  </a:lnTo>
                  <a:lnTo>
                    <a:pt x="77573" y="56199"/>
                  </a:lnTo>
                  <a:lnTo>
                    <a:pt x="78918" y="55302"/>
                  </a:lnTo>
                  <a:lnTo>
                    <a:pt x="80263" y="54406"/>
                  </a:lnTo>
                  <a:lnTo>
                    <a:pt x="81459" y="53359"/>
                  </a:lnTo>
                  <a:lnTo>
                    <a:pt x="82356" y="52014"/>
                  </a:lnTo>
                  <a:lnTo>
                    <a:pt x="83103" y="50669"/>
                  </a:lnTo>
                  <a:lnTo>
                    <a:pt x="83701" y="49174"/>
                  </a:lnTo>
                  <a:lnTo>
                    <a:pt x="84000" y="47530"/>
                  </a:lnTo>
                  <a:lnTo>
                    <a:pt x="84149" y="45886"/>
                  </a:lnTo>
                  <a:lnTo>
                    <a:pt x="84000" y="44242"/>
                  </a:lnTo>
                  <a:lnTo>
                    <a:pt x="83701" y="42747"/>
                  </a:lnTo>
                  <a:lnTo>
                    <a:pt x="83103" y="41253"/>
                  </a:lnTo>
                  <a:lnTo>
                    <a:pt x="82356" y="39908"/>
                  </a:lnTo>
                  <a:lnTo>
                    <a:pt x="81459" y="38562"/>
                  </a:lnTo>
                  <a:lnTo>
                    <a:pt x="80263" y="37516"/>
                  </a:lnTo>
                  <a:lnTo>
                    <a:pt x="78918" y="36470"/>
                  </a:lnTo>
                  <a:lnTo>
                    <a:pt x="77573" y="35723"/>
                  </a:lnTo>
                  <a:lnTo>
                    <a:pt x="66662" y="30940"/>
                  </a:lnTo>
                  <a:lnTo>
                    <a:pt x="64868" y="30043"/>
                  </a:lnTo>
                  <a:lnTo>
                    <a:pt x="63224" y="28847"/>
                  </a:lnTo>
                  <a:lnTo>
                    <a:pt x="61580" y="27651"/>
                  </a:lnTo>
                  <a:lnTo>
                    <a:pt x="60235" y="26157"/>
                  </a:lnTo>
                  <a:lnTo>
                    <a:pt x="58890" y="24662"/>
                  </a:lnTo>
                  <a:lnTo>
                    <a:pt x="57843" y="22869"/>
                  </a:lnTo>
                  <a:lnTo>
                    <a:pt x="56947" y="21075"/>
                  </a:lnTo>
                  <a:lnTo>
                    <a:pt x="56199" y="19132"/>
                  </a:lnTo>
                  <a:lnTo>
                    <a:pt x="52762" y="7773"/>
                  </a:lnTo>
                  <a:lnTo>
                    <a:pt x="52014" y="6128"/>
                  </a:lnTo>
                  <a:lnTo>
                    <a:pt x="51117" y="4634"/>
                  </a:lnTo>
                  <a:lnTo>
                    <a:pt x="50071" y="3289"/>
                  </a:lnTo>
                  <a:lnTo>
                    <a:pt x="48726" y="2093"/>
                  </a:lnTo>
                  <a:lnTo>
                    <a:pt x="47231" y="1196"/>
                  </a:lnTo>
                  <a:lnTo>
                    <a:pt x="45587" y="598"/>
                  </a:lnTo>
                  <a:lnTo>
                    <a:pt x="43943" y="150"/>
                  </a:lnTo>
                  <a:lnTo>
                    <a:pt x="4215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65" name="Google Shape;7865;p538"/>
            <p:cNvSpPr/>
            <p:nvPr/>
          </p:nvSpPr>
          <p:spPr>
            <a:xfrm>
              <a:off x="1863225" y="238125"/>
              <a:ext cx="3893550" cy="5238750"/>
            </a:xfrm>
            <a:custGeom>
              <a:avLst/>
              <a:gdLst/>
              <a:ahLst/>
              <a:cxnLst/>
              <a:rect l="l" t="t" r="r" b="b"/>
              <a:pathLst>
                <a:path w="155742" h="209550" extrusionOk="0">
                  <a:moveTo>
                    <a:pt x="140048" y="15694"/>
                  </a:moveTo>
                  <a:lnTo>
                    <a:pt x="140048" y="126298"/>
                  </a:lnTo>
                  <a:lnTo>
                    <a:pt x="116283" y="150511"/>
                  </a:lnTo>
                  <a:lnTo>
                    <a:pt x="116283" y="193856"/>
                  </a:lnTo>
                  <a:lnTo>
                    <a:pt x="80860" y="193856"/>
                  </a:lnTo>
                  <a:lnTo>
                    <a:pt x="80860" y="154995"/>
                  </a:lnTo>
                  <a:lnTo>
                    <a:pt x="33331" y="154995"/>
                  </a:lnTo>
                  <a:lnTo>
                    <a:pt x="33331" y="131828"/>
                  </a:lnTo>
                  <a:lnTo>
                    <a:pt x="33331" y="116284"/>
                  </a:lnTo>
                  <a:lnTo>
                    <a:pt x="18683" y="116284"/>
                  </a:lnTo>
                  <a:lnTo>
                    <a:pt x="34825" y="76227"/>
                  </a:lnTo>
                  <a:lnTo>
                    <a:pt x="34825" y="15694"/>
                  </a:lnTo>
                  <a:close/>
                  <a:moveTo>
                    <a:pt x="17338" y="0"/>
                  </a:moveTo>
                  <a:lnTo>
                    <a:pt x="17338" y="76227"/>
                  </a:lnTo>
                  <a:lnTo>
                    <a:pt x="0" y="116284"/>
                  </a:lnTo>
                  <a:lnTo>
                    <a:pt x="0" y="131828"/>
                  </a:lnTo>
                  <a:lnTo>
                    <a:pt x="17786" y="131828"/>
                  </a:lnTo>
                  <a:lnTo>
                    <a:pt x="17786" y="170689"/>
                  </a:lnTo>
                  <a:lnTo>
                    <a:pt x="65167" y="170689"/>
                  </a:lnTo>
                  <a:lnTo>
                    <a:pt x="65167" y="209550"/>
                  </a:lnTo>
                  <a:lnTo>
                    <a:pt x="131977" y="209550"/>
                  </a:lnTo>
                  <a:lnTo>
                    <a:pt x="131977" y="156789"/>
                  </a:lnTo>
                  <a:lnTo>
                    <a:pt x="155593" y="132576"/>
                  </a:lnTo>
                  <a:lnTo>
                    <a:pt x="155742" y="132576"/>
                  </a:lnTo>
                  <a:lnTo>
                    <a:pt x="155742"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866" name="Google Shape;7866;p538"/>
          <p:cNvSpPr txBox="1"/>
          <p:nvPr/>
        </p:nvSpPr>
        <p:spPr>
          <a:xfrm>
            <a:off x="765225" y="2430050"/>
            <a:ext cx="2480700" cy="8004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None/>
            </a:pPr>
            <a:r>
              <a:rPr lang="en" sz="1100" b="1">
                <a:solidFill>
                  <a:schemeClr val="accent1"/>
                </a:solidFill>
                <a:latin typeface="IBM Plex Sans"/>
                <a:ea typeface="IBM Plex Sans"/>
                <a:cs typeface="IBM Plex Sans"/>
                <a:sym typeface="IBM Plex Sans"/>
              </a:rPr>
              <a:t>Deterministic flows</a:t>
            </a:r>
            <a:endParaRPr sz="1100" b="1">
              <a:solidFill>
                <a:schemeClr val="accent1"/>
              </a:solidFill>
              <a:latin typeface="IBM Plex Sans"/>
              <a:ea typeface="IBM Plex Sans"/>
              <a:cs typeface="IBM Plex Sans"/>
              <a:sym typeface="IBM Plex Sans"/>
            </a:endParaRPr>
          </a:p>
          <a:p>
            <a:pPr marL="0" lvl="0" indent="0" algn="l" rtl="0">
              <a:lnSpc>
                <a:spcPct val="100000"/>
              </a:lnSpc>
              <a:spcBef>
                <a:spcPts val="0"/>
              </a:spcBef>
              <a:spcAft>
                <a:spcPts val="0"/>
              </a:spcAft>
              <a:buNone/>
            </a:pPr>
            <a:r>
              <a:rPr lang="en" sz="1000">
                <a:solidFill>
                  <a:schemeClr val="lt1"/>
                </a:solidFill>
                <a:latin typeface="IBM Plex Sans"/>
                <a:ea typeface="IBM Plex Sans"/>
                <a:cs typeface="IBM Plex Sans"/>
                <a:sym typeface="IBM Plex Sans"/>
              </a:rPr>
              <a:t>Full control of process actions to balance compliance, consistency, and flexibility with ad-hoc sub-processes.</a:t>
            </a:r>
            <a:endParaRPr sz="1000">
              <a:solidFill>
                <a:schemeClr val="lt1"/>
              </a:solidFill>
              <a:latin typeface="IBM Plex Sans"/>
              <a:ea typeface="IBM Plex Sans"/>
              <a:cs typeface="IBM Plex Sans"/>
              <a:sym typeface="IBM Plex Sans"/>
            </a:endParaRPr>
          </a:p>
        </p:txBody>
      </p:sp>
      <p:sp>
        <p:nvSpPr>
          <p:cNvPr id="7867" name="Google Shape;7867;p538"/>
          <p:cNvSpPr/>
          <p:nvPr/>
        </p:nvSpPr>
        <p:spPr>
          <a:xfrm>
            <a:off x="1401688" y="1505187"/>
            <a:ext cx="623400" cy="402600"/>
          </a:xfrm>
          <a:prstGeom prst="roundRect">
            <a:avLst>
              <a:gd name="adj" fmla="val 16667"/>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BM Plex Sans"/>
              <a:ea typeface="IBM Plex Sans"/>
              <a:cs typeface="IBM Plex Sans"/>
              <a:sym typeface="IBM Plex Sans"/>
            </a:endParaRPr>
          </a:p>
        </p:txBody>
      </p:sp>
      <p:sp>
        <p:nvSpPr>
          <p:cNvPr id="7868" name="Google Shape;7868;p538"/>
          <p:cNvSpPr/>
          <p:nvPr/>
        </p:nvSpPr>
        <p:spPr>
          <a:xfrm>
            <a:off x="2388840" y="1505187"/>
            <a:ext cx="623400" cy="402600"/>
          </a:xfrm>
          <a:prstGeom prst="roundRect">
            <a:avLst>
              <a:gd name="adj" fmla="val 16667"/>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BM Plex Sans"/>
              <a:ea typeface="IBM Plex Sans"/>
              <a:cs typeface="IBM Plex Sans"/>
              <a:sym typeface="IBM Plex Sans"/>
            </a:endParaRPr>
          </a:p>
        </p:txBody>
      </p:sp>
      <p:sp>
        <p:nvSpPr>
          <p:cNvPr id="7869" name="Google Shape;7869;p538"/>
          <p:cNvSpPr/>
          <p:nvPr/>
        </p:nvSpPr>
        <p:spPr>
          <a:xfrm>
            <a:off x="3426125" y="748154"/>
            <a:ext cx="2316600" cy="2453700"/>
          </a:xfrm>
          <a:prstGeom prst="roundRect">
            <a:avLst>
              <a:gd name="adj" fmla="val 16667"/>
            </a:avLst>
          </a:prstGeom>
          <a:solidFill>
            <a:srgbClr val="000000"/>
          </a:solidFill>
          <a:ln w="19050" cap="flat" cmpd="sng">
            <a:solidFill>
              <a:srgbClr val="6967FF"/>
            </a:solidFill>
            <a:prstDash val="solid"/>
            <a:round/>
            <a:headEnd type="none" w="sm" len="sm"/>
            <a:tailEnd type="none" w="sm" len="sm"/>
          </a:ln>
        </p:spPr>
        <p:txBody>
          <a:bodyPr spcFirstLastPara="1" wrap="square" lIns="91425" tIns="0" rIns="91425" bIns="91425" anchor="t" anchorCtr="0">
            <a:noAutofit/>
          </a:bodyPr>
          <a:lstStyle/>
          <a:p>
            <a:pPr marL="0" lvl="0" indent="0" algn="ctr" rtl="0">
              <a:spcBef>
                <a:spcPts val="0"/>
              </a:spcBef>
              <a:spcAft>
                <a:spcPts val="0"/>
              </a:spcAft>
              <a:buNone/>
            </a:pPr>
            <a:r>
              <a:rPr lang="en" b="1">
                <a:solidFill>
                  <a:srgbClr val="6967FF"/>
                </a:solidFill>
                <a:latin typeface="IBM Plex Sans"/>
                <a:ea typeface="IBM Plex Sans"/>
                <a:cs typeface="IBM Plex Sans"/>
                <a:sym typeface="IBM Plex Sans"/>
              </a:rPr>
              <a:t>Camunda agent</a:t>
            </a:r>
            <a:endParaRPr b="1">
              <a:solidFill>
                <a:srgbClr val="6967FF"/>
              </a:solidFill>
              <a:latin typeface="IBM Plex Sans"/>
              <a:ea typeface="IBM Plex Sans"/>
              <a:cs typeface="IBM Plex Sans"/>
              <a:sym typeface="IBM Plex Sans"/>
            </a:endParaRPr>
          </a:p>
        </p:txBody>
      </p:sp>
      <p:sp>
        <p:nvSpPr>
          <p:cNvPr id="7870" name="Google Shape;7870;p538"/>
          <p:cNvSpPr/>
          <p:nvPr/>
        </p:nvSpPr>
        <p:spPr>
          <a:xfrm>
            <a:off x="3772229" y="1286649"/>
            <a:ext cx="623400" cy="402600"/>
          </a:xfrm>
          <a:prstGeom prst="roundRect">
            <a:avLst>
              <a:gd name="adj" fmla="val 16667"/>
            </a:avLst>
          </a:prstGeom>
          <a:solidFill>
            <a:srgbClr val="C629C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BM Plex Sans"/>
              <a:ea typeface="IBM Plex Sans"/>
              <a:cs typeface="IBM Plex Sans"/>
              <a:sym typeface="IBM Plex Sans"/>
            </a:endParaRPr>
          </a:p>
        </p:txBody>
      </p:sp>
      <p:sp>
        <p:nvSpPr>
          <p:cNvPr id="7871" name="Google Shape;7871;p538"/>
          <p:cNvSpPr/>
          <p:nvPr/>
        </p:nvSpPr>
        <p:spPr>
          <a:xfrm>
            <a:off x="4757700" y="1286649"/>
            <a:ext cx="623400" cy="402600"/>
          </a:xfrm>
          <a:prstGeom prst="roundRect">
            <a:avLst>
              <a:gd name="adj" fmla="val 16667"/>
            </a:avLst>
          </a:prstGeom>
          <a:solidFill>
            <a:srgbClr val="C629C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BM Plex Sans"/>
              <a:ea typeface="IBM Plex Sans"/>
              <a:cs typeface="IBM Plex Sans"/>
              <a:sym typeface="IBM Plex Sans"/>
            </a:endParaRPr>
          </a:p>
        </p:txBody>
      </p:sp>
      <p:sp>
        <p:nvSpPr>
          <p:cNvPr id="7857" name="Google Shape;7857;p538"/>
          <p:cNvSpPr/>
          <p:nvPr/>
        </p:nvSpPr>
        <p:spPr>
          <a:xfrm>
            <a:off x="3772229" y="1908511"/>
            <a:ext cx="623400" cy="402600"/>
          </a:xfrm>
          <a:prstGeom prst="roundRect">
            <a:avLst>
              <a:gd name="adj" fmla="val 16667"/>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BM Plex Sans"/>
              <a:ea typeface="IBM Plex Sans"/>
              <a:cs typeface="IBM Plex Sans"/>
              <a:sym typeface="IBM Plex Sans"/>
            </a:endParaRPr>
          </a:p>
        </p:txBody>
      </p:sp>
      <p:sp>
        <p:nvSpPr>
          <p:cNvPr id="7858" name="Google Shape;7858;p538"/>
          <p:cNvSpPr/>
          <p:nvPr/>
        </p:nvSpPr>
        <p:spPr>
          <a:xfrm>
            <a:off x="4757700" y="1908511"/>
            <a:ext cx="623400" cy="402600"/>
          </a:xfrm>
          <a:prstGeom prst="roundRect">
            <a:avLst>
              <a:gd name="adj" fmla="val 16667"/>
            </a:avLst>
          </a:prstGeom>
          <a:solidFill>
            <a:srgbClr val="FF690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BM Plex Sans"/>
              <a:ea typeface="IBM Plex Sans"/>
              <a:cs typeface="IBM Plex Sans"/>
              <a:sym typeface="IBM Plex Sans"/>
            </a:endParaRPr>
          </a:p>
        </p:txBody>
      </p:sp>
      <p:sp>
        <p:nvSpPr>
          <p:cNvPr id="7872" name="Google Shape;7872;p538"/>
          <p:cNvSpPr/>
          <p:nvPr/>
        </p:nvSpPr>
        <p:spPr>
          <a:xfrm>
            <a:off x="4757826" y="3489792"/>
            <a:ext cx="623400" cy="402600"/>
          </a:xfrm>
          <a:prstGeom prst="roundRect">
            <a:avLst>
              <a:gd name="adj" fmla="val 16667"/>
            </a:avLst>
          </a:prstGeom>
          <a:solidFill>
            <a:srgbClr val="FFC60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BM Plex Sans"/>
              <a:ea typeface="IBM Plex Sans"/>
              <a:cs typeface="IBM Plex Sans"/>
              <a:sym typeface="IBM Plex Sans"/>
            </a:endParaRPr>
          </a:p>
        </p:txBody>
      </p:sp>
      <p:sp>
        <p:nvSpPr>
          <p:cNvPr id="7873" name="Google Shape;7873;p538"/>
          <p:cNvSpPr/>
          <p:nvPr/>
        </p:nvSpPr>
        <p:spPr>
          <a:xfrm>
            <a:off x="3905079" y="3063240"/>
            <a:ext cx="272700" cy="274200"/>
          </a:xfrm>
          <a:prstGeom prst="ellipse">
            <a:avLst/>
          </a:prstGeom>
          <a:solidFill>
            <a:srgbClr val="26D07C"/>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BM Plex Sans"/>
              <a:ea typeface="IBM Plex Sans"/>
              <a:cs typeface="IBM Plex Sans"/>
              <a:sym typeface="IBM Plex Sans"/>
            </a:endParaRPr>
          </a:p>
        </p:txBody>
      </p:sp>
      <p:cxnSp>
        <p:nvCxnSpPr>
          <p:cNvPr id="7874" name="Google Shape;7874;p538"/>
          <p:cNvCxnSpPr>
            <a:stCxn id="7873" idx="4"/>
            <a:endCxn id="7872" idx="1"/>
          </p:cNvCxnSpPr>
          <p:nvPr/>
        </p:nvCxnSpPr>
        <p:spPr>
          <a:xfrm rot="-5400000" flipH="1">
            <a:off x="4222779" y="3156090"/>
            <a:ext cx="353700" cy="716400"/>
          </a:xfrm>
          <a:prstGeom prst="bentConnector2">
            <a:avLst/>
          </a:prstGeom>
          <a:noFill/>
          <a:ln w="9525" cap="flat" cmpd="sng">
            <a:solidFill>
              <a:schemeClr val="lt1"/>
            </a:solidFill>
            <a:prstDash val="solid"/>
            <a:round/>
            <a:headEnd type="none" w="med" len="med"/>
            <a:tailEnd type="triangle" w="med" len="med"/>
          </a:ln>
        </p:spPr>
      </p:cxnSp>
      <p:sp>
        <p:nvSpPr>
          <p:cNvPr id="7875" name="Google Shape;7875;p538"/>
          <p:cNvSpPr/>
          <p:nvPr/>
        </p:nvSpPr>
        <p:spPr>
          <a:xfrm>
            <a:off x="765229" y="1569390"/>
            <a:ext cx="272700" cy="274200"/>
          </a:xfrm>
          <a:prstGeom prst="ellipse">
            <a:avLst/>
          </a:prstGeom>
          <a:solidFill>
            <a:schemeClr val="accent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BM Plex Sans"/>
              <a:ea typeface="IBM Plex Sans"/>
              <a:cs typeface="IBM Plex Sans"/>
              <a:sym typeface="IBM Plex Sans"/>
            </a:endParaRPr>
          </a:p>
        </p:txBody>
      </p:sp>
      <p:sp>
        <p:nvSpPr>
          <p:cNvPr id="7876" name="Google Shape;7876;p538"/>
          <p:cNvSpPr/>
          <p:nvPr/>
        </p:nvSpPr>
        <p:spPr>
          <a:xfrm>
            <a:off x="6126100" y="1505188"/>
            <a:ext cx="402600" cy="402600"/>
          </a:xfrm>
          <a:prstGeom prst="diamond">
            <a:avLst/>
          </a:prstGeom>
          <a:solidFill>
            <a:schemeClr val="accent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BM Plex Sans"/>
              <a:ea typeface="IBM Plex Sans"/>
              <a:cs typeface="IBM Plex Sans"/>
              <a:sym typeface="IBM Plex Sans"/>
            </a:endParaRPr>
          </a:p>
        </p:txBody>
      </p:sp>
      <p:sp>
        <p:nvSpPr>
          <p:cNvPr id="7877" name="Google Shape;7877;p538"/>
          <p:cNvSpPr/>
          <p:nvPr/>
        </p:nvSpPr>
        <p:spPr>
          <a:xfrm>
            <a:off x="6912065" y="1126287"/>
            <a:ext cx="623400" cy="402600"/>
          </a:xfrm>
          <a:prstGeom prst="roundRect">
            <a:avLst>
              <a:gd name="adj" fmla="val 16667"/>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BM Plex Sans"/>
              <a:ea typeface="IBM Plex Sans"/>
              <a:cs typeface="IBM Plex Sans"/>
              <a:sym typeface="IBM Plex Sans"/>
            </a:endParaRPr>
          </a:p>
        </p:txBody>
      </p:sp>
      <p:sp>
        <p:nvSpPr>
          <p:cNvPr id="7878" name="Google Shape;7878;p538"/>
          <p:cNvSpPr/>
          <p:nvPr/>
        </p:nvSpPr>
        <p:spPr>
          <a:xfrm>
            <a:off x="6912065" y="1931487"/>
            <a:ext cx="623400" cy="402600"/>
          </a:xfrm>
          <a:prstGeom prst="roundRect">
            <a:avLst>
              <a:gd name="adj" fmla="val 16667"/>
            </a:avLst>
          </a:prstGeom>
          <a:solidFill>
            <a:srgbClr val="FFC60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BM Plex Sans"/>
              <a:ea typeface="IBM Plex Sans"/>
              <a:cs typeface="IBM Plex Sans"/>
              <a:sym typeface="IBM Plex Sans"/>
            </a:endParaRPr>
          </a:p>
        </p:txBody>
      </p:sp>
      <p:sp>
        <p:nvSpPr>
          <p:cNvPr id="7879" name="Google Shape;7879;p538"/>
          <p:cNvSpPr/>
          <p:nvPr/>
        </p:nvSpPr>
        <p:spPr>
          <a:xfrm>
            <a:off x="8002029" y="1190490"/>
            <a:ext cx="272700" cy="274200"/>
          </a:xfrm>
          <a:prstGeom prst="ellipse">
            <a:avLst/>
          </a:prstGeom>
          <a:noFill/>
          <a:ln w="2857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BM Plex Sans"/>
              <a:ea typeface="IBM Plex Sans"/>
              <a:cs typeface="IBM Plex Sans"/>
              <a:sym typeface="IBM Plex Sans"/>
            </a:endParaRPr>
          </a:p>
        </p:txBody>
      </p:sp>
      <p:sp>
        <p:nvSpPr>
          <p:cNvPr id="7880" name="Google Shape;7880;p538"/>
          <p:cNvSpPr/>
          <p:nvPr/>
        </p:nvSpPr>
        <p:spPr>
          <a:xfrm>
            <a:off x="8002029" y="1995690"/>
            <a:ext cx="272700" cy="274200"/>
          </a:xfrm>
          <a:prstGeom prst="ellipse">
            <a:avLst/>
          </a:prstGeom>
          <a:noFill/>
          <a:ln w="2857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BM Plex Sans"/>
              <a:ea typeface="IBM Plex Sans"/>
              <a:cs typeface="IBM Plex Sans"/>
              <a:sym typeface="IBM Plex Sans"/>
            </a:endParaRPr>
          </a:p>
        </p:txBody>
      </p:sp>
      <p:cxnSp>
        <p:nvCxnSpPr>
          <p:cNvPr id="7881" name="Google Shape;7881;p538"/>
          <p:cNvCxnSpPr>
            <a:stCxn id="7875" idx="6"/>
            <a:endCxn id="7867" idx="1"/>
          </p:cNvCxnSpPr>
          <p:nvPr/>
        </p:nvCxnSpPr>
        <p:spPr>
          <a:xfrm>
            <a:off x="1037929" y="1706490"/>
            <a:ext cx="363900" cy="0"/>
          </a:xfrm>
          <a:prstGeom prst="straightConnector1">
            <a:avLst/>
          </a:prstGeom>
          <a:noFill/>
          <a:ln w="9525" cap="flat" cmpd="sng">
            <a:solidFill>
              <a:schemeClr val="lt1"/>
            </a:solidFill>
            <a:prstDash val="solid"/>
            <a:round/>
            <a:headEnd type="none" w="med" len="med"/>
            <a:tailEnd type="triangle" w="med" len="med"/>
          </a:ln>
        </p:spPr>
      </p:cxnSp>
      <p:cxnSp>
        <p:nvCxnSpPr>
          <p:cNvPr id="7882" name="Google Shape;7882;p538"/>
          <p:cNvCxnSpPr>
            <a:stCxn id="7867" idx="3"/>
            <a:endCxn id="7868" idx="1"/>
          </p:cNvCxnSpPr>
          <p:nvPr/>
        </p:nvCxnSpPr>
        <p:spPr>
          <a:xfrm>
            <a:off x="2025088" y="1706487"/>
            <a:ext cx="363900" cy="0"/>
          </a:xfrm>
          <a:prstGeom prst="straightConnector1">
            <a:avLst/>
          </a:prstGeom>
          <a:noFill/>
          <a:ln w="9525" cap="flat" cmpd="sng">
            <a:solidFill>
              <a:schemeClr val="lt1"/>
            </a:solidFill>
            <a:prstDash val="solid"/>
            <a:round/>
            <a:headEnd type="none" w="med" len="med"/>
            <a:tailEnd type="triangle" w="med" len="med"/>
          </a:ln>
        </p:spPr>
      </p:cxnSp>
      <p:cxnSp>
        <p:nvCxnSpPr>
          <p:cNvPr id="7883" name="Google Shape;7883;p538"/>
          <p:cNvCxnSpPr>
            <a:stCxn id="7868" idx="3"/>
          </p:cNvCxnSpPr>
          <p:nvPr/>
        </p:nvCxnSpPr>
        <p:spPr>
          <a:xfrm>
            <a:off x="3012240" y="1706487"/>
            <a:ext cx="428100" cy="0"/>
          </a:xfrm>
          <a:prstGeom prst="straightConnector1">
            <a:avLst/>
          </a:prstGeom>
          <a:noFill/>
          <a:ln w="9525" cap="flat" cmpd="sng">
            <a:solidFill>
              <a:schemeClr val="lt1"/>
            </a:solidFill>
            <a:prstDash val="solid"/>
            <a:round/>
            <a:headEnd type="none" w="med" len="med"/>
            <a:tailEnd type="triangle" w="med" len="med"/>
          </a:ln>
        </p:spPr>
      </p:cxnSp>
      <p:cxnSp>
        <p:nvCxnSpPr>
          <p:cNvPr id="7884" name="Google Shape;7884;p538"/>
          <p:cNvCxnSpPr>
            <a:endCxn id="7876" idx="1"/>
          </p:cNvCxnSpPr>
          <p:nvPr/>
        </p:nvCxnSpPr>
        <p:spPr>
          <a:xfrm>
            <a:off x="5737900" y="1706488"/>
            <a:ext cx="388200" cy="0"/>
          </a:xfrm>
          <a:prstGeom prst="straightConnector1">
            <a:avLst/>
          </a:prstGeom>
          <a:noFill/>
          <a:ln w="9525" cap="flat" cmpd="sng">
            <a:solidFill>
              <a:schemeClr val="lt1"/>
            </a:solidFill>
            <a:prstDash val="solid"/>
            <a:round/>
            <a:headEnd type="none" w="med" len="med"/>
            <a:tailEnd type="triangle" w="med" len="med"/>
          </a:ln>
        </p:spPr>
      </p:cxnSp>
      <p:cxnSp>
        <p:nvCxnSpPr>
          <p:cNvPr id="7885" name="Google Shape;7885;p538"/>
          <p:cNvCxnSpPr>
            <a:stCxn id="7876" idx="0"/>
            <a:endCxn id="7877" idx="1"/>
          </p:cNvCxnSpPr>
          <p:nvPr/>
        </p:nvCxnSpPr>
        <p:spPr>
          <a:xfrm rot="-5400000">
            <a:off x="6530950" y="1124038"/>
            <a:ext cx="177600" cy="584700"/>
          </a:xfrm>
          <a:prstGeom prst="bentConnector2">
            <a:avLst/>
          </a:prstGeom>
          <a:noFill/>
          <a:ln w="9525" cap="flat" cmpd="sng">
            <a:solidFill>
              <a:schemeClr val="lt1"/>
            </a:solidFill>
            <a:prstDash val="solid"/>
            <a:round/>
            <a:headEnd type="none" w="med" len="med"/>
            <a:tailEnd type="triangle" w="med" len="med"/>
          </a:ln>
        </p:spPr>
      </p:cxnSp>
      <p:cxnSp>
        <p:nvCxnSpPr>
          <p:cNvPr id="7886" name="Google Shape;7886;p538"/>
          <p:cNvCxnSpPr>
            <a:stCxn id="7876" idx="2"/>
            <a:endCxn id="7878" idx="1"/>
          </p:cNvCxnSpPr>
          <p:nvPr/>
        </p:nvCxnSpPr>
        <p:spPr>
          <a:xfrm rot="-5400000" flipH="1">
            <a:off x="6507250" y="1727938"/>
            <a:ext cx="225000" cy="584700"/>
          </a:xfrm>
          <a:prstGeom prst="bentConnector2">
            <a:avLst/>
          </a:prstGeom>
          <a:noFill/>
          <a:ln w="9525" cap="flat" cmpd="sng">
            <a:solidFill>
              <a:schemeClr val="lt1"/>
            </a:solidFill>
            <a:prstDash val="solid"/>
            <a:round/>
            <a:headEnd type="none" w="med" len="med"/>
            <a:tailEnd type="triangle" w="med" len="med"/>
          </a:ln>
        </p:spPr>
      </p:cxnSp>
      <p:cxnSp>
        <p:nvCxnSpPr>
          <p:cNvPr id="7887" name="Google Shape;7887;p538"/>
          <p:cNvCxnSpPr>
            <a:stCxn id="7877" idx="3"/>
            <a:endCxn id="7879" idx="2"/>
          </p:cNvCxnSpPr>
          <p:nvPr/>
        </p:nvCxnSpPr>
        <p:spPr>
          <a:xfrm>
            <a:off x="7535465" y="1327587"/>
            <a:ext cx="466500" cy="0"/>
          </a:xfrm>
          <a:prstGeom prst="straightConnector1">
            <a:avLst/>
          </a:prstGeom>
          <a:noFill/>
          <a:ln w="9525" cap="flat" cmpd="sng">
            <a:solidFill>
              <a:schemeClr val="lt1"/>
            </a:solidFill>
            <a:prstDash val="solid"/>
            <a:round/>
            <a:headEnd type="none" w="med" len="med"/>
            <a:tailEnd type="triangle" w="med" len="med"/>
          </a:ln>
        </p:spPr>
      </p:cxnSp>
      <p:cxnSp>
        <p:nvCxnSpPr>
          <p:cNvPr id="7888" name="Google Shape;7888;p538"/>
          <p:cNvCxnSpPr>
            <a:stCxn id="7878" idx="3"/>
            <a:endCxn id="7880" idx="2"/>
          </p:cNvCxnSpPr>
          <p:nvPr/>
        </p:nvCxnSpPr>
        <p:spPr>
          <a:xfrm>
            <a:off x="7535465" y="2132787"/>
            <a:ext cx="466500" cy="0"/>
          </a:xfrm>
          <a:prstGeom prst="straightConnector1">
            <a:avLst/>
          </a:prstGeom>
          <a:noFill/>
          <a:ln w="9525" cap="flat" cmpd="sng">
            <a:solidFill>
              <a:schemeClr val="lt1"/>
            </a:solidFill>
            <a:prstDash val="solid"/>
            <a:round/>
            <a:headEnd type="none" w="med" len="med"/>
            <a:tailEnd type="triangle" w="med" len="med"/>
          </a:ln>
        </p:spPr>
      </p:cxnSp>
      <p:sp>
        <p:nvSpPr>
          <p:cNvPr id="7889" name="Google Shape;7889;p538"/>
          <p:cNvSpPr/>
          <p:nvPr/>
        </p:nvSpPr>
        <p:spPr>
          <a:xfrm>
            <a:off x="3760475" y="2374775"/>
            <a:ext cx="1668900" cy="671700"/>
          </a:xfrm>
          <a:prstGeom prst="roundRect">
            <a:avLst>
              <a:gd name="adj" fmla="val 16667"/>
            </a:avLst>
          </a:prstGeom>
          <a:noFill/>
          <a:ln w="9525" cap="flat" cmpd="sng">
            <a:solidFill>
              <a:schemeClr val="accent6"/>
            </a:solidFill>
            <a:prstDash val="solid"/>
            <a:round/>
            <a:headEnd type="none" w="sm" len="sm"/>
            <a:tailEnd type="none" w="sm" len="sm"/>
          </a:ln>
        </p:spPr>
        <p:txBody>
          <a:bodyPr spcFirstLastPara="1" wrap="square" lIns="91425" tIns="91425" rIns="91425" bIns="91425" anchor="t" anchorCtr="0">
            <a:noAutofit/>
          </a:bodyPr>
          <a:lstStyle/>
          <a:p>
            <a:pPr marL="0" lvl="0" indent="0" algn="ctr" rtl="0">
              <a:spcBef>
                <a:spcPts val="0"/>
              </a:spcBef>
              <a:spcAft>
                <a:spcPts val="0"/>
              </a:spcAft>
              <a:buNone/>
            </a:pPr>
            <a:endParaRPr>
              <a:latin typeface="IBM Plex Sans"/>
              <a:ea typeface="IBM Plex Sans"/>
              <a:cs typeface="IBM Plex Sans"/>
              <a:sym typeface="IBM Plex Sans"/>
            </a:endParaRPr>
          </a:p>
        </p:txBody>
      </p:sp>
      <p:sp>
        <p:nvSpPr>
          <p:cNvPr id="7890" name="Google Shape;7890;p538"/>
          <p:cNvSpPr/>
          <p:nvPr/>
        </p:nvSpPr>
        <p:spPr>
          <a:xfrm>
            <a:off x="3889348" y="2640937"/>
            <a:ext cx="196200" cy="196200"/>
          </a:xfrm>
          <a:prstGeom prst="ellipse">
            <a:avLst/>
          </a:prstGeom>
          <a:noFill/>
          <a:ln w="38100" cap="flat" cmpd="sng">
            <a:solidFill>
              <a:schemeClr val="accent2"/>
            </a:solidFill>
            <a:prstDash val="dash"/>
            <a:round/>
            <a:headEnd type="none" w="sm" len="sm"/>
            <a:tailEnd type="none" w="sm" len="sm"/>
          </a:ln>
        </p:spPr>
        <p:txBody>
          <a:bodyPr spcFirstLastPara="1" wrap="square" lIns="91425" tIns="91425" rIns="91425" bIns="91425" anchor="t" anchorCtr="0">
            <a:noAutofit/>
          </a:bodyPr>
          <a:lstStyle/>
          <a:p>
            <a:pPr marL="0" lvl="0" indent="0" algn="ctr" rtl="0">
              <a:spcBef>
                <a:spcPts val="0"/>
              </a:spcBef>
              <a:spcAft>
                <a:spcPts val="0"/>
              </a:spcAft>
              <a:buNone/>
            </a:pPr>
            <a:endParaRPr>
              <a:latin typeface="IBM Plex Sans"/>
              <a:ea typeface="IBM Plex Sans"/>
              <a:cs typeface="IBM Plex Sans"/>
              <a:sym typeface="IBM Plex Sans"/>
            </a:endParaRPr>
          </a:p>
        </p:txBody>
      </p:sp>
      <p:sp>
        <p:nvSpPr>
          <p:cNvPr id="7891" name="Google Shape;7891;p538"/>
          <p:cNvSpPr/>
          <p:nvPr/>
        </p:nvSpPr>
        <p:spPr>
          <a:xfrm>
            <a:off x="4384543" y="2538919"/>
            <a:ext cx="590100" cy="400200"/>
          </a:xfrm>
          <a:prstGeom prst="roundRect">
            <a:avLst>
              <a:gd name="adj" fmla="val 16667"/>
            </a:avLst>
          </a:prstGeom>
          <a:solidFill>
            <a:schemeClr val="accent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BM Plex Sans"/>
              <a:ea typeface="IBM Plex Sans"/>
              <a:cs typeface="IBM Plex Sans"/>
              <a:sym typeface="IBM Plex Sans"/>
            </a:endParaRPr>
          </a:p>
        </p:txBody>
      </p:sp>
      <p:cxnSp>
        <p:nvCxnSpPr>
          <p:cNvPr id="7892" name="Google Shape;7892;p538"/>
          <p:cNvCxnSpPr>
            <a:stCxn id="7890" idx="6"/>
            <a:endCxn id="7891" idx="1"/>
          </p:cNvCxnSpPr>
          <p:nvPr/>
        </p:nvCxnSpPr>
        <p:spPr>
          <a:xfrm>
            <a:off x="4085548" y="2739037"/>
            <a:ext cx="299100" cy="600"/>
          </a:xfrm>
          <a:prstGeom prst="bentConnector3">
            <a:avLst>
              <a:gd name="adj1" fmla="val 50010"/>
            </a:avLst>
          </a:prstGeom>
          <a:noFill/>
          <a:ln w="9525" cap="flat" cmpd="sng">
            <a:solidFill>
              <a:schemeClr val="accent2"/>
            </a:solidFill>
            <a:prstDash val="solid"/>
            <a:round/>
            <a:headEnd type="none" w="med" len="med"/>
            <a:tailEnd type="triangle" w="med" len="med"/>
          </a:ln>
        </p:spPr>
      </p:cxnSp>
      <p:sp>
        <p:nvSpPr>
          <p:cNvPr id="7893" name="Google Shape;7893;p538"/>
          <p:cNvSpPr txBox="1"/>
          <p:nvPr/>
        </p:nvSpPr>
        <p:spPr>
          <a:xfrm>
            <a:off x="3559792" y="4137850"/>
            <a:ext cx="2646300" cy="7242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None/>
            </a:pPr>
            <a:r>
              <a:rPr lang="en" sz="1100" b="1">
                <a:solidFill>
                  <a:schemeClr val="accent2"/>
                </a:solidFill>
                <a:latin typeface="IBM Plex Sans"/>
                <a:ea typeface="IBM Plex Sans"/>
                <a:cs typeface="IBM Plex Sans"/>
                <a:sym typeface="IBM Plex Sans"/>
              </a:rPr>
              <a:t>Event-Driven Response</a:t>
            </a:r>
            <a:endParaRPr sz="1100" b="1">
              <a:solidFill>
                <a:schemeClr val="accent2"/>
              </a:solidFill>
              <a:latin typeface="IBM Plex Sans"/>
              <a:ea typeface="IBM Plex Sans"/>
              <a:cs typeface="IBM Plex Sans"/>
              <a:sym typeface="IBM Plex Sans"/>
            </a:endParaRPr>
          </a:p>
          <a:p>
            <a:pPr marL="0" lvl="0" indent="0" algn="l" rtl="0">
              <a:lnSpc>
                <a:spcPct val="100000"/>
              </a:lnSpc>
              <a:spcBef>
                <a:spcPts val="0"/>
              </a:spcBef>
              <a:spcAft>
                <a:spcPts val="0"/>
              </a:spcAft>
              <a:buNone/>
            </a:pPr>
            <a:r>
              <a:rPr lang="en" sz="1000">
                <a:solidFill>
                  <a:schemeClr val="lt1"/>
                </a:solidFill>
                <a:latin typeface="IBM Plex Sans"/>
                <a:ea typeface="IBM Plex Sans"/>
                <a:cs typeface="IBM Plex Sans"/>
                <a:sym typeface="IBM Plex Sans"/>
              </a:rPr>
              <a:t>Autonomous structure for agents to respond to events, external messages or timers to guide the next AI steps.</a:t>
            </a:r>
            <a:endParaRPr sz="1000">
              <a:solidFill>
                <a:schemeClr val="lt1"/>
              </a:solidFill>
              <a:latin typeface="IBM Plex Sans"/>
              <a:ea typeface="IBM Plex Sans"/>
              <a:cs typeface="IBM Plex Sans"/>
              <a:sym typeface="IBM Plex Sans"/>
            </a:endParaRPr>
          </a:p>
        </p:txBody>
      </p:sp>
      <p:cxnSp>
        <p:nvCxnSpPr>
          <p:cNvPr id="7894" name="Google Shape;7894;p538"/>
          <p:cNvCxnSpPr/>
          <p:nvPr/>
        </p:nvCxnSpPr>
        <p:spPr>
          <a:xfrm>
            <a:off x="4390038" y="2140612"/>
            <a:ext cx="363900" cy="0"/>
          </a:xfrm>
          <a:prstGeom prst="straightConnector1">
            <a:avLst/>
          </a:prstGeom>
          <a:noFill/>
          <a:ln w="9525" cap="flat" cmpd="sng">
            <a:solidFill>
              <a:schemeClr val="lt1"/>
            </a:solidFill>
            <a:prstDash val="solid"/>
            <a:round/>
            <a:headEnd type="none" w="med" len="med"/>
            <a:tailEnd type="triangle" w="med" len="med"/>
          </a:ln>
        </p:spPr>
      </p:cxnSp>
      <p:sp>
        <p:nvSpPr>
          <p:cNvPr id="7895" name="Google Shape;7895;p538"/>
          <p:cNvSpPr txBox="1"/>
          <p:nvPr/>
        </p:nvSpPr>
        <p:spPr>
          <a:xfrm>
            <a:off x="766569" y="4127273"/>
            <a:ext cx="2478000" cy="815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None/>
            </a:pPr>
            <a:r>
              <a:rPr lang="en" sz="1100" b="1">
                <a:solidFill>
                  <a:srgbClr val="FFF56F"/>
                </a:solidFill>
                <a:latin typeface="IBM Plex Sans"/>
                <a:ea typeface="IBM Plex Sans"/>
                <a:cs typeface="IBM Plex Sans"/>
                <a:sym typeface="IBM Plex Sans"/>
              </a:rPr>
              <a:t>Humans in the Loop</a:t>
            </a:r>
            <a:endParaRPr sz="1100">
              <a:solidFill>
                <a:srgbClr val="FFF56F"/>
              </a:solidFill>
              <a:latin typeface="IBM Plex Sans"/>
              <a:ea typeface="IBM Plex Sans"/>
              <a:cs typeface="IBM Plex Sans"/>
              <a:sym typeface="IBM Plex Sans"/>
            </a:endParaRPr>
          </a:p>
          <a:p>
            <a:pPr marL="0" lvl="0" indent="0" algn="l" rtl="0">
              <a:lnSpc>
                <a:spcPct val="100000"/>
              </a:lnSpc>
              <a:spcBef>
                <a:spcPts val="0"/>
              </a:spcBef>
              <a:spcAft>
                <a:spcPts val="0"/>
              </a:spcAft>
              <a:buNone/>
            </a:pPr>
            <a:r>
              <a:rPr lang="en" sz="1000">
                <a:solidFill>
                  <a:srgbClr val="FFFFFF"/>
                </a:solidFill>
                <a:latin typeface="IBM Plex Sans"/>
                <a:ea typeface="IBM Plex Sans"/>
                <a:cs typeface="IBM Plex Sans"/>
                <a:sym typeface="IBM Plex Sans"/>
              </a:rPr>
              <a:t>Ensure agents request human intervention when their confidence level is low or more data is needed</a:t>
            </a:r>
            <a:endParaRPr sz="1000" u="sng">
              <a:solidFill>
                <a:srgbClr val="FFFFFF"/>
              </a:solidFill>
              <a:latin typeface="IBM Plex Sans"/>
              <a:ea typeface="IBM Plex Sans"/>
              <a:cs typeface="IBM Plex Sans"/>
              <a:sym typeface="IBM Plex Sans"/>
            </a:endParaRPr>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show="0">
  <p:cSld>
    <p:spTree>
      <p:nvGrpSpPr>
        <p:cNvPr id="1" name="Shape 7899"/>
        <p:cNvGrpSpPr/>
        <p:nvPr/>
      </p:nvGrpSpPr>
      <p:grpSpPr>
        <a:xfrm>
          <a:off x="0" y="0"/>
          <a:ext cx="0" cy="0"/>
          <a:chOff x="0" y="0"/>
          <a:chExt cx="0" cy="0"/>
        </a:xfrm>
      </p:grpSpPr>
      <p:sp>
        <p:nvSpPr>
          <p:cNvPr id="7900" name="Google Shape;7900;p539"/>
          <p:cNvSpPr txBox="1">
            <a:spLocks noGrp="1"/>
          </p:cNvSpPr>
          <p:nvPr>
            <p:ph type="title"/>
          </p:nvPr>
        </p:nvSpPr>
        <p:spPr>
          <a:xfrm>
            <a:off x="457201" y="114300"/>
            <a:ext cx="8229600" cy="369300"/>
          </a:xfrm>
          <a:prstGeom prst="rect">
            <a:avLst/>
          </a:prstGeom>
        </p:spPr>
        <p:txBody>
          <a:bodyPr spcFirstLastPara="1" wrap="square" lIns="0" tIns="0" rIns="0" bIns="0" anchor="t" anchorCtr="0">
            <a:spAutoFit/>
          </a:bodyPr>
          <a:lstStyle/>
          <a:p>
            <a:pPr marL="0" lvl="0" indent="0" algn="l" rtl="0">
              <a:spcBef>
                <a:spcPts val="0"/>
              </a:spcBef>
              <a:spcAft>
                <a:spcPts val="0"/>
              </a:spcAft>
              <a:buNone/>
            </a:pPr>
            <a:r>
              <a:rPr lang="en" sz="2400"/>
              <a:t>Drive automation with agentic process orchestration</a:t>
            </a:r>
            <a:endParaRPr sz="2400"/>
          </a:p>
        </p:txBody>
      </p:sp>
      <p:sp>
        <p:nvSpPr>
          <p:cNvPr id="7901" name="Google Shape;7901;p539"/>
          <p:cNvSpPr txBox="1"/>
          <p:nvPr/>
        </p:nvSpPr>
        <p:spPr>
          <a:xfrm>
            <a:off x="457200" y="571500"/>
            <a:ext cx="8054400" cy="2841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sz="1200" i="1">
                <a:solidFill>
                  <a:schemeClr val="lt1"/>
                </a:solidFill>
                <a:latin typeface="IBM Plex Sans"/>
                <a:ea typeface="IBM Plex Sans"/>
                <a:cs typeface="IBM Plex Sans"/>
                <a:sym typeface="IBM Plex Sans"/>
              </a:rPr>
              <a:t>Blend deterministic and non-deterministic (agent-powered) orchestration to ensure guardrails are in place</a:t>
            </a:r>
            <a:endParaRPr sz="1200" i="1">
              <a:solidFill>
                <a:schemeClr val="lt1"/>
              </a:solidFill>
              <a:latin typeface="IBM Plex Sans"/>
              <a:ea typeface="IBM Plex Sans"/>
              <a:cs typeface="IBM Plex Sans"/>
              <a:sym typeface="IBM Plex Sans"/>
            </a:endParaRPr>
          </a:p>
        </p:txBody>
      </p:sp>
      <p:sp>
        <p:nvSpPr>
          <p:cNvPr id="7902" name="Google Shape;7902;p539"/>
          <p:cNvSpPr/>
          <p:nvPr/>
        </p:nvSpPr>
        <p:spPr>
          <a:xfrm>
            <a:off x="815025" y="2254075"/>
            <a:ext cx="872400" cy="563400"/>
          </a:xfrm>
          <a:prstGeom prst="roundRect">
            <a:avLst>
              <a:gd name="adj" fmla="val 16667"/>
            </a:avLst>
          </a:prstGeom>
          <a:solidFill>
            <a:srgbClr val="F7F7F7"/>
          </a:solidFill>
          <a:ln w="9525" cap="flat" cmpd="sng">
            <a:solidFill>
              <a:srgbClr val="434343"/>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BM Plex Sans"/>
              <a:ea typeface="IBM Plex Sans"/>
              <a:cs typeface="IBM Plex Sans"/>
              <a:sym typeface="IBM Plex Sans"/>
            </a:endParaRPr>
          </a:p>
        </p:txBody>
      </p:sp>
      <p:sp>
        <p:nvSpPr>
          <p:cNvPr id="7903" name="Google Shape;7903;p539"/>
          <p:cNvSpPr/>
          <p:nvPr/>
        </p:nvSpPr>
        <p:spPr>
          <a:xfrm>
            <a:off x="1885250" y="2254075"/>
            <a:ext cx="872400" cy="563400"/>
          </a:xfrm>
          <a:prstGeom prst="roundRect">
            <a:avLst>
              <a:gd name="adj" fmla="val 16667"/>
            </a:avLst>
          </a:prstGeom>
          <a:solidFill>
            <a:srgbClr val="F7F7F7"/>
          </a:solidFill>
          <a:ln w="9525" cap="flat" cmpd="sng">
            <a:solidFill>
              <a:srgbClr val="434343"/>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BM Plex Sans"/>
              <a:ea typeface="IBM Plex Sans"/>
              <a:cs typeface="IBM Plex Sans"/>
              <a:sym typeface="IBM Plex Sans"/>
            </a:endParaRPr>
          </a:p>
        </p:txBody>
      </p:sp>
      <p:sp>
        <p:nvSpPr>
          <p:cNvPr id="7904" name="Google Shape;7904;p539"/>
          <p:cNvSpPr/>
          <p:nvPr/>
        </p:nvSpPr>
        <p:spPr>
          <a:xfrm>
            <a:off x="7281363" y="2254075"/>
            <a:ext cx="872400" cy="563400"/>
          </a:xfrm>
          <a:prstGeom prst="roundRect">
            <a:avLst>
              <a:gd name="adj" fmla="val 16667"/>
            </a:avLst>
          </a:prstGeom>
          <a:solidFill>
            <a:srgbClr val="F7F7F7"/>
          </a:solidFill>
          <a:ln w="9525" cap="flat" cmpd="sng">
            <a:solidFill>
              <a:srgbClr val="434343"/>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BM Plex Sans"/>
              <a:ea typeface="IBM Plex Sans"/>
              <a:cs typeface="IBM Plex Sans"/>
              <a:sym typeface="IBM Plex Sans"/>
            </a:endParaRPr>
          </a:p>
        </p:txBody>
      </p:sp>
      <p:sp>
        <p:nvSpPr>
          <p:cNvPr id="7905" name="Google Shape;7905;p539"/>
          <p:cNvSpPr/>
          <p:nvPr/>
        </p:nvSpPr>
        <p:spPr>
          <a:xfrm>
            <a:off x="3080163" y="1194475"/>
            <a:ext cx="3242100" cy="2682600"/>
          </a:xfrm>
          <a:prstGeom prst="roundRect">
            <a:avLst>
              <a:gd name="adj" fmla="val 16667"/>
            </a:avLst>
          </a:prstGeom>
          <a:solidFill>
            <a:srgbClr val="000000"/>
          </a:solidFill>
          <a:ln w="9525" cap="flat" cmpd="sng">
            <a:solidFill>
              <a:srgbClr val="FFFFFF"/>
            </a:solidFill>
            <a:prstDash val="solid"/>
            <a:round/>
            <a:headEnd type="none" w="sm" len="sm"/>
            <a:tailEnd type="none" w="sm" len="sm"/>
          </a:ln>
        </p:spPr>
        <p:txBody>
          <a:bodyPr spcFirstLastPara="1" wrap="square" lIns="91425" tIns="91425" rIns="91425" bIns="91425" anchor="t" anchorCtr="0">
            <a:noAutofit/>
          </a:bodyPr>
          <a:lstStyle/>
          <a:p>
            <a:pPr marL="0" lvl="0" indent="0" algn="ctr" rtl="0">
              <a:spcBef>
                <a:spcPts val="0"/>
              </a:spcBef>
              <a:spcAft>
                <a:spcPts val="0"/>
              </a:spcAft>
              <a:buNone/>
            </a:pPr>
            <a:r>
              <a:rPr lang="en" b="1">
                <a:solidFill>
                  <a:srgbClr val="EEEEEE"/>
                </a:solidFill>
                <a:latin typeface="IBM Plex Sans"/>
                <a:ea typeface="IBM Plex Sans"/>
                <a:cs typeface="IBM Plex Sans"/>
                <a:sym typeface="IBM Plex Sans"/>
              </a:rPr>
              <a:t>Agent</a:t>
            </a:r>
            <a:endParaRPr b="1">
              <a:solidFill>
                <a:srgbClr val="EEEEEE"/>
              </a:solidFill>
              <a:latin typeface="IBM Plex Sans"/>
              <a:ea typeface="IBM Plex Sans"/>
              <a:cs typeface="IBM Plex Sans"/>
              <a:sym typeface="IBM Plex Sans"/>
            </a:endParaRPr>
          </a:p>
        </p:txBody>
      </p:sp>
      <p:sp>
        <p:nvSpPr>
          <p:cNvPr id="7906" name="Google Shape;7906;p539"/>
          <p:cNvSpPr/>
          <p:nvPr/>
        </p:nvSpPr>
        <p:spPr>
          <a:xfrm>
            <a:off x="3564538" y="1948125"/>
            <a:ext cx="872400" cy="563400"/>
          </a:xfrm>
          <a:prstGeom prst="roundRect">
            <a:avLst>
              <a:gd name="adj" fmla="val 16667"/>
            </a:avLst>
          </a:prstGeom>
          <a:solidFill>
            <a:srgbClr val="F7F7F7"/>
          </a:solidFill>
          <a:ln w="9525" cap="flat" cmpd="sng">
            <a:solidFill>
              <a:srgbClr val="434343"/>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BM Plex Sans"/>
              <a:ea typeface="IBM Plex Sans"/>
              <a:cs typeface="IBM Plex Sans"/>
              <a:sym typeface="IBM Plex Sans"/>
            </a:endParaRPr>
          </a:p>
        </p:txBody>
      </p:sp>
      <p:sp>
        <p:nvSpPr>
          <p:cNvPr id="7907" name="Google Shape;7907;p539"/>
          <p:cNvSpPr/>
          <p:nvPr/>
        </p:nvSpPr>
        <p:spPr>
          <a:xfrm>
            <a:off x="4943713" y="1948125"/>
            <a:ext cx="872400" cy="563400"/>
          </a:xfrm>
          <a:prstGeom prst="roundRect">
            <a:avLst>
              <a:gd name="adj" fmla="val 16667"/>
            </a:avLst>
          </a:prstGeom>
          <a:solidFill>
            <a:srgbClr val="F7F7F7"/>
          </a:solidFill>
          <a:ln w="9525" cap="flat" cmpd="sng">
            <a:solidFill>
              <a:srgbClr val="434343"/>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BM Plex Sans"/>
              <a:ea typeface="IBM Plex Sans"/>
              <a:cs typeface="IBM Plex Sans"/>
              <a:sym typeface="IBM Plex Sans"/>
            </a:endParaRPr>
          </a:p>
        </p:txBody>
      </p:sp>
      <p:sp>
        <p:nvSpPr>
          <p:cNvPr id="7908" name="Google Shape;7908;p539"/>
          <p:cNvSpPr/>
          <p:nvPr/>
        </p:nvSpPr>
        <p:spPr>
          <a:xfrm>
            <a:off x="3564538" y="2818425"/>
            <a:ext cx="872400" cy="563400"/>
          </a:xfrm>
          <a:prstGeom prst="roundRect">
            <a:avLst>
              <a:gd name="adj" fmla="val 16667"/>
            </a:avLst>
          </a:prstGeom>
          <a:solidFill>
            <a:srgbClr val="F7F7F7"/>
          </a:solidFill>
          <a:ln w="9525" cap="flat" cmpd="sng">
            <a:solidFill>
              <a:srgbClr val="434343"/>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BM Plex Sans"/>
              <a:ea typeface="IBM Plex Sans"/>
              <a:cs typeface="IBM Plex Sans"/>
              <a:sym typeface="IBM Plex Sans"/>
            </a:endParaRPr>
          </a:p>
        </p:txBody>
      </p:sp>
      <p:sp>
        <p:nvSpPr>
          <p:cNvPr id="7909" name="Google Shape;7909;p539"/>
          <p:cNvSpPr/>
          <p:nvPr/>
        </p:nvSpPr>
        <p:spPr>
          <a:xfrm>
            <a:off x="4943713" y="2818425"/>
            <a:ext cx="872400" cy="563400"/>
          </a:xfrm>
          <a:prstGeom prst="roundRect">
            <a:avLst>
              <a:gd name="adj" fmla="val 16667"/>
            </a:avLst>
          </a:prstGeom>
          <a:solidFill>
            <a:srgbClr val="F7F7F7"/>
          </a:solidFill>
          <a:ln w="9525" cap="flat" cmpd="sng">
            <a:solidFill>
              <a:srgbClr val="434343"/>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BM Plex Sans"/>
              <a:ea typeface="IBM Plex Sans"/>
              <a:cs typeface="IBM Plex Sans"/>
              <a:sym typeface="IBM Plex Sans"/>
            </a:endParaRPr>
          </a:p>
        </p:txBody>
      </p:sp>
      <p:cxnSp>
        <p:nvCxnSpPr>
          <p:cNvPr id="7910" name="Google Shape;7910;p539"/>
          <p:cNvCxnSpPr>
            <a:stCxn id="7902" idx="3"/>
            <a:endCxn id="7903" idx="1"/>
          </p:cNvCxnSpPr>
          <p:nvPr/>
        </p:nvCxnSpPr>
        <p:spPr>
          <a:xfrm>
            <a:off x="1687425" y="2535775"/>
            <a:ext cx="197700" cy="0"/>
          </a:xfrm>
          <a:prstGeom prst="straightConnector1">
            <a:avLst/>
          </a:prstGeom>
          <a:noFill/>
          <a:ln w="9525" cap="flat" cmpd="sng">
            <a:solidFill>
              <a:srgbClr val="FC5D0D"/>
            </a:solidFill>
            <a:prstDash val="solid"/>
            <a:round/>
            <a:headEnd type="none" w="med" len="med"/>
            <a:tailEnd type="triangle" w="med" len="med"/>
          </a:ln>
        </p:spPr>
      </p:cxnSp>
      <p:cxnSp>
        <p:nvCxnSpPr>
          <p:cNvPr id="7911" name="Google Shape;7911;p539"/>
          <p:cNvCxnSpPr>
            <a:stCxn id="7903" idx="3"/>
            <a:endCxn id="7905" idx="1"/>
          </p:cNvCxnSpPr>
          <p:nvPr/>
        </p:nvCxnSpPr>
        <p:spPr>
          <a:xfrm>
            <a:off x="2757650" y="2535775"/>
            <a:ext cx="322500" cy="0"/>
          </a:xfrm>
          <a:prstGeom prst="straightConnector1">
            <a:avLst/>
          </a:prstGeom>
          <a:noFill/>
          <a:ln w="9525" cap="flat" cmpd="sng">
            <a:solidFill>
              <a:srgbClr val="FC5D0D"/>
            </a:solidFill>
            <a:prstDash val="solid"/>
            <a:round/>
            <a:headEnd type="none" w="med" len="med"/>
            <a:tailEnd type="triangle" w="med" len="med"/>
          </a:ln>
        </p:spPr>
      </p:cxnSp>
      <p:cxnSp>
        <p:nvCxnSpPr>
          <p:cNvPr id="7912" name="Google Shape;7912;p539"/>
          <p:cNvCxnSpPr>
            <a:stCxn id="7905" idx="3"/>
            <a:endCxn id="7904" idx="1"/>
          </p:cNvCxnSpPr>
          <p:nvPr/>
        </p:nvCxnSpPr>
        <p:spPr>
          <a:xfrm>
            <a:off x="6322263" y="2535775"/>
            <a:ext cx="959100" cy="0"/>
          </a:xfrm>
          <a:prstGeom prst="straightConnector1">
            <a:avLst/>
          </a:prstGeom>
          <a:noFill/>
          <a:ln w="9525" cap="flat" cmpd="sng">
            <a:solidFill>
              <a:srgbClr val="FC5D0D"/>
            </a:solidFill>
            <a:prstDash val="solid"/>
            <a:round/>
            <a:headEnd type="none" w="med" len="med"/>
            <a:tailEnd type="triangle" w="med" len="med"/>
          </a:ln>
        </p:spPr>
      </p:cxnSp>
      <p:sp>
        <p:nvSpPr>
          <p:cNvPr id="7913" name="Google Shape;7913;p539"/>
          <p:cNvSpPr/>
          <p:nvPr/>
        </p:nvSpPr>
        <p:spPr>
          <a:xfrm>
            <a:off x="5038600" y="4242150"/>
            <a:ext cx="872400" cy="563400"/>
          </a:xfrm>
          <a:prstGeom prst="roundRect">
            <a:avLst>
              <a:gd name="adj" fmla="val 16667"/>
            </a:avLst>
          </a:prstGeom>
          <a:solidFill>
            <a:srgbClr val="F7F7F7"/>
          </a:solidFill>
          <a:ln w="9525" cap="flat" cmpd="sng">
            <a:solidFill>
              <a:srgbClr val="434343"/>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BM Plex Sans"/>
              <a:ea typeface="IBM Plex Sans"/>
              <a:cs typeface="IBM Plex Sans"/>
              <a:sym typeface="IBM Plex Sans"/>
            </a:endParaRPr>
          </a:p>
        </p:txBody>
      </p:sp>
      <p:sp>
        <p:nvSpPr>
          <p:cNvPr id="7914" name="Google Shape;7914;p539"/>
          <p:cNvSpPr/>
          <p:nvPr/>
        </p:nvSpPr>
        <p:spPr>
          <a:xfrm>
            <a:off x="3750463" y="3740600"/>
            <a:ext cx="381600" cy="354300"/>
          </a:xfrm>
          <a:prstGeom prst="ellipse">
            <a:avLst/>
          </a:prstGeom>
          <a:solidFill>
            <a:srgbClr val="FC5D0D"/>
          </a:solidFill>
          <a:ln w="9525" cap="flat" cmpd="sng">
            <a:solidFill>
              <a:srgbClr val="FC5D0D"/>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BM Plex Sans"/>
              <a:ea typeface="IBM Plex Sans"/>
              <a:cs typeface="IBM Plex Sans"/>
              <a:sym typeface="IBM Plex Sans"/>
            </a:endParaRPr>
          </a:p>
        </p:txBody>
      </p:sp>
      <p:cxnSp>
        <p:nvCxnSpPr>
          <p:cNvPr id="7915" name="Google Shape;7915;p539"/>
          <p:cNvCxnSpPr>
            <a:stCxn id="7914" idx="4"/>
            <a:endCxn id="7913" idx="1"/>
          </p:cNvCxnSpPr>
          <p:nvPr/>
        </p:nvCxnSpPr>
        <p:spPr>
          <a:xfrm rot="-5400000" flipH="1">
            <a:off x="4275463" y="3760700"/>
            <a:ext cx="429000" cy="1097400"/>
          </a:xfrm>
          <a:prstGeom prst="bentConnector2">
            <a:avLst/>
          </a:prstGeom>
          <a:noFill/>
          <a:ln w="9525" cap="flat" cmpd="sng">
            <a:solidFill>
              <a:srgbClr val="FC5D0D"/>
            </a:solidFill>
            <a:prstDash val="solid"/>
            <a:round/>
            <a:headEnd type="none" w="med" len="med"/>
            <a:tailEnd type="triangle" w="med" len="med"/>
          </a:ln>
        </p:spPr>
      </p:cxnSp>
      <p:cxnSp>
        <p:nvCxnSpPr>
          <p:cNvPr id="7916" name="Google Shape;7916;p539"/>
          <p:cNvCxnSpPr>
            <a:stCxn id="7908" idx="3"/>
            <a:endCxn id="7909" idx="1"/>
          </p:cNvCxnSpPr>
          <p:nvPr/>
        </p:nvCxnSpPr>
        <p:spPr>
          <a:xfrm>
            <a:off x="4436938" y="3100125"/>
            <a:ext cx="506700" cy="0"/>
          </a:xfrm>
          <a:prstGeom prst="straightConnector1">
            <a:avLst/>
          </a:prstGeom>
          <a:noFill/>
          <a:ln w="9525" cap="flat" cmpd="sng">
            <a:solidFill>
              <a:srgbClr val="FC5D0D"/>
            </a:solidFill>
            <a:prstDash val="solid"/>
            <a:round/>
            <a:headEnd type="none" w="med" len="med"/>
            <a:tailEnd type="triangle" w="med" len="med"/>
          </a:ln>
        </p:spPr>
      </p:cxnSp>
      <p:sp>
        <p:nvSpPr>
          <p:cNvPr id="7917" name="Google Shape;7917;p539"/>
          <p:cNvSpPr txBox="1"/>
          <p:nvPr/>
        </p:nvSpPr>
        <p:spPr>
          <a:xfrm>
            <a:off x="4305963" y="3453663"/>
            <a:ext cx="790500" cy="5694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2500" b="1">
                <a:solidFill>
                  <a:srgbClr val="FFFFFF"/>
                </a:solidFill>
                <a:latin typeface="IBM Plex Sans"/>
                <a:ea typeface="IBM Plex Sans"/>
                <a:cs typeface="IBM Plex Sans"/>
                <a:sym typeface="IBM Plex Sans"/>
              </a:rPr>
              <a:t>~</a:t>
            </a:r>
            <a:endParaRPr sz="2500" b="1">
              <a:solidFill>
                <a:srgbClr val="FFFFFF"/>
              </a:solidFill>
              <a:latin typeface="IBM Plex Sans"/>
              <a:ea typeface="IBM Plex Sans"/>
              <a:cs typeface="IBM Plex Sans"/>
              <a:sym typeface="IBM Plex Sans"/>
            </a:endParaRPr>
          </a:p>
        </p:txBody>
      </p:sp>
    </p:spTree>
  </p:cSld>
  <p:clrMapOvr>
    <a:masterClrMapping/>
  </p:clrMapOvr>
</p:sld>
</file>

<file path=ppt/theme/theme1.xml><?xml version="1.0" encoding="utf-8"?>
<a:theme xmlns:a="http://schemas.openxmlformats.org/drawingml/2006/main" name="CCon 2023">
  <a:themeElements>
    <a:clrScheme name="Simple Light">
      <a:dk1>
        <a:srgbClr val="000000"/>
      </a:dk1>
      <a:lt1>
        <a:srgbClr val="FFFFFF"/>
      </a:lt1>
      <a:dk2>
        <a:srgbClr val="434343"/>
      </a:dk2>
      <a:lt2>
        <a:srgbClr val="F7F7F7"/>
      </a:lt2>
      <a:accent1>
        <a:srgbClr val="FC5D0D"/>
      </a:accent1>
      <a:accent2>
        <a:srgbClr val="D0B081"/>
      </a:accent2>
      <a:accent3>
        <a:srgbClr val="7AC6CC"/>
      </a:accent3>
      <a:accent4>
        <a:srgbClr val="888B8D"/>
      </a:accent4>
      <a:accent5>
        <a:srgbClr val="BBBCBC"/>
      </a:accent5>
      <a:accent6>
        <a:srgbClr val="007E89"/>
      </a:accent6>
      <a:hlink>
        <a:srgbClr val="0072CE"/>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Camunda">
  <a:themeElements>
    <a:clrScheme name="Simple Light">
      <a:dk1>
        <a:srgbClr val="000000"/>
      </a:dk1>
      <a:lt1>
        <a:srgbClr val="FFFFFF"/>
      </a:lt1>
      <a:dk2>
        <a:srgbClr val="434343"/>
      </a:dk2>
      <a:lt2>
        <a:srgbClr val="F7F7F7"/>
      </a:lt2>
      <a:accent1>
        <a:srgbClr val="FC5D0D"/>
      </a:accent1>
      <a:accent2>
        <a:srgbClr val="26D07C"/>
      </a:accent2>
      <a:accent3>
        <a:srgbClr val="00A7B5"/>
      </a:accent3>
      <a:accent4>
        <a:srgbClr val="888B8D"/>
      </a:accent4>
      <a:accent5>
        <a:srgbClr val="BBBCBC"/>
      </a:accent5>
      <a:accent6>
        <a:srgbClr val="0072CE"/>
      </a:accent6>
      <a:hlink>
        <a:srgbClr val="0072CE"/>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17334</Words>
  <Application>Microsoft Macintosh PowerPoint</Application>
  <PresentationFormat>On-screen Show (16:9)</PresentationFormat>
  <Paragraphs>1890</Paragraphs>
  <Slides>114</Slides>
  <Notes>114</Notes>
  <HiddenSlides>17</HiddenSlides>
  <MMClips>0</MMClips>
  <ScaleCrop>false</ScaleCrop>
  <HeadingPairs>
    <vt:vector size="6" baseType="variant">
      <vt:variant>
        <vt:lpstr>Fonts Used</vt:lpstr>
      </vt:variant>
      <vt:variant>
        <vt:i4>10</vt:i4>
      </vt:variant>
      <vt:variant>
        <vt:lpstr>Theme</vt:lpstr>
      </vt:variant>
      <vt:variant>
        <vt:i4>2</vt:i4>
      </vt:variant>
      <vt:variant>
        <vt:lpstr>Slide Titles</vt:lpstr>
      </vt:variant>
      <vt:variant>
        <vt:i4>114</vt:i4>
      </vt:variant>
    </vt:vector>
  </HeadingPairs>
  <TitlesOfParts>
    <vt:vector size="126" baseType="lpstr">
      <vt:lpstr>Arial</vt:lpstr>
      <vt:lpstr>IBM Plex Mono Light</vt:lpstr>
      <vt:lpstr>IBM Plex Sans</vt:lpstr>
      <vt:lpstr>IBM Plex Sans SemiBold</vt:lpstr>
      <vt:lpstr>IBM Plex Mono SemiBold</vt:lpstr>
      <vt:lpstr>IBM Plex Sans Medium</vt:lpstr>
      <vt:lpstr>Calibri</vt:lpstr>
      <vt:lpstr>IBM Plex Mono</vt:lpstr>
      <vt:lpstr>IBM Plex Sans Light</vt:lpstr>
      <vt:lpstr>Courier New</vt:lpstr>
      <vt:lpstr>CCon 2023</vt:lpstr>
      <vt:lpstr>Camunda</vt:lpstr>
      <vt:lpstr>Better Together</vt:lpstr>
      <vt:lpstr>Partnership Summary  </vt:lpstr>
      <vt:lpstr>Better Together</vt:lpstr>
      <vt:lpstr>Enabling Customer Success (Optional)</vt:lpstr>
      <vt:lpstr>Joint Client Success</vt:lpstr>
      <vt:lpstr>PowerPoint Presentation</vt:lpstr>
      <vt:lpstr>Building the  AI-Native Enterprise</vt:lpstr>
      <vt:lpstr>Technology is evolving faster than ever</vt:lpstr>
      <vt:lpstr>Moving towards autonomous actions</vt:lpstr>
      <vt:lpstr>Moving towards autonomous actions</vt:lpstr>
      <vt:lpstr>What are AI Agents?</vt:lpstr>
      <vt:lpstr>Agentic Orchestration Coordinating intelligent agents, systems, and people</vt:lpstr>
      <vt:lpstr>PowerPoint Presentation</vt:lpstr>
      <vt:lpstr>Challenges for adopting next-era AI </vt:lpstr>
      <vt:lpstr>“Just add AI” multiplies fragmentation</vt:lpstr>
      <vt:lpstr>Fragmentation multiplies inefficiencies</vt:lpstr>
      <vt:lpstr>Buy, build, and blend what works for you</vt:lpstr>
      <vt:lpstr>PowerPoint Presentation</vt:lpstr>
      <vt:lpstr>Key benefits of agentic orchestration</vt:lpstr>
      <vt:lpstr>Executable BPMN. Event driven. Transparent.</vt:lpstr>
      <vt:lpstr>Agentic applications across industries</vt:lpstr>
      <vt:lpstr>PowerPoint Presentation</vt:lpstr>
      <vt:lpstr>Thank you</vt:lpstr>
      <vt:lpstr>SUPPLEMENTARY SLIDES</vt:lpstr>
      <vt:lpstr>Simply works with everything</vt:lpstr>
      <vt:lpstr>Camunda powers the AI-led enterprise </vt:lpstr>
      <vt:lpstr>PowerPoint Presentation</vt:lpstr>
      <vt:lpstr>Camunda | AI / Agentic Orchestration               Go to Product Pitch Deck (double click on roadmap, features, capabilities)</vt:lpstr>
      <vt:lpstr>PowerPoint Presentation</vt:lpstr>
      <vt:lpstr>Camunda |  Helping Customers Transform </vt:lpstr>
      <vt:lpstr>2025 | ChangeLog  </vt:lpstr>
      <vt:lpstr>Better Together</vt:lpstr>
      <vt:lpstr>Partnership Summary  </vt:lpstr>
      <vt:lpstr>Better Together</vt:lpstr>
      <vt:lpstr>Enabling Customer Success (Optional)</vt:lpstr>
      <vt:lpstr>Joint Client Success</vt:lpstr>
      <vt:lpstr>PowerPoint Presentation</vt:lpstr>
      <vt:lpstr>Is Your Organization Future Ready?</vt:lpstr>
      <vt:lpstr>The Process Orchestration and Automation Platform Camunda’s differentiation is anchored in five principles</vt:lpstr>
      <vt:lpstr>Composable</vt:lpstr>
      <vt:lpstr>Open</vt:lpstr>
      <vt:lpstr>Collaborative</vt:lpstr>
      <vt:lpstr>Scalable</vt:lpstr>
      <vt:lpstr>Intelligent</vt:lpstr>
      <vt:lpstr>Camunda | Operationalize AI with Camunda</vt:lpstr>
      <vt:lpstr>Camunda | Operationalize AI with Camunda</vt:lpstr>
      <vt:lpstr>Camunda | Operationalize AI with Camunda</vt:lpstr>
      <vt:lpstr>Camunda | Agentic Orchestration</vt:lpstr>
      <vt:lpstr>Camunda | Agentic Orchestration</vt:lpstr>
      <vt:lpstr>Camunda | Agentic Orchestration</vt:lpstr>
      <vt:lpstr>Roadmap to operationalizing AI</vt:lpstr>
      <vt:lpstr>Identify processes and fragments in existing systems</vt:lpstr>
      <vt:lpstr>Roadmap to operationalizing AI</vt:lpstr>
      <vt:lpstr>Thank you</vt:lpstr>
      <vt:lpstr>Camunda AI features</vt:lpstr>
      <vt:lpstr>Intelligent process</vt:lpstr>
      <vt:lpstr>Camunda Copilot</vt:lpstr>
      <vt:lpstr>Autonomous AI</vt:lpstr>
      <vt:lpstr>Build Your First AI Agent in Camunda</vt:lpstr>
      <vt:lpstr>Camunda components</vt:lpstr>
      <vt:lpstr>Modeler</vt:lpstr>
      <vt:lpstr>Connectors</vt:lpstr>
      <vt:lpstr>Form Builder</vt:lpstr>
      <vt:lpstr>RPA</vt:lpstr>
      <vt:lpstr>Documents</vt:lpstr>
      <vt:lpstr>Copilot</vt:lpstr>
      <vt:lpstr>Play Mode</vt:lpstr>
      <vt:lpstr>Zeebe</vt:lpstr>
      <vt:lpstr>Operate</vt:lpstr>
      <vt:lpstr>Tasklist</vt:lpstr>
      <vt:lpstr>Optimize</vt:lpstr>
      <vt:lpstr>Console</vt:lpstr>
      <vt:lpstr>Camunda connectors</vt:lpstr>
      <vt:lpstr>Orchestrate anything with Camunda connectors</vt:lpstr>
      <vt:lpstr>Accelerate connectivity with Camunda Marketplace</vt:lpstr>
      <vt:lpstr>Camunda connector architecture</vt:lpstr>
      <vt:lpstr>Camunda robotic process automation</vt:lpstr>
      <vt:lpstr>Managing RPA without process orchestration presents many challenges</vt:lpstr>
      <vt:lpstr>Get the most out of RPA with process orchestration</vt:lpstr>
      <vt:lpstr>Get the most out of RPA with process orchestration</vt:lpstr>
      <vt:lpstr>How Camunda RPA works</vt:lpstr>
      <vt:lpstr>Camunda intelligent document processing</vt:lpstr>
      <vt:lpstr>Document-dependent business processes need process orchestration</vt:lpstr>
      <vt:lpstr>Transform documents into instant insights</vt:lpstr>
      <vt:lpstr>Transform documents into instant insights</vt:lpstr>
      <vt:lpstr>How Camunda IDP works</vt:lpstr>
      <vt:lpstr>Camunda packaging and deployment</vt:lpstr>
      <vt:lpstr>Camunda SaaS Offering</vt:lpstr>
      <vt:lpstr>Camunda Self-Managed Offering</vt:lpstr>
      <vt:lpstr>PowerPoint Presentation</vt:lpstr>
      <vt:lpstr>Camunda Components and Licenses</vt:lpstr>
      <vt:lpstr>Camunda SaaS Infrastructure</vt:lpstr>
      <vt:lpstr>Camunda SaaS Security and Compliance</vt:lpstr>
      <vt:lpstr>Camunda consulting and  education services</vt:lpstr>
      <vt:lpstr>Expert guidance on your process orchestration journey</vt:lpstr>
      <vt:lpstr>Consulting Services Overview</vt:lpstr>
      <vt:lpstr>Consulting Services in Detail</vt:lpstr>
      <vt:lpstr>Camunda Service Offerings</vt:lpstr>
      <vt:lpstr>Customer &amp; Partner voices about ProSA</vt:lpstr>
      <vt:lpstr>Camunda use cases</vt:lpstr>
      <vt:lpstr>Popular Camunda use cases</vt:lpstr>
      <vt:lpstr>IT initiatives</vt:lpstr>
      <vt:lpstr>Technical use cases</vt:lpstr>
      <vt:lpstr>Business processes</vt:lpstr>
      <vt:lpstr>Miscellaneous slides</vt:lpstr>
      <vt:lpstr>Camunda | Process Orchestration &amp; Automation Platform</vt:lpstr>
      <vt:lpstr>Composability at Camunda</vt:lpstr>
      <vt:lpstr>What to look for in an advanced workflow engine</vt:lpstr>
      <vt:lpstr>Camunda community engagement</vt:lpstr>
      <vt:lpstr>Change log</vt:lpstr>
      <vt:lpstr>Camunda | Operationalize AI with Camunda</vt:lpstr>
      <vt:lpstr>From idea to production with total control Executable BPMN. Event-driven runtime. Built-in transparency.</vt:lpstr>
      <vt:lpstr>Mixing Agents with Workflow patterns </vt:lpstr>
      <vt:lpstr>Drive automation with agentic process orchestration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Pedro Gastal</cp:lastModifiedBy>
  <cp:revision>1</cp:revision>
  <dcterms:modified xsi:type="dcterms:W3CDTF">2025-09-09T14:55:20Z</dcterms:modified>
</cp:coreProperties>
</file>